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4660"/>
  </p:normalViewPr>
  <p:slideViewPr>
    <p:cSldViewPr snapToGrid="0">
      <p:cViewPr>
        <p:scale>
          <a:sx n="89" d="100"/>
          <a:sy n="89" d="100"/>
        </p:scale>
        <p:origin x="3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882 1 11058,'0'0'2345,"0"0"-491,0 0 559,0 0-355,0 0-563,0 0-328,-9 8 1443,-324 337-809,-16 15-1298,312-322-453,23-24-72,1 0 0,-2 0 0,0-2 0,-1 0 0,-2 1 22,17-12-147,0 0 0,0 0 0,0 0 0,0-1 0,0 1 0,-1 0 0,1 0 0,0-1 0,0 1 0,-1-1 0,1 0 0,0 1 0,-1-1 0,1 0 0,0 1 0,-1-1 0,1 0 0,-1 0 0,1 0 0,0-1 0,-1 1 0,1 0 0,0 0 0,-1-1 0,1 1 0,0-1 0,-1 1 0,1-1 0,0 1 0,0-1 0,0 0 0,0 0 0,-1 1 0,1-1 0,0 0 0,0 0 0,1 0 0,-1 0 0,0 0 0,0-1 0,0 1 0,1 0 0,-1 0 0,0 0 0,1-1 0,-1 0 147,-1-6-1395,0 0-1,0 0 1,1 0 0,0 0 0,0 0 0,1-1 0,0 0 1395,0-22-6699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12699,'0'0'2775,"0"0"-680,0 0-480,14 20 71,27 40-420,-3 2 1,-2 2-1,6 23-1266,-26-50 333,84 203 1637,2 41-1970,-91-239 177,5 40-177,-9-44 41,1 1 0,6 12-41,-14-52-45,0 1 0,0 0-1,0 0 1,0-1 0,1 1 0,-1 0 0,0 0-1,0-1 1,0 1 0,0 0 0,1 0-1,-1-1 1,0 1 0,0 0 0,0 0-1,1 0 1,-1 0 0,0-1 0,0 1-1,1 0 1,-1 0 0,0 0 0,0 0 0,1 0-1,-1 0 1,0 0 0,1 0 0,-1 0-1,0 0 1,0 0 0,1 0 0,-1 0-1,0 0 1,1 0 0,-1 0 0,0 0-1,0 0 1,1 0 0,-1 0 0,0 0 0,1 0-1,-1 0 1,0 1 0,0-1 0,0 0-1,1 0 1,-1 0 0,0 1 0,0-1-1,1 0 1,-1 0 0,0 0 0,0 1-1,0-1 1,0 0 0,0 0 0,1 1 0,-1-1-1,0 0 1,0 1 0,0-1 0,0 0-1,0 0 1,0 1 45,11-32-2905,-8 22 1134,8-22-4494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14147,'0'0'2016,"0"0"-471,0 0 415,0 0-872,0 0-351,0 0-321,0 0-304,166-22-16,-128 12-96,-6 1-768,-8 1-1537,-8 6-1656,-10 2-3216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0 771 11282,'0'0'2385,"0"0"-1025,0 0 1105,0 0-785,0 0-976,0 0 248,0 0-487,116-19-457,-47-7-8,-9 4-2273,-7 0-3984</inkml:trace>
  <inkml:trace contextRef="#ctx0" brushRef="#br0" timeOffset="1">645 1 14595,'0'0'3953,"0"0"-3049,0 0-72,0 0 561,0 0-441,-3 130-208,3-81-480,0-6-112,0-7-136,0-4-8,0-10-8,8-8-704,-3-7-1625,1-7-3096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15779,'0'0'4129,"0"0"-3689,0 0 561,0 0-49,0 0-528,-29 171-264,29-115-160,0 16-320,13-11-2313,3-13-4720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8130,'0'0'2927,"0"0"-277,0 0-480,0 0-534,0 0-221,2-4-324,-2 4-1052,0 1 1,0-1-1,0 0 1,0 0-1,0 0 0,0 0 1,0 1-1,0-1 1,0 0-1,1 0 0,-1 0 1,0 0-1,0 1 1,0-1-1,0 0 1,0 0-1,0 0 0,0 0 1,0 0-1,1 1 1,-1-1-1,0 0 0,0 0 1,0 0-1,0 0 1,0 0-1,1 0 0,-1 0 1,0 0-1,0 0 1,0 0-1,0 1 1,1-1-1,-1 0 0,0 0 1,0 0-1,0 0 1,0 0-1,1 0 0,-1 0 1,0 0-1,0 0 1,0 0-1,0-1 0,1 1 1,-1 0-1,0 0 1,0 0-1,0 0 0,0 0 1,1 0-1,-1 0 1,0 0-1,0 0 1,0-1-1,0 1 0,0 0-39,4 35 688,-3 61-682,-1-80 277,-14 243 196,5-161-299,5 1 0,8 83-180,-4-179 5,0 0 0,0 1 1,0-1-1,1 0 0,-1 0 0,1 1 0,0-1 0,0 0 0,0 0 0,1 0 1,-1 0-1,1 0 0,0 0 0,0-1 0,-1 1 0,2 0 0,-1-1 0,0 1 1,0-1-1,3 2-5,1-2 47,-1 1 0,0-2 1,1 1-1,-1 0 0,1-1 0,-1 0 1,1 0-1,0-1 0,-1 0 1,1 0-1,3 0-47,81-4-1121,-36 1-3823,-24 3-220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8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 7586,'0'0'4421,"0"0"-2364,0 0-183,0 0-542,0 0-530,-24-1-359,24 1-443,-25 0 101,0 0 0,0 2 1,0 1-102,22-2 16,-1 0 0,1 0 0,0 0 0,0 1-1,0-1 1,0 1 0,0 0 0,0 0 0,0 0 0,1 0 0,-1 1 0,1-1 0,0 1 0,-1-1 0,1 1 0,0 0 0,1 0 0,-1 0 0,0 0 0,1 0 0,0 0 0,0 1 0,0-1 0,0 0 0,0 1 0,0 1-16,-3 7 101,-4 17 195,1 0 0,1 0 0,2 0 0,1 1 0,1 0 0,2 21-296,0-46 32,0 1 0,0 0 0,0-1 0,1 1 0,0 0 0,1-1 0,-1 1 0,1-1 0,0 1 0,0-1 0,1 0 0,-1 0-1,1 0 1,0 0 0,1 0 0,-1-1 0,1 0 0,0 1 0,0-1 0,0-1 0,0 1 0,1 0 0,0-1 0,4 3-32,3-1 12,-1-1 0,1 1 1,-1-2-1,1 0 0,0 0 0,0-1 1,1 0-1,-1-1 0,0-1 0,1 0 1,0 0-13,-9-1-11,-1 0-1,1 1 1,-1-1 0,1 0 0,-1 0 0,0-1 0,1 1-1,-1-1 1,0 0 0,0 0 0,0 0 0,0 0 0,0 0 0,-1 0-1,1-1 1,-1 0 0,1 1 0,-1-1 0,0 0 0,0 0-1,0 0 1,-1 0 0,1 0 0,-1-1 0,1 1 0,-1 0 0,0-1-1,-1 1 1,1-1 0,0 1 0,-1-1 11,4-19 20,-1 0 0,-2 0-1,0 0 1,-2-12-20,1 14 52,0-69 2271,0 90-2028,0 3-171,1 14 10,1 1 1,0-1 0,1 0-1,1 0 1,1 0-1,0 0 1,5 7-135,-7-16-83,0 0 0,0 0 0,1-1-1,1 1 1,-1-1 0,1 0 0,0 0 0,1-1 0,0 1 0,0-1 0,0 0-1,1-1 1,-1 0 0,1 0 0,1 0 0,6 3 83,2-2-1640,1-2 0,0 1 1,0-2-1,3 0 1640,21-1-6015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10338,'0'0'2074,"0"0"-94,0 0-133,0 0-348,0 0 82,-14 24-120,-42 77-166,54-97-1214,0 1-1,0-1 0,0 0 1,1 1-1,-1-1 1,1 1-1,0 0 0,0-1 1,1 1-1,0 0 0,0-1 1,0 1-1,0 0 0,0-1 1,1 1-1,0 0 0,0-1 1,0 1-1,1-1 0,0 1 1,0-1-1,0 0 1,0 0-1,0 1 0,1-2 1,0 1-1,2 3-80,5 3 31,1-1-1,0 0 1,1 0 0,0-1-1,0-1 1,0 0-1,7 2-30,-8-3 17,1 0-309,1-1 0,-1 1-1,1-2 1,0 0 0,0-1 0,0 0 0,1-1-1,4 0 293,66-1-8468,-34-5-3898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41 13675,'0'0'1555,"0"0"-684,0 0 73,0 0-93,-23-8-263,-75-21-247,97 28-311,-1 0 0,0 1 0,-1-1 0,1 1 0,0 0 0,0-1 0,0 1 0,0 0 0,0 0 0,0 1 0,0-1 0,0 0 0,0 1 0,0-1 0,0 1 0,0 0 0,0-1 0,0 1 0,0 0 0,0 0 0,0 0 0,1 1 0,-1-1-1,1 0 1,-1 1 0,1-1 0,-1 1 0,1-1 0,-1 1 0,1 0 0,0-1 0,0 1 0,0 0 0,0 0 0,0 0 0,1 0-30,-5 6 212,-4 12 107,0 0 0,1 0 0,1 0 0,1 1 0,0 0-1,2 0 1,0 0 0,2 1 0,0-1 0,2 1 0,1 16-319,-1-33 14,0-1 1,1 1 0,-1 0 0,1 0-1,0-1 1,0 1 0,1-1-1,-1 1 1,1-1 0,0 0-1,0 1 1,1-1 0,-1 0 0,1 0-1,0-1 1,0 1 0,0 0-1,1-1 1,-1 0 0,1 0 0,0 0-1,-1 0 1,1-1 0,1 1-1,-1-1 1,0 0 0,3 1-15,9 2-200,-1-1 0,1 0 0,0-2 1,-1 1-1,1-2 0,0 0 0,11-1 200,-23 0-83,1 0 0,0 0 1,0-1-1,0 0 0,-1 1 0,1-2 0,0 1 0,-1 0 0,1-1 0,-1 0 0,1 0 1,-1 0-1,0-1 0,0 1 0,0-1 0,0 0 0,0 0 0,-1-1 0,1 1 1,-1-1-1,0 1 0,0-1 0,0-1 83,1-3-4,1-1 0,-1 0 0,-1 0 0,0 0 0,0-1 0,-1 1 0,0 0 0,0-1 0,-1 0 0,-1 1 0,0-4 4,0-90 1436,-1 62-468,0 35-650,1 15-198,4 50-98,3 1 0,3-1 0,2 0 0,2-1 1,7 11-23,-11-35 7,-10-32 37,0-31 24,1-1 0,1 1 1,1 0-1,2 0 0,2-4-68,-5 25 3,0-1 0,1 1 0,0 0 0,1 0 0,0 0 0,0 0-1,1 1 1,-1 0 0,2 0 0,-1 0 0,1 0 0,0 1 0,0 0-1,1 0 1,0 1 0,0 0 0,0 0 0,0 0 0,4 0-3,-8 3 8,0 0 0,1 1 0,-1-1 0,0 1 1,1 0-1,-1 0 0,1 1 0,-1-1 0,1 1 0,0-1 0,-1 1 1,1 0-1,-1 0 0,1 1 0,-1-1 0,1 1 0,-1 0 1,1 0-1,-1 0 0,1 0 0,-1 1 0,2 0-8,-1 1 42,1 1-1,-1-1 0,0 1 1,0 0-1,0 1 1,0-1-1,-1 1 1,0 0-1,0-1 0,0 1 1,0 0-1,-1 1 1,1 0-42,5 20 74,0-1 1,-2 2 0,0-1-1,-2 0 1,0 16-75,-4-38-138,5 30-542,3-14-3553,-2-12-3156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9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12379,'0'0'2272,"0"0"-103,0 0 959,41 176-1047,-33-89-721,-6 5-688,1-5-112,2-12-512,1-15 64,-1-14-112,3-12 0,-2-12-664,-1-17-1248,-2-5-2977,-3 0-3641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4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16892,'0'0'3792,"0"0"-1839,0 0-897,0 0-1056,0 0-408,161-80-1528,-110 56-2785,-11 7-2449</inkml:trace>
  <inkml:trace contextRef="#ctx0" brushRef="#br0" timeOffset="1">382 1 4081,'0'0'9298,"0"0"-6730,0 0 457,0 0-1217,27 152-647,-22-111-593,6-5-240,0-2-328,8-5 24,7-10-24,1-7-1160,-3-9-4986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0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105 312 4537,'0'0'4488,"0"0"-1825,0 0 92,0 0-686,0 0-719,-18 22-385,-51 71-212,66-89-719,1-1 0,0 0-1,1 1 1,-1-1 0,0 1-1,1 0 1,0-1 0,0 1-1,0 0 1,1 0 0,-1 0-1,1 0 1,0 0 0,0-1-1,0 1 1,0 0 0,1 0-1,0 0 1,-1 0 0,2 0-1,-1-1 1,0 1 0,1 0-1,-1-1 1,1 0 0,0 1-34,4 4 34,1 1 1,-1-1 0,1-1-1,1 0 1,-1 0-1,1 0 1,4 2-35,-9-7 10,7 5-26,-1-1-1,1 0 0,0-1 0,0 0 1,0-1-1,1 0 0,-1 0 1,1-1-1,0-1 0,0 0 0,0 0 1,1-1-1,-1-1 0,0 0 0,3 0 17,-9 0-75,1-1 0,-1 1-1,1-1 1,-1-1 0,0 1-1,0-1 1,1 0-1,-1 0 1,0 0 0,-1 0-1,1-1 1,0 0 0,-1 0-1,1 0 1,-1-1 0,0 0-1,0 0 1,-1 0 0,1 0-1,-1 0 1,0 0-1,0-1 1,0 0 0,0 0-1,-1 0 1,0 0 0,0 0-1,-1 0 1,1 0 0,-1-1-1,1-3 76,2-37 438,-2-1 0,-2 1 1,-2-1-1,-2 1 0,-8-37-438,3 13 3031,3 0 1,2-5-3032,4 74 384,34 77-189,-4 1-1,10 44-194,-12-37-252,-27-79 103,1-1-1,-1 0 0,1 0 0,1 0 0,-1 0 0,0-1 1,1 1-1,0-1 0,0 1 0,0-1 0,0 0 1,0 0-1,1 0 0,2 2 150,39 14-6364,-8-13-4333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0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4 7298,'0'0'4323,"0"0"-1809,0 0 169,0 0-386,0 0-678,0 0-388,-26-1-370,26 1-861,-28-2 298,0 1-1,-21 3-297,47-2 19,-1 1 0,1-1 0,-1 1 1,1 0-1,0 0 0,-1 0 0,1 0 0,0 0 0,0 0 0,0 1 0,0-1 0,0 1 1,0-1-1,0 1 0,0 0 0,1 0 0,-1 0 0,1 0 0,-1 0 0,1 0 1,0 0-1,0 0 0,0 1 0,0-1 0,0 0 0,0 1 0,1-1 0,-1 1 1,1-1-1,-1 1 0,1-1 0,0 1 0,0-1 0,0 1-19,-1 9 117,-3 9 6,1 0-1,0 1 1,2-1 0,1 1 0,0-1-1,2 1 1,0-1 0,3 8-123,-3-22-7,-1-1 0,1 0 0,0 0 0,0 0-1,0 0 1,1 0 0,0-1 0,0 1 0,1-1 0,-1 0 0,1 0 0,0 0 0,1 0 0,-1-1 0,1 1 0,0-1-1,0 0 1,0-1 0,0 1 0,1-1 0,0 0 0,-1-1 0,1 1 0,0-1 0,0 0 0,0-1 0,1 1 0,-1-1-1,0 0 1,1-1 7,-2 1-55,1 0-1,0-1 1,-1 0-1,1 0 1,0 0-1,-1-1 1,1 0-1,-1 0 1,1 0-1,-1-1 1,1 0-1,-1 0 1,0 0-1,0 0 1,0-1-1,0 0 1,0 0-1,0-1 1,-1 1-1,0-1 0,0 0 1,0 0-1,0 0 1,0-1-1,-1 1 1,0-1-1,0 0 1,0 0-1,0 0 1,-1 0-1,0 0 1,0-1-1,-1 1 1,1-1-1,-1-2 56,6-31 497,-3 0 0,0-1 0,-3 1 0,-2-9-497,1 35 881,-1 75-869,-1-25 13,2 0 0,1 0 0,3 8-25,-3-41-56,0 1 1,0-1 0,1 1 0,-1-1-1,1 1 1,0-1 0,0 0 0,0 0-1,1 0 1,0 0 0,-1 0 0,2-1 0,-1 1-1,0-1 1,0 0 0,1 0 0,0 0-1,0 0 1,-1-1 0,3 1 55,5 3-1342,1 0 0,0-2 0,1 1 0,-1-2 0,1 1 0,10 0 1342,35 3-11316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9338,'0'0'3198,"0"0"-389,0 0-837,0 0-353,0 0-159,-23 21-307,-10 7-651,2 3 1,1 1-503,26-28 54,1 0 0,0 0-1,0 0 1,1 0 0,-1 1-1,1 0 1,0-1 0,0 1-1,1 0 1,-1 0 0,1 0-1,0 0 1,0 0 0,1 0 0,0 0-1,0 0 1,0 0 0,0 0-1,1 4-53,0 11 127,-1-11-91,0 0-1,1 0 1,0 0-1,0 0 0,1-1 1,0 1-1,1 0 1,0-1-1,0 1 1,1-1-1,0 0 1,0 0-1,6 7-35,-6-10 17,1 0-1,-1 0 0,1-1 0,0 1 0,1-1 1,-1 0-1,1-1 0,0 1 0,0-1 1,0 0-1,0-1 0,0 1 0,0-1 0,1-1 1,-1 1-1,1-1 0,0 0 0,-1 0 1,3-1-17,-4 1-131,0-1 1,0 0-1,-1 0 1,1 0-1,0 0 1,0-1-1,0 1 1,0-1-1,0-1 1,-1 1-1,1-1 1,0 0-1,-1 0 1,1 0-1,-1 0 1,0-1-1,0 0 1,0 0-1,0 0 1,0 0-1,-1 0 1,1-1-1,-1 0 1,0 0-1,0 0 1,-1 0-1,1 0 1,-1 0-1,0-1 1,0 1-1,0-1 1,1-4 130,15-39-4101,-8-1-2443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1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17284,'0'0'2976,"0"0"-879,0 0-361,0 0-736,0 0-736,0 0-200,0 0-16,56 179-40,-34-92-16,-3 2 8,-6-7-88,-5-7-248,-5-12-424,-3-12-416,5-5-816,3-15-1089,8-9-4897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336 492 10202,'0'0'2051,"0"0"-169,0 0 84,0 0-106,0 0-137,-27-12-477,-88-35-211,111 46-987,-1-1 0,1 0 0,0 1 0,-1 0 0,1 0 0,0 0 0,-1 1 0,1 0 0,-1-1 0,1 2 0,-1-1 0,1 0 0,-1 1 0,1 0 0,-1 0 0,1 0 0,0 0 0,0 1 0,-1 0 0,1 0 0,0 0 0,1 0 0,-1 1 0,0-1 0,1 1 0,-1 0 0,1 0 0,0 0 0,0 1 0,-1 0-48,-3 8 68,0 0 1,0 0-1,1 0 1,0 1-1,1 0 1,1 0 0,-2 9-69,5-20 17,-3 13 38,0 0 0,1 0 0,0 0 0,1 1 0,1-1 0,1 0 0,0 1-1,1-1 1,0 1 0,3 9-55,-2-19 9,0 1 0,0-1 0,0 0 0,1 0 0,0 0 0,0 0 0,0 0 0,1 0 0,0-1 0,0 0-1,0 0 1,1 0 0,-1 0 0,1-1 0,1 1 0,-1-1 0,0-1 0,1 1 0,0-1 0,0 0 0,0 0 0,0 0 0,0-1 0,1 0 0,2 0-9,5 2-53,1-1 1,-1-1 0,1 0 0,0-1 0,0-1 0,-1 0 0,1-1 0,0 0 0,2-2 52,-11 2-148,-1 0 1,1 0-1,-1-1 0,0 0 1,1 0-1,-1 0 1,0-1-1,-1 0 1,1 0-1,0 0 1,-1 0-1,1-1 1,-1 0-1,0 0 1,-1 0-1,1 0 1,-1 0-1,1-1 1,-1 0-1,0 1 1,-1-1-1,1 0 1,-1-1-1,0 1 1,0-4 147,3-22-378,-1-1 0,-2 0 0,-1-1 1,-1 1-1,-2 0 0,-2 0 0,-1-5 378,-17-101 121,9 68 1118,3 0-1,4 0 1,2-3-1239,4-19 2802,3 83-1228,2 18-1110,3 22-404,-2 42 769,-4 46-829,-2-41 236,6 36-236,-3-90-68,1 1-1,1-1 1,1 0 0,1 0 0,1-1 0,8 16 68,-13-32-169,2 1 0,-1-1 0,1 0 0,0-1 1,0 1-1,1-1 0,0 0 0,0 0 0,1 0 0,-1-1 0,1 0 1,0-1-1,1 1 169,-4-3-57,0 0 0,0 0 0,1 0 1,-1-1-1,0 1 0,1-1 0,-1 0 0,1 0 1,-1-1-1,1 1 0,0-1 0,-1 0 0,1 0 1,-1-1-1,1 1 0,-1-1 0,1 0 0,-1 0 1,1-1-1,-1 1 0,0-1 0,1 0 1,-1 0-1,3-3 57,10-6 20,0-2 0,-1 0 1,-1-1-1,-1 0 0,0-1 1,0-1-1,-2 0 0,0-1 1,0 0-1,-2-1 0,0 0 1,1-8-21,-9 22 68,0-1 0,-1 1 0,1-1 0,-1 0 0,-1 0 0,1 0 0,-1 0 0,0 1 0,0-1 0,0 0 0,0 0 0,-1 0 0,0 0 0,0 0 0,0 1 0,-1-1 0,0 0 0,0 1 0,0 0 0,-1-2-68,1 3 32,-2-1 0,1 1 1,0 0-1,-1 0 0,1 1 1,-1-1-1,0 1 0,0-1 0,0 1 1,0 0-1,0 1 0,-1-1 0,1 1 1,0 0-1,-1 0 0,1 0 1,-1 0-1,1 1 0,-1 0 0,0 0 1,-1 0-33,3 1 0,0-1 1,0 1 0,1 0 0,-1 0 0,0 0 0,1 0 0,-1 0-1,1 0 1,-1 1 0,1-1 0,0 1 0,0 0 0,-1-1 0,1 1-1,0 0 1,1 0 0,-1 1 0,0-1 0,1 0 0,-1 1 0,1-1-1,-1 1 1,1-1 0,0 1 0,0-1 0,0 1 0,0 2-1,-3 8 4,1 0 1,0 1 0,0-1 0,2 1-1,-1 4-4,0 3 5,2-1 0,0 1 0,1-1-1,1 1 1,1-1 0,0 0 0,2 0 0,0 0 0,8 16-5,-10-27-45,1-1 0,1-1 1,0 1-1,0 0 1,0-1-1,1 0 0,0-1 1,1 1-1,-1-1 1,1 0-1,0-1 0,1 0 1,-1 0-1,1 0 1,0-1-1,0 0 1,0-1-1,1 1 0,0-2 1,-1 1-1,1-1 1,0-1-1,0 0 0,6 1 45,103 2-2267,-32-9-2582,13-13-5082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2921,'0'0'12818,"0"0"-11369,0 0 1439,-3 124-983,6-69-793,11 1-392,-1-8-504,-2-7-40,-3-9-176,0-6 0,-3-7-720,-2-7-4145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13035,'0'0'1907,"0"0"316,0 27 83,1 86-802,-2-104-1403,1 1-1,0-1 0,1 0 1,0 0-1,1 0 0,0 0 1,0 0-1,1 0 0,0 0 1,0-1-1,1 1 0,0-1 1,4 5-101,-4-5 30,-3-7 10,-1-1 109,0-4-132,-1 0 0,1 0 0,-1 1 0,0-1 0,0 0 0,0 0-1,0 1 1,0-1 0,-2-1-17,-3-13 34,2 0 136,0-1-1,2 0 1,0 0 0,1 0-1,1 0 1,2-10-170,-2 21 47,1 0-1,0 0 1,1 0 0,-1 0 0,2 1-1,-1-1 1,1 0 0,0 1-1,1 0 1,-1 0 0,1 0 0,1 0-1,0 0 1,0 1 0,0 0 0,2-2-47,-5 6 4,1-1 1,-1 1 0,1 0 0,0 0-1,0 0 1,-1 0 0,1 1-1,1-1 1,-1 1 0,0-1 0,0 1-1,0 0 1,1 0 0,-1 1 0,0-1-1,1 1 1,-1 0 0,1-1 0,-1 1-1,0 1 1,1-1 0,-1 1 0,1-1-1,-1 1 1,0 0 0,0 0 0,1 0-1,-1 1 1,0-1 0,0 1 0,0-1-1,0 1 1,-1 0 0,1 0 0,0 1-1,-1-1 1,1 0 0,-1 1-1,0 0 1,2 2-5,5 7 71,-1 1 0,0 0-1,0 1 1,-1 0-1,-1 0 1,0 0 0,-1 1-1,1 6-70,5 37 138,6 19 18,-15-71-311,0-1 0,1 0 0,-1 0 0,1 0 1,0 0-1,0-1 0,1 1 0,0-1 0,-1 0 1,1 0-1,0 0 0,4 2 155,31 18-4156,3-6-3743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3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8346,'0'0'3838,"0"0"-1267,0 0-426,0 0-400,0 0-431,0 0-262,-5 14 242,-2 16-738,1 0-1,1 1 1,1 0 0,2 0 0,2 29-556,0-9 372,-1 50 636,11 69-1008,-6-139 17,0 0 1,3 0-1,0-1 1,2 0-1,1 0 0,1-1 1,11 17-18,-21-44-104,16 25-92,0-20-3563,-12-10-1423,-2-11-2985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13219,'0'0'1996,"0"0"-992,28-8-1266,96-24-1559,-112 29 1701,0 1 0,0 0 0,0 0 0,0 1 0,0 1 0,0 0 0,0 1 0,0 0 0,0 1 0,0 0-1,0 1 1,0 0 0,-1 1 0,0 0 0,1 1 0,-2 0 0,1 1 0,0 0 0,4 4 120,4 7 711,0 1 1,-1 1-1,-1 1 1,-1 0 0,-1 1-1,-1 0 1,9 19-712,-17-57 6156,10-53-5567,-4 15-85,-4 23-149,1-1 0,1 2 0,12-26-355,-16 46-209,0 0 0,0 1 0,1 0 0,1 0 0,2-3 209,-4 6-687,1 1-1,0 0 1,0 0 0,0 0-1,1 1 1,0 0-1,5-2 688,17-7-7474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12515,'0'0'2942,"0"0"-653,0 0-341,0 0-784,-22 24-469,22-24-695,-36 39 744,-18 28-744,47-57 98,1 1 0,0 0 0,1 0 0,0 1-1,1-1 1,0 1 0,1 0 0,0 0 0,1 0 0,0 1 0,1-1 0,1 0 0,0 1 0,0-1 0,1 3-98,0 12 124,-2-17-90,2-1 0,-1 1 0,1-1 0,0 1 0,1-1 0,0 0-1,1 0 1,1 4-34,-3-10 10,1 1 0,0-1-1,0 0 1,0-1-1,0 1 1,0 0 0,1 0-1,-1-1 1,1 0-1,0 1 1,0-1 0,0 0-1,0 0 1,0-1 0,0 1-1,0-1 1,1 1-1,-1-1 1,0 0 0,1 0-1,-1-1 1,1 1 0,1-1-10,0 2-2,0-2 0,0 1 0,0-1 0,1 0 0,-1 0 0,0 0 0,0-1 0,0 1 0,1-2 0,-1 1 0,0 0 0,-1-1 0,1 0 0,0 0 0,0 0 0,-1-1 0,1 1 0,0-2 2,0 0-19,0-1 0,-1 0 0,0 1 0,0-2 0,0 1 0,0 0 0,-1-1 0,0 0 0,0 0 0,0 0 0,-1 0 1,0 0-1,0-1 19,4-23 11,0-1 0,-3 0 0,0 0 0,-2 0 0,-2-22-11,1 22 233,-4-55 1349,1 64-513,1 61-824,2 9-21,-1 9 51,3 0-1,3 12-274,-3-54-12,0 0 0,1 0-1,1 0 1,0 0 0,1-1 0,1 0-1,0 0 1,0 0 0,2-1-1,5 8 13,-11-18-72,0-1 0,0 1-1,0-1 1,0 0 0,1 0-1,-1 0 1,1 0 0,-1 0-1,1-1 1,0 1 0,0-1-1,0 1 1,0-1 0,0 0-1,0 0 1,0-1 0,0 1-1,3 0 73,36-1-3937,-32 0 2355,27-2-8778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12483,'0'0'2712,"0"0"-1239,0 0 1071,0 0-904,0 0-231,-84 128-369,76-70-80,6 3-368,2-6-232,2-9-248,28-12 8,5-15-120,8-9-80,2-7-424,20-3-1176,-12 0-1417,-10-10-4080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11883,'0'0'2055,"0"0"105,0 0-205,0 0-321,0 0-382,0 0-98,-23 11-159,-75 39-91,94-48-850,1 1 0,0-1 0,-1 1-1,1-1 1,0 1 0,0 0 0,1 0 0,-1 1 0,1-1 0,-1 0 0,1 1 0,0 0 0,0-1 0,1 1-1,-1 0 1,1 0 0,0 0 0,0 0 0,0 0 0,0 3-54,-2 8 162,-2 1-17,2 0 1,-1 0-1,2 1 1,1-1-1,0 1 1,1 12-146,0-25 7,0 0 1,1 0 0,-1 0 0,1 0 0,0 0-1,0 0 1,1 0 0,-1 0 0,1-1 0,0 1-1,0 0 1,0-1 0,0 1 0,1-1 0,-1 0-1,1 0 1,0 0 0,0 0 0,0-1 0,0 1 0,0-1-1,1 1 1,-1-1 0,1 0 0,0-1 0,-1 1-1,1-1 1,0 1 0,0-1-8,17 3-9,0 0 0,-1-1 0,1-2 0,0 0 1,0-1-1,0-1 0,0-1 0,0 0 0,0-2 9,-13 2-48,0-1-1,-1 0 1,1 0-1,-1 0 1,0-1 0,0 0-1,0 0 1,-1-1-1,1 0 1,-1 0 0,0-1-1,0 1 1,-1-1-1,0 0 1,0-1 0,0 0-1,-1 1 1,0-1-1,0 0 1,-1-2 48,9-19-43,-1-2 0,-2 1 0,-1-2-1,2-19 44,7-26 841,-16 74-404,-1 20-123,0-3-302,-1 21 109,1 1 1,2 0-1,2 0 1,1 0 0,2-1-1,4 9-121,-10-41-106,1 0-1,0 0 0,0 0 1,0 0-1,0 0 1,1-1-1,0 0 0,0 1 1,0-1-1,0 0 1,0 0-1,0 0 0,1-1 1,-1 1-1,1-1 1,0 0-1,0 0 0,0 0 1,0-1-1,0 1 1,0-1-1,1 0 107,12 3-1343,0-1 0,1-1-1,-1 0 1,16-2 1343,-10 1-1464,39 0-6259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9570,'0'0'3996,"0"0"-2003,0 0 74,-28 8-126,28-8-1941,-36 10 704,-1 2 0,-3 3-704,35-13 108,1 1 0,0-1 0,0 1 0,0 0 0,0 0 1,0 0-1,1 0 0,-1 0 0,1 1 0,0 0 0,0 0 0,0-1 0,1 2 0,-1-1 0,1 0 0,0 0 0,0 3-108,-2 3 289,2 1 0,-1-1-1,2 1 1,-1 0 0,1 9-289,0-9 168,0 0-61,1 0 1,-1 0-1,2 0 1,0 0-1,0 0 1,1 0-1,0 0 0,1 0 1,2 5-108,-3-11 7,0-1 1,0 0 0,0 0-1,1 0 1,0 0-1,0-1 1,0 1 0,0-1-1,0 0 1,1 1-1,0-1 1,-1-1 0,1 1-1,0-1 1,0 1-1,1-1 1,-1 0-1,0-1 1,1 1 0,-1-1-1,1 0 1,-1 0-1,4 0-7,0 1-69,-1-1-1,1 0 0,-1-1 1,1 0-1,0 0 0,-1 0 0,1-1 1,-1 0-1,1-1 0,-1 1 1,0-1-1,0-1 0,0 0 0,0 0 1,0 0-1,0-1 0,-1 1 1,3-3 69,-2-1-239,0 1 0,0-2 0,-1 1 0,0-1 1,0 0-1,-1 0 0,0 0 0,0-1 0,-1 0 0,0 0 1,-1 0-1,0 0 0,0-1 0,-1 0 239,14-78-1630,-14 66 2277,2-1 0,0 0 0,2 1 0,1-1-647,-4 28 2613,2 40-2459,-1 20-56,9 225 557,-13-318-668,-1-34-395,8-46 408,-5 87-44,2 0-1,0 0 1,1 1 0,1 0 0,1 0 0,1 0 0,4-6 44,-10 21 3,1 1 1,0-1-1,0 1 1,1 0 0,-1 0-1,1 0 1,0 0 0,0 1-1,0 0 1,0 0-1,1 0 1,2-1-4,-5 3 8,-1 0 0,1 0-1,0 0 1,0 1 0,0-1 0,0 0 0,0 1-1,0 0 1,0-1 0,0 1 0,0 0-1,0 0 1,0 0 0,0 0 0,0 1 0,0-1-1,0 0 1,-1 1 0,1 0 0,0-1 0,0 1-1,0 0 1,0 0 0,-1 0 0,1 0-1,0 0 1,-1 0 0,1 1 0,-1-1 0,1 0-1,-1 1 1,0-1 0,1 1 0,-1 0-8,4 7 76,0 1-1,0 0 1,-1 0 0,0 0 0,-1 1 0,0-1-1,-1 1 1,1 9-76,-2-11 44,0 0 1,1-1-1,0 1 0,0 0 0,1-1 0,0 1 0,0-1 0,1 0 0,0 0 0,0 0 0,1-1 1,0 1-1,1-1 0,-1 0 0,2 0-44,5 1-233,-1-1 0,1-1 0,1 0 0,-1 0 0,1-1 0,0-1 0,1 0 233,37 7-4720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5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0 195 13419,'0'0'1564,"0"0"-436,34-10 94,3-1-935,42-12 757,55-8-1044,-83 22 842,-28 6-558,0-1 1,0-1-1,0-1 0,-1-1 0,3-3-284,-23 10 13,-1 0 0,0 0-1,0-1 1,0 1 0,0 0 0,0-1 0,0 1-1,0 0 1,0-1 0,0 0 0,0 1-1,-1-1 1,1 1 0,0-1 0,0 0-1,0 0 1,-1 0 0,1 1 0,0-1 0,-1 0-1,1 0 1,-1 0 0,1 0 0,-1 0-1,1 0 1,-1 0 0,0 0 0,1 0 0,-1 0-1,0 0 1,0 0 0,0 0 0,0 0-1,0-1 1,0 1 0,0 0 0,0 0-1,0 0 1,-1 0 0,1 0 0,-1-1-13,0 0 23,-1 0 1,0 0 0,0 0-1,0 0 1,0 0-1,-1 0 1,1 0-1,0 1 1,-1-1 0,1 1-1,-1 0 1,0 0-1,1 0 1,-1 0 0,-1 0-24,-11-4 18,0 2 0,-1 0 0,1 1 0,-1 0 0,1 1 0,-1 1 0,0 0 0,1 1 0,-1 1 0,-7 2-18,13-1 63,0 0 1,0 0-1,0 1 1,0 0-1,1 0 1,0 1-1,0 0 1,0 1-1,1 0 1,-1 1-1,1 0 1,1 0-1,0 0 1,0 1-1,0 0 1,0 1-64,-1 5 159,0 0 1,0 0-1,1 0 0,1 1 1,0 1-1,1-1 0,1 1 1,0-1-1,1 1 1,1 0-1,1 0 0,0 1 1,1-1-1,1 11-159,-1-23 10,1 0 1,-1 0-1,1 0 1,0 0-1,0 0 0,0 0 1,0 0-1,1 0 1,0-1-1,-1 1 0,1 0 1,1-1-1,-1 0 1,0 1-1,1-1 0,0 0 1,0 0-1,0-1 0,0 1 1,0 0-1,0-1 1,1 0-1,-1 0 0,1 0 1,-1 0-1,4 0-10,6 2-54,0 0 1,0-2-1,0 0 0,0 0 0,1-1 0,-1-1 0,5 0 54,58-1-1948,-6-1-3409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5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0 10522,'0'0'3860,"0"0"-1168,11 22 600,-6-14-2974,21 39 1346,2-1 0,15 16-1664,-38-55 178,17 23 857,-1 0 1,10 22-1036,-27-45 123,0 0 0,-1 0 0,0 1 0,0-1 0,0 1 0,-1 0 0,0 0 0,-1 0 0,0 0 0,0 0 0,-1 0 0,1 1 0,-2-1 0,0 7-123,0-13 18,0 1 0,0-1 1,0 0-1,-1 0 0,1 0 0,0 0 0,-1 0 0,1 0 0,-1 0 0,0-1 0,0 1 0,1-1 0,-1 1 0,0-1 1,0 1-1,-1-1 0,1 0 0,0 0 0,0 0 0,0 0 0,-1-1 0,1 1 0,-1-1-18,-57 10 78,56-10-70,-37 3-341,-1-2 1,1-2-1,-1-2 1,1-2 0,0-1-1,0-3 1,-29-9 332,-20-13-3452,6-4-4091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4825,'0'0'0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9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240 447 10098,'0'0'2538,"0"0"-468,0 0 105,0 0-207,0 0-510,-23-5-344,-72-18-385,92 23-704,-1-1 1,1 1-1,-1-1 1,1 1-1,-1 0 0,1 0 1,-1 1-1,1-1 0,-1 1 1,1 0-1,-1 0 0,1 0 1,0 0-1,-1 0 0,1 1 1,0-1-1,0 1 1,0 0-1,0 0 0,0 0 1,1 0-1,-1 1 0,1-1 1,-1 1-1,1 0 0,0-1 1,0 1-1,0 0 1,0 2-26,-3 3 23,1 1 0,0 1 0,1-1 0,0 0 0,0 1 0,1-1 0,0 1 0,1 1-23,-1 2 30,1 0-1,0 0 0,1 0 0,0 0 1,1 1-1,1-2 0,0 1 0,0 0 1,2 2-30,-2-10 4,0 1 0,0-1 1,1 0-1,0 0 0,0 0 0,0-1 1,1 1-1,-1-1 0,1 1 0,0-1 1,0 0-1,1-1 0,-1 1 0,1-1 1,0 0-1,0 0 0,0 0 1,0-1-1,0 1 0,0-1 0,1-1 1,0 1-5,3 1-49,1 0 1,-1-1-1,1-1 1,0 1-1,0-2 1,0 1-1,-1-1 1,1-1-1,0 0 1,0 0-1,0-1 1,-1 0 0,1-1-1,-1 0 1,1 0-1,-1-1 1,0 0-1,6-5 49,-7 4-38,-1 0 0,0-1 0,0 0 0,-1-1 0,0 1-1,0-1 1,0 0 0,-1-1 0,0 1 0,-1-1 0,0 0 0,0 0 0,0-1-1,-1 1 1,0-1 0,-1 0 0,0 0 0,0 1 0,-1-1 0,0-7 38,0-13 32,-1-1 0,-1 0 1,-1 0-1,-2 0 0,-1 0 1,-6-13-33,-13-41 1693,-22-44-1693,34 95 536,-20-78 2806,65 231-3089,10 88-253,-41-195-6,1 5 8,1 0 0,0 0-1,2 0 1,4 10-2,-9-24-19,1 0-1,1 1 1,-1-1-1,0 0 1,1-1-1,0 1 1,0 0 0,0-1-1,0 1 1,1-1-1,-1 0 1,1 0-1,0-1 1,0 1-1,0-1 1,0 1 0,0-1-1,0-1 1,1 1-1,1 0 20,10 2-224,0-2-1,0 1 1,0-2-1,0 0 0,0-1 1,11-2 224,-22 2-45,0 0 0,1-1 1,-1 1-1,0-1 0,-1 0 1,1-1-1,0 1 0,0-1 0,0 0 1,-1-1-1,1 1 0,-1-1 1,0 1-1,0-1 0,0-1 0,0 1 1,0 0-1,-1-1 0,1 0 0,-1 0 1,0 0-1,2-3 45,-4 4 4,0 1 1,0-1-1,0 1 0,0-1 1,0 1-1,0-1 0,-1 0 1,1 0-1,-1 1 0,0-1 1,1 0-1,-2 0 0,1 0 0,0 1 1,0-1-1,-1 0 0,0 0 1,0-2-5,0 4 17,0-1 0,0 1 1,-1-1-1,1 1 1,0-1-1,-1 1 0,1 0 1,-1-1-1,0 1 0,1 0 1,-1 0-1,0 0 1,1 1-1,-1-1 0,0 0 1,0 1-1,0-1 0,0 1 1,0-1-1,0 1 1,0 0-1,0 0 0,0 0 1,0 0-1,0 0-17,-1 1 2,0-1 0,0 0 1,0 1-1,0-1 0,0 1 0,0 0 0,0 0 0,1 0 0,-1 0 0,0 1 1,1-1-1,-1 1 0,1 0 0,-1-1 0,1 1 0,0 0 0,0 1 1,0-1-1,0 0 0,0 0 0,0 1 0,1-1 0,-1 1 0,1 0 0,0-1 1,-1 1-1,1 0 0,1 0 0,-1 0 0,0-1 0,0 3-2,-2 13 3,0-1-1,1 1 1,1 0-1,1 17-2,1-24 4,-1-2-15,0-1-1,1 0 1,0 0 0,1 1-1,0-1 1,0 0-1,1 0 1,0 0 0,0-1-1,0 1 1,1-1-1,1 0 1,-1 0-1,1 0 1,0 0 0,1-1-1,-1 0 1,1 0-1,1-1 1,-1 1 0,1-1-1,0-1 1,0 1-1,0-1 1,1-1 0,-1 1-1,1-1 1,0 0-1,5 0 12,16 1-1106,0-1-1,0-1 1,16-3 1106,-34 1-688,52 0-4943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4:5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16147,'0'0'4177,"0"0"-3857,0 0 969,0 161 23,0-69-384,13 7-296,3-2-128,6-13-312,2-14-184,-2-16-8,-6-18-8,-3-17-512,-8-19-1728,-2 0-2273,-3-22-2321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13419,'0'0'2480,"0"0"-573,0 0-586,30 7-506,8 3-503,1 1 0,9 6-312,-40-13 88,0-1-1,-1 2 1,0-1 0,0 1 0,0 0 0,0 0-1,-1 1 1,0 0 0,0 0 0,-1 1 0,0 0-1,3 4-87,2 6 178,-1 0-1,-1 0 0,0 1 0,0 4-177,-4-11 59,6 19 480,-2 0 0,-1 0 0,-1 1 0,-1 5-539,-7-112 333,1 26-61,1 0 0,5-31-272,-4 74-91,0 0 1,1 0-1,0 1 0,0-1 0,0 0 1,1 0-1,0 1 0,0 0 0,1-1 1,0 1-1,0 1 0,0-1 0,1 1 0,0-1 1,0 1-1,0 0 0,1 1 0,5-4 91,-5 4-716,1 0-1,0 1 1,-1 0-1,1 0 0,0 0 1,0 1-1,1 0 0,-1 1 1,0 0-1,1 0 0,4 0 717,26 1-4927,-5 0-112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24 3609,'0'0'4119,"0"0"-1207,0 0 523,0 0-1076,0 0-1041,0 0-417,-15 13 317,2-2-924,3-3-146,1-1 0,0 2 1,0-1-1,1 1 1,1 1-1,-1-1 0,1 2 1,1-1-1,0 0 1,-1 4-149,0 1 130,2 1 1,0 0 0,1-1 0,0 1 0,1 1-1,1-1 1,1 0 0,0 17-131,1-28 10,0 0 0,1 1 0,-1-1 0,1 0-1,0 1 1,0-1 0,1 0 0,-1 0 0,1 0 0,1 0 0,-1 0 0,1-1 0,-1 1 0,1-1 0,0 1 0,1-1 0,-1 0 0,1 0 0,0-1-1,0 1 1,0-1 0,0 0 0,1 0 0,-1 0 0,1 0 0,0-1 0,0 0 0,3 1-10,6 1-30,0-1-1,0 0 1,0-1 0,1-1 0,-1 0-1,1-1 1,-1 0 0,0-1-1,1-1 1,-1 0 0,0-1 0,0-1-1,0 0 1,-1-1 0,1 0 0,-1-1-1,0-1 1,6-4 30,-11 6-44,0-1 0,0 0 0,0 0-1,-1-1 1,0 1 0,0-2 0,-1 1 0,0-1 0,0 0 0,-1 0 0,0-1-1,0 1 1,-1-1 0,0 0 0,-1 0 0,0-1 0,0 1 0,-1-1 0,0 1-1,-1-1 1,0 0 0,0 0 0,-1 1 0,0-1 0,-1 0 0,0 0 0,-2-4 44,2 9 191,0 0 1,0 0-1,-1 0 1,0 1-1,0-1 1,0 0-1,0 1 1,-1 0-1,0-1 1,0 1-1,0 0 1,0 1-1,-1-1 1,1 0-1,-1 1 1,0 0-1,0 0 1,0 0-1,0 0 1,-5-1-192,9 4 7,0 0 1,-1 0-1,1 0 1,0 0-1,-1 0 1,1 1-1,0-1 1,0 0-1,-1 0 1,1 0-1,0 0 1,-1 1-1,1-1 1,0 0-1,0 0 1,0 1-1,-1-1 1,1 0-1,0 0 1,0 1-1,0-1 1,-1 0-1,1 1 1,0-1-1,0 0 1,0 1-1,0-1 1,0 0-1,0 1 1,0-1-1,0 0 1,0 1-1,0-1 1,0 0-1,0 1 1,0-1-1,0 0 1,0 1-8,0 19 119,0-15-110,0 40-1,3 0 0,1-1 0,2 1 0,2-1 0,8 23-8,-10-60 89,-2-19-7,0-18-2,-3 14-103,3-26 122,0 0 1,3 0-1,4-8-99,-8 39 19,0-1 0,1 1-1,0 0 1,1 0 0,0 1 0,1-1-1,0 1 1,1 0 0,0 1-1,0-1 1,1 1 0,1 1 0,6-6-19,-12 11-3,-1 1 0,1 0 1,0 0-1,-1 0 0,1 0 0,0 1 1,1-1-1,-1 1 0,0-1 1,0 1-1,0 0 0,1 1 1,-1-1-1,0 0 0,1 1 0,-1 0 1,1 0-1,-1 0 0,1 0 1,-1 0-1,0 1 0,1 0 1,-1-1-1,0 1 0,1 1 0,-1-1 1,0 0-1,0 1 0,0-1 1,0 1-1,0 0 0,0 0 1,-1 0-1,1 1 0,-1-1 0,1 0 1,-1 1-1,0 0 0,0-1 1,0 1-1,0 1 3,4 10-7,-1 1 1,0 0-1,-1 0 0,-1 1 1,0-1-1,-1 1 0,-1 0 1,0 0 6,0 23 7,-2 0 0,-5 25-7,6-57-58,-1 1 0,0-1 1,0 0-1,-1 0 0,0 0 0,-1 0 0,1 0 0,-1 0 0,0-1 0,-1 1 0,0-1 0,0 0 58,4-5-86,-1-1-1,1 0 0,0 1 1,-1-1-1,1 0 0,-1 0 1,1 1-1,-1-1 0,1 0 1,-1 0-1,1 0 0,-1 1 1,1-1-1,-1 0 0,0 0 1,1 0-1,-1 0 0,1 0 1,-1 0-1,1 0 0,-1 0 1,1 0-1,-1-1 0,1 1 1,-1 0-1,1 0 0,-1 0 1,1-1-1,-1 1 0,1 0 1,-1 0-1,1-1 0,-1 1 1,1 0-1,-1-1 0,1 1 1,0-1-1,-1 1 0,1 0 1,0-1-1,-1 1 0,1-1 1,0 1-1,0-1 0,0 1 1,-1-1-1,1 1 0,0-1 1,0 0 86,-11-26-4774,11 26 4368,-11-36-9700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1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2617,'0'0'12314,"0"0"-10009,0 0 775,0 0-1863,0 0-1105,0 0-112,0 0-72,45 130-1969,-12-91-2800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1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10474,'0'0'1634,"0"0"116,0 0-466,0 0-413,0 0-151,-16 20-9,-49 65-143,64-83-463,-1 0 0,1 0-1,-1 0 1,1 0 0,0 0 0,0 0 0,0 0-1,0 0 1,0 0 0,0 0 0,0 1 0,1-1 0,-1 0-1,1 1 1,0-1 0,0 0 0,0 1 0,0-1 0,0 1-105,1-2 172,-1 0-1,1 0 1,0 0 0,0 1 0,0-1 0,0 0 0,0 0 0,0 0 0,0-1 0,1 1 0,-1 0 0,0 0 0,0-1 0,1 1 0,-1 0-1,0-1 1,2 1-172,13 8-286,-7 0 328,-1 0 0,-1 0 1,0 1-1,0 0 0,-1 1 1,0-1-1,0 2-42,0 0 18,1 1 0,0-2 0,0 1 0,2-1 0,3 4-18,-5-8 17,-1 0 0,-1 0 0,1 1 0,-1 0 0,0 0 0,-1 0-1,0 1 1,0-1 0,-1 1 0,0 0 0,0 0-17,-2-4 63,0 0-1,0 0 1,-1 0 0,1 0 0,-1 1-1,0-1 1,-1 0 0,1 0 0,-1 0-1,0 0 1,0 0 0,0 0-1,-1 0 1,0 0 0,0-1 0,0 1-1,-1-1 1,1 1 0,-1-1 0,-3 3-63,3-3 62,-1 0 0,0 0 0,0-1 0,-1 0 0,1 0 0,0 0 0,-1 0 0,0-1 0,0 0 0,0 0 0,0 0 0,0-1 1,0 1-1,-6 0-62,-8 0-951,-1 0 1,0-1 0,-7-1 950,14 0-1722,7 0-2822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1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3409,'0'0'10618,"0"0"-8217,0 0-1009,0 0 384,0 0-87,16 133-673,-11-82-24,0-1-504,-5-6-232,3-8-256,3-9 0,-1-10-792,11-17-1368,0 0-2674,0-15-7032</inkml:trace>
  <inkml:trace contextRef="#ctx0" brushRef="#br0" timeOffset="1">237 0 17204,'0'0'3840,"0"0"-3527,0 0 735,0 0 352,46 184-672,-33-104-128,0 2-328,-5-2 16,-5-10-272,0-10 25,-3-9-41,0-15-329,0-12-855,3-12-1064,2-5-2121,0-7-3601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 4913,'0'0'3559,"0"0"-2237,0 0-602,0 0-305,0 0-170,0 0 114,-20 19 455,10-10-681,-39 37 871,3 2-1,-8 13-1003,43-48 312,6-9-199,1 1 1,0 0 0,0 0-1,0 1 1,0-1 0,1 1-1,0-1 1,0 1 0,0 0-1,-1 5-113,4-10 155,0-1-59,4-2-77,0 0-1,0 0 1,0 0 0,0-1-1,-1 1 1,1-1 0,-1 0-1,0 0 1,0 0 0,0 0 0,0-1-1,0 1 1,2-5-19,8-8 45,117-106 306,-104 99-195,-26 23-100,0 0-1,0 0 1,1 0-1,-1-1 1,0 1 0,0 0-1,0 0 1,0 0-1,0 0 1,0 0 0,0 0-1,1 0 1,-1 0 0,0 0-1,0 0 1,0 0-1,0 0 1,0-1 0,0 1-1,0 0 1,0 0-1,0 0 1,0 0 0,0 0-1,1 0 1,-1 0 0,0-1-1,0 1 1,0 0-1,0 0 1,0 0 0,0 0-1,0 0 1,0 0-1,0-1 1,0 1 0,0 0-1,0 0 1,0 0 0,0 0-1,0 0 1,-1 0-1,1-1 1,0 1 0,0 0-1,0 0 1,0 0-1,0 0 1,0 0 0,0 0-1,0 0 1,0 0-1,0-1 1,0 1 0,-1 0-1,1 0 1,0 0 0,0 0-1,0 0 1,0 0-1,0 0 1,0 0 0,0 0-1,-1 0-55,-13 0 865,-19 8-812,-4 12-24,1 1-1,-27 23-28,-10 5-1821,62-42 1259,3-2-198,-1 0 0,0 1 0,1 0 0,0 0 0,1 1 0,-1 0 0,-5 8 760,10-6-5882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6937,'0'0'5666,"0"0"-3962,0 0-768,0 0-328,0 0-464,0 0-112,178-29-32,-146 22-1032,-5-1-4633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11 14123,'0'0'1832,"0"0"-814,0 0 230,-7 22 65,3-10-1142,-3 5 24,2 0 1,0 0 0,0 0 0,2 0-1,0 1 1,2 0 0,-1 0 0,2-1-1,1 1 1,0 3-196,0-14 56,1-1-1,0 1 1,1 0 0,-1-1-1,1 1 1,0-1-1,1 0 1,0 0 0,0 0-1,0 0 1,0-1 0,1 0-1,0 0 1,0 0 0,1 0-1,-1-1 1,1 0-1,0 0 1,0 0 0,4 1-56,1 0 55,0-1 1,0 0-1,1-1 1,0 0-1,0-1 1,0 0-1,0-1 1,0 0-1,0-1 1,0 0-1,7-2-55,-15 2 10,1-1-1,0-1 1,-1 1 0,1-1 0,-1 1-1,0-1 1,0-1 0,1 1-1,-1-1 1,0 1 0,-1-1 0,1 0-1,-1 0 1,1-1 0,-1 1-1,0-1 1,0 0 0,0 0 0,-1 0-1,1 0 1,-1 0 0,0 0-1,0-1 1,-1 1 0,1-1-1,-1 1 1,0-1 0,0-2-10,2-8 164,0 0 1,-1 0 0,-1 0-1,-1-1 1,0 1-1,-1 0 1,0 0-1,-2-8-164,0 13 116,0 1 0,-1 0 0,1 0 0,-2 0 0,1 0 0,-1 1-1,-1 0 1,1-1 0,-1 2 0,-5-6-116,8 10-35,0-1 0,0 1-1,0 0 1,0 0 0,-1 0 0,1 0 0,-1 1-1,0-1 1,0 1 0,0 0 0,0 0-1,0 0 1,0 1 0,0 0 0,0-1 0,-1 1-1,1 1 1,-1-1 0,1 1 0,0-1-1,-1 1 1,1 1 0,-1-1 0,-1 1 35,27 20-3617,17-5-1197,7-3-2736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14683,'0'0'2079,"0"0"-837,0 0 330,-23 11-617,-1 1-814,2 1-1,-1 1 0,1 1-140,19-13 22,1 0-1,0 1 1,0-1-1,0 0 1,0 1-1,0-1 1,0 1-1,1 0 1,-1 0-1,1-1 0,0 1 1,0 0-1,0 0 1,0 0-1,0 0 1,1 1-1,-1-1 1,1 0-1,0 0 0,0 0 1,0 0-1,1 0 1,-1 3-22,2 0 32,-1-1 0,0 1 0,1-1 0,0 1 0,1-1 0,-1 0 0,1 0 0,0 0 0,0 0 0,2 1-32,0 0 3,1-1 0,0 0-1,0 0 1,1 0 0,-1 0 0,1-1 0,0-1-1,0 1 1,1-1 0,-1 0 0,1 0-1,0-1 1,-1 0 0,1-1 0,0 0 0,0 0-1,0 0 1,0-1 0,0-1 0,0 1 0,2-1-3,-4 0-29,0 1-1,-1-1 1,1 0 0,-1-1 0,1 1 0,-1-1 0,0 0 0,0 0 0,0-1 0,0 1 0,0-1 0,0 0 0,0-1 0,-1 1 0,0-1 0,0 0 0,0 0 0,0 0 0,0 0 0,-1-1 0,0 1 0,0-1 0,0 0 0,-1 0 0,1 0 0,-1-1 0,-1 1 0,1 0 0,-1-1 0,1 0 29,1-87 1029,-3 85 387,0 20 931,6 253-1849,-2-201-378,4 0-1,2-1 1,5 10-120,-15-71-13,1 0 0,-1 0-1,1 0 1,-1 0 0,1 0 0,0 0 0,-1 0-1,1 0 1,0 0 0,0-1 0,1 1-1,-1 0 1,0 0 0,0-1 0,1 1 0,-1-1-1,1 1 1,0-1 0,-1 0 0,1 0-1,1 1 14,-1-2-73,-1 0-1,1 0 1,0-1-1,-1 1 0,1 0 1,0-1-1,-1 1 0,1-1 1,-1 0-1,1 0 0,-1 1 1,1-1-1,-1 0 1,0 0-1,1 0 0,-1-1 1,0 1-1,0 0 0,0 0 1,0-1-1,0 1 0,0-1 1,0 1-1,0 0 0,-1-1 1,1 0-1,0 0 74,47-86-7348,-31 44-127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15811,'0'0'2781,"0"0"-1507,0 0-518,0 0 115,5 26-127,20 84-255,-23-101-449,1 0 0,0-1 0,0 1 0,1-1 1,0 0-1,0 0 0,1 0 0,0-1 0,0 1 0,1-1 0,0-1 0,0 1 0,4 3-40,-5-7 0,0 0-1,-1 0 1,1 0 0,0 0-1,1-1 1,-1 0 0,0 0-1,1 0 1,-1-1 0,1 1-1,-1-2 1,1 1 0,0 0-1,-1-1 1,1 0 0,0 0-1,-1-1 1,4 0 0,-5 0-87,1-1 1,-1 0-1,1 0 1,-1 0-1,0 0 1,0-1-1,0 1 1,0-1-1,0 0 1,0 0-1,-1 0 0,0-1 1,1 1-1,-1-1 1,-1 0-1,1 0 1,0 0-1,-1 0 1,0-1-1,0 1 1,0 0-1,-1-1 1,1 0-1,-1-1 87,5-13-715,-2 0 0,0-1 0,-1 1 0,-1-1 0,-1-7 715,0 10-473,-1-37-1139,0 52 1613,0 0 0,-1 0-1,1-1 1,0 1 0,-1 0 0,0 0 0,1 0 0,-1 0 0,0 0 0,0 0 0,0 0-1,-1 0 1,1 0 0,0 0 0,-1 0 0,1 1 0,-1-1 0,0 1 0,-1-2-1,2 2 600,1 1-209,3 3-197,12 7-102,0-1-1,0 0 0,0-1 1,2 0-1,-1-2 0,0 0 1,1 0-1,0-2 0,1 0 1,-1-1-1,1-1 0,3 0-91,-53-16 2809,29 14-2747,0-1 0,0 1 0,1-1 0,-1 1 0,0 0 0,0 0 1,1 0-1,-1 1 0,0-1 0,0 1 0,1-1 0,-1 1 0,0 0 0,1 0 0,-1 0 0,1 0 0,-1 0 0,1 1 0,0-1 0,-1 1 1,1 0-1,0 0 0,0 0 0,0 0 0,0 0 0,0 1-62,-1 3 28,0 0-1,1 0 1,0 0-1,1 0 1,-1 0 0,1 0-1,0 0 1,1 1 0,-1-1-1,1 0 1,1 3-28,-2 0 18,1 0 1,1 0-1,-1 0 0,2-1 1,-1 1-1,1 0 1,0-1-1,1 1 0,1 1-18,-2-6-56,1 1 0,0 0 0,1-1-1,-1 0 1,1 0 0,0 0-1,0 0 1,0-1 0,0 1 0,1-1-1,-1 0 1,1 0 0,0-1 0,0 1-1,0-1 1,4 1 56,27 9-1872,0-1-1,30 3 1873,1-1-3942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5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117 407 8674,'0'0'2095,"0"0"-51,0 0-382,0 0-470,0 0-351,23-12-19,68-36-72,-89 47-703,0 0 1,0-1-1,0 1 1,0-1 0,0 1-1,0-1 1,-1 0-1,1 1 1,-1-1-1,1 0 1,-1 0-1,0 0 1,0 0-1,1-2-47,-1 3 50,-1 0-1,0-1 0,0 1 1,0 0-1,0 0 0,0 0 0,0-1 1,0 1-1,0 0 0,0 0 1,0 0-1,-1 0 0,1-1 1,0 1-1,-1 0 0,1 0 0,-1 0 1,1 0-1,-1-1-49,-1 0 105,-1-1-1,1 0 1,0 1 0,-1 0-1,1-1 1,-1 1 0,0 0-1,0 1 1,0-1 0,0 0-1,0 1 1,0-1-105,-3 0 47,0 0-1,-1 0 1,1 0 0,-1 1 0,0 0 0,1 0 0,-1 1-1,0-1 1,0 2 0,1-1 0,-1 1 0,0 0-1,1 0 1,-1 0 0,1 1 0,-1 0 0,1 1 0,0 0-1,0 0 1,-3 2-47,3-1 44,0 1 0,0-1-1,1 1 1,0 1 0,0-1 0,0 1 0,1 0-1,-1 0 1,2 0 0,-1 1 0,1-1-1,0 1 1,0 0 0,0 0 0,1 0 0,0 0-1,1 0 1,-1 5-44,0 0 27,0-1 0,1 1 0,1 0 0,-1 0 0,2 0 0,0 0 0,0 0 0,1-1 0,1 1 0,2 8-27,-3-15 3,1-1 0,-1 1 1,0-1-1,1 0 0,0 0 1,0 0-1,0 0 0,1 0 1,-1-1-1,1 1 0,0-1 1,0 0-1,0 0 0,0-1 1,0 1-1,1-1 0,-1 0 1,1 0-1,0 0 0,-1-1 1,1 1-1,0-1 0,0-1 1,0 1-1,0 0 0,3-1-3,2 1-243,0-1-1,0 0 0,0-1 0,0 0 1,0 0-1,0-1 0,0 0 0,-1-1 1,1 0-1,0-1 0,-1 0 0,0 0 1,0-1-1,-1 0 0,1-1 1,-1 1-1,0-2 0,0 1 0,-1-1 1,0 0-1,0-1 0,-1 0 0,0 0 1,0 0-1,-1-1 0,0 0 1,0 0-1,-1 0 0,3-8 244,0-3-187,-1 0-1,0-1 1,-2 1 0,0-1-1,-1 0 1,-1-12 187,1-40 2710,-5-19-2710,0 5 4750,2 44-1585,0 41-2270,1 7-446,15 51-380,-3 1-1,-3 0 1,2 43-69,14 77-479,-23-167 220,-1 0 1,1 0-1,1-1 1,0 1 0,0-1-1,1 0 1,0 0 0,0-1-1,1 1 1,3 3 258,0-3-1303,0 0 0,0 0 0,1 0 1,0-2-1,1 2 1303,39 20-10567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18796,'0'0'2473,"0"0"-1769,0 0 880,0 0-304,0 152-704,0-104-344,11 1-160,2-8-72,1-8-144,10-11-936,-5-10-2953,-1-9-5545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6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51 14875,'0'0'3372,"0"0"-2259,0 0-181,-1 30 69,-1 216-25,2-205-842,0-29-369,0-27-885,0-21 528,3 0-1,0 1 1,2-1-1,3-1 593,-5 23 187,0 0 0,1 1 0,1 0 0,0-1 0,0 2 0,2-1 0,-1 1 0,2 0 0,0 0 0,0 1 0,10-10-187,-17 19 72,1 0-1,0 0 0,-1 1 1,1-1-1,0 0 1,0 1-1,0-1 1,0 1-1,0 0 0,0 0 1,0 0-1,1 0 1,-1 0-1,0 0 1,1 1-1,-1-1 1,1 1-1,-1-1 0,0 1 1,1 0-1,-1 0 1,1 0-1,-1 0 1,2 1-72,-2 0 54,1 0 0,-1 1 1,0-1-1,0 1 1,0 0-1,0 0 1,0 0-1,0 0 1,0 0-1,-1 0 1,1 0-1,-1 1 0,1-1 1,-1 1-1,0-1 1,0 1-1,0-1 1,0 2-55,4 15 262,0 0 1,-1 1-1,-2-1 1,0 1 0,0 6-263,-1 20 153,-2-31-91,1 1 0,1-1 0,1 0 0,0 0 0,3 7-62,-4-16-213,1-1 1,1 1-1,-1-1 0,1 0 1,0 0-1,0 0 0,0 0 1,1-1-1,0 1 0,0-1 1,0 0-1,0 0 0,1 0 1,-1-1-1,1 1 0,3 1 213,33 14-5872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195 296 8914,'0'0'2610,"0"0"-348,0 0-57,-23 1-392,-72 4-414,93-4-1308,-1-1 0,0 1 0,1 0 1,-1 0-1,0 0 0,1 0 0,-1 0 0,1 0 1,0 1-1,-1-1 0,1 1 0,0-1 0,0 1 1,0 0-1,0 0 0,0 0 0,0 0 0,1 0 1,-1 1-1,1-1 0,-2 3-91,1 1 172,-1 1 1,1 0 0,0 0-1,1 0 1,0 0-1,-1 5-172,0 3 213,-3 9-60,2 0 1,0 0-1,2 0 0,0 1 0,2-1 0,1 0 1,1 0-1,2 7-153,-3-25 7,0 0 1,1-1 0,0 1-1,0-1 1,0 0 0,0 0-1,1 0 1,0 0 0,0 0-1,1-1 1,-1 0-1,1 0 1,0 0 0,0 0-1,0-1 1,0 0 0,1 0-1,-1 0 1,1-1 0,0 0-1,0 0 1,0 0 0,0-1-1,0 0 1,0 0 0,6 0-8,-5 0-52,0-1 0,1 1 0,-1-1 1,1-1-1,-1 1 0,1-1 1,-1-1-1,0 1 0,0-1 0,1-1 1,-1 1-1,-1-1 0,1 0 1,0-1-1,-1 0 0,1 0 0,-1 0 1,-1-1-1,1 1 0,0-1 1,-1-1-1,1 0 52,1-6-60,-1 0 1,0 0-1,0-1 1,-1 0-1,-1 0 1,0 0 0,-1 0-1,0-1 1,-1 1-1,-1-1 1,0-11 59,0-20-168,-3 1 1,-1 0 0,-2-2 167,-2 10 125,-1 0 0,-2 1 1,-6-12-126,5 15 947,1-1 1,2 0-1,1 0 1,1-4-948,20 163 625,6-2-1,18 53-624,-36-168-157,1 0 0,0 0 0,1 0 0,0 0 0,0 0 0,4 4 157,-5-9-841,0 0 0,0 0 0,1 0 0,-1 0 0,1-1 0,0 1 0,0-1-1,2 1 842,18 7-11735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7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100 305 18860,'0'0'2689,"0"0"-1601,0 0 688,0 0-704,0 0-631,-13 123-305,10-101-64,3-3-72,0-2-192,0-5-905,0-5-1951,11-4-3042</inkml:trace>
  <inkml:trace contextRef="#ctx0" brushRef="#br0" timeOffset="1">1 1 13539,'0'0'2680,"0"0"-831,0 0 111,0 0-1960,0 0-1120,0 0-744,0 0-2561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14363,'0'0'4449,"0"0"-3537,0 0 112,0 0 873,64 157-489,-32-99-424,0 0-255,1-5-137,-4-9-328,3-6-160,-2-9-16,-6-9-88,-2-11 0,-9-9-1209,-5 0-1567,-5-21-4778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15683,'0'0'2649,"0"0"-113,0 0-975,0 0-889,0 0 232,-6 154 328,-7-79-247,2 3-281,-2-8-448,7-10-104,1-12-152,5-14-24,0-17-408,11-17-1281,13 0-3608,3-24-8690</inkml:trace>
  <inkml:trace contextRef="#ctx0" brushRef="#br0" timeOffset="1">312 100 16916,'0'0'4249,"0"0"-3569,0 0 264,0 0 312,0 150-440,0-95-448,0-7-88,0-9-272,0-12-8,0-13-32,0-14-872,0 0-1568,0-5-2873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16508,'0'0'2232,"0"0"-1160,0 0 24,0 0-1096,0 0-1608,137 0-1409,-91 12-8369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310 256 14963,'0'0'3950,"0"0"-1618,0 0-988,0 0-508,-29-5-411,-8-1-247,0 1-1,-12 0-177,45 5 30,0 1-1,0-1 1,-1 1 0,1-1-1,0 1 1,0 0-1,0 1 1,0-1 0,0 1-1,1-1 1,-1 1-1,0 0 1,1 1 0,-1-1-1,1 1 1,0-1-1,0 1 1,0 0 0,0 0-1,0 0 1,1 1-1,-1-1 1,1 1 0,0-1-1,0 1 1,0 1-30,-5 5 89,-2 7 6,0 1 1,1-1-1,1 1 0,1 1 0,0-1 0,2 1 1,0 0-1,1 0 0,1 1 0,0-1 1,2 0-1,0 2-95,0-16 5,0-1 0,0 1 0,0 0 0,1-1 0,-1 1 0,1 0 0,0-1 0,1 1 0,-1-1 1,1 0-1,0 1 0,0-1 0,0 0 0,0 0 0,1 0 0,0 0 0,0-1 0,0 1 0,1 0-5,1 0 4,0-1-1,1 0 1,-1 0-1,1 0 1,0-1-1,0 1 1,-1-2-1,2 1 1,-1 0-1,0-1 1,0 0-1,0-1 1,0 0-1,3 0-3,2 1-43,0-1 1,0-1-1,0 0 0,0-1 0,0 0 0,0 0 0,0-1 0,0-1 0,-1 0 1,0 0-1,0-1 0,0 0 0,0-1 0,-1 0 0,0 0 0,0-1 0,0 0 1,-1-1-1,0 0 0,-1 0 0,0-1 0,0 0 0,-1 0 0,0-1 0,0 1 0,-1-1 1,-1-1-1,0 1 0,0 0 0,-1-1 0,0 0 0,0 0 0,-1-7 43,3-34-140,-2 0 0,-2 0 0,-3 0 0,-2-3 140,-5-14 811,5 42 274,0 0 0,1-21-1085,4 54 16,0 0 0,0 0 0,0 1-1,1-1 1,0 0 0,0-1 0,1 2-16,6 18 2,7 43 100,1 21-102,-8-37-11,2 1 1,3-2 0,2 2 10,-15-51-114,0 1 1,0-1-1,1 1 0,-1-1 1,1 0-1,-1 0 1,1 1-1,0-1 0,-1 0 1,1-1-1,1 1 1,-1 0-1,0 0 0,0-1 1,0 0-1,1 1 1,-1-1-1,1 0 0,-1 0 1,3 0 113,34 7-7105,-2-7-3706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0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66 11178,'0'0'7146,"0"0"-4814,0 0-918,-6 26-144,-21 90-529,25-108-703,1 0-1,0 0 1,0 0-1,1 0 0,0 0 1,1 0-1,0 0 1,0 0-1,0 0 1,3 7-38,-2-10 13,0 0 0,0-1 0,1 1 1,-1-1-1,1 0 0,0 0 0,0 0 1,0 0-1,1 0 0,-1-1 0,1 1 1,0-1-1,3 2-13,1 0 10,1-1 0,0 0 1,1 0-1,-1-1 0,1 0 1,-1 0-1,1-1 0,0-1 1,0 0-1,0 0 0,0-1 0,0 0 1,-1 0-1,7-2-10,-10 1-5,1 0 0,-1-1 0,0 1 0,1-1 0,-1-1 1,0 1-1,0-1 0,0 0 0,-1-1 0,1 1 0,-1-1 0,1 0 0,-1-1 0,-1 1 0,1-1 0,-1 0 1,1 0-1,-1 0 0,-1-1 0,1 1 0,-1-1 0,0 0 0,0 0 0,-1 0 0,2-5 5,1-5 94,-1 1 0,0-1 0,-1 0-1,-1 0 1,0 0 0,-2 0 0,1-1-1,-2 1 1,0 0 0,-2-3-94,2 12 37,-1 0 1,-1 0-1,1 0 0,-1 0 1,-1 0-1,1 1 1,-1 0-1,-1-2-37,-10-19-16,15 26-92,-1 1 0,1 0 0,0-1 0,0 1 0,0 0 0,0 0 0,0-1 0,-1 1 1,1 0-1,0-1 0,0 1 0,0 0 0,0-1 0,0 1 0,0 0 0,0-1 0,0 1 1,0 0-1,0-1 0,1 1 0,-1 0 0,0-1 0,0 1 0,0 0 0,0-1 0,0 1 1,1 0-1,-1 0 0,0-1 0,0 1 0,0 0 0,1 0 0,-1-1 0,0 1 0,0 0 1,1 0-1,-1 0 0,0-1 0,0 1 0,1 0 0,-1 0 0,0 0 0,1 0 0,-1 0 1,0 0-1,1 0 0,-1 0 0,0-1 0,1 1 0,-1 0 0,0 0 0,1 0 1,-1 1-1,0-1 0,1 0 0,-1 0 0,0 0 0,1 0 0,-1 0 0,0 0 0,1 0 108,2 0-1792,17-2-9727</inkml:trace>
  <inkml:trace contextRef="#ctx0" brushRef="#br0" timeOffset="1">535 53 12203,'0'0'5205,"0"0"-3099,-2 23 170,-6 74-689,7-91-1527,1 0 0,0 0 0,1 0 0,-1 1 0,1-1 0,1 0 0,-1 0 0,1 0 0,0 0 0,0-1 0,1 1 0,-1 0 0,1-1 0,1 0 0,-1 0 0,1 0 0,0 0 0,0 0 0,0-1 0,0 1 0,1-1 0,0 0 0,0-1 0,0 1 0,0-1 0,1 0 0,-1 0 0,1-1 1,0 0-1,5 2-60,13 3 133,0-2 0,0 0 1,1-2-1,-1 0 0,1-2 1,16-1-134,-28 0 73,0 0 0,-1-1 1,1-1-1,0 0 0,-1-1 1,1 0-1,-1 0 0,0-2 1,0 1-1,4-4-73,-11 6 47,-1-1 0,0 0 0,0 0 0,0 0 0,0 0 0,0-1 0,-1 0 0,0 1 0,0-1 0,0-1 0,0 1 0,0 0 0,-1-1 0,0 1 0,0-1 0,0 1 0,0-1 0,-1 0-1,0 0 1,0 0 0,0 0 0,-1 0 0,1 0 0,-1 0 0,0 0 0,-1 0 0,0-4-47,0 4-10,0 1-1,0-1 0,-1 1 0,0-1 0,0 1 1,0 0-1,0-1 0,0 1 0,-1 0 0,0 0 1,0 1-1,0-1 0,0 1 0,-1-1 0,0 1 1,1 0-1,-1 0 0,0 1 0,0-1 0,0 1 1,-1 0-1,1 0 0,-1 0 0,1 1 11,-17-7-550,-1 1 0,0 1 0,0 1 0,-9 0 550,26 4-168,-82-11-6465,8 6-7877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7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0 800,'0'0'10768,"0"0"-6883,0 0-1870,0 0-436,0 0-774,-25 0-481,-83 1-57,101 0-192,-1-1-1,1 2 1,-1-1 0,1 1-1,0 0 1,0 0 0,-1 1-1,2 0 1,-1 0-1,0 1 1,1 0 0,-1 0-1,-4 5-74,-7 3 190,15-10-175,-28 22 115,30-23-127,0-1-1,1 1 1,-1 0-1,0-1 0,1 1 1,-1 0-1,0 0 0,1-1 1,-1 1-1,1 0 1,0 0-1,-1 0 0,1 0 1,0-1-1,-1 1 1,1 0-1,0 0 0,0 0 1,0 0-1,-1 0 1,1 0-1,0 0 0,1 0 1,-1 0-1,0 0 1,0 0-1,0 0 0,0 0 1,1 0-1,-1-1 1,0 1-1,1 0 0,-1 0 1,1 0-1,-1 0 1,1-1-1,0 1 0,-1 0-2,9 7 48,1-1-1,0-1 0,0 1 0,0-1 1,7 2-48,39 25 13,-44-24-9,0 0-1,-1 1 1,-1 1 0,0-1 0,5 9-4,-12-15 22,1 1 0,-1-1 1,-1 1-1,1 0 0,-1 0 1,0 0-1,0 0 0,0 1 1,-1-1-1,0 1 0,0-1 1,0 1-1,-1-1 0,0 1 0,0-1 1,0 4-23,-1-6 95,-1 1 0,1-1 0,0 0-1,-1 0 1,0 0 0,0 0 0,0 0 0,0 0 0,0 0 0,-1-1 0,1 1 0,-1-1 0,1 1-1,-1-1 1,0 0 0,0 0 0,0 0 0,-3 1-95,-68 31 1130,55-26-874,16-7-211,0 1 0,0-1 0,-1 1-1,1-1 1,0 0 0,-1 0 0,1 0 0,-1-1 0,1 1 0,-1-1 0,1 0 0,-1 0 0,0 0-45,4 0 1,-1-1 0,0 1 1,1 0-1,-1-1 1,0 1-1,1 0 0,-1-1 1,1 1-1,-1-1 1,1 0-1,-1 1 0,1-1 1,-1 1-1,1-1 1,-1 0-1,1 1 1,0-1-1,-1 0 0,1 1 1,0-1-1,0 0 1,0 0-2,-1-30-697,9 1-1920,4 12-1876,4 2-4464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9 186 12019,'0'0'2395,"0"0"-719,26-14-260,12-6-994,33-17 877,23-17-1299,-62 26 1007,-23 11 262,-9 17-1203,0-1-1,0 1 1,0-1 0,0 1 0,-1-1 0,1 0 0,0 1 0,0-1 0,-1 1 0,1 0 0,0-1 0,-1 1-1,1-1 1,0 1 0,-1-1 0,1 1 0,-1 0 0,1-1 0,-1 1 0,1 0 0,-1-1 0,1 1 0,-1 0-1,1 0 1,-1 0 0,1 0 0,-1-1 0,1 1 0,-1 0 0,0 0 0,1 0 0,-1 0-66,-8-2 51,0 1 0,1 0 0,-1 0 0,0 1 0,0 0 1,0 1-1,0 0 0,1 0 0,-1 1 0,0 0 0,1 0 0,-1 1 0,1 0 1,0 1-1,0 0 0,0 0 0,0 1 0,1 0 0,0 0 0,0 0 1,0 1-1,-1 2-51,0 0 17,1 1 0,0 0 1,0 1-1,0 0 0,2 0 0,-1 0 1,1 1-1,0-1 0,1 1 1,1 1-1,0-1 0,0 0 0,1 1 1,0-1-1,1 1 0,1 10-17,0-18 9,0-1 0,1 1 0,-1-1 0,1 1 0,0-1 0,0 1-1,0-1 1,1 0 0,-1 1 0,1-1 0,0 0 0,-1 0 0,2 0-1,-1 0 1,0-1 0,0 1 0,1 0 0,0-1 0,-1 0 0,1 0-1,0 0 1,0 0 0,0 0 0,0 0 0,1-1 0,-1 1 0,0-1-1,1 0 1,-1 0 0,1 0 0,1-1-9,16 5 9,-1-2 0,1-1 0,0-1 0,20-1-9,-32 0-13,24 0-526,1-2 1,-1-1-1,0-2 0,24-7 539,-20 2-3101,-1-2-1,12-7 3102,14-9-7959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18244,'0'0'2696,"0"0"-1023,0 0-49,0 0-304,8 132-407,3-62-369,-3 3-72,0 2-464,2-8 224,4-6-136,2-13-192,-3-12 48,3-9-448,3-15-544,11-12-1017,-6 0-3136,-3 0-4313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125 213 5569,'0'0'5148,"0"0"-2578,0 0-118,17-24-227,54-76-278,-68 97-1711,-1 0 0,0 0 0,0-1 1,0 1-1,0-1 0,-1 1 0,1-1 0,-1 0 1,0 1-1,0-1 0,0 0 0,-1 0 0,1 0 0,-1 1 1,0-3-237,0 5 66,0-1 1,-1 1 0,1 0 0,-1-1 0,0 1 0,1 0 0,-1-1 0,0 1-1,0 0 1,1 0 0,-1 0 0,0 0 0,0 0 0,0 0 0,-1 0-1,1 0 1,0 0 0,0 0 0,0 1 0,-1-1 0,1 1 0,0-1 0,-1 1-1,1-1 1,-1 1-67,-7-2 51,0 1-1,1 0 1,-1 0-1,0 1 1,0 1-1,0-1 1,0 1-1,-5 2-50,8-2 6,0 1-1,0 1 0,1-1 0,-1 1 0,0 0 0,1 0 0,0 0 0,-1 1 0,1 0 0,1 0 0,-1 0 0,0 1 0,1-1 0,0 1 0,0 0 0,1 0 0,-1 1 0,1-1 1,0 1-1,1-1 0,-3 7-5,1-1 16,0 0 0,1 1 1,0 0-1,0-1 0,1 1 0,1 0 1,0 0-1,1 0 0,0 0 1,1 0-1,0 3-16,0-11 2,0 0 0,1 0 0,-1 0 0,1-1 0,0 1 0,0-1 0,0 1-1,0-1 1,1 0 0,0 1 0,-1-1 0,1 0 0,0-1 0,0 1 0,1-1 0,-1 1 0,0-1 0,1 0 0,-1 0 0,1 0 0,0-1 0,0 1 0,0-1 0,0 0 0,2 0-2,15 4-215,-1-1 0,1-1 1,0-1-1,16-1 215,168 0-4374,-110-1-486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18 15091,'0'0'2966,"0"0"-411,-24-3-318,-77-10-1130,94 12-1032,-1 1 0,1-1 0,-1 1 1,1 1-1,-1 0 0,1 0 0,-1 0 1,1 1-1,0 0 0,-1 0 0,1 1 0,0 0 1,1 0-1,-1 1 0,1 0 0,-1 0 0,1 0 1,0 1-1,-2 2-75,-3 5 157,1-1 1,1 1-1,0 0 1,0 1-1,1 0 1,1 1-1,-5 12-157,8-18 37,0 1-1,1-1 1,0 1-1,0 0 1,1 0 0,1 0-1,-1 0 1,1 0-1,1 0 1,0 0 0,0 1-1,1 2-36,0-8 9,-1-1-1,1 1 0,1 0 1,-1-1-1,0 1 1,1-1-1,0 1 1,0-1-1,0 0 1,0 0-1,0 0 1,1 0-1,-1 0 0,1 0 1,0-1-1,0 1 1,0-1-1,0 0 1,0 0-1,0 0 1,1 0-1,-1-1 0,1 1 1,-1-1-1,1 0 1,0 0-1,-1 0 1,1 0-1,3 0-8,18 2-659,0-1 0,0 0 0,1-2 0,19-3 659,-16 0-1454,0-2 1,-1-1-1,0-1 0,0-2 0,-1-1 1,14-6 1453,5-6-8403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13139,'0'0'1750,"0"0"-237,0 0 228,-26 2-294,-83 12-515,104-13-864,1 0-1,0 0 1,-1 1 0,1 0 0,0 0 0,0 0 0,0 0-1,1 1 1,-1 0 0,1-1 0,-1 1 0,1 0 0,0 1-1,0-1 1,0 1 0,0-1 0,1 1 0,-1 1-68,-2 4 255,1 0-1,1 1 1,-1 0 0,1-1 0,-1 11-255,3-17 51,-1 4 46,1 0 1,-1 0 0,1 0-1,1 0 1,-1 1 0,1-1 0,0 0-1,1 1 1,0-1 0,0 0-1,0 0 1,1 0 0,0 0 0,2 3-98,-1-5 23,0-1 1,0 1 0,0 0-1,1-1 1,0 0-1,0 0 1,0 0 0,0 0-1,1-1 1,-1 0 0,1 0-1,0 0 1,0 0 0,0-1-1,0 0 1,1 0 0,-1 0-1,4 0-23,15 5-364,0-2 0,1-1 1,-1 0-1,1-2 0,0-1 0,0-1 0,0-1 0,22-5 364,-43 5-58,0 0 0,0-1-1,0 1 1,0-1 0,0 0 0,-1-1-1,1 1 1,-1 0 0,1-1 0,-1 0 0,0 0-1,0 0 1,0 0 0,-1-1 0,1 1-1,-1-1 1,0 1 0,0-1 0,1-2 58,6-13-101,-1 0 1,-1 0 0,3-13 100,-1 5 9,9-40 2501,-18 67-2476,0 0 0,0 0-1,0 0 1,0 0 0,0 0 0,0-1-1,0 1 1,0 0 0,0 0-1,0 0 1,0 0 0,0 0 0,0-1-1,0 1 1,0 0 0,0 0-1,0 0 1,1 0 0,-1 0 0,0 0-1,0-1 1,0 1 0,0 0-1,0 0 1,0 0 0,0 0 0,0 0-1,0 0 1,1 0 0,-1 0 0,0-1-1,0 1 1,0 0 0,0 0-1,0 0 1,1 0 0,-1 0 0,0 0-1,0 0 1,0 0 0,0 0-1,0 0 1,1 0 0,-1 0 0,0 0-1,0 0 1,0 0 0,0 0-1,0 0 1,1 0 0,-1 0 0,0 0-1,0 0 1,0 0 0,0 1-1,0-1 1,0 0 0,1 0 0,-1 0-34,7 12 405,2 15-387,-5-11 62,1 7 78,2 0-1,0-1 1,10 21-158,-14-38-48,-1 0 1,1 0-1,0 0 1,0 0-1,0 0 0,1-1 1,0 1-1,0-1 0,0 0 1,0 0-1,1-1 0,-1 1 1,1-1-1,0 0 0,0 0 1,0-1-1,0 1 0,1-1 1,0 0 47,76 10-2852,-21-9-1923,11-2-4447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9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39 14603,'0'0'2923,"0"0"-638,0 0-289,-25 2-895,-78 8-489,100-10-583,1 1 0,-1-1 1,1 1-1,-1 0 0,1 0 1,-1 0-1,1 1 0,0-1 0,0 1 1,0-1-1,-1 1 0,2-1 1,-1 1-1,0 0 0,0 0 1,0 0-1,1 0 0,-1 0 1,1 1-1,0-1 0,0 0 0,0 1 1,0-1-1,-1 2-29,1 3 95,-1 0 0,1 0 0,1 0 0,-1 1-1,1-1 1,1 7-95,-1-2 125,0-7-100,0 0-1,0 0 0,1 0 1,-1 0-1,1 0 1,0-1-1,0 1 0,1 0 1,-1 0-1,1-1 0,0 1 1,1-1-1,-1 0 0,1 0 1,0 0-1,-1 0 1,2 0-1,-1 0 0,0-1 1,3 2-25,0-1 1,0 0 0,1 0 1,-1-1-1,1 0 0,0 0 0,0-1 1,1 0-1,-1 0 0,0 0 1,1-1-1,-1 0 0,1-1 0,0 0-1,1 1-193,-1-1 0,0 0 0,1-1 0,-1 1-1,0-2 1,0 1 0,0-1 0,0 0 0,0-1-1,0 0 1,0 0 0,-1-1 0,0 0-1,5-3 194,-6 2-254,-1 1 0,0-1 0,0-1-1,0 1 1,-1-1 0,1 1-1,-1-1 1,-1 0 0,1-1-1,-1 1 1,0-1 0,0 1-1,-1-1 1,0 0 0,0 0 0,-1 0-1,0-1 255,3-39-208,-2 18 3387,7 58-1857,5 39-1084,-3 2-1,-4 2-237,-8-118 79,-1 15-91,2 0 0,1 0 0,4-17 12,-5 41 44,1 1 0,0 0-1,0 0 1,1 0 0,0 0-1,0 0 1,1 0 0,-1 1 0,1-1-1,0 1 1,1-1 0,-1 1-1,1 0 1,0 1 0,1-1-1,-1 0 1,1 1 0,-1 0-1,5-2-43,-6 4 34,0 0-1,0 1 0,0 0 0,0-1 1,0 1-1,0 0 0,0 0 0,0 1 1,0-1-1,0 1 0,0-1 0,1 1 1,-1 0-1,0 0 0,0 0 0,1 1 0,-1-1 1,0 1-1,0 0 0,0 0 0,0 0 1,0 0-1,0 0 0,0 1 0,0-1 1,-1 1-1,1 0 0,0 0 0,-1 0 1,1 0-1,-1 0 0,0 1 0,0-1 0,0 1 1,0-1-1,0 1 0,-1 0 0,2 1-33,7 14 26,-1 0 0,-1 1 0,-1 0-1,0 1 1,2 13-26,-4-16 83,-4-13-133,0 0-1,1 0 0,0 0 0,-1 0 0,1-1 0,0 1 1,1 0-1,-1-1 0,1 0 0,-1 1 0,1-1 1,0 0-1,0-1 0,0 1 0,2 1 51,1-1-772,0 0 1,0 0-1,0-1 1,0 0-1,0 0 0,0 0 1,1-1-1,-1 0 0,6 0 772,30 1-9936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19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15971,'0'0'2690,"0"0"-453,0 0-733,-28 5-612,-9 1-645,0 1 0,-6 4-247,37-8 55,0 0 1,0 0 0,0 1 0,0 0-1,1 0 1,-1 0 0,1 0 0,0 1-1,0 0 1,1 0 0,-1 0 0,1 1-1,1 0 1,-1-1 0,1 1 0,0 1-1,0-1 1,0 0 0,1 1-1,0-1 1,1 1 0,-1 0 0,1-1-1,0 7-55,-1-5 59,1 0-1,1 1 1,-1-1-1,1 0 0,0 0 1,1 1-1,0-1 1,2 6-59,-3-11 9,1 0 0,0-1 0,0 1 0,1 0 0,-1 0-1,1-1 1,-1 1 0,1-1 0,0 1 0,0-1 0,0 0 0,0 0 0,0 0 0,0 0 0,1 0 0,-1 0 0,1-1 0,-1 1 0,1-1 0,0 1 0,-1-1 0,1 0 0,0 0 0,1 0-9,4 1-36,-1 0-1,1 0 1,0-1-1,0 0 1,-1 0-1,1-1 1,0 0-1,0-1 0,0 1 1,-1-2-1,1 1 1,0-1-1,-1 0 1,1 0-1,-1-1 1,0 0-1,0-1 1,0 1-1,0-1 1,0-1-1,-1 1 1,0-1-1,0 0 1,0 0-1,-1-1 1,0 0-1,0 0 1,0 0-1,0-1 1,-1 1-1,0-1 1,-1 0-1,0 0 0,0-1 1,0 1-1,-1-1 1,0 1-1,0-1 1,-1-3 36,5-52 245,-4 33 810,-1 63-744,-1-19-401,0 1 170,0 0 0,1 1 0,0-1 0,1 0 0,2 5-80,-2-15-172,-1 0 1,1 0 0,0-1 0,1 1 0,-1-1-1,1 1 1,0-1 0,0 0 0,0 0 0,0 0-1,1 0 1,0-1 0,0 1 0,0-1 0,0 0 0,0 0-1,5 2 172,20 8-5550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258 286 10850,'0'0'2450,"0"0"-268,-25 4 22,-83 13-372,101-15-1691,1 0 1,0 0-1,0 1 1,1-1-1,-1 1 1,0 0-1,1 1 1,0 0-1,-1 0 1,2 0-1,-1 0 1,0 1-1,1-1 1,0 1-1,0 0 1,0 1-1,1-1 1,0 1 0,-1 1-142,-1 4 226,1-1 1,0 1 0,1 0-1,0 0 1,0 1-1,2-1 1,-1 1 0,1 8-227,1-16 27,0 1 1,0-1 0,0 0-1,0 1 1,1-1-1,-1 1 1,1-1 0,1 0-1,-1 1 1,0-1 0,1 0-1,0 0 1,0 0-1,0 0 1,1 0 0,-1-1-1,1 1 1,0-1-1,0 1 1,0-1 0,0 0-1,1 0 1,-1-1 0,1 1-1,0-1 1,0 0-1,0 1 1,0-2 0,0 1-1,0 0 1,0-1-1,0 0 1,1 0 0,3 0-28,6 3-21,0-1 0,0-1 0,1 0 0,-1-1 0,0-1-1,11-1 22,-20 1-46,-1 0-1,1-1 0,0 0 1,-1 0-1,1 0 0,-1 0 1,1-1-1,-1 0 0,0 1 0,1-2 1,-1 1-1,0 0 0,-1-1 1,1 0-1,0 0 0,-1 0 1,1 0-1,-1-1 0,0 1 0,0-1 1,-1 0-1,2-1 47,2-8-112,-1 0 1,-1 0-1,0-1 0,0 1 1,-1-1-1,-1 0 0,-1 0 1,0-3 111,-1-120-374,-2 68 448,3 14-11,1 27 573,-2-1 0,-1 1 0,-1-1 0,-6-25-636,3 41 868,1 18-205,0 22-447,2 25-137,-1-2-73,2-1 1,3 1-1,4 28-6,-5-72-97,0-1 0,0 0 0,1 0 0,-1 0 0,1 0 0,0 0 0,1 0 0,-1 0 0,1-1 0,0 1 0,0-1 0,0 0 0,1 0-1,2 3 98,-3-4-597,1-1 0,-1 0-1,0 0 1,1 0 0,-1 0-1,1 0 1,-1-1 0,1 0-1,0 0 1,-1 0 0,1 0-1,0 0 1,2-1 597,18 1-7130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0 0 11723</inkml:trace>
  <inkml:trace contextRef="#ctx0" brushRef="#br0" timeOffset="1">0 0 11723,'162'69'5225,"-134"-57"-3600,-24-7-592,-4 11-596,1 0 0,1 0 0,0 0 0,1 0 0,1 0 0,1-1 0,0 1 0,1-1 0,0 0 0,6 8-437,-9-17 39,1 1-1,0-1 1,0 0-1,1-1 1,-1 1-1,1-1 1,1 0-1,-1 0 1,1 0-1,-1-1 1,1 0-1,1 0 1,-1 0-1,0-1 1,1 0-1,0 0 1,0-1-1,0 0 1,0 0-1,0 0 1,0-1-1,0 0 0,1-1 1,5 0-39,-7 0 39,-1-1 0,1-1 0,0 1 0,-1-1 0,1 0 0,-1 0 0,0-1 0,1 1 0,-1-1 0,0 0 0,-1-1 0,1 1 0,-1-1 0,1 0 0,-1 0 0,0 0 0,-1-1 0,1 1 0,-1-1 0,0 0 0,0 0 0,0 0 0,2-6-39,1-2 75,-1 0 0,0-1-1,0 0 1,-1 0-1,-1-1 1,0 1-1,-2-1 1,1 1-1,-1-3-74,-1 13-6,0 1-1,0-1 0,0 1 0,0-1 0,0 1 0,-1-1 1,1 1-1,-1 0 0,0-1 0,0 1 0,-1 0 1,1-1-1,0 1 0,-1 0 0,0 0 0,0 0 1,0 1-1,0-1 0,0 0 0,-1 1 0,1-1 1,-1 1-1,1 0 0,-1 0 0,0 0 0,0 0 1,0 0-1,0 1 0,0-1 0,-1 1 0,1 0 0,0 0 1,-1 0-1,1 0 0,0 1 0,-1-1 0,1 1 1,-1 0 6,-93-7-1726,25 7-2879,62 0 3546,-79 0-11808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9394,'0'0'1839,"0"28"432,0-14-1923,0 53 3773,-10 68-4121,-4-20 4820,3 80-4820,10-234 519,0 29-508,0 0 1,0 0-1,1 0 1,1 0-1,0 0 1,0 1-1,1-1 1,0 0-1,0 1 1,1-1 0,1 1-1,-1 0 1,1 0-1,1 0 1,0 0-1,0 1 1,1-1-12,0 2-1,0 1 1,0 0-1,0 0 1,0 1-1,1 0 1,0 0-1,3-1 1,-9 5 1,1 0 1,-1 0-1,1 0 1,-1 0-1,1 0 0,0 0 1,-1 1-1,1-1 1,0 1-1,0-1 0,0 1 1,-1 0-1,1-1 1,0 1-1,0 0 0,0 0 1,-1 1-1,1-1 1,0 0-1,0 0 0,0 1 1,-1-1-1,1 1 1,0 0-1,-1 0 0,1-1 1,0 1-1,-1 0 1,1 0-1,-1 0 0,1 1 1,-1-1-1,0 0 1,1 0-1,-1 1 0,0-1 1,0 1-2,5 9 106,-2 0 1,1 0 0,-2 1-1,1-1 1,-2 1 0,1 0-1,-2 0 1,0 0 0,0 0-1,-1 0 1,0 4-107,-1-2 22,1 0 0,1 0-1,1 0 1,0 0 0,0-1 0,2 1 0,-1-1 0,2 0-1,0 0-21,-3-10-162,-1-1 0,1 0 0,0 0 0,1 0 0,-1 0 0,0 0 0,1 0 0,-1-1 0,1 1 0,-1-1 0,1 1 0,0-1 0,-1 0 0,1 0 0,0 0 0,0-1 0,0 1 0,0-1 0,0 1 0,0-1 0,0 0 0,0 0 0,0 0 0,0-1 0,0 1 0,0-1 0,0 0 162,13 1-2705,19 0-5235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11562,'0'0'3793,"0"0"-641,0 0-832,0 0-1002,-23 6-714,-2 1-375,1 1-1,-22 10-228,42-15 28,0-1 0,1 1 0,-1-1 0,0 1 0,1 0 0,0 1 0,0-1 0,0 1 0,0-1 0,0 1 0,1 0 0,-1 0 0,1 0 0,0 0 0,0 0 0,1 0 0,-1 1-28,-1 7 58,0 0 0,1 1 0,0-1 0,0 10-58,2-15 22,-1 1-9,0 0 0,1-1-1,-1 1 1,2 0 0,-1 0 0,1-1 0,1 1 0,-1 0 0,1-1 0,0 0 0,1 1 0,2 4-13,-2-8 7,0-1 1,-1 1-1,2-1 1,-1 0 0,0 0-1,1 0 1,-1 0 0,1-1-1,0 1 1,0-1 0,0 0-1,0 0 1,0 0-1,0-1 1,1 1 0,-1-1-1,0 0 1,1 0 0,-1-1-1,1 0 1,0 1 0,0-1-8,6 0-41,-1 1 0,0-1 0,0-1 1,0 0-1,1 0 0,-1-1 1,0 0-1,0-1 0,-1 0 0,1-1 1,4-2 40,-8 3-88,0-1 1,-1 1-1,1-1 1,-1 0-1,0-1 1,0 1 0,-1-1-1,1 0 1,-1 0-1,0-1 1,0 1-1,-1-1 1,0 0 0,0 0-1,0 0 1,-1 0-1,1 0 1,-1-4 87,2-4 82,-1-1 0,-1 0 0,0 1 0,-1-1 0,0 0 0,-2 0 0,1 0 0,-2 0 0,0 0 1,-1 0-1,-4-13-82,7 29 35,0-1 0,0 0 0,0 0 0,-1 0 0,1 0 0,0 0 0,0 0 0,0 0 0,0 0 0,0 0 0,0 0 0,0 0 0,-1 0 0,1 1 0,0-1 0,0 0 0,0 0 0,0 0 0,0 0 1,0 0-1,-1 0 0,1 0 0,0 0 0,0 0 0,0 0 0,0 0 0,0 0 0,0-1 0,-1 1 0,1 0 0,0 0 0,0 0 0,0 0 0,0 0 0,0 0 0,0 0 0,-1 0 0,1 0 0,0 0 0,0 0 0,0-1 1,0 1-1,0 0 0,0 0 0,0 0 0,0 0 0,0 0 0,0 0 0,0 0 0,0-1 0,0 1 0,0 0 0,-1 0 0,1 0 0,0 0 0,0 0 0,0 0 0,0-1 0,0 1 0,0 0 0,1 0 0,-1 0 1,0 0-1,0 0 0,0-1 0,0 1-35,-1 17 468,6 25-350,2-18 55,1 1 0,1-1 0,2 0 1,0-1-1,7 10-173,-13-25-15,-1-1 1,1-1-1,0 1 1,0-1-1,1 0 1,0 0-1,0 0 1,0-1 0,1 0-1,-1 0 1,1-1-1,0 1 1,1-2-1,-1 1 1,1-1-1,0 0 1,0-1-1,0 1 1,6 0 14,14-1-1017,0-1 1,1-1-1,-1-1 0,5-2 1017,35-13-5615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5577,'0'0'10546,"0"0"-8537,0 0 1096,0 0-1721,0 0-488,-145 34-528,137 10 544,5 6-528,3 6 96,0-3-335,22-5-41,7-9-88,9-8-16,8-11 0,7-8-417,33-12-583,-13-3-1696,-9-16-2577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55 13419,'0'0'3762,"0"0"-1267,0 0-822,0 0-823,0 0-363,-14 22-253,14-22-234,-15 25 161,0 0 0,-5 17-161,19-40 6,0 0 0,1 0 0,-1 0 0,1 0 1,0 0-1,-1 1 0,1-1 0,0 0 0,0 0 0,0 0 0,0 1 0,1-1 0,-1 0 0,1 0 0,-1 0 0,1 0 0,0 0 0,0 0 0,0 0 0,0 0 0,0 0 0,0 0 0,0 0 0,1-1 0,-1 1 0,1 0 1,-1-1-1,1 1 0,0-1-6,3 3 14,1 0 1,-1 0 0,1-1 0,0 0-1,0 0 1,1-1 0,0 1-15,-1-1-44,1 1 0,-1-2 0,0 1 0,1-1 0,0 0 0,-1 0 0,1-1 0,-1 0 0,1 0 0,0 0 0,-1-1 0,1 0 0,-1-1 0,1 1 0,-1-1 0,0 0 0,1-1 0,-1 0 44,-1 1-254,-1-1 0,0 0-1,1-1 1,-1 1 0,0-1 0,-1 1-1,1-1 1,0-1 0,-1 1-1,0 0 1,0-1 0,-1 1-1,1-1 1,-1 0 0,0 0-1,0 0 1,0 0 0,-1 0-1,0-1 1,0 1 0,0 0-1,-1-2 255,1 2-240,3-59-2002,-8 26 4360,2 47 1698,1 37-2839,6-12-656,1-1 0,3 1-1,0-2 1,2 0 0,1 0 0,6 8-321,-18-40 8,0 0 0,0-1 0,0 1 0,0 0 0,0 0 0,0 0 0,0 0 1,0 0-1,0-1 0,0 1 0,0 0 0,0 0 0,0 0 0,0 0 0,0 0 0,0 0 1,0-1-1,0 1 0,0 0 0,1 0 0,-1 0 0,0 0 0,0 0 0,0 0 0,0 0 1,0 0-1,0-1 0,0 1 0,0 0 0,0 0 0,1 0 0,-1 0 0,0 0 0,0 0 1,0 0-1,0 0 0,0 0 0,0 0 0,1 0 0,-1 0 0,0 0 0,0 0 0,0 0 1,0 0-1,0 0 0,1 0 0,-1 0 0,0 0 0,0 0 0,0 0 0,0 0 0,0 0 1,0 0-1,1 0 0,-1 0 0,0 0 0,0 0-8,2-26 34,0-32-466,-3 20 305,-1 24 122,2 1 0,0-1 0,0 1 0,1-1 0,1 1 0,1 0 0,0-3 5,-3 15-3,1-1-1,-1 1 0,1 0 0,-1-1 1,1 1-1,0-1 0,-1 1 1,1 0-1,0 0 0,0 0 1,0-1-1,0 1 0,0 0 0,0 0 1,0 0-1,1 0 0,-1 1 1,0-1-1,0 0 0,1 0 0,-1 1 1,1-1-1,-1 1 0,0-1 1,1 1-1,-1-1 0,1 1 0,-1 0 1,1 0-1,-1 0 0,1 0 1,-1 0-1,1 0 0,-1 0 0,1 1 1,-1-1-1,1 0 0,-1 1 1,2 0 3,1 0-9,0 1 0,0 0 1,0 0-1,0 1 1,-1-1-1,1 1 0,-1 0 1,1 0-1,-1 0 1,0 0-1,0 1 0,1 1 9,6 13-5,0-1 1,-2 1-1,0 1 0,-1 0 0,-1 0 0,2 11 5,19 53 12,-20-75 19,-1-18 37,0-19 36,-6 29-104,4-32-9,17-97 42,-18 116 20,1 0 0,0 0 0,1 0 0,1 1 0,-1-1 0,2 1 0,0 1 0,2-4-53,-7 13 23,-1 1 1,0-1-1,0 0 1,1 0-1,-1 1 1,1-1 0,-1 1-1,1-1 1,0 1-1,0 0 1,0 0-1,-1 0 1,1 0-1,0 0 1,0 0-1,0 0 1,1 1 0,-1-1-1,0 1 1,0-1-1,0 1 1,0 0-1,0 0 1,1 0-1,-1 0 1,0 0-1,0 1 1,0-1 0,1 1-24,0 0 23,1 1 0,-1 0 1,0-1-1,0 2 0,0-1 1,0 0-1,0 0 0,-1 1 1,1-1-1,-1 1 0,0 0 1,1 0-1,-1 0 0,0 0 1,-1 0-1,2 3-23,27 63-27,-19-40 172,2-1-1,1 0 1,5 5-145,-14-25-191,1 0 0,-1-1 1,1 0-1,1 0 0,-1 0 0,1-1 1,0 0-1,1 0 0,-1-1 1,1 0-1,0 0 0,7 2 191,18 3-5522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3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82 129 13299,'0'0'2164,"0"0"-269,0 0 87,0 0-871,0 0-675,0 0-234,21-16-2,63-50-131,-82 64-55,0 1-1,0-1 1,-1 1 0,1-1 0,0 0 0,-1 1-1,1-1 1,-1 0 0,0 0 0,0 0 0,1 0-1,-1-1 1,0 1-14,-1 2 2,0-1-1,0 0 1,0 1 0,0-1-1,0 1 1,0-1 0,0 1-1,-1-1 1,1 1 0,0-1-1,0 1 1,0-1 0,0 1-1,-1-1 1,1 1-1,0-1 1,0 1 0,-1 0-1,1-1 1,0 1 0,-1-1-1,1 1 1,0 0 0,-1-1-1,1 1 1,-1 0 0,1-1-1,-1 1 1,1 0 0,0 0-1,-1 0-1,-36-7 48,35 7-21,-3 0 28,1-1-1,-1 1 1,0 0-1,0 0 1,1 1-1,-1-1 1,0 1-1,0 0 1,1 0-1,-1 1 1,1-1-1,-1 1 1,1 0-1,0 1 1,-1-1-1,1 0 1,0 1-1,1 0 1,-1 0-1,0 0 1,1 1-1,0-1 1,0 1-1,0 0 1,0 0-1,0 0 1,1 0-1,0 0 1,-1 4-55,-6 11 123,2 1 1,1 1-1,0-1 0,1 1 1,1 0-1,2 0 1,0 0-1,1 1 1,1 19-124,0-35 23,0-1 0,0 1 0,1 0 1,0-1-1,0 1 0,0-1 0,0 1 1,1-1-1,0 0 0,0 1 0,1-1 1,0 2-24,0-4 9,-1-1 0,0 1 0,0-1 1,1 0-1,0 1 0,-1-1 0,1 0 1,0 0-1,0-1 0,0 1 0,0-1 1,0 1-1,1-1 0,-1 0 0,0 0 1,1 0-1,-1-1 0,0 1 0,1-1 1,-1 0-1,1 0-9,20-1-323,1-1 1,0-1-1,-1-1 1,0-1-1,0-1 1,0-1-1,-1-1 0,0-1 1,12-8 322,-11 7-1287,48-21-5532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18004,'0'0'2936,"0"0"-879,0 0 335,0 0-1455,0 0-649,0 0-16,13 172 472,6-78-520,-3 0 160,-3-4-272,-2-13-64,0-19-48,0-15-592,2-26-744,-2-12-3201,-3-5-7578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4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13835,'0'0'4948,"0"0"-2258,0 0-841,0 0-822,24-8-668,-7 1-389,30-10-753,1 3 1,0 1-1,5 1 783,-47 11-138,1 0 1,-1 0-1,0 0 1,0 1-1,0 0 0,1 0 1,-1 1-1,0-1 0,4 2 138,-8-1 54,0 1-1,1-1 1,-1 0 0,0 1-1,0-1 1,0 1-1,0 0 1,0 0-1,0 0 1,-1 0 0,1 0-1,-1 0 1,1 0-1,-1 1 1,0-1-1,0 0 1,0 1 0,0-1-1,0 1 1,0-1-1,-1 1 1,1-1-1,-1 1-53,13 64 1601,-9-42-1390,1-1-1,1 0 0,2 0 0,2 6-210,-8-27-31,-1 0-1,1 0 1,0 0-1,0 0 1,1 0-1,-1-1 1,0 1 0,1-1-1,0 1 1,-1-1-1,1 0 1,0 0-1,0 0 1,0-1-1,1 1 1,-1-1-1,0 1 1,4 0 31,7 1-672,0 0 0,0 0 0,0-1 1,2-1 671,-1 1-1072,43 1-4429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4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237 354 10018,'0'0'5873,"0"0"-3511,0 0-364,-24-9-808,-80-25-488,101 33-686,1 0-1,-1 0 1,0 0-1,0 0 1,0 1-1,0-1 1,0 1-1,0 0 1,0 0-1,0 0 1,0 0-1,0 0 1,0 1-1,1-1 1,-1 1-1,0 0 1,0 0-1,0 0 1,0 0-1,1 0 1,-1 1-1,1-1 0,-1 1 1,1-1-1,-1 1 1,1 0-1,0 0 1,0 0-1,0 1 1,0-1-1,0 0 1,0 1-1,1-1 1,-1 1-1,1 0 1,0 0-16,-3 7 30,1 0-1,1 1 1,-1-1 0,2 1 0,-1 0 0,2 0 0,-1 8-30,1-18 15,0 14 106,-1-1 1,2 1 0,0-1-1,1 0 1,0 0-1,1 1 1,2 2-122,-4-12 24,2 0 0,-1 0 1,0 0-1,1 0 0,0-1 1,0 1-1,1-1 0,-1 0 1,1 0-1,0 0 0,0 0 1,0 0-1,1-1 0,-1 0 1,1 0-1,0 0 0,0 0 1,0-1-1,0 0 1,3 1-25,0 0-4,1-1 0,-1 1 1,0-2-1,1 1 0,-1-1 1,1 0-1,0-1 1,-1 0-1,1-1 0,-1 1 1,1-2-1,-1 1 0,1-1 1,-1 0-1,0-1 1,3-1 3,-5 1-33,1 0 1,-1-1 0,0 0-1,0 0 1,-1-1 0,1 1-1,-1-1 1,0 0 0,0-1-1,-1 1 1,1-1 0,-1 0-1,0 0 1,-1 0 0,0 0-1,0-1 1,0 0 0,0 1-1,0-8 33,2-10-24,-2 0-1,0-1 0,-2 0 1,0 0-1,-3-10 25,2-11 42,-2 4 534,-2 0 0,-1 0 0,-3 1 1,-1-1-1,-2 2 0,-11-29-576,21 67 487,1 6-318,3 11-134,0 0 1,1-1-1,1 1 0,0-1 1,1 0-1,2 3-35,48 86 179,-46-86-173,-5-8-141,0 0-1,1 0 0,0 0 1,1-1-1,-1 0 0,2 0 1,-1-1-1,4 2 136,-5-5-335,0 0-1,0-1 1,0 1 0,0-1-1,1-1 1,-1 1 0,1-1 0,0-1-1,-1 1 1,1-1 0,0 0-1,6 0 336,23 0-8003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15275,'0'0'2467,"0"0"57,-1 25-479,2 81-855,0-101-1133,0 1 1,0 0-1,1-1 1,-1 1-1,1-1 1,0 0-1,1 0 1,0 1-1,-1-1 1,2-1-1,-1 1 1,0 0-1,1-1 0,0 0 1,0 0-1,0 0 1,1 0-1,-1-1 1,1 1-1,0-1 1,0 0-1,4 1-57,4 2 109,0-1 0,1-1 0,-1 0 0,1-1 0,-1-1 0,1 0 0,11 0-109,-8-1 62,0 0 1,-1-1-1,1-1 0,0-1 0,-1 0 0,1-2 1,11-3-63,-23 6 10,1-1 1,-1 0-1,0 0 1,0-1 0,0 0-1,0 1 1,0-2 0,-1 1-1,1-1 1,-1 1 0,0-1-1,0 0 1,0-1 0,-1 1-1,0-1 1,1 1-1,-1-1 1,-1 0 0,1 0-1,-1 0 1,0-1 0,0 1-1,0 0 1,0-4-11,-1 3-3,0 0 1,-1 0-1,1 0 1,-1 0-1,0 1 1,0-1-1,-1 0 1,0 0-1,0 0 1,0 1-1,-1-1 1,0 0-1,0 1 1,0 0-1,-1-1 1,1 1-1,-1 0 1,-1-1 2,-1 0-9,0 1 1,0-1-1,-1 1 1,0 0-1,0 1 1,0-1-1,0 1 1,-1 1-1,1-1 1,-1 1-1,0 0 1,0 0-1,0 1 1,-7-2 8,-19-2-874,0 2 0,-22-1 874,43 4-619,-46-4-4441</inkml:trace>
  <inkml:trace contextRef="#ctx0" brushRef="#br0" timeOffset="1">1167 184 4433,'0'0'1304,"0"0"-184,0 0-311,0 0-809,140 7-7434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280 214 14459,'0'0'3805,"0"0"-1271,-25-2-531,-81-3-838,100 4-1112,1 1-1,0 1 0,0-1 1,0 1-1,0 0 0,0 0 1,0 0-1,0 0 0,0 1 0,0 0 1,0 0-1,1 1 0,-1-1 1,1 1-1,0 0 0,-1 0 1,1 0-1,1 1 0,-1-1 0,0 1 1,1 0-1,0 0 0,0 0 1,0 1-1,0-1 0,-1 5-52,-2 5 66,1 0 1,1 0-1,0 0 0,0 1 0,2 0 0,0 0 1,0 8-67,0-11 45,2 0 1,-1 0-1,1 0 1,1 0 0,1 0-1,-1 0 1,2 0-1,2 8-45,-3-15 6,0 0-1,0 0 0,1 0 0,0 0 1,0 0-1,0-1 0,1 1 0,0-1 0,0 0 1,0 0-1,0 0 0,0 0 0,1-1 1,-1 0-1,1 0 0,0 0 0,0-1 0,0 1 1,4 0-6,2 1-33,0 0 0,0-1 0,1-1 0,-1 1 0,1-2 1,-1 1-1,1-2 0,0 0 0,0 0 0,-1-1 1,1 0-1,-1-1 0,1-1 0,-1 0 0,1 0 0,6-4 33,-10 4-83,0-1-1,-1 0 1,1-1-1,-1 1 1,0-2-1,0 1 1,-1-1-1,0 0 0,0 0 1,0-1-1,0 1 1,-1-1-1,-1-1 1,1 1-1,-1-1 1,0 1-1,-1-1 1,1 0-1,-2-1 1,1 1-1,-1 0 0,1-9 84,1-21 0,-1 0 0,-2 0 0,-1-1 0,-2 1 0,-7-35 0,-2 11 2740,-16-48-2740,27 156 1336,11-6-1258,1 0 0,3-1 0,0-1 0,13 19-78,-23-47-47,0-1 1,0 0-1,1 0 0,0-1 1,0 0-1,1 0 0,0 0 1,0-1-1,1 0 0,0-1 1,6 5 46,-1-4-585,1 0-1,-1 0 1,1-1 0,0-1 0,0 0 0,1-1 0,10 1 585,45 5-6961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15051,'0'0'2407,"0"0"-66,0 0 350,3 25-920,-3-25-1771,3 27 510,1 1-1,6 16-509,-10-42 35,1 1 0,0-1-1,0 0 1,0 1 0,0-1 0,1 0-1,-1 0 1,1 0 0,-1 0 0,1 0 0,0 0-1,0-1 1,-1 1 0,1 0 0,0-1-1,1 0 1,-1 1 0,0-1 0,0 0 0,1 0-1,-1 0 1,0 0 0,1-1 0,-1 1-1,1-1 1,-1 1 0,1-1 0,-1 0-1,1 0 1,-1 0 0,1 0 0,-1 0 0,1-1-1,0 0-34,10 1 144,7 0-154,0-1 1,1-2-1,-1 0 0,-1-1 1,1 0-1,0-2 1,-1 0-1,0-2 0,-1 0 1,1-1-1,-2 0 1,1-2-1,-1 0 0,-1-1 1,0-1-1,5-5 10,-18 15-16,19-15-303,-21 18 307,0 1 0,-1-1-1,1 1 1,-1-1-1,0 1 1,1-1 0,-1 1-1,1 0 1,-1-1-1,0 1 1,1 0 0,-1-1-1,0 1 1,0 0 0,1 0-1,-1-1 1,0 1-1,0 0 1,0 0 0,0-1-1,0 1 1,0 0-1,0 0 1,-1 0 12,5 22-54,25 119 808,-26-252 663,-3 85-1479,-1 1 90,2 0 0,0 1 0,1-1 0,3-5-28,-4 23-114,1-1-1,-1 1 1,2 0-1,-1 0 1,0 0-1,1 0 1,0 1 0,1-1-1,-1 1 1,1 0-1,0 0 1,0 0-1,1 0 1,0 1-1,-1 0 1,1 0 0,4-3 114,32-14-3149,2 7-3885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15419,'0'0'4431,"0"0"-1698,0 0-1216,-22 21-682,-11 9-319,-26 34-516,53-56 55,1 1 0,0 0 0,0 0 1,1 0-1,0 0 0,0 1 0,1-1 1,1 1-1,-1 0 0,2 0 0,-1 0 1,2 0-1,-1 0 0,1 0 0,1 1 1,1 8-56,-1 13 88,-2-25-74,2-1-1,-1 1 1,1-1-1,-1 0 1,2 1-1,-1-1 1,1 0 0,0 0-1,0 0 1,1 0-1,0 0 1,0 0-1,0-1-13,0-1 4,0-1 1,0 0-1,0 0 0,0 0 0,0 0 0,1 0 0,-1-1 0,1 0 0,0 1 1,0-1-1,0-1 0,0 1 0,0-1 0,0 1 0,0-1 0,1 0 0,-1-1 1,0 1-1,4-1-4,-1 1-58,1-1 0,-1 0 0,0 0 0,1 0 0,-1-1 0,0-1-1,0 1 1,1-1 0,-1 0 0,0-1 0,-1 1 0,1-1 0,0-1 0,-1 1 0,0-1 0,0 0 0,0-1 0,0 0 0,-1 1 0,1-2 0,-1 1 0,-1-1 0,1 1 0,-1-1 0,0-1 0,0 1 0,-1 0 0,1-1 0,-2 0 0,1 0 0,-1 0 0,0 0 0,0 0 0,-1 0 0,0-1 0,0 1 0,-1-2 58,1 0-63,1 0 90,-1 0 0,0 0 0,-1 0 0,0-1 0,-1 1 0,0 0 0,0 0 0,-1 0 0,-1-6-27,0 61 481,4-13-367,2-1 0,1 0-1,2 0 1,1-1 0,2 0-1,0 0 1,13 23-114,-20-52 318,0-9-128,1-26-71,-2-40-111,-1 48 76,1 0 0,1 1 0,0 0 0,2-1 0,4-9-84,-6 26 7,0 0-1,1 0 1,1 1 0,-1-1-1,1 1 1,0 0 0,1 0-1,0 0 1,0 0 0,0 1-1,1 0 1,0 0 0,0 1-1,0-1 1,1 1 0,0 1-1,6-4-6,-11 6-1,1 0-1,-1 1 0,1-1 0,0 1 0,-1 0 0,1 0 0,0 0 0,0 0 0,0 0 0,0 1 0,0-1 0,0 1 0,-1 0 0,1 0 0,0 0 0,0 0 0,0 0 0,0 1 0,0-1 0,0 1 0,0 0 0,0 0 0,-1 0 0,1 0 0,0 0 0,-1 1 0,1-1 0,-1 1 0,1 0 0,-1-1 0,0 1 0,1 0 0,-1 1 0,0-1 0,-1 0 0,1 0 0,0 1 0,-1-1 0,1 1 0,-1 0 0,0-1 0,0 1 0,1 1 3,5 16-23,-1 0 0,0 1 1,-1 0-1,-2 0 1,2 18 21,-1-7-9,14 42 22,-16-69-23,0-1-1,0 1 1,0-1 0,0 1-1,1-1 1,0 0-1,0 0 1,0 0-1,0-1 1,1 1-1,-1-1 1,1 0-1,0 0 1,2 2 10,1-2-148,1 1 1,-1-2 0,0 1-1,1-1 1,0 0-1,-1 0 1,2-1 147,37 4-3432,3-5-6595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13555,'0'0'2806,"0"0"28,0 0-808,0 0-605,-1 31 99,-2 7-1033,0 4 145,2 0 1,1 1-1,5 28-632,-1-38 328,2 0 1,2-1 0,9 26-329,-12-43 22,0-1 1,1 1-1,1-1 0,0-1 1,1 1-1,1-1 1,0 0-1,1-1 1,2 2-23,-10-12-56,1 1 0,-1-1 0,0 0 1,1 0-1,0 0 0,-1 0 0,1 0 0,0-1 1,0 1-1,0-1 0,0 0 0,0 0 0,0 0 1,0 0-1,1 0 0,-1-1 0,0 1 0,0-1 1,1 0-1,-1 0 0,0 0 0,1-1 0,-1 1 1,0-1-1,0 1 0,0-1 0,1-1 56,-1 1-126,1-1 0,0-1-1,-1 1 1,0 0 0,1-1-1,-1 0 1,0 0 0,-1 0-1,1 0 1,0 0 0,-1-1-1,0 1 1,1-1 0,-2 1 0,1-1-1,0 0 1,-1 0 0,1 0-1,-1 0 1,0-2 126,3-11-58,-2 0-1,0 1 1,0-1-1,-2 0 1,0-1 58,0 12 24,0 0 0,-1 0 1,1 1-1,-1-1 0,-1 1 1,1-1-1,-1 1 1,0-1-1,0 1 0,0 0 1,-1 0-1,0 0 0,0 0 1,0 0-1,0 1 0,-2-3-24,4 6 17,0 0-1,0 0 0,-1 0 0,1 0 1,0 0-1,0 0 0,0 0 1,-1 0-1,1 1 0,-1-1 0,1 0 1,0 1-1,-1-1 0,1 1 0,-1-1 1,1 1-1,-1 0 0,1 0 0,-1 0 1,1 0-1,-1 0 0,0 0 1,1 0-1,-1 0 0,1 0 0,-1 1 1,1-1-1,-1 1 0,1-1 0,0 1 1,-1 0-1,1-1 0,0 1 0,-1 0 1,1 0-1,0 0 0,0 0 1,0 0-1,-1 0 0,1 0 0,0 0 1,1 1-1,-1-1 0,0 0 0,0 1 1,1-1-1,-1 0 0,0 1 0,1-1 1,-1 1-1,1 0-16,-5 9 82,1 0 0,1 0 0,0 0 0,0 1 0,1 0 0,0 1-82,0 5 122,1 0 0,0-1 1,1 1-1,1 0 0,0-1 0,4 16-122,-3-28 14,-1 0 0,0 1 0,1-1-1,0 0 1,0 0 0,1-1 0,-1 1 0,1 0-1,0-1 1,0 0 0,1 1 0,-1-1 0,1 0-1,0-1 1,0 1 0,0-1 0,1 0 0,-1 0-1,1 0 1,0-1 0,-1 1 0,1-1-1,0 0 1,3 0-14,-1 0 13,1 0-1,-1 0 0,0-1 0,1 0 1,-1-1-1,0 0 0,1 0 0,-1 0 1,1-1-1,-1 0 0,0-1 1,1 0-1,-1 0 0,0 0 0,0-1 1,-1 0-1,5-2-12,7-7-743,0 0 1,0-1-1,-2-1 0,1-1 1,2-4 742,20-20-7925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15387,'0'0'4689,"0"0"-2400,0 0 223,0 0-1736,0 0-423,0 0 327,16 135-72,8-53-200,0 3-168,3-8-128,5-12-64,3-12-96,8-16-304,24-20-320,-5-13-1817,-11-4-6521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7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67 158 17476,'0'0'3903,"0"0"-1957,0 0-382,0 0-477,-13 28-300,13-28-787,-17 39 179,1 1-1,0 3-178,15-39 18,0-1-1,0 1 1,1-1-1,-1 1 1,1 0-1,0-1 1,0 1-1,0-1 0,0 1 1,0 0-1,1-1 1,0 1-1,0-1 1,0 1-1,0-1 1,0 0-1,1 1 0,-1-1 1,1 0-1,0 0 1,0 0-1,0 0 1,0 0-1,1-1 0,-1 1 1,1-1-1,0 1 1,0-1-18,5 4 36,1-1-1,0 0 1,0 0 0,1-1 0,-1-1 0,1 1-1,6 0-35,-1 0 18,0 0-1,0-1 0,0-1 0,0 0 1,0-2-1,1 1 0,-1-2 1,0 0-1,0-1 0,4-1-17,-13 2 6,0-1 1,1 1-1,-1-1 0,0-1 1,0 1-1,-1-1 0,1 0 0,-1-1 1,1 1-1,-1-1 0,0 0 0,0 0 1,-1-1-1,1 1 0,-1-1 0,0 0 1,0-1-1,-1 1 0,0 0 0,1-1 1,-2 0-1,1 0 0,-1 0 0,0 0 1,1-2-7,-1-5 44,0 0 0,0 0 1,-1 0-1,-1 0 1,0 0-1,-1 0 0,0 0 1,-1 0-1,0 0 0,-1 0 1,-1 1-1,0-1 1,-1 1-1,0 0 0,0 0 1,-2 1-1,1 0 0,-1 0 1,-1 0-1,0 1 1,-1 0-1,0 0 0,0 1 1,-1 1-1,0-1 1,0 2-1,-1-1 0,0 1 1,-9-3-45,18 9-604,10 1-495,88 19-6164,-44-5-1773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15843,'0'0'2638,"0"0"-505,13 21-509,86 133 247,-89-140-1761,-1 1-1,-1 0 0,0 0 1,-1 1-1,-1 0 0,0 0 1,-1 1-1,-1-1 0,0 1 1,-2 0-1,0 0 0,0 12-109,-2-29 3,0 1 0,0-1 0,0 1-1,0-1 1,0 1 0,-1-1 0,1 1-1,0-1 1,0 1 0,0-1 0,-1 1 0,1-1-1,0 1 1,0-1 0,-1 0 0,1 1-1,0-1 1,-1 1 0,1-1 0,0 0-1,-1 1 1,1-1 0,-1 0 0,1 0-1,-1 1 1,1-1 0,-1 0 0,1 0-1,0 1 1,-1-1 0,1 0 0,-1 0-1,0 0 1,1 0 0,-1 0 0,1 0-3,-28-3 14,-23-16-325,30 10-864,-1 2 0,0 1 1,-1 0-1,-17-1 1175,4 0-3481,-7-2-4553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15107,'0'0'2194,"0"0"-558,0 0-33,2 27-305,10 85-398,-11-107-823,1-1 0,-1 1 0,1 0-1,0 0 1,0-1 0,1 1 0,-1-1-1,1 1 1,0-1 0,0 0 0,0 0 0,1-1-1,-1 1 1,1 0 0,0-1 0,0 0-1,0 0 1,1-1 0,-1 1 0,1-1 0,-1 0-1,1 0 1,3 1-77,2 0 129,0-1 0,0 0 0,0 0 0,0-1 0,0 0-1,0-1 1,0 0 0,0-1 0,8-1-129,-14 1 17,0 0 0,0 0 0,0 0 0,0-1-1,-1 1 1,1-1 0,0 0 0,-1 0 0,1 0 0,-1 0 0,0-1-1,0 1 1,0-1 0,0 0 0,0 0 0,0 0 0,0-1-17,1-3 10,0 0 1,0 1 0,-1-2 0,0 1 0,0 0 0,0-1-1,-1 1 1,0-1 0,-1 0-11,2-9 43,-1 0 0,-1 0 1,0 0-1,-1 0 0,-1 0 0,-1 0 0,-1 0 1,-1-4-44,-6-9-26,-4-23 270,13 51-341,1 0 0,0-1 0,0 1 0,1-1 0,-1 1 1,0-1-1,1 1 0,-1 0 0,1-1 0,0 1 0,0 0 0,0 0 1,0-1-1,0 1 0,0 0 0,1 0 0,-1 0 0,1 0 0,-1 0 1,2 0 96,24-19-5452,3 2-3921</inkml:trace>
  <inkml:trace contextRef="#ctx0" brushRef="#br0" timeOffset="1">444 10 15627,'0'0'4921,"0"0"-960,0 0-2769,32 130-175,-21-84-633,5 5 104,-3-3-472,4 0-32,-4-2 16,3-5-144,6-2-408,15 2-633,1-9-2687,-3-8-2642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17932,'0'0'4073,"0"0"-1993,0 0-1008,0 0-592,0 0 113,62 174 95,-35-92-528,-6 3 256,-5-6-400,-2-13-8,-1-16-8,-5-11-168,0-15-360,-3-21-977,1-3-2391,-3-3-3554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3473,'0'0'12282,"0"0"-8281,0 0-1888,0 0-977,0 0-576,0 0-320,182-53-240,-136 58 48,-3 17 32,-8 2-72,-6 0 800,-5 0-528,-5-4-56,3-3-224,23-3-360,-4-2-1912,-1-7-3185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7 119 18244,'0'0'2350,"0"0"-653,0 0-326,-1 21-280,-4 70-440,6-29-119,-1-60-506,0 1 1,1 0 0,0-1-1,-1 1 1,1-1 0,0 0-1,0 1 1,1-1-1,-1 0 1,0 1 0,1-1-1,-1 0 1,1 0-1,0 0 1,0 0-27,2-42 27,-5 17-39,1 0 1,2 0 0,0 1 0,2-1-1,0 1 1,4-8 11,-7 25 0,1 0 1,0-1-1,0 1 0,1 0 0,0 0 1,-1 0-1,2 1 0,-1-1 0,1 1 1,-1-1-1,1 1 0,0 0 1,0 0-1,1 1 0,-1 0 0,1-1 1,0 1-1,0 1 0,0-1 0,0 1 1,1 0-1,-1 0 0,0 0 1,1 1-1,-1 0 0,1 0 0,0 0 1,0 1-1,0 0-10,-1 0 1,0 1-1,1 0 1,-1 0-1,0 0 1,0 0-1,0 1 1,0 0-1,0 0 1,0 0-1,0 1 1,-1 0-1,1 0 1,-1 0 0,1 0-1,-1 1 1,0-1-1,-1 1 1,1 0-1,-1 0 1,0 0-1,3 4 10,2 5 0,0 0-1,-1 0 0,-1 1 0,0-1 1,0 1-1,-1 1 0,2 10 1,-6 2 51,-1-26-58,0-5 86,-3-38-92,1 21 81,1 1 0,0 0-1,1-1 1,3-17-68,-3 35 17,1 0-1,-1 0 1,1 0-1,-1 0 1,1 0-1,0 0 1,0 0-1,0 0 1,1 1-1,-1-1 1,1 0-1,-1 1 1,1-1-1,0 1 1,0-1-1,0 1 1,0 0-1,0 0 1,1 0-1,-1 0 1,1 1-1,-1-1 1,1 0-1,0 1 1,-1 0-1,1 0 1,0-1-1,0 2 1,0-1-1,0 0 1,0 1-1,0-1 1,0 1-17,-1 0 5,1 1-1,-1-1 1,0 1 0,0-1 0,1 1 0,-1 0 0,0 0-1,0 0 1,0 0 0,0 0 0,0 1 0,0-1 0,0 0 0,0 1-1,-1 0 1,1-1 0,-1 1 0,1 0 0,-1 0 0,1 0-1,-1 0 1,0 0 0,0 0 0,0 0 0,0 0 0,-1 0-1,1 1 1,0-1 0,-1 0 0,0 1-5,5 14 34,-1 0 0,-1 0 1,0 15-35,-2-22 2,2 30 6,-3-20-14,2 0 1,0 0-1,1 0 0,4 14 6,-6-30-13,0 0-1,1 0 1,-1 0 0,1 0-1,0 0 1,0-1-1,0 1 1,0-1-1,1 1 1,-1-1 0,1 0-1,0 0 1,0 0-1,0 0 1,0 0-1,0-1 1,1 1 0,0-1-1,-1 0 1,1 0-1,0 0 1,0-1 0,0 1-1,3 0 14,6-1-491,0 1 1,0-1-1,0-1 1,0-1-1,7 0 491,42-11-6081,11-15-8495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90 102 16396,'0'0'2731,"0"0"-1042,0 0-107,-15 25-452,-44 83-584,56-103-523,1 0-1,0 1 0,0-1 0,0 0 0,1 1 0,0-1 1,0 1-1,0-1 0,1 1 0,0 0 0,0-1 0,0 1 0,0 0 1,1-1-1,0 1 0,1-1 0,-1 1 0,2 3-22,-1-5 15,1 0 1,-1 0-1,1-1 0,0 1 0,0 0 0,0-1 1,0 0-1,1 0 0,-1 0 0,1 0 1,0 0-1,0-1 0,0 1 0,0-1 0,0 0 1,0-1-1,0 1 0,1-1-15,1 1 18,0 0 0,1 0-1,-1-1 1,0 0 0,0-1 0,1 1 0,-1-1-1,1 0 1,-1-1 0,0 0 0,1 0 0,-1 0-1,0-1 1,0 1 0,0-1 0,0-1 0,0 1-1,-1-1 1,1 0 0,-1-1 0,1 1 0,-1-1-1,0 0 1,-1 0 0,1-1 0,-1 0 0,1 1-1,-1-1-17,-1-2 76,1 0-1,-1 0 1,0 0-1,0 0 0,-1 0 1,1-1-1,-2 1 0,1-1 1,-1 1-1,-1-1 1,1 0-1,-1 1 0,0-1 1,-1 0-1,0 1 1,0-1-1,-1 0 0,-1-2-75,0-2 94,-2 1 1,0 0-1,0 0 0,-1 0 0,0 1 0,-1-1 0,0 2 0,0-1 1,-1 1-1,-1 0 0,0 0-94,3 3-183,-15-14 580,21 20-466,0 0 0,0-1 0,-1 1-1,1 0 1,0-1 0,0 1 0,0 0 0,0-1-1,-1 1 1,1 0 0,0-1 0,0 1 0,0-1-1,0 1 1,0 0 0,0-1 0,0 1 0,0 0-1,0-1 1,0 1 0,0-1 0,0 1 0,1 0-1,-1-1 1,0 1 0,0 0 0,0-1 0,0 1-1,0 0 1,1-1 0,-1 1 0,0 0-1,0 0 1,1-1 0,-1 1 0,0 0 0,1 0-1,-1-1 1,0 1 0,0 0 0,1 0 0,-1 0-1,0-1 1,1 1 0,-1 0 0,1 0 0,-1 0-1,0 0 1,1 0 0,-1 0 0,0 0 0,1 0-1,-1 0 1,1 0 0,-1 0 0,0 0 0,1 0-1,-1 0 1,0 0 69,22-2-7782</inkml:trace>
  <inkml:trace contextRef="#ctx0" brushRef="#br0" timeOffset="1">498 0 14755,'0'0'3978,"0"0"-2463,0 0-60,7 26-417,44 156 227,-44-157-901,-2 0 0,-1 1 0,-1 0 0,-1 0 0,-1 0 0,-1 0 0,-3 15-364,3-40 19,0 1 1,0-1-1,0 1 1,-1-1 0,1 1-1,0-1 1,-1 1-1,1-1 1,-1 1-1,0-1 1,1 1-1,-1-1 1,0 0 0,0 1-1,0-1 1,0 0-1,0 0 1,0 0-1,0 0 1,0 0 0,-1 0-1,1 0 1,0 0-1,0 0 1,-1 0-20,-1-1 15,0 1 0,1-1 0,-1 1 0,1-1 0,-1 0 0,0 0 0,1 0 0,-1-1 0,1 1 0,-1 0 1,1-1-1,-1 0 0,1 0 0,-2 0-15,-12-6 10,1-1 0,0 0 1,0-1-1,-8-7-10,12 9 10,9 6-54,-51-37-534,25 7-3033,20 11-2401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2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14507,'0'0'2974,"0"0"-771,28-3-812,4-1-1079,24-2 157,0-2 1,7-5-470,-28 7 126,-24 5-103,-1-1-1,1 0 1,0-1-1,0 0 1,-1-1-1,5-2-22,-15 6-1,0 0 0,1 0 0,-1 0 0,0 0-1,1 0 1,-1 0 0,0 0 0,1 0-1,-1-1 1,0 1 0,0 0 0,1 0 0,-1 0-1,0-1 1,0 1 0,1 0 0,-1 0-1,0 0 1,0-1 0,0 1 0,1 0 0,-1-1-1,0 1 1,0 0 0,0 0 0,0-1-1,0 1 1,0 0 0,0-1 0,1 1 0,-1 0-1,0-1 1,0 1 0,0 0 0,0-1-1,0 1 1,-1 0 0,1-1 1,-12-5-10,-18 0 1,9 5 18,1 0 0,-1 0 1,1 2-1,-1 1 0,-18 4-9,35-6 9,-1 1 0,1 1 0,0-1 0,-1 1 0,1-1 0,0 1 0,0 0 0,0 0 0,0 1 0,1 0 0,-1-1 0,1 1 1,-1 0-1,1 0 0,0 1 0,0-1 0,0 1 0,1 0 0,-1-1 0,1 1 0,0 0 0,0 0 0,1 1 0,-1-1 0,1 0 0,-1 0 0,1 1 0,1-1 0,-1 5-9,1-6 7,-1 0-1,1-1 1,1 1 0,-1 0-1,0 0 1,1 0-1,-1 0 1,1 0 0,0-1-1,0 1 1,0 0-1,1-1 1,-1 1 0,0 0-1,1-1 1,0 0-1,-1 1 1,1-1 0,0 0-1,0 0 1,0 0-1,1 0 1,-1 0 0,0-1-1,3 2-6,8 4 28,0 0-1,1-2 1,0 1-1,0-2 1,0 1-28,38 13 9,-39-11-9,-1-1-1,0 2 0,0-1 1,-1 2-1,0-1 0,0 2 1,-1 0-1,0 0 1,-1 0-1,7 11 1,-10-12-5,0-1-1,-1 2 1,0-1 0,-1 0 0,0 1-1,-1 0 1,0 0 0,0 0 0,-1 0-1,-1 1 1,1-1 0,-2 0 0,1 1-1,-2 10 6,0-18 41,1 1 0,-1-1 0,0 1 0,0-1-1,0 0 1,-1 1 0,1-1 0,-1 0 0,0 0-1,0 0 1,0 0 0,0 0 0,-1 0 0,1-1 0,-1 1-1,1-1 1,-1 0 0,0 1 0,0-1 0,0-1-1,0 1 1,-1 0 0,1-1 0,0 1 0,-1-1 0,1 0-1,-3 0-40,-9 3 451,0-1 0,0 0-1,-1-2 1,1 1 0,-14-2-451,26 0 33,-1-1-1,1 1 1,-1-1 0,1 1 0,-1-1 0,1 0 0,-1-1 0,1 1 0,0 0 0,-1-1 0,1 0 0,0 0 0,0 0 0,0 0-1,1 0 1,-1-1 0,0 1 0,1-1 0,0 0 0,-1 1 0,1-1 0,0 0 0,0-2-33,-2-1-14,1-1-1,0 1 1,0-1 0,1 0-1,0 0 1,0-1 0,1 1 0,0 0-1,0-1 1,0 1 0,1-1 14,1 6-60,-1 0 0,1 1 1,0-1-1,0 1 0,0-1 1,0 1-1,0-1 0,0 1 1,1 0-1,-1-1 0,0 1 0,1 0 1,-1 0-1,1 0 0,-1 0 1,1 0-1,-1 0 0,1 1 1,0-1-1,-1 0 0,1 1 1,0-1-1,0 1 0,-1 0 0,1 0 1,0-1-1,1 1 60,5-2-451,42-11-2987,2 1-3132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3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17668,'0'0'2622,"0"0"-441,0 0-1042,-20 21-465,-8 8-470,1 2 0,0 3-204,24-31 15,1 0 1,0 0-1,0 0 1,1 0-1,-1 0 1,1 0-1,-1 1 0,1-1 1,0 1-1,1-1 1,-1 1-1,0-1 1,1 1-1,0-1 1,0 1-1,0-1 0,0 1 1,0 0-1,1-1 1,0 1-1,0-1 1,0 1-1,0-1 1,0 0-1,1 1 0,-1-1 1,1 0-1,0 0 1,0 0-1,0 0 1,0 0-1,1-1 1,-1 1-16,5 3 26,-1 0 1,2 0 0,-1 0-1,0-1 1,1 0-1,0-1 1,0 0 0,1 0-1,-1 0 1,6 0-27,-3 0-46,0-1 0,0-1-1,0 0 1,0-1 0,1 0 0,-1-1-1,0 0 1,1 0 0,-1-2-1,0 1 1,0-1 0,0-1 0,0 0-1,5-2 47,-10 2-98,1 0 0,-1-1 0,0 0-1,0 0 1,-1 0 0,1 0 0,-1-1-1,0 0 1,0 0 0,-1 0 0,0-1-1,0 1 1,0-1 0,0 0 0,-1 0-1,0-1 1,0 1 0,-1-1 0,1 1 0,-2-1-1,1 0 1,-1 0 0,1-5 98,0-68 709,-2 80-685,-1-1-1,1 1 1,0 0-1,0 0 1,0 0-1,0 0 1,0-1-1,0 1 1,0 0-1,0 0 0,0 0 1,0 0-1,0-1 1,0 1-1,0 0 1,0 0-1,0 0 1,0 0-1,0-1 1,0 1-1,0 0 1,0 0-1,0 0 0,0 0 1,1 0-1,-1-1 1,0 1-1,0 0 1,0 0-1,0 0 1,0 0-1,0 0 1,0 0-1,1-1 1,-1 1-1,0 0 1,0 0-1,0 0 0,0 0 1,0 0-1,1 0 1,-1 0-1,0 0 1,0 0-1,0 0 1,0 0-1,1 0 1,-1 0-1,0 0 1,0 0-1,0 0 1,0 0-1,1 0 0,-1 0 1,0 0-24,10 9 259,6 16-306,-3 5 161,-1 0 0,-2 1 0,-1 1 0,-1 0 0,0 13-114,-8-59 105,0 1 1,0 0 0,1-1 0,1 1-1,0 0 1,0 0 0,2 0-1,0 1 1,0-1 0,1 1 0,0 0-1,1 0 1,1 0 0,0 1-1,4-6-105,-9 16 7,-1-1 0,0 0 1,1 1-1,-1-1 0,1 1 0,-1-1 0,1 1 0,0 0 0,0-1 0,0 1 0,-1 0 0,1 0 0,0 0 0,0 1 0,0-1 0,1 0 0,-1 1 0,0-1 0,0 1 0,0 0 0,0 0 0,0 0 0,1 0 0,-1 0 0,0 0 0,0 1 0,0-1 0,0 1 0,0-1 0,0 1 0,0 0 0,0 0 0,0 0 0,0 0 0,0 0 0,0 0 0,-1 0 1,1 1-1,0-1 0,-1 1 0,1-1 0,-1 1 0,1-1 0,-1 1 0,0 0 0,0 0 0,0 0 0,0 0-7,7 10 23,-1 1 0,-1-1 0,0 1-1,-1 1 1,0-1 0,2 10-23,2 20-111,-1 2 1,-1 18 110,-4-57-2839,-3-6-2420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3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16412,'0'0'6113,"0"0"-4153,0 0 73,0 0-1545,0 0-168,193-39-312,-112 39-8,8 0-88,31 14-1152,-15 8-1025,-19-2-6321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3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6 15491,'0'0'4331,"0"0"-2490,0 0-560,-23 26 52,-72 85-558,91-108-730,1 1-1,-1 1 1,1-1-1,0 0 1,1 1-1,-1-1 1,1 1-1,0 0 1,0 0-1,0 0 1,1 0-1,-1 0 1,1 0-1,1 0 1,-1 0 0,1 1-1,0-1 1,0 0-1,0 1-44,1 3 65,-1-6-50,0-1 0,0 1 0,1-1 0,-1 1 0,1-1 1,0 1-1,0-1 0,0 0 0,0 0 0,0 1 0,0-1 0,1 0 0,-1 0 1,1 0-1,0 0 0,-1 0 0,1 0 0,0-1 0,0 1 0,0-1 0,0 1 1,0-1-1,0 0 0,1 1 0,-1-1 0,0-1 0,1 1 0,-1 0 0,1 0 0,1 0-15,10 1 31,0 0 0,1 0 0,-1-1 0,0-1 0,3-1-31,-1 1 33,-2 0-21,0-1 0,0 0 0,0-1 0,0 0 0,0-2 0,0 1 0,5-4-12,-14 6 10,-1-1 1,0 0-1,1 0 1,-1 0-1,0-1 1,0 1-1,-1-1 1,1 0-1,-1 0 1,1 0-1,-1-1 1,0 1-1,0-1 0,0 1 1,-1-1-1,1 0 1,-1 0-1,0-1 1,0 1-1,0 0 1,-1-1-1,1 1 1,-1-1-1,0-2-10,0 1 35,-1 0-1,1 0 1,-1 0 0,-1 0-1,1 0 1,-1 0-1,0 0 1,0 0 0,-1 0-1,0 0 1,0 1 0,0-1-1,-2-1-34,-3-4 153,0 0 0,-1 0 0,0 1-1,-9-9-152,-26-32-129,49 50-487,0-1 1,0 1-1,0 0 0,1 0 0,-1 1 0,0-1 0,0 1 0,3 1 616,-9-1-28,45 0-7061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31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152 302 15715,'0'0'3877,"0"0"-2211,0 0-734,0 0-464,0 0-168,6 27-184,43 154-4,-45-160 158,0 0 0,-2 0 0,0 0 0,-2 0 0,0 4-270,0-16 287,0-8-246,-1 0 0,1-1 1,0 1-1,0 0 1,-1 0-1,1 0 0,0 0 1,-1 0-1,1 0 1,-1 0-1,1-1 1,-1 1-1,0 0 0,1 0 1,-1-1-1,0 1 1,0 0-1,1-1 0,-1 1 1,0-1-1,0 1 1,0-1-1,0 1 0,0-1 1,1 0-1,-1 1 1,0-1-1,0 0 0,0 0 1,0 0-1,0 1 1,0-1-1,0 0-41,-41 1 495,31-1-336,-28 1-7,27 1-100,1-1 0,-1-1 0,0 0-1,0-1 1,1 0 0,-1-1 0,-1 0-52,13 2-9,0 0 0,-1 0 0,1 0 0,-1 0 0,1 0 1,0-1-1,-1 1 0,1 0 0,0 0 0,-1 0 0,1 0 0,0-1 0,-1 1 1,1 0-1,0 0 0,-1 0 0,1-1 0,0 1 0,0 0 0,-1-1 0,1 1 1,0 0-1,0-1 0,0 1 0,0 0 0,-1-1 0,1 1 0,0 0 0,0-1 1,0 1-1,0 0 0,0-1 0,0 1 0,0-1 0,0 1 0,0 0 0,0-1 1,0 1-1,0 0 0,0-1 0,0 1 0,0-1 0,0 1 0,0 0 0,1-1 1,-1 1-1,0 0 0,0-1 0,0 1 0,1 0 0,-1 0 0,0-1 0,0 1 1,1 0-1,-1-1 0,0 1 0,1 0 0,-1 0 0,0 0 0,1-1 0,-1 1 10,22-12-1767,13 1-3749,3 2-4867</inkml:trace>
  <inkml:trace contextRef="#ctx0" brushRef="#br0" timeOffset="1">463 0 16612,'0'0'4889,"0"0"-2633,0 0 57,0 0-1489,0 0-520,0 0-224,0 0 128,-11 124-160,17-81-48,2-7 0,11-4-648,-3-13-585,3-9-4672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3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15011,'0'0'7658,"0"0"-6186,0 0-360,0 0-239,0 0-313,-32 171-544,32-93-16,0-18-1305,3-14-5592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0 11546,'0'0'3777,"0"0"-1514,0 0 186,0 0-839,0 0-637,-8 2-218,2 0-609,-1 0 0,1 1-1,0 0 1,-1 0 0,1 0 0,1 1 0,-1 0-1,1 0 1,-1 1 0,-2 3-146,-58 61 986,29-28-568,-94 89 332,-34 35-502,133-129-345,1 2 1,2 1-1,-18 34 97,45-70-256,-10 15-475,5-15-1995,3-11-3594,1-11-1828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0 464,'0'0'14515,"0"0"-12306,0 0 623,0 0-807,0 0-625,83 170 24,-64-108-704,-6 4 49,1-1-353,-1-5-168,3-4-232,3-6-8,2-4-8,1-2-360,-3-1-376,5 18-1169,-8-11-2264,-3-9-2448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87 12883,'0'0'2324,"0"0"433,0 0-633,0 0-763,0 0-325,-1-4-23,1 3-875,0 0 0,0 0-1,0 0 1,0-1 0,0 1 0,-1 0-1,1 0 1,0 0 0,-1 0-1,1 0 1,-1 0 0,1 0-1,-1 0 1,0 0 0,1 0-1,-1 0 1,0 0 0,0 0-1,0 0 1,0 1 0,0-1 0,0 0-1,0 0 1,0 1 0,0-1-1,0 1 1,-1-1-138,1 1 45,-1 0 0,1 0-1,-1 0 1,1 1 0,-1-1 0,1 0 0,-1 1-1,1-1 1,0 1 0,-1 0 0,1-1 0,-1 1-1,1 0 1,0 0 0,0 0 0,0 0 0,0 0-1,-1 0 1,1 0 0,0 0 0,1 0 0,-1 1-1,0-1 1,0 0 0,0 1 0,1-1-45,-8 11 41,1 1 0,0-1 0,1 1 0,0 0 0,1 1 0,0-1 0,2 1 0,-1 0 0,2 0 0,0 1 0,0-1 0,1 0 0,1 1 0,1-1 0,0 0 0,0 0 1,2 1-1,0-1 0,0 0 0,1-1 0,1 1 0,1-1 0,-1 0 0,2 0 0,0 0 0,1-1 0,7 10-41,-8-13-2,1-1 1,-1-1-1,1 1 0,0-1 1,1-1-1,0 0 0,0 0 1,0 0-1,1-1 0,-1-1 1,1 1-1,0-2 0,1 1 1,0-1 1,-3-2 0,0 1 1,0-1 0,0 0-1,0-1 1,0 0 0,0 0 0,0-1-1,1 0 1,-1 0 0,0-1-1,-1 0 1,1 0 0,0-1-1,0 0 1,-1 0 0,0-1 0,0 0-1,6-5 0,-3 2 19,0-1 0,-1 0 0,0-1 0,0 0-1,-1 0 1,0-1 0,-1 0 0,0 0 0,0-1 0,-1 1-1,-1-2 1,0 1 0,0-1 0,-1 1 0,-1-1-19,4-19 57,-2 0-1,0-1 1,-3 1 0,0-1 0,-3-10-57,1 35 1,0 0 0,0 1 0,-1-1 0,0 0-1,0 1 1,-1-1 0,0 0 0,0 1 0,0 0 0,-1-1 0,0 1-1,0 0 1,-1 0 0,0 1 0,0-1 0,0 1 0,-1 0 0,1 0 0,-1 0-1,-2-1 0,0 2-88,0-1 0,0 1-1,-1 0 1,0 1-1,0-1 1,0 2-1,0-1 1,0 1-1,0 0 1,-1 1 0,1 0-1,-1 0 1,1 1-1,-1 0 1,1 0-1,-8 2 89,-8 2-785,1 0 0,0 2-1,-4 2 786,-38 15-4505,-4 7-5815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32 260 10802,'0'0'2030,"0"0"-587,0 0 165,9-22-595,-1 4-740,19-44 2928,15-58-3201,-39 103 1137,2-4 542,-5 21-1611,0 0 0,0 0 0,0 1 0,0-1 0,0 0 0,0 0 0,0 0 0,0 0 0,1 0 0,-1 0 0,0 0 0,0 0 0,0 0 0,0 0 0,0 0 0,0 0 0,0 0 0,0 0 0,1 0 0,-1 0 0,0 0 1,0 0-1,0 0 0,0 0 0,0 0 0,0 0 0,0 0 0,0 0 0,0 0 0,1 0 0,-1 0 0,0 0 0,0 0 0,0 0 0,0-1-68,14 177 328,-10-103-86,3-1 0,8 28-242,-11-80-204,2 6-1262,-1 1-1,-2 0 0,1 18 1467,-5-43-250,1-1 0,-1 1-1,1-1 1,-1 1 0,0-1-1,1 1 1,-1-1-1,0 0 1,0 1 0,0-1-1,0 0 1,0 0 0,-1 1-1,1-1 1,0 0 0,-1 0-1,1 0 1,0-1-1,-1 1 1,1 0 0,-1 0-1,1-1 1,-1 1 250,-47 16-5782,32-11 2843,-22 7 3921,-20 5 10942,58-17-10480,1-1-457,29 0 376,0-2-1132,0-1 0,-1-1 1,1-2-1,2-1-231,3-1-135,0 1 0,1 2 0,4 1 135,44 4-3299,-56 0 121,21 0-6659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0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9634,'0'0'4708,"0"0"-1904,0 0-827,0 0-644,0 0-334,0 0-291,17-11-213,57-35-51,-68 43-355,-1 0-1,1 0 0,0 1 0,0 0 1,0 0-1,0 0 0,0 1 0,0 0 1,1 0-1,-1 0 0,0 1 0,1 0 1,-1 0-1,0 1 0,7 1-88,1-1 31,-10 0-26,0 0-1,-1 0 1,1 0-1,0 1 1,-1-1 0,1 1-1,-1 0 1,1 0-1,-1 0 1,0 0-1,0 1 1,0-1 0,0 1-1,0 0 1,-1 0-1,1 0 1,-1 0-1,0 0 1,0 0 0,0 1-1,0-1 1,0 1-1,-1 0 1,0-1-1,0 1 1,0 0 0,0 0-1,0 0 1,-1-1-1,1 2-4,0 5 15,0 0 0,0-1 0,-1 1 0,0 0 0,-1 0 0,0-1 0,0 1 0,-1 0 0,-1-1 0,1 1 0,-5 8-15,-4 2 70,0 1 0,-2-2 1,0 0-1,-1 0 1,-1-1-1,-1-1 1,0 0-1,-2-1 1,1-1-1,-2-1 0,-4 2-70,138-10 950,-37-5-2589,-1 4 0,27 6 1639,-47-3-5685,0-4-4697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1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67 12523,'0'0'3642,"0"0"-1408,0 0-229,0 0-824,0 0-497,0 0-362,26-10-128,82-31 63,-100 38-218,1 0 0,0 1 0,0 0 0,0 0 0,0 0 0,0 1 0,0 1 0,1 0 0,-1 0 0,0 1 0,7 1-39,-5-1 9,-8 0-8,0-1 1,-1 1-1,1 0 1,-1 0 0,1 0-1,-1 1 1,1-1-1,-1 1 1,0-1 0,0 1-1,1 0 1,-1-1-1,-1 1 1,1 0 0,0 1-1,0-1 1,-1 0-1,1 0 1,-1 1-1,0-1 1,1 1 0,-1-1-1,0 1 1,-1-1-1,1 1 1,0 2-2,0-1 3,0-1 1,-1 0-1,1 0 0,-1 0 1,0 1-1,0-1 0,0 0 1,0 0-1,-1 1 0,1-1 1,-1 0-1,0 0 0,0 0 1,0 0-1,0 0 0,0 0 1,-1 0-1,1 0 0,-1 0 1,0 0-1,0-1 0,-2 3-3,-11 6 51,-1 1 0,-1-2-1,0 0 1,0-1 0,-1-1-1,-9 3-50,-9 5 78,89-19-57,-42 1-20,0 1-1,0 0 1,0 0-1,0 1 1,0 1-1,0 0 1,0 0-1,3 2 0,-9-1-2,0-1 0,0 2 1,0-1-1,0 1 0,-1-1 0,1 1 0,-1 1 0,0-1 0,0 0 0,0 1 0,0 0 1,0 0-1,-1 0 0,0 0 0,0 1 0,0 0 0,2 4 2,-3-5 7,1 0 0,-1 1 0,0-1 0,0 1 0,0 0 0,-1 0 0,0-1 0,0 1 0,0 0 0,0 0 0,-1 0 0,0 0 0,0 0 0,0 0 0,0 0 0,-1 0 0,0 0 0,0 0 0,-1 0 1,1 0-1,-2 2-7,0-2 133,0 1 1,-1-2-1,0 1 1,1 0 0,-2-1-1,1 1 1,0-1 0,-1 0-1,0-1 1,0 1 0,0-1-1,0 0 1,-1 0-1,1-1 1,-1 1 0,1-1-1,-5 1-133,-11 1 126,0-1 0,0 0 0,0-1 0,0-2 0,0 0 0,-18-3-126,-21 1 104,-140-5-6047,161 9 113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9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11026,'0'0'2528,"0"0"-565,0 0 84,0 0-364,0 0-594,-26 9-190,-9 3-501,0 2 0,-8 6-398,37-17 66,0 1 0,1 0 1,-1 0-1,1 0 0,0 1 0,1-1 0,-1 1 0,1 0 0,0 1 0,0-1 0,0 1 0,1 0 0,0 0 0,-2 5-66,0 2 116,1 0-1,0 1 1,1-1 0,1 1-1,0 5-115,0-11 43,1-1-1,1 1 0,0 0 0,0 0 1,0-1-1,1 1 0,0 0 0,0-1 1,1 1-1,0-1 0,2 5-42,-2-9 14,0 1 0,0-1 0,1 0 0,-1 1 1,1-1-1,0-1 0,0 1 0,0 0 0,0-1 0,0 1 0,0-1 0,1 0 0,-1 0 0,1 0 1,0-1-1,-1 1 0,1-1 0,0 0 0,0 0 0,0 0 0,0 0 0,3-1-14,7 2 31,-1-1 0,1 0 0,0-1 1,0-1-1,0 0 0,0-1 0,-1 0 0,1-1 0,0-1 0,-1 0 0,0-1 0,0 0 0,-1-1 1,7-4-32,-13 6 15,0 0 0,0 0 0,0-1 1,0 0-1,-1 0 0,0 0 0,0 0 1,0-1-1,-1 0 0,0 0 0,0 0 1,0 0-1,-1-1 0,0 0 1,0 1-1,-1-1 0,0 0 0,0 0 1,0-1-1,-1 1 0,0 0 0,-1 0 1,1-1-1,-1 1 0,-1 0 1,0 0-1,0-1 0,-1-3-15,1 7 40,-1 0 0,1 1 0,-1-1 0,0 0 0,0 0-1,-1 1 1,1-1 0,-1 1 0,0 0 0,1 0 0,-1 0 0,-1 0 0,1 0 0,0 1-1,-1-1 1,0 1 0,1 0 0,-1 0 0,0 0 0,0 1 0,0-1 0,0 1 0,0 0 0,-4 0-40,-2-2-73,0 1 1,0 1-1,-1-1 1,1 2-1,-1 0 1,1 0-1,-1 1 1,1 0-1,-7 2 73,-2 7-2211,9 2-3115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1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15315,'0'0'2329,"0"0"-289,0 0 689,-51 137-1273,30-91-448,5 0-552,0-5-232,2-4-224,6-9 24,6-8-24,2-8-168,0-12-1088,8 0-1768,13-15-3210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1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13811,'0'0'4305,"0"0"-1761,0 0-831,0 0-753,0 0-448,0 0 328,0 0 48,32 174-327,-32-116-89,0-5-344,0-5 16,0-12-144,8-9-16,13-18-736,-2-4-1657,-3-5-4848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10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11 12699,'0'0'4002,"0"0"-2383,0 0 13,-4 26-53,3-21-1510,-8 39 576,3 0-1,1 1 0,3-1 0,1 19-644,2-57 44,-1 0 0,1 0 0,0-1 0,1 1 1,-1 0-1,1-1 0,0 0 0,0 1 0,1-1 0,0 0 0,0 0 0,0 0 0,0 0 0,1-1 0,0 0 0,0 1 0,0-1 0,0-1 1,0 1-1,1 0 0,0-1 0,0 0 0,0 0 0,0-1 0,0 1 0,1-1 0,-1 0 0,1-1 0,-1 1 0,1-1 0,1 0-44,1 0 22,-1 0-1,1-1 0,-1 0 1,1 0-1,-1-1 0,1 0 1,-1 0-1,0 0 0,1-1 1,-1 0-1,0-1 0,0 0 0,0 0 1,0 0-1,-1-1 0,0 0 1,1 0-1,-1-1 0,0 1 1,-1-1-1,1-1 0,-1 1 1,3-6-22,-2 1 65,0 0 0,-1 0 0,0 0 0,-1-1 0,0 0 1,-1 0-1,0 0 0,-1-1 0,0 1 0,-1 0 1,0-1-1,-1 1 0,0-1 0,-2-7-65,2 10 47,-1 1 0,0-1 0,0 1 0,-1 0 0,0-1 1,-1 1-1,0 0 0,0 0 0,-1 1 0,0-1 0,0 1 0,-1-1 0,0 1 0,0 1 0,0-1 0,-1 1 0,0 0 1,-1 0-1,-5-4-47,6 7-77,0 1 0,0-1 0,0 1 1,-1 0-1,1 0 0,-1 1 0,0 0 1,1 0-1,-1 1 0,0-1 0,1 1 1,-1 1-1,0-1 0,0 1 0,1 1 0,-1-1 1,1 1-1,-3 1 77,-13 5-1202,0 0 1,0 2-1,1 1 1,-11 7 1201,-41 27-8850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1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51 4177,'0'0'8508,"0"0"-5122,-15 23-1428,-46 77-510,58-96-1351,1 1-1,0 0 0,-1-1 0,2 1 1,-1 0-1,0 0 0,1 1 0,0-1 0,0 0 1,1 0-1,0 0 0,-1 1 0,2-1 0,-1 0 1,1 1-1,-1-1 0,2 0 0,-1 0 0,1 1-96,0-2 78,0 0 0,1 0-1,0 0 1,-1-1-1,1 1 1,1-1 0,-1 1-1,0-1 1,1 0-1,0-1 1,0 1-1,0-1 1,0 1 0,0-1-1,0-1 1,0 1-1,2 0-77,13 3 143,0 0 0,0-1-1,0-1 1,1-1-1,-1-1 1,0-1-1,1-1 1,6-1-143,-20 1 57,1 0 0,-1 0-1,0-1 1,0 0 0,1-1-1,-1 1 1,0-1 0,-1-1-1,1 1 1,-1-1 0,1 1 0,-1-2-1,0 1 1,0 0 0,-1-1-1,0 0 1,1 0 0,-2-1 0,1 1-1,0-1 1,-1 0 0,0 1-1,-1-1 1,1-1 0,-1 1-1,0 0 1,-1-1 0,0 1 0,0-1-1,0 1 1,0-1 0,-1 1-1,0-1 1,-1 1 0,0-1 0,0 1-1,0-1 1,0 1 0,-1-1-1,0 1 1,-1 0 0,1 0-1,-1 0 1,-1 0 0,1 1 0,-1-1-1,0 1 1,-1-2-57,-5-5 152,-1 1 0,0 0 1,0 1-1,-1 1 0,-5-4-152,11 9-9,0 0 0,-1 0 0,1 1 0,-1 0 0,0 0 0,0 1 0,0 0 0,0 0 0,0 0 0,0 1 0,0 0 0,-2 0 9,8 1-26,0 0-1,1 0 0,-1 1 0,0-1 0,1 0 0,-1 0 1,1 0-1,-1 1 0,0-1 0,1 0 0,-1 0 0,1 1 1,-1-1-1,1 1 0,-1-1 0,1 0 0,-1 1 1,1-1-1,-1 1 0,1-1 0,0 1 0,-1-1 0,1 1 1,0-1-1,0 1 0,-1 0 0,1-1 0,0 1 0,0 0 1,0-1-1,-1 1 0,1-1 0,0 1 0,0 0 27,0 27-1778,1-16 236,-1 13-3922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1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15419,'0'0'2313,"0"0"-569,0 0 1097,0 0-1633,-24 160-784,10-112-296,1-2-40,0 0-88,2-8 0,8-6-56,3-11-1488,0-11-5330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12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11747,'0'0'3740,"0"0"-1894,0 0-34,-13 25-671,-40 83-484,49-97-525,0 1 1,1-1-1,0 1 0,0 0 0,1 0 1,1 1-1,0-1 0,1 0 0,0 0 1,1 1-1,2 11-132,-2-15 83,0-6-49,-1 0 0,1 0 0,0 0 0,0 0 0,0 0 0,0 0 0,1 0 0,-1 0 1,1-1-1,0 1 0,0 0 0,0-1 0,0 0 0,0 1 0,0-1 0,1 0 0,-1 0 0,1 0 0,-1 0 0,1-1 1,0 1-1,0-1 0,0 1 0,-1-1 0,2 0 0,-1 0 0,0-1 0,0 1 0,0 0 0,0-1 0,0 0-34,4 1 46,0 0 0,0-1 0,-1 0 0,1-1 0,0 1 0,0-1 0,-1 0 0,1-1-1,-1 0 1,1 0 0,-1 0 0,1-1 0,-1 0 0,2-1-46,-1-2 85,0 0 0,0 1-1,-1-2 1,0 1 0,-1-1 0,1 0 0,-1 0 0,-1-1-1,1 1 1,-1-1 0,-1 0 0,1 0 0,-1 0 0,-1-1-1,0 1 1,0-1 0,0 0 0,-1 1 0,0-1 0,-1 0-1,0 0 1,-1 1 0,1-1 0,-2 0 0,1 0 0,-1 1-1,0-1 1,-1 1 0,0 0 0,0 0 0,-1 0 0,0 0-1,-1 0 1,1 1 0,-2 0 0,0-2-85,-36-32 137,28 34-4870,35 7-513,6 0-2544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1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13899,'0'0'2529,"0"0"-734,0 0-146,28-7-849,93-23-501,-95 25-213,0 1 0,25 0-86,-39 3 30,0 0 0,0 0 0,-1-1 0,1 0 0,-1-1 0,10-4-30,-20 7 53,0-1-1,0 1 0,0 0 0,0 0 1,-1-1-1,1 1 0,0 0 1,0-1-1,0 1 0,-1-1 1,1 1-1,0-1 0,-1 1 1,1-1-1,0 0 0,-1 1 0,1-1 1,-1 0-1,1 1 0,-1-1 1,1 0-1,-1 0 0,0 0 1,1 1-1,-1-1 0,0 0 1,0 0-1,1 0 0,-1 0 0,0 0 1,0 1-1,0-1 0,0 0-52,-1 0 39,1 0-1,-1 0 0,1 0 1,-1 0-1,0 0 0,1 0 0,-1 1 1,0-1-1,0 0 0,0 0 1,0 1-1,0-1 0,1 1 0,-1-1 1,0 1-1,0-1 0,0 1 0,-1-1 1,1 1-1,0 0 0,0 0 1,0-1-1,0 1 0,0 0 0,0 0-38,-12-1 40,0 0 0,0 1 0,0 0-1,0 1 1,0 1 0,0 0-1,0 0 1,0 1 0,1 1 0,0 0-1,-5 3-39,12-5 19,0 1 0,0 0 0,0 0 0,0 0 0,1 0 0,-1 1 0,1 0 0,0 0 0,0 0 0,0 1 0,0-1 0,1 1 0,0 0 0,0 0 0,0 0-1,0 0 1,1 0 0,0 1 0,0-1 0,1 1 0,-1 0 0,1-1 0,0 1 0,1 0 0,-1 0 0,1 2-19,0-5 6,0 0-1,0 1 1,1-1-1,-1 0 1,1 1-1,-1-1 1,1 0-1,0 0 1,0 0-1,0 0 1,1 0-1,-1 0 1,1 0-1,0 0 1,-1 0-1,1-1 1,1 1 0,-1 0-6,3 0 1,0 1 1,0 0 0,0-1 0,0 0 0,1-1 0,0 1-1,-1-1 1,1 0 0,3 1-2,38 10 57,-31-9-92,0 0 1,0 1-1,-1 1 1,1 0-1,11 8 35,-23-11-18,1 1 0,0-1-1,-1 1 1,1 0-1,-1 0 1,-1 0 0,1 1-1,0 0 1,-1-1-1,0 1 1,0 0 0,0 1-1,-1-1 1,0 0-1,0 1 1,0-1 0,-1 1-1,1 5 19,1 13-20,0 1 0,-2 0 0,-1 5 20,0-26-1,-1-2 8,0 0 0,1 0 1,-1 0-1,0 0 0,0 0 0,0 0 1,0 0-1,0 0 0,0 0 0,0-1 1,-1 1-1,1 0 0,-1-1 0,1 1 1,-1-1-1,0 0 0,0 1 0,1-1 1,-1 0-1,0 0 0,0 0 0,0 0 0,0-1 1,0 1-1,-1 0-7,-60 16 66,58-16-69,-49 9-4576,-40 0 4579,71-7-1954,-25 1-3914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7:2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 13115,'0'0'2536,"0"0"-2536,0 0-104,0 0 104,0 0 0,0 0-8,-37 0-1096,31 0-1560,-2-2-6042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7:35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12443,'0'0'2750,"0"0"-666,0 0 214,30 0-632,12 1-1247,12 0 211,0-2 0,18-4-630,61-13 1045,-1-1-911,-44 14-3052,-86 5-283,-4 0-3072,-7 0-4826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7:3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11923,'0'0'3184,"0"0"-2064,0 0 1801,0 0-1497,0 0-751,0 0 111,0 0-88,94 41-400,-46-38-96,6-1-192,2-2-8,4 0-720,28 5-1385,-13 0-2168,-7-3-3560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7:3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27 208 14131,'0'0'2626,"0"0"656,0 0-1226,0 0-869,0 0-536,0 0-369,-2 15 207,2-12-451,-2 18 156,1 0 0,1 0-1,1 0 1,1 0 0,4 17-194,-6-102 1417,2 24-1270,-2-186 640,0 226-774,0 0-25,0 0-22,0 12 452,0-57-433,0 39-147,0 28 18,-20 374 170,11-261-43,8-121-220,-2 28 121,7-19-4710,6-19-3594,-5-2 573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7:3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10322,'0'0'2105,"0"0"-185,0 0-544,0 0-784,0 0 25,0 0 303,188 19-296,-131-17-128,-4-2-232,-7 0-168,-6 0-96,3 0-744,-11 0-1961,-5-2-10473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7:53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5905,'0'0'1903,"0"0"-89,0 0-252,0 0-706,0 0-457,0 0-194,0 0 50,0 0 129,0 0 189,0 0-13,0 0 15,-6 41 1223,-11 28-488,12-52-1085,1 0 0,0 0 0,1 0 0,1 1-225,-12 81 309,8-68-269,2 0 0,1 1 0,1 2-40,-1 647 2083,0-595-1278,-7 23-805,0 20 772,7 323 171,5-230-775,-4-64 142,-9 22-310,0-44 118,-8 83 138,3-26 123,9 1 0,9 47-379,0-39 1111,-2-201-1037,0-1 47,0 0 51,0 0-16,0 0 68,0 0-78,0 0 66,0 0-58,0 0-42,0 0-53,0 0-46,0 0-37,0 0-136,0 0-372,0 0-713,0-1-1705,0-1-3642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12843,'0'0'3263,"0"0"587,0 0-1572,0 0-1274,-2 22-188,-25 354 2461,20-219-2443,9 85-834,8-132 70,-9-97-256,2-1-1,0 0 0,0 1 1,1-2-1,0 1 0,1 0 0,4 6 187,-9-19-71,0 1 0,0 0 0,1 0 0,-1 0 0,0-1-1,0 1 1,0 0 0,0 0 0,0 0 0,0 0 0,1-1 0,-1 1-1,0 0 1,0 0 0,0 0 0,1 0 0,-1 0 0,0 0-1,0 0 1,0-1 0,1 1 0,-1 0 0,0 0 0,0 0 0,0 0-1,1 0 1,-1 0 0,0 0 0,0 0 0,1 0 0,-1 0-1,0 0 1,0 0 0,0 0 0,1 0 0,-1 0 0,0 1-1,0-1 1,0 0 0,1 0 0,-1 0 0,0 0 0,0 0 0,0 0-1,1 1 1,-1-1 0,0 0 0,0 0 0,0 0 0,0 0-1,0 1 1,1-1 0,-1 0 0,0 0 0,0 0 0,0 1 0,0-1-1,0 0 1,0 0 71,1-22-4878,-1 18 4035,0-29-8548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2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8914,'0'0'2636,"0"0"-422,25-21 9,0-1-1671,-4 3 12,2 0 0,0 1-1,1 2 1,1 0-1,26-12-563,-33 19 384,0 0 0,1 1 0,0 1 0,0 1 0,1 0 0,-1 1-1,1 2 1,0 0 0,0 1 0,1 1 0,-1 0 0,1 2-384,-16 0 45,-1 0 1,0-1-1,1 2 1,-1-1 0,0 0-1,0 1 1,0 0-1,0 0 1,0 0-1,0 1 1,-1-1-1,1 1 1,-1 0-1,1 0 1,-1 0-1,0 0 1,0 1-46,2 2 65,-1 0 1,-1 1-1,1-1 0,-1 0 0,0 1 1,-1 0-1,1 0 0,-1 0 0,-1 0 1,1 4-66,0 0 109,-1 1 0,0-1 1,-1 1-1,0-1 0,-1 1 1,0 0-1,-1-1 1,-1 1-1,1-1 0,-2 0 1,0 0-1,0 0 0,-4 7-109,-5 1 100,0-1 0,-1 0 0,-1 0-1,-1-2 1,0 0 0,-1-1-1,-1 0 1,-1-1-100,-32 22 78,-2-2 0,-19 6-78,69-38-58,-1 0 1,1 0 0,-1 0-1,0 0 1,0-1-1,0 0 1,0 1-1,0-2 1,0 1-1,0 0 1,-1-1 57,8-13-2749,16-6-1096,7-4-1868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3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15755,'0'0'3677,"0"0"-820,0 0-1408,0 0-786,-18 28-329,0-1-217,2-4 22,0 2-1,1 1 0,2-1 1,0 2-1,2 0 1,-2 10-139,3-7 151,2 0 0,2 1-1,0-1 1,2 1 0,1 1 0,2-1 0,1 6-151,0-27 32,1 0 1,0-1-1,0 1 0,1 0 1,1 0-1,-1-1 0,1 0 1,1 1-1,0-1 0,0 0 1,1-1-1,0 1 0,1-1 1,0 0-1,0 0 1,0-1-1,1 0 0,0 0 1,1 0-1,-1-1 0,1 0 1,0-1-1,1 1 0,1-1-32,8 3-224,0-2 0,0 0 0,0-1-1,1 0 1,-1-2 0,1 0 0,0-2 0,0 0 0,0 0-1,4-2 225,-14 0-583,0-1 0,0 1-1,0-1 1,0-1 0,-1 0 0,1 0-1,-1-1 1,1 0 0,-1 0-1,-1-1 1,1 0 0,-1 0-1,1-1 1,-2 0 0,3-2 583,4-2-2445,28-24-9994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2897,'0'0'8978,"0"0"-6850,0 0 793,0 0-1361,0 0-520,0 0-288,166 0-360,-123 0-288,-5 0-104,-1 0-864,-10 0-2040,-11 0-4738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14475,'0'0'1872,"0"0"345,0 0-201,0 0-1095,140-4-721,-86-4-152,-3 1-48,2 5-536,-10 2-3217,-13-3-5353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5:5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11747,'0'0'2752,"0"0"-199,0 0 7,0 0-751,0 0-569,0 0-88,156 164 40,-124-79-143,-10 6-297,-6 8 40,-8-2-688,-8-5 152,0-10-256,0-7 0,-22-10-432,-26 5-608,5-17-1361,0-14-5216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0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1 4929,'0'0'4569,"0"0"-1131,0 0-489,0 0-754,0 0-580,0 0-504,-2 4-110,-40 74 2730,-40 54-3731,-140 171 766,95-135-464,-25 31-216,146-194-1736,9-14 136,7-13-1107,8-1-3580,-1-1-6112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0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7218,'0'0'5539,"0"0"-2315,0 0-1036,0 0-766,0 0-722,0 0 25,3 15 146,4 19-346,2-1 0,1 0 0,2 0 0,1-1 0,2-1 0,1 0-525,35 59 1023,-21-43-877,-3 2-1,-2 1 1,-2 1 0,-2 1-1,-1 6-145,-17-47-94,12 29-109,-14-39-69,-1 0 1,1 0 0,0 0 0,0 0-1,0 0 1,0 0 0,1 0 0,-1 0-1,0-1 1,0 1 0,0 0 0,1-1 0,-1 1-1,0-1 1,1 1 0,-1-1 0,0 0-1,1 0 1,-1 1 0,0-1 0,1 0-1,-1 0 1,1 0 0,-1-1 0,0 1 0,1 0-1,-1 0 1,1-1 271,9-3-6517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03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31 6753,'0'0'2876,"0"0"40,0 0-416,0 0-823,0 0-266,0 0-26,4-4-273,-1 1-1017,1 0 0,-1 1 0,1-1 0,-1 1 0,1 0 0,0 0 0,-1 0 1,1 1-1,0-1 0,0 1 0,0 0 0,1 0 0,-1 0 0,0 1 0,0 0 0,0-1 0,1 1 1,-1 1-1,0-1 0,0 1 0,0-1 0,1 1 0,-1 1 0,0-1 0,0 0 0,0 1 0,-1 0 1,3 1-96,-1 0 15,0-1 0,-1 1 0,1 1 1,-1-1-1,0 0 0,0 1 0,0 0 1,-1 0-1,1 0 0,-1 1 0,0-1 1,0 1-1,-1 0 0,1-1 1,-1 1-1,0 0 0,0 1 0,-1-1 1,1 0-1,-1 0 0,0 1 0,-1-1 1,1 5-16,-2-2 35,0-1 1,0 1 0,-1-1-1,0 0 1,0 0 0,-1 0-1,0 0 1,0 0-1,0-1 1,-1 1 0,0-1-1,-1 0 1,1 0 0,-1 0-1,0-1 1,-2 2-36,-2 2 20,0-1 0,-1 0 1,0 0-1,0-1 0,0-1 0,-1 0 0,0 0 1,0-1-1,-9 3-20,-6-5-231,26-3 152,-1 0 0,1-1 0,-1 1 1,1 0-1,-1 0 0,1-1 0,-1 1 0,1 0 0,-1 0 0,1-1 0,-1 1 0,1 0 0,-1-1 1,1 1-1,0-1 0,-1 1 0,1-1 0,0 1 0,0-1 0,-1 1 0,1-1 0,0 1 0,0-1 0,-1 1 1,1-1-1,0 1 79,0-3-478,0 1 0,0-1 0,1 1 0,-1-1 0,1 1 1,-1-1-1,1 1 0,0-1 0,0 1 0,0 0 1,0-1-1,1 1 0,-1 0 0,0 0 0,1 0 0,0 0 478,18-22-10771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03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8762,'0'0'2260,"0"0"64,0 0-717,0 0-491,0 0-269,0 0-133,-19 6-76,-59 21 41,72-25-606,1 1 1,-1 0-1,1 0 1,-1 0-1,1 0 1,0 1-1,1 0 1,-1 0-1,1 1 1,-1-1 0,1 1-1,0 0 1,1 0-1,-1 0 1,1 0-1,0 1 1,1-1-1,-1 3-73,-2 4 56,2 0 0,-1 1 1,2-1-1,0 1 0,0 0 0,1-1 0,1 1-56,0-6 27,-1 6-3,0 1 0,1-1 0,1 1 0,0 0 0,1-1 0,0 1 0,2 3-24,-2-14 29,-1 1 0,1 0 0,0-1 0,0 1 0,0-1 0,1 0-1,-1 1 1,1-1 0,0 0 0,0-1 0,0 1 0,0 0 0,0-1-1,0 0 1,1 1 0,-1-1 0,1-1 0,0 1 0,-1-1 0,1 1-1,0-1 1,0 0 0,0 0 0,0-1 0,0 1 0,4-1-29,12 2 47,1 0 0,0-2 1,0 0-1,-1-2 0,1 0 1,10-3-48,-18 2-838,0-1-1,0 0 1,0-1 0,0 0 0,-1-1 0,6-4 838,4-5-6406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25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73 542 8634,'0'0'1670,"0"0"-49,0 0 220,0 0-413,0 0-452,2-6-425,10-22 281,-12 28-810,0 0 0,0 0 0,0 0 1,0 0-1,0 0 0,0 0 0,0 0 1,0 0-1,0 0 0,0 0 0,0 0 1,0 0-1,0 0 0,0 0 0,0 0 0,0 0 1,0 0-1,1 0 0,-1 0 0,0 0 1,0 0-1,0 0 0,0 0 0,0 0 0,0 0 1,0 0-1,0 0 0,0 0 0,0 0 1,0 0-1,0 0 0,0 0 0,0 0 0,0 0 1,1 0-1,-1 0 0,0 0 0,0 0 1,0 0-23,-6 23 215,-3 0-198,0 1 1,-13 20-18,11-23 73,1 0 0,1 1 0,-3 11-73,12-31 76,0-2 234,19-15 1365,207-168-1083,42-57-592,-15 20-4680,-176 158-1612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40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16 237 6065,'0'0'1742,"0"0"-48,0 0-287,0 0-633,0 0-415,0 0-253,0 0 52,0 0-6,0 0 96,0 0-16,0 0-56,0 35 41,0-24-36,-1 1 1,-1 0 0,0 0 0,0-1 0,-4 10-182,6-21 18,-1 1-1,1-1 1,0 1 0,0-1-1,-1 0 1,1 1-1,0-1 1,0 1 0,0-1-1,-1 1 1,1-1 0,0 1-1,0-1 1,0 1-1,0-1 1,0 1 0,0-1-1,0 1 1,0-1 0,0 1-1,1-1 1,-1 1-1,0-1 1,0 1 0,0-1-1,0 1 1,1-1 0,-1 1-1,0-1 1,1 1 0,-1-1-1,0 0 1,1 1-1,-1-1 1,0 0 0,1 1-1,-1-1 1,0 0 0,1 1-1,-1-1 1,1 0-1,-1 0 1,1 0 0,-1 1-1,1-1 1,-1 0 0,1 0-1,-1 0 1,1 0-1,-1 0 1,1 0 0,-1 0-1,1 0 1,-1 0 0,1 0-1,-1 0 1,1 0-1,-1 0 1,1 0 0,-1-1-1,1 1 1,-1 0-18,34-15 248,-30 13-219,610-312-1200,-542 277-2697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41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49 145 4425,'0'0'1483,"0"0"-455,0 0-226,0 0-202,0 0 32,0 0 233,0 0 204,0 0 70,0 0-153,0 0-35,-16 6 522,11 2-1467,0 1 1,1-1 0,0 1-1,1 0 1,0 1 0,0-1-1,1 1 1,-2 8-7,34-20-87,-17-3 97,1 0 0,-1-1-1,1-1 1,-2 0 0,1-1-10,7-4 2,189-112-1988,-106 59-4176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2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39 12427,'0'0'2136,"0"0"-23,0 0 6,0 0-590,0 0-462,-8-6-145,3 2-809,0 0 0,0 1 1,0 0-1,-1 0 1,1 0-1,-1 1 0,0-1 1,0 1-1,0 1 0,0-1 1,0 1-1,0 0 0,0 1 1,0-1-1,-1 1-113,-8 1 58,0 1-1,0 0 1,0 1-1,0 1 1,1 0-1,0 1 1,0 1-1,0 0 1,1 1-1,0 0 1,0 1-1,0 0 1,1 1-1,1 1 1,-1 0-1,-6 8-57,8-8 41,1 0-1,-1 1 1,2 0-1,0 0 1,0 1-1,1 0 0,0 1 1,1 0-1,1 0 1,0 0-1,0 0 1,2 1-1,0 0 1,0-1-1,1 1 1,1 0-1,0 0 0,1 1-40,0-12 0,1 1-1,-1 0 1,1-1-1,0 1 1,0-1-1,0 1 1,1-1-1,-1 0 1,1 0-1,-1 1 1,1-1-1,0 0 1,1 0-1,-1 0 1,0-1-1,1 1 1,0-1-1,0 1 1,3 1-2,0 0-1,0 0 1,0 0-1,0-1 1,1 0-1,0-1 1,-1 1-1,1-1 1,3 0 2,9 2-10,0-1 1,1-1-1,-1-1 0,0-1 1,1 0-1,14-3 10,-28 2-5,0-1 0,0 1 1,0-1-1,0 0 0,0 0 0,-1 0 0,1-1 0,-1 0 0,0 0 1,1 0-1,-1-1 0,-1 0 0,1 0 0,-1 0 0,1 0 0,-1-1 1,0 0-1,-1 1 0,1-2 0,-1 1 0,0 0 0,0-1 0,-1 1 1,1-1-1,-1 0 0,-1 0 0,1 0 0,0-4 5,3-21 250,0-1 0,-3 0 0,0 1-1,-2-1 1,-2-7-250,0-12 1490,2 50-1228,4 30-182,11 43 215,-3 0 1,0 54-296,-12-55 78,-1-49-124,0 0-1,2 0 1,0 0-1,2 0 1,0 0 0,2 3 46,-5-25-38,0 0 1,0 0-1,1 0 1,-1 1-1,0-1 1,0 0-1,0 0 1,0 0-1,0 0 1,1 0-1,-1 0 1,0 0-1,0 0 1,0 1-1,0-1 1,1 0-1,-1 0 1,0 0-1,0 0 1,0 0-1,1 0 1,-1 0-1,0 0 1,0 0-1,0 0 1,0 0-1,1 0 1,-1 0-1,0-1 1,0 1-1,0 0 1,0 0-1,1 0 1,-1 0-1,0 0 1,0 0-1,0 0 1,0 0-1,1-1 1,-1 1-1,0 0 1,0 0-1,0 0 1,0 0-1,0 0 1,0-1-1,0 1 1,0 0-1,0 0 1,1 0-1,-1 0 1,0-1-1,0 1 1,0 0-1,0 0 1,0 0-1,0 0 1,0-1-1,0 1 1,0 0-1,0 0 1,0 0-1,0-1 1,0 1-1,-1 0 1,1 0 37,7-16-1205,1-18-3184,0-7-3903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2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11546,'0'0'2752,"0"0"-456,0 0 154,25 33-297,0-1-1611,-7-12-185,-2 1 0,0 0 0,-2 2 0,0 0-1,-2 0 1,0 1 0,-2 1 0,0 0 0,0 6-357,16 61 599,-4 1 0,-4 1 0,-4 1 0,-4 0 0,-3 66-599,-8-146-67,0-1 1,-1 0-1,-1 0 0,0 0 1,-1 0-1,0 0 0,-1-1 1,0 0-1,-2 0 0,1 0 1,-4 4 66,-42 53-2696,-8-4-4496,14-21-6012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2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25 11739,'0'0'3314,"0"0"-1965,0 0 609,0 0 32,0 0-635,-7 0-550,6-1-785,0 1 0,1 0 0,-1 0 0,0-1 0,0 1 0,0 0 0,0 0 0,0 0 0,0 0 0,0 0 0,1 0 0,-1 1 0,0-1 0,0 0 0,0 0 0,0 1 0,0-1 0,1 0 0,-1 1 0,0-1 0,0 1 0,1-1 0,-1 1 0,0-1 0,1 1 0,-1 0-20,20 10 842,-7-6-584,1-1-1,0-1 1,0 0 0,12 1-258,10-1-4,-1-2 1,1-1 0,-1-2 0,1-1-1,-1-2 1,0-1 0,19-7 3,-36 2-1705,-17 11 1502,0-1-1,0 1 1,0-1 0,0 1 0,0 0 0,0-1-1,0 1 1,0-1 0,0 1 0,0-1 0,0 1 0,0-1-1,0 1 1,0-1 0,0 1 0,0-1 0,0 1 0,-1 0-1,1-1 1,0 1 0,0-1 0,-1 1 0,1 0-1,0-1 1,-1 1 0,1 0 0,0-1 0,-1 1 0,1 0-1,0-1 1,-1 1 0,1 0 0,-1 0 0,1 0 0,0-1-1,-1 1 1,1 0 0,-1 0 0,1 0 0,-1 0-1,1 0 205,-22-10-11557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2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15683,'0'0'2069,"0"0"-134,0 0-180,0 0-808,0 0-387,-3 21 283,-32 145 735,13-72-994,4 0 0,4 2 0,2 41-584,12-126 15,-2 25 21,3 1 1,0-1-1,3 1 0,1-1 0,4 11-36,-7-38 6,1 1 0,0-1 0,1 0 0,0 0-1,1 0 1,0-1 0,0 0 0,1 0 0,0 0 0,1 1-6,-2-4 4,0 0 1,0-1 0,1 0 0,-1 0 0,1 0 0,0-1 0,0 0 0,0 0 0,0-1-1,1 1 1,-1-1 0,1-1 0,-1 1 0,1-1 0,5 0-5,-5 0-59,1 0 1,-1-1-1,0 0 1,0-1-1,1 1 1,-1-1-1,0-1 1,0 0-1,0 0 1,0 0-1,0-1 1,-1 1 0,1-2-1,-1 1 1,0-1-1,0 0 1,0 0-1,0-1 1,3-3 58,-3 2-333,-1-1 0,1 1 0,-1-2 0,0 1 0,-1 0 0,0-1 0,0 0 1,-1 0-1,0 0 0,0 0 0,0-2 333,2-12-2234,-1-1 0,-1 1 0,-1-4 2234,-1-14-5965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2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11282,'0'0'4609,"0"0"-3744,0 0 1735,0 0-767,0 0-945,0 0-544,0 0-80,35 0 128,21 0-176,11-7-72,11-8-48,0-2-96,21-9-456,-18 1-4097,-19 4-6153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2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12339,'0'0'6113,"0"0"-5369,0 0 360,0 0 473,-104 179-465,79-99-64,9 2-112,6-10-472,10-4-272,0-12-128,0-6-15,18-4-41,4-5-16,-1-5-185,3-7-519,19-4-1040,-5-8-1937,-3-13-984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30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16003,'0'0'2521,"0"0"-1385,0 0 737,0 0-145,0 0-672,132 143-176,-92-100-287,0-2-249,-2-5-200,-6-7-128,-8-7 32,-5-3-48,-8-6-48,-6-6-609,-2-7-815,0 0-1304,-3-15-1489,0-11-5481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3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0 4905,'0'0'12276,"0"0"-8187,0 0-2534,0 0-250,-13 25-326,-95 172 474,90-166-1231,-17 33-60,-4-3 0,-1-1-1,-4-1 1,-10 6-162,50-61-778,4-6-745,6-10-1492,13-11-3833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3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18340,'0'0'2290,"0"0"-1205,0 0-115,26 10 165,-4-2-862,-4-2-89,-2 0 1,1 1-1,-1 1 1,0 0-1,0 1 1,-1 1-1,0 0 1,-1 2 0,7 5-185,-8-3 136,-1 0 1,0 1 0,-1 0 0,-1 1 0,0 0 0,-1 1 0,-1 0 0,0 0 0,-1 1 0,-1 0 0,2 12-137,-1 2 87,-2 0-1,-1 0 1,-2 1 0,-1 0 0,-1-1 0,-3 13-87,0-27-78,0-1 1,-2 1-1,0 0 1,-1-1-1,0 0 1,-2-1 0,0 1-1,-1-1 1,0-1-1,-1 0 1,-1 0-1,-1-1 1,0 0-1,0-1 1,-3 1 77,0-3-1174,3-9-4459,11-2 304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3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13051,'0'0'3841,"0"0"-1937,0 0 385,0 0-1441,0 0-536,0 0-96,182-19-64,-125 9 8,-9-2-160,-5 3 0,-13-1-264,-14 10-1473,-8 0-2575,-8 0-5203</inkml:trace>
  <inkml:trace contextRef="#ctx0" brushRef="#br0" timeOffset="1">57 234 13363,'0'0'1888,"0"0"-743,0 0 1015,0 0-952,0 0-496,0 0-240,0 0-343,164 34-9,-118-34-120,7-14-433,-10 2-1647,-11 2-3689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47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 5857,'0'0'2848,"0"0"-488,0 0 411,0 0-632,0 0-572,0 0-169,-9 0 423,5 0-1375,6 1 2312,99 10-2288,-1-5 0,1-4 0,11-5-470,31 1 61,530 2-96,-673-1-85,0-1-1,0 1 1,0 0-1,0 0 0,0-1 1,0 1-1,0 0 1,0 0-1,-1-1 0,1 1 1,0 0-1,-1 0 1,1 0-1,-1 0 0,0-1 1,0 0 120,-4 0-534,-1 0 1,0 0-1,0 0 0,0 1 1,0 0-1,0 0 1,0 0-1,0 1 0,0 0 1,0 0-1,-1 0 1,-2 2 533,-9-2-1119,-36 0-3333,0 0-1101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4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41 4913,'0'0'1443,"0"0"1000,-27-2 575,8 0-2410,-47-4 5010,-56-13-5618,-7 7 5417,130 14-5329,0-1 1,-1 1 0,1 0 0,0-1-1,0 1 1,0-1 0,0 1-1,1-1 1,-1 0 0,0 1 0,1-1-1,-1 0 1,1 0 0,-1 0-1,1 0 1,-1 0 0,1 0-1,0-1 1,-1 1 0,1 0 0,0-1-1,0 1 1,-1-1 0,3 0-89,53 13 313,-49-12-157,127 19 237,-71-12-300,-1 2 1,0 4 0,-1 2 0,32 13-94,-93-28 0,34 12 3,-1 1 0,0 3 0,-1 0 0,15 12-3,-41-24 0,1 0 0,-1 0 0,-1 1 0,1 0 0,-1 0 1,0 0-1,0 1 0,-1 0 0,0 0 0,0 1 0,0 0 0,-1-1 0,0 1 1,-1 0-1,0 1 0,0-1 0,-1 1 0,0-1 0,0 1 0,-1 0 0,0 6 0,-2-3 11,0 1-1,-1 0 0,0 0 1,-1-1-1,0 1 1,-1-1-1,-1 0 0,-3 7-10,-12 20 107,-21 32-107,21-36 5,-14 20 17,-2 0 0,-3-3 0,-2-1 0,-1-2 0,-4-1 0,-1-3 0,-2-2 0,-39 26-22,47-40 2,-66 52 11,94-70-11,1 0-1,1 1 1,0 1-1,0-1 1,1 2-1,-7 12-1,17-26-4,0 1-1,0-1 1,1 1-1,-1-1 0,0 1 1,0-1-1,0 0 1,1 1-1,-1-1 1,0 1-1,1-1 1,-1 0-1,0 1 1,1-1-1,-1 0 0,0 0 1,1 1-1,-1-1 1,1 0-1,-1 0 1,0 1-1,1-1 1,-1 0-1,1 0 1,-1 0-1,1 0 0,-1 0 1,1 0-1,-1 0 1,1 0-1,-1 0 1,1 0 4,23 5-31,-20-5 34,69 8 47,0-3 0,1-3 0,28-5-50,-66 2 19,53-4 127,33-10-146,-40 5-778,77 0 778,-157 10-237,0 0 1,0 0-1,0 0 0,0 0 1,0 1-1,0-1 0,0 1 1,0-1-1,-1 1 0,1 0 0,0-1 1,0 1-1,0 0 0,0 1 237,9 14-6903,-7-1-2798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4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11242,'0'0'2162,"0"0"-340,0 0-327,0 0-698,0 0-505,0 0-173,3-15-92,11-46-11,-3 36 94,-11 25-99,0-1 0,0 1 1,0 0-1,0 0 0,1 0 1,-1 0-1,0 0 0,0 0 0,0 0 1,0 0-1,1 0 0,-1 0 1,0 0-1,0 0 0,0 0 1,0 0-1,1 0 0,-1 0 0,0 0 1,0 0-1,0 0 0,0 0 1,1 0-1,-1 0 0,0 0 0,0 0 1,0 1-1,0-1 0,1 0 1,-1 0-1,0 0 0,0 0 1,0 0-1,0 0 0,0 0 0,0 1 1,0-1-1,1 0 0,-1 0 1,0 0-1,0 0 0,0 1 1,0-1-1,0 0 0,0 0 0,0 0 1,0 0-1,0 1 0,0-1 1,0 0-1,0 0 0,0 0 0,0 0 1,0 1-1,0-1-11,4 32 1485,-4-21-1062,-1-3-149,1-1 1,1 1-1,-1-1 0,1 1 1,0-1-1,1 0 0,0 2-274,-1-6 43,0-1-1,0 0 1,0 0 0,1 0-1,-1 0 1,1 0-1,-1 0 1,1-1-1,-1 1 1,1 0 0,0-1-1,0 1 1,0-1-1,0 0 1,0 1-1,0-1 1,0 0 0,1 0-1,-1-1 1,0 1-1,0 0 1,1-1 0,-1 1-1,0-1 1,1 0-43,7 2 61,-1-1-1,1 0 1,-1-1 0,1 0 0,-1-1 0,1 1-1,-1-2 1,0 1 0,1-2 0,-1 1 0,0-1-1,6-3-60,-11 4 13,0 0 0,0-1 0,0 0 0,0 0 0,-1 0 0,1 0 0,-1 0 0,0-1 0,0 0 0,0 1 0,0-1-1,-1 0 1,1 0 0,-1-1 0,0 1 0,0 0 0,-1-1 0,1 1 0,-1-1 0,0 0 0,0 1 0,-1-1 0,1 0-1,-1 0 1,0 1 0,0-1-13,0-1 18,1 1 0,-1 0-1,0-1 1,-1 1 0,1-1-1,-1 1 1,0 0 0,0 0-1,-1 0 1,1-1 0,-1 1-1,0 0 1,-1 1-1,1-1 1,-1 0 0,0 1-1,0 0 1,0-1 0,-1 1-1,0 0 1,0 1 0,0-1-1,0 1 1,0-1 0,-1 1-18,-9-11-345,11 11-6875,6 3 612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8058,'0'0'2919,"0"0"479,0 0-1466,0 0-633,0 0-302,0 0-188,23 10-253,73 32-116,-94-41-422,1 1 1,-1-1-1,1 0 0,-1 0 0,1-1 0,-1 1 0,1 0 0,0-1 0,-1 0 0,1 1 0,-1-1 0,1 0 0,0-1 1,-1 1-1,1 0 0,0-1 0,-1 1 0,1-1 0,-1 0 0,1 0 0,-1 0 0,1 0 0,-1 0 0,0 0 0,0-1 0,1 1 1,-1-1-1,0 0 0,0 0 0,-1 0 0,1 0 0,0 0 0,-1 0 0,1 0 0,-1 0 0,1 0 0,-1-1 0,0 1 1,0-1-1,0 1 0,0-1 0,-1 0-18,3-5 49,-1-1 1,-1 0-1,0 0 1,0 0 0,0 1-1,-1-1 1,-1 0-1,0 0 1,0 0-1,-1-2-49,2 8-19,-1 1 0,0 0 0,0 0 0,0 0-1,0 0 1,0 0 0,0 0 0,-1 0 0,1 1 0,0-1-1,-1 0 1,0 1 0,1-1 0,-1 1 0,0-1 0,0 1 0,0 0-1,0 0 1,0 0 0,0 0 0,0 0 0,0 0 0,0 0-1,0 1 1,-1-1 0,1 1 0,0 0 0,-1 0 19,-2-1-375,-1 1 0,1 0 0,0 0 0,-1 1 1,1-1-1,0 1 0,0 1 0,-1-1 0,1 1 0,0-1 1,-3 3 374,-24 16-5073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5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74 5881,'0'0'3880,"0"0"-1682,0 0-218,0 0-482,0 0-654,0 0-416,0-5-200,0 3-197,0 1 0,0-1-1,0 1 1,0 0 0,0-1 0,0 1 0,1-1 0,-1 1 0,1 0-1,-1-1 1,1 1 0,-1 0 0,1 0 0,0-1 0,0 1-1,-1 0 1,1 0 0,0 0 0,0 0 0,0 0 0,0 0 0,1 0-31,34-15 520,-25 12-643,1 0 286,1 0 0,-1 1 0,1 0-1,0 0 1,0 2 0,5-1-163,-15 2 48,1 0 0,-1 0 0,1 0 0,0 1 0,-1-1 0,1 1 0,-1 0 0,1 0 0,-1 0 0,1 0 0,-1 1 0,0 0 0,0-1 0,0 1 0,0 0 0,0 0 0,0 1 0,0-1 0,-1 1 0,1-1 0,-1 1 0,0 0 0,1 0 0,-1 0 0,0 0-48,5 12 165,-1 0 1,0 1-1,-1 0 1,0 0 0,-2 0-1,0 1 1,0-1-1,-2 1 1,0 0-1,-1-1 1,-1 1 0,0 0-1,-1 1-165,0-11 66,0 0 1,-1-1-1,0 1 0,0-1 0,0 1 0,-1-1 1,0 0-1,0 0 0,0-1 0,-1 1 1,0-1-1,0 0 0,0 0 0,-1-1 0,1 1 1,-1-1-1,0 0 0,0-1 0,-4 2-66,-7 4 160,-1-1 0,1-1-1,-1 0 1,0-2 0,-1 0 0,-13 2-160,27-6 33,-1 0 1,0 0-1,0 0 1,1-1-1,-1 0 1,0 0-1,0 0 1,0-1-1,-4-1-33,8 1-42,1 0 0,-1 0-1,1 0 1,-1 0 0,1-1 0,-1 1 0,1 0-1,0-1 1,-1 1 0,1-1 0,0 1 0,0-1-1,0 0 1,0 0 0,1 1 0,-1-1 0,0 0-1,1 0 1,-1 0 0,1 0 0,0 1 0,-1-1-1,1 0 1,0 0 0,0 0 0,0 0 0,1 0-1,-1-2 43,1 0-378,0-1 0,1 0 0,-1 1-1,1-1 1,0 1 0,0-1-1,0 1 1,1 0 0,-1 0 0,1 0-1,0 0 1,0 0 0,1 1-1,-1-1 1,1 1 0,0 0 0,3-2 378,9-10-3405,16-16-8126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11586,'0'0'2612,"0"0"-242,0 0-886,0 0-697,0 0-158,0 0 258,-9 17-56,-15 36 43,2 1 0,0 5-874,12-27 315,0 1 1,2 0 0,2 0 0,1 0 0,1 5-316,4-30 37,-1-2 4,0 1 0,1 0 0,0 0 0,1-1 0,0 1 0,0 0 0,0-1 0,2 5-41,-2-9 11,0 0 0,0 0 1,1 0-1,-1 0 0,1-1 0,0 1 0,-1 0 1,1-1-1,0 1 0,0-1 0,0 0 0,0 0 1,0 1-1,0-1 0,0-1 0,1 1 1,-1 0-1,0 0 0,0-1 0,1 0 0,-1 1 1,0-1-1,1 0 0,-1 0 0,0 0 0,1 0-11,9 0-66,0 1-1,0-2 1,-1 0-1,1 0 1,-1-1 0,1 0-1,-1-1 1,0 0-1,8-4 67,-5 0-1922,-1 0 0,0 0 0,0-1 1,7-7 1921,5-4-7226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9330,'0'0'6116,"0"0"-3880,0 0-319,0 0-363,0 0-422,-4 22-216,-5 26-327,2 0 0,3 0 0,1 5-589,4-51 18,-1 1-1,1-1 1,-1 0-1,1 1 1,0-1-1,0 0 1,0 0-1,0 0 1,0 0-1,0 0 1,1 0 0,-1 0-1,1 0 1,-1 0-1,1-1 1,0 1-1,0 0 1,0-1-1,0 0 1,0 1 0,0-1-1,0 0 1,0 0-1,0 0 1,0 0-1,1-1 1,0 1-18,0 0-39,-1 0-1,0-1 1,0 1 0,0-1 0,0 0-1,0 1 1,1-1 0,-1 0 0,0 0-1,0-1 1,0 1 0,0 0 0,1-1-1,-1 1 1,0-1 0,0 0 0,0 1-1,0-1 1,0 0 0,0 0 0,0-1-1,-1 1 1,1 0 0,0-1 0,-1 1-1,1-1 1,-1 1 0,1-1 0,-1 0-1,1 1 1,-1-2 39,22-61-4582,-16 33-170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13475,'0'0'3993,"0"0"-3249,0 0 1392,0 0-1440,0 0-696,0 0-2216,0 0-2545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14915,'0'0'2525,"0"0"-1081,-2 26 283,0-11-1421,-5 61 2403,2 41-2709,5-57 743,2 0-1,3-1 1,2 1-1,14 52-742,-13-75 42,-6-26-96,0 0 1,0 0-1,1 0 1,1 0-1,0-1 1,0 0-1,1 0 1,0 1 53,-4-10-882,0-6 260,-1-1 0,-1 0 0,1 1 0,-1-1 0,0 0 0,0 1 0,-1-1 0,0 1 0,0 0 0,0-1 0,0 1 0,-1 0 0,-3-4 622,-17-31-5327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9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6409,'0'0'1853,"12"-25"747,-1 2-1862,1-4 178,1 1 0,1 1 0,2 0 0,0 1-1,13-14-915,-15 21 767,0 2 0,2 0 0,-1 1-1,2 0 1,5-3-767,-16 13 170,0 0 1,0 0-1,1 1 1,-1 0-1,1 0 0,0 0 1,0 1-1,0 0 1,0 1-1,0-1 1,0 1-1,1 1 0,-1-1 1,0 1-1,0 1 1,1-1-1,2 2-170,-6-1 73,0 0-1,0 1 0,1 0 1,-2 0-1,1 0 0,0 1 1,0-1-1,-1 1 0,1 0 1,-1 0-1,0 0 1,0 0-1,0 0 0,0 1 1,0-1-1,-1 1 0,0 0 1,0 0-1,0 0 0,0 0 1,0 0-1,-1 0 1,0 1-1,0-1 0,0 2-72,3 13 253,-1 0 0,-1 0 0,0 0 0,-2 0 0,0 6-253,-1-15 94,-1 1 0,0-1 0,0 1 0,-1-1 0,-1 0 0,1 0 0,-2 0-1,1 0 1,-1 0 0,-1-1 0,0 0 0,0-1 0,-1 1 0,0-1 0,-2 2-94,-5 4 60,0 0-1,-1-1 1,-1-1 0,0 0 0,0-1 0,-1-1-1,-1-1 1,0 0-60,18-8-56,-1-1-1,0 1 0,0 0 0,0-1 0,0 1 1,0-1-1,0 1 0,0-1 0,0 1 1,0-1-1,0 0 0,0 1 0,-1-1 1,1 0-1,0 0 0,0 0 0,0 0 0,0 0 1,0 0-1,0 0 0,-1 0 0,1-1 1,0 1-1,0 0 0,0-1 0,0 1 1,0-1-1,0 1 0,0-1 0,0 1 0,0-1 1,0 0-1,0 1 0,0-2 57,1 0-387,-1 0-1,1 1 0,0-1 0,0 0 1,1 0-1,-1 0 0,0 0 1,0 1-1,1-1 0,-1 0 1,1 0-1,0 1 0,0-1 1,-1 0-1,1 1 0,0-1 1,0 1-1,0-1 0,1 1 0,-1-1 1,0 1 387,22-25-9982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9:5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14755,'0'0'2169,"0"0"-626,0 0 436,-11 31-156,-3 4-1346,2-4-41,1 0 1,1 1 0,2 1 0,1-1-1,0 6-436,2 0 414,1 0-1,1 0 1,3 0-1,1 0 0,4 22-413,-4-56-2,0 0 0,1 0 0,-1 0 0,1 0 0,0 0 0,0 0 0,0 0 0,1-1 0,-1 1 0,1-1 0,0 0 0,0 0 0,0 0 0,1 0 0,-1 0 0,1-1 0,-1 1 0,1-1 0,0 0 0,0 0 0,0 0 0,0-1 0,0 1 0,0-1 0,1 0 0,-1 0 0,0-1 0,1 1 0,1-1 3,17 2-648,0-1 0,0-1 0,-1-1 0,23-4 647,1-5-3206,-7-7-2280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0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7514,'0'0'9770,"0"0"-8714,0 0 1737,0 0-969,142 94-296,-99-48-552,-5 3-247,-6-1-449,-8-5 72,0-4-288,-5-10-104,-3-5 88,0-9-96,-5-6-232,-3-4-392,-2-5-937,-1 0-1279,-2 0-1633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14307,'0'0'2194,"0"0"932,-10 30-1022,-72 205 916,42-132-1849,-4-2-1,-53 88-1170,89-172-270,12-12-2260,24-19-3286,-5-3 695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7402,'0'0'6169,"0"0"-3833,0 0-839,0 0 63,0 0-496,0 0-488,0 0-31,96-3-401,-69 3 24,-3 0-168,-2 0 0,-1 5-633,-7 0-2111,-9 0-4138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12459,'0'0'2704,"0"0"-679,0 0-65,0 0-856,0 0-183,0 0-625,0 0-296,156 7-128,-105-21-2161,-8-1-2480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11442,'0'0'1938,"0"0"13,0 0 418,0 0-813,0 0-697,0 0-176,24 3 21,79 13 17,-99-15-666,0 1 0,0-1 0,0 1-1,-1 0 1,1 0 0,-1 0-1,1 0 1,-1 0 0,0 1-1,1 0 1,-2 0 0,1 0-1,0 0 1,0 0 0,-1 0 0,0 0-1,1 1 1,-1 0 0,-1-1-1,1 1 1,0 0 0,0 3-55,1 5 160,-1-1 0,0 1 0,0-1 0,-2 1 0,1 0 0,-1 1-160,0-10 41,0 3 12,0 1-1,0 0 1,0-1-1,-1 1 1,0-1 0,0 1-1,0-1 1,-1 1 0,0-1-1,-1 0 1,1 0-1,-1 0 1,0 0 0,-1 0-1,1-1 1,-1 1 0,0-1-1,-1 0 1,1 0 0,-1 0-1,0-1 1,0 0-1,0 0 1,-1 0 0,1-1-1,-1 1 1,0-1 0,-5 1-53,-43 21 138,50-24-171,0 1 0,0-1 0,-1 0 0,1 0 0,0-1 0,0 1 0,-1-1 0,1 0 0,0 0 0,0 0 0,-1-1 0,-2 0 33,6 0-89,1 1-1,-1-1 1,0 0 0,1 1-1,-1-1 1,0 0 0,1 1-1,-1-1 1,1 0 0,-1 0-1,1 1 1,0-1 0,-1 0-1,1 0 1,0 0 0,-1 0-1,1 0 1,0 0 0,0 1-1,0-1 1,0 0 0,0 0-1,0 0 1,0 0 0,0 0-1,0 0 1,1 0 0,-1 0-1,0 1 1,0-1 0,1 0-1,-1 0 1,1 0-1,-1 0 1,1 1 0,-1-2 89,17-28-4248,10 4-1713,3 0-4146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11466,'0'0'2921,"0"0"-374,0 0 22,0 0-1172,0 0-843,0 0-189,-19 11 41,1-2-260,10-6-95,0 1 0,1-1 0,-1 2 0,1-1 1,0 1-1,1 0 0,-1 0 0,1 1 0,0 0 0,0 0 1,1 0-1,-1 1 0,1 0 0,1 0 0,-1 2-51,-2 6 196,1 1 1,0 0-1,1 0 0,1 0 0,1 1 0,0 0 0,1-1 0,1 1 1,1 0-1,0 0 0,1 0 0,1 0 0,1 0-196,-2-13 12,0 0 1,1 0-1,-1-1 0,1 1 0,0-1 0,0 1 0,1-1 1,-1 0-1,1 1 0,0-1 0,-1-1 0,1 1 0,0 0 1,1-1-1,-1 1 0,0-1 0,1 0 0,-1 0 1,1 0-1,0-1 0,0 1 0,0-1 0,-1 0 0,1 0 1,0 0-1,4-1-12,8 3 2,1-2 0,-1 0 0,0-1 0,1 0 0,-1-2 1,2 0-3,-4-1-767,0 0 0,-1-2 0,1 1 0,-1-2 0,5-2 767,14-5-6338,-15 6-1641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73 189 13499,'0'0'2544,"0"0"-719,0 0-89,0 0-496,0 0-127,0 0 679,-51 138-488,48-99-383,3-8-473,0-7-192,3-9-120,13-8-128,3-7-16,2 0-208,3-10-24,1-31-945,-4 2-1471,-7-2-3554</inkml:trace>
  <inkml:trace contextRef="#ctx0" brushRef="#br0" timeOffset="1">73 189 6809,'-70'-159'8850,"67"152"-7537,3-1 2880,0 1-2977,0 2-960,3 3-256,16 2-584,16 0-1089,-6 0-1135,-4 0-5626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5873,'0'0'6826,"0"0"-4490,0 0 329,0 0-161,88 145-575,-64-75-89,-8 13-464,-10 4-447,-6 2-193,0-5-528,-8-9 88,-11-12-224,-3-7-144,-4-6 72,-4-4-296,-18 12-912,5-9-2561,2-8-4793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14443,'0'0'2361,"0"0"-1089,0 0 872,0 0-735,0 0-417,0 0-240,164 0-152,-135 0-376,1 0-136,2 0 64,-2 0-304,-1 0 104,-2 0-432,-8 0-608,-6 0-689,-5 0-2143,-8 0-4050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0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10906,'0'0'1697,"0"0"127,0 0 329,0 0-889,0 0-96,155 2-408,-122-2-424,-4 0-72,1 0-216,15-10-96,-4 1-1512,-4-1-2713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1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10802,'0'0'1893,"0"0"-186,0 0 337,0 0-705,0 0-644,11-1 165,127-13 3041,51 5-3901,-103 5 127,186 0 825,166 23-952,-263-15 143,-126-4 202,-82-14-1981,-4 8-1,0 2 0,-1 2 0,1 1 1,-32 4 1636,-4-1-1470,-20-2-1528,6 0-1413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1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6025,'0'0'1658,"0"0"972,0 0 212,0 0-747,0 0-539,0 0-243,-10 2 2911,37 6-3546,1-1-1,0-2 1,1 0-1,5-2-677,67 13 338,-77-10-320,34 7 83,47 17-101,-91-25 6,1 1-1,-1 0 0,0 1 0,-1 1 1,1 0-1,-1 1 0,-1 0 0,0 1 0,6 5-5,-15-11 3,1 1-1,-1-1 1,0 0-1,0 1 1,0 0-1,-1 0 1,1 0-1,-1 0 0,-1 0 1,1 0-1,-1 0 1,1 0-1,-1 1 1,-1-1-1,1 1 0,-1-1 1,0 1-1,0-1 1,-1 0-1,0 1 1,0-1-1,0 1 1,0-1-1,-1 0 0,0 0 1,0 0-1,0 0 1,-1 0-1,-2 3-2,-9 16 22,-2-1 1,-1 0-1,-1-1 0,0-1 0,-8 5-22,5-3 14,-132 146 54,-134 142 83,251-273-101,-24 35-50,60-73-1,1 1 0,-1 0 1,1-1-1,-1 1 0,1-1 1,0 1-1,-1-1 0,1 1 1,0-1-1,-1 1 1,1-1-1,0 1 0,0-1 1,-1 0-1,1 0 0,0 1 1,0-1-1,0 0 1,-1 0-1,1 0 0,0 0 1,0 0-1,0 0 0,0 0 1,-1 0-1,1 0 0,0-1 1,0 1-1,0 0 1,37 1-3,-35-1 9,155-6 590,52-13-596,-39 2 804,3 9-804,404 10 993,-577-2-1613,-16 0-3525,-8 0-2053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14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 11987,'0'0'4036,"0"0"-1343,0 0-399,0 0-550,0 0-504,0 0-486,0-3-228,-1 7-400,-16 85 293,5-34 28,3 0-1,2 1 1,2 0 0,3 19-447,2-72-11,0-1 1,1 0 0,-1 0-1,1 1 1,-1-1-1,1 0 1,0 0-1,0 0 1,0 1-1,0-1 1,0 0 0,1-1-1,-1 1 1,0 0-1,1 0 1,0 0-1,-1-1 1,1 1-1,0-1 1,0 1 0,0-1-1,0 0 1,0 0-1,0 0 1,0 0-1,0 0 1,0 0-1,1-1 1,-1 1-1,0-1 1,1 1 0,-1-1 10,11 2-119,0-1 1,0-1 0,0 1 0,0-2-1,3 0 119,-13 1-22,0-1-84,-1 0 0,1 1 0,-1-1 0,1 0 0,-1 0 0,1 0 0,-1-1 0,0 1 0,0-1 0,1 1 0,-1-1 0,0 0 0,0 0 0,-1 0 0,1 0 0,0 0 0,-1 0 0,1 0 0,-1 0 0,0-1 0,1 1 0,-1-1 106,22-58-6468,-23 60 6214,9-42-9540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1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15131,'0'0'4225,"0"0"-2280,0 0-441,0 0-1208,0 0-296,0 0-584,193-7-2161,-139 7-3464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15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13691,'0'0'2945,"0"0"-593,0 0 137,0 0-1833,0 0-344,0 0-304,0 0-8,137-17-120,-110 17-616,-3 0-1313,-2 0-975,-11 0-4058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23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10474,'0'0'2655,"0"0"-261,0 0-371,0 0-465,0 0-630,0 0-166,10 0 646,41-1-562,65 2-311,-44 3-5297,-47-4-64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3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7986,'0'0'2568,"0"0"-541,0 0-277,0 0-211,0 0-255,1-6-118,0 5-1073,3-22 1011,-3 22-985,-1 0 1,0 0 0,0 0 0,1 0-1,-1 0 1,0 0 0,1 0-1,-1 1 1,1-1 0,-1 0 0,1 0-1,0 1 1,-1-1 0,1 0-1,0 1 1,-1-1 0,1 0 0,0 1-1,0-1 1,0 1 0,-1-1-1,1 1 1,0 0 0,0-1-1,0 1 1,0 0 0,0 0-120,0 0 205,-1 0-7,5-46 4112,-5 388-3937,0-341-443,0-1-106,0 0-55,0 0-159,0 0 105,-16 17-7850,5-13 3510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11763,'0'0'2368,"0"0"-1224,0 0 769,0 0-1193,0 0-456,139 7-192,-98-7-72,10 0-72,35 0-320,-14-2-952,-2-5-3690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4049,'0'0'8916,"0"0"-4249,0 0-2109,0 0-1166,0 0-873,0 0-38,-3 19 286,0-2-619,-5 30 271,2 1 0,1 0 0,3 1 0,3 22-419,-1-69 6,1 0 0,0 1 0,-1-1 0,1 0 0,0 0-1,0 0 1,0 1 0,1-1 0,-1 0 0,0-1 0,1 1 0,-1 0-1,1 0 1,0-1 0,-1 1 0,1 0 0,0-1 0,0 0-1,0 0 1,0 1 0,0-1 0,0 0 0,0 0 0,1-1 0,-1 1-1,0 0 1,1-1 0,-1 0 0,0 1 0,1-1-6,1 0-34,0 1 0,0-1 0,0 0-1,0 0 1,0 0 0,1-1 0,-1 1 0,0-1 0,0 0 0,0 0 0,0-1 0,-1 1 0,1-1 0,0 0-1,-1 0 1,1 0 0,1-1 34,1-3-349,0 1 1,-1-2-1,1 1 0,-1-1 0,0 1 0,-1-1 1,1-1-1,-1 1 0,-1-1 0,2-4 349,3-12-3951,-1 0-1,3-20 3952,-9 40-497,7-40-11688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12827,'0'0'1896,"0"0"-1232,0 0-664,0 0-2784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7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13635,'0'0'2700,"0"0"-1068,0 23 576,21 365 3629,-12-45-4324,-6-319-3503,2-41-5861,-2-7-1407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1 235 13883,'0'0'1859,"0"0"-428,16-27 85,58-89-390,-67 108-1003,1 0-1,0 0 1,0 1 0,1 0-1,-1 0 1,2 1 0,-1 0-1,1 1 1,0 0 0,0 0 0,0 1-1,0 1 1,1-1 0,0 2-1,-1 0 1,1 0 0,0 0-1,0 2 1,0-1 0,1 1-1,-1 1 1,0 0-123,-7 0 73,-1-1 0,1 1 0,-1 0 0,1-1 0,-1 2 0,0-1 0,1 0 0,-1 1-1,0-1 1,0 1 0,0 0 0,0 0 0,0 0 0,-1 1 0,1-1 0,-1 0 0,3 3-73,-1 1 88,-1-1 0,1 1-1,-1 0 1,0 0 0,0 0 0,-1 0 0,0 0 0,0 1-1,1 3-87,-1 5 137,1 0-1,-2 0 0,0 0 1,-1 0-1,0 1 0,-1-1 1,-1 0-1,-2 5-136,0-7 25,-1-1 1,0 1-1,-1-1 1,-1-1-1,0 1 1,0-1-1,-1 0 1,-1-1-1,1 0 1,-2 0-1,1-1 1,-1 0-1,-1-1 1,0 0 0,0-1-1,0 0 1,-1 0-1,0-2 1,0 1-1,-1-1 1,1-1-1,-1 0 1,-5 0-26,4-4-476,14-6-880,19-10-3576,-12 11 2206,20-18-8069</inkml:trace>
  <inkml:trace contextRef="#ctx0" brushRef="#br0" timeOffset="1">860 32 10386,'0'0'4745,"0"0"-3328,0 0 1087,-81 155-479,60-87-665,5 4-128,8-2-240,8-7-528,0-10-160,5-14-256,19-10 96,0-12-144,6-8-8,2-6-616,3-3-288,13-5-1368,-5-14-2337,-8-8-4105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13451,'0'0'2259,"0"0"119,0 0-231,0 0-357,28 19-295,91 65-287,-110-76-1088,0 0 0,0 1 0,-1 1 0,0-1 1,-1 1-1,0 1 0,0-1 0,-1 1 0,0 0 0,-1 1 0,-1-1 1,0 1-1,1 6-120,9 19 117,-11-28-470,10 25 777,2-1 0,1-1-1,3 5-423,-12-27-381,0 1 0,1-1-1,0-1 1,9 9 381,-11-13-1024,0 0 0,0 0-1,0-1 1,0 0 0,1 0 0,0 0 0,0-1-1,3 1 1025,-4-3-8404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0 13555,'0'0'2496,"0"0"-179,0 0-161,0 0-1095,0 0-240,-12 24 445,-89 160 876,19-56-903,39-66-1033,3 3 1,-27 61-207,66-126-68,1 0 0,0 1 0,0-1 0,-1 0 0,1 1 0,0-1 0,0 0 1,0 1-1,0-1 0,-1 1 0,1-1 0,0 0 0,0 1 0,0-1 0,0 1 0,0-1 0,0 0 0,0 1 1,0-1-1,0 1 0,0-1 0,0 0 0,0 1 0,0-1 0,0 1 0,1-1 0,-1 0 0,0 1 0,0-1 1,0 0-1,0 1 0,1-1 0,-1 0 0,0 1 0,1-1 0,-1 0 0,0 1 0,0-1 0,1 0 0,-1 0 0,0 0 1,1 1-1,-1-1 0,0 0 68,20 0-5410,-15-1 4543,21-3-6084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14243,'0'0'2633,"0"0"-1545,0 0 608,0 0-808,0 0-680,0 0-208,0 0-112,150 0-992,-125 0-776,-9-3-2705,-6-1-7906</inkml:trace>
  <inkml:trace contextRef="#ctx0" brushRef="#br0" timeOffset="1">16 249 11963,'0'0'2176,"0"0"-48,0 0 321,0 0-585,0 0-1135,0 0-601,0 0-128,175-29-96,-130 20-833,-4-6-3055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9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11082,'0'0'2672,"0"0"-292,0 0-469,0 0-338,27-3-293,87-7-183,-110 10-1041,-1 0-1,1 0 1,-1 1-1,0-1 1,1 1-1,-1-1 1,0 1-1,0 0 1,0 1-1,0-1 1,1 0-1,-2 1 0,1 0 1,0-1-1,0 1 1,0 0-1,-1 1 1,1-1-1,-1 0 1,0 1-1,0-1 1,0 1-1,0 0 1,0 0-1,0 0 1,0 2-56,1 2 122,0 1 0,-1 0 1,0 0-1,0 1 1,-1-1-1,0 0 1,-1 0-1,0 1-122,1-3 56,0 0-1,-1 0 0,0 0 0,0 0 1,0 0-1,-1 0 0,0 0 1,0 0-1,-1 0 0,0 0 1,0 0-1,0-1 0,-1 1 0,1-1 1,-1 0-1,0 0 0,-1 0 1,0 0-1,1 0 0,-1-1 1,-1 0-1,1 1 0,-1-2 0,1 1 1,-1 0-1,0-1 0,-1 0 1,1 0-1,0-1 0,-4 2-55,0 1-16,0-1 0,0 0-1,0-1 1,-1 0 0,0 0 0,0-1-1,0 0 1,0 0 0,0-1 0,-6-1 16,16-1-225,-1 0 1,1-1 0,-1 1 0,1-1-1,-1 1 1,1-1 0,0 1 0,0 0-1,0-1 1,0 1 0,0-1 0,0 1-1,0-1 1,0 1 0,0-1 0,1 1-1,-1 0 1,1-1 0,-1 1 0,1-2 224,18-17-4289,5-1-3529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4721,'0'0'7058,"0"0"-3795,0 0-1221,0 0-946,0 0-603,0 0-37,-20 14 367,-65 46-3,77-54-635,1 1-1,0 0 0,1-1 1,-1 2-1,1-1 0,1 1 1,-1 0-1,1 0 1,1 1-1,-1-1 0,1 1 1,1 0-1,-2 6-184,1 1 371,2 0 1,-1 1-1,2-1 1,0 0-1,1 1 0,1 6-371,0-20 20,-1-1 0,1 1-1,0 0 1,-1-1 0,1 1 0,1-1-1,-1 1 1,0-1 0,0 0-1,1 0 1,-1 1 0,1-1-1,0 0 1,0 0 0,0 0-1,0-1 1,0 1 0,0 0-1,0-1 1,1 1 0,-1-1-1,0 0 1,1 0 0,-1 0 0,1 0-1,0 0 1,-1 0 0,1-1-1,0 0 1,-1 1 0,1-1-1,0 0 1,1 0-20,14 1 110,0 0-1,1-2 1,-1 0 0,9-2-110,-27 3 0,29-6-1112,0-1-1,-1-1 1,-1-1 0,17-9 1112,-35 15-550,11-5-5886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4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13715,'0'0'3113,"0"0"-17,0 0-287,0 0-1089,0 0-664,-29 147-599,29-125 167,8-7-504,10-8 8,7-5-80,-1-2 24,5 0-72,-2-22-288,0-2-376,0-22-1265,-6 8-3064,-7 2-4713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4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14899,'0'0'3865,"0"0"-1400,0 0-129,0 0-1496,0 0-840,0 0-144,0 0-720,73-10-3081,-44 17-1256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41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7786,'0'0'6237,"0"0"-3492,0 0-769,0 0-232,25 16-259,-25-16-1485,36 23 1276,31 27-1276,-61-45 144,0 1 0,-1-1 0,0 1 0,0 0 0,0 0 0,-1 1 0,0-1 0,0 1 0,-1 0 0,0 0 0,0 0 0,-1 1 0,2 3-144,-2 5 331,1 0 0,-2 1 0,0-1 0,-1 15-331,0-12 191,0 4-88,-2 0-1,0 0 1,-1 0-1,-1 0 0,-1 0 1,-2-1-1,0 0 0,-1 0 1,-1-1-1,-1 0 1,-1 0-1,-1-1 0,-13 18-102,-12 12-529,-24 24 529,-9 1-3918,34-39-2326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47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90 6905,'0'0'2240,"0"0"-861,0 0-358,0 0-315,0 0-220,0 0 433,-1-2-543,0 1 0,-1 0 0,1 0 0,0 0 0,0-1 0,0 1-1,0-1 1,0 1 0,1-1 0,-1 1 0,0-1 0,1 1 0,-1-1-376,2 0 168,0 0 1,0-1-1,0 1 1,0 0 0,0 0-1,0 1 1,1-1 0,-1 0-1,0 0 1,1 1-1,0-1 1,-1 0 0,1 1-1,0 0 1,0-1-1,0 1 1,0 0 0,0 0-1,1 0-168,45-19 490,-43 18-369,3-1-74,0 0 0,0 1 1,1 0-1,-1 0 0,1 1 1,-1 0-1,1 0 0,0 1 0,-1 1 1,1-1-1,-1 1 0,1 0 1,-1 1-1,1 0-47,-3 0 32,-1 1 1,0-1-1,1 1 1,-1 0-1,0 1 1,0-1-1,-1 1 0,1 0 1,-1 0-1,0 0 1,0 1-1,0-1 1,-1 1-1,1 0 0,-1 0 1,0 1-1,-1-1 1,1 0-1,-1 1 1,1 3-33,2 6 75,-1-1 0,0 1 1,-1-1-1,0 1 0,-1 0 1,-1 0-1,-1 0 0,0 0 1,-1 0-1,0 0 0,-1 0 1,-3 11-76,1-13 59,0-1-1,-1 0 1,0 0 0,-1 0 0,0-1-1,-1 0 1,0 0 0,-1-1 0,0 0 0,-1 0-1,0-1 1,0 0 0,-1-1 0,-9 7-59,7-6 64,0-1 0,-1-1 0,1 0 1,-11 3-65,19-8 14,-1 0 0,0 0 0,0-1 1,-1 1-1,1-1 0,0-1 0,0 1 0,0-1 1,-1 0-1,1 0 0,0 0 0,-1-1 1,1 0-1,-4-1-14,8 1-18,-1 0 1,0-1-1,0 0 1,1 1-1,-1-1 1,1 0-1,-1 0 1,1 0-1,0 0 1,0 0-1,0 0 1,0 0-1,0-1 1,0 1-1,1 0 1,-1 0-1,1-1 1,-1 1-1,1 0 1,0-1-1,0 1 1,0-1-1,0 1 1,1-1 17,-1-5-302,0 1 1,0-1-1,1 1 1,0 0-1,1-1 0,0 1 1,0 0-1,1-1 302,9-14-2543,2 1-1,0 1 0,15-15 2544,9-9-7177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48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12219,'0'0'2624,"0"0"-735,0 0-785,0 0-520,0 0-288,0 0 224,-137 138 216,110-68 312,8 5-319,11-3-409,8-9-72,8-12-152,27-17 24,8-12-112,11-15-8,26-7-192,-10-3-2305,-13-11-3712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8634,'0'0'3627,"0"0"-1520,0 0-357,0 0-500,23-3-399,74-12-90,-93 14-685,0 1 0,-1-1 0,1 1 1,-1-1-1,1 1 0,0 0 0,-1 0 0,1 1 0,-1-1 0,1 1 1,-1 0-1,1 0 0,-1 0 0,1 0 0,-1 0 0,0 1 0,1 0 1,-1-1-1,0 1 0,0 0 0,0 1 0,-1-1 0,1 1 0,0-1 1,-1 1-1,0 0 0,0-1 0,1 1 0,-2 0 0,1 1 0,0-1 1,-1 0-1,1 1 0,-1-1 0,0 0 0,0 1 0,0 0-76,0 2 32,0 1 0,0-1 0,-1 0 0,0 1 0,0-1 0,-1 1 0,0-1-1,0 0 1,0 1 0,-1-1 0,0 0 0,0 0 0,0 0 0,-1 0 0,0 0 0,0-1-1,-3 5-31,0-2 73,-1 0 0,1-1 0,-1 1 0,0-2 0,-1 1 0,1-1 0,-1 0 0,-1 0 0,1-1 0,-1-1 0,0 1 0,0-1 0,0-1 0,0 1 0,-1-2 0,0 1 0,1-1 0,-1-1-1,0 0 1,-5 0-73,14-1-33,1 0 0,-1 0 0,0 0 0,1 0 0,-1 0 1,0 0-1,1 0 0,-1 0 0,1 0 0,-1 0 0,0-1 0,1 1 0,-1 0 0,1 0 0,-1-1 0,0 1 0,1 0 0,-1-1 0,1 1 0,-1 0 0,1-1 0,0 1 0,-1-1 0,1 1 0,-1-1 0,1 1 0,0-1 0,-1 0 33,2-20-4727,3 6-842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8410,'0'0'4401,"0"0"-1934,0 0-696,0 0-760,0 0-576,0 0-222,-2 4-17,-42 79 2135,27-54-1651,2 1 1,0 0-1,-1 10-680,15-37 45,0 0 0,0 1 0,0-1 0,0 0 0,1 0 0,-1 0 0,1 0 0,0 1 0,0-1 1,0 0-1,0 0 0,1 1 0,-1-1 0,1 0 0,0 0 0,0 1-45,0-2 89,1 0-1,-1 0 1,0 0-1,1 0 1,-1 0-1,1-1 1,0 1-1,-1 0 1,1-1 0,0 1-1,0-1 1,0 0-1,0 0 1,0 0-1,0 0 1,1 0-1,0 0-88,4 1-12,1 0-1,-1 0 0,1-1 1,-1 0-1,0-1 0,2 0 13,47-2-4023,-20-5-3353,-17 0 639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9178,'0'0'2439,"0"0"-185,0 0-468,0 0-649,0 0-663,0 0-158,0 5 135,0 76 1950,0-80-2315,0-1 31,0 0 96,0-19 924,0-37-703,0 47-128,0 39 10,0 189-664,0-219 221,0 1 1,0-1-1,0 0 1,0 0-1,0 1 0,0-1 1,1 0-1,-1 0 1,0 1-1,0-1 1,0 0-1,0 0 0,1 0 1,-1 1-1,0-1 1,0 0-1,1 0 1,-1 0-1,0 0 0,0 0 1,1 1-1,-1-1 1,0 0-1,0 0 1,1 0-1,-1 0 0,0 0 1,0 0-1,1 0 1,-1 0-1,0 0 1,0 0-1,1 0 0,-1 0 1,0 0-1,1 0 1,-1 0-1,0 0 1,0-1-1,1 1 127,1 0-1544,11 0-7304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2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8858,'0'0'3773,"0"0"-1243,0 0-438,0 0-541,0 0-771,0 0 43,25-7 103,79-18-78,-99 23-761,0 1 0,0 0 0,1 1 0,-1-1 0,1 1 0,-1 0 0,0 0 0,1 1 0,-1-1 0,0 1 0,1 1 0,-1-1 0,0 1 0,0 0 0,1 0-87,-3 0 38,1 1-1,-1-1 1,1 1 0,-1-1 0,0 1 0,0 0 0,0 1 0,0-1 0,-1 0 0,1 1 0,-1-1 0,0 1 0,0 0 0,0 0 0,-1 0-38,4 11 63,-1 0 1,-1 0 0,-1 0 0,0 0 0,-1 1 0,0-1-1,-1 0 1,-1 5-64,0-14 17,0-1 0,0 1 0,-1-1 0,1 1-1,-1-1 1,0 1 0,-1-1 0,1 0 0,-1 0 0,0 0-1,0-1 1,-1 1 0,1-1 0,-1 1 0,0-1-1,-4 3-16,-10 8 75,0-1-1,-1 0 0,-11 4-74,26-16 12,3-1-65,0 0 0,0 0 0,-1 0 0,1 0 0,0-1-1,-1 1 1,1 0 0,-1-1 0,1 1 0,-1-1 0,1 0 0,-1 0-1,1 1 1,-1-1 0,1 0 0,-1 0 0,1 0 0,-1 0 0,1-1-1,-1 1 1,1 0 0,-1-1 0,-1 0 53,3 0-224,-1 1 0,0-1 0,1 0-1,-1 0 1,0 0 0,1 0 0,-1 0 0,1 0 0,-1 0 0,1 0 0,0 0 0,-1-1 0,1 1-1,0 0 1,0 0 0,0 0 0,0 0 0,0 0 0,0 0 0,0-1 0,0 1 0,0 0-1,0 0 1,1 0 0,-1 0 0,0 0 0,1 0 0,-1 0 0,1 0 0,-1 0 0,1 0 224,10-16-5962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3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7770,'0'0'3707,"0"0"-1584,0 0-641,0 0-595,0 0-91,-15 27 24,-45 89 83,55-107-684,1 1 1,0-1-1,1 1 1,0 0-1,1 0 1,0 0-1,0 1 0,1-1 1,0 0-1,1 1 1,0-1-1,1 6-219,1 16 393,-2-30-341,0 1 0,0 0 0,0 0 0,0 0 0,1-1 0,-1 1 0,1 0 0,0 0 1,0-1-1,0 1 0,0-1 0,1 1 0,-1-1 0,1 1 0,-1-1 0,1 0 0,0 0 0,0 0 0,0 0 0,0 0 0,0 0 0,0 0 1,1 0-1,-1-1 0,0 0 0,1 1 0,-1-1 0,1 0 0,0 0 0,1 0-52,41 7-1823,1-6-5674,-43-2 6636,10 0-5873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8 8042,'0'0'4963,"0"0"-2289,0 0-801,0 0-598,0 0-476,0 0-367,4-1-307,-1 0-121,19-5 20,-22 7-24,1-1 1,0 1-1,-1-1 1,1 1-1,0 0 1,-1-1 0,1 1-1,-1 0 1,1-1-1,-1 1 1,1 0-1,-1 0 1,1-1 0,-1 1-1,0 0 1,0 0-1,1 0 1,-1-1-1,0 1 1,0 0-1,0 0 1,0 0 0,0 0-1,0 0 1,0-1-1,0 1 1,0 0-1,0 0 1,0 0-1,-1 8 54,1 0 0,-1 0 0,0-1-1,-1 1 1,0-1 0,0 1 0,-1-1 0,0 1 0,0-1 0,-1 0-1,0-1 1,0 1 0,-1-1 0,0 1 0,-1-1 0,1-1-1,-1 1 1,-1-1 0,1 0 0,-1-1 0,-3 3-54,5-5-121,-20 20 1273,30-17-98,17-4-439,90 14-1783,-44-10-2733,-22 3-1939,-13 1-3052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12163,'0'0'3610,"0"0"-1847,0 0-930,23 0-123,74 1 31,-93-1-698,0 0 0,1 0-1,-1 0 1,0 1-1,0 0 1,0 0 0,1 0-1,-1 0 1,0 1 0,0 0-1,-1-1 1,1 1 0,0 1-1,-1-1 1,1 1-1,-1-1 1,1 1 0,-1 0-1,0 0 1,0 0 0,-1 1-1,1-1 1,-1 1 0,0-1-1,1 1 1,-2 0 0,1 0-1,0 0 1,0 1-43,1 9 67,0 0 0,-1 1-1,0-1 1,-1 1 0,-1 0 0,-1 0 0,0 2-67,1 1 49,-2-7-24,1 0 0,-2 0 0,1 0 0,-1-1 0,-1 1 0,0-1-1,0 0 1,-1 0 0,0 0 0,-1-1 0,0 0 0,-1 0 0,0 0 0,-2 2-25,-3 2 95,0-1 0,-1 0 0,0 0 0,-1-1-1,-1-1 1,1 0 0,-1-1 0,-11 4-95,25-12 6,-1 0 0,1-1 0,0 1 0,0-1 0,0 1 0,-1-1 0,1 1 0,0-1 0,0 0 0,-1 0 0,1 0 0,0 1 0,-1-1 0,1-1 0,0 1 0,0 0 0,-1 0 0,1 0 0,0-1-1,-1 1 1,1 0 0,0-1-6,0 0-53,1 1 0,-1-1-1,0 0 1,1 0 0,-1 0-1,1 1 1,-1-1 0,1 0-1,-1 0 1,1 0 0,0 0-1,-1 0 1,1 0 0,0 0-1,0 0 1,0 0-1,0 0 1,0 0 0,0 0-1,0 0 1,0-1 53,1-4-513,0 0-1,0 0 1,1 0 0,-1 0-1,2 0 1,-1 0 0,1 0-1,-1 0 514,19-23-4008,0 2-1040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9522,'0'0'3638,"0"0"-1607,0 0-412,0 0-527,-16 28-31,-51 96 138,62-112-1014,-1 0 0,2 1 0,-1-1 0,2 1 1,0 0-1,0 0 0,1 1 0,1-1 0,0 0 1,1 1-1,0-1 0,2 8-185,0 22 352,-3-33-310,2 0 1,0 1-1,0-1 1,1 0 0,0 0-1,0 0 1,1 0-1,1-1 1,-1 1 0,2-1-1,3 6-42,-6-10-48,1-1 1,1 0-1,-1 0 0,1 0 0,-1 0 1,1-1-1,0 1 0,1-1 0,-1 0 1,0 0-1,1-1 0,0 1 0,0-1 1,-1 0-1,1 0 0,0-1 1,1 1-1,-1-1 0,0 0 0,0-1 1,0 1-1,1-1 0,1 0 48,0 0-704,1 0 0,-1-1 0,1 0-1,-1 0 1,0 0 0,1-1 0,-1 0 0,0-1 0,0 0 0,2-1 704,25-17-9504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5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5 10234,'0'0'3482,"0"0"-1555,0 0-160,0 0-169,0 0-436,0 0-488,17-2-291,51 0-116,-67 2-255,0 0 1,0 0-1,0 1 1,0-1-1,0 1 1,0-1-1,0 1 1,0-1-1,0 1 0,0-1 1,0 1-1,0 0 1,-1 0-1,1-1 1,0 1-1,0 0 1,-1 0-1,1 0 1,-1 0-1,1 0 0,-1 0 1,1 0-1,-1 0 1,0 0-1,1 0 1,-1 0-1,0 0 1,0 0-1,0 0 1,1 0-1,-1 0 0,0 0 1,-1 0-1,1 0 1,0 0-1,0 0 1,0 0-1,-1 0 1,1 0-1,0 0 1,-1 0-1,1 0-12,-18 40 389,-58 45-1170,75-85-393,1-1 589,0 0 487,4 0 134,0 0-1,0 0 0,-1 0 1,1 0-1,0 1 1,0-1-1,-1 1 0,1 0 1,0 0-1,-1 1 1,1-1-1,-1 1 0,0 0 1,1-1-1,-1 1 0,0 1 1,0-1-1,0 0 1,0 1-1,-1 0 0,1-1 1,0 2-36,0 2 5,0 0 0,-1 0 0,1 0 0,-1 0 0,0 0 1,-1 1-1,0-1 0,0 0 0,0 1 0,-1-1 0,0 1 0,0 3-5,0-6 38,0-1 0,0 1 0,0 0-1,0-1 1,-1 1 0,0-1-1,0 1 1,0-1 0,0 1-1,0-1 1,-1 0 0,1 1 0,-1-1-1,0 0 1,0 0 0,0 0-1,0 0 1,-1-1 0,1 1 0,-1-1-1,1 1 1,-1-1 0,0 0-1,0 0 1,-1 0-38,-1 1-136,-1-1 0,0 1 0,0-1 0,0 0 1,0-1-1,0 0 0,-5 1 136,-29 0-4051,29-2-2536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5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13587,'0'0'3558,"0"0"-1523,0 0-924,0 0-279,24 1-132,77 8-306,-97-8-382,0-1 1,-1 1 0,1 0 0,-1 1-1,1-1 1,-1 1 0,1-1-1,-1 1 1,0 0 0,0 0 0,0 0-1,0 1 1,0-1 0,0 1-1,-1 0 1,1-1 0,-1 1 0,0 0-1,0 0 1,0 1 0,0-1-1,0 0 1,-1 1 0,1-1 0,0 4-13,0 3 112,0 1 0,0 0 0,-1 0 1,0 0-1,-1 0 0,-1 10-112,1-18 54,-2 4 1,1-1-1,-1 1 0,0 0 0,0-1 0,-1 1 1,0-1-1,0 0 0,0 0 0,-1 0 1,0 0-1,0-1 0,-1 0 0,1 0 1,-1 0-1,0 0 0,0-1 0,-6 4-54,-6 5 11,0-1 1,0-1-1,-2-1 0,1-1 0,-10 4-11,23-11-12,-21 6-731,25-8 602,1 0-1,-1 0 1,0 0 0,1 0-1,-1 0 1,1 0 0,-1 0-1,1 0 1,-1-1 0,1 1-1,-1 0 1,1 0 0,0 0-1,-1-1 1,1 1 0,-1 0-1,1-1 1,-1 1 0,1 0-1,0-1 1,-1 1 0,1 0-1,0-1 1,-1 1 0,1-1-1,0 1 1,0-1 0,-1 1-1,1-1 1,0 1 0,0-1-1,0 1 1,0-1 0,0 1-1,0-1 1,-1 1 0,1-1-1,0 1 1,0-1 0,1 1-1,-1-1 1,0 1 0,0-1 141,0-19-7838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10298,'0'0'2547,"0"0"-246,-14 22-422,-47 72-600,52-77-946,0-1 0,0 2 0,2-1 0,0 1 0,1 0 0,1 1 0,1-1 0,1 1 0,0 0 0,1 0-1,1 0 1,1 16-333,1-33 53,-1-1 0,0 1-1,0-1 1,1 1-1,-1-1 1,1 1 0,-1-1-1,1 0 1,0 1 0,0-1-1,-1 0 1,1 1-1,0-1 1,0 0 0,0 0-1,0 0 1,0 0-1,1 0 1,-1 0 0,0 0-1,0 0 1,1 0-1,-1-1 1,0 1 0,1-1-1,-1 1 1,1-1 0,-1 1-1,1-1 1,-1 0-1,1 1 1,-1-1 0,2 0-53,64 1 174,-45-2-434,-20 1 212,8 0-1201,1 0-1,-1-1 1,1 0-1,-1-1 0,1 0 1250,12-7-7948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6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13715,'0'0'3779,"0"0"-1968,0 0-566,0 0-365,0 0-152,0 0-381,-10 22-174,-1 2-147,-6 10 35,1 1-1,2 0 1,-1 7-61,15-41 22,0 0-1,-1 0 0,1 0 1,0-1-1,-1 1 0,1 0 1,0 0-1,0 0 0,0 0 1,-1 0-1,1 0 0,0 0 1,0 0-1,1-1 1,-1 1-1,0 0 0,0 0 1,0 0-1,0 0 0,1 0 1,-1 0-1,1-1 0,-1 1 1,0 0-1,1 0 0,-1-1 1,1 1-1,0 0 1,-1 0-1,1-1 0,-1 1 1,1-1-1,0 1 0,0 0 1,-1-1-1,1 0 0,0 1 1,0-1-1,0 1-21,39-1 486,-24-1-551,43-11 349,-34 4-3488,-5 2-5196,-14 3-3860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5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11618,'0'0'4153,"0"0"-3104,0 0 1415,0 0-1256,0 0-583,-21 128-505,10-92-56,0 1-56,-2-4-16,-3-1 8,-9 14-1241,7-10-1367,-1-7-4082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 13123,'0'0'2118,"0"0"534,0 0 411,0 0-1649,0 0-666,-10-5 521,51 10-233,6 0-884,1-2 0,-1-3 0,5-2-152,22 1-951,-59 6-1930,-15-5 2534,0 1 0,1-1 0,-1 1 0,0-1 0,0 1 0,0 0 0,0-1 0,0 1 0,0-1 0,1 1 0,-1 0 0,-1-1 0,1 1 0,0-1-1,0 1 1,0 0 0,0-1 0,0 1 0,0-1 0,-1 1 0,1 0 0,0-1 0,-1 1 0,1-1 0,0 1 347,-9 10-12163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0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2881,'0'0'10946,"0"0"-9370,0 0 1001,0 0-465,0 0-847,0 0-169,0 0-264,110-17-624,-48-10-56,10 3-104,6-3-48,5 3-8,43-5-1176,-18 5-2657,-11 0-3361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11899,'0'0'2340,"0"0"-167,0 0-840,0 0-659,0 0-280,0 0-10,-11 12-160,1-2-111,6-7-66,0 1-1,0-1 0,0 1 0,1 0 0,0 0 0,0 0 1,0 1-1,0-1 0,1 1 0,0-1 0,0 1 1,0 0-1,0 0 0,1 0 0,-1 0 0,1 0 1,1 0-1,-1 1-46,-2 25 405,2 1 0,1-1 0,2 1 0,1 4-405,-2-28 50,0 0 1,1-1 0,-1 1-1,1-1 1,1 1-1,0-1 1,0 0-1,0 0 1,1 0-1,0 0 1,0-1-1,1 1 1,-1-1 0,2 0-1,-1 0 1,1-1-1,-1 0 1,1 0-1,4 2-50,-6-4 10,1-1 0,-1 1-1,1-1 1,0 0 0,0-1-1,0 1 1,0-1 0,0 0 0,0 0-1,0 0 1,0-1 0,1 0-1,-1 0 1,0 0 0,0-1-1,0 0 1,0 0 0,0 0 0,0 0-1,0-1 1,0 0 0,0 0-1,0 0 1,-1 0 0,1-1-1,-1 0 1,0 0 0,0 0 0,0-1-1,0 1 1,-1-1 0,1 0-1,0-1-9,5-6 23,0 0 0,-1-1 0,-1 0 0,0 0 1,0 0-1,-1-1 0,-1 0 0,0 0 0,-1-1 0,0 0 0,1-11-23,-4 13 1,2-3 303,-1-1 1,-1 0-1,0 1 1,-2-6-305,1 18 63,0 0 0,0 0 1,-1 0-1,1 0 0,-1 0 1,0 0-1,0 0 0,0 0 1,0 0-1,0 0 0,-1 1 1,1-1-1,-1 1 0,1-1 1,-1 1-1,0-1 1,0 1-1,-1 0 0,1 0 1,0 0-1,-1 0 0,1 0 1,-1 1-1,0-1-63,-10-3 47,0 1 0,0 0 0,-1 2 0,1-1 0,-1 1 0,1 1 0,-1 1-1,0 0 1,0 0 0,-7 3-47,18-2-112,1 0 0,-1 0 0,1 0 0,0 0 0,-1 1-1,1-1 1,0 1 0,0-1 0,0 1 0,0 0 0,0 0-1,1 0 1,-1 0 0,0 0 0,1 1 0,0-1 0,-1 0-1,1 1 1,0-1 0,0 1 0,1-1 0,-1 1 0,0-1-1,1 1 1,-1 0 0,1-1 0,0 1 0,0-1 0,0 3 112,-1 6-1009,1 1 0,0 0 0,1-1 0,0 1 0,0-1 0,2 4 1009,8 8-6556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3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34 12779,'0'0'2107,"0"0"-32,0 0-123,0 0-267,0 0-34,0 0-472,0 10-247,0 47 552,0-56-1245,0-1 45,0 0 17,-2-53 585,7 5-991,-5 48 115,0 0 2,0 0 47,0 0-58,0 0-1,0 4-4237,0 13-4062,0-12 2250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3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12899,'0'0'2138,"0"0"14,0 0-842,0 0-872,0 0-340,0 0-9,-5 6 483,-76 107 3466,-21 28-2871,97-134-1209,-23 25-331,27-31 145,1-1 0,-1 1 1,0 0-1,0-1 0,0 1 0,0-1 0,0 1 1,0-1-1,0 1 0,0-1 0,0 1 0,0-1 1,0 0-1,0 0 0,0 0 0,0 1 0,0-1 1,0 0-1,0 0 0,0 0 0,0-1 0,0 1 1,0 0-1,-1 0 0,1-1 0,0 1 0,0 0 1,0-1-1,0 1 0,1-1 0,-1 1 0,0-1 1,0 0-1,-1 0 228,-2-8-5125,0-9-3578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13315,'0'0'3008,"0"0"-519,0 0-1577,0 0 40,0 0 241,0 0 87,0 0-344,105 102-208,-89-81-504,-3-1-88,1-6-136,-4-2 0,4 0-8,4-2-864,20-5-976,-3 0-2281,0-5-1536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4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12683,'0'0'2227,"0"0"455,0 0-834,0 0-1089,0 0-363,0 0 132,-5 25 276,-14 83 94,17-101-812,2-1 0,-1 0-1,1 0 1,0 1 0,0-1 0,1 0 0,-1 0-1,2 1 1,-1-1 0,1 0 0,2 6-86,-3-9 26,1 0 1,0 1-1,0-1 1,0 0-1,0 0 1,0 0-1,1 0 1,0-1-1,-1 1 1,1-1-1,0 1 1,0-1-1,0 0 1,0 0-1,2 0-26,1 0 14,0 0-1,0 0 0,0 0 0,0-1 1,0 0-1,1-1 0,-1 1 0,0-1 1,0 0-1,1-1 0,-1 1 1,0-1-1,0-1 0,0 1 0,0-1 1,0 0-1,0 0 0,0-1 1,1 0-14,0-1 10,-1 0 0,-1 0 0,1-1 0,-1 1 1,1-1-1,-1 0 0,-1-1 0,1 1 1,-1-1-1,0 0 0,0 0 0,0 0 1,-1-1-1,0 1 0,0-1 0,-1 0 1,1-4-11,-2 7 46,0 0 0,0 0 1,0 1-1,0-1 1,-1 0-1,0 0 1,0 0-1,0 0 1,0 0-1,-1 1 1,0-1-1,1 0 0,-1 0 1,0 1-1,-1-1 1,1 0-1,-1 1 1,0-1-1,0 1 1,0 0-1,0 0 0,0 0 1,-1 0-1,1 0 1,-1 0-1,0 0 1,0 1-1,0-1 1,0 1-1,0 0 0,-1 0 1,-1-1-47,-8-1 82,1 0-1,-1 1 1,0 0 0,0 1-1,0 0 1,0 1 0,0 0-1,0 1 1,-7 2-82,-7-2-35,25 0-21,0 0 0,0 0 0,0 0 0,-1 1 0,1-1 0,0 1 0,0-1 0,0 1 1,0 0-1,0 0 0,0 0 0,0 0 0,1 0 0,-1 0 0,0 0 0,0 1 0,1-1 0,-1 1 0,1-1 0,-1 1 0,1 0 0,0-1 0,0 1 0,0 0 0,0 0 0,0 0 0,0 0 0,0 0 1,0 1 55,1-1-380,-1 0 1,1 0 0,0 0 0,0 0 0,0 1 0,0-1 0,0 0 0,0 0 0,1 0-1,-1 0 1,1 0 0,-1 0 0,1 1 0,0-1 0,0-1 0,0 1 0,0 0 0,0 0 0,1 0-1,-1 0 380,18 16-8572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13811,'0'0'1752,"0"0"865,0 0 135,0 0-1031,0 148-529,0-100 184,-3 0-655,-13 1-81,0-3-344,-3-5-48,0-7-152,8-3-80,3-17-16,3-2-112,5-12-96,0 0-768,8-21-1065,11-6-4400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4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12187,'0'0'2235,"0"0"397,0 0-909,0 0-846,0 0 155,-13 28 32,-39 93 83,45-104-858,1 1-1,0 0 1,2 1 0,0-1 0,1 1-1,1 0 1,1-1 0,0 1 0,2 15-289,0 3 229,-1-33-219,0 0-1,0-1 0,1 1 0,-1-1 0,1 1 1,0-1-1,0 1 0,0-1 0,0 0 0,1 1 1,-1-1-1,1 0 0,0 0 0,0 0 0,0 0 1,0-1-1,1 1 0,-1 0 0,1-1 0,-1 0 0,1 1 1,0-1-1,0 0 0,0 0 0,0-1 0,3 2-9,1 0 7,0-1-1,0 0 0,0 0 0,0-1 1,0 0-1,1 0 0,-1-1 0,0 0 1,0 0-1,0 0 0,1-1 0,-1 0 1,2-1-7,-6 1 6,1-1 0,-1 1 1,0 0-1,0-1 0,0 0 0,0 0 1,0 0-1,-1 0 0,1 0 1,-1 0-1,1-1 0,-1 1 1,0-1-1,0 0 0,0 1 1,0-1-1,0 0 0,0 0 1,-1 0-1,0-1 0,1 1 0,-1 0 1,-1 0-1,1-1 0,0 1 1,-1-1-1,1 1 0,-1 0 1,0-1-1,0 1 0,-1-1 1,1 1-1,-1 0 0,0-3-6,0 4 1,0 0-1,0 1 0,0-1 1,0 1-1,0-1 0,0 1 1,0 0-1,-1-1 0,1 1 1,-1 0-1,1 0 0,0 0 1,-1 0-1,0 0 0,1 0 1,-1 0-1,0 1 0,1-1 1,-1 0-1,0 1 0,0 0 1,1-1-1,-1 1 0,0 0 1,0 0-1,-1 0 0,-58-2 17,49 2-4,8 0-27,0 0 0,-1 0 0,1 1 0,0-1 0,0 1 0,1 0 0,-1 0 0,0 0-1,0 1 1,0-1 0,1 1 0,-1 0 0,1 0 14,1 0-143,0-1-1,1 1 1,-1-1-1,1 1 1,-1-1-1,1 1 0,0 0 1,0 0-1,0-1 1,0 1-1,0 0 1,0 0-1,0 0 1,1 0-1,-1 0 0,1 0 1,0 1-1,-1-1 1,1 0-1,0 0 1,0 0-1,0 0 1,0 0-1,1 0 0,0 2 144,5 12-3076,11-8-1444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5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12963,'0'0'3563,"0"0"-1245,0 0-314,0 0-830,0 0-248,0 0 422,0 25-29,-21 288 1201,16-209-3300,4 10 780,1-86-1285,0-27-933,0-1-3149,0 0-3900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11442,'0'0'2745,"0"0"-136,0 0-1041,0 0-728,0 0 536,0 0-311,139-33-193,-104 25-464,-5 3 64,-3 1-216,0-1-208,-3 2 32,3-1-64,-1-4-32,1 4-160,-5 1-1248,-9 3-2417,-2 0-1744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15755,'0'0'2276,"0"0"-72,0 0-596,0 0-846,0 0-590,0 0 19,26-13-107,13-5-61,1 0-14,-1-2 0,1-3-9,-21 8 661,-16 12-457,0 0-1,0 1 1,0-1-1,0 1 1,1-1 0,-1 1-1,1 0 1,3-1-204,-5 7 40,0 0 1,0 0-1,-1 0 1,1 0-1,-1 1 1,0-1-1,-1 0 1,1 1-1,-1-1 1,1 4-41,-1-3 59,4 38 569,-2 0 0,-3 15-628,0-17 375,2-1 0,6 36-375,-7-72 5,2 1 1,-1-1-1,0 0 1,1-1 0,0 1-1,0 0 1,0 0 0,0-1-1,0 1 1,1-1-1,0 0 1,0 0 0,-1 0-1,2 0 1,0 1-6,1 0-129,-1 0 0,0 0 0,0 1 1,0 0-1,-1-1 0,0 1 0,1 2 129,-3-5-238,0-1 0,0 0 0,1 1 0,-1-1 0,0 0-1,1 0 1,-1 0 0,0 0 0,1 0 0,-1 0 0,1 0 0,0 0 0,-1 0 0,1-1-1,0 1 1,-1-1 0,1 1 0,0-1 0,0 0 0,-1 0 0,1 0 0,1 0 238,12 1-5426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8650,'0'0'5542,"0"0"-2416,0 0-689,0 0-854,0 0-775,0 0-226,-6 13 146,-7 16-401,-1-1 1,-1-1 0,-2 0-1,-1-1 1,-1-1 0,0-1 0,-23 20-328,26-33-396,0-9-4941,14-3 4631,1-1 1,-1 0-1,0 1 1,1-1-1,-1 0 0,1 0 1,-1 0-1,1 0 1,0 0-1,0 0 0,0 0 1,0-2 705,-3-4 111,-7-13-5715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09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3849,'0'0'9738,"0"0"-7298,0 0-1183,0 0 119,0 0 488,0 0-55,0 0-673,119 108-216,-90-81-416,-2-5-392,-5-3-88,-1-4 96,-2-3-240,-3 0-424,5-5-1280,-7 0-2121,-1-4-1552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63 3953,'0'0'2942,"0"0"885,0 0-162,0 0-1048,0 0-237,0 0-534,-8-7-448,-23-22-614,30 29-774,1 0 1,0-1-1,0 1 1,0 0 0,-1 0-1,1-1 1,0 1-1,-1 0 1,1 0-1,0-1 1,0 1 0,-1 0-1,1 0 1,0 0-1,-1 0 1,1 0-1,-1-1 1,1 1 0,0 0-1,-1 0 1,1 0-1,0 0 1,-1 0 0,1 0-1,0 0 1,-1 0-1,1 0 1,-1 0-1,1 1 1,0-1 0,-1 0-1,1 0 1,0 0-1,-1 0 1,1 0-1,0 1 1,0-1 0,-1 0-1,1 0 1,0 1-1,-1-1 1,1 0 0,0 0-1,0 1 1,0-1-1,-1 0 1,1 1-1,0-1-10,-5 17 16,5-13 41,-6 17 78,2 0 0,1 0 0,0 1 0,2 0 1,0-1-1,2 1 0,0 0 0,2-1 0,2 11-135,-4-27 12,1-1 0,-1 0 0,1 0 0,0 1 0,0-1 0,1-1 0,-1 1 0,1 0 0,0-1 0,0 1 0,0-1 0,0 0 0,1 0 0,-1 0 1,1 0-1,0-1 0,0 1 0,0-1 0,0 0 0,0 0 0,0-1 0,1 1 0,-1-1 0,0 0 0,1 0 0,-1 0 0,1-1 0,-1 0 0,1 0 0,0 0 0,-1 0 0,1-1 0,-1 1 0,1-1-12,3 0 10,-1-1 0,1 0 1,-1 0-1,0 0 0,0-1 0,0 0 0,0 0 0,-1-1 1,1 0-1,-1 0 0,0 0 0,0-1 0,0 0 0,-1 0 0,0-1 1,0 1-1,0-1 0,-1 0 0,1 0 0,0-4-10,-1 3 25,-1 0 0,0 0 0,-1 0-1,1-1 1,-2 1 0,1-1 0,-1 1-1,0-1 1,0 0 0,-1 0 0,0 1 0,-1-1-1,1 0 1,-1 1 0,-1-1 0,0 1-1,0-1 1,0 1 0,-1 0 0,0-1 0,0 1-1,-1 1 1,0-1 0,0 1 0,-1-1 0,1 1-1,-1 0 1,-1 1 0,1-1 0,-1 1-1,0 0 1,0 1 0,-1-1 0,1 1 0,-1 0-1,-2 0-24,4 1-45,0 1-1,0 0 0,0 0 0,-1 0 0,1 1 0,-1-1 1,0 1-1,1 1 0,-1-1 0,0 1 0,-4 0 46,9 1-192,1 1-1,-1-1 0,1 0 1,0 1-1,0-1 1,0 1-1,0-1 0,0 0 1,0 1-1,0-1 0,0 0 1,0 1-1,1-1 1,-1 0-1,0 1 0,1-1 193,12 18-4901,7-3-3562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0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12763,'0'0'1872,"0"0"561,0 0 1640,0 0-2745,0 0 56,19 133-112,-22-102-519,-15-2-249,2-5-72,2-4-424,6-6 120,3-7-128,5-2-96,0-5-672,2 0-705,20-12-3304,2-5-5353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8106,'0'0'4041,"0"0"-1369,0 0-569,0 0-650,0 0-516,0 0-378,11 0-186,-6-1-339,-1 1 0,0 0 0,0 1 0,0-1 0,0 1 0,0 0 0,0 0 0,-1 0 0,1 0 0,0 0 0,0 1 0,-1 0 0,1 0 0,-1 0 0,3 1-34,-3 0 41,0 1-1,0-1 1,-1 0 0,1 1 0,-1 0 0,1-1-1,-1 1 1,0 0 0,-1 0 0,1 0 0,-1 0 0,0 0-1,0 1 1,0-1 0,0 0 0,-1 1 0,1-1 0,-1 1-41,1 5 136,0 0 0,-1 0 0,0 0 0,-1 0 0,0 0 0,0 0 0,-1 0 0,0 0 1,-1 0-1,0-1 0,-1 1 0,1-1 0,-2 0 0,0 0 0,0 0 0,0-1 0,-1 0 0,-6 6-136,-22 22 155,25-28-36,0 0 0,1 1 1,0 0-1,1 1 0,-3 4-119,9-13 508,1-1 71,0 0-31,0-1-508,0 0 0,0 1-1,0-1 1,0 0 0,0 0-1,0 0 1,0 0 0,0 0-1,0 1 1,0-1 0,1 0-1,-1 0 1,0 0 0,0 0-1,1 1 1,-1-1 0,1 0-1,-1 0 1,1 1 0,-1-1-1,1 0 1,-1 1-1,1-1-39,32-3 347,0 1-1,0 2 1,0 1-1,7 2-346,80-1-4661,-104-4 460,-2-4-2564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64 14547,'0'0'1954,"0"0"-869,0 0 184,27-10-590,83-29-501,-103 36-171,0 0 1,0 1-1,1 0 0,-1 1 0,1 0 1,-1 0-1,1 0 0,0 1 0,-1 0 1,5 1-8,12 0-14,-24-1 54,0 0 127,0 0 165,-38 0 917,28 0-1208,-1 1 0,1 0-1,0 0 1,0 1-1,0 0 1,0 1 0,0 0-1,0 1 1,0 0-1,1 0 1,0 1 0,0 0-1,0 1 1,1-1-1,0 2 1,0 0 0,0 0-1,1 0 1,0 1 0,0-1-1,1 2 1,-3 4-41,7-11 4,1 0 1,0-1-1,-1 1 0,1 0 1,0 0-1,0 0 1,0 0-1,1 0 0,-1 0 1,0 0-1,1 0 1,-1 0-1,1 0 0,0 0 1,0 0-1,-1 0 1,1 1-1,1-1 0,-1 0 1,0 0-1,1 0 1,-1 0-1,1 0 1,-1 0-1,1 0 0,0 0 1,0 0-1,0 0 1,0 0-1,0 0 0,0 0 1,1-1-1,-1 1 1,1 0-1,-1-1 0,2 1-4,6 5 38,1-2 0,-1 1 0,2-1-1,-1-1 1,0 1 0,11 1-38,30 15 66,-39-14-43,0 0-1,0 1 1,-1 1 0,-1 0 0,9 8-23,-17-15 12,1 1-1,-1-1 0,0 1 0,0-1 0,0 1 1,-1 0-1,1 0 0,0-1 0,-1 1 1,0 0-1,0 1 0,0-1 0,0 0 1,0 0-1,-1 0 0,1 0 0,-1 1 1,0-1-1,0 0 0,0 1 0,0-1 1,-1 0-1,1 0 0,-1 0 0,0 1 0,0-1 1,0 0-1,-1 1-11,-1 1 124,-1 0-1,1-1 1,-1 1 0,0-1 0,-1 0-1,1 0 1,-1 0 0,0-1-1,0 0 1,0 0 0,0 0-1,0 0 1,-1-1 0,1 0 0,-1 0-1,-4 1-123,-6 1-103,0 0 0,0-1 0,-1-1 0,1 0 0,-9-2 103,12 5-4771,12-5-1204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10490,'0'0'5675,"0"0"-2849,0 0-407,0 0-1075,0 0-645,0 0 473,7 14 109,4 13-763,-2 0 1,0 0 0,-2 1 0,-1 0-1,1 12-518,2 220 659,-3-243-33,-5-13-3622,0-1-5157,-1-9 2089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3593,'0'0'10162,"0"0"-8394,0 0 433,0 0-1113,153-48 472,-91 33-111,-6 8-121,-7-5-488,-6 2 8,-11 1-776,-3 2 144,-2-3-216,0 3 24,-5 2-24,-4 0-192,-7 3-752,-8 2-1624,-3 0-3826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37 3673,'0'0'7025,"0"0"-3693,0 0-1403,0 0-896,0 0-544,0 0-366,14-8 13,45-20-84,-59 28-51,1 0 1,0 0-1,-1-1 1,1 1-1,0 0 1,-1 0-1,1 0 1,0 0 0,-1 0-1,1 0 1,0 1-1,-1-1 1,1 0-1,0 0 1,-1 0-1,1 1 1,0-1-1,-1 0 1,1 0-1,-1 1 1,1-1-1,0 1 1,-1-1-1,1 0 1,-1 1 0,1-1-1,-1 1 1,0 0-1,1-1 1,-1 1-1,0-1 1,1 1-1,-1-1 1,0 1-1,1 0 1,-1-1-1,0 1 1,0 0-1,0 0-1,3 29 99,-3-24-37,1 17 242,-1 1 0,0 0 0,-2-1 0,-1 1 1,-1-1-1,-1 0 0,-1 0 0,-1 0 0,-1-1 0,0 0 0,-2-1 1,-1 1-1,-1-2 0,0 0 0,-1 0 0,-2-1 0,-12 13-304,23-28 79,1 0-1,-1 0 1,0 0-1,-1-1 0,1 1 1,-1-1-1,1 0 1,-1-1-1,0 1 0,-5 1-78,9-4 387,1 0 7,0-1-377,1-1 0,-1 0 0,0 0 0,1 1 0,0-1 0,-1 0 1,1 1-1,0-1 0,-1 1 0,1-1 0,0 1 0,0-1 0,0 1 1,1 0-1,-1-1 0,0 1 0,0 0 0,1 0 0,-1 0 1,1 0-1,-1 0 0,1 0 0,-1 0 0,1 0 0,-1 1 0,1-1 1,0 1-1,0-1-17,50-17 101,-18 12 4,-1 2 0,1 1 1,0 2-1,0 1 0,-1 2 0,1 1 0,8 3-105,-22-4-75,8 2-2679,-11-3-3387,-6-1-3519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11979,'0'0'3678,"0"0"-1152,0 0-1054,0 0-867,0 0 205,-8 24 102,-10 24-72,-2-1-1,-2 0 1,-9 9-840,16-29 281,10-16-252,-1-1-1,0 1 1,0-1 0,-1-1-1,0 1 1,-1-1-1,0-1 1,0 1-1,-1-2 1,-5 5-29,-7-9-2490,20-3 1961,-1 0 1,1-1-1,0 1 1,-1-1-1,1 0 1,0 1-1,0-1 1,0 0-1,-1 0 1,1 1-1,0-1 1,0 0-1,0 0 1,0 0-1,0-1 1,1 1-1,-1 0 1,0 0-1,0-1 529,-5-10-10672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10762,'0'0'2905,"0"0"-1131,0 0-329,0 0 406,12 22 63,86 168 1890,-92-178-3665,-1-1-46,1 0 1,0 0-1,0-1 1,1 0-1,0 0 1,1-1-1,0 0 0,0 0 1,7 5-94,-10-13-478,-1 1 0,1-1 0,-1 0 0,1-1 0,0 1-1,-1-1 1,1 0 0,0 0 0,0 0 0,-1-1 0,2 0 478,14 0-3460,6 1-4550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6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17 312,'0'0'11705,"0"0"-7328,0 0-2472,0 0-916,0 0-385,-5 26-10,-14 89 66,17-105-531,1 1 1,1-1-1,-1 0 1,2 1-1,-1-1 1,1 0-1,1 0 1,0 2-130,0-8 54,-1 1 0,1-1 0,-1 1 0,1-1 0,0 0 0,1 0 0,-1 0 0,1 0 0,0 0 0,0-1 0,0 1 0,0-1 1,2 2-55,2-1 48,-1-1 1,1 1-1,0-1 1,0 0-1,1 0 1,-1-1 0,0 0-1,1 0 1,-1-1-1,1 0 1,0 0 0,-1-1-1,1 0 1,0 0-1,-1-1 1,1 0-1,4-1-48,-4 0 34,0 0 0,0-1 0,0 0 0,0 0 0,-1 0 0,0-1 0,1 0-1,-2 0 1,1-1 0,0 0 0,-1 0 0,0-1 0,0 0 0,0 0 0,-1 0-1,0-1 1,0 1 0,-1-1 0,0-1 0,0 1 0,0 0 0,-1-1 0,0 0-1,-1 0 1,0 0 0,0 0 0,0 0 0,-1 0 0,-1 0 0,1 0 0,-1-1-1,-1 1 1,1 0 0,-1 0 0,-2-4-34,1 6 105,-1 0 0,0 0 0,-1 1-1,1-1 1,-1 1 0,0 0 0,-1 0 0,1 0 0,-1 0 0,0 1 0,0 0-1,-1 0 1,1 0 0,-1 1 0,1 0 0,-1 0 0,0 0 0,-4-1-105,0 0 3,0 0 1,-1 1-1,1 0 1,-1 0-1,0 1 1,0 1-1,0 0 1,0 0 0,0 1-1,-10 1-3,20-1-42,-1 1 0,0-1 0,1 1-1,-1-1 1,1 1 0,-1 0 0,1-1 0,0 1 0,-1 0-1,1 0 1,0 0 0,-1 0 0,1 0 0,0 0 0,0 0-1,0 1 1,0-1 0,0 0 0,0 1 0,0-1-1,1 1 1,-1-1 0,0 1 0,1 0 42,-8 39-3159,8-40 3042,-1 24-4954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12467,'0'0'1704,"0"0"801,0 0 503,0 0-1023,2 147-361,-2-106-376,-5-5-360,-3-2-351,-3-7-177,3-6-248,3-1-16,-1-8-48,1-2-96,0-3-48,-1-5-456,6-2-721,0-9-1151,0-13-5466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14635,'0'0'3613,"0"0"-1066,0 0-425,0 0-862,0 0-610,0 0 239,8 23-43,1 0-635,2 7 86,-2 1 0,0-1 0,-2 2 0,-1 2-297,4 56 544,-7-53-445,1-1 0,2 1 0,7 19-99,-13-55-22,0-1-1,0 1 0,0-1 1,0 1-1,0-1 1,0 1-1,0-1 1,0 1-1,0-1 1,1 1-1,-1-1 0,0 1 1,0-1-1,1 1 1,-1-1-1,0 1 1,1-1-1,-1 1 0,0-1 1,1 0-1,-1 1 1,0-1-1,1 0 1,-1 1-1,1-1 0,-1 0 1,1 0-1,-1 1 1,1-1-1,-1 0 1,1 0-1,-1 0 0,1 0 1,-1 0-1,1 0 1,-1 0-1,1 0 1,-1 0-1,1 0 1,-1 0-1,1 0 0,-1 0 1,1 0-1,-1 0 1,1 0-1,-1 0 1,1-1-1,-1 1 0,1 0 1,-1 0-1,1-1 1,-1 1-1,1 0 1,-1-1 22,20-22-3652,-7 0-3444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43 10658,'0'0'5436,"0"0"-3086,0 0-463,0 0-456,0 0-1012,0 0-225,-4 20-22,1-4-188,-3 16 374,2 0 1,0 0-1,3 3-358,0-26 87,1-1-1,0 1 0,1 0 0,0-1 0,0 1 0,1-1 1,0 1-1,1-1 0,-1 0 0,2 0 0,-1 0 0,1 0 0,0-1 1,1 1-1,2 2-86,-4-7 17,1 0 0,-1 0 0,1 0 0,-1 0 0,1-1 1,0 0-1,0 0 0,0 0 0,0 0 0,0-1 0,0 1 1,1-1-1,-1 0 0,0 0 0,1-1 0,-1 1 0,1-1 1,-1 0-1,1 0 0,-1-1 0,1 1 0,-1-1 0,0 0 0,3-1-17,0 0 12,1 0 0,-1-1-1,0 0 1,0 0 0,-1 0-1,1-1 1,-1 0-1,0-1 1,0 1 0,0-1-1,0 0 1,-1-1-1,4-3-11,-3 0 35,0 0 0,-1 0 0,0-1 0,0 0 0,-1 1 0,-1-2 0,1 1 0,-2 0 0,1-1 0,-1 1 0,-1-1 0,0 0 0,0 1 0,-1-1 0,-1 0 0,0-3-35,0 8 30,0-1 1,0 0-1,0 1 0,-1 0 1,0-1-1,0 1 0,-1 0 1,0 0-1,0 0 0,0 1 1,-1-1-1,0 1 0,0 0 1,0 0-1,-1 0 0,1 0 1,-1 1-1,0-1 0,-1 2 1,1-1-1,-1 0 0,0 1 1,1 0-1,-1 0 0,-1 1 1,-2-1-31,8 2-88,-1 1 1,1-1-1,-1 1 1,1-1-1,0 1 1,-1 0-1,1 0 1,-1 0-1,1 0 1,-1 0-1,1 0 1,-1 0-1,1 0 1,-1 1 0,1-1-1,-1 0 1,1 1-1,-1 0 1,1-1-1,0 1 1,-1 0-1,1-1 1,0 1-1,-1 1 88,0 0-429,1 0 0,-1 0 0,1 0 0,0 0 0,0 1 0,0-1 0,0 0 0,0 1 0,0-1 0,0 1 0,1-1 0,-1 1 0,1 0 429,-1 22-5202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7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13243,'0'0'2596,"0"0"141,0 0 380,0 0-1432,0 0-1075,0 0-53,0 11 466,0 340 2256,0-278-6652,0-8-3718,0-82 1087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7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11242,'0'0'3809,"0"0"-2440,0 0 575,145-16-496,-81 4 153,3 2-505,-8-5 208,-8 3-664,-8 0-376,-8 3-192,-5-4-72,-9 6-536,-5 5-936,-13-5-1321,-3 7-1504,0-5-6393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19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13555,'0'0'2780,"0"0"-1119,0 0-382,0 0-691,26-6-399,84-20-41,-105 24-136,0 1-1,0 0 0,0 0 0,1 0 0,-1 0 0,0 1 1,0 0-1,1 0 0,-1 1 0,0-1 0,1 1 1,-1 0-1,0 0 0,0 1 0,0 0 0,0 0-11,-3 0 19,0 0 0,0 0 0,-1 0 0,1 0 0,-1 0-1,1 1 1,-1-1 0,0 1 0,0-1 0,0 1-1,0-1 1,-1 1 0,1 0 0,-1-1 0,1 1 0,-1 0-1,0-1 1,0 1 0,0 0 0,0-1 0,-1 1 0,1 0-1,-1 1-18,0 1 58,0 0-1,0 0 0,-1 0 0,1 0 0,-1 0 0,0 0 0,-1-1 0,1 1 0,-1-1 0,0 1 0,0-1 0,0 0 0,-1 0 0,-2 2-57,-10 9 320,-1 0-1,0-2 0,-2 1-319,-26 21 284,74-34-340,-1-2 60,-16 0 4,0 1-1,0 0 1,0 1 0,0 0 0,0 1 0,6 2-8,-15-3 2,0 0 0,0 0 0,0 1 1,0-1-1,0 1 0,0-1 0,-1 1 0,1 0 0,0 0 1,-1 1-1,0-1 0,1 0 0,-1 1 0,0 0 0,0-1 1,-1 1-1,1 0 0,0 0 0,-1 0 0,0 0 1,0 0-1,0 0 0,0 0 0,0 1 0,0 2-2,0-1 68,-1 1 0,0-1 1,0 1-1,0-1 0,0 1 0,-1-1 0,0 0 0,0 1 0,-1-1 0,1 0 0,-1 0 1,0 0-1,-1 0 0,1 0 0,-1 0 0,0 0 0,0-1 0,-1 0 0,1 1 1,-1-1-1,0-1 0,0 1 0,0 0 0,0-1 0,-1 0 0,-4 3-68,-1 0 64,-1 0-1,0 0 0,0-1 1,-1-1-1,0 0 1,1 0-1,-1-1 1,0-1-1,-1 0 0,1 0 1,-9-1-64,21-1-41,-1 0-1,1-1 1,-1 1 0,1 0 0,-1 0 0,1 0-1,-1 0 1,1-1 0,-1 1 0,1 0 0,-1-1-1,1 1 1,0 0 0,-1-1 0,1 1 0,-1-1 0,1 1-1,0 0 1,0-1 0,-1 1 0,1-1 0,0 1-1,0-1 1,-1 1 0,1-1 0,0 1 0,0-1-1,0 1 1,0-1 0,0 1 0,0-1 0,0 1 0,0-1-1,0 0 1,0 1 0,0-1 0,0 1 0,0-1 41,5-21-2396,16-1-2716,8 2-2984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17572,'0'0'3128,"0"0"-871,0 0-1361,0 0-152,0 0-208,-78 126 281,51-85-561,1-3 192,4-4-312,3-7-16,9-8-120,2-7 0,5-7 0,3-5-360,0 0 32,0-5-1401,0-17-2792,-3 1-5921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15267,'0'0'3105,"0"0"-825,0 0-623,0 0-169,0 0-472,0 0-528,0 0-320,158 82-56,-134-57-136,1-1 24,-4 2-160,14 13-1056,-5-8-2457,-1-7-3528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0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11266,'0'0'2836,"0"0"-985,-6 21 144,-2 11-1393,1 0 1,1 1 0,2 0-1,2-1 1,0 1-1,2 0 1,2 0-603,-1-29 25,0 0 0,1 0 0,-1-1 0,1 1 0,-1-1 0,1 1 0,1-1 0,-1 0 0,0 0 0,1 0-1,-1 0 1,1 0 0,0 0 0,0-1 0,0 0 0,0 1 0,0-1 0,1 0 0,-1 0 0,1-1 0,-1 1 0,1-1 0,0 0 0,0 0 0,-1 0 0,1 0 0,0-1 0,3 1-25,-1 0 18,0 0 0,1-1 0,-1 0 0,1 0 1,-1 0-1,0-1 0,1 0 0,-1 0 1,0-1-1,1 0 0,-1 0 0,0 0 0,0 0 1,-1-1-1,1 0 0,0-1 0,0 0-18,1-3 109,-1 0-1,0-1 0,-1 1 0,0-1 0,0-1 1,-1 1-1,0-1 0,0 1 0,-1-1 0,0 0 1,0 0-1,-1 0 0,0-1 0,-1 1 1,0-1-1,-1 1 0,0 0 0,0-1 0,-1 1 1,0-1-1,-2-7-108,1 13 72,1-1 1,-1 1 0,0 0-1,0 0 1,-1 0 0,1 0-1,-1 0 1,0 0 0,0 1-1,0-1 1,0 1 0,-1 0-1,1 0 1,-1 0 0,0 0-1,0 1 1,0-1 0,0 1-1,0 0 1,-1 1 0,1-1-1,-1 1-72,-8-4 2,0 2 0,0 0 0,0 0 1,-1 1-1,1 1 0,-14 0-2,26 1-35,0 0 0,0 0 1,0 0-1,0 0 0,0 0 0,1 0 1,-1 0-1,0 0 0,0 1 0,0-1 1,0 0-1,0 1 0,0-1 1,0 1-1,1-1 0,-1 1 0,0-1 1,0 1-1,0-1 0,1 1 0,-1 0 1,0-1-1,1 1 0,-1 0 1,0 0 34,1 1-330,-1-1 0,1 1 0,0 0 0,0-1 0,-1 1 1,1-1-1,0 1 0,0 0 0,1-1 0,-1 1 1,0-1-1,0 1 0,1-1 0,-1 1 0,1-1 0,0 2 330,10 15-7933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1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12803,'0'0'3112,"0"0"729,0 0-1080,-46 176-1465,25-116-40,2-4-768,3-10-231,5-8-249,9-16 80,2-10-88,0-9-441,5-13-791,14-17-3697,8-14-11978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15579,'0'0'3773,"0"0"-1888,0 0-980,0 0-493,-7 23-249,-2 1-143,4-9-10,0 0 0,0 0-1,2 0 1,0 0-1,0 1 1,2-1 0,0 1-1,0 4-9,1-6 32,0 1 1,1-1-1,1 0 0,0 0 0,1 0 0,0 0 0,3 8-32,-4-18 10,0 0 0,0 0-1,0 0 1,0 0-1,1-1 1,-1 1-1,1-1 1,0 1-1,0-1 1,0 0-1,0 0 1,1 0 0,-1-1-1,1 1 1,0-1-1,0 0 1,0 0-1,0 0 1,0-1-1,0 1 1,0-1-1,1 0 1,-1 0 0,0 0-1,1-1 1,2 1-10,0-2 33,0 1-1,0-1 1,1 0 0,-1 0 0,0-1 0,0 0 0,-1 0 0,1-1-1,0 0 1,-1 0 0,0 0 0,1-1 0,-1 0 0,-1 0 0,1-1 0,0 1-1,-1-1 1,0-1 0,0 1 0,-1-1 0,0 1 0,0-1 0,0-1 0,0 1-1,-1 0 1,0-1 0,-1 0 0,1 1 0,-1-1 0,-1 0 0,1 0-1,-1 0 1,0-1 0,-1-3-33,1 3 111,-1-1 0,0 0-1,-1 0 1,0 0 0,0 0-1,-1 0 1,0 0 0,-1 1-1,0-1 1,0 1 0,-1 0-1,0 0 1,0 0 0,-1 0 0,0 1-1,0 0 1,-1 0 0,0 0-1,0 1 1,-1-1 0,1 2-1,-1-1 1,-1 1 0,1 0-1,-9-4-110,-14 0 115,29 9-178,0-1 0,0 1 0,0 0 0,0 0 0,0-1 0,0 1 0,0 0-1,0 0 1,0 0 0,0 0 0,0 1 0,0-1 0,0 0 0,0 0 0,0 0 0,0 1 0,0-1 0,0 1 0,0-1 0,0 1 0,1-1-1,-1 1 1,0-1 0,0 1 0,0 0 0,1-1 0,-1 1 63,1 0-176,0-1 0,0 1 0,0-1 0,0 1 0,0-1 0,0 1 0,0-1 0,0 1 0,0-1 0,0 1 0,0-1 0,1 1 0,-1-1 0,0 1 0,0-1 0,1 1 0,-1-1 0,0 0 0,0 1 0,1-1 0,-1 0 0,1 1 0,-1-1 0,0 0 0,1 1 0,-1-1 0,1 0 0,-1 0 0,0 1 0,1-1 0,-1 0 0,1 0 0,-1 0 0,1 0 0,-1 0 0,1 1 0,-1-1 0,1 0 0,-1 0 0,1 0 0,-1 0 0,1-1 0,-1 1 0,1 0 176,21 1-9030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35 12427,'0'0'2559,"0"0"-1486,0 0-595,0 0-334,24-3-69,71-7-23,-70 5 1540,-25 5-1577,0 0-1,0-1 0,0 1 1,0 0-1,1 0 1,-1 0-1,0 0 1,0 0-1,0 0 0,0 0 1,0 0-1,0 0 1,0 0-1,0 0 1,1-1-1,-1 1 1,0 0-1,0 0 0,0 0 1,0 0-1,0 0 1,0 0-1,0-1 1,0 1-1,0 0 0,0 0 1,0 0-1,0 0 1,0 0-1,0 0 1,0-1-1,0 1 1,0 0-1,0 0 0,0 0 1,0 0-1,0 0 1,0 0-1,0-1 1,0 1-1,0 0 0,0 0 1,0 0-1,0 0 1,-1 0-1,1 0 1,0 0-1,0-1 0,0 1 1,0 0-1,0 0 1,0 0-1,0 0 1,0 0-1,-1 0 1,1 0-1,0 0 0,0 0 1,0 0-15,-23-8 431,22 7-416,-10 0 137,-1 1 1,1-1-1,0 2 1,-1 0-1,1 0 1,0 1-1,0 0 1,0 1-1,0 0 1,0 1-1,-7 4-152,14-7 47,0 1 0,0 0 0,1 1-1,-1-1 1,1 0 0,-1 1 0,1 0 0,0 0-1,0 0 1,0 0 0,0 0 0,1 1 0,-1-1-1,1 1 1,0 0 0,0 0 0,0 0 0,0 0-1,1 0 1,0 0 0,0 0 0,0 0 0,0 0-1,1 1 1,-1-1 0,1 0 0,0 0 0,0 1-1,1-1 1,-1 0 0,1 1 0,1 1-47,-1-2 3,1 0 1,0 0-1,0-1 1,1 1-1,-1-1 0,1 1 1,-1-1-1,1 0 1,0 0-1,0 0 0,0-1 1,1 1-1,-1-1 1,1 1-1,0-1-3,61 33 23,-60-33-24,8 4 11,0 0 0,-1 1-1,1 0 1,-2 1 0,1 1-1,8 8-9,-16-14 3,-1 1 0,0 0 0,0-1 0,0 1 0,-1 0 0,1 1 0,-1-1 0,0 0 0,-1 1 0,1-1 0,-1 1 0,1 0 0,-1-1 0,-1 1 0,1 0 0,-1 0 0,1-1 0,-1 1 0,-1 0 0,1 0 0,-1 0 0,0 0-3,0-3 40,0 1 0,0-1 0,0 1 0,0-1 0,-1 0 0,1 1 0,-1-1 0,1 0 0,-1 0 0,0 0 1,0 0-1,0 0 0,0-1 0,0 1 0,0-1 0,-1 1 0,1-1-40,-48 25 1263,34-19-885,7-3-240,0 0-1,0 0 0,-1-1 1,1-1-1,-1 0 1,0 0-1,-4 0-137,-14 0-2575,0-2-4302,17 0-527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13531,'0'0'4809,"0"0"-2745,0 0-511,0 0-1105,0 0 48,0 0 384,0 0-200,99 0-296,-66 0-288,-4 0-96,-2-3 136,-5 3-280,-1 0-64,-8 0-568,-4 0-1592,-9 5-2297,0 2-4249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2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15107,'0'0'2041,"0"0"-769,0 0 96,0 0-672,0 0-440,153 0-64,-121 0-184,-10 4-8,-9 1-1320,-7-2-5801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58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63 5209,'0'0'4133,"0"0"-238,0 0-1398,0 0-473,0 0-100,-1-8-296,2 3-1244,-1 3-270,1-1 0,-1 1 0,0-1 0,0 1 0,0 0 0,0-1 0,-1 1 0,1 0 0,0-1 0,-1 1 0,0 0 0,1 0 0,-1-1 0,0 1 0,0 0 0,-1 0 0,1-1-114,0 2 74,0 1 1,0-1 0,0 0 0,0 0-1,0 1 1,0-1 0,-1 1-1,1-1 1,0 1 0,0-1-1,0 1 1,-1 0 0,1-1 0,0 1-1,0 0 1,-1 0 0,1 0-1,0 0 1,-1 0 0,1 0 0,0 1-1,0-1 1,-1 0 0,1 0-1,0 1 1,0-1 0,-1 1-75,-2 1-6,1-1 1,0 1-1,-1 0 1,1 0-1,0 0 0,0 1 1,0-1-1,0 1 1,0 0 5,-8 11 18,1 0 1,0 1-1,0 0 1,2 1-1,0 0 1,1 0-1,0 1 1,1 0-1,1 0 1,1 0-1,1 1 1,0 0-1,1-1 1,1 1-1,1 16-18,0-28 1,0 0 0,1-1 0,0 1 0,0 0 0,0-1 0,1 1 0,0-1 0,0 0 0,0 1 0,1-1 1,0 0-1,0 0 0,0 0 0,0-1 0,1 1 0,0-1 0,0 0 0,0 0 0,0 0 0,1-1 0,0 1 0,-1-1 0,1 0 0,1 0-1,1 0 3,1 1 0,-1-1 0,1 0 0,0 0 0,1-1 0,-1 0 0,0-1 0,0 0 0,1 0-1,-1-1 1,1 0 0,-1 0 0,0-1 0,1 0 0,-1-1 0,6-1-3,-7 1 5,-1-1-1,1 0 1,-1-1 0,0 1-1,0-1 1,0 0-1,0-1 1,-1 0-1,0 1 1,0-2 0,0 1-1,0 0 1,-1-1-1,0 0 1,0 0 0,-1 0-1,0-1 1,2-3-5,-1 0 80,1-1 0,-2 1 0,0-1 0,0 0 0,-1 0 0,0 0 0,-1 0 0,0-1 0,-1 1 0,0 0 0,-1-5-80,1 14 22,-1 0 0,0 0-1,0 0 1,1 0 0,-1 0 0,0 0-1,-1 0 1,1 0 0,0 1 0,0-1-1,-1 0 1,1 1 0,-1-1 0,0 1-1,1-1 1,-1 1 0,0 0 0,0 0-1,0 0 1,0 0 0,0 0 0,0 0 0,0 0-1,0 1 1,0-1 0,0 1 0,0-1-1,-2 1-21,-10-2-148,0 1 0,0 0 0,0 1 0,-3 1 148,1-1-400,15 0 310,-1 0-1,1 0 0,0 0 0,-1 0 1,1 0-1,0 0 0,-1 0 0,1 1 0,0-1 1,-1 1-1,1-1 0,0 1 0,0-1 1,0 1-1,-1 0 0,1-1 0,0 1 91,-6 21-5155,7-9 616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5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14859,'0'0'3897,"0"0"-2281,0 0 753,0 0-897,0 0-816,-46 159-112,33-120-280,-3 4-63,0-1-105,2-9-88,1-1 40,2-6-48,3-9 0,5-5-505,3-12-903,3 0-2657,16-17-120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1:5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12779,'0'0'3034,"0"0"-652,0 0-410,0 0-846,0 0-601,0 0-62,-21 14 238,-69 47 151,82-54-747,2 0-1,-1 0 0,1 1 0,0 0 0,0 0 0,1 1 0,0 0 0,1 0 0,0 0 0,0 0 0,1 0 0,0 1 1,0 0-1,1-1 0,1 1 0,-1 4-104,2-9 52,-3 11-3,0 0 0,2-1 0,0 1 0,1 0 0,0 0 0,2 0 0,0-1 0,0 1 0,4 8-49,-5-19-8,1 1 0,0-1 0,0 1 0,1-1 0,0 0 0,0 0 0,0 0 0,0-1 0,1 1 0,0-1 1,0 1-1,0-1 0,0 0 0,1-1 0,0 1 0,-1-1 0,1 0 0,0 0 0,1-1 0,-1 1 0,0-1 0,1 0 1,-1-1-1,1 1 0,0-1 0,-1 0 0,3 0 8,-4 0-3,1-1 1,0 1-1,0-1 0,0 0 1,-1 0-1,1 0 0,0 0 1,0-1-1,-1 0 0,1 0 1,0-1-1,-1 1 0,4-2 3,-6 1 20,0 0-1,0 0 1,0 0-1,0 0 1,0 0-1,0-1 1,-1 1 0,1 0-1,-1-1 1,0 1-1,1-1 1,-1 0-1,-1 1 1,1-1-1,0 0 1,-1 0-1,1 0 1,-1 1-1,0-1 1,0 0 0,0 0-1,0 0 1,0-1-20,0 2 46,0 0-1,0-1 1,0 1 0,0 0 0,-1-1 0,1 1 0,-1 0 0,1-1 0,-1 1 0,0 0 0,0 0 0,0 0 0,0 0 0,0-1 0,0 1 0,-1 1-1,1-1 1,-1 0 0,1 0 0,-1 1 0,0-1 0,0 0-46,-2 0-34,0 0 0,0 0-1,0 1 1,0-1 0,0 1-1,0 0 1,0 1 0,-1-1-1,1 1 1,0-1 0,0 1-1,-2 1 35,-1-2-191,0 1-1,0 1 0,1 0 1,-1 0-1,0 0 0,1 0 0,-1 1 1,1 0-1,0 1 0,-4 1 192,-33 28-8085,23-14-5920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4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3881,'0'0'9985,"0"0"-5719,0 0-1512,0 0-1150,0 0-922,0 0-450,0 11-94,-14 111 1049,3-29 960,2 64-2147,9-153 4,0 0-1,1-1 1,0 1-1,0 0 0,0-1 1,1 1-1,-1-1 0,1 0 1,-1 1-1,1-1 0,0 0 1,0 0-1,1 0 1,-1 0-1,1-1 0,-1 1 1,1-1-1,0 1 0,0-1 1,0 0-1,0 0 0,1 0 1,-1-1-1,0 1 1,1-1-1,-1 1 0,1-1 1,-1 0-1,1-1 0,0 1 1,-1-1-1,1 1 0,0-1 1,-1 0-1,1-1 1,0 1-1,0 0 0,-1-1 1,1 0-1,-1 0 0,1 0 1,1-1-4,-3 1-57,1-1 1,0 0-1,-1 0 1,1 1-1,-1-1 1,0-1-1,0 1 1,0 0-1,0-1 1,0 1-1,0-1 1,0 1 0,-1-1-1,0 0 1,1 1-1,-1-1 1,0 0-1,0 0 1,0 0-1,-1 0 1,1 0-1,-1 0 1,0 0-1,0-1 1,0 0 56,1-43-2541,-4 7-3326,3 37 4960,-7-38-12343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4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13715,'0'0'2464,"0"0"-463,0 0-249,0 0-1192,0 0-560,0 0-456,0 0-1536,27 0-3097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4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15211,'0'0'1929,"0"0"1103,0 0-1175,0 0-993,0 0-424,0 0-32,0 0-288,51 0-16,-32 0-40,-3 0-128,3 0 8,-6 0-704,6 0-1825,-3-5-2072,-8 2-4409</inkml:trace>
  <inkml:trace contextRef="#ctx0" brushRef="#br0" timeOffset="1">0 8 12915,'81'162'1920,"-81"-158"993,0 1-1249,0 0-560,8-3-343,8 1-57,3-3-496,2 0-72,1 0-136,18 0-72,-8 0-1489,0 0-2912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4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14899,'0'0'2633,"0"0"-609,0 0 273,0 0-1089,0 0-440,0 0 200,0 0-584,94 0-232,-76 0-72,4 0-80,-1 0-320,22-5-1152,-8-4-2473,0-1-3192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4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14667,'0'0'2389,"0"0"-564,0 0 72,0 0-954,0 0-437,0 0-59,-4 25-77,-6 81-148,10-103-212,0 0 1,0 0-1,1 0 0,-1 0 0,1 0 0,-1 0 0,1-1 0,0 1 1,0 0-1,0-1 0,1 1 0,-1 0 0,1-1 0,-1 0 0,1 1 0,0-1 1,0 0-1,0 0 0,0 0 0,0 0 0,1 0 0,-1 0 0,0-1 1,1 1-1,0-1 0,-1 0 0,1 0 0,0 0 0,-1 0 0,1 0-10,3 1 14,-1-1 0,1 0 0,-1 0-1,1-1 1,-1 1 0,1-1 0,-1-1 0,1 1-1,-1-1 1,1 0 0,-1 0 0,5-2-14,-5 1 63,0-1 0,1-1 0,-2 1 0,1-1 0,0 0 1,-1 0-1,0 0 0,0 0 0,0-1 0,0 0 0,-1 1 0,0-2 1,0 1-1,0 0 0,-1 0 0,1-1 0,-1 0 0,-1 1 0,1-1 1,-1 0-1,0 0 0,0 0 0,-1 0 0,1 0 0,-1 1 0,-1-6-63,0 9 54,0 0 0,0 1-1,0-1 1,0 1 0,0-1-1,0 1 1,-1 0 0,1-1-1,0 1 1,-1 0 0,1 0-1,-1 0 1,1 0 0,-1 0-1,0 0 1,1 1 0,-1-1-1,0 0 1,1 1 0,-1-1-1,0 1 1,0 0 0,0 0-1,0-1 1,1 1 0,-2 1-54,-59-2 35,46 1-53,11 0-1285,9 0-8567,12 0-1962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4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6 106 14899,'0'0'2095,"0"0"31,0 0 387,0 0-1314,-2 21-717,-1 66-148,3-85-316,0-1 0,0 0 0,0 1 0,1-1 0,-1 1 0,1-1 0,-1 0 0,1 1 0,-1-1 0,1 0 0,0 0 0,0 1 0,-1-1 0,1 0 0,0 0 0,0 0 0,0 0 0,0 0 0,1 0 0,-1 0 0,0-1 0,0 1 0,0 0 0,1-1 0,-1 1 0,0 0 0,1-1 0,-1 0 0,0 1 0,1-1 0,-1 0 0,1 0-18,42-1 574,-35-1-436,-3 1-109,1 0-1,-1-1 1,1 0 0,-1 0 0,0-1-1,0 0 1,0 0 0,0 0 0,0-1-1,0 0 1,-1 0 0,0 0 0,0-1-1,0 0 1,-1 0 0,1 0 0,-1 0-1,0-1 1,0 0-29,0 0 81,0-1 1,0 0-1,-1 0 0,0 0 1,0 0-1,-1-1 0,0 1 1,0-1-1,0 1 0,-1-1 1,0 0-1,-1 1 0,0-1 0,0 0 1,-1 0-1,0-4-81,0 10 12,1 0 1,-1 1-1,1-1 0,-1 0 0,0 0 0,1 1 1,-1-1-1,0 1 0,0-1 0,0 0 1,-1 1-1,1 0 0,0-1 0,-1 1 1,1 0-1,0 0 0,-1 0 0,0 0 1,1 0-1,-1 0 0,-1-1-12,-1 1 12,0-1 0,0 1 0,0 0 0,-1 1 0,1-1-1,0 1 1,-1 0 0,1 0 0,-4 0-12,-42 11-1897,13 6-3859,9 2-4088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0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4521,'0'0'2268,"0"0"-502,0 0-144,0 0-35,0 0-248,-1 0 5905,-1-1-3767,-14 2-3676,-13 14-62,3-11-3579,3-3-6266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3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4017,'0'0'1251,"0"0"-566,0 0-21,0 0-14,0 0-122,-13 30 2994,8-18-3523,1 0-1,0 0 1,1 0-1,0 1 1,1 0-1,1-1 1,0 1-1,0 0 1,1-1-1,2 10 2,-2 4-117,1-26 38,0 0-1,0 0 1,0 0-1,1 0 1,-1 0-1,0 0 1,0 0-1,0 0 1,0 0-1,0-1 1,0 1-1,0 0 1,0-1-1,0 1 1,0-1-1,0 1 1,0-1-1,0 1 1,0-1-1,0 0 80,23-19-1096,-1 0-1,11-14 1097,-24 23-779,38-37-4756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4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8858,'0'0'2808,"0"0"-242,0 0-228,0 0-461,0 0-382,0 0-423,-16 1-425,5-1-532,7-1-89,0 1 0,0 0 0,-1 0 0,1 0 0,0 0 0,0 1 0,0-1 0,0 1 0,0 0 0,0 0 0,0 1 0,0-1 1,0 1-1,1 0 0,-1 0 0,0 0 0,1 1 0,0-1 0,0 1 0,-1 0 0,1-1 0,1 1 0,-1 1 0,-1 2-26,-9 19 148,1 1 1,2 1-1,0 0 1,2 0-1,1 1 0,1 0 1,2 0-1,0 0 1,2 1-1,2 25-148,0-51 13,0 0-1,0 0 1,0 0-1,0-1 1,1 1-1,-1 0 0,1 0 1,0 0-1,0 0 1,0-1-1,0 1 1,0 0-1,1-1 1,-1 1-1,1-1 1,0 1-1,0-1 1,0 0-1,0 0 1,0 0-1,0 0 1,0 0-1,1 0-12,2 1 26,0-1-1,0 0 1,-1-1-1,1 1 0,0-1 1,0 0-1,0 0 1,1 0-1,-1-1 1,0 1-1,0-1 1,5-1-26,4 0 41,0-1 0,0-1 1,0 0-1,0-1 0,0 0 0,-1-1 1,0-1-1,0 0 0,8-6-41,-9 4 16,0 0-1,-1-1 0,-1-1 0,0 1 1,0-2-1,-1 0 0,0 0 0,-1 0 1,3-5-16,-7 9 32,-1 0 1,1 0-1,-1 0 1,-1 0-1,1 0 0,-1-1 1,0 1-1,-1-1 1,0 1-1,0-1 1,-1 0-1,0 1 1,0-1-1,0 0 0,-1 1 1,-1-1-1,1 1 1,-2-3-33,0 3 47,0 1 0,-1-1 0,0 1 0,0-1 1,-1 1-1,0 1 0,0-1 0,0 1 0,-1 0 0,1 0 0,-1 0 0,0 1 1,-1 0-1,1 0 0,-1 1 0,0-1 0,-5-1-47,-3-1 11,0 0 0,0 1-1,-1 1 1,1 1 0,-1 0-1,0 0 1,-15 1-11,30 2-32,1 0 0,-1 0 0,1 0 0,-1 0 0,1 0 0,-1 0 0,0 0 0,1 0 0,-1 0 0,1 0 0,-1 0 0,1 0 0,-1 1 0,1-1 1,-1 0-1,1 0 0,-1 1 0,1-1 0,0 0 0,-1 1 0,1-1 0,-1 0 0,1 1 0,0-1 0,-1 0 0,1 1 0,0-1 0,-1 1 0,1-1 0,0 1 0,0-1 0,-1 1 0,1-1 0,0 1 0,0 0 32,6 21-1679,23 18-5013,-2-20-1359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14483,'0'0'2249,"0"0"-129,0 0 64,0 0-887,0 0-449,-54 159 400,36-115-448,-1 2-183,-3-8-377,6-4-136,3-7-64,2-8 8,8-9-96,3-8-721,6-2-959,15-22-3449,6-4-4505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11178,'0'0'2658,"0"0"-456,0 0-288,0 0-662,0 0-693,0 0 10,-20 20 87,-64 69 67,76-79-590,0 0 0,1 1 0,0 0 0,1 1 0,1 0 0,0 0 0,0 0 0,1 0 0,0 1-1,1-1 1,1 1 0,0 0 0,1 0 0,0 0 0,1 0 0,0 0 0,1 0 0,2 9-133,-1-14 10,0 0 1,0-1-1,0 1 0,1-1 1,0 0-1,1 1 1,0-1-1,0-1 1,0 1-1,1-1 0,0 0 1,0 0-1,0 0 1,1 0-1,0-1 0,0 0 1,0 0-1,1-1 1,0 0-1,2 1-10,1 1 11,0-1 0,1 0-1,0 0 1,0-1 0,0-1 0,0 0-1,1 0 1,-1-1 0,1 0 0,0-1-1,-1-1 1,1 0 0,5-1-11,-16 1 16,1-1 0,-1 1 0,1-1 0,-1 0 1,1 1-1,-1-1 0,1 0 0,-1 0 0,0 0 0,1 0 0,-1 0 1,0-1-1,0 1 0,0 0 0,0 0 0,0-1 0,0 1 0,0-1 0,-1 1 1,1-1-1,0 1 0,-1-1 0,1 1 0,-1-1 0,1 0 0,-1 1 1,0-1-1,0 0 0,0 1 0,0-1 0,0 0 0,0 1 0,0-1 0,-1 0 1,1 0-17,0-1 57,-1-1 1,1 1-1,-1 0 0,1-1 1,-1 1-1,0 0 1,0-1-1,-1 1 1,1 0-1,-1 0 1,1 0-1,-1 0 1,0 1-1,0-1 1,0 0-1,-1 1 1,0-1-58,-5-2-21,-1 1 0,1 0 0,-1 0 0,0 1 0,-1 1 0,1-1 0,0 2 0,-1-1 0,1 1 0,-1 0 0,1 1-1,-1 0 23,10 0-100,-1 1 0,0-1 1,1 0-1,-1 0 1,1 0-1,-1 0 1,1 1-1,-1-1 1,1 0-1,-1 1 1,1-1-1,-1 0 1,1 1-1,-1-1 1,1 0-1,-1 1 1,1-1-1,0 1 1,-1-1-1,1 1 1,0-1-1,0 1 1,-1-1-1,1 1 1,0 0-1,0-1 1,0 1-1,-1-1 1,1 1-1,0-1 1,0 1-1,0 0 1,0-1-1,0 1 99,0 27-4512,1-18 1371,-1 17-7557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3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81 322 4033,'0'0'2510,"0"0"-555,0 0-93,0 0-365,0 0-551,-24 5 697,16 5-1395,2 0 1,-1 1 0,1 0-1,1 0 1,0 1 0,0-1-1,2 1 1,-1 0 0,1 0-1,1 1 1,0 3-249,2-15 21,0-1 26,0 0 16,0 0-33,0 0 21,0 0-18,0 0 42,0 0-20,0 0-33,0 0 24,0 0 23,0 0 19,0 0 45,0 0 85,0 0 174,13-27 164,-1 11-533,1 1 0,0 0 0,2 0 1,-1 1-1,1 1 0,1 1 0,1 0 0,9-5-23,35-18-31,52-21 31,-83 42-1,337-152-2504,-276 124-1788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13451,'0'0'2539,"0"0"-498,0 0-84,-24 15-808,-10 6-754,1 2 0,-2 3-395,29-20 88,0 0-1,1 0 1,0 1 0,1-1-1,-1 1 1,1 0-1,1 0 1,-1 0-1,1 1 1,0-1-1,1 1 1,0 0 0,0 0-1,1 0 1,0-1-1,0 2 1,1-1-1,0 0 1,0 0-1,1 3-87,-1 9 186,0-16-159,-1 8 79,1-1-1,1 1 1,0 0 0,0 0 0,3 9-106,-4-18 11,1-1 0,0 1 0,0 0 0,0-1 0,1 1 0,-1-1 1,1 1-1,-1-1 0,1 0 0,0 1 0,-1-1 0,1 0 0,1 0 1,-1 0-1,0 0 0,0-1 0,1 1 0,-1-1 0,1 1 0,-1-1 1,1 0-1,-1 0 0,1 0 0,0 0 0,0-1 0,1 1-11,1 0 20,1 0-1,-1-1 0,1 0 0,0 0 0,-1 0 1,1-1-1,0 0 0,-1 0 0,1 0 1,-1-1-1,0 0 0,1 0 0,-1 0 0,0 0 1,0-1-20,4-3 4,0 0 0,-1 0 0,0 0 0,0-1 0,-1 0 0,0-1 0,0 0 0,2-3-4,1-2 55,-2 0 1,0 0 0,0-1-1,-1 0 1,-1 0-1,0-1 1,-1 1 0,-1-1-1,0-1 1,-1 1-1,0-7-55,-2 16 91,0 0 0,-1 1 0,0-1 0,-1 0 0,1 0 0,-1 0 0,0 0 0,-1 1 0,1-1 0,-1 0 0,0 1 0,0-1 0,-1 1 0,0 0 0,-2-3-91,2 4-3,0 1 0,0 0 0,-1 0 0,1 0 0,-1 1 0,0-1 0,0 1 1,0 0-1,0 0 0,0 0 0,0 1 0,-1-1 0,1 1 0,-1 0 0,1 0 0,-1 1 0,1-1 0,-1 1 0,1 0 0,-3 0 3,5 0-56,1 0 1,-1 1-1,1-1 0,0 0 1,-1 1-1,1-1 0,0 0 0,-1 1 1,1 0-1,0-1 0,0 1 0,0 0 1,-1-1-1,1 1 0,0 0 1,0 0-1,0 0 0,0 0 0,0 0 1,1 0-1,-1 0 0,0 1 1,0-1-1,1 0 0,-1 0 0,0 1 56,-9 37-6127,9-14-4042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13779,'0'0'2945,"0"0"-1305,0 0 2281,0 0-2793,-5 131-640,-3-90-152,2 0-264,1-7 24,2-3-96,1-2-432,2-10-1512,0-9-4114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39 11803,'0'0'2699,"0"0"-336,0 0-52,0 0-971,26-7-783,81-21-340,-105 27-214,-1 1 0,1-1 0,0 1 1,0-1-1,0 1 0,-1-1 0,1 1 1,0 0-1,0 0 0,0 0 0,0 0 0,0 0 1,-1 1-1,1-1 0,0 0 0,0 1 0,0 0 1,-1-1-1,1 1 0,0 0 0,-1 0 0,1 0 1,-1 0-1,1 0 0,-1 0 0,1 0 0,-1 0 1,0 1-1,1-1 0,-1 1 0,0-1 0,0 1 1,0-1-1,1 2-3,-1 3 19,0-1 1,0 1 0,0-1-1,0 1 1,-1-1-1,0 1 1,0 0-1,-1-1 1,1 1-20,-1 7 100,0 0 12,-1-1 0,0 0 0,-1 0 0,-1-1 0,1 1 0,-2-1 0,0 1 0,0-1 0,-1 0 0,0-1 0,-1 0 0,0 0 0,-4 3-112,-6 9 447,-1-1 1,-2-1-1,0-1 1,-1-1-1,-11 7-447,18-14 1233,23-10-291,7-1-1138,126-3 627,2 1-4661,-123 1 262,1-5-1449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6:0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84 10762,'0'0'1597,"0"0"-457,23-7 231,164-41 169,-181 46-1275,22-4-19,-27 6-175,0-1 0,0 1 0,-1 0 0,1 0 0,0-1 0,0 1 0,0 0 0,-1-1 0,1 1 0,0-1 0,-1 1 0,1-1 0,0 1 0,-1-1 0,1 0 0,-1 1 0,1-1 0,0 0 0,-1 1 0,0-1 0,1 0 0,-1 0 0,1 1 0,-1-1 0,0 0-71,-2 0 116,0 0 1,0 0-1,0 0 0,0 1 1,0-1-1,0 0 0,0 1 1,-1 0-1,1 0 0,0-1 1,0 1-1,0 0 0,-1 1 1,1-1-1,-1 0-116,0 1 142,-20-2 31,0 2-1,0 0 0,1 2 1,-1 1-173,14-2 57,1 0 0,0 1 0,0 0 1,0 0-1,1 1 0,-1 0 0,1 0 1,0 1-1,0 0 0,0 0 0,1 1 0,-4 3-57,4-4 73,-1 1 0,1 0 0,0 0-1,1 1 1,0 0 0,0 0-1,0 0 1,1 0 0,0 1 0,0 0-1,1 0 1,0 0 0,0 0-1,1 0 1,0 0 0,1 1 0,-1 4-73,2-12 6,1-1 0,-1 1 1,0 0-1,1 0 0,-1 0 1,0-1-1,1 1 0,-1 0 1,1-1-1,-1 1 0,1 0 0,0-1 1,-1 1-1,1-1 0,-1 1 1,1-1-1,0 1 0,0-1 1,-1 1-1,1-1 0,0 0 1,0 1-1,-1-1 0,1 0 1,0 0-1,0 1 0,0-1 1,0 0-1,-1 0 0,2 0-6,31 3 35,-24-3 5,36 2 32,-24-2-62,0 1-1,0 0 1,0 2-1,0 1 1,19 5-10,-36-8-3,1 1-1,-1 0 1,0 0 0,0 0 0,0 0 0,0 1 0,0-1 0,0 1-1,0 0 1,-1 0 0,1 1 0,-1-1 0,0 1 0,0-1 0,-1 1-1,1 0 1,-1 0 0,1 0 0,-1 0 0,-1 1 0,1-1 0,0 1-1,-1-1 1,0 1 0,0-1 0,-1 1 0,1 0 0,-1 2 3,0 0 78,1 0-1,-2-1 1,1 1 0,-1 0 0,0-1 0,-1 1 0,1-1 0,-1 1 0,0-1 0,-1 0-1,0 0 1,0 0 0,0 0 0,-1 0 0,1-1 0,-2 1 0,1-1 0,0 0-1,-1 0 1,0-1 0,0 1 0,0-1 0,-1 0 0,1-1 0,-1 1 0,0-1 0,0 0-1,0-1 1,-1 1 0,0-1-78,-10 2 96,1 0 1,-1-1-1,1-1 0,-1-1 0,0 0 0,0-2 0,-7 0-96,8 0-228,1 0 0,-1 1-1,0 1 1,1 0 0,-1 1 0,1 1-1,0 0 1,0 1 0,-5 3 228,-63 38-4547,50-27-446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08:3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0 375 5881,'0'0'1727,"0"0"-398,0 0-144,0 0-99,0 0-234,0 0-64,0 0-113,0 0 120,0 0-84,0 0-103,0 0-87,0 0-90,0 0-122,0 0-95,0 0-61,0 0-70,0 0 105,0 0-76,0 0-54,0 0-34,3 29 146,0 22-33,2 6-35,-4-57-97,-1 1 1,0-1 0,1 1 0,-1-1-1,1 0 1,-1 1 0,1-1 0,-1 0 0,1 1-1,-1-1 1,1 0 0,-1 0 0,1 1 0,0-1-1,-1 0 1,1 0 0,-1 0 0,1 0-1,0 0 1,-1 0 0,1 0 0,-1 0 0,1 0-1,0 0 1,-1 0 0,1 0 0,-1 0 0,1-1-1,-1 1 1,1 0 0,0 0 0,-1-1-6,18-5 116,48-40 31,14-14-147,61-43 6,256-126-3769,-356 208 2309,49-29-4200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16 7938,'0'0'3794,"0"0"-876,0 0-404,0 0-199,0 0-625,0 0-309,3-3-231,-3 2-1049,1 0 1,0 0-1,-1 0 1,1 0-1,0 1 1,0-1-1,0 0 1,0 0-1,0 1 1,0-1-1,0 0 1,0 1-1,0-1 1,0 1-1,0 0 0,0-1 1,0 1-1,1 0 1,-1-1-102,0 2 29,0-1 0,0 1 0,0-1 0,-1 1 0,1 0-1,0-1 1,0 1 0,-1 0 0,1 0 0,0-1 0,-1 1 0,1 0 0,-1 0 0,1 0 0,-1 0 0,1 0 0,-1 0-1,0 0 1,0 0 0,1 0 0,-1 0 0,0 0 0,0 0 0,0 0 0,0 0 0,0 0 0,0 0 0,0 0-29,1 9 51,0 0 0,-1 0 0,0-1 1,0 1-1,-1 0 0,-1 0 0,0 0 1,0 0-1,-3 6-51,-4 7 67,-1 0-1,-1 0 1,-5 4-67,51-25 135,39-19 56,-61 12-195,1 2-1,0-1 1,0 2 0,1 0-1,9 0 5,-9 2-74,0 0-518,0 0 0,-1-1 0,1 0 0,0-2 592,-4-5-3256,-6-1-1940,-2-1-2999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0:3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13955,'0'0'2617,"0"0"-673,0 0 921,0 0-1673,0 0-760,0 0 680,0 0-384,-8 128-136,8-90-304,0-1-191,0-3-65,0-6 16,0-1-96,-5 2-385,-6 10-679,1-5-1920,1-5-4290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1:49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73 10642,'0'0'1187,"0"0"-569,0 0 243,0 0-162,0 0 10,0 0-40,-1-12 75,-1-48 1027,2 59-902,0 1-135,0 0-270,0 5-155,1 19-133,0 1-1,2-1 0,1 0 0,1-1 1,1 1-1,1-1 0,6 14-175,15 62 831,-25-82-695,0 0 0,1-1 0,1 1 0,1-1 0,1 0 0,0 0 0,1 0 0,0-1 0,1 0 0,1-1 0,5 6-136,-8-12 48,1 1 0,0-1 0,1-1-1,0 1 1,0-1 0,0-1 0,1 0-1,0 0 1,0-1 0,0 0 0,1-1-1,0 0 1,-1-1 0,2 0 0,-1 0-1,0-1 1,0-1 0,1 0 0,-1-1-1,3 0-47,29-3 121,0-2 0,-1-2-1,1-2 1,-2-2 0,20-8-121,30-7 48,281-90 85,-6 2 24,-303 100-152,1 2 0,0 2-1,1 4 1,0 3 0,59 4-5,-25 6 8,0 5-1,-1 5 1,55 17-8,0 4-1,-1 7 0,-3 7 1,-2 6-1,-3 6 1,125 77 0,-187-93 25,-1 4 0,-3 2 0,31 33-25,-105-126 1301,-5-4-1275,1 7 5,1-1 0,3-14-31,-2 37 3,0 1 0,1 0 0,1 0 0,0 0 0,1 0 0,0 1 0,1-1 0,4-4-3,7-10 0,2 0 0,1 1 0,1 1 0,1 1 0,1 1 0,1 1 0,1 1-1,1 2 1,1 0 0,1 2 0,0 1 0,22-9 0,-7 6 0,0 3-1,1 1 1,1 3 0,0 1-1,1 2 1,0 3 0,0 1-1,32 2 1,-39 1 3,0 2-1,0 2 0,0 2 1,0 1-1,-1 2 1,19 7-3,22 13-23,-2 4 0,68 38 23,140 92 44,-206-114-58,-35-23 1,0-2 1,2-2 0,0-2-1,1-2 1,1-2-1,0-3 1,15 1 12,40 2-53,1-4-1,99-5 54,-97-6 9,0-4 0,-1-5 0,14-6-9,-86 10-2,29-5 18,0-2-1,45-17-15,-88 24 12,-1-2 0,0 0-1,0-1 1,0-1-1,-1 0 1,-1-2 0,0 0-1,0 0 1,-1-2-1,10-11-11,-14 13 6,-7 8-4,0 1 0,0-1 0,-1 0 0,1 0 0,-1 0 0,0 0 0,0-1 0,-1 1 0,1-1 0,-1 0 0,0 0 0,0 0 0,-1 0 0,1 0 0,-1-3-2,-1 7-64,-4 2-127,0 0 0,-1 0-1,1 0 1,0 0-1,0 0 1,0 1-1,0 0 1,0 0 0,1 0-1,-1 0 1,0 1-1,1-1 1,0 1-1,0 0 1,-1 0-1,2 0 1,-3 3 191,-5 3-1420,-16 16-4490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1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15211,'0'0'2854,"0"0"-661,0 0-362,0 0-751,0 0-575,0 0 54,7 11-1,1 1-374,0 0 0,-1 0 0,0 0 0,-1 1 0,-1 1 0,0-1 0,-1 0 0,0 1 0,1 11-184,2 61 967,-5 1 0,-6 65-967,-16 79 504,1-37 113,19-261 211,-1 54-827,0 0 0,1 0 1,0 0-1,2 0 0,-1 0 0,1 0 1,1 0-1,1 1 0,-1-1 0,3-3-1,3-2-6,0 1-1,0 1 0,2-1 0,0 2 0,0-1 1,2 2-1,0 0 0,0 0 0,9-5 7,-12 11-9,0 1-1,0 0 1,1 1-1,0 0 1,1 0-1,-1 2 1,1-1-1,0 1 0,0 1 1,1 0-1,-1 1 1,1 0-1,-1 1 1,11 0 9,-19 2-3,1 0 0,0-1 1,-1 2-1,1-1 0,-1 0 0,0 1 1,1 0-1,-1 0 0,0 0 0,0 1 0,0 0 1,-1-1-1,1 1 0,-1 0 0,1 1 1,-1-1-1,0 1 0,0-1 0,0 1 1,-1 0-1,1 0 0,-1 0 0,0 0 1,0 0-1,-1 1 0,1-1 0,0 3 3,0 0 0,0 0-1,0 0 0,0 0 0,-1 0 0,0 0 0,0 0 0,-1 0 0,0 0 0,0 0 0,-1 1 0,0-1 1,0 0-1,-1 0 0,0 0 0,0-1 0,0 1 0,-1 0 0,0 1 1,-7 6 24,0 0 1,0-1-1,-1 0 0,-1-1 0,0 0 0,0-1 1,-1 0-1,-1-1 0,0 0 0,0-1 0,-1-1 1,0 0-1,0-1 0,-1-1 0,0 0 0,0-1 1,-1-1-1,1 0 0,-1-2 0,-16 2-24,-117-4-2114,150 0 2044,0 0-1,-1-1 0,1 1 0,0 0 0,0 0 0,-1 0 0,1-1 0,0 1 0,0 0 0,0 0 1,-1-1-1,1 1 0,0 0 0,0 0 0,0-1 0,0 1 0,0 0 0,0 0 0,0-1 1,-1 1-1,1 0 0,0-1 0,0 1 0,0 0 0,0 0 0,0-1 0,0 1 0,0 0 1,0-1-1,1 1 0,-1 0 0,0 0 0,0-1 0,0 1 0,0 0 0,0-1 0,0 1 0,0 0 1,1 0-1,-1-1 0,0 1 0,0 0 0,0 0 0,1 0 0,-1-1 0,0 1 0,0 0 72,11-16-4846,11 0-2531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2:14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13243,'0'0'4745,"0"0"-2769,0 0-199,0 0-657,72 140 248,-59-56-56,-7 15-215,-6 5-345,0 0-120,-22-12-392,1-15-120,-3-16-112,-3-13-8,-5-14-264,-25-5-808,9-10-1057,2-9-4360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80 8106,'0'0'2499,"0"0"-344,0 0-596,0 0-643,0 0-84,0 0-10,-15-3 4188,24 0-4942,30-12 27,0 1-1,0 2 1,1 2 0,1 2 0,-1 1-1,1 2 1,3 2-95,-44 3 4,0 0 8,0 0 83,0 0 86,0 0 99,0 0 230,0 0-18,0 0-17,0 0-118,0 0-157,0 0-40,0 0-33,0 0-106,0 0-20,-24 0-4180,10 0-1016,1 0-3798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5537,'0'0'2442,"0"0"-504,0 0-495,0 0-691,0 0-465,0 0-198,0 0-46,0 0 210,0 0 531,0 0 164,0 0 10,0 0-255,0 0-123,0 0-89,0 0-85,0 0 25,0 0 61,0 0 147,0 0-81,0 0-28,0 0-218,0 0-61,0 0-76,-29 5 1775,28-5-2698,-1 4 1851,2-2-3903,0 1-3607,0-3-1692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50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36 4081,'0'0'1610,"0"0"-155,0 0-149,0 0-12,0 0-140,0 0-323,-43-5 2525,21-11 401,12 6-3948,9 9 211,0-2 1287,0 12-1171,-7 28-117,8-36-16,0-1 14,0 0 74,0 0-35,0 0 4,0 0 34,-1-16-244,1 19 154,0-1 0,-1 1 0,0-1 1,1 1-1,-1-1 0,0 0 0,0 1 0,0-1 1,-1 0-1,1 0 0,0 0 0,-2 2-4,-3-9 226,4-19-149,3 16-565,-1 9-3387,-2 1 2269,-2 1-5266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58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44 5353,'0'0'1699,"0"0"-371,0 0-79,0 0-500,0 0-417,0 0-238,-3 3 7,-6 27 807,8-23 2476,23-32-2257,-19 23-1022,0 0-1,-1-1 1,0 1 0,0 0-1,1-1 1,-1 1 0,-1-1-1,1 1 1,0-1 0,-1 0-1,1 0 1,-1 0-1,0 0 1,0 0-105,-1 3 371,0 0-15,0 0-229,0 0-47,-5 33 1103,-1-21 410,4-17-864,3-29-618,0 16-48,-1 18 10,0 0-55,0 0 14,0 0-76,0 0-2,-10 31 6,6-23 29,1-1 26,-1 0-1,1 0 0,1 1 1,0-1-1,0 1 1,0 0-1,1-1 0,0 3-14,1-10 48,0 0 45,-3-40 412,-3-35 114,6 74-514,0 1-37,0 0-44,0 0-3,-42 134-115,35-113 110,1 1 1,2-1-1,0 1 1,1 1-1,1-1 0,1 0 1,1 1-1,2 13-16,-2 10 18,2-26-10,0-1 0,1 0 0,1 1 0,1-1 0,1-1 0,1 1 0,0-1 0,8 15-8,-10-27 40,-1-1-1,1 0 0,0 1 1,0-1-1,1-1 1,0 1-1,-1-1 1,1 0-1,1-1 1,-1 1-1,0-1 0,1 0 1,0-1-40,6 4 95,1-1 1,-1-1-1,1-1 1,0 0-1,1 0 1,-1-1-96,-7-2 103,0 1-1,1-1 1,-1 0 0,0-1 0,0 0 0,0 0 0,0 0 0,0-1 0,0 0-1,0-1 1,3-1-103,3-3 88,-1-1 0,-1 0-1,1-1 1,-2-1-1,3-2-87,-11 9-318,-2-1-1,1 1 1,0 0-1,-1-1 0,1 1 1,-1-1-1,0 1 0,0-1 1,-1 1-1,1-1 1,-1 1 318,1-9-4545,0-2-1719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58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9498,'0'0'3603,"0"0"-1932,0 0-308,0 0 52,0 0-277,24 0-215,-7 1-837,28 0 522,1-2 1,0-1-1,24-7-608,-50 6-51,-1 0 0,1 1-1,0 1 1,9 0 51,5 6-2788,0 5-3470,-20-5-1708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59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13 9354,'0'0'2665,"0"0"-374,0 0-604,0 0-451,0 0-278,0 0-84,-6-12 2518,3 13-3371,0-1 1,0 1-1,0 0 1,0 0-1,0 0 0,0 1 1,1-1-1,-1 1 1,1-1-1,-1 1 1,1 0-1,-1 0 0,1 0 1,0 0-1,0 1 1,0-1-1,0 1 1,0-1-1,1 1 0,-1-1 1,1 1-22,-35 69 350,27-52-261,-2 7 29,0 1-1,2 1 1,1 0-1,1 0 0,2 0 1,0 4-118,-2 39 518,3 68-518,4-131 28,1-1 0,-1 1 1,2-1-1,-1 1 0,1-1 0,0 0 0,1 0 0,0 0 0,0 0 0,0 0 0,1-1 0,1 1 0,-1-1 1,1 0-29,-1-2-90,0-1 0,0 1 1,0-1-1,1-1 1,-1 1-1,1 0 1,0-1-1,0 0 1,0 0-1,1-1 1,-1 1-1,1-1 0,-1 0 1,1-1-1,0 1 1,-1-1-1,1 0 1,0-1-1,0 1 1,2-1 89,8 0-4741,-10 0-15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0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9194,'0'0'2523,"0"0"-530,0 0-490,0 0-665,0 0-524,0 0-167,-1 12 524,1-1 0,0 1 0,1 0 0,1 0 0,0 0-671,13 19 660,1 0 1,2-2-1,16 22-660,-11-16 299,0 1 0,5 16-299,-13-21 210,9 19 100,-1 0 0,14 52-310,-45-128-7731,3 5 868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0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0 10442,'0'0'2319,"0"0"-145,0 0-882,0 0-623,0 0-477,0 0-66,-8 8 142,-79 85 1364,5 3 0,4 3 0,-35 63-1632,84-120 251,28-42-211,1 1-82,0-1-1,-1 0 1,1 1 0,0-1 0,-1 0-1,1 1 1,0-1 0,-1 0 0,1 0-1,0 1 1,-1-1 0,1 0 0,-1 0-1,1 0 1,0 0 0,-1 0 0,1 1-1,-1-1 1,1 0 0,-1 0 0,1 0 0,-1 0-1,1 0 1,0 0 0,-1 0 0,1 0-1,-1-1 1,1 1 0,-1 0 0,1 0-1,0 0 1,-1 0 0,1-1 0,-1 1-1,1 0 1,0 0 0,-1-1 0,1 1-1,0 0 1,-1 0 0,1-1 0,0 1-1,0 0 1,-1-1 0,1 1 0,0-1-1,0 1 1,0 0 0,-1-1 0,1 1-1,0-1 1,0 1 0,0 0 0,0-1-1,0 1 1,0-1 0,0 1 0,0-1 0,0 1-1,0-1 1,0 1 42,-2-29-5854,9 15-398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42 6785,'0'0'3551,"0"0"-1528,0 0-414,0 0-498,0 0-468,0 0-118,-3-2-171,2 1-322,1 1 0,-1 0-1,1-1 1,-1 1 0,1 0 0,-1-1 0,1 1-1,-1-1 1,1 1 0,0-1 0,-1 1 0,1-1 0,0 1-1,-1-1 1,1 1 0,0-1 0,0 1 0,-1-1 0,1 0-1,0 1 1,0-1 0,0 1 0,0-1 0,0 0 0,0 1-1,0-1 1,0 0 0,0 1 0,0-1 0,0 1-1,0-1 1,1 0 0,-1 1 0,0-1 0,0 1 0,1-1-1,-1 1 1,0-1 0,1 1 0,-1-1 0,0 1 0,1-1-1,-1 1 1,1-1 0,-1 1 0,1-1 0,-1 1-32,4-2 60,-1 0 1,0 0-1,1 1 1,0-1-1,-1 1 1,1 0-1,0 0 1,0 0-1,2 1-60,-4-1 1,-1 1-1,0 0 1,0 0-1,1 0 1,-1 0-1,0 0 1,1 0-1,-1 0 1,0 1-1,0-1 1,1 0-1,-1 1 1,0-1-1,0 1 1,0-1-1,0 1 1,0 0-1,0-1 1,0 1-1,0 0 0,0 0 1,0 0-1,0 0 1,0 0-1,0 0 1,0 0-1,-1 0 1,1 0-1,1 3 8,0 0-1,-1-1 1,0 1 0,0 0-1,0 0 1,0 0 0,0 0-1,-1 1 1,1 3-8,-1 3 3,-1 1 0,0 0 0,0 0 0,-1 0-1,0 0 1,-4 8-3,1-8 3,0-1 0,-1 1-1,0-1 1,-8 10-3,11-17 16,0 0 0,0 0 0,0-1 1,0 1-1,0-1 0,-1 0 0,0 0 0,0 0 1,0 0-1,0 0 0,0-1 0,0 0 1,-1 0-1,-2 1-16,-11-3 1834,15-8-469,4 7-1352,-1 0 0,1 0 0,0 0 0,0 0 0,0 0 0,0 0 0,0 1 0,1-1 0,-1 0 0,0 0 0,0 1 0,0-1 0,1 1 1,-1-1-1,0 1 0,1-1 0,-1 1 0,0 0 0,1 0 0,-1 0 0,0 0 0,1 0 0,0 0-13,3 0-7,1 1 1,0 0-1,-1 0 1,1 0-1,0 1 0,-1 0 1,0 0-1,1 0 0,1 2 7,-3-2 13,1 0-1,-1 0 1,1 0-1,0 0 0,-1-1 1,1 1-1,0-1 1,0-1-1,0 1 0,0-1 1,0 0-1,0 0 0,2 0-12,-5-1 20,-1 1 0,1-1 0,-1 0 0,0 1 0,1-1 0,-1 0 0,0 0 0,1 0-1,-1 0 1,0 0 0,0 0 0,0 0 0,0-1 0,0 1 0,0 0 0,0 0 0,-1-1 0,1 1-1,0-1 1,-1 1 0,1 0 0,-1-1-20,17-23 475,13 23-4116,-14 3-2150,-1-3-5244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 8890,'0'0'2226,"0"0"128,0 0-451,0 0-571,0 0-381,0 0-191,-1-7 1496,4 7-2197,0 1 0,-1-1-1,1 1 1,0 0 0,0 0-1,-1 0 1,1 0 0,-1 1-1,1-1 1,-1 0-1,1 1 1,-1 0 0,0 0-1,0 0 1,0 0 0,0 0-1,0 0 1,0 0 0,-1 1-1,1-1 1,-1 0-1,1 1 1,-1 0 0,0-1-1,0 1 1,0 0 0,0 1-59,5 14 25,-1 1 0,-1-1 1,1 19-26,-2-23 114,13 121 1029,-5 0 0,-7 87-1143,-5-212 77,0 0-1,-1 0 1,0 0-1,-1-1 1,0 1 0,0-1-1,-1 0 1,0 0-1,-1 0 1,0 0 0,0-1-1,-5 6-76,-14 24 535,24-37-521,0-1-2,0 0 23,0 0-40,1-3-514,0 0 0,0 1 1,1-1-1,-1 0 0,1 1 1,-1-1-1,1 1 1,0-1-1,0 1 0,0 0 1,1 0-1,-1 0 0,0 0 1,1 0-1,-1 1 0,1-1 1,-1 1-1,3-1 519,-3 0-1116,27-15-11841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11450,'0'0'2321,"0"0"-881,0 0-296,0 0-151,0 0-353,0 0 864,0 0-232,110 17-367,-67-12-225,-6 2-488,-2-2-96,-3 0 56,-5 0-160,0-3 8,0 1-168,0-3-1024,-3 0-1321,-8 0-2984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3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6305,'0'0'4531,"0"0"-1761,0 0-1011,0 0-455,0 0-324,0 0-398,20-1 156,356-38 2528,-371 38-3708,11 1 806,-6 0-6380,-10 0-259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6001,'0'0'6131,"0"0"-3595,0 0-1201,0 0-532,0 0 87,-7 23 410,-1 3-897,1-6-47,2 0 0,0 1 0,1 0 0,1 0 0,0 0 0,2 2-356,0-8 238,-1 13 282,2 1 0,0 0 1,2 0-1,3 10-520,-3-29 68,0 0 0,1 0 0,0-1 0,1 1 0,0-1 0,0 0 0,1 0 0,0-1 0,1 1 0,0-1 1,0 0-1,1-1 0,0 0 0,4 4-68,-1-2 45,1-1 0,0 0 0,0-1 0,1 0 0,0-1 0,0 0 0,1-1 1,-1-1-1,1 1 0,0-2 0,0 0 0,1-1 0,-1 0 0,0-1 0,1 0 1,-1-1-1,1-1 0,4 0-45,-13 0-98,-1 1 0,0-1 0,1 0 0,-1 0 1,1 0-1,-1-1 0,0 1 0,0-1 0,0 0 0,0 0 1,0-1-1,0 1 0,0-1 0,-1 0 0,1 0 0,-1 0 0,0 0 1,0-1-1,1-2 98,1 0-380,-1-2 1,0 1-1,-1 0 1,1-1-1,-2 1 0,1-1 1,-1 0-1,0 0 1,0 0-1,-1-2 380,2-17-4625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14067,'0'0'2224,"0"0"-287,0 0 7,0 0-719,0 0-937,0 0-184,0 0 8,129-26-176,-86 21 64,18 2-1369,-10 1-1639,-8 0-5794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4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12363,'0'0'1767,"0"0"-228,0 0 189,0 0 15,-12 28-235,-34 97-125,42-114-1166,1 1 0,1-1-1,0 1 1,0 0-1,1-1 1,1 1-1,0 0 1,1 8-217,0 6 314,0-15-225,0 1-1,1-1 0,0 0 0,1 1 0,0-1 0,1 0 0,0-1 0,1 1 0,0-1 0,0 0 1,1 0-1,1 0 0,0-1 0,5 5-88,-6-6-13,1-1-1,0 0 1,1 0 0,0-1-1,0 0 1,0 0 0,1-1-1,0 0 1,0 0 0,0-1-1,0-1 1,1 1 0,-1-1-1,1-1 1,0 0 0,0 0-1,0-1 14,7 1-883,0-1 0,0 0 0,0-2 0,0 0 0,0 0-1,0-2 1,0 0 0,0-1 0,0-1 883,17-9-5639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13235,'0'0'1752,"0"0"-504,0 0 265,0 0-401,0 0 232,0 0-31,126 137-193,-104-96-104,-3-2-752,-3-5 136,-5-5-392,-1-7 64,-4-5-64,-4-8-16,1-2-192,0-7-1120,-3 0-945,0-2-2128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 12979,'0'0'1784,"0"0"65,0 0 1007,-126 157-655,83-104-1105,-3-3-208,6-6-448,5-3-184,8-10-128,8-6-120,6-9-8,10-8 96,3-6-216,0-2-536,38-2-984,2-18-2257,0-1-3137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12619,'0'0'2128,"0"0"-658,0 0-6,0 0 378,10 23-240,1-1-1224,3 7 160,-2 0-1,0 0 1,-2 1 0,1 10-538,-3 12 649,-1 0-1,-3 0 0,-2 0 0,-4 47-648,1-86 12,-1 0 0,0 0 0,0-1 0,-2 1 0,1-1 1,-2 0-1,1 0 0,-2 0 0,0-1 0,-2 4-12,-34 45-2498,-6-9-5674,23-31-2309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8906,'0'0'2020,"0"0"51,0 0-250,0 0-700,0 0-406,0 0-72,-7 12 387,-6 19-457,0 0 0,2 1 1,2 1-1,0-1 1,3 1-1,0 0 0,2 5-573,-3 49 980,3 0 0,5 28-980,0-99-13,0 0 0,1 0 1,0 0-1,2 0 0,-1 0 1,2-1-1,0 0 0,1 0 0,1 0 1,0-1-1,1 1 0,0-2 1,1 1-1,1-1 0,0-1 0,1 0 1,0 0-1,1-1 0,0 0 1,0-1-1,2-1 0,-1 0 0,1-1 1,0 0-1,0-1 0,1-1 1,0 0-1,11 2 13,39 8-3011,1-3 0,16 0 3011,14-2-7200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6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8426,'0'0'3853,"0"0"-1107,0 0-351,0 0-711,14 23-268,-1-1-1075,-4-9-172,-1 0-1,0 1 1,-1-1-1,-1 2 1,0-1-1,-1 0 1,-1 1-1,0 0 1,-1 0-1,1 5-168,4 95 1684,-4 1 1,-6 4-1685,1-1-144,14-151-8393,-8 1 273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0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7722,'0'0'2526,"0"0"-721,0 0-183,0 0-430,0 0-328,0 0-270,19-6 27,59-18-26,-75 22-503,2 1 0,-1-1 1,0 1-1,0 0 0,0 0 0,0 1 0,1-1 1,-1 1-1,2 0-92,4 1 294,-10 33-98,-2-22-189,0 0 1,-1 0-1,0 0 0,-1-1 0,0 0 0,0 1 0,-7 9-7,-47 76 81,48-81-44,0-2-23,7-12 5,1 0-1,0 1 1,0-1-1,1 1 1,-1-1-1,1 1 1,-1 0-1,1-1 1,0 1-1,0 0 1,0 0-1,0 1-18,36-4 409,48-1 888,-16-1-881,39 6-416,-104-4-264,-1 0 1,1 0-1,-1 1 0,1-1 0,-1 0 1,0 1-1,1 0 0,-1-1 0,0 1 1,1 0-1,-1-1 0,0 1 0,0 0 1,0 0-1,0 0 0,0 0 0,0 0 1,1 2 263,1 1-4213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23.5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33 223 8058,'0'0'4430,"0"0"-2320,0 0-518,0 0-150,0 0-234,0 0-404,0-6-286,0-15-204,0 16-46,-1 39 1425,-2-27 601,6-18-1749,8-21-574,-7 25 300,-6 16-121,-16 37-85,-5 18-65,20-37-1,3-27 3,0 1-1,0-1 0,0 1 0,1-1 0,-1 1 1,0-1-1,0 1 0,1-1 0,-1 1 0,0-1 1,1 0-1,-1 1 0,0-1 0,1 1 0,-1-1 1,1 0-1,-1 0 0,1 1 0,-1-1 0,1 0 1,-1 0-1,1 1 0,-1-1 0,1 0 0,-1 0 1,1 0-1,0 0-1,3 0 8,1 0 0,0-1 0,-1 0 0,1 0-1,-1 0 1,1-1 0,-1 1 0,1-1 0,1-1-8,245-118 26,-103 48-20,-76 38-287,49-23 171,-37 22-6332,-80 34-2711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24.3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 6953,'0'0'1217,"0"0"471,0 0 281,161-7-433,-94 7-520,6 0-416,4 0-416,4 0-40,-3 4-72,0 4-64,-3 1 64,-5 1-56,-8 2-8,-11-2 0,-6-1-16,-7 1-624,-11-5-1432,-11 0-2321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24.7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7434,'0'0'2387,"0"0"-916,0 0-883,0 0-309,0 0 425,32 9 599,5 2-919,27 7 470,1-2 0,6-3-854,127 24 1444,47 21-1444,-172-42-1128,0-4-1,45 2 1129,-65-9-2886,-16-1-1431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26.5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1082 298 6633,'0'0'1226,"-35"-7"-174,3 0-748,-81-14 1801,-25 1-2105,28 9 889,0 6 0,0 4 0,-8 5-889,98-2 84,1 0 1,0 1-1,0 2 0,0-1 0,0 2 1,1 1-1,0 0 0,0 1 1,-2 3-85,11-6 41,0 1 1,0-1 0,1 2-1,0-1 1,0 1 0,1 0-1,0 1 1,0 0-1,1 0 1,0 0 0,0 1-1,1 0 1,0 0 0,1 0-1,-1 1 1,2 0 0,0 0-1,0 0-41,0 1 25,1-1 0,0 1 0,1-1 0,0 1 0,1-1 0,0 1-1,1 0 1,0-1 0,1 1 0,2 9-25,-1-12 21,0-1 0,0 0 1,0 0-1,1 0 0,0 0 0,0 0 0,1-1 1,0 0-1,0 0 0,1 0 0,-1 0 0,1-1 1,0 0-1,1 0 0,-1-1-21,15 9 58,1-2 1,-1 0-1,2-1 0,-1-2 1,1 0-1,1-1 0,-1-2 0,1 0 1,0-1-1,15-1-58,-2-1 108,0-1 0,1-2-1,-1-2 1,0-1 0,0-2 0,23-7-108,-12 0 118,-1-3 0,0-2-1,-1-1 1,3-5-118,-21 9 38,0-2 0,-1 0-1,-1-2 1,-1 0 0,0-2-1,18-21-37,-34 32 12,-1 0-1,0-1 1,-1 1-1,0-1 1,-1-1-1,0 1 1,-1-1-1,0 0 1,-1-1-1,-1 1 1,1-1-1,-1-6-11,-2 11 10,0 1 0,0 0 0,-1-1 0,0 1 0,-1-1 0,0 1 0,0 0 0,0 0 0,-1-1 0,0 1 0,0 0 0,-1 1 0,0-1 0,0 0 0,-1 1 0,0-1 0,0 1 0,0 0 0,-1 1 0,0-1 0,0 1 0,-2-2-10,-15-10 10,-1 0 1,-1 2 0,-1 0-1,0 2 1,-1 1 0,0 1 0,0 1-1,-1 1 1,-6 0-11,-20-3 12,-1 1-1,0 3 1,0 2-1,-19 2-11,50 3-1,-1 1-1,0 1 0,1 1 0,-17 4 2,31-4-1,0 1-1,0 0 0,1 0 1,-1 1-1,1 0 1,0 0-1,0 1 0,0 0 1,1 1-1,-1-1 1,1 1-1,1 1 0,-3 3 2,-5 6-7,1 2-1,0-1 1,2 2-1,0 0 0,1 0 1,1 1-1,1 0 1,1 0-1,1 1 1,-4 18 7,3-1-13,1 0 1,3 0 0,0 1-1,3-1 1,3 26 12,-3-52 0,2-1 0,0 1-1,0-1 1,1 0 0,0 0 0,1 0 0,0-1 0,1 1 0,0-1-1,1 0 1,0 0 0,0-1 0,1 0 0,1 0 0,-1 0-1,1-1 1,1 0 0,-1-1 0,8 5 0,1-1 11,0-1 0,2 0 1,-1-2-1,1 0 0,0-1 0,0-1 1,1 0-1,0-2 0,0 0 0,18 0-11,28 3 67,2-3-1,-1-3 1,0-3-1,0-3 1,7-4-67,-47 5 15,0-2 1,-1 0-1,0-2 0,0 0 0,0-2 1,-1-1-1,-1-1 0,0-1 1,0-1-1,-2-1 0,0-1 0,0-1 1,-2-1-1,3-4-15,-13 11 13,-1-1-1,0-1 1,-1 1 0,0-1 0,-1-1-1,0 1 1,-1-1 0,-1 0 0,0-1-1,-1 1 1,-1-1 0,1-8-13,-2 13 5,-1 0 0,0 0 0,-1 0 1,0 0-1,-1 0 0,0 0 0,0 0 1,-1 0-1,0 0 0,-1 0 0,0 1 0,-1-1 1,0 1-1,0 0 0,-1 0 0,0 0 1,0 1-1,-7-8-5,-3 2 5,0 0 0,-2 1 0,1 0 1,-2 1-1,1 1 0,-2 1 0,1 1 1,-1 0-1,-1 1 0,0 2 0,0 0 0,0 0 1,-12 0-6,-18-2-9,0 2 1,0 2-1,0 2 1,0 2-1,-6 3 9,43-2-9,0 1 0,0 0-1,1 1 1,-1 0 0,1 1-1,0 0 1,-1 1 0,2 1 0,-1 0-1,1 0 1,-10 8 9,16-11-7,1 1 0,-1 0-1,1 0 1,0 0 0,0 0 0,0 1 0,1-1-1,-1 1 1,1 0 0,1 0 0,-1 0 0,1 1-1,-1-1 1,1 1 0,1-1 0,-1 1 0,1 0-1,0 0 1,1-1 0,-1 1 0,1 0 0,0 0-1,0 0 1,1 0 0,0-1 0,1 7 7,-1-10-3,0 1 0,0-1 0,0 1 0,0-1 0,0 1 1,1-1-1,-1 0 0,1 1 0,0-1 0,-1 0 0,1 0 0,0 0 1,0 0-1,0-1 0,1 1 0,-1 0 0,0-1 0,2 1 3,2 1-1,0 0 1,1-1-1,-1 1 0,1-2 0,0 1 0,-1-1 0,7 1 1,3-1 4,-1 0 0,1-1 0,0-1 0,-1 0 0,1-1 0,8-3-4,0-3 12,-1-2 0,0 0 0,0-2 0,-2-1 0,1 0 0,-1-1 0,7-8-12,68-43 46,-70 51-23,0 0-1,2 2 1,-1 0 0,2 3 0,-1 0-1,1 1 1,0 2 0,1 1 0,-1 2-1,1 0 1,0 2 0,0 2 0,18 2-23,-38-1 1,0 1 0,-1 0-1,1 0 1,-1 1 0,0 0 0,0 0 0,0 1 0,-1 1 0,0-1 0,0 1 0,0 1-1,-1-1 1,1 1 0,-2 1 0,1-1 0,-1 1 0,0 0 0,-1 1 0,0-1 0,0 1-1,-1 0 1,0 1 0,0-1 0,1 9-1,-1-6 5,0 0-1,-1-1 1,-1 1-1,0 1 1,0-1-1,-1 0 1,-1 0-1,0 0 1,-1 1-1,0-1 1,-1 0 0,0 0-1,-1 0 1,0 0-1,-1-1 1,-1 1-1,1-1 1,-2 0-1,0 0 1,-2 2-5,-10 12 27,-2-2 0,-1-1 0,-1 0 0,-22 17-27,34-31 7,0-1-1,0 1 1,-1-2-1,0 1 1,-1-2 0,1 1-1,-1-2 1,0 1-1,0-2 1,0 0-1,-1 0 1,1-1-1,-4 0-6,11-2 2,0 0 0,1 0 0,-1-1 0,0 0 0,1 0 0,-1 0-1,1 0 1,-1-1 0,1 1 0,-1-1 0,1 0 0,0-1 0,0 1 0,0-1 0,0 1 0,-2-4-2,0 1-2,0-2 1,1 1 0,-1-1 0,1 0-1,1 0 1,-1 0 0,1-1 0,1 1 0,-1-3 1,-4-12-13,1 0 0,1-1 1,1 0-1,1 0 1,1 0-1,0-13 13,2 21-9,1 0-1,0 0 1,1 0-1,1 1 1,0-1-1,1 0 1,1 0-1,0 1 1,1 0-1,7-13 10,-6 16-6,0 0 0,1 0 0,1 1 0,0 0 0,0 0 0,1 1 0,0 0 0,1 1 0,0 0 0,0 1 0,0-1 0,1 2 0,2-1 6,0 0-7,1 0-1,1 1 1,-1 1 0,1 0 0,0 1-1,3 0 8,-15 3-7,1 0 0,-1 0 0,1 0-1,0 1 1,-1 0 0,1 0 0,0 0-1,-1 0 1,1 0 0,-1 1 0,1-1 0,0 1-1,-1 0 1,1 0 0,-1 1 0,0-1-1,1 1 1,-1-1 0,0 1 0,0 0-1,0 0 1,0 1 0,0-1 0,-1 1 0,1-1-1,-1 1 1,3 3 7,-1 4 0,1 1 0,-1-1 0,-1 1 0,0 0 0,0 1 0,-1-1-1,-1 0 1,0 1 0,0-1 0,-1 0 0,-1 12 0,-1-7 10,0 0 1,0 0-1,-2 0 0,0-1 1,0 0-1,-2 1 0,0-2 0,-3 6-10,-8 8 28,-1 0 0,-2-1 0,0-1 0,-2-1 0,-1 0 1,-1-2-1,-1-1 0,-1-1 0,-7 4-28,-4 0 33,-2-1 1,0-2-1,-1-1 1,-1-3-1,0-1 1,-27 6-34,46-16 4,-1-2 0,1 0 1,-1-2-1,0 0 0,-18-1-4,33-2 5,0 0 1,0-1-1,-1 0 0,1 0 0,0-1 1,0 0-1,0 0 0,0-1 0,0 0 1,1 0-1,-1-1 0,1 0 0,0 0 1,0-1-1,1 0 0,-1 0 1,-1-2-6,-3-5 10,1-1 0,1 0 0,0-1 0,0 0 0,1 0 0,1-1 0,1 0 0,0 0 0,1-1 0,0 1 0,-1-11-10,2 0 3,0 0 0,1-1 0,2 1 1,1 0-1,1-1 0,4-21-3,-2 34-7,0 1 0,1 0 0,1 1 0,0-1 1,0 1-1,2 0 0,-1 0 0,2 1 0,-1 0 0,1 0 0,1 0 1,0 1-1,1 1 0,0 0 0,0 0 0,1 1 0,0 0 0,0 0 1,6-1 6,4-3-12,-1 1 0,1 2-1,1 0 1,0 1 0,0 1 0,1 1 0,-1 1 0,1 1 0,0 1 0,22 0 12,-33 3-81,-85 0 89,0-3 0,0-4 0,-41-9-8,87 12 10,0 0 1,1 2-1,-1 1 0,-14 2-10,38-1-5,-1 1 1,1 0-1,0 0 0,0 0 0,0 0 0,0 0 1,0 1-1,0-1 0,0 1 0,0 0 0,1 0 1,-1 0-1,1 0 0,-1 0 0,1 1 0,0-1 1,0 1-1,0 0 0,0-1 0,0 1 0,1 1 5,-8 10-9,1 2-1,1-1 0,-3 12 10,7-18-6,-12 33-5,3 1 0,1 0 0,3 0 0,1 1 0,2 0 0,2 0 0,2 0 0,4 34 11,-1-64 2,0-1 0,1 1 0,0 0 0,1-1 0,0 0 0,1 0-1,1 0 1,0 0 0,1-1 0,0 0 0,1-1 0,0 1 0,1-2 0,0 1 0,0-1 0,2 0-1,-1-1 1,1 0-2,3 2 12,1-1 0,-1 0 0,2-1-1,0-1 1,0 0 0,0-2-1,1 1 1,-1-2 0,2 0 0,-1-1-1,0-1 1,1-1 0,15 1-12,-17-2 7,0 0-1,0-2 1,1 1 0,-1-2-1,0 0 1,0-1 0,0-1-1,-1 0 1,1-2 0,-1 1-1,0-2 1,6-3-7,-11 5-20,-9 16-149,-2-4 165,-1 0 1,0 0 0,0-1 0,-1 1 0,1 0 0,-2-1 0,1 0 0,-1 0 0,0 0 0,0 0 0,0-1 0,-1 1 0,0-1 0,0 0 0,0-1 0,-1 1 0,-2 1 3,-4 3 12,-1 0 0,0-1 0,-1 0 0,0-1 0,0-1 1,-1 0-1,-10 2-12,4-2 13,0-1 0,-1-1 0,0-1 0,0-2 1,1 0-1,-1-1 0,0 0 0,-10-3-13,17 0 6,0 0-1,0-1 0,0 0 1,1-1-1,-1-1 1,1 0-1,0-1 1,1 0-1,0-1 1,0-1-1,1 0 1,-5-4-6,-7-9 9,1 0 0,1-2 1,1 0-1,2-2 0,0 0 1,1-1-1,2-1 0,1 0 1,1-2-10,11 23 3,0 0 0,0-1 0,1 1 1,0-1-1,1 1 0,0-1 1,0 1-1,0-1 0,1 0 0,0 0 1,1 1-1,0-4-3,0 6-28,1 0 1,-1 0-1,1 0 1,0 1-1,0-1 1,1 0-1,-1 1 1,1 0-1,0-1 1,0 1-1,1 0 1,-1 0-1,1 1 1,0-1-1,0 1 1,0 0-1,0 0 0,4-2 28,92-48-2835,-59 32-1592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29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14387,'0'0'2137,"0"0"-1209,0 0 560,0 0-176,137 0-383,-83 0-177,-1 0-240,-2 0-200,-8 0-216,-2 0-16,-6 0-64,-6 0-32,-7 0-152,-12 0-1120,-7-2-1545,-3-5-3800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29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10298,'0'0'3365,"0"0"-1682,0 0 57,0 0-349,-15 22-257,-50 76-19,59-87-913,0 1 0,1 0-1,0 0 1,1 0 0,0 1 0,1-1 0,1 1 0,0 0 0,0 0 0,1 0-1,1 0 1,1 7-202,-2 13 333,0 0-62,1-1 0,1 1 0,1-1 0,2 0 0,2 0 0,3 12-271,-7-36 14,1 0 0,0 1 0,0-1 0,0 0 0,1-1 1,0 1-1,0-1 0,1 0 0,0 0 0,1 0 0,-1 0 1,1-1-1,0 0 0,1 0 0,0-1 0,0 0 0,0 0 0,0-1 1,1 1-1,-1-2 0,1 1 0,0-1 0,0 0 0,1-1 1,-1 0-1,6 1-14,-5-1-2,1-1 1,-1-1-1,1 1 1,0-1-1,-1-1 1,1 0-1,-1 0 1,1-1-1,-1 0 1,10-4 1,-14 4-115,0 0 1,-1-1 0,1 0 0,0 0-1,-1 0 1,1 0 0,-1-1-1,0 0 1,0 0 0,0 0 0,-1 0-1,0 0 1,1-1 0,-2 0 0,1 1-1,0-1 1,-1 0 0,0-1 0,0 1-1,0-1 115,1-9-1513,0-1-1,0 0 0,-1 0 1,-1-10 1513,-1-10-6014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3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14723,'0'0'2609,"0"0"-193,0 0-799,0 0-945,0 0-32,0 0-384,150-36-40,-104 19-208,-1 0-16,23-5-192,-15 3-2233,-4 2-3776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3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12843,'0'0'2928,"0"0"-1815,0 0 895,0 0-784,0 0-199,-166 174-289,139-106 32,6 2-280,10 0-120,11-7-16,0-8-200,13-11-32,19-13-120,6-12 0,2-9-120,19-10-1376,-13 0-1441,-6-17-2176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30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32 13299,'0'0'2184,"0"0"-1223,0 0 551,0 0 160,145 128-448,-110-80-343,2 0-257,1-7-424,-3-4-40,0-8-104,-6-8-8,-7-4-48,-6-12-608,-8-3-1825,-5-2-1936</inkml:trace>
  <inkml:trace contextRef="#ctx0" brushRef="#br0" timeOffset="1">317 0 15035,'0'0'1857,"0"0"-42,-19 23 100,-4 5-1348,-11 12 543,3 1 0,-12 21-1110,3-1 1043,-11 16 189,-21 44-1232,69-110-2225,11-16 675,24-30-2136,-16 17-523,16-16-5988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3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11666,'0'0'1940,"0"0"243,0 0-428,0 0-386,0 0-447,24-10-317,75-34-294,-97 43-294,0 0 0,0 0-1,0 1 1,0-1 0,0 1 0,1-1-1,-1 1 1,0 0 0,0 0 0,0-1-1,1 2 1,-1-1 0,0 0-1,1 1-16,-2-1 7,0 0 0,0 1-1,0-1 1,0 1-1,0-1 1,0 1-1,0 0 1,0-1-1,-1 1 1,1 0-1,0-1 1,0 1-1,-1 0 1,1 0-1,0 0 1,-1 0-1,1 0 1,-1 0-1,0 0 1,1 0-7,0 4 25,0 0 1,0-1 0,0 1-1,-1 0 1,0 0 0,0 0-1,0 0 1,-1 4-26,0-1 100,1 0-63,0 0 1,-1 0 0,0 1 0,0-1 0,-1 0 0,0-1 0,-1 1 0,1 0-1,-5 6-37,-3 4 76,-1 0-1,-1-1 0,-5 5-75,13-17 81,-1 0 0,1 1-1,0 0 1,1 0 0,0 0-1,-1 0 1,2 0-1,-1 0 1,1 1 0,0-1-1,0 1 1,1 0 0,-1 6-81,48-8 1227,-9-4-1210,-18 0-1140,0-1 0,-1-1 0,10-2 1123,4-5-4660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3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11442,'0'0'1479,"0"0"112,0 0-141,12 30-70,37 102 83,-42-108-914,-1-1 0,-1 1 0,-1 0 0,-1 0 0,-1 0 0,-1 13-549,1 21 833,4 13 161,0-18-626,-3 0 0,-2 0 1,-5 46-369,1-85 35,-1 0 1,0 0 0,0-1-1,-1 0 1,-1 1-1,0-2 1,-5 8-36,-5 6-603,-1-1-1,-20 24 604,39-60-6227,11-11-1153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3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14307,'0'0'2441,"0"0"-1521,0 0 1040,0 0-375,0 0-625,0 0-112,0 0-288,102 62-216,-67-54-136,-3-1-200,-8-2-8,-2 0 0,-9-1-352,-5-1-1296,-8-3-1113,0 0-1104,-5 0-4953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3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8730,'0'0'2977,"0"0"-1161,0 0 776,0 0-1031,0 0 159,0 0-320,0 0-447,126 67-377,-85-67-336,-6 0-112,-6 0-128,-2 5 0,0 5-1296,-6-1-3017,-4 1-4137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 9210,'0'0'2364,"0"0"-42,0 0-41,0 0-610,0 0-152,-4-3-498,4 3-979,0 1 1,0-1-1,1 0 0,-1 0 0,0 0 0,0 0 0,0 0 0,0 0 1,1 0-1,-1 0 0,0 0 0,0 0 0,0 0 0,1 0 0,-1 0 1,0 0-1,0 0 0,0 0 0,0 0 0,1 0 0,-1 0 0,0 0 1,0 0-1,0 0 0,0 0 0,1-1 0,-1 1 0,0 0 0,0 0 0,0 0 1,0 0-1,0 0 0,1 0 0,-1-1 0,0 1 0,0 0 0,0 0 1,0 0-1,0 0 0,0 0 0,0-1 0,0 1 0,0 0 0,0 0 1,0 0-1,0-1 0,0 1 0,0 0 0,0 0 0,0 0 0,0 0 1,0-1-1,0 1 0,0 0 0,0 0 0,0 0 0,0 0 0,0-1 0,0 1 1,0 0-1,0 0 0,0 0 0,0 0 0,0-1 0,0 1 0,-1 0 1,1 0-43,34-2 1315,65 4-805,-57-1-67,604-1 625,-632 0-1096,3 0 10,-1-1 0,1-1 0,11-2 18,-89-1-9721,24 3 2978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8890,'0'0'2291,"0"0"-459,0 0 109,0 0-734,0 0-664,0 0 39,0 0-536,-1 0-1,1 1 1,0-1-1,-1 0 1,1 1-1,0-1 1,0 0-1,0 1 1,-1-1-1,1 0 1,0 1-1,0-1 1,0 1 0,0-1-1,0 0 1,0 1-1,0-1 1,0 1-1,0-1 1,0 0-1,0 1 1,0-1-1,0 1 1,0-1-1,0 1 1,0-1-1,0 0 1,0 1-1,1-1 1,-1 0-1,0 1 1,0-1-1,1 0 1,-1 1-1,0-1 1,0 0-1,1 1 1,-1-1-1,0 0 1,1 1-46,7 2 232,0-1 0,0 1 0,0-1 0,0 0 0,1-1 0,-1 0 0,0-1 0,1 1 0,1-2-232,19 3 367,10 2-65,-1 1 0,1 2 0,33 12-302,-57-15 9,-1 2 0,0-1 1,-1 2-1,1 0 1,-1 1-1,0 0 1,-1 1-1,0 0 1,-1 1-1,1 0 0,7 10-9,-15-15 6,-1 0 0,0 0 0,0 0-1,0 1 1,-1-1 0,1 1 0,-2-1-1,1 1 1,0 0 0,-1 0-1,0 0 1,0 0 0,-1 0 0,0 0-1,0 0 1,0 0 0,-1 0-1,0 0 1,0 0 0,-1 4-6,-3 6 20,0 0-1,-1 0 1,0 0 0,-2-1 0,0 0 0,-8 11-20,-59 95 284,-7-5 0,-4-2 0,-5-5-284,78-97 189,-4 4 80,17-16-261,0 0 0,0 0 0,0 0 0,-1 0 0,1 1 0,0-1 0,0 0-1,0 0 1,0 0 0,0 1 0,0-1 0,0 0 0,0 0 0,0 0 0,0 1 0,-1-1 0,1 0 0,0 0 0,0 0-1,0 1 1,0-1 0,0 0 0,1 0 0,-1 0 0,0 1 0,0-1 0,0 0 0,0 0 0,0 0 0,0 0 0,0 1-1,0-1 1,0 0 0,0 0 0,1 0 0,-1 0 0,0 1 0,0-1 0,0 0 0,0 0 0,0 0 0,1 0-1,-1 0 1,0 0 0,0 1 0,0-1 0,0 0 0,1 0 0,-1 0 0,0 0 0,0 0 0,0 0 0,1 0 0,-1 0-1,0 0 1,0 0 0,0 0 0,1 0 0,-1 0 0,0 0 0,0 0 0,0 0 0,1 0 0,-1 0 0,0 0 0,0-1-1,0 1 1,1 0 0,-1 0 0,0 0-8,436-13 1171,6-1-945,-440 14-264,-5 24-3781,2-10-2143,-6 2-8957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7194,'0'0'5283,"0"0"-2623,0 0-664,0 0-456,0 0-690,0 0-370,3 15 269,12 98 650,-9-54-636,3-1 1,2 1-1,7 17-763,-17-74 9,-1 0 0,0 0 0,1 0 1,0 0-1,-1 0 0,1-1 0,0 1 0,0 0 0,0 0 0,0-1 0,0 1 0,0 0 0,1-1 0,-1 0 0,1 1 0,-1-1 1,1 0-1,-1 1 0,1-1 0,0 0 0,-1 0 0,1 0 0,0-1 0,0 1 0,0 0 0,-1-1 0,1 1 0,0-1 0,0 1 1,2-1-10,-2-1-68,1 0 1,0 0 0,0 0 0,-1 0 0,1 0-1,-1-1 1,1 0 0,-1 1 0,1-1 0,-1 0-1,0 0 1,0 0 0,0 0 0,0 0 0,0-1-1,-1 1 1,1-1 0,-1 1 0,1-1 0,-1 1-1,0-2 68,38-84-4881,-25 46-777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13795,'0'0'1984,"0"0"-527,0 0-753,0 0-704,0 0-1248,0 0-3569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11026,'0'0'2793,"0"0"-1209,0 0 729,0 0-1329,0 0-512,0 0-472,0 0-592,153-22-1216,-129 20-2745,-8 0-2241</inkml:trace>
  <inkml:trace contextRef="#ctx0" brushRef="#br0" timeOffset="1">62 196 10922,'0'0'2417,"0"0"263,0 0-263,0 0-1241,0 0-704,0 0-472,174-53-248,-125 39-2000,-14 4-3658</inkml:trace>
  <inkml:trace contextRef="#ctx0" brushRef="#br0" timeOffset="2">376 129 12243,'0'0'1888,"0"0"-400,0 0-808,0 0-680,0 0-200,161-37-1272,-118 28-888,-5-1-2457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38 234 5169,'0'0'8457,"0"0"-5657,0 0-1450,0 0 61,0 0-171,-6 25-349,-21 80-287,25-99-539,1 0 1,0 0-1,1 0 0,-1 1 0,1-1 0,0 0 1,1 1-1,-1-1 0,1 0 0,1 0 1,-1 0-66,0-2 31,1-1 0,-1 1 1,1-1-1,0 0 0,0 0 0,0 1 1,0-1-1,0-1 0,0 1 0,1 0 1,0-1-1,-1 1 0,1-1 0,1 1-31,2 0 21,0 0 0,0 0 0,0-1 0,0 1 0,1-1 0,-1-1 0,0 1 0,1-1 0,0 0 0,-1-1 0,1 0 0,-1 0 0,1 0 0,0-1 0,-1 0 0,2 0-21,-4 0-35,-1 0 0,1 0 0,-1-1 0,1 1 1,-1-1-1,0 0 0,0 0 0,0 0 0,0 0 0,0 0 0,0-1 0,0 0 0,-1 1 0,1-1 1,-1 0-1,0 0 0,0 0 0,0 0 0,0-1 0,0 1 0,-1-1 0,0 1 0,1-1 1,-1 1-1,0-1 0,0-1 35,1-10-74,1 1 0,-2 0 0,0-1 0,0 1 0,-1-1 0,-2-3 74,2 17 10,0 0 0,0 0 1,0 0-1,0 0 0,0 0 0,0 0 0,-1 0 0,1 0 1,0 0-1,-1 0 0,1 0 0,-1 0 0,1 0 0,-1 0 1,0 0-1,1 0 0,-1 0 0,0 1 0,0-1 0,1 0 0,-1 1 1,0-1-1,0 0 0,0 1 0,0-1 0,0 1 0,0-1 1,0 1-1,0 0 0,0-1 0,0 1 0,0 0 0,0 0 1,0 0-1,0 0 0,0 0 0,-1 0-10,1 3 3,1 1-1,-1-1 1,0 1-1,1-1 1,0 1-1,0-1 1,0 1 0,0 0-1,1-1 1,-1 1-1,1-1 1,0 3-3,2-3 3,0 0 0,0 0 0,0-1 1,0 1-1,0-1 0,0 0 0,1 0 1,-1 0-1,1 0 0,-1-1 0,1 1 0,0-1 1,0 0-1,0 0 0,-1 0 0,1-1 0,0 1 1,0-1-1,1 0-3,8 1 15,1 0-1,-1-2 1,0 1 0,0-1 0,5-2-15,-14 2-3,0 0 1,0 0 0,0-1-1,0 1 1,0-1 0,0 0-1,-1 0 1,1 0 0,-1 0-1,1-1 1,-1 0 0,0 1-1,0-1 1,0 0 0,-1-1-1,1 1 1,-1 0 0,1-1-1,-1 1 1,0-1 0,0 0-1,-1 0 1,1 1 0,-1-1 0,0 0-1,0-3 3,3-10-17,-2-1 1,0 0-1,-1 0 0,-1 0 0,-1-9 17,1 25 2,-1-3-39,1 0 1,-1 0-1,0 0 0,0 0 1,-1 0-1,0 0 1,0 0-1,0 0 1,0 1-1,0-1 0,-1 1 1,0 0-1,0 0 1,0 0-1,-1 0 1,1 0-1,-1 0 0,-2-1 37,-9-6-1137,0 0 0,-1 1 0,0 1 0,-9-4 1137,-3-1-3190,-19-13-7089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1 337 12139,'0'0'2345,"0"0"-490,0 0-772,0 0-620,0 0-237,0 0 55,29-54 895,-25 42-1012,1 0 0,-2 0-1,0-1 1,0 0 0,-1 1-1,-1-1 1,0 0 0,0 0-1,-1 0 1,-1-1-164,1-2 772,0 16-491,0 0-17,0 0-82,0 0-62,0 0-75,-1 0 43,-17-29 732,18 37-825,1 0 0,0 0 0,0-1-1,1 1 1,0-1 0,0 1 0,1-1 0,0 0 0,0 0-1,0 0 1,1 0 0,0-1 0,5 6 5,-6-8 13,1 1 0,0-1 0,0 0 0,1 0 0,-1 0-1,1 0 1,0-1 0,0 0 0,0 0 0,0 0 0,0-1 0,1 1 0,-1-1 0,1-1 0,0 1 0,-1-1 0,1 0-1,5 0-12,-7 0 11,0-1 0,0 0-1,-1 0 1,1-1 0,0 1-1,0-1 1,0 0-1,0 0 1,0 0 0,-1 0-1,1-1 1,0 1-1,-1-1 1,0 0 0,1 0-1,-1 0 1,0-1 0,0 1-1,2-3-10,-2 1 10,0 0 0,0 0 0,0-1 0,-1 0-1,1 1 1,-1-1 0,-1 0 0,1 0 0,0 0 0,-1 0-1,0 0 1,-1 0 0,1 0 0,-1 0 0,0-1-10,1-5 8,0 1 0,-1 0-1,-1-1 1,0 1 0,0 0 0,-1 0 0,0 0 0,-1 0 0,-2-4-8,4 11-8,-1-1 0,0 1 0,0 0 0,-1 0 0,1 0 0,-1 0 1,1 0-1,-1 1 0,0-1 0,0 1 0,0 0 0,0 0 0,-1 0 1,1 0-1,0 0 0,-1 1 0,1 0 0,-1-1 0,0 1 0,1 1 1,-1-1-1,0 0 0,0 1 0,0 0 0,1 0 0,-1 0 1,-1 0 6,-5 3-1854,10-1-1987,7 0-1380,9-1-3320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4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8786,'0'0'2711,"0"0"215,0 0-771,0 0-621,0 0-433,0 0-352,23 21-112,72 63-141,-92-82-471,0 1-1,0-1 0,0 0 0,0 0 1,0 0-1,0 0 0,1 0 1,-1-1-1,1 0 0,-1 0 1,1 0-1,0 0 0,-1 0 1,1-1-1,0 1 0,0-1 1,-1 0-1,1 0 0,0-1 1,-1 1-1,3-1-24,7-1 67,-10 2-51,1-1 0,0 0 0,0 0 0,0 0 0,0 0 0,-1-1 0,1 1 0,0-1 1,-1 0-1,0 0 0,1 0 0,-1-1 0,0 1 0,0-1 0,0 0 0,-1 0 0,1 0 1,-1 0-1,1 0 0,-1 0 0,0-1 0,0 1 0,0-1 0,-1 1 0,1-1 0,-1 0 1,0 0-1,0 0-16,0 1 4,-1 0 1,1-1 0,-1 1 0,1 0 0,-1 0-1,0 0 1,0 0 0,-1 0 0,1 0 0,-1-1-1,1 1 1,-1 0 0,0 0 0,0 0 0,-1 0-1,1 1 1,0-1 0,-1 0 0,0 0 0,0 1-1,1-1 1,-2 1 0,1 0 0,0 0-1,0-1 1,-1 1 0,1 0 0,-1 1 0,1-1-1,-1 0 1,0 1 0,0 0 0,0 0 0,0-1-1,-1 1-4,-4-1-182,-1 0-1,0 0 1,0 1-1,1 0 1,-1 1-1,0 0 1,0 0-1,-6 2 183,-40 9-3787,6 4-3655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11979,'0'0'2297,"0"0"-230,0 0 211,0 0-732,0 0-898,0 0-144,22-5 224,75-9 29,-89 15-670,0 0 0,0 0 0,-1 1 0,1 0-1,0 0 1,-1 0 0,0 1 0,0 1 0,0-1 0,0 1 0,0 0 0,0 1 0,-1-1 0,0 1 0,0 1 0,-1-1 0,1 1 0,-1 0 0,3 5-87,-3-6 69,8 11 19,0 1 0,-1 0 0,0 1 0,-2 1 0,0-1 0,-1 2 0,-1-1 0,-1 1 0,-1 0-1,0 1 1,-2 0 0,0-1 0,-1 1 0,-1 10-88,-2-30-201,0-1-465,0-29-3523,-2 2-416,-9 1-2928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0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0 11442,'0'0'3573,"0"0"-2190,0 0-485,0 0 234,0 0 98,-9 27-198,-31 89-100,33-101-711,0 0 0,-1-1 0,-1 0-1,0-1 1,-1 0 0,0 0 0,-1-1 0,-1 0 0,0-1 0,-1 1-221,-13 12 344,-26 22 37,35-32-283,0 0 0,1 1 0,1 1-1,0 1 1,-7 10-98,22-26-14,0-1 1,0 0-1,0 0 0,0 0 0,0 1 0,0-1 0,0 0 0,0 0 0,0 1 0,0-1 0,0 0 0,0 0 0,0 0 0,0 1 1,0-1-1,0 0 0,0 0 0,1 0 0,-1 1 0,0-1 0,0 0 0,0 0 0,0 0 0,0 1 0,0-1 0,1 0 1,-1 0-1,0 0 0,0 0 0,0 0 0,1 1 0,-1-1 0,0 0 0,0 0 0,0 0 0,1 0 0,-1 0 0,0 0 0,0 0 1,1 0-1,-1 0 0,0 0 0,0 0 0,0 0 0,1 0 0,-1 0 0,0 0 0,0 0 0,1 0 0,-1 0 0,0 0 1,0 0-1,0 0 0,1-1 0,-1 1 0,0 0 14,16-1-1400,-1-3 323,0 0-1,0-1 0,0-1 1,0 0-1,6-5 1078,13-5-4715,12-6-7336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0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13987,'0'0'2131,"0"0"-759,0 0 278,0 0 2,0 0-382,0 25-208,1 169 590,-1-190-1619,0 1 1,1-1-1,0 1 1,0-1-1,0 0 0,0 1 1,1-1-1,-1 0 1,1 0-1,0 0 0,0 0 1,1 0-1,-1 0 1,1-1-1,1 2-33,-2-3-1,0-1-1,-1 1 1,1-1 0,0 0 0,0 0 0,0 0-1,0 0 1,0 0 0,0 0 0,0 0-1,1-1 1,-1 1 0,0-1 0,0 0-1,0 1 1,1-1 0,-1 0 0,0 0 0,0-1-1,1 1 1,-1 0 0,0-1 0,0 1-1,0-1 1,1 0 0,-1 0 0,0 0-1,0 0 1,0 0 0,0 0 0,1-1 1,6-5-398,1 0 0,-2 0 0,1-1 0,-1 0 1,-1 0-1,1-1 0,5-8 398,23-40-4961,-21 25 295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1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13195,'0'0'1864,"0"0"361,0 0-1289,0 0-936,0 0-896,0 0-1865,0 0-4913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2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5433,'0'0'2183,"0"0"63,0 0 111,0 0-653,0 0-569,0 0-470,0-3-254,0 1-320,-1 1-1,1 0 1,0 0-1,1 0 1,-1-1-1,0 1 1,0 0-1,0 0 1,1 0-1,-1 0 1,0 0-1,1-1 1,-1 1-1,1 0 1,0 0-1,-1 0 1,1 0-1,0 0 1,0 0-1,-1 1 1,1-1-1,0 0 1,0 0-1,1 0-90,2-1 86,-1 1 0,1 0 0,0 0 0,0 0 1,0 0-1,0 1 0,0-1 0,3 1-86,8-1-9,-6 0-2,0 0 0,0 0 0,1 1 0,-1 1 0,0-1 0,0 2 0,2-1 11,-10 0 1,1 1 0,-1-1 0,0 0 0,1 0 0,-1 0 0,0 1 0,0-1 0,0 1 0,0-1 0,0 1 0,0-1 0,-1 1 0,1-1 0,0 1 0,-1 0 0,1 0 0,-1-1 0,0 1 0,0 0 0,1 0 0,-1-1 0,0 1 0,0 0 0,-1 0 0,1-1 0,0 2-1,-1 1 4,1 0 0,0 0 0,-1 0 0,0 0 0,0 0 0,0 0 0,0-1 0,-1 1 0,1-1 0,-1 1 0,-2 2-4,-6 6 10,3-3 0,0-1 0,-1 0 1,0 0-1,0-1 0,-1 0 0,0 0 1,0-1-1,-7 4-10,19-11 77,0 0 1,0 0-1,0 1 1,0-1-1,0 1 1,0-1 0,0 1-1,0 0 1,0 0-1,0 0 1,0 1-1,1-1 1,-1 1-1,0 0 1,0 0-1,0 0 1,-1 0-1,2 0-77,55 34-191,-7-4 230,-50-30-24,1 0 1,-1 1 0,1-1 0,-1-1-1,1 1 1,-1 0 0,1 0-1,0-1 1,0 0 0,-1 1-1,1-1 1,0 0 0,-1 0 0,1-1-1,0 1 1,0-1 0,-1 1-1,1-1 1,-1 0 0,1 0 0,-1 0-1,2 0-15,-2-1 111,0 0-1,0 0 1,0 0-1,-1 0 1,1 0-1,-1 0 1,1-1-1,-1 1 1,0 0-1,1-1 1,-1 1-1,-1-1 1,1 1-1,0-1 1,-1 0-1,1 1 1,-1-1-1,0 0 1,0 1-1,0-1 1,0-2-111,0-5-2,0 6-9353,0 8-1027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2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14443,'0'0'1851,"0"0"-96,-2 32 414,-14 224 967,15-239-2904,-6 103 852,5 1 0,8 50-1084,5-113 108,-10-54-141,0-1 1,0 1 0,1 0 0,-1-1 0,1 1-1,0-1 1,0 1 0,0-1 0,0 0-1,1 0 1,-1 0 0,1 0 0,0 0 32,-3-3-29,0 0 0,1 1 0,-1-1 0,0 0 1,0 0-1,1 0 0,-1 0 0,0 1 0,0-1 0,0 0 1,1 0-1,-1 0 0,0 0 0,0 0 0,1 0 0,-1 0 0,0 0 1,1 0-1,-1 0 0,0 0 0,0 0 0,1 0 0,-1 0 1,0 0-1,0 0 0,1 0 0,-1 0 0,0 0 0,0 0 0,1 0 1,-1-1-1,0 1 0,0 0 0,1 0 0,-1 0 0,0 0 1,0-1-1,0 1 0,1 0 0,-1 0 0,0 0 0,0-1 1,0 1-1,0 0 0,0 0 0,1-1 0,-1 1 0,0 0 0,0 0 1,0-1-1,0 1 0,0 0 0,0 0 0,0-1 0,0 1 1,0 0-1,0 0 0,0-1 0,0 1 29,5-76-5991,-4 31 1188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3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9874,'0'0'2085,"0"0"-192,26-14 456,89-42-553,-109 53-1669,0 0-1,1 1 1,-1 0 0,1 0-1,0 1 1,0 0 0,-1 0-1,1 0 1,0 1-1,0 0 1,0 0 0,0 1-1,0 0 1,-1 0-1,1 1 1,5 1-127,-8-1 113,1 0 0,-1 1-1,1 0 1,-1 0 0,0 0-1,0 0 1,0 0 0,-1 1 0,1 0-1,-1 0 1,0 0 0,0 0-1,0 0 1,-1 1 0,1-1 0,-1 1-1,1 2-112,0 3 183,0 0-1,-1-1 0,1 1 0,-2 0 0,0 1 0,0-1 1,-1 0-1,0 0 0,0 0 0,-1 0 0,-1 0 1,0 0-1,0 0 0,-1 0 0,0 0 0,-1-1 1,0 0-1,-5 9-182,1-5 59,-2-1 1,1 0-1,-2 0 1,1-1-1,-2 0 1,1-1-1,-2-1 0,1 1 1,-1-2-1,0 0 1,-1-1-1,0 0 1,0-1-1,0 0 1,-1-1-1,0-1 1,-5 0-60,19-5-3294,10-2 2363,-2-1-402,17-9-3488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13571,'0'0'2086,"0"0"-6,0 0-578,0 0-503,-12 25 266,10-20-1195,-15 28 453,2 0-1,2 1 0,1 1 0,1 0 0,2 1 1,0 12-523,6-24 149,0-1 0,2 1 0,1 0 0,1-1 0,4 19-149,-5-37-17,1 0 0,0-1 1,0 1-1,1 0 0,-1-1 1,1 1-1,0-1 0,0 1 0,1-1 1,-1 0-1,1 0 0,0 0 1,0 0-1,0-1 0,1 1 1,-1-1-1,1 0 0,0 0 0,0 0 1,0 0-1,0-1 0,0 1 1,1-1-1,-1 0 0,1-1 0,-1 1 1,1-1-1,0 0 0,0 0 1,4 0 16,8 1-990,0-1 1,1 0 0,16-3 989,21-10-5721,-11-5-3796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12579,'0'0'2344,"0"0"-193,0 0 0,24 17-332,78 61-498,-91-67-1162,0 1-1,-1 0 1,-1 0 0,0 1 0,0 0 0,-2 0-1,1 1 1,-2 0 0,0 0 0,0 1 0,-1 0-1,-1 1-158,13 32 190,-14-38-164,1 0 0,1 0 1,0 0-1,0-1 0,1 0 1,0 0-1,0-1 0,7 7-26,-10-12-91,0 0-1,0-1 1,0 0 0,1 0-1,-1 1 1,1-2-1,0 1 1,-1 0 0,1-1-1,0 0 1,0 0-1,0 0 1,0 0 0,0-1-1,0 1 1,0-1 0,0 0-1,0 0 1,0-1-1,0 1 1,0-1 0,0 0-1,0 0 1,3-1 91,-3 0-464,0 0 1,-1 1 0,1-1-1,-1-1 1,1 1 0,-1 0-1,0-1 1,0 0-1,0 0 1,0 0 0,0 0-1,-1 0 1,1-1 463,9-15-7747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 14523,'0'0'2749,"0"0"-1042,0 0-412,-14 31 296,-99 208 1163,35-94-1543,26-52-821,-23 62-390,72-138-192,12-14-1342,23-17-3173,-22 9 3188,22-9-4746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5513,'0'0'9122,"0"0"-6681,0 0-49,0 0-872,0 0-575,0 0-329,172-21-280,-129 11-216,-11 5-120,-5 0-552,-8 3-1761,-14 2-3024</inkml:trace>
  <inkml:trace contextRef="#ctx0" brushRef="#br0" timeOffset="1">38 225 9618,'0'0'3249,"0"0"-1113,0 0 617,0 0-1129,0 0-520,0 0-271,0 0-273,80 25-392,-26-25-104,27-17-64,-14 5-840,-8-3-4130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15507,'0'0'2041,"0"0"-182,0 0-294,0 0-700,25-4-225,85-6-89,-106 10-511,0 0 0,0 1 0,0-1 0,0 1 0,0 0 0,-1 0 0,1 0 0,0 1 0,-1-1 0,1 1 0,-1 0 1,1 0-1,-1 0 0,0 1 0,0-1 0,0 1 0,0-1 0,0 1 0,0 0 0,-1 0 0,0 0 0,1 1 0,-1-1 1,0 0-1,-1 1 0,1 0 0,1 3-40,0 3 92,0 1 0,-1 0 0,0-1 0,0 1-1,-1 0 1,0 1 0,-1-1 0,-1 0-92,0-5 23,0 0 0,-1 0 0,0 0-1,0 0 1,0 0 0,-1 0 0,0-1 0,0 0-1,0 1 1,-1-1 0,0 0 0,0 0 0,0-1-1,0 1 1,-1-1 0,0 0 0,0-1-1,-2 3-22,-19 12 103,-1-1-1,0-1 0,-3 0-102,21-12 3,-1 2-13,7-4-26,0 0 0,0 0 1,-1-1-1,1 1 0,-1-1 0,1 1 0,-1-1 0,1-1 0,-1 1 0,-1 0 36,5-1-74,0 0 0,-1-1 1,1 1-1,0 0 0,-1 0 0,1 0 0,0-1 1,0 1-1,0 0 0,-1-1 0,1 1 0,0 0 1,0 0-1,0-1 0,0 1 0,0 0 0,-1-1 1,1 1-1,0 0 0,0-1 0,0 1 0,0 0 1,0-1-1,0 1 0,0 0 0,0-1 0,0 1 1,0 0-1,0-1 0,0 1 0,1 0 0,-1-1 1,0 1-1,0 0 0,0-1 0,0 1 0,0 0 1,1 0-1,-1-1 74,7-14-2724,11-9-3291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6849,'0'0'6835,"0"0"-4360,0 0-307,-26 21-316,-83 68-300,101-81-1377,1 0 0,0 0-1,0 0 1,1 1-1,-1-1 1,2 2 0,0-1-1,0 1 1,0 0 0,1 0-1,1 0 1,0 0 0,0 0-1,1 1 1,0 0 0,1-1-1,0 1 1,1 0-1,0 0 1,2 7-175,-2-15 16,0 1 0,0-1-1,0 0 1,1 1 0,0-1-1,0 0 1,0 0 0,0 1 0,0-1-1,0 0 1,1 0 0,0 0-1,-1 0 1,1-1 0,0 1 0,1 0-1,-1-1 1,0 1 0,1-1 0,0 1-16,2 0 57,1 1 0,0-1 0,0 1 1,0-2-1,0 1 0,0-1 1,1 0-1,-1 0 0,0 0 1,4-1-58,4 1-429,-1-1 1,0 0 0,1-1 0,-1 0 0,1-1 0,-1-1-1,0 0 1,0-1 0,0 0 0,8-3 428,12-11-6128,-5 0-5557</inkml:trace>
  <inkml:trace contextRef="#ctx0" brushRef="#br0" timeOffset="1">456 244 13203,'0'0'3160,"0"0"-1983,0 0 1871,0 0-1575,0 0-617,-24 128-440,24-108-208,16-6-56,6-4-152,-1-8 0,1-2-408,5 0-760,-6-17-1217,-5-7-2280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5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5761,'0'0'8954,"0"0"-7834,0 0 497,0 0-737,0 0-880,0 0-1392,0 0-5082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5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13179,'0'0'2184,"0"0"-951,0 0 847,32 147-416,-22-74 273,-4 7-297,-6 2-344,0-7-567,-3-8-321,-16-9-192,-5-9-208,-3-11 40,-2-6 80,-1-6-256,-7 6-448,4-6-1449,9-9-4104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1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12363,'0'0'2684,"0"0"-218,0 0-289,0 0-872,0 0-569,4 0-186,21 0 6,0-2 0,0 0 0,0-1 0,0-2 0,-1-1 0,0 0 1,11-6-557,-27 9-31,-1 0-85,0 0-1,0 0 0,0 1 0,0 0 0,0 0 0,1 1 1,-1 0-1,1 0 0,-1 1 0,1-1 0,-1 2 0,4 0 117,-10-1-351,0 1 0,0 0-1,0 0 1,0 0 0,0 0-1,0 0 1,0 0 0,-1 0-1,1 0 1,0 1-1,0-1 1,-1 0 0,1 0-1,-1 1 1,1-1 0,-1 0-1,0 1 1,1-1 0,-1 0-1,0 1 1,0-1 0,0 1 351,1 17-8186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15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11346,'0'0'3193,"0"0"-2321,0 0 721,0 0-361,0 0-288,0 0 352,0 0-271,126 9-321,-80-9-72,-6 0-520,-2 0 48,-12 0-160,-7 0-96,-5 0-1288,-6 3-1321,-3 7-2456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12619,'0'0'2679,"0"0"-52,0 0 18,0 0-745,0 0-958,0 0-550,0 12 144,0 25 40,-1 1-1,-2-1 1,-2 0 0,-3 10-576,-23 56 668,18-67-769,2 1 0,2 1 0,1-1 0,2 1 0,-1 35 101,7-72-932,0-1-517,0-7-4549,0 5 4115,0-14-6355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12883,'0'0'1824,"0"0"425,0 0-441,190 2-664,-123 1-624,-2-1-416,-6 3-104,16 0-392,-16 0-1136,-11 0-2577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132 150 7722,'0'0'3551,"0"0"-1320,0 0-648,0 0-392,0 0-247,0 0 49,-4-4-119,-3-2-514,-13-18 1432,19 23-1703,0-1 1,0 1 0,0-1 0,1 1-1,-1-1 1,1 0 0,-1 1 0,1-1 0,0 0-1,0 0 1,-1 1 0,1-1 0,1 0-1,-1 0 1,0 1 0,0-1 0,0 0-1,1 1 1,-1-1 0,1 0 0,0 1 0,-1-1-1,1 0-89,2-1 45,-1-1-1,0 1 0,1 0 0,0 0 0,-1 1 0,1-1 0,0 0 1,1 1-1,-1 0 0,2-1-44,8-5-19,0 2 0,1 0 1,0 1-1,0 0 0,1 0 19,-1 2-7,1 0-1,0 1 1,0 1-1,0 0 1,12 1 7,-25 0 0,-1 1-4,0-1 1,0 0-1,-1 1 0,1-1 1,0 1-1,0-1 1,0 1-1,0 0 1,0-1-1,-1 1 0,1 0 1,0-1-1,-1 1 1,1 0-1,0 0 1,-1 0-1,1 0 0,-1 0 1,1-1-1,-1 1 1,0 0-1,1 0 0,-1 0 1,0 0-1,0 0 1,1 0-1,-1 0 1,0 0-1,0 0 0,0 1 1,0-1-1,-1 0 4,1 45-24,0-33 9,-1-1 28,-1 1 0,1-1-1,-2 0 1,0 0 0,0 0-1,-2 0 1,1 0 0,-1-1-1,-1 0 1,-2 4-13,-17 26 342,-1-1-1,-5 1-341,15-18 288,12-18-240,-66 83 682,63-79-616,-1-2 1,0 1 0,0-1-1,-1 0 1,0-1 0,0 0-1,0 0 1,-11 4-115,19-10 40,0 1 0,0 0 0,0-1 0,0 1 1,0-1-1,0 0 0,0 1 0,-1-1 0,1 0 0,0 0 0,0 0 0,0 0 0,-1 0 1,1 0-1,0 0 0,0 0 0,0 0 0,-1 0 0,1-1 0,0 1 0,0 0 0,0-1 1,0 1-1,-1-1-40,1 0 19,1 0 0,-1 0 0,1 0 1,-1 0-1,1 0 0,-1 0 0,1-1 0,0 1 1,0 0-1,-1 0 0,1 0 0,0 0 1,0 0-1,0 0 0,0 0 0,0-1 0,0 1 1,1 0-1,-1 0 0,1-1-19,0-3 10,0-1 1,1 1-1,0 0 0,1 0 1,-1 0-1,1 0 1,0 0-1,0 0 0,3-3-10,-3 6-4,0-1-1,0 0 1,0 1-1,0 0 1,1 0-1,-1 0 1,0 0-1,1 0 1,0 1-1,-1 0 1,1-1-1,0 1 1,0 1-1,0-1 1,0 1-1,0-1 1,-1 1-1,1 0 1,0 0-1,0 1 1,0-1 0,0 1-1,0 0 1,0 0-1,-1 0 1,1 1-1,2 0 5,11 6 1,0 2-1,0 0 0,-1 0 1,0 2-1,5 4 0,36 25 26,-51-38-12,0 0 0,1 0 0,-1 0 0,1-1 0,0 0 0,0 0 0,0-1 0,0 1 0,0-2 0,0 1 0,0-1 0,4 0-14,-9-1-44,1 1 1,-1 0-1,1-1 0,0 1 0,-1-1 1,1 0-1,-1 0 0,0 0 0,1 0 1,-1-1-1,0 1 0,1-1 1,-1 1-1,0-1 0,0 0 0,-1 1 1,1-1-1,0 0 0,0-1 0,-1 1 1,1 0-1,-1 0 0,0 0 0,0-1 1,0 1-1,0-1 0,0 1 0,0-1 1,-1 1-1,1-1 0,-1 0 0,0 1 1,1-1-1,-1 0 44,2-36-4972,-2 17-1640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80 7666,'0'0'4345,"0"0"-1898,0 0-616,0 0-475,0 0-306,0 0-194,-1-6 2823,1-22-2747,5 24-918,0 0-1,1 0 0,-1 1 0,1-1 0,0 1 1,0 0-1,0 1 0,0-1 0,0 1 0,1 1 1,-1-1-1,1 1-13,10-2-10,1 0 0,0 1 0,16 1 10,-33 1-3,-1 0 0,1 1 0,0-1 0,0 1 0,-1-1 0,1 1 0,-1-1 0,1 1 0,0 0 1,-1-1-1,1 1 0,-1 0 0,1-1 0,-1 1 0,0 0 0,1-1 0,-1 1 0,0 0 0,1 0 1,-1 0-1,0 0 0,0-1 0,0 1 0,0 0 0,0 0 0,0 0 0,0 0 0,0-1 1,0 2 2,0 32 41,0-26-28,0 1-6,-1 1-1,0 0 0,-1-1 1,0 0-1,0 1 0,-1-1 1,-1 0-1,1 0 0,-1 0 1,-1 0-7,-11 18 39,0-2 0,-12 13-39,3-2 10,14-23 68,11-13-74,0 0 0,0 0 0,0 0 0,0 0 0,0 0 1,0 0-1,0 0 0,0 0 0,0 0 0,0 0 0,1 0 1,-1 0-1,0 0 0,0 0 0,0 0 0,0 0 0,0 1 1,0-1-1,0 0 0,0 0 0,0 0 0,0 0 0,0 0 1,0 0-1,0 0 0,0 0 0,0 0 0,0 0 0,0 0 1,0 0-1,1 1 0,-1-1 0,0 0 0,0 0 0,0 0 1,0 0-1,0 0 0,0 0 0,0 0 0,0 0 0,0 0 1,-1 0-5,19 1 59,36 4-36,-33-2 2,0-1 1,0 0 0,0-2 0,1-1-26,-20 0 9,0 1 1,0-1-1,0 0 1,0 0 0,0-1-1,0 1 1,0 0-1,0-1 1,0 1 0,0-1-1,-1 1 1,1-1-1,-1 0 1,1 0 0,-1 1-1,1-1 1,-1 0-1,0 0 1,0-1 0,0 1-1,0 0 1,-1 0-1,1-1-9,17-59 59,-16 50-61,8-19-1366,-9 30-855,-1 1-2890,0 0-4269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5 7362,'0'0'3864,"0"0"-727,0 0-551,0 0-723,0 0-411,0 0-619,1-4-435,-42 50 191,-2-2-1,-1-2 1,-22 13-589,66-54-470,-6 3 1206,3-5-7751,3-7 209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12323,'0'0'3056,"0"0"-1575,0 0-97,0 0 200,0 0-592,0 0-247,0 0-337,131 130-240,-107-103-40,0-3-256,6 10-888,-3-8-2681,-11-6-4857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59 8810,'0'0'2342,"0"0"65,0 0-396,0 0-545,0 0-389,0 0-105,-15-10-158,-49-28-281,60 36-486,0 0-1,0 1 0,0-1 0,0 1 0,0 0 1,-1 1-1,1-1 0,0 1 0,-1 0 1,1 0-1,0 0 0,-1 0 0,1 1 0,0 0 1,-1-1-1,1 2 0,0-1 0,0 0 1,0 1-1,0 0 0,0 0 0,1 0 0,-1 1 1,0-1-47,-8 7 165,1 0 1,0 1 0,0 0 0,1 1 0,-6 8-166,14-16 32,-6 6 45,0 1-1,0 0 0,1 0 0,1 1 0,0 0 0,0 0 0,1 1 0,0 0 0,1 0 0,0 0 1,1 0-1,1 0 0,0 1 0,0-1 0,1 1 0,1 11-76,0-22 9,0 0 0,1 0-1,-1 0 1,1 0 0,0 0-1,-1 0 1,1 0 0,0 0 0,0 0-1,0 0 1,1 0 0,-1-1 0,0 1-1,1 0 1,-1-1 0,1 1-1,-1-1 1,1 1 0,0-1 0,-1 0-1,2 0-8,2 2 14,0-1 0,0 1 0,0-1 0,0-1 0,1 1 0,-1-1 0,1 0 0,3 1-14,10-1 20,0 0 0,-1-2 0,1 0 0,13-2-20,-24 2 4,-1 0 1,0 0-1,0-1 0,-1 0 1,1 0-1,0 0 0,-1-1 1,1 0-1,-1-1 1,0 1-1,0-1 0,0 0 1,0-1-1,-1 1 0,0-1 1,0 0-1,0-1 1,0 1-1,-1-1 0,0 0 1,0 0-1,-1 0 0,1 0 1,-1-1-1,-1 1 1,1-1-1,-1 0 0,0 0 1,-1 0-1,0 0 0,0 0 1,0-1-5,-1-7 22,0 1 7,0 1 1,-1 0-1,0 0 1,-2-4-30,3 14 3,-1-1 1,0 0 0,-1 1 0,1-1 0,0 1 0,-1-1 0,0 1-1,0 0 1,0 0 0,0 0 0,-1 0 0,1 0 0,-1 0 0,0 0-1,1 1 1,-1 0 0,-1-1-4,4 2-65,-1 1 1,1-1-1,-1 0 0,0 1 1,1-1-1,-1 1 0,0-1 0,0 1 1,0-1-1,1 1 0,-1-1 0,0 1 1,0 0-1,0-1 0,0 1 0,0 0 1,0 0-1,1 0 0,-1 0 1,0 0-1,0 0 0,0 0 0,0 0 1,0 0-1,0 0 0,0 0 0,0 1 1,0-1-1,1 0 0,-1 1 0,0-1 1,0 0-1,0 1 0,0-1 0,1 1 1,-1-1-1,0 1 0,1 0 1,-1-1-1,0 1 0,1 0 0,-1 0 1,1-1-1,-1 1 0,1 0 0,-1 0 1,1 0-1,0-1 0,-1 1 0,1 1 65,-2 5-1120,1-1 0,0 1-1,0-1 1,0 1 0,1 0-1,0 1 1121,0-5-492,0 19-8341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6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10666,'0'0'2417,"0"0"-601,0 0 585,0 0-753,-91 126-208,64-99-840,3-6-335,5-4-145,6-5-120,7-7-609,6-5-1839,0 0-2521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175 254 10114,'0'0'2447,"0"0"-336,0 0-552,0 0-450,1-23-308,0-8-544,5-147 4529,-6 177-4764,0 0 1,0 0 0,1 0 0,-1 0 0,0-1 0,-1 1 0,1 0-1,0 0 1,0 0 0,0 0 0,-1 0 0,1 0 0,0-1 0,-1 1-1,1 0 1,-1 0 0,0 0 0,0 0-23,-9 9-62,-9 36-89,13-11 174,1 1 0,2-1 0,2 1 0,1 0 0,2 14-23,0-1-1145,-2 1 0,-4 15 1145,3-60-253,0 1-1,-1-1 1,0 0-1,1 0 1,-1 0-1,0 0 1,-1 0-1,1 0 1,0-1-1,-1 1 1,0-1-1,1 1 0,-1-1 1,0 0-1,0 0 1,0 0 253,-52 28 87,15-23 579,39-7-483,1 0 371,10 0 1337,88-2 409,28 0-1835,-44 6-6114,-70-2 60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7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16 2681,'0'0'9203,"0"0"-4866,0 0-1577,0 0-543,0 0-639,0 0-790,0-4-363,1-7-171,2 34 224,1 45 445,-8 6-257,-2-1 0,-9 34-666,10-78 50,-3 77 70,7-72-133,-2 0 1,-1 0-1,-2 0 13,4-26-322,2-6-2646,0-2-3320,0 0 1489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57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8434,'0'0'4505,"0"0"-2700,0 0-124,0 0-356,0 0-199,28 4-66,-15-2-907,69 9 2532,56 0-2685,98-14 853,-185 0-4161,-1 0-3445,-36 1-5853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9218,'0'0'5366,"0"0"-2204,0 0-733,0 0-677,0 0-907,0 0-343,18-1-100,9 0-336,62-4 2259,82 8-2325,-167-3 4,-1 0 0,1 1 0,-1-1 1,0 1-1,1-1 0,-1 1 0,1 0 0,-1 1 0,0-1 1,0 0-1,0 1 0,0 0 0,0 0 0,0 0 0,0 0 0,0 0 1,-1 0-1,1 1 0,-1-1 0,0 1 0,0 0 0,0 0 1,0 0-1,0 0 0,0 0 0,-1 0 0,0 0 0,1 0 1,-1 1-1,-1-1 0,1 0 0,0 1 0,-1-1 0,1 1 1,-1-1-1,0 1 0,0-1 0,-1 1 0,1-1 0,-1 1 1,0-1-1,1 0 0,-1 1 0,-1-1 0,1 0 0,0 0 1,-1 0-1,0 1 0,0-2 0,0 1 0,0 0 0,0 0 0,0-1 1,-1 1-1,1-1 0,-1 0 0,0 1 0,-3 0-4,-19 16 65,-1-1-1,-2-2 0,1-1 0,-2-1 1,-9 3-65,46-19-3,0 1 1,1 1-1,-1-1 1,0 1 0,1 1-1,-1-1 1,0 2-1,1-1 1,-1 1 0,0 0-1,0 1 1,3 1 2,-6-3-1,0 1-1,0-1 1,0 2 0,0-1 0,0 0 0,0 1 0,-1 0 0,1 0 0,-1 0 0,0 1 0,0 0 0,0-1-1,0 1 1,-1 1 0,1-1 0,-1 0 0,0 1 0,0 0 0,-1-1 0,0 1 0,1 2 1,-1 0 2,-1 1 1,0-1 0,0 1 0,-1-1-1,0 1 1,0-1 0,-1 1 0,0-1-1,0 1 1,-1-1 0,0 0 0,0 0 0,-1 0-1,1 0 1,-2 0 0,1 0 0,-1-1-1,0 1 1,-1 1-3,-1-1 4,-1-1-1,1 1 1,-1-1-1,0-1 1,0 1-1,-1-1 1,1 0-1,-1-1 1,0 1-1,-1-2 1,1 1-1,-1-1 1,0 0-1,1-1 1,-9 1-4,12-2-7,-8 2 18,0-1 0,-1 0 1,1-1-1,0 0 1,-1-1-1,1 0 1,0-1-1,-4-1-11,16 2-60,0 0 0,1 0 0,-1 0-1,0-1 1,1 1 0,-1 0 0,0 0 0,1 0 0,-1 0-1,0 0 1,1-1 0,-1 1 0,1 0 0,-1-1 0,1 1-1,-1 0 1,1-1 0,-1 1 0,1-1 0,-1 1 0,1-1-1,-1 1 1,1-1 0,0 1 0,-1-1 0,1 1 0,0-1 0,-1 1-1,1-1 1,0 0 0,0 1 0,-1-1 0,1 0 0,0 1-1,0-1 1,0 1 0,0-1 0,0 0 0,0 1 0,0-1-1,0 0 1,0 1 0,0-1 0,1 0 0,-1 1 0,0-1-1,0 1 1,1-1 0,-1 0 0,0 1 0,1-1 0,-1 1-1,0-1 1,1 1 0,-1-1 0,1 1 0,-1-1 60,30-23-7740,-6 8-1201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11546,'0'0'2785,"0"0"-668,0 0-453,0 0-392,24-7-462,78-22-308,-98 28-478,0-1 0,0 1 0,0 1 0,0-1-1,0 0 1,1 1 0,-1 0 0,0 0 0,0 0-1,0 1 1,0-1 0,0 1 0,3 1-24,-5-1 11,-1-1 0,0 1 0,-1-1 0,1 1 0,0 0 0,0 0 0,0-1 0,0 1 0,0 0 0,-1 0 0,1 0 0,0 0 0,-1 0 1,1 0-1,-1 0 0,1 0 0,-1 0 0,0 0 0,1 0 0,-1 0 0,0 1 0,0-1 0,1 0 0,-1 0 0,0 0 0,0 0 0,0 0 0,-1 1-11,0 4 56,0-1-1,-1 1 1,1-1-1,-1 1 0,-1-1 1,1 0-1,-1 0 1,0 0-1,0 0 1,0 0-1,-1-1 1,-3 5-56,-48 39 213,42-38-162,1 0 1,-1 1-1,2 1 0,0 0 1,0 0-1,1 1 0,0 0 1,-4 9-52,13-20 36,1-1 0,-1 1 0,0 0 1,0-1-1,1 1 0,-1 0 0,1-1 0,0 1 1,-1 0-1,1 0 0,0 0 0,0-1 0,0 1 1,0 0-1,0 0 0,1 0 0,-1-1 0,1 1 1,-1 0-1,1 0 0,-1-1 0,1 1 0,0 0 1,0 0-37,1 0 80,0 0 0,1 0 1,-1 0-1,0 0 0,1 0 1,-1 0-1,1-1 0,-1 0 1,1 1-1,0-1 0,0 0 1,-1 0-1,1 0 0,0-1-80,14 4 382,0-2 0,1 0 0,-1 0 1,15-2-383,-27 0 12,24 6-816,-13 5-2593,-7-4-1593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13867,'0'0'4165,"0"0"-1497,0 0-571,0 0-840,0 0-826,0 0-241,-11 9 111,-55 66 217,3 3 0,1 7-518,58-79 2,-3 3-43,5-5-43,0-1 0,0 1 1,-1-1-1,1 1 1,-1-1-1,0 0 0,0 0 1,0 0-1,0 0 1,-1-1-1,1 1 0,-4 1 84,4-21-7153,3 14 5550,0-16-6192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13435,'0'0'2120,"0"0"481,0 0 223,0 0-1367,0 0-705,99 133-504,-80-104-200,2-5-48,-5-2-376,-5-3-944,-5 1-1665,-4-6-1744,-2-2-4825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104 126 10282,'0'0'2765,"0"0"-803,0 0-70,0 0-546,0 0-141,0 0-134,-1-6-301,-6-14-495,7 20-270,0-1 1,0 1-1,-1 0 0,1 0 0,0-1 0,0 1 1,-1 0-1,1 0 0,0 0 0,-1 0 1,1 0-1,0-1 0,-1 1 0,1 0 0,0 0 1,-1 0-1,1 0 0,0 0 0,0 0 1,-1 0-1,1 0 0,0 0 0,-1 0 0,1 0 1,0 0-1,-1 1 0,1-1 0,0 0 1,-1 0-1,1 0 0,0 0 0,-1 0 1,1 1-1,0-1-5,-4 4 49,-1 0 1,1 0-1,1 0 0,-1 1 1,1-1-1,-1 1 0,0 2-49,-4 7 139,0 0 0,1 0 0,0 1 0,1-1 0,-3 16-139,6-21 99,1 0 0,0-1 0,1 1 0,0 0-1,1 0 1,0 0 0,0 0 0,1 0 0,0 0-1,0 0 1,2 3-99,-1-9 52,0 1 0,0-1-1,0 1 1,0-1 0,1 0 0,-1 0 0,1-1-1,0 1 1,0 0 0,0-1 0,0 0-1,1 1 1,-1-1 0,0 0 0,1-1 0,0 1-1,-1-1 1,1 0 0,0 0 0,0 0-1,0 0 1,-1 0 0,1-1 0,0 0 0,4 0-52,0 1 52,1 0 0,0-1 1,0-1-1,0 1 1,0-2-1,0 1 0,-1-1 1,1 0-1,0-1 1,-1 0-1,2-1-52,-3 0 17,0-1 0,0 1 0,-1-1 0,0-1 0,0 1 0,0-1 0,-1 0 0,0 0 0,0-1 0,0 1 0,-1-1 0,0 0 0,-1-1 0,1 1-1,-1 0 1,1-5-17,0-5 85,0 0 0,-1 0 0,0 0 0,-2-1 0,0 1 0,0 0 0,-2-3-85,0 13-23,-1 0 0,0 0 0,0 0 0,-1 0 0,0 0 0,0 1 0,0-1 0,-1 1 0,0 0 0,0 0 0,-1 0 0,1 0 0,-1 1 0,-1 0 0,1 0 1,-1 1-1,0-1 0,0 1 0,0 0 0,0 1 0,-1-1 0,1 1 0,-1 0 0,-4 0 23,11 3-179,-1 0 0,1 0 1,0 1-1,0-1 0,-1 0 0,1 0 0,0 1 1,0-1-1,-1 0 0,1 1 0,0-1 0,0 0 1,0 1-1,0-1 0,0 0 0,-1 1 1,1-1-1,0 0 0,0 1 0,0-1 0,0 0 1,0 1-1,0-1 0,0 0 0,0 1 0,0-1 1,0 0-1,0 1 0,0-1 0,1 1 1,-1-1-1,0 0 0,0 1 0,0-1 0,0 0 1,0 0-1,1 1 0,-1-1 179,5 16-2569,5 1-2549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10842,'0'0'1810,"0"0"241,0 0 214,-2 25-469,-1 12-900,-1 0-1,-2-1 1,-2 1-1,-9 25-895,-37 85 1063,54-146-2161,1-1-1370,3 0-1100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15 11626,'0'0'1590,"0"0"-378,0 0 345,-7 24-366,-22 77-427,26-88-501,0 0 0,1 0 1,1 0-1,0 1 0,0-1 1,2 1-1,-1-1 0,2 0 1,1 8-264,-3-19 45,1 1 1,0 0-1,0-1 1,0 1-1,0 0 1,0-1 0,0 1-1,0-1 1,1 0-1,-1 1 1,1-1-1,0 0 1,0 0-1,0 0 1,0 0-1,0 0 1,0-1 0,0 1-1,1-1 1,-1 1-1,0-1 1,1 0-1,-1 0 1,1 0-1,0 0 1,-1 0 0,1 0-1,0-1 1,0 0-1,-1 1 1,1-1-1,0 0 1,0 0-1,-1 0 1,3-1-46,1 1 48,1-1 0,-1 0 0,1-1 0,-1 1 0,1-1 0,-1-1 0,0 1 0,0-1 0,0 0 0,0 0 0,0-1 0,-1 1 0,1-1-1,1-2-47,-1 0 51,-1-1 0,1 1 0,-1-1 0,0 0 0,-1 0 0,0-1 0,0 0 0,0 1 0,-1-1 0,0 0 0,-1-1 0,0 1 0,2-9-51,-4 12 85,1-1 0,-1 1 0,0-1 0,0 1 0,-1-1 1,1 1-1,-1-1 0,-1 1 0,1 0 0,-1-1 0,0 1 0,0 0 0,0 0 1,-1 0-1,1 0 0,-1 1 0,-1-1 0,1 1 0,0 0 0,-1 0 0,-3-3-85,-46-35 272,49 38-334,-1 1 0,1 0 0,-1 1 0,0-1 0,0 1 0,0 0 0,0 0 1,0 1-1,0-1 0,-1 1 0,-2 0 62,8 1-1216,12 9-4188,6-1-413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78 14027,'0'0'2394,"0"0"-824,0 0 27,29-9-582,-26 8-1001,87-27 854,71-11-868,-211 40 2593,37-2-2575,-1 1 0,0 0 1,0 1-1,1 0 0,-1 1 1,-10 4-19,13-3 16,0 1 1,1 0 0,-1 1-1,1 0 1,0 1 0,1 0-1,-8 6-16,13-8 5,1-1 1,-1 1-1,1-1 0,0 1 0,1 0 0,-1 0 0,1 0 1,-1 0-1,1 1 0,0-1 0,1 1 0,-1-1 0,1 1 1,0 0-1,0-1 0,1 1 0,-1 0 0,1 0 1,0 2-6,0-5 3,0 0 0,0 0 0,0 0 1,0 0-1,0 1 0,1-1 1,-1 0-1,1 0 0,0 0 0,-1 0 1,1 0-1,0 0 0,0-1 1,0 1-1,0 0 0,1 0 0,-1-1 1,0 1-1,1-1 0,-1 1 1,1-1-1,0 1-3,4 2 15,0-1 1,0-1-1,0 1 1,1-1-1,-1 0 1,6 1-16,-10-3 1,11 4 7,1 0 0,-1 1 0,0 0 0,0 1-1,0 0 1,-1 1 0,11 9-8,-17-12-2,0 1 0,-1 0-1,0 0 1,0 0 0,-1 1 0,1 0-1,-1 0 1,0 0 0,-1 0 0,0 1-1,0-1 1,0 1 0,0 0-1,-1 0 1,0 0 0,0 4 2,-2-8 21,1-1 0,-1 1 0,1 0 0,-1-1 0,0 1 0,0 0 0,0-1 0,-1 1 0,1-1 0,0 1 0,-1-1 0,0 1 0,0-1 1,0 1-1,0-1 0,0 1 0,0-1 0,0 0 0,-1 0 0,1 1 0,-1-1 0,0 0 0,0-1 0,1 1 0,-2 0-21,-4 3 117,0-1 0,0 0-1,-1 0 1,1-1 0,-1 0 0,0 0 0,-1 0-117,-11 3-40,8-2 90,0-1 1,-1 0-1,1-1 0,0 0 0,-1-1 0,-7-1-50,-20 0-4535,13 0-2983,21 0-5406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12843,'0'0'2728,"0"0"-1015,0 0 895,0 0-1015,0 0-569,0 0-208,0 0 256,51 0-448,-22 0-272,3 0-224,-5 0-120,-5 0-8,-6 0-312,-8 0-456,-3 0-880,-5 0-553,0 4-559,0 1-2177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0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10986,'0'0'1953,"0"0"-113,0 0 553,0 0-969,0 0-344,0 0-104,167 9-135,-132-9-377,-9 0-320,-7-2-144,-3 2-1417,-8 0-2263,-5 0-4738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8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8754,'0'0'1966,"0"0"677,0 0-627,0 0-789,0 0-417,-8 0 3279,44 0-3200,86 1 497,-42 7-6462,-68-5 823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6569,'0'0'7594,"0"0"-6074,0 0 529,0 0-993,0 0-664,0 0-216,0 0-176,177-14-408,-123 14-1704,-6 0-5834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0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14003,'0'0'3563,"0"0"-1169,0 0-1136,0 0-222,0 0 260,0 27-73,-1 12-876,-1 31 1055,6 52-1402,-3-115 36,0 1 0,1-1 1,0 1-1,0-1 0,0 0 1,1 0-1,0 0 0,1 0 1,-1 0-1,1-1 1,1 1-1,-1-1 0,1 0 1,0-1-1,0 1 0,4 2-36,-6-5-3,1 0 0,0-1 0,0 0 0,0 1 0,0-1 0,0 0 0,0-1 0,0 1 0,0-1 0,1 0 0,-1 0 0,1 0 0,-1-1 0,1 1-1,-1-1 1,1 0 0,-1 0 0,1-1 0,-1 0 0,0 1 0,1-1 0,-1-1 0,0 1 0,1-1 0,-1 1 0,0-1 0,0 0 0,2-2 3,-1 1-120,0 0 0,0-1 1,0 1-1,-1-1 0,1 0 1,-1 0-1,0-1 0,0 1 1,-1-1-1,1 0 0,-1 0 1,0 0-1,0 0 0,-1-1 1,1 1-1,-1-1 0,0-1 120,1-10-1637,0 0 0,-1 1 0,-1-1-1,0 0 1,-2-6 1637,1 18-658,0-40-8888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14419,'0'0'2297,"0"0"-113,0 0-560,0 0-1624,0 0-328,0 0-1960,0 0-4266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0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12467,'0'0'2720,"0"0"-1407,0 0 959,0 0-1312,0 0-744,0 0-216,139-31-64,-101 26-744,-6 0-56,-2 5-680,-12 0-985,-7 0-3608</inkml:trace>
  <inkml:trace contextRef="#ctx0" brushRef="#br0" timeOffset="0.99">127 222 13971,'0'0'2993,"0"0"-337,0 0-1047,0 0-1153,0 0-208,0 0-248,174-33-320,-120 25-1185,-11 3-1615,-5 1-5418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1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12291,'0'0'6609,"0"0"-5281,0 0 697,0 0-417,0 0-928,0 0-320,0 0-288,2 130-72,7-113-64,-4-2-904,8 1-1120,-2-3-2145,-3-6-616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6673,'0'0'4653,"0"0"-2520,0 0-461,0 0-666,0 0-523,0 0 305,1 5 265,0-3-962,0-1-1,-1 1 0,1 0 1,0-1-1,0 1 0,1-1 0,-1 1 1,0-1-1,0 0 0,1 1 1,-1-1-1,1 0 0,-1 0 1,1 0-1,-1 0 0,1 0 1,0 0-1,0 0 0,-1-1 0,1 1 1,0-1-1,0 1 0,0-1 1,-1 0-1,1 1 0,0-1 1,1 0-91,66 2 1150,-46-3-941,512-15 1645,-437 13-1767,-52 3-53,-1-2 1,1-2-1,-1-1 0,14-6-34,-142 9-8039,46 2 2847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4:5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7826,'0'0'2618,"0"0"-199,0 0 228,0 0-672,0 0-883,0 0-558,4 0-137,18 0-45,-1 1-1,0 1 1,0 1 0,-1 1-1,1 0 1,-1 2 0,11 4-352,-23-7 8,-1 0 1,0 0 0,0 0-1,-1 1 1,1 0 0,-1 1-1,1-1 1,-1 1 0,-1 1-1,1-1 1,-1 1 0,0 0 0,0 0-1,-1 0 1,1 1 0,-1-1-1,-1 1 1,1 0 0,-1 0-1,-1 1 1,1-1 0,-1 2-9,3 30 68,-1 0 1,-2 1-1,-2-1 1,-2 1-1,-2 8-68,-3 0 89,-2-1-1,-2 0 0,-2 0 0,-3-1 0,-1-1 0,-2-1 1,-2 0-1,-2-2 0,-23 34-88,-17 2 538,46-60-332,1 2 0,1 0 0,-10 18-206,24-37 72,1-1 156,4 0 139,17-2-168,0-1 1,-1-1-1,1 0 0,-1-2 1,0 0-1,0-2-199,54-14 174,21 0 250,2 5 0,91-3-424,202 8 753,-332 10-1303,-58 8-3490,-9 5-1921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9826,'0'0'4641,"0"0"-1912,0 0-377,0 0-734,0 0-817,0 0-574,-3 5-11,-44 77 1097,29-54-1167,2 0 0,1 2 0,-3 10-146,16-35 7,1-1 0,0 1 0,0 0-1,0-1 1,1 1 0,0 0 0,-1-1 0,2 2-7,-1-2 12,5-3 23,0 0 1,0 0-1,0-1 1,0 1-1,0-1 1,0 0-1,3-1-35,-2 1 15,92-10 322,1 1-2820,-80 3-441,-13-1-1697,-1-2-3346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2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9354,'0'0'5321,"0"0"-4209,0 0-447,0 0 495,0 0 0,0 138-224,0-92-352,-3-1-88,-2-3-280,-1 1-15,1 10-201,-1-9-393,1-6-3527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11106,'0'0'2756,"0"0"-515,0 0-216,0 0-708,0 0-480,22-9-220,71-26-87,-87 33-459,-1 0 1,1 1 0,0-1-1,0 1 1,0 1-1,0-1 1,0 1 0,0 0-1,1 1 1,-1 0 0,0-1-1,-1 2 1,1-1 0,0 1-1,0 0 1,1 1-72,4 2 138,0 1 0,-1 1-1,1 0 1,-1 1 0,-1 0 0,1 0-138,3 4 147,7 7 49,-1 0 0,-2 1 0,0 1 0,-1 1 0,-1 0 0,-1 1 0,0 2-196,29 46 383,-25-49 336,-9-14-1819,-6-13-5886,-3-7 1900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1 13531,'0'0'2460,"0"0"-629,0 0-680,0 0-197,0 0 67,-13 21 12,-90 137 918,50-82-1450,-4-3 1,-3-2 0,-3-3 0,-2-3-1,-14 6-501,78-70 60,0-3-145,1 1 1,-1 0-1,0-1 0,0 1 0,1 0 0,-1-1 0,1 1 0,-1-1 0,1 1 0,0-1 0,0 1 0,0-1 1,-1 1-1,1-1 0,1 0 0,-1 1 0,0-1 0,0 1 0,0-1 0,1 1 0,-1-1 0,1 1 0,-1 0 1,1-1-1,0 1 0,0-1 0,0 0 85,59-21-6854,-26 10-66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11162,'0'0'3757,"0"0"-2358,0 0-687,0 0 257,0 0 473,-4 26-159,2-10-1079,-5 37 561,2 1-1,1 20-764,5-71 12,-1-1 0,1 0 0,-1 1-1,1-1 1,0 1 0,0-1 0,0 0 0,0 0 0,0 1 0,0-1 0,1 0 0,-1 0 0,1 0 0,-1-1 0,1 1 0,0 0-1,0 0 1,0-1 0,0 1 0,0-1 0,0 0 0,0 0 0,0 0 0,0 0 0,1 0 0,-1 0 0,0 0 0,1-1-1,-1 1 1,1-1 0,-1 1 0,1-1 0,-1 0 0,1 0 0,-1 0 0,1-1-12,3 1 20,0 0 0,-1 0 0,1 0 0,-1-1 0,1 0 0,-1 0-1,1 0 1,-1-1 0,0 0 0,1 0 0,-1 0 0,0-1 0,0 1 0,-1-1 0,1 0 0,1-2-20,-2-1-353,0-1 0,0 1 0,0-1 0,-1 0-1,0 0 1,0 0 0,-1 0 0,0-1 0,0 1 0,-1-1 0,0 1 0,0-1 0,-1 1-1,0-6 354,0 12-72,1-35-5034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12499,'86'-176'2832,"-86"173"-1183,0 1-457,0 2-1192,16 0-736,5 0-1377,1 0-4272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23 14659,'0'0'2049,"0"0"40,0 0-116,0 0-821,-11 28-116,8-9 2114,1-51-2282,2 31-866,-1 1-6,1-1 1,0 1 0,0-1-1,-1 0 1,1 1-1,0-1 1,0 1 0,0-1-1,0 1 1,0-1-1,0 0 1,0 1 0,0-1-1,0 1 1,0-1-1,0 0 1,0 1 0,0-1-1,0 1 1,1-1-1,-1 1 1,0-1 0,0 0-1,1 1 1,-1-1 0,0 1-1,1-1 1,-1 1-1,0 0 1,1-1 0,-1 1-1,1-1 1,-1 1-1,1 0 1,-1-1 3,19-14-89,-18 15 61,-1 0 68,0 0-138,0 0 48,0 0 32,0 0-8,0 0 36,0 0 57,0 0 26,0 0-26,0 0-134,27-2-2892,0 2-4365,-1 0-7433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14723,'0'0'2631,"0"0"-1410,0 0-303,0 26 605,-1 59-326,5 271 2466,-1-314-3577,-2-13-67,2 0 0,0 0 0,2 0 0,4 9-19,-3-52-3563,-2-12-323,-1-7-2628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5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 11146,'0'0'3705,"0"0"-2261,21-23-293,-2-2-882,-10 12-152,0 0 1,1 1-1,1 0 0,0 1 1,1 0-1,0 0 0,1 2 0,0-1 1,0 2-1,1 0 0,5-2-117,-3 3 263,0 1-1,0 0 0,1 1 0,0 1 1,0 1-1,11-1-262,-21 3 72,-1 1 0,0 0-1,1 1 1,-1-1 0,0 1 0,0 0-1,0 1 1,1-1 0,1 2-72,-5-2 18,0 1 0,0-1 0,0 1 0,-1 0 0,1 0 0,0 0 0,-1 0 0,0 0 0,1 0 0,-1 1 1,0-1-1,0 1 0,0-1 0,-1 1 0,1 0 0,0 0 0,-1 0 0,0 0-18,2 6 114,0 0 0,0 1 0,-1-1 0,-1 1 0,0-1 0,0 1 0,0-1 0,-2 1 0,1 0 0,-1-1 0,0 1 1,-1-1-1,0 0 0,-1 1 0,0-1 0,0 0 0,-1 0 0,0-1 0,-1 1 0,1-1 0,-2 0 0,-2 4-114,1-3 33,0-1-1,0 0 1,-1-1 0,0 1-1,0-1 1,-1-1 0,1 0-1,-1 0 1,-1 0-1,1-1 1,-1-1 0,0 0-1,0 0 1,0-1 0,-1 0-1,1-1 1,-1 0 0,0 0-1,1-2 1,-3 1-33,13-1-46,-1 0-1,0 0 1,1 0-1,-1 0 1,1 0 0,-1 0-1,1 0 1,-1 0 0,1-1-1,-1 1 1,1 0-1,0 0 1,-1 0 0,1-1-1,-1 1 1,1 0-1,-1-1 1,1 1 0,0 0-1,-1-1 1,1 1 0,0 0-1,-1-1 1,1 1-1,0-1 1,-1 1 0,1-1-1,0 1 1,0-1-1,0 1 1,-1-1 0,1 1-1,0-1 1,0 1 0,0-1-1,0 1 1,0-1-1,0 1 1,0-1 0,0 1-1,0-1 1,0 1-1,0-1 47,11-23-4229,6 7-112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6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12187,'0'0'2087,"0"0"480,0 0-677,0 0-865,-11 22 492,2-4-1089,-20 41 2600,-13 41-3028,29-68 324,2 0 0,1 1 0,2 0 0,1 1 0,1 0 0,2 0-1,1 10-323,3-41-7,0 1-1,1-1 0,-1 0 0,1 1 0,-1-1 0,1 0 0,0 1 0,0-1 0,1 0 0,-1 0 0,1 0 0,0 0 0,-1 0 0,1 0 0,0-1 1,1 1-1,-1 0 0,1-1 8,2 3-78,0-1 0,0-1 0,1 1 0,0-1 0,-1 0 0,1 0 1,0 0-1,1-1 0,1 1 78,14 2-1165,1 0 1,-1-1 0,1-2-1,-1 0 1,4-2 1164,21 1-5264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12171,'0'0'2824,"0"0"-1383,0 0 743,0 0-112,123 135-543,-96-84-185,-3-3-840,1-4-16,-4-8-328,-2-9-40,-3-10-120,-3-8 0,-2-6-464,-3-3-344,0-3-312,0-16-2673,-5-3-1840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12587,'0'0'2414,"0"0"-1184,0 0 578,-6 21 136,-4 14-1000,-2-1 0,-2 0 0,-1-1 0,-1 0 0,-11 14-944,-4-6 1033,-2-2 0,-22 20-1033,17-20 152,2 3-1,-2 6-151,35-44-78,0 0-1,1 0 0,-1 1 0,1-1 1,0 1-1,0-1 0,1 1 0,-1 0 0,1 0 1,0 0-1,1 0 0,-1 0 0,1 0 1,0 2 78,0-7-31,0 0 0,0 0 0,0 1 0,0-1 0,0 0 1,0 0-1,0 1 0,0-1 0,1 0 0,-1 0 0,0 0 1,0 1-1,0-1 0,0 0 0,0 0 0,1 0 1,-1 1-1,0-1 0,0 0 0,0 0 0,0 0 0,1 0 1,-1 0-1,0 1 0,0-1 0,1 0 0,-1 0 0,0 0 1,0 0-1,1 0 0,-1 0 0,0 0 0,0 0 0,0 0 1,1 0-1,-1 0 0,0 0 0,0 0 0,1 0 1,-1 0-1,0 0 0,0 0 0,1 0 0,-1 0 31,48 1-3258,-10-3-2434,8-6-7947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1344,'0'0'13363,"0"0"-10914,0 0-401,0 0-624,0 0-335,0 0-649,0 0 256,100 0-504,-68 0-192,-5 0-40,-3 0-1024,-3 0-1385,-4 0-1392,-7 0-6065</inkml:trace>
  <inkml:trace contextRef="#ctx0" brushRef="#br0" timeOffset="1">25 208 12947,'0'0'2056,"0"0"-199,0 0-153,0 0-328,0 0-776,0 0-432,0 0-168,174-17-960,-134 10-1200,-2 0-5330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12339,'0'0'2459,"0"0"-271,0 0 129,0 0-790,0 0-714,0 0-89,25 2-45,84 13-49,-105-14-581,1 0 0,-1 1 1,1-1-1,-1 1 0,0 0 1,1 1-1,-1-1 0,0 1 1,0-1-1,-1 1 0,1 1 0,-1-1 1,1 0-1,-1 1 0,0-1 1,-1 1-1,1 0 0,0 0 1,-1 0-1,0 1 0,0-1 1,1 3-50,6 11 159,7 9 213,1 0 0,10 11-372,12 2-596,-34-36-105,1 1 0,0-1 0,0-1 0,0 1 0,0-1 0,4 1 701,-2-1-4668,-2-3-2684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11642,'0'0'2785,"0"0"-1777,0 0 857,0 0-257,0 0-168,-134 162-255,99-123-441,3-5-344,5-8-256,3-7-40,8-4-88,8-5-32,5-3-80,3-2-872,5-5-1529,20 0-199,-1 0-3186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108 148 12779,'0'0'2136,"0"0"-527,0 0 831,0 0-416,-29 128-591,18-97-481,6-2-384,5-7 280,0-8-672,0-7 56,2-7-136,17 0 48,3 0-144,4-7-720,-1-5-272,7-14-872,-5 6-689,-8-4-3072</inkml:trace>
  <inkml:trace contextRef="#ctx0" brushRef="#br0" timeOffset="1">108 148 15403,'-107'-121'2729,"107"111"216,0 3-1873,16-3-1072,22 10-240,-6 0-2201,-3 0-4928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0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12827,'0'0'2120,"0"0"841,0 0-321,43 174-383,-40-116-745,-3-3-736,0-4-47,0-8-633,-11-1 72,-13-6-120,-9 0-96,-4 0-288,-25 17-673,11-9-1383,3-6-3153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1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23 6601,'0'0'2970,"0"0"-314,0 0-567,0 0-676,0 0-405,0 0 17,0 0 14,0 0-180,0 0-309,0 0-329,0 0 79,27-10 656,-16 6-947,1 2 0,-1 0-1,1 0 1,0 1 0,-1 0-1,11 1-8,-22 1-4,1-1-1,0 1 0,0-1 1,-1 1-1,1 0 1,-1-1-1,1 1 0,-1 0 1,1-1-1,-1 1 0,1 0 1,-1 0-1,1 0 0,-1 0 1,0-1-1,0 1 1,1 0-1,-1 0 0,0 0 1,0 0-1,0 0 0,0 0 1,0 0-1,0-1 1,0 1-1,0 1 5,-1 33 9,1-27-7,0-3 4,-1 0-1,0 1 1,0-1 0,0 0 0,-1 0 0,0 0-1,0 0 1,0 0 0,-1 0 0,1 0-1,-1-1 1,0 1 0,-1-1 0,1 0-1,-1 0 1,0 1-6,-13 11-6,0-1-1,-2 0 0,-3 1 7,1 0 16,20-16-18,0 1 0,-1 0 0,1 0 0,0 0 0,-1 0 0,1 0-1,0 0 1,0 0 0,0 0 0,0 0 0,0 0 0,0 1 0,0-1 0,1 0 0,-1 1 0,0-1 0,1 1 0,-1-1-1,1 1 1,-1-1 0,1 1 0,0-1 0,-1 2 2,2-1 1,1 1 0,-1-1 0,0 0 0,1 0 0,0 0 0,-1 0 0,1 0 0,0 0 0,0-1 1,0 1-1,0-1 0,0 1 0,0-1 0,1 1-1,2 2-19,1-1 0,0 1-1,-1-1 1,2 0 0,-1 0 0,0-1 0,0 1 0,7 0 19,16 0-4854,-22-3-3038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5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112 217 9482,'0'0'4670,"0"0"-1766,0 0-588,0 0-770,0 0-807,13-8-533,-10 6-186,11-6 76,-1-2 0,0 1 1,11-12-97,-20 16 136,1 0 1,0 0 0,-1 0-1,0-1 1,0 0 0,-1 1 0,0-2-1,0 1 1,0 0 0,-1 0 0,0-1-1,0 1 1,0-3-137,1-65 2587,-3 73-2448,0 1-120,0 26-11,2 55 67,0-22 7,-3 0 0,-5 30-82,4-72 8,0-1-1,-1 0 1,-1 0 0,-1 0-1,0 0 1,-1-1-1,-1 1 1,-1-2-1,0 1 1,0-1-1,-3 2-7,9-13-2,0 0 0,-1 0 0,0 0 0,1-1-1,-1 1 1,0-1 0,0 1 0,0-1-1,-1 0 1,1 0 0,0-1 0,-1 1 0,1-1-1,-1 1 1,0-1 0,1 0 0,-1 0-1,0-1 1,0 1 2,-6-1-8,-1-1-1,1 1 1,0-2-1,0 1 1,0-2-1,-2 0 9,-20-4 13,76 10-309,-1-2-1,31-3 297,-4 0-2675,-20 1-3805,-4-3-6435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5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14915,'0'0'3753,"0"0"-2385,0 0 697,0 0-577,0 0-664,0 0-736,0 0 80,-40 119-168,40-102-192,0-3-1472,0-7-2401,8-7-3465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6:5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115 242 9418,'0'0'2613,"0"0"-606,0 0-412,0-22-354,4-82 737,2 13 2535,-3 66-3511,-3 51 127,0-3-851,19 367-805,-19-389 454,-1 1 0,1-1 0,-1 0 0,1 1 0,-1-1 0,0 0 0,0 0 0,1 1 0,-1-1 0,0 0 0,0 0 0,0 0 0,0 0 0,0 0 0,-1 0 0,1 0 0,0-1 0,0 1 0,-1 0 0,1-1 0,0 1 1,-1-1-1,1 1 0,0-1 0,-1 1 0,1-1 0,-1 0 0,0 0 73,-51 8 145,38-6-266,-14 0 70,11 0 195,23-2 1219,238-7-1184,-234 7-579,-1 1 0,0 0-1,0 1 1,0 0 0,0 0 0,-1 0 0,1 1 0,1 2 400,14 3-3825,7 2-5330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1.67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612 85 11378,'0'0'974,"0"0"-467,0 0 186,0 0 413,0 0 102,0 0 191,-2-13-359,1 6-835,1 4-161,0 1-1,0-1 1,0 1-1,0-1 1,-1 1-1,1 0 1,-1-1-1,1 1 1,-1-1-1,0 1 1,0 0-1,0 0 1,0-1-1,0 1 1,-1 0 0,1 0-1,-1 0 1,1 0-1,-1 1 1,0-1-1,1 0 1,-1 1-1,0-1 1,0 1-1,0 0 1,0-1-1,-1 1 1,1 0-1,0 0 1,0 0-1,-1 1 1,0-1-44,-11-1 132,-1 1 1,1 0-1,-1 1 1,1 1-1,0 0 1,-1 1-1,1 1 1,0 0-1,0 0 1,0 2-1,1 0 1,-1 0-1,1 2 1,1-1-1,-1 1 1,1 1-1,-7 6-132,-1 3 74,0 0 0,2 1 0,0 1 0,1 1 0,1 1 0,-11 18-74,21-30 15,0 1-1,1-1 1,0 1 0,1 0-1,0 0 1,0 0 0,1 1 0,1-1-1,0 1 1,0 0 0,1 0-1,0 0 1,1 0 0,0-1-1,1 1 1,0 0 0,2 7-15,-1-13 28,0 1 1,0-1 0,0 0-1,1 0 1,0 0-1,0 0 1,0 0 0,0-1-1,1 1 1,0-1-1,0 0 1,0 0 0,5 3-29,0-1 67,0 1 1,1-2 0,0 1-1,1-1 1,-1-1 0,1 0-1,0 0-67,19 4 121,-1-2 0,1 0-1,0-2 1,30 0-121,-24-2 47,0-2 1,1-1-1,-1-2 0,0-1 0,0-2 0,23-8-47,-49 12 10,-1-1 0,1-1 0,0 1 1,-1-2-1,0 1 0,0-1 0,0-1 0,-1 0 0,0 0 0,0 0 0,0-1 0,-1 0 0,0-1 0,0 1 0,-1-2 0,0 1 0,0 0 0,-1-1 1,0 0-1,-1-1 0,0 1 0,0-1 0,-1 1 0,-1-1 0,2-9-10,-1 6 12,-1-1-1,-1 1 1,0 0-1,-1-1 1,-1 1-1,0-1 1,-1 1-1,0 0 1,-2-5-12,2 11 5,-1 0-1,1 1 1,-1-1 0,-1 0-1,0 1 1,1 0 0,-2 0 0,1 0-1,-1 0 1,0 1 0,0-1-1,0 1 1,-1 1 0,0-1 0,0 1-1,0 0 1,-5-2-5,-2-1-10,-1 1 0,0 1 0,0 1 0,0 0 0,0 0 0,-1 1 1,0 1-1,-12 0 10,18 1-8,1 1 1,0 0 0,-1 0 0,1 1 0,0 0-1,0 1 1,0-1 0,0 2 0,0-1 0,0 1-1,0 0 1,1 1 0,-1 0 0,1 0-1,0 0 1,-2 3 7,-4 6-6,1 0-1,1 0 0,1 2 0,0-1 0,0 1 1,1 1-1,1-1 0,1 1 0,0 1 1,2 0-1,-1 0 0,-1 15 7,-1 7 7,2 0 0,2 0 1,2 0-1,1 0 0,3 12-7,-2-41 2,1 0 1,0-1 0,1 1-1,0 0 1,1-1-1,-1 1 1,2-1-1,-1 0 1,2 0-1,-1 0 1,1-1 0,0 1-1,1-1 1,0 0-1,3 2-2,-3-4 1,1 0-1,0 0 0,0-1 1,0 0-1,0-1 1,1 1-1,0-2 1,0 1-1,0-1 0,0 0 1,1 0-1,-1-1 1,1-1-1,-1 1 0,1-1 1,0-1-1,4 0 0,0 0 11,1-1 0,0-1 0,0 0 0,-1-1 0,1-1-1,-1 0 1,0-1 0,0 0 0,0-1 0,-1-1 0,0 1 0,0-2-1,-1 0 1,0 0 0,0-1 0,-1-1 0,0 1 0,0-2 0,4-7-11,-4 6 3,-1 0 0,0-1 1,-1 0-1,-1 0 1,0-1-1,-1 0 0,0-1 1,-1 1-1,0-1 1,-2 0-1,0 0 0,0 0 1,-1-1-1,-1 1 1,-1 0-1,0-1 0,-3-13-3,1 19-8,-2-1 0,0 1 0,0 0 0,-1 0 0,0 1 0,0 0-1,-1-1 1,0 2 0,-1-1 0,0 1 0,-1 0 0,1 0 0,-1 1 0,-1 0-1,0 1 1,1 0 0,-5-2 8,-22-14-121,-1 2 1,0 2-1,-37-13 121,51 20-59,22 11 55,0 0 0,0 0 0,0 0 0,0 0 0,0 0 1,0 0-1,0 0 0,0 0 0,1 0 0,-1 0 0,0 0 0,0 0 0,0 0 0,0 0 0,0 0 0,0 0 0,0 0 0,0 0 0,0 0 0,1 0 0,-1 0 0,0 0 0,0 0 0,0 0 1,0 0-1,0 0 0,0 0 0,0 0 0,0 0 0,0-1 0,0 1 0,0 0 0,0 0 0,0 0 0,1 0 0,-1 0 0,0 0 0,0 0 0,0 0 0,0 0 0,0 0 0,0 0 0,0-1 0,0 1 1,0 0-1,0 0 0,0 0 0,0 0 0,0 0 0,0 0 0,0 0 0,0 0 0,0 0 0,0-1 0,0 1 4,42 7-337,-28-4 397,66 8-529,-51-8 189,0 1 0,-1 1 0,1 1 0,-1 2 0,0 1 0,12 7 280,-32-12-6,-1 1-1,-1 0 0,1 0 1,-1 0-1,0 1 0,0 0 1,0 1-1,-1-1 0,0 1 1,0 0-1,-1 0 0,0 1 1,0-1-1,-1 1 0,0 0 1,0 0-1,0 0 0,-1 0 1,-1 0-1,1 6 7,0-3 8,-1-1 0,0 1 0,-1 0 0,0-1-1,-1 1 1,0 0 0,-1-1 0,0 1 0,0-1 0,-1 0 0,-1 0 0,0 0 0,0 0 0,-1 0 0,-5 8-8,-5 2 25,-2-1 1,0 0 0,-1-1 0,-1-1 0,0-1 0,-1 0 0,-2-1-26,8-6 17,0 0 0,-1-1 0,1 0 0,-1-1 0,-1-1 0,0 0 1,1-2-1,-1 1 0,-1-2 0,1 0 0,-4-1-17,16-2 12,1 0 0,-1-1 0,1 1 0,-1-1 0,1 0 0,-1 0 0,1 0 0,0-1 0,-1 1 0,1-1 0,0 0 0,0 1 0,0-2 0,0 1 0,1 0 0,-1 0 0,1-1 0,-1 0 0,1 1 0,0-1 0,0 0 0,0 0 0,0 0 0,-1-3-12,-5-10 45,1 0-1,1 0 0,0 0 0,-1-11-44,0 4 77,2 0 0,0 0 0,2 0 0,1 0 0,0-1 0,2 1 0,2-18-77,-1 29 33,1 0-1,0 0 1,1 1-1,1-1 1,-1 1-1,2-1 1,-1 1-1,2 1 1,-1-1-1,2 1 1,-1 0-1,1 0 1,1 1-1,0 0 1,0 0-1,1 0-32,10-6-10,1 1-1,0 1 1,1 1-1,0 0 0,1 2 1,0 0-1,0 2 1,1 0-1,0 1 0,1 2 1,0 0-1,0 2 1,0 1-1,0 0 0,0 2 1,0 1-1,0 0 1,2 2 10,-21-2-4,0 0 1,1 1-1,-1-1 1,0 1-1,0 0 1,0 1 0,-1-1-1,1 1 1,0 0-1,-1 0 1,0 0-1,1 0 1,-1 1-1,-1 0 1,1 0 0,0 0-1,-1 0 1,0 1-1,0-1 1,0 1-1,-1 0 1,0 0-1,1-1 1,-2 2 0,1-1-1,-1 0 1,1 5 3,0-1-2,-1 0 0,0 0 1,-1 0-1,0 0 1,0 1-1,-1-1 0,-1 0 1,1 0-1,-1 0 1,-1 0-1,0-1 0,0 1 1,-1 0-1,0-1 1,0 0-1,-2 2 2,-10 12 14,-1-1 1,0-1-1,-2 0 0,-1-2 0,0 0 1,-1-1-1,0-1 0,-2-1 1,-10 4-15,-8 4 112,-1-2 1,-1-2-1,-1-2 1,-46 12-113,68-23 23,-1 0 0,0-2 1,0 0-1,0-2 0,0-1 1,-1 0-1,1-2 0,-7-1-23,26 1 10,-1 0-1,1 0 1,-1 0-1,1-1 1,-1 1-1,1-1 1,0 0-1,0-1 1,0 1-1,0-1 0,0 0 1,0 0-1,1 0 1,-1 0-1,1 0 1,-2-3-10,1 0 5,0-1 0,0 1 0,0-1 0,1 0 1,0-1-1,0 1 0,0 0 0,1-1 0,-1-5-5,0-8-2,1 0 0,1 0 0,0 0 0,2 0 0,0 0 0,2 0 1,0-1 1,1 7-48,-1 0 0,2 1 1,0-1-1,1 1 0,1 0 1,0 0-1,0 1 0,1 0 1,1 1-1,4-5 48,-9 11-16,1 1-1,-1 0 0,1 0 1,0 0-1,0 1 1,0-1-1,0 1 1,1 0-1,0 1 1,0 0-1,0 0 1,0 0-1,0 0 0,1 1 1,-1 0-1,1 1 1,0-1-1,-1 1 1,1 0-1,0 1 1,0 0-1,-1 0 1,1 0-1,5 2 17,-8-1-6,1 1 0,-1 0 0,0-1 1,0 2-1,-1-1 0,1 0 0,0 1 0,-1 0 0,1 0 1,-1 0-1,0 0 0,0 0 0,0 1 0,-1-1 0,1 1 1,-1 0-1,0-1 0,0 1 0,0 0 0,0 1 0,-1-1 1,1 0-1,-1 0 0,0 1 0,-1-1 0,1 1 6,3 17-29,-2 1-1,0-1 0,-2 1 0,-1 12 30,-1-16-3,-1 0 0,0-1 0,-2 1 0,0-1 0,-1 0 0,-1 0 0,0 0 0,-2-1 0,0 0 0,0-1 0,-2 0 0,0-1 0,-1 0 0,0 0 0,-1-1 0,-1-1 0,-12 9 3,12-9 7,-2-1 0,1-1 0,-1-1 0,-1 0 0,0-1 0,0 0 1,-1-2-1,0 0 0,-1-1 0,1-1 0,-1 0 0,0-2 0,0 0 0,0-1 0,0-1 1,-1-1-1,-13-1-7,27 0 0,-1 0 0,1-1-1,-1 0 1,1 0 0,0 0 0,0-1 0,0 0 0,0 0 0,0 0 0,1-1 0,-1 0 0,1 0 0,0 0 0,0-1 0,0 0 0,-2-4 37,0 0-1,0 0 1,1-1 0,0 0-1,0 0 1,1 0 0,1-1 0,-2-5-37,-2-13-503,0 0 1,3 0-1,0 0 1,2 0-1,1-1 1,1-10 502,3-2-3106,10 9-2319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3.73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819 44 6345,'0'0'1741,"0"0"-302,0 0-18,0 0-298,0 0-275,0 0-91,-21 0 83,-21 2 109,0 1 1,0 2-1,1 2 1,-26 8-950,27-4 252,-158 54 310,163-52-290,0 2 0,2 1 0,0 2 0,-15 11-272,40-22 63,-1-1 0,1 1 0,0 0 0,1 1 0,0 0-1,0 0 1,0 1 0,1 0 0,1 0 0,0 0 0,0 0 0,0 1 0,1 0 0,1 0 0,0 0 0,0 1 0,1-1 0,0 0 0,1 1 0,0 0 0,0-1 0,2 1 0,-1 0 0,1-1 0,1 1 0,1 5-63,1 3 16,1 0 0,1-1 0,0 0 0,2 0 1,0 0-1,1-1 0,0 0 0,1-1 0,1 0 0,1-1 0,1 0 0,0-1 1,0 0-1,5 3-16,9 3 65,0-1 1,1-2-1,0 0 1,1-2-1,1-1 1,1-1-1,0-2 0,0-1 1,21 3-66,13 0 82,0-3 0,0-2 0,1-4 0,22-2-82,-56-3 4,1 0-1,-1-2 0,-1-2 0,1 0 1,-1-2-1,0-2 0,0-1 0,-1-1 1,3-3-4,-14 5-1,0-1 1,-1-1 0,0-1-1,-1-1 1,0 0-1,-1-1 1,-1 0 0,0-2-1,-1 0 1,0 0-1,-2-1 1,0-1 0,-1 0-1,2-6 1,-1-1 6,-2 1 0,0-2-1,-2 0 1,-1 0 0,-1 0-1,-1-1 1,-2 1 0,0-1-1,-2 0 1,-1 0 0,-1 0-1,-2-4-5,1 20 8,0 1 0,-1-1 0,-1 1 0,1 0 0,-2-1 0,1 2 0,-1-1 0,-1 0 0,0 1 0,0 0 0,-1 1 0,0-1 0,-1 1 0,1 1 0,-2-1 0,1 1 0,-1 1 0,0-1 0,-1 1-8,-18-11 10,-1 1-1,-1 2 1,-1 0 0,0 3-1,-23-6-9,13 5 30,0 3-1,0 2 0,-1 1 1,0 2-1,0 2 0,-26 3-29,56-1 4,1 0-1,-1 1 1,0 1-1,1 0 1,-1 1-1,1 0 0,0 0 1,-1 1-1,2 1 1,-1 0-1,0 1 1,1 0-1,0 0 1,1 1-1,-1 0 0,1 1 1,1 0-1,0 0 1,0 1-1,0 0 1,1 0-1,0 1 1,1 0-1,-3 6-3,-7 18 4,1 0-1,1 0 1,2 2 0,2-1 0,1 1-1,2 1 1,1 0 0,2 0-1,2 8-3,1-30-1,0-1 0,2 0 0,0 0 0,0 1 0,2-1 0,0 0 0,0 0-1,1-1 1,1 1 0,0-1 0,1 0 0,0 0 0,1-1 0,1 1 0,0-1-1,0-1 1,1 0 0,0 0 0,8 5 1,2 3 4,2-1 1,0-2-1,1 0 0,1-1 1,1-1-1,-1-1 1,2-1-1,0-1 0,0-1 1,1-2-1,22 5-4,6-2 10,1-2-1,0-2 1,0-2-1,1-4 1,16-2-10,-52 0 7,0 0-1,0-2 1,0-1-1,0 0 1,0-2-1,-1 0 1,0-1-1,0-1 1,5-3-7,-15 6 4,-1 1 0,1-2 1,-1 1-1,0-1 0,0 0 1,-1-1-1,0 0 1,0 0-1,-1 0 0,0-1 1,0 0-1,0 0 0,-1-1 1,-1 1-1,1-1 0,-1 0 1,-1-1-1,0 1 0,2-9-4,-3 10 1,-1 0-1,0-1 1,0 0-1,-1 1 1,0-1-1,-1 1 1,0-1-1,0 1 1,-1-1-1,0 1 1,0 0-1,-1-1 0,0 1 1,0 1-1,-1-1 1,0 0-1,0 1 1,-1 0-1,0 0 1,-3-2-1,-4-4-2,0 2 0,-1 0 1,0 0-1,-1 1 1,0 1-1,-1 0 0,0 1 1,0 0-1,-16-4 2,-14-4 2,-1 1 0,-1 3 0,0 2 0,-1 2 0,-42-2-2,-60 3 16,-34 7-16,-66-1 6,249 1-6,0-1 0,-1 1 0,1 0 1,0-1-1,0 1 0,0-1 0,0 1 0,0-1 0,0 1 0,0-1 0,0 0 0,0 1 0,0-1 1,1 0-1,-1 0 0,0 0 0,0 1 0,1-1 0,-1 0 0,0 0 0,1 0 0,-1 0 1,1 0-1,-1-1 0,1 1 0,0 0 0,0 0 0,-1 0 0,1 0 0,0 0 0,0 0 0,0-1 1,0 1-1,0 0 0,0 0 0,0 0 0,1 0 0,-1-1 0,0 1 0,1 0 0,-1 0 1,0 0-1,1 0 0,0 0 0,-1 0 0,1 0 0,-1 0 0,1 0 0,0 0 0,0 1 0,0-1 0,5-7-9,0 2-1,0-1 0,1 1 1,0 0-1,0 0 0,1 1 1,-1 0-1,1 1 0,0-1 0,0 1 1,5-1 9,9-4-36,1 1 1,1 1-1,20-4 36,-22 7-5,0 1-1,0 1 1,0 0-1,0 2 1,0 0-1,0 2 1,0 0-1,0 2 1,13 4 5,-20-4-4,-1 1 1,0 0-1,-1 2 1,1-1-1,-1 2 1,0-1-1,-1 2 1,0 0-1,-1 0 0,1 1 1,-2 1-1,1 0 1,-2 0-1,6 8 4,-5-4 4,-1 0-1,0 1 0,-1 0 0,-1 0 1,-1 1-1,0-1 0,-1 1 1,-1 1-1,-1-1 0,0 1 0,0 9-3,-2-13 7,-1 1 0,0-1-1,-1 0 1,0 0-1,-1 0 1,-1 0-1,0 0 1,-1 0 0,0 0-1,-2-1 1,1 0-1,-1 0 1,-1-1-1,-4 7-6,-5 1 39,0 0 0,-1-1-1,-2-1 1,1 0 0,-2-1-1,0-2 1,-1 0-1,-1-1 1,0-1 0,-1-1-1,-20 8-38,29-14 13,-1-1 1,0 0-1,0-1 0,0-1 0,0 0 0,0-1 0,-1 0 1,1-1-1,-1-1 0,1-1 0,-1 0 0,1-1 0,-1 0 1,1-2-1,0 1 0,0-2 0,1 0 0,-1-1 0,1 0 1,-2-3-14,-27-20 11,2-3 0,1-1 0,1-2 0,2-1 0,1-2 1,3-2-1,1-1 0,0-3-11,19 26 0,0 1 0,1-2 0,1 0 0,0 0 0,2-1 0,0 0 0,1-1 0,2 1 0,0-2 0,1 1 0,1-1 0,0-3 0,4 18-1,0 0 1,0 0-1,0 0 1,1 0-1,0 0 1,1 0-1,0 0 1,0 0-1,0 0 1,1 1-1,0-1 1,0 1-1,1-1 1,-1 1-1,2-1 1,3-3-6,1 0-1,0 1 0,0 0 0,1 0 0,0 1 1,0 0-1,1 1 0,3-2 7,23-10-12,0 1 0,1 2 0,1 2 1,36-8 11,-26 10-4,0 2 1,0 2-1,0 2 1,1 3-1,32 2 4,-70 0-3,0 2-1,0 0 1,0 0 0,0 1-1,0 1 1,-1 0-1,0 0 1,1 1 0,-1 1-1,0 0 1,0 0 3,-6-2-3,0 1 0,0 0 1,-1 0-1,1 0 0,-1 0 0,0 1 1,0-1-1,0 1 0,-1 0 1,0 0-1,0 1 0,0-1 0,0 0 1,-1 1-1,0 0 0,0 0 0,0 0 1,-1 0-1,0 0 0,0 0 1,-1 0-1,0 2 3,0 2 6,-1 1-1,0-1 1,-1 1 0,0-1 0,-1 1 0,0-1 0,0 0-1,-1 0 1,-1 0 0,0-1 0,0 1 0,-1-1 0,0-1-1,0 1 1,-1-1 0,0 0 0,-8 6-6,-19 19 8,-2-2 0,-1-2 0,-19 11-8,52-38 1,-52 37 0,-3-2 0,-1-2 0,-12 1-1,50-25 7,0-2 0,0 0 0,-1-2 1,0 0-1,-1-2 0,0 0 0,1-2 0,-1 0 0,0-2 1,-21-1-8,38-1 6,1 0 0,0 0 1,-1-1-1,1 0 0,0 0 1,0 0-1,0-1 0,0 0 1,0 0-1,1 0 0,-1-1 1,1 0-1,0 0 1,0 0-1,-1-2-6,-1-2 9,0 0 0,1 0 0,0-1 0,1 0 0,0 0 0,0 0 0,1-1 0,0 0 0,-1-2-9,-1-10 8,0-1 0,2 1 0,1-1 0,0 0 0,2 0 0,0-1 0,2 1 0,1-9-8,0 21 0,0 0 0,1 0 1,0 0-1,1 0 0,0 0 1,0 1-1,1-1 0,1 1 1,0 0-1,0 1 0,1 0 1,0 0-1,0 0 0,1 1 1,1 0-1,-1 0 1,1 1-1,0 0 0,1 1 1,0 0-1,0 0 0,0 1 1,3 0-1,23-10-1,-1 2 0,2 1 0,0 2 0,0 2 0,1 1 0,13 1 1,-39 5 0,73-10 29,40 3-29,-100 8 24,1 0-1,0 2 1,-1 1 0,0 1 0,0 1-1,0 1 1,3 2-24,-14-2 0,0 0 0,-1 1 0,1 0 0,-1 1 0,-1 1 0,0 0 0,0 0 0,-1 1 0,0 1 1,0 0-1,-1 0 0,-1 1 0,0 1 0,1 2 0,-5-8 1,-1 1-1,0-1 1,0 1 0,0 0 0,-1 1 0,-1-1-1,1 0 1,-1 1 0,-1 0 0,1-1 0,-2 1-1,1 0 1,-1 0 0,0-1 0,-1 1 0,0 0-1,0-1 1,-1 1 0,0 0 0,-1-1 0,0 0-1,0 0 1,-1 0 0,-1 3-1,-6 5 7,-1-1 1,0 0-1,0-1 1,-2-1-1,1 0 0,-2 0 1,0-2-1,0 0 1,-1 0-1,-3-1-7,0 2 13,-1-2 1,0 0-1,-1-2 0,0 0 0,0-1 1,-1-1-1,0-1 0,-11 1-13,26-6-15,1 1-1,0 0 1,-1-1 0,1 0 0,0-1-1,-1 0 1,1 0 0,0 0-1,0 0 1,0-1 0,0 0 0,0 0-1,0-1 1,0 0 0,0 0 15,3 0-104,-1 0-1,1-1 1,0 1 0,-1 0 0,2-1 0,-1 0 0,0 0-1,1 0 1,0 0 0,-1 0 0,2 0 0,-1-1 0,0 1-1,1-1 1,0 1 0,0-1 0,0 1 0,1-1 0,-1-2 104,0-44-2970,1 6-1913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14067,'0'0'3622,"0"0"-832,0 0-772,0 0-1154,0 0-553,6 22 137,75 317 1336,-75-304-1694,-3-16-55,0 0 0,1 0 0,1-1-1,1 1 1,1-1 0,0 0 0,1-1-1,7 10-34,-15-26 4,1 0-1,-1-1 1,1 1 0,-1 0-1,1-1 1,-1 1-1,1-1 1,-1 1 0,1-1-1,0 0 1,-1 1-1,1-1 1,0 1-1,-1-1 1,1 0 0,0 0-1,-1 1 1,1-1-1,0 0 1,0 0 0,-1 0-1,1 0 1,0 0-1,0 0 1,0 0-1,-1 0 1,1 0 0,0 0-1,0 0 1,-1-1-1,1 1 1,0 0-1,-1 0 1,1-1 0,0 1-1,-1-1 1,1 1-1,0 0 1,-1-1 0,1 1-1,-1-1 1,1 0-1,-1 1 1,1-1-1,-1 1 1,1-1 0,-1 0-1,1 1 1,-1-1-4,21-35 221,-20 34-214,9-25 28,-2 1-1,0-1 0,-2-1 0,-1 1 1,-1-1-1,-2 0 0,-1 0 0,-1-16-34,2-6 90,7-48-90,-9 97-69,1 0 0,0 0 0,0 0 0,0 0-1,0 1 1,-1-1 0,1 0 0,0 1-1,0-1 1,0 0 0,1 1 0,-1 0 0,0-1-1,0 1 1,0 0 0,0-1 0,0 1-1,0 0 1,1 0 0,-1 0 0,0 0 0,0 0-1,0 0 1,0 0 0,1 0 0,-1 1-1,0-1 1,0 0 0,0 1 69,5-1-1120,24-1-3718,2-3-1714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6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13051,'0'0'1882,"0"0"23,0 0 546,-3 25-410,1-4-1646,-3 30 832,-3 0-1,-7 24-1226,-12 38 1146,4 1 0,-1 63-1146,20-165 41,-1-23 51,-3-21 59,3-4-159,1 0 0,3-1 1,0 1-1,2 0 0,2-1 1,4-15 7,-3 33-4,0-1 1,1 1 0,1 0-1,1 1 1,1-1-1,1 1 1,0 1 0,1-1-1,1 2 1,0-1-1,1 2 1,8-7 3,-16 17-4,1 0 0,0 0 0,1 1 0,-1 0 0,1 0 0,0 1 0,0 0 1,0 0-1,0 0 0,6-2 4,-9 5-1,0-1 0,0 0-1,0 1 1,0-1 0,0 1 0,0 0 0,0 0 0,0 0 0,0 0 0,0 1 0,0-1 0,0 1-1,0 0 1,0 0 0,0 0 0,0 0 0,0 0 0,-1 1 0,1-1 0,-1 1 0,1 0 0,-1 0 0,1 0-1,-1 0 1,1 2 1,9 10 47,-1 1 0,0 1 0,-2 0 0,0 0 0,0 1 0,-2 0-1,1 3-46,9 28 176,-2 1 0,-2 2-176,35 207 294,-48-248-2165,-7-13 62,-13-19-3152,16 16 2221,-18-18-11789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6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1 210 18420,'0'0'2624,"0"0"-255,0 0-753,0 0-1448,0 0 72,172-77-232,-108 51-16,3-1 8,22-4-1496,-16 6-3753,-12 1-6498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7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93 16179,'0'0'2225,"0"0"-811,1 22 374,2 29-911,2-1 1,3 0 0,1 0-1,6 9-877,5 7 297,-13-38-170,-6-23 35,-3-7 104,-17-36-215,5 13-47,2 0 1,0-1 0,2-1 0,1 1 0,-4-21-5,11 39-3,1 0 0,0-1 0,0 1 0,1 0 0,1 0 0,-1 0 0,1-1 0,0 1 0,1 0 0,0 0 0,0 0-1,1 1 1,0-1 0,1 0 0,-1 1 0,1 0 0,0 0 0,1 0 0,0 1 0,0-1 0,1 1 0,1-2 3,4-2-6,0 0-1,1 0 1,1 1-1,-1 1 0,1 0 1,2 0 6,-11 5-2,1 0 0,-1 1 0,1 0 0,0 0 1,0 1-1,0-1 0,0 1 0,0 0 0,1 0 0,-1 1 0,0-1 1,0 1-1,0 1 0,1-1 0,-1 1 0,0-1 0,0 2 0,0-1 1,4 2 1,-7-2 0,0 1 0,1-1 1,-1 1-1,0 0 1,0 0-1,0 0 1,-1 0-1,1 0 0,0 1 1,-1-1-1,1 0 1,-1 1-1,0-1 1,0 1-1,0-1 0,0 1 1,0 0-1,-1-1 1,1 1-1,-1 2 0,4 61 13,-5-52-12,1-3 3,-1-1-1,0 1 0,-1-1 1,0 1-1,-1-1 0,0 0 1,-1 0-1,0 0 1,0 0-1,-1-1 0,-6 8-3,-8 12 16,-3-1 0,-23 25-16,-15 19-21,58-71 26,1 1 1,-1 0-1,1-1 0,-1 1 1,1 0-1,0 0 0,-1 0 0,1 0 1,0 0-1,0 1 0,0-1 0,1 0 1,-1 0-1,1 1 0,-1-1 0,1 0 1,0 1-1,0-1 0,-1 0 0,2 1 1,-1-1-1,0 0 0,0 1 0,1 0-5,1-1 38,0-1 0,0 1-1,0 0 1,0-1-1,0 0 1,0 1-1,1-1 1,-1 0-1,0 0 1,1-1 0,-1 1-1,1 0 1,-1-1-1,0 1 1,1-1-1,0 0 1,-1 0-1,1 0 1,-1 0 0,1 0-1,0-1-37,52 0 379,-1-3 1,1-3-1,22-6-379,-26 2-3391,0-3 0,1-2 3391,-8-2-9408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7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11682,'0'0'8762,"0"0"-7473,0 0 55,0 0 304,0 0-607,-115 145-329,102-77 0,7 4-304,6-2 48,0-10-384,14-6 112,12-11-176,9-12-16,0-6-24,8-13-304,27-12-384,-8 0-1137,-6-15-3800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18396,'0'0'2448,"0"0"-1319,0 0 1111,142 29-1096,-88 15-191,-8 9-457,-6 5 296,-10 0-720,-9-7 96,-5-8-152,-2-9-16,-4-10 0,-2-9-592,3-15-792,0 0-1217,0-15-4112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315 184 16315,'0'0'4377,"0"0"-3400,0 0 1239,0 0-480,-116 152-743,82-96-609,-1-3-48,2-5-192,4-7-88,2-7-8,6-5-96,7-7-272,9-3-336,5-4-785,0-6-1159,21-4-2513,6-5-8146</inkml:trace>
  <inkml:trace contextRef="#ctx0" brushRef="#br0" timeOffset="1">514 1 14875,'0'0'2863,"0"0"-526,0 0 266,22 30-604,22 30-578,4 13-1421,-40-59 157,-1 0 1,-1 0 0,0 1 0,-1 0 0,-1 0 0,0 0 0,-1 0 0,0 1 0,-2-1 0,1 1-1,-2-1 1,0 1 0,-2 4-158,2 13 229,0-10-240,0 2 136,0 0 1,-2 0-1,0 0 0,-3 8-125,2-24-97,1 0 1,-1-1 0,-1 1-1,1-1 1,-1 1-1,-1-1 1,0 0-1,0-1 1,0 1 0,-1-1-1,0 0 1,-1-1-1,-3 4 97,31-35-9575,5-5-1063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16131,'0'0'2905,"0"0"-1193,0 0 161,0 0-689,0 0-768,148 0-304,-100 0-8,-2 0-104,-9 0-152,-10 0-1560,-8 0-2393,-14 0-4953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0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13883,'0'0'2537,"0"0"-625,0 0 208,0 0-351,0 0-585,0 0-792,158-20-280,-104 4-112,-3 1-72,-5 5-1296,2 1-689,-13 2-1655,-8 2-3674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10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283 190 13539,'0'0'2096,"0"0"-294,0 0-634,0 0-784,0 0-93,0 0 204,0-21 2999,1-24-2037,1 30-1238,-1 1-1,-1-1 1,0 1 0,-1-1 0,-1 0 0,0 1 0,-3-8-219,-3 62 254,1 191-73,3-72-67,4-154-107,0-1 0,-1 0 0,1 1 0,-1-1 0,0 0 0,0 0 1,0 0-1,0 0 0,-1 0 0,0 0 0,0 0 0,0 0 0,0 0 0,-1-1 0,1 1 0,-1-1 0,0 0 0,0 0 0,0 0 0,0 0 0,-1 0 1,1-1-1,-1 1 0,-3 1-7,-4 0 13,0 0 0,-1 0 0,1-1 0,0-1 0,-1 0 1,0 0-1,1-1 0,-10-1-13,-70 1 84,91-1-59,0 0 77,0 0-107,44 2 287,81-5 205,10-1-1678,-49 7-4029,-47 3-1047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10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10362,'0'0'8474,"0"0"-5785,0 0-137,0 0-1448,0 0-568,0 0-199,0 0 191,-11 90-480,11-64-96,0 1-408,5-8-1689,9-9-4256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1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93 379 12723,'0'0'2331,"0"0"-537,0 0-938,0 0-431,4-24 271,-2 15-501,6-32 1093,-2-1 1,-2 0 0,-1-13-1289,-3-110 4137,3 232-4138,3 0-1,3 2 2,1-1-4,-4 1-1,-3 3 5,-3-58-13,1-10-4,0-1 0,-1 1 0,0-1 0,0 0 1,0 1-1,0-1 0,0 1 0,-1-1 0,1 0 0,-1 1 0,0-1 1,0 0-1,0 1 0,-1-1 0,1 0 0,-1 0 0,0 0 0,1 0 0,-1 0 1,-1-1-1,1 1 0,0-1 0,-1 1 0,1-1 0,-1 0 0,0 0 1,0 0-1,-1 1 17,-14 7-74,0-1 1,0-1-1,-17 5 74,15-5-59,20-8 38,-1 0 0,1 0 1,-1 0-1,1 0 1,0 0-1,-1 0 1,1 0-1,-1 0 1,1 1-1,0-1 0,-1 0 1,1 0-1,0 0 1,-1 1-1,1-1 1,0 0-1,-1 0 0,1 1 1,0-1-1,-1 0 1,1 0-1,0 1 1,0-1-1,0 0 1,-1 1-1,1-1 0,0 0 1,0 1-1,0-1 1,0 1-1,-1-1 1,1 0-1,0 1 0,0-1 1,0 1-1,0-1 1,0 0-1,0 1 21,14 7-255,26 0 270,55-4-36,28 3-602,-40 4-3381,-42-3-2105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1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18 9658,'0'0'2306,"0"0"201,0 0-944,25-2-556,6 1-793,-6 0-46,0-1-1,-1-1 0,6-2-167,-52 7 1133,0-2 0,0-1-1,-2 0-1132,-31-2 96,22 2 103,27 1-39,26 3-121,53 8-102,11 2-429,-27-10-5053,-57-3-3211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1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6449,'0'0'7114,"0"0"-3821,0 0-1028,0 0-664,0 0-606,0 0-354,-4 0-43,2 1-524,0-1 1,0 1 0,-1 0-1,1-1 1,0 1-1,1 0 1,-1 0 0,0 0-1,0 1 1,0-1 0,1 0-1,-1 1 1,0-1 0,1 1-1,0-1 1,-1 1 0,0 1-75,-24 43 845,-6 53 53,25-65-834,1-1-1,1 1 1,2 0-1,2 1 1,1-1 0,3 16-64,-3-47-84,0 0 1,0-1-1,1 1 1,-1 0 0,1 0-1,0 0 1,0-1-1,0 1 1,0-1 0,0 1-1,1-1 1,-1 1-1,1-1 1,0 0-1,-1 1 1,1-1 0,0 0-1,0 0 1,0-1-1,1 1 1,-1 0 0,0-1-1,1 1 1,-1-1-1,1 0 1,-1 1 0,2-1 82,6 2-947,0-1-1,1 0 0,-1-1 1,1 0-1,-1 0 0,7-1 949,-5 0-1169,26 1-8177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1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14755,'0'0'1849,"0"0"-588,0 0 130,-4 20-563,0-5-701,-10 66 343,13-72-390,0 0-1,1-1 1,0 1-1,1-1 1,0 1-1,0-1 1,1 1-1,0-1 1,0 0 0,2 3-80,-1-4 72,1 0 0,0 0 0,1 0 0,-1 0 0,1-1 0,1 1 0,-1-1 0,1-1 1,0 1-1,0-1 0,1 0 0,0 0 0,-1-1 0,2 0 0,-1 0 0,0-1 0,1 0 0,-1 0 1,1 0-1,0-1 0,0-1 0,0 1 0,0-1 0,0-1 0,1 1 0,-1-1 0,0-1 1,0 1-1,0-1 0,3-2-72,-7 2 48,1 0 1,-1-1 0,0 0-1,0 0 1,0 0 0,0-1-1,-1 1 1,1-1 0,-1 0-1,1 0 1,-1 0 0,0-1-1,0 1 1,-1-1-1,1 1 1,-1-1 0,1 0-1,-1 0 1,0 0 0,-1 0-1,1 0 1,-1-1 0,0 1-1,0 0 1,0-1 0,0 1-1,-1-1 1,0 1 0,0-4-49,1 1 94,-1 0 0,0-1 1,0 1-1,-1 0 1,0 0-1,0-1 0,-1 1 1,0 0-1,0 0 1,-1 0-1,0 1 0,0-1 1,0 1-1,-1-1 1,0 1-1,0 0 0,-1 1 1,0-2-95,-6-2 43,0 0 0,0 0 1,-1 1-1,0 1 0,0 0 1,-1 1-1,0 0 0,0 1 1,-1 0-1,1 1 0,-1 0 1,0 2-1,0-1 1,-1 2-44,15 1-48,-1 0 1,1 0 0,-1 1 0,1-1 0,-1 0-1,1 1 1,-1-1 0,1 1 0,-1-1 0,1 0-1,-1 1 1,1-1 0,0 1 0,-1-1 0,1 1 0,0 0-1,-1-1 1,1 1 0,0-1 0,0 1 0,0 0-1,-1-1 1,1 1 0,0-1 0,0 1 0,0 0-1,0-1 1,0 1 0,0 0 0,0 0 47,1 27-2054,-1-20 644,0 17-4479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2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14539,'0'0'2345,"0"0"767,0 0-631,-59 138-1073,40-88-656,3-1-224,6-8-408,2-10-32,5-7 32,0-7-240,3-17-984,8 0-1248,11-7-3378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20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12187,'0'0'4064,"0"0"-2275,0 0-13,0 0-880,0 0-325,-17 25 161,-51 85-41,64-101-607,0-1 0,0 1 0,0-1 0,1 1 0,1 0 0,-1 0 0,2 0 0,-1 1 0,1-1-1,0 0 1,1 1 0,0-1 0,1 0 0,0 5-84,1 14 188,-2-25-179,0 0-1,0 0 1,1 0-1,-1 0 1,1 1 0,0-1-1,-1 0 1,1 0-1,1 0 1,-1 0-1,0-1 1,1 1 0,-1 0-1,1 0 1,0-1-1,0 1 1,0-1 0,0 0-1,1 1 1,-1-1-1,1 0 1,-1 0-1,1-1 1,0 1 0,-1 0-1,1-1 1,0 0-1,2 1-8,6 1 32,1 0-1,-1-1 1,1 0-1,0-1 0,0 0 1,-1-1-1,1-1-31,-10 1 7,-1 1 1,1-1-1,-1 0 0,0 0 0,1 0 0,-1 0 0,1-1 1,-1 1-1,0 0 0,1-1 0,-1 1 0,0-1 1,1 1-1,-1-1 0,0 1 0,0-1 0,1 0 0,-1 0 1,0 0-1,0 0 0,0 0 0,0 0 0,0 0 0,0 0 1,0 0-1,-1 0 0,1 0 0,0 0 0,0-1 1,-1 1-1,1 0 0,-1-1 0,0 1 0,1 0 0,-1-1 1,0 1-1,0-1 0,1 1 0,-1 0 0,0-1 1,-1 0-9,1 0 11,0 0 0,-1 0 0,1 0-1,-1 0 1,0 0 0,0 0 0,0 1-1,0-1 1,0 0 0,0 0 0,0 1-1,0-1 1,-1 0 0,1 1 0,-1 0-1,1-1 1,-1 1 0,1 0-1,-1-1 1,0 1 0,0 0 0,0 1-1,1-1 1,-1 0 0,0 0 0,0 1-1,0-1 1,-2 1-10,-4-2 1,-1 1 1,0 0-1,1 1 0,-1 0 0,0 1 1,1 0-1,-1 0 0,1 1 1,-1-1-1,1 2 0,-7 2-1,11-3-112,1-1-1,-1 1 1,0 0 0,1 1-1,-1-1 1,1 1-1,0 0 1,0-1 0,0 1-1,0 1 1,0-1 0,1 0-1,-1 1 1,1-1-1,0 1 1,0 0 0,0-1-1,1 1 1,-1 0-1,1 0 1,0 1 0,0-1-1,0 0 1,1 1 112,-2 26-2903,2-5-1548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20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12123,'0'0'4919,"0"0"-2215,0 0-745,0 0-398,16 21-548,0-3-782,-8-9-136,0 0 0,0 0 0,-1 1 1,0 0-1,0 1 0,-2-1 1,1 1-1,-1 0 0,-1 0 0,0 1 1,0-1-1,-1 1 0,0 6-95,3 23 347,-3 0-1,-1 1 1,-2-1-1,-3 25-346,1-50-14,0 0 0,-1 0-1,-1 0 1,0 0 0,-1-1 0,-1 1-1,0-1 1,-1-1 0,-1 1-1,0-1 1,-1-1 0,0 1-1,-2 0 15,10-13-697,-5 5 1293,2-4-8266,4-2-2097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2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12395,'0'0'2459,"0"0"-364,0 0-216,0 0-711,0 0-558,24-2-376,74-2-24,-96 3-193,-1 2 0,1-1 0,-1 0 0,1 0 1,-1 0-1,1 1 0,-1-1 0,1 1 0,-1-1 0,0 1 1,1-1-1,-1 1 0,0 0 0,1 0 0,-1 0 0,0 0 1,0 0-1,0 0 0,0 0 0,0 0 0,0 0 0,0 0 1,0 1-1,0-1 0,-1 0 0,1 1 0,0-1 0,-1 0 1,1 1-1,-1-1 0,0 1 0,1-1 0,-1 1 0,0-1 0,0 1 1,0-1-1,0 1 0,0-1 0,0 1 0,0-1 0,-1 1 1,1-1-1,0 1 0,-1-1 0,0 0 0,0 2-17,0 7 279,0-4-173,0 1 0,-1 0-1,0 0 1,-1-1 0,1 1 0,-1-1-1,0 1 1,-1-1 0,1 0 0,-1-1-1,-1 1 1,1-1 0,-1 1 0,0-1-1,0-1 1,-4 4-106,3-3 55,0 0-1,1 0 1,0 0-1,0 1 1,0 0-1,1-1 1,0 2-1,0-1 1,1 0-1,-1 1 1,1 0-1,1-1 1,-1 1 0,1 1-1,1-1 1,-2 7-55,5-13 46,-1 1 1,1-1-1,0 0 0,0 0 1,-1-1-1,1 1 1,0 0-1,0 0 1,0-1-1,0 1 1,0-1-1,0 0 1,0 0-1,0 1 1,0-1-1,1-1-46,2 2 117,39 5 681,1-1 0,42-2-798,-86-3 88,15 6-3738,-8 5-1340,-3-1-3043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21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15091,'0'0'3777,"0"0"-3129,0 0 1529,0 0-681,0 0-576,0 0-200,0 0-184,159 2-296,-138-2-224,-8 0-16,-5 0-40,-5 0-520,-3 0-1704,0 10-2313,-16 2-1264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2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12739,'0'0'2496,"0"0"-167,0 0-729,0 0-560,153-3-512,-123 1-256,-9 2-272,-8 0-168,-5 0-2088,-8 0-6034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4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49 11322,'0'0'2788,"0"0"-248,0 0 517,0 0-1305,0 0-598,-7-4-217,4 3-891,0-1 16,-1 0 0,1 0 0,-1 1 0,0-1 0,0 1 0,0 0 1,1 0-1,-1 0 0,0 1 0,0-1 0,0 1 0,0 0 0,0 0 0,0 0 0,0 1 0,0 0 0,0-1 0,0 1 0,0 1 0,0-1 0,1 0-62,-12 11 70,0-1 1,1 2-1,1 0 0,0 0 1,1 2-1,0-1 1,1 1-1,1 1 1,0 0-1,1 1 0,0 2-70,4-9 27,0 1-1,0 0 1,1 0-1,0 0 0,1 0 1,1 1-1,0 0 0,0-1 1,1 1-1,1 0 0,0-1 1,1 13-27,0-22 9,0 1 0,0 0 1,1 0-1,-1-1 0,1 1 0,-1-1 1,1 1-1,0-1 0,0 0 1,0 0-1,0 1 0,1-1 1,-1-1-1,0 1 0,1 0 1,-1-1-1,1 1 0,0-1 1,-1 0-1,1 0 0,0 0 1,0 0-1,0 0 0,0 0 1,0-1-1,0 0 0,0 1 1,0-1-1,0 0 0,2-1-9,7 1 43,-1 0-1,1 0 0,0-2 1,0 1-1,0-2 0,0 0 1,3-1-43,-1-2 15,0 0-1,-1 0 1,0-1 0,0-1 0,0 0 0,-1-1 0,-1 0 0,0-1 0,0 0-1,7-9-14,-12 12 39,0 0-1,-1-1 0,0 1 1,0-1-1,0 0 0,-1 0 1,-1-1-1,1 1 0,-1-1 1,-1 0-1,0 0 0,0 0 1,0 0-1,-1 0 1,-1 0-1,1 0 0,-2 0 1,1-1-39,-2 4 43,0-1 1,0 1-1,-1-1 1,0 1 0,0 0-1,0 0 1,-1 1-1,1-1 1,-2 0 0,1 1-1,0 0 1,-1 0-1,0 1 1,0-1 0,-1 1-1,1 0 1,-1 0-1,-5-2-43,1 0-129,0 1 0,0 0 0,-1 0 0,1 1 0,-1 0 0,0 0 0,-1 2 0,1-1 0,0 1 0,-10 0 129,21 2-83,-1 0 0,1 0 0,0 0 0,-1 0 0,1 0 0,0 0 0,-1 1 0,1-1 0,0 0 0,0 0 0,-1 0 0,1 0 0,0 0 0,0 0-1,-1 0 1,1 1 0,0-1 0,0 0 0,-1 0 0,1 0 0,0 1 0,0-1 0,0 0 0,-1 0 0,1 1 0,0-1 0,0 0 0,0 0 0,0 1 0,0-1 0,0 0 0,-1 0 0,1 1 0,0-1 0,0 0 0,0 1 0,0-1 0,0 0 0,0 1-1,0-1 1,0 0 0,0 0 0,0 1 0,0-1 0,1 0 0,-1 1 0,0-1 0,0 0 0,0 0 0,0 1 0,0-1 0,1 0 0,-1 0 0,0 1 0,0-1 0,0 0 0,1 0 0,-1 0 0,0 1 0,0-1 83,13 16-6516,12-4-5908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4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5313,'0'0'10578,"0"0"-8417,0 0 2232,0 0-3049,-43 142-584,27-105-312,3-6-320,2-7-8,6-7-120,2-7-112,3-10-1096,0 0-2721,11-10-2200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12603,'0'0'2794,"0"0"-598,0 0 19,0 0-821,25 4-545,76 15-240,-96-18-565,0 0 0,0 1 1,0 0-1,-1 0 1,1 1-1,-1-1 1,0 1-1,1 0 1,-1 0-1,0 1 1,-1-1-1,1 1 1,-1-1-1,1 1 1,-1 0-1,0 1 0,-1-1 1,2 2-45,0 4 123,1 0 1,-2 1-1,1 0 0,-2 0 1,1 0-1,-1 3-123,4 37 379,-2 0 0,-3 1 0,-2-1 0,-2 1-379,0 61-172,3-111-21,3 2-3337,2-4-1431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16019,'0'0'2457,"0"0"-1049,0 0 281,0 0-1049,177-60-640,-115 31-16,-16 7-2521,-9-2-5625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5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16275,'0'0'2942,"0"0"-165,0 0-842,0 0-1108,0 0-526,0 0-109,8 7 50,-5-5-217,0 0 0,0 0 0,0 1 1,-1 0-1,1-1 0,-1 1 0,0 0 0,0 0 1,0 0-1,0 0 0,0 0 0,-1 1 1,0-1-1,1 0 0,-1 1 0,0-1 0,-1 1 1,1 0-1,0-1 0,-1 1 0,0-1 0,0 1 1,0 0-1,-1-1 0,1 1 0,-1-1 1,0 1-1,1-1 0,-2 1 0,1-1 0,0 1 1,-1-1-26,-34 60 155,29-54-149,1 0 0,0 1 0,1 0 0,-1 0 0,2 0 0,0 0 0,0 1 0,1 0 0,0 0 0,1 0 0,-1 9-6,5-19 2,0 0 0,1-1 0,-1 1 0,0-1 0,1 1 0,-1-1 1,1 0-1,-1 0 0,0 0 0,1 0 0,-1 0 0,1-1-2,1 1 8,20 0 38,0-1-1,0-1 1,0-1 0,0-1-1,7-3-45,-21 4-520,1-1-1,-1 0 0,-1 0 1,1-1-1,8-5 521,-11 5-1147,-1 0 0,0 0-1,0 0 1,0-1 0,-1 1 0,0-1-1,0-1 1,2-3 1147,5-12-10014</inkml:trace>
  <inkml:trace contextRef="#ctx0" brushRef="#br0" timeOffset="1">360 5 15539,'0'0'4505,"0"0"-2176,0 0-953,0 0-936,0 0 520,3 133-71,-3-65-361,-16 0-248,5-3-216,3-7-64,3-12-272,5-10-1265,0-14-4128,0-13-10762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154 443 10818,'0'0'3070,"0"0"-368,0 0-144,0 0-1086,0 0-498,25-14-57,85-42 56,-97 51-789,1 0 1,-1 1-1,1 0 0,-1 1 1,1 1-1,0 0 1,0 1-1,0 0 1,0 1-1,0 1 0,0 0 1,3 1-185,-12-1 34,5 0 13,-1 1 0,1 1 0,0-1 0,-1 2 0,1-1 0,-1 1 0,0 1 0,-1 0 0,1 0 0,-1 1 0,0 0 0,0 0 0,0 1 0,-1 0 0,0 0 0,5 7-47,-5-5 13,0 1 0,0 0 0,-1-1-1,0 2 1,-1-1 0,0 1 0,-1 0-1,0 0 1,-1 0 0,0 0-1,0 1 1,-2-1 0,1 1 0,-1 4-13,-2-10 9,0 1 1,-1 0 0,0 0 0,0-1 0,0 1-1,-1-1 1,0 0 0,0 1 0,-1-1 0,0-1-1,0 1 1,0-1 0,0 1 0,-1-1 0,0 0-1,0-1 1,-1 1 0,1-1 0,-1 0 0,-1 0-10,-9 7 19,-1-1 0,1 0 1,-2-2-1,1 0 0,-1-1 1,-17 5-20,22-9 10,0-1 0,-1 0 0,1 0 0,-1-2 0,0 1 1,1-2-1,-1 0 0,0 0 0,1-1 0,0-1 0,-1 0 0,1-1 1,0-1-1,1 0 0,-7-3-10,-6-6 21,1 0 0,0-2 1,1 0-1,1-1 0,1-2 1,-20-20-22,34 31 2,0 1 0,0-1 0,0-1 1,1 1-1,0-1 0,1 0 0,0 0 0,0-1 0,1 0 1,0 1-1,1-2 0,0 1 0,1 0 0,0 0 1,0-1-1,1 1 0,1-1 0,0 1 0,0-1 0,1 1 1,0-1-1,1 1 0,0-1 0,1 1 0,0 0 0,0 0 1,1 0-1,0 1 0,1-1 0,4-5-2,12-12 33,0 1 0,2 1 0,1 0 0,1 2 0,0 1 0,2 2 0,1 0 0,0 2 0,1 0 0,1 3 0,1 0 0,0 2 0,1 1 0,0 2 0,1 1 0,0 1 0,0 2 0,0 1 0,1 2 0,5 1-33,-25 2-35,-1 0 26,0 0 0,0 1 0,0 0 1,5 2 8,-14-2-150,1 0-1,-1 1 1,0-1 0,0 1 0,0 0 0,0 0 0,0 1 0,0-1 0,0 1-1,-1 0 1,1 0 0,-1 0 0,0 0 0,1 2 150,16 19-3941,-1 0-2730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7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0 15811,'0'0'2361,"0"0"311,0 0-543,0 0-1185,-134 123-136,85-74-144,4 1-279,-1 1-209,8-7-80,6-8-32,11-7-56,5-10-16,5-9-48,6-10-321,2 0-495,0-24-1512,3-8-2089,-3-4-3881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11763,'0'0'5169,"0"0"-2929,0 0 1593,0 0-2585,0 0-400,135 140-336,-109-99-159,-4-2-241,-3-5-104,-3-3-16,-3-4-96,-2-3-929,0 7-1207,-3-7-2625,-3-4-3305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13315,'0'0'2944,"0"0"-1407,0 0 855,0 0-527,0 0-601,151 14-520,-95-11-272,-2-3-360,-14 0 32,-8 2-144,-10 0-232,-17 3-984,-5-2-3105,0 2-4025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8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0 483 14363,'0'0'2145,"0"0"-1241,0 0 1896,0 0-1359,0 0-977,164 3-264,-110-6-200,15-9-72,-12 3-2993,-9-1-9122</inkml:trace>
  <inkml:trace contextRef="#ctx0" brushRef="#br0" timeOffset="1">738 0 13659,'0'0'6577,"0"0"-5825,0 0-15,0 0 495,0 0-416,89 179-352,-67-109 72,-9-5-392,-5-7 32,-3-9-168,-5-13-16,0-14-944,-5-10-1672,-11-10-4722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13811,'0'0'1592,"0"0"-66,23-21 369,79-66-685,-94 82-1036,1-1 0,0 2 1,0-1-1,0 1 0,1 0 1,-1 1-1,1 0 0,0 1 1,0 0-1,0 0 1,0 1-1,0 1 0,1-1 1,-1 2-1,0-1 0,0 1 1,0 1-1,0 0 0,1 1-174,-5-1 81,0 0 0,0 0 0,0 1 0,0 0 0,-1 0 0,1 1-1,-1-1 1,0 1 0,0 0 0,-1 1 0,1-1 0,-1 1 0,0 0-1,0 0 1,0 0 0,-1 0 0,0 1 0,0 0 0,0-1 0,-1 1 0,1 0-1,-2 0 1,1 0 0,0 3-81,2 10 169,0 1 0,-2 0-1,0-1 1,-1 1 0,-1 0 0,-1 0-1,-1 5-168,0-16 48,0-1 0,0 1-1,-1-1 1,0 0-1,-1 0 1,0 0 0,0-1-1,0 1 1,-1-1 0,-1 0-1,1-1 1,-1 1-1,0-1 1,0 0 0,-7 4-48,5-3 18,0 0 0,-1-1 1,0 0-1,0-1 1,0 0-1,-1 0 0,1-1 1,-1 0-1,-1-1 0,1 0 1,0-1-1,-9 1-18,18-3-19,0 0 0,1 0 0,-1 0-1,0 0 1,0 0 0,0 0 0,1 0 0,-1 0 0,0 0-1,0 0 1,1-1 0,-1 1 0,0 0 0,1-1-1,-1 1 1,0-1 0,1 1 0,-1 0 0,1-1 0,-1 1-1,0-1 1,1 0 0,-1 1 0,1-1 0,0 1-1,-1-1 1,1 0 0,-1 0 19,-2-25-1126,4 19 56,0 1 0,1-1 0,-1 1 0,1-1-1,0 1 1,1 0 0,1-3 1070,17-19-9759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16724,'0'0'2573,"0"0"-1088,0 0 139,31-13-797,1 0-711,28-14 34,2 4 0,25-6-150,-63 20 43,-19-1 149,-7 8-175,1 1 0,-1-1 0,0 0 0,1 1 0,-1 0 0,0-1 1,0 1-1,0 0 0,0 0 0,-1 0 0,1 0 0,0 0 0,0 1 0,0-1 0,-2 0-17,-6-2 161,-1 0 1,0 0-1,1 1 0,-1 0 1,-1 0-1,1 2 0,-10-1-161,17 2 17,0-1-1,1 1 1,-1-1-1,0 1 1,1 0-1,-1 0 0,1 1 1,-1-1-1,1 1 1,0-1-1,-1 1 1,1 0-1,0 1 1,0-1-1,1 0 1,-1 1-1,0 0 0,1-1 1,-1 1-1,1 0 1,0 0-1,0 0 1,0 1-1,-1 2-16,-3 14 154,0 0 0,1 0 0,1 0 0,1 1 0,1 0 0,0 0 0,2 0 0,0-1 0,2 1 0,1 3-154,-3-20 10,0 0-1,1 0 1,-1 0-1,1 0 0,1 0 1,-1 0-1,0-1 0,1 1 1,0 0-1,-1-1 0,2 1 1,-1-1-1,0 1 0,1-1 1,-1 0-1,1 0 1,0 0-1,0-1 0,0 1 1,0-1-1,1 1 0,-1-1 1,1 0-1,-1-1 0,1 1 1,2 0-10,7 2-12,1-1 1,-1 0-1,1-1 1,0 0-1,0-2 1,0 1-1,1-2 12,-8 1-218,-1 0 1,1-1-1,0 0 0,-1-1 0,1 1 1,-1-1-1,1 0 0,-1-1 0,0 1 1,0-1-1,5-4 218,37-26-7896,-14 6-7780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39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13987,'0'0'1815,"0"0"-793,0 0 418,0 0 4,0 0-281,0 0-205,4 25-218,13 82-285,-14-99-414,-1 0 0,1 0 0,0 0 1,0 0-1,1 0 0,0 0 0,1-1 1,0 0-1,0 0 0,0 0 0,1-1 1,0 0-1,3 3-41,19 22 82,-23-25-58,0 1-1,-1 0 0,0 1 0,0-1 0,-1 1 0,0-1 1,0 1-1,1 6-23,-3-12 60,-1 1 0,0-1 0,1 0 0,-1 0 0,0 0 0,0 1 1,0-1-1,0 0 0,-1 0 0,1 1 0,-1-1 0,1 0 0,-1 0 1,0 0-1,1 0 0,-1 0 0,0 0 0,-1 0 0,1 0 0,0 0 1,0 0-1,-1-1 0,1 1 0,-1-1 0,0 1 0,1-1 0,-1 1 0,0-1 1,0 0-1,0 0 0,0 0 0,0 0 0,-1 1-60,-6 1 180,-1 0 1,1-1-1,-1 0 0,0-1 0,-5 1-180,6-1-78,0 0 0,0 1 0,0 0 0,0 0 0,-9 4 78,14-4-747,2 0-1542,1-1-4021,0-1-4754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7362,'0'0'7146,"0"0"-4714,0 0-1446,0 0 460,0 0-88,16 21-243,31 47 1331,30 57-2446,-71-114 157,24 41 186,-28-50-329,-1 1-1,1-1 1,-1 0 0,1 0 0,0 0 0,0-1 0,-1 1 0,1 0 0,1-1 0,-1 1 0,0-1-1,0 1 1,0-1 0,1 0 0,-1 0 0,1 0 0,-1-1 0,1 1 0,0 0-14,-2-1 32,0-1 1,1 1-1,-1 0 0,0-1 1,0 1-1,0-1 1,1 1-1,-1-1 0,0 1 1,0-1-1,0 0 1,0 0-1,0 1 1,0-1-1,0 0 0,0 0 1,-1 0-1,1 0 1,0 0-1,0 0 1,-1 0-1,1-1 0,-1 1 1,1 0-1,-1 0 1,1-1-33,9-37 468,-8 29-343,17-84 835,-10 46-874,2 0-1,1 1 0,7-11-85,-18 55-141,0 1 0,0-1 0,1 1 0,-1 0 0,0-1 0,1 1-1,-1 0 1,1 0 0,0 0 0,0 0 0,0 0 0,0 0 0,0 1 0,0-1 0,0 1-1,1-1 1,1 0 141,28-7-7299,-11 5-3829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0 3385,'0'0'11946,"0"0"-9793,0 0-1505,0 0 504,0 0 392,-126 155-7,80-100-41,1 1-168,4-5-615,9-8-425,5-9-208,8-8-40,6-9-40,2-7-160,3-10-1281,0-2-1319,3-20-3362,-1-2-7320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14347,'0'0'2953,"0"0"-1721,0 0 848,0 0-63,0 0-785,0 0 152,156 147-567,-116-118-249,-3-7-312,1-5-168,-3-8-88,11-4-232,-9-5-1793,-5 0-4928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15315,'0'0'4273,"0"0"-3201,0 0 593,0 0-681,0 0-360,0 0-336,186 0 8,-135 0-72,-11 0-32,-11 0-176,-7-2-32,-9-3-248,-13 2-1336,0-1-3833,0 1-5546</inkml:trace>
  <inkml:trace contextRef="#ctx0" brushRef="#br0" timeOffset="1">38 218 11979,'0'0'2632,"0"0"-311,0 0 1519,0 0-2455,0 0-537,0 0-624,145 31-48,-102-31-176,-6-2-512,1-3-880,5-3-1097,-8 1-1720,-11 0-4625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1 535 14251,'0'0'2397,"0"0"-1014,0 0-375,0 0-4,15 26-72,-4-8-704,6 11 192,0 0-1,-2 1 1,-1 0-1,-2 1 1,4 16-420,16 87 1794,-20-79-1079,1-1 1,4 0 0,19 45-716,-36-99 6,0 1 0,0-1 0,0 0 0,0 0 0,0 1 0,0-1 0,0 0 0,0 0 0,0 1 0,1-1 0,-1 0 0,0 0 0,0 0 0,0 1 0,0-1 0,0 0 0,0 0 0,1 1 0,-1-1 0,0 0 0,0 0 0,0 0 0,0 0 1,1 1-1,-1-1 0,0 0 0,0 0 0,0 0 0,1 0 0,-1 0 0,0 0 0,0 0 0,1 0 0,-1 1 0,0-1 0,0 0 0,1 0 0,-1 0 0,0 0 0,0 0 0,1 0 0,-1 0 0,0 0 0,0-1 0,1 1 0,-1 0 0,0 0 0,0 0 0,1 0 0,-1 0 0,0 0-6,7-17 167,-1-26-48,-1-83-19,-7-43-100,0 54 82,11-103-82,9 91 21,-8 68 5,-3 0 0,-1-50-26,-6 108-4,0 1-4,0 0-1,0 0-10,183-5-6,-82 0 7,0 5 1,39 7 17,26 3-4,0-7 1,7-8 3,-91 3 0,869-56-31,-57 2 0,-514 49 76,-442-5-44,-101 9-4135,102 3-1931,-25 0-10311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14819,'0'0'2495,"0"0"-636,0 0-220,0 0-890,0 0-505,-19 23-96,-61 78 206,75-92-244,0 0-1,0 0 0,1 0 0,0 1 0,1-1 0,0 1 0,0 0 0,1 0 0,1 0 0,-1 0 0,2 0 0,-1 0 0,1 1 1,1-1-1,0 3-109,0 6 204,-1-17-165,0 1-1,1 0 1,-1 0 0,1 0 0,-1 0-1,1-1 1,0 1 0,0 0 0,0-1-1,1 1 1,-1-1 0,1 1 0,-1-1-1,1 1 1,0-1 0,0 0 0,0 0-1,0 0 1,0 0 0,0 0 0,1-1-1,-1 1 1,0-1 0,1 1 0,0-1-1,-1 0 1,1 0 0,0 0 0,-1 0-1,1 0 1,0-1 0,0 1 0,0-1-1,0 0 1,0 0 0,-1 0 0,1 0 0,0-1-1,2 1-38,4-1 58,-1 0 0,1 0 0,0-1 0,-1 0 0,1-1-1,-1 1 1,0-2 0,0 1 0,0-1 0,0 0 0,-1-1 0,7-4-58,-6 2 82,1-1 0,-1 0 0,0 0 1,-1-1-1,0 0 0,0 0 1,-1 0-1,0-1 0,-1 0 0,0 0 1,-1-1-1,0 1 0,0-1 1,-1 0-1,-1 0 0,1 0 0,-2 0 1,0 0-1,0-1 0,-1-5-82,-1 14 30,1 0-1,-1 0 1,0 0-1,0 0 1,0 0-1,0 0 1,-1 1-1,1-1 1,-1 0-1,0 1 0,1-1 1,-1 1-1,0 0 1,0 0-1,-1 0 1,1 0-1,0 0 1,-1 0-1,1 0 1,-1 1-1,0-1 1,0 1-1,1 0 1,-1 0-1,-1-1-29,-3 0-48,-1-1 1,0 1-1,0 0 0,0 0 0,0 1 0,0 0 1,0 1-1,0 0 0,-2 0 48,8 1-180,1 0-1,-1-1 1,0 1-1,0 0 1,1 1 0,-1-1-1,1 0 1,-1 0-1,1 1 1,0-1-1,-1 0 1,1 1 0,0 0-1,0-1 1,0 1-1,0 0 1,0-1-1,0 1 1,1 0 0,-1 0-1,0 0 1,1 0-1,0 0 1,-1 0 0,1 0-1,0-1 1,0 1-1,0 2 181,-1 15-7547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9074,'0'0'7746,"0"0"-5266,0 0 441,0 0-921,-61 144-1216,47-110-352,4-5-119,-1-2-265,5-8-8,1-4-40,2-8-209,3-5-1047,0-2-560,0-9-3113,3-13-7026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12219,'0'0'2280,"0"0"-125,0 0 355,27-4-832,87-10-646,-108 14-942,0 0 1,1 0-1,-1 0 1,0 0-1,0 1 1,1 0-1,-1 1 1,0-1-1,0 1 0,0 0 1,-1 1-1,1 0 1,0-1-1,-1 2 1,0-1-1,1 1 1,-1-1-1,-1 1 0,1 1 1,-1-1-1,1 1 1,-1 0-1,0 0 1,-1 0-91,6 9 205,-1 0 1,0 1 0,-1-1-1,-1 2 1,-1-1-1,0 0 1,1 10-206,-1 2 187,-1 0-1,-1 1 1,-2-1-1,-1 20-186,4 59 81,-1-95-211,-1-7-5199,-2-4 168</inkml:trace>
  <inkml:trace contextRef="#ctx0" brushRef="#br0" timeOffset="1">159 301 18476,'0'0'4121,"0"0"-2169,0 0-671,0 0-857,0 0-256,177-96-96,-134 76-72,0 3-72,11-14-1081,-11 7-1863,-6-3-5554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0 672,'0'0'14092,"0"0"-8654,0 0-2182,0 0-1738,0 0-986,0 0-80,2 18 146,0 2-426,-1 0-1,0 0 1,-2 0 0,0-1 0,-2 1 0,0 0 0,-5 18-172,3-25 41,3-7-31,0-1 0,0 1-1,0 0 1,1-1-1,-1 1 1,1 0 0,1 0-1,-1 0 1,1 0-1,0 0 1,1 0 0,-1 0-1,1 1-9,3-5 6,-1-1-1,0 1 0,0-1 1,1 0-1,-1-1 0,0 1 0,1 0 1,-1-1-1,1 0 0,-1 0 1,1 0-1,-1 0 0,1 0 1,-1-1-1,1 0-5,8 1 12,19 0 10,-2 1-15,0-2 0,0 0 0,8-3-7,-30 3-63,-1 0 1,0 0-1,1-1 0,-1 0 0,0 0 0,0 0 0,0-1 0,-1 0 1,1 0-1,-1 0 0,1-1 0,-1 0 0,0 0 0,0 0 0,-1 0 1,1-1-1,0-1 63,-2 1-80,-1 0 1,0 0-1,0 0 1,0 0-1,0 0 1,-1 0-1,0 0 1,0 0-1,0-1 1,-1 1-1,1-1 80,-3-66-1188,0 33 886,0 7 1791,0 19-428,1 16-501,1 470 1397,0-462-2044,0-9-60,-1-1-1,1 0 1,0 1 0,0-1 0,0 1-1,0-1 1,0 1 0,1-1 0,-1 0-1,0 1 1,0-1 0,1 0 0,-1 1-1,1-1 1,0 0 0,-1 1 0,1-1 147,1 0-375,1 0 1,-1-1 0,0 1 0,0-1 0,1 1 0,-1-1-1,0 0 1,1 0 0,-1 0 0,0 0 0,1 0-1,1-1 375,27-1-6115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14843,'0'0'3709,"0"0"-1459,0 0-555,8-21-794,31-66-399,-37 83-426,1 0 1,0 0-1,-1 0 0,1 0 1,1 0-1,-1 1 0,0-1 1,1 1-1,0 0 0,0 0 1,0 0-1,0 1 1,0-1-1,0 1 0,1 0 1,-1 0-1,4 0-76,2 0 123,1 0 0,0 0-1,0 1 1,-1 0 0,1 1 0,1 1-123,1-1 69,-1 2-37,0 1 0,0 0 0,0 0 0,0 1 0,-1 1 0,1 0 0,-1 1 0,0 0 0,-1 0 0,1 1 0,5 6-32,45 25 111,-51-33-82,0 0 1,1-1-1,-1 0 1,1-1-1,-1 0 1,1 0-1,0-1 1,0-1-1,0 0 1,2 0-30,-11-2 6,-1 1 1,1-1 0,0 1 0,-1-1-1,1 0 1,-1 0 0,1 0-1,-1 0 1,1 0 0,-1 0 0,0 0-1,0 0 1,1-1 0,-1 1-1,0 0 1,0-1 0,0 1 0,0-1-1,-1 1 1,1-1 0,0 1-1,-1-1 1,1 0-7,1-3-556,0 0 0,0 0-1,-1 0 1,1 0 0,-1 0 0,0-1-1,-1-2 557,-1 3-5085,-3 4-3802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4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7346,'0'0'5346,"0"0"-3258,0 0-1030,30-21-495,98-66-266,-101 68-150,29-15 871,-52 32-799,0 1 0,-1-1 0,1 1 0,0 0-1,-1 1 1,1-1 0,0 1 0,0-1 0,0 1 0,0 0 0,3 1-219,-4 1 93,0 0 0,0 0 0,0 1 0,0-1 0,0 1 0,-1 0 0,1-1 0,-1 1 0,0 0 0,0 1 0,0-1-1,0 0 1,0 1 0,-1-1 0,1 2-93,12 19 392,-10-19-317,0-1 1,1 0 0,0 0 0,-1 0-1,1-1 1,1 1 0,-1-1 0,0 0-1,1-1 1,0 1 0,-1-1 0,1-1-1,0 1 1,0-1 0,0 0 0,0 0-1,0 0 1,0-1 0,0 0-1,1 0 1,-1-1 0,0 1 0,0-1-1,0-1 1,0 1 0,3-2-76,8-3 45,0 0 0,0-1 1,-1 0-1,1-1 0,-2-1 0,1-1 1,-2 0-1,8-7-45,-20 16-134,-1-1 0,1 1-1,0-1 1,-1 0 0,1 0 0,-1 1 0,1-1-1,-1 0 1,0 0 0,0-1 0,0 1 0,0 0 0,0 0-1,0 0 1,-1-1 0,1 1 0,-1 0 0,1-1 134,-1-7-5073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5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10610,'0'0'2830,"0"0"-120,0 0-59,0 0-880,0 0-578,-13 3-640,9-2-517,-3 0-6,0 1 1,0 0-1,0 0 0,1 0 0,-1 1 1,1 0-1,0 0 0,-1 1 0,1-1 1,1 1-1,-1 1 0,1-1 1,-4 4-31,-3 4 120,1 0 0,1 1 1,0 0-1,0 0 1,2 1-1,-1 0 1,2 1-1,0 0 1,1 0-1,0 0 1,1 1-1,1 0 1,0 0-1,1 0 1,0 8-121,3-20 12,0-1 1,0 1 0,1-1 0,-1 1 0,1 0 0,-1-1 0,1 1 0,0-1 0,1 0 0,-1 1 0,1-1-1,-1 0 1,1 0 0,0 0 0,0 0 0,0 0 0,0 0 0,1 0 0,1 1-13,1 0 21,0-1 0,0 1 1,0-1-1,1 0 0,-1-1 1,0 1-1,1-1 1,0-1-1,0 1 0,-1-1 1,5 1-22,4 0 32,-1-1 1,1 0 0,0-1 0,-1-1 0,1 0 0,-1-1-1,1 0 1,-1-1 0,0-1 0,10-4-33,-12 4 10,-1-2 1,1 0 0,-1 0-1,0-1 1,0 0 0,-1-1-1,0 0 1,7-9-11,-12 14 43,-1-1-1,0 1 1,0-1-1,-1 0 1,1 0-1,-1 0 1,0 0-1,0 0 1,0-1-1,0 1 1,-1 0-1,0-1 1,0 1-1,0-1 1,0 0-1,-1 1 1,0-1-1,0 0 1,0 1-1,0-1 1,-1 0-1,0 1 1,0-1-1,-1-2-42,0 2 26,-1 2 0,0-1 0,0 0-1,0 0 1,0 1 0,-1 0 0,1 0 0,-1 0-1,0 0 1,0 0 0,0 1 0,0 0 0,0-1-1,0 2 1,-1-1 0,1 0 0,-1 1-1,1 0 1,-1 0 0,0 0-26,-16-3 31,0 1 1,0 0-1,-17 1-31,21 1-33,12 0 0,-1 0-1,1 0 1,-1 1 0,1 0 0,-1 0-1,1 1 1,0 0 0,-1-1 0,1 2-1,-1-1 34,6 0-131,0 1 0,0-1 0,0 0 0,0 0 0,0 1 0,0-1 0,0 0-1,0 0 1,1 1 0,-1-1 0,0 0 0,1 0 0,-1 0 0,1 1 0,0-1-1,-1 0 1,1 0 0,0 0 0,-1 0 0,1 0 0,0 0 0,0 0 0,0 0-1,0-1 1,0 2 131,28 17-5656,3-2-4120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5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7722,'0'0'9362,"0"0"-8314,0 0 3017,-42 128-3097,28-87-720,6-2-16,5-8-224,3-4 72,0-10-80,0-8-424,6-9-984,7 0-1353,3 0-2520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5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12819,'0'0'1797,"0"0"-444,0 0 152,0 0-495,5 24-233,1 4-407,0 0-1,8 16-369,-13-41 33,0 0-1,1-1 1,0 1-1,-1 0 0,1-1 1,0 1-1,0-1 1,0 1-1,1-1 0,-1 0 1,0 0-1,1 0 1,0 0-1,-1 0 0,1-1 1,0 1-1,0-1 1,0 0-1,0 0 0,0 0-32,5 1 56,0 0-1,1-1 0,-1 0 0,0 0 0,1-1 1,-1 0-56,5 0 51,-1 0 6,0 0 1,-1 0-1,1-1 0,0 0 0,0-1 0,9-3-57,-18 4 71,0 0 0,0 0 0,0-1 0,0 1-1,0-1 1,-1 1 0,1-1 0,-1 0 0,1 0 0,-1 0 0,0 0 0,0 0-1,1-1 1,-2 1 0,1-1 0,0 1 0,0-1 0,-1 0 0,0 0-1,1 1 1,-1-1 0,0 0 0,0 0 0,-1 0 0,1 0 0,-1-1-1,1 1 1,-1-2-71,0 1 122,-1-1 0,1 1 0,-1-1 0,0 1 0,0-1 0,0 1 0,-1-1 0,1 1 1,-1 0-1,0 0 0,0 0 0,-1 0 0,1 0 0,-1 0 0,0 1 0,0-1 0,0 1 0,0 0 0,-1 0 0,0 0 0,0-1-122,-15-9 76,-1 0 0,-1 1 0,-18-9-76,-2 0 121,27 16-371,11 13-1841,13 19-4504,3-5-4266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5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8 0 15683</inkml:trace>
  <inkml:trace contextRef="#ctx0" brushRef="#br0" timeOffset="1">8 0 15683,'59'143'2165,"-58"-141"-2072,0 0 0,0 0 0,0 1 0,-1-1 0,1 1 0,-1-1 0,1 1 0,-1-1 0,0 0 0,0 1 0,0-1 0,-1 1 0,1-1 0,-1 1 0,1-1 0,-1 0 0,0 1 0,1-1 0,-1 0 0,-1 0 0,1 1 0,0-1 0,0 0 0,-1 0 0,1 0 0,-1 0 0,0-1 0,0 2-93,-9 10 682,3 5-566,1 0 1,1 1-1,0 0 0,2 0 1,0 0-1,1 0 1,0 1-1,2 0 0,1-1 1,0 1-1,3 15-116,-2-29 37,0-1-1,0 0 1,0 0 0,1 0-1,0 0 1,0 0 0,0 0-1,0 0 1,1-1-1,0 1 1,0-1 0,0 0-1,1 0 1,-1 0 0,1 0-1,0 0 1,0-1 0,0 0-1,1 0 1,-1 0-1,1 0 1,-1-1 0,1 1-1,0-1 1,0-1 0,0 1-1,0-1 1,1 0 0,-1 0-1,0 0 1,0-1-1,6 1-36,-2-1 17,0 1-1,1-1 0,-1-1 1,0 1-1,0-2 0,0 1 1,0-1-1,0-1 0,0 1 0,0-2 1,-1 1-1,0-1 0,1 0 1,-1-1-1,-1 0 0,1 0 0,-1-1 1,6-5-17,-9 6 99,0 1-1,0-1 1,0 0 0,-1-1-1,0 1 1,0 0 0,-1-1 0,1 0-1,-1 0 1,0 1 0,-1-1 0,0 0-1,0-1 1,0 1 0,0 0 0,-1 0-1,0 0 1,0 0 0,-1 0-1,0-1 1,0 1 0,0 0 0,-1 0-1,0 0 1,-1-2-99,0 1 54,-1 0 1,1 1-1,-1-1 1,-1 1-1,1 0 0,-1 0 1,0 1-1,0-1 0,-1 1 1,1 0-1,-1 1 0,0-1 1,-1 1-1,1 0 0,-1 1 1,1-1-1,-1 1 0,0 1 1,-1 0-1,-3-1-54,2 0-74,-1 2-1,0 0 1,0 0-1,0 0 1,0 1-1,-4 1 75,7 2-1570,16 2-294,15 3-2551,12-7-4402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7:5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0 15915,'0'0'2665,"0"0"-979,0 0-299,-19 22-418,2-2-747,5-8-82,1 0 0,1 1-1,0 1 1,0 0 0,2 0-1,0 1 1,0 0 0,1 0-1,1 1 1,-1 6-140,0 8 341,1 1-1,1-1 0,2 2 1,1-1-1,2 22-340,0-49 18,0 0 0,0 0 0,0 1 0,0-1 0,0 0 1,1 0-1,0 0 0,0 0 0,0 0 0,0 0 0,1 0 0,0-1 0,-1 1 1,1 0-1,1-1 0,-1 1 0,0-1 0,1 0 0,0 0 0,-1 0 0,1 0 0,1 0 1,-1-1-1,0 1 0,1-1 0,-1 0 0,1 0 0,-1 0 0,1 0 0,0-1 1,0 1-1,0-1 0,0 0 0,0-1 0,0 1 0,0 0 0,0-1 0,0 0 1,1 0-1,-1 0 0,1-1-18,3 1 21,-1 0 0,1-1 0,0 0 0,-1-1 0,1 1 0,-1-1 0,1-1 0,-1 1 0,4-3-21,-9 4 7,1-1-1,0 1 1,-1-1-1,1 0 1,-1 0-1,1 0 1,-1 0-1,0 0 1,0 0-1,0 0 1,0-1-1,0 1 1,-1-1-1,1 0 1,-1 1-1,0-1 1,1 0-1,-1 0 1,0 0-1,-1 0 1,1 0-1,-1 0 1,1 0-1,-1 0 1,0-1-7,0 2 6,0 1 1,-1 0-1,1-1 1,0 1-1,-1 0 1,1-1-1,-1 1 1,0 0-1,1 0 1,-1 0-1,0 0 1,0-1 0,0 1-1,0 0 1,0 0-1,0 1 1,0-1-1,0 0 1,0 0-1,0 0 1,0 1-1,0-1 1,-1 1-1,1-1 1,0 1-1,-1-1 1,1 1-1,0 0 1,-1-1-1,1 1 1,0 0-1,-1 0-6,-55-2 2,45 2-2,-4 0-68,0 1 0,0 1 0,0 0 0,0 2 0,0-1-1,1 2 1,-7 3 68,-17 8-2194,0 3 0,-6 6 2194,-23 13-7500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8:2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93 8434,'0'0'2976,"0"0"-790,0 0-73,0 0-576,0 0-263,6-15 193,-1-3-980,-4 10-120,2 0-1,-1 0 1,1 0 0,0 1-1,1-1 1,2-4-367,-16 11 4340,-40 2-4296,29 7-19,0 0 0,1 1 0,0 1 1,1 1-1,0 1 0,1 1 0,0 0 0,1 1 1,1 1-1,-9 10-25,21-20-1,-1 1 1,1-1 0,1 1-1,-1 0 1,1 0-1,0 1 1,0-1 0,1 1-1,0-1 1,0 1-1,0 0 1,1 0 0,0 0-1,1 0 1,-1-1-1,1 1 1,0 0-1,1 0 1,0 0 0,1 4 0,-1-5 3,0-1 0,1 1 0,0-1 0,0 0 1,0 0-1,0 0 0,1 0 0,0 0 1,0 0-1,0-1 0,1 1 0,0-1 0,-1 0 1,1 0-1,1-1 0,-1 1 0,0-1 0,1 0 1,0 0-1,0 0 0,0-1 0,0 1 0,0-1 1,0-1-1,3 2-3,6 0 24,0-1 0,0 0 0,0 0 1,0-1-1,0-1 0,0-1 0,0 0 0,0-1 0,0 0 1,0-1-1,-1 0 0,1-2 0,-1 1 0,0-2 1,0 1-1,0-2 0,-1 0 0,0 0 0,-1-1 0,1-1 1,-1 0-1,-1 0 0,0-1-24,20-24-821,-17 7-3415,-10 13-1121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8:2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13363,'0'0'2434,"0"0"-60,0 0-783,0 0-370,0 0-87,24 19-70,12 9 68,26 28-1132,-56-50 113,0 1 0,-1 0 0,0 0 0,0 0-1,-1 0 1,0 1 0,0 0 0,-1-1 0,0 1 0,0 1 0,-1-1-1,0 0 1,0 1 0,0 5-113,1 6 203,11 80 526,-5 1 0,-4 0 1,-8 99-730,1-115 39,0-47-111,-1-1-1,-1 1 0,-3-1 1,-1 0-1,-5 13 73,-22 46-3244,13-51-3628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2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15 12203,'0'0'2496,"0"0"-131,0 0 82,0 0-896,-3-2-566,0 1-975,-21-10 3523,22 11-3487,1 0-1,0 0 0,0 0 0,0 0 1,0 0-1,0 1 0,0-1 0,0 0 1,0 1-1,0-1 0,0 1 1,0-1-1,1 1 0,-1-1 0,0 1 1,0 0-1,0 0 0,1-1 0,-1 1 1,0 0-1,0 0 0,1 0 0,-1 0 1,1-1-1,-1 1 0,1 0 1,-1 0-1,1 0 0,0 1-45,-6 12 64,1 1 1,1-1-1,0 1 0,1 0 1,0 0-1,1 0 0,1 3-64,1 111 328,1-64-62,0-28-85,1 0 0,2 0 0,4 16-181,-4-35 38,0 1-1,2-1 1,0 0-1,1-1 1,0 1-1,2-1 1,6 10-38,-14-25 4,1 0-1,0 1 1,0-1 0,0 0 0,0 0 0,0 0-1,0 0 1,1 0 0,-1 0 0,0-1-1,1 1 1,0-1 0,-1 0 0,1 1 0,0-1-1,0 0 1,-1-1 0,1 1 0,0-1 0,0 1-1,0-1 1,0 0 0,0 0 0,0 0 0,0 0-1,0 0 1,1-1-4,9-2-773,-1-1-1,0 0 0,0 0 1,0-2-1,9-4 774,-4 1-2746,8-3-4516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3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18 12523,'0'0'2326,"0"0"-43,0 0-154,0 0-1076,0 0-548,0 0-177,-5 7 272,0 1-349,0 1 0,1 0-1,0 0 1,1 0-1,0 0 1,0 1 0,1 0-1,0-1 1,1 1-1,0 0 1,1 0 0,0 0-1,1 9-250,-2-13 71,1 1-1,1-1 1,-1 1-1,1-1 1,1 1-1,-1-1 1,1 1-1,0-1 1,0 0-1,1 0 0,0 0 1,0 0-1,0 0 1,1-1-1,1 3-70,-1-4 17,0-1-1,0 1 0,1 0 1,-1-1-1,1 0 0,0 0 1,0 0-1,0-1 0,0 0 1,1 0-1,-1 0 0,0 0 1,1-1-1,0 0 0,-1 0 1,1-1-1,0 1 0,1-1-16,0 0 11,0 1-1,0-1 0,0-1 1,0 1-1,0-1 0,0 0 1,0-1-1,-1 0 1,1 0-1,0 0 0,-1-1 1,3-1-11,-5 1 9,0 0 0,0 0 1,0-1-1,-1 1 0,1-1 1,-1 0-1,0 0 0,0 0 0,0 0 1,-1 0-1,0-1 0,1 1 1,-1-1-1,-1 0 0,1 0 1,-1 1-1,1-6-9,1 1 101,-1-1 0,-1 0 0,1 0 0,-2 1 1,1-1-1,-1 0 0,-1 0 0,1 0 0,-2 0 0,0 1 0,-2-10-101,2 14 50,0 0-1,-1 0 1,1 1 0,-1-1-1,0 1 1,0-1-1,0 1 1,-1 0-1,0 0 1,0 1 0,0-1-1,0 1 1,0 0-1,-1 0 1,1 0 0,-1 1-1,0-1 1,1 1-1,-1 0 1,0 1 0,-1-1-1,-3 0-49,2 0 13,0 0-1,0 1 0,-1-1 1,1 2-1,0-1 1,0 1-1,-1 0 1,1 0-1,0 1 0,0 0 1,-4 2-13,8-2-67,0 0 0,1 0 0,-1 1 1,1-1-1,-1 1 0,1 0 0,0 0 0,0 0 1,0 0-1,0 0 0,0 0 0,0 0 1,1 1-1,-1-1 0,1 1 0,-1-1 0,1 1 1,0 0-1,0-1 0,0 1 0,0 0 0,1 0 1,-1 0-1,1 0 0,0-1 0,0 1 0,0 0 1,0 0-1,0 3 67,0 0-688,0-1-1,0 1 1,1 0 0,0-1 0,0 1 0,0 0 0,0-1 0,1 1-1,0-1 1,2 4 688,16 18-7797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3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12067,'0'0'2848,"0"0"-1303,0 0 1071,0 0-704,0 0-815,0 0 111,-43 145-224,27-101-8,0-1-207,0 1-385,5-6-200,0-6-104,1-6-72,4 1-8,4-8-248,2 1-1073,0-8-2335,0-8-2578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14211,'0'0'2775,"0"0"-376,0 0-609,0 0-908,0 0-251,0 0-73,-7 0 160,3 1-609,1-1 0,-1 0 0,1 1 0,0 0 1,-1-1-1,1 1 0,0 1 0,0-1 0,0 0 0,0 1 1,0 0-1,0-1 0,0 1 0,0 0 0,0 1-109,-4 4 287,0 0 0,0 0 0,1 0 0,0 1 0,1 0 0,-1 1-287,-4 9 113,0 1-1,2 0 1,0 1 0,1 0-1,0 0 1,2 1 0,1-1-1,0 1 1,2 0 0,0 0-1,1 0 1,1 1-1,2 0-112,-2-19 4,1 1-1,-1 0 0,1 0 0,0-1 0,0 1 0,1 0 0,-1-1 0,1 1 0,0-1 0,0 0 0,0 0 0,0 0 0,0 0 0,1 0 0,-1 0 0,1 0 0,0-1 0,0 1 0,2 0-3,1 1 2,0 0-1,0-1 1,0 0-1,0 0 1,1 0-1,-1-1 1,1 0-1,0 0 1,-1-1-1,1 0 0,2 0-1,-4 0 3,1-1-1,-1 0 0,1 0 0,-1-1 0,1 1 0,-1-1 0,0 0 0,1-1 0,-1 1 0,0-1 1,0 0-1,0 0 0,4-3-2,-6 3 4,-1 0 0,1 0 0,-1 0 0,1 0 0,-1-1 0,0 1 0,0-1 0,0 0 0,0 1 0,0-1 0,0 0 0,-1 0 0,0 0 0,1 0 0,-1 0 0,0-1 0,-1 1 0,1 0 0,0-1 0,-1 1 0,0 0 0,0-1 0,0 1-4,0 2 0,0-1 1,0 1 0,-1 0-1,1-1 1,0 1 0,-1 0-1,1-1 1,-1 1-1,0 0 1,1 0 0,-1 0-1,0-1 1,0 1-1,1 0 1,-1 0 0,0 0-1,0 0 1,0 0-1,0 1 1,-1-1 0,1 0-1,0 0 1,0 1 0,0-1-1,-1 1 1,1-1-1,-5-1-4,1 0 1,-1 1 0,1-1-1,-1 1 1,1 0-1,-1 1 1,-5-1 3,3 1-22,1 0 0,0 0 1,0 1-1,0 0 0,0 0 0,0 0 1,0 1-1,1 0 0,-1 1 0,0-1 1,1 1-1,0 0 0,-2 2 22,4-1-274,1 1 0,0 0 0,0 0-1,1 0 1,-1 0 0,1 0 0,0 1 0,1-1 0,-1 0-1,1 1 1,0 0 0,0-1 0,1 1 0,0 0 0,0-1-1,0 1 1,0 0 0,2 4 274,-1 13-3188,-1 11-4920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5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4945,'0'0'4664,"0"0"-1777,0 0-665,0 0-356,0 0-295,0 0 38,-1-5-211,-2 32 2444,2 153-2968,4-81-165,10 46-709,-8-129-7536,-5-22 2672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8978,'0'0'2138,"0"0"124,0 0-51,0 0-727,0 0-428,0 0 139,3-7-125,-3 5-973,1 0 1,0 0-1,0 0 0,0 0 1,0 0-1,0 0 1,1 0-1,-1 0 0,1 1 1,-1-1-1,1 0 1,-1 1-1,1-1 1,0 1-1,0 0 0,0-1 1,0 1-1,1 0-97,4-2 318,1 1-1,-1 0 1,1 0-1,0 0 0,7 1-317,55-6 695,56 2-695,4 8-2392,-103 0-408,-7 3-1802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6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32 5937,'0'0'1326,"0"0"757,0 0 223,0 0-379,0 0-359,0 0-231,25-2-443,181-24 443,-140 25-1247,-65 1 94,-1 0 622,-12 0 1249,-55-2-1212,-53 2-40,106 0-1121,-1 2 0,1 0 0,0 0 0,0 1-1,-1 1 1,-8 4 318,11-2-2080,8 0-4228,3-5-5051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37 13051,'0'0'1778,"0"0"1,0 0-4,0 0-789,-12 24 96,-38 78 194,47-97-1165,1 1 0,0-1 0,0 0 0,1 0 0,-1 1-1,1-1 1,0 1 0,1-1 0,-1 1 0,1 0 0,0-1 0,1 1-1,-1-1 1,1 1 0,0-1 0,2 4-111,-2-6 40,0 0 1,1 0-1,0-1 1,-1 1-1,1-1 0,0 1 1,1-1-1,-1 0 1,0 0-1,0 0 0,1 0 1,0 0-1,-1 0 1,1-1-1,0 0 0,0 1 1,-1-1-1,1 0 1,0 0-1,0 0 0,1-1-40,4 2 23,0-1 1,0-1-1,0 1 0,0-1 0,0-1 0,0 1 0,0-2 0,0 1 0,0-1 0,0 0 1,0 0-1,-1-1 0,1 0 0,-1-1 0,0 0 0,0 0 0,0 0 0,1-2-23,1-2 8,-1 0 0,0 0 0,0-1-1,-1 0 1,0 0 0,0 0 0,-1-1 0,3-7-8,-6 10 70,-1 1-1,1 0 1,-1-1 0,0 0 0,0 0 0,-1 1 0,0-1 0,0 0 0,-1 0 0,0 0 0,0 0-1,0 0 1,-1 0 0,0 0 0,-1-1-70,0 4 47,0 1 0,0-1 0,0 0 0,0 1 0,-1-1 0,0 1 1,0 0-1,0 0 0,0 0 0,0 0 0,0 1 0,-1-1 0,1 1 0,-1 0 0,0 0 0,0 0 0,0 1 0,0-1 0,0 1 0,0 0 0,0 0 0,0 0 0,-1 1-47,-15-4 54,0 1 0,-1 1 0,1 0 0,-4 2-54,15 0 31,-24 2-455,32-2 367,1 0 0,-1 0 0,0 1 0,1-1 0,-1 0 0,1 0 0,-1 1 0,1-1 0,-1 0 0,1 1 0,0-1 0,-1 0 0,1 1 0,-1-1 0,1 1 0,0-1 0,-1 0 0,1 1 0,0-1 0,-1 1 0,1-1 0,0 1 0,0 0 0,0-1 0,-1 1 0,1-1 0,0 1 0,0-1 0,0 1 0,0-1 0,0 1 0,0 0 0,0-1 0,0 1 0,0-1 0,0 1 0,0-1 0,1 1 0,-1-1 0,0 1 0,0 0 0,1-1 0,-1 1 0,0-1 0,0 1 0,1-1 1,-1 0 55,15 15-4586,8-2-2669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13955,'0'0'2593,"0"0"-425,0 0 865,0 0-1689,-3 157-704,-5-111-280,0-3-264,0-1 40,0-6-24,0-2-160,0-5 64,8-5-32,0-7-352,0-15-1232,13-2-2393,6 0-1496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7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97 14835,'0'0'1638,"0"0"20,0 0-86,0 0-805,0 0-158,-3 27 354,-7 84-144,9-106-754,1 0 1,0 0-1,0 0 1,0 0 0,1 0-1,0-1 1,-1 1-1,2 0 1,-1 0-1,1 0 1,-1-1-1,1 1 1,0-1-1,1 1 1,-1-1-1,2 2-65,-2-4 51,1 0-1,-1 0 0,0 0 0,1 0 0,-1 0 0,1 0 0,0-1 0,0 1 0,0-1 0,0 0 0,0 0 0,0 0 0,0 0 0,0 0 0,0-1 0,0 1 0,0-1 0,3 0-50,2 0 68,-1-1-1,0 0 1,1 0-1,-1-1 1,0 0-1,0 0 1,0 0-1,0-1 1,0 0-1,-1-1 1,1 1-1,-1-1 1,0-1-1,0 1 1,-1-1-1,1 0 1,0-2-68,1 0 60,-1-2 0,-1 1 1,1-1-1,-2 1 0,1-2 1,-1 1-1,0 0 0,-1-1 1,0 1-1,-1-1 0,0 0 1,0 0-1,-1 0 0,-1 0 1,0 0-1,0 0 0,-1-6-60,0 11 20,1 0 0,-2-1 0,1 1 0,0 0 0,-1 0-1,0 0 1,-1 0 0,1 0 0,-1 0 0,1 1 0,-2-1 0,1 1 0,0 0-1,-1 0 1,0 0 0,0 0 0,0 1 0,0-1 0,0 1 0,-1 0 0,1 0-1,-1 1 1,0 0 0,0-1 0,0 2 0,0-1 0,0 0 0,-1 1 0,1 0-1,0 0 1,-1 1 0,-4 0-20,5-1-153,1 0-1,-1 1 1,0 0-1,0 0 0,0 1 1,0-1-1,0 1 1,0 0-1,1 0 1,-1 1-1,0-1 1,1 1-1,-1 0 1,-3 3 152,4-2-556,1 0 0,0 0 0,0 0 0,0 0-1,0 1 1,0-1 0,1 1 0,-1 0 0,1 0-1,0 0 1,0 1 557,-8 24-7465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12723,'0'0'3829,"0"0"-1928,0 0 54,0 0-784,0 0-692,7 21-303,25 66-27,-30-84-137,1 0 0,-1 0 0,0 0 0,1-1-1,0 0 1,-1 1 0,1-1 0,0 0 0,0 0-1,0 0 1,0-1 0,1 1 0,-1-1 0,0 0-1,1 0 1,-1 0 0,1 0 0,-1 0 0,1-1-1,-1 1 1,1-1 0,0 0 0,-1 0 0,1-1 0,-1 1-1,1-1 1,-1 0 0,1 0-12,13 0 102,-10 1-58,0 0 1,0-1-1,0 1 1,-1-1-1,1-1 1,0 0-1,0 0 1,-1 0-1,1-1 1,-1 0-1,0 0 1,0 0-1,0-1 1,0 0-1,0 0 1,-1 0-1,0-1 1,0 0-1,0 0 1,-1 0 0,1-1-1,-1 0 1,-1 1-1,1-1 1,-1-1-1,0 1 1,0 0-1,-1-1 1,1 1-1,-2-1 1,1 0-1,-1 0 1,0 0-1,0 0 1,-1 0-1,0 0 1,0 1-1,0-1 1,-1-1-45,0 3 83,-1 1 0,1-1-1,-1 1 1,0-1 0,0 1 0,0 0 0,-1 0-1,1 0 1,-1 0 0,0 1 0,0-1 0,0 1 0,-1-1-1,1 1 1,-1 0 0,0 1 0,0-1 0,0 0 0,0 1-1,0 0 1,0 0 0,-1 0 0,1 1 0,-1 0-1,-3-1-82,-7-2 30,0 0 0,0 2 0,0 0 0,-1 0 0,0 2 0,1 0 0,-5 1-30,19-1-45,-1 0 1,0 0-1,0 0 0,0 1 0,1-1 0,-1 1 0,0-1 0,1 1 0,-1 0 0,0-1 0,1 1 0,-1 0 0,1 0 0,-1 0 0,1 0 0,-1 1 1,1-1-1,0 0 0,0 1 0,-1-1 0,1 0 0,0 1 0,0 0 0,0-1 0,1 1 0,-1-1 0,0 1 0,1 0 0,-1 0 0,1-1 0,-1 1 1,1 0 43,0 0-225,0 1 0,0-1 1,0 0-1,0 1 0,1-1 0,-1 0 0,1 1 0,-1-1 0,1 0 0,0 0 0,0 0 0,0 0 0,0 0 0,0 0 0,1 0 0,-1 0 0,1 1 226,20 17-4677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8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15779,'0'0'2342,"0"0"-911,0 0 314,0 0-548,0 0-454,-16 22 33,-52 74 12,64-88-695,-1 1-1,1-1 0,1 1 1,0 1-1,0-1 0,1 0 1,0 0-1,1 1 0,0-1 0,0 1 1,1 0-1,0-1 0,1 1 1,0 1-93,0 20 124,-1-22-88,0 4-3,0 0-1,0-1 0,1 1 0,1 0 0,0-1 0,0 1 0,3 3-32,-4-13 1,1 0 0,-1 0 0,1 0-1,0 0 1,0 0 0,0-1-1,0 1 1,1 0 0,-1-1 0,1 0-1,-1 1 1,1-1 0,0 0-1,0-1 1,0 1 0,0 0 0,0-1-1,0 0 1,1 0 0,-1 0 0,0 0-1,1 0 1,-1 0 0,0-1-1,1 0 1,-1 0 0,1 0 0,-1 0-1,1 0 0,4 0 15,1 0 0,-1-1 0,0 0 0,0 0-1,0-1 1,4-1-15,-10 2 8,0 1-1,0-1 1,0 0 0,-1 1-1,1-1 1,0 0-1,0 0 1,-1-1 0,1 1-1,-1 0 1,1-1-1,-1 1 1,1 0 0,-1-1-1,0 0 1,0 1-1,0-1 1,0 0 0,0 0-1,0 1 1,0-1-1,-1 0 1,1 0 0,0 0-1,-1 0 1,0 0 0,1 0-1,-1 0 1,0-1-8,-1 1 27,1 1 0,-1 0 0,0 0 0,1 0 0,-1 0 1,0-1-1,0 1 0,0 0 0,0 1 0,0-1 0,0 0 0,0 0 1,0 0-1,-1 0 0,1 1 0,0-1 0,0 1 0,-1-1 0,1 1 0,0-1 1,0 1-1,-1 0 0,1 0 0,-1-1 0,1 1 0,0 0 0,-1 0 1,0 0-28,-47-2 223,45 2-199,-1 0-152,-51 4 317,55-4-255,1 0 0,-1 0 0,0 0 0,0 0 0,1 0 0,-1 0 0,0 1 0,0-1 0,1 0 0,-1 1 0,0-1 0,0 0 1,1 1-1,-1-1 0,1 1 0,-1-1 0,0 1 0,1-1 0,-1 1 0,1-1 0,-1 1 0,1-1 0,-1 1 0,1 0 0,0 0 1,-1-1-1,1 1 0,0 0 0,-1-1 0,1 1 0,0 0 0,0 0 0,0-1 0,0 1 0,0 0 0,0 0 0,0 0 1,0-1-1,0 1 0,0 0 0,0 0 0,0-1 0,0 1 0,1 0 0,-1 0 0,0-1 0,1 1 0,-1 0 0,0-1 0,1 1 1,-1 0-1,1-1 0,-1 1 0,1-1 0,-1 1 0,1-1 0,0 1 0,-1-1 0,1 1 0,0-1 0,-1 1 0,1-1 66,23 14-6465,5-6-6363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2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6649,'0'0'6810,"0"0"-4659,0 0-1115,0 0 334,24 13-251,80 47 169,-95-55-1108,0 1 1,0 0-1,0 1 0,0 0 0,-1 0 0,0 1 1,-1 0-1,0 0 0,0 1 0,-1 0 1,0 0-1,0 0 0,-1 1 0,0 0 1,-1 0-1,1 4-180,0 9 108,0 0 0,-2 0 0,-1 0 1,0 1-1,-2 0 0,-1 3-108,1-8 150,-1 10-81,-2 0 0,-1 0 0,-1 0 0,-1-1 0,-2 0 0,-4 9-69,-22 55-979,-13 17 979,10-25-1751,2 1-2790,4-12-3642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31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11162,'0'0'2892,"0"0"-1111,0 0-543,0 0-614,0 0-157,-9 0 2582,9 0-2985,0 0 1,0 0 0,-1 0 0,1 0 0,0 0 0,0 0 0,0 0 0,0 0 0,0 0 0,-1 0 0,1 0 0,0 0 0,0 0-1,0 0 1,0 0 0,-1 0 0,1 0 0,0 0 0,0 1 0,0-1 0,0 0 0,0 0 0,-1 0 0,1 0 0,0 0 0,0 0 0,0 0-1,0 0 1,0 1 0,0-1 0,0 0 0,0 0 0,-1 0 0,1 0 0,0 0 0,0 0 0,0 1 0,0-1 0,0 0 0,0 0-1,0 0 1,0 0 0,0 1 0,0-1 0,0 0 0,0 0 0,0 0 0,0 0 0,0 0 0,0 1 0,0-1 0,0 0 0,0 0-1,0 0 1,0 0 0,0 0 0,1 1 0,-1-1 0,0 0 0,0 0-65,7 6 37,1 0 0,0 0 0,1-1 0,-1 0 0,1 0 0,0-1 0,0-1 0,0 1 0,1-1 0,4 0-37,101 19 496,-114-21-495,111 7 98,-74-7-345,-1 2-1,10 3 247,-43-5-414,-5 0-6129,-12-1 1890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31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13003,'0'0'2559,"0"0"-757,0 0-510,0 0-114,0 0 150,28 0-97,223 0 789,-213-1-1982,-1-1 0,1-3 0,-1-1 0,0-2 0,-1-1 0,0-2 0,8-4-38,-42 14-183,0 0 0,0 0 0,0 0 0,0 0 0,0 0 0,0 0 0,0 0 0,0-1 0,0 1 0,-1-1 0,1 0 0,-1 1 0,1-1 0,-1 0 183,7-20-5659,-7 3-3029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32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15267,'0'0'2602,"0"0"-221,0 0-108,0 0-1171,0 0-594,0 0 296,9 5-169,121 53 490,-59-28-778,45 28-347,-104-52 3,0 2-1,-1 0 1,0 0-1,0 1 1,-1 0-1,0 1 0,6 9-2,-11-13 11,-1 0 0,1 1-1,-1-1 1,-1 1-1,1 0 1,-1 0 0,-1 1-1,1-1 1,-1 1-1,-1-1 1,1 1 0,-1-1-1,0 1 1,-1 4-11,0-10 2,1 6 26,0 1-1,-1 0 1,-1-1-1,1 1 0,-1 0 1,0-1-1,-1 1 1,0-1-1,-1 0 1,1 0-1,-2 0 0,1 0 1,-1 0-1,0 0 1,-1-1-1,0 1-27,-24 27 150,-1-2 0,-17 13-150,18-18-708,1 2 0,-24 31 708,43-44-2100,9-17 1855,1 0-1,-1 1 1,0-1 0,0 1-1,0-1 1,1 0-1,-1 1 1,0-1-1,0 0 1,1 1-1,-1-1 1,0 0 0,1 1-1,-1-1 1,1 0-1,-1 0 1,0 1-1,1-1 1,-1 0-1,1 0 1,-1 0 0,0 1-1,1-1 1,-1 0-1,1 0 1,-1 0-1,1 0 1,-1 0-1,1 0 1,-1 0 0,0 0-1,1 0 1,-1 0-1,1 0 1,-1-1-1,1 1 1,-1 0 245,25 0-12577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3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15875,'0'0'2369,"0"0"-329,0 0 113,-76 188-857,60-96-64,6 4-55,10 1-377,0-8-104,2-14-696,22-17 248,9-17-232,-1-12-32,3-9-272,0-8-360,-3-5-352,5 3-1305,-10-3-2544,-11-2-5057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4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12995,'0'0'6089,"0"0"-3952,0 0-561,0 0-400,0 0-448,0 0-72,73 41 33,-38-34-449,2-2-40,-2 0-128,-2 0-8,-7-5-64,7 0-416,-9 0-1593,-5-8-4392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4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12459,'0'0'2211,"0"0"-647,0 0 823,-2 23-450,-4 78-774,6-94-1079,1-1 1,-1 1-1,2 0 1,-1-1-1,1 1 0,0-1 1,0 0-1,0 0 1,1 1-1,0-2 1,0 1-1,1 0 1,0-1-1,0 1 1,0-1-1,0 0 1,1 0-1,0-1 1,0 1-1,0-1 0,1 0 1,-1-1-1,7 4-84,-5-3 26,0-1 0,1 0 0,-1 0 0,1 0 0,0-1 0,-1 0 0,1-1 0,0 0 0,0 0 0,0-1 0,1 1 0,-1-2 0,0 1 0,0-1 0,0-1 0,0 1 0,6-3-26,-7 0 39,1 0 1,-1 0-1,0-1 0,0 1 0,-1-2 1,0 1-1,0-1 0,0 0 1,0 0-1,-1 0 0,0-1 0,0 0 1,1-3-40,-4 7 70,0 1 0,-1-1 1,1 0-1,0 0 0,-1 0 0,0-1 1,0 1-1,0 0 0,0 0 1,0-1-1,-1 1 0,1 0 0,-1-1 1,0 1-1,0-1 0,0 1 1,-1 0-1,1-1 0,-1 1 0,0 0 1,1-1-1,-2 1 0,1 0 1,0 0-1,-1 0 0,1 0 0,-1 0 1,0 0-1,0 0 0,0 1 1,0-1-1,0 1 0,-3-2-70,-12-7 166,-2 1 0,1 0 0,-1 2 0,-1 0 0,1 1 0,-13-2-166,-6 1-5953,58 8-46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44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16716,'0'0'4256,"0"0"-1687,0 0-473,0 0-1159,-43 152-537,30-118-232,2-1 8,1-4-168,-1-2 0,5-3-8,4-9-168,2-6-504,0-9-289,13 0-1047,6-14-2929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4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9634,'0'0'4677,"0"0"-2335,0 0-387,0 0-504,0 0-772,0 0-366,22 1-69,-1-1-137,1 1 0,0 1 1,1 1-108,-22-2 23,1 0 1,-1 0-1,1 0 1,-1 0-1,1 0 1,-1 0-1,1 0 0,-1 0 1,0 1-1,1-1 1,-1 0-1,0 1 1,0-1-1,0 1 1,0-1-1,-1 1 1,1 0-1,0-1 1,0 1-1,-1 0 1,0 0-1,1-1 1,-1 1-1,0 0 1,1 0-1,-1-1 1,0 1-1,-1 0 1,1 0-1,0 0 1,0-1-1,-1 1 1,1 0-1,-1 0 0,0 0-23,0 10 177,0-1-87,-1 1 0,0-1 0,-1 0 0,0 1 0,-1-1 0,0 0-1,-1-1 1,0 1 0,-1-1 0,-1 1-90,-19 30 241,-27 31-241,29-41 41,7-9 223,-1-1 1,0 0-1,-14 9-264,67-28 1195,-1-2-570,-6 1-495,0-1 0,0-1 0,-1-1 1,1-2-1,0-1 0,2-2-130,5-10-2516,-14 1-3326,-2 2-4548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45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10562,'0'0'5741,"0"0"-2997,0 0-497,0 0-873,0 0-905,-16 21-228,1-4-159,7-8-16,0 0 1,0 0 0,1 1-1,1 0 1,0 0 0,0 1-1,1 0 1,0 0 0,0 0-1,2 0 1,-1 1 0,1-1 0,-1 12-67,3-5 159,-6 91 631,6-100-740,2 1 0,-1-1 1,1 0-1,1 0 0,0 0 1,0 0-1,0 0 0,1 0 1,1-1-1,0 2-50,-1-6 9,1 0 0,-1-1 0,1 1 1,0-1-1,0 0 0,0 0 0,0 0 0,1 0 1,-1-1-1,1 0 0,-1 0 0,1 0 0,0 0 1,0-1-1,0 0 0,0 0 0,0 0 0,0 0 0,0-1 1,0 0-1,0 0 0,2-1-9,-3 1 11,0 0 0,0-1 0,-1 1-1,1-1 1,0 0 0,-1 0 0,1-1 0,-1 1 0,1-1-1,-1 1 1,1-1 0,-1 0 0,3-3-11,-5 4 11,1-1 1,0 0-1,-1 0 0,1 0 1,-1 0-1,0 0 1,0 0-1,0 0 0,0 0 1,0 0-1,0-1 0,0 1 1,-1 0-1,1-1 1,-1 1-1,0 0 0,1-1 1,-1 1-1,0-1 1,-1 1-1,1 0 0,0-2-11,-1 3 6,1 0 0,0 1 0,-1-1 0,1 0 0,-1 1-1,1-1 1,-1 1 0,1-1 0,-1 0 0,0 1 0,1 0 0,-1-1 0,1 1-1,-1-1 1,0 1 0,1 0 0,-1-1 0,0 1 0,0 0 0,1 0-1,-1-1 1,0 1 0,0 0 0,1 0 0,-1 0 0,0 0 0,0 0-6,-28 0-24,21 0-1,-3 1-362,-1 1 0,1 0 1,0 1-1,0 0 0,0 0 1,0 1-1,0 1 0,1 0 1,-1 0-1,1 1 1,1 0-1,-1 1 387,-4 2-1410,-36 22-6483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4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13635,'0'0'2882,"0"0"-815,0 0-87,0 0-687,0 0-580,0 0-246,-8 5-43,-25 16-216,25-15 61,8-6 214,0 0 295,0 0-61,0 0-237,3 0-447,-1 1 0,0 0 0,0 0 0,0 1 0,0-1 0,0 0 0,0 1 0,0-1 0,-1 1 0,1 0 0,1 1-33,-1 1-27,0 0 0,1 1 0,-1-1 0,-1 1 0,1 0 0,-1-1-1,1 1 1,-2 0 0,1 0 0,0 0 0,-1 0 0,0-1 0,0 1 0,0 0 0,-1 0 0,0 1 27,-12-3-8960,0-3-5613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9:46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0 16580,'0'0'4585,"0"0"-3489,0 0 1032,0 0-1344,0 0 129,0 0-257,0 0-48,40 131-112,-42-85 64,-36 14-64,-21 8-152,-11 9-136,-5 3-200,3-6-8,10-8-304,-5-11-496,16-19-1344,2-14-5330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0:02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97 186 14243,'0'0'2915,"0"0"-654,0 0-83,0 0-810,0 0-776,13-5-219,-2-1-268,0 1-1,-1-1 0,1-1 1,-1 0-1,-1 0 0,5-5-104,-9 7 105,0 1 0,0-2-1,-1 1 1,0 0 0,0-1-1,0 0 1,-1 0 0,0 0-1,0 0 1,-1 0 0,1-1-1,-1 1 1,-1-1 0,2-6-105,-1-12 351,-2 13 161,1 27-378,0 144-153,0 54 105,-11 36-86,9-233 12,-1 0 0,0-1 1,-1 1-1,0 0 0,-2-1 1,0 0-1,-1 1-12,5-12 2,-1-1 0,1 0 1,-1 0-1,0 0 0,-1 0 0,1 0 0,0-1 1,-1 1-1,1-1 0,-1 1 0,0-1 1,0 0-1,0 0 0,0 0 0,0 0 1,-1-1-1,1 1 0,0-1 0,-1 0 1,1 0-1,-1 0 0,1 0 0,-1-1 1,1 0-1,-1 1 0,0-1 0,1-1 1,-1 1-1,1 0 0,-1-1 0,0 0 1,1 1-1,-1-2-2,-1 1-1,0-2 0,0 1-1,0 0 1,1-1 0,-1 0 0,1 0 0,-1 0 0,1-1 0,0 0 0,1 1 0,-1-1-1,0-1 1,1 1 0,0 0 0,0-1 0,0 0 0,1 1 0,-1-3 1,-2-2-2,1-1 1,0 1 0,1-1-1,-1 0 1,2-1 0,0 1-1,0 0 1,1-1 0,0-4 1,44 15-31,13 1-39,49-1-1397,-40-12-5515,-26-4-1512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0:02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8554,'0'0'6041,"0"0"-4088,0 0 2263,0 0-2015,0 0-993,0 154-552,0-120-368,0-5-192,0-5-96,0-4-232,0-16-1432,0-4-3721,8 0-4017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0:0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10218,'0'0'4845,"0"0"-1055,0 0-1086,0 0-988,0 0-645,0 0 112,2 25-228,-1-1-730,6 145 1066,-7 169-1036,0-337-355,0 0 1,0 0-1,0 0 1,0-1-1,0 1 1,0 0-1,0 0 1,0 0-1,0 0 1,1-1-1,-1 1 1,0 0-1,0 0 1,1-1-1,-1 1 1,1 0-1,-1 0 1,0-1-1,1 1 1,-1 0-1,1-1 1,0 1-1,-1-1 1,1 1-1,-1-1 1,1 1-1,0-1 1,0 1-1,-1-1 1,1 1-1,0-1 0,0 0 1,-1 0-1,1 1 1,0-1-1,0 0 1,0 0-1,-1 0 1,1 0-1,0 0 1,0 0-1,0 0 1,-1 0-1,1 0 1,0 0-1,0 0 1,0-1-1,-1 1 1,2 0 99,2-2-886,0 1 0,1-1 0,-1 0 1,0 0-1,0 0 0,0-1 0,-1 1 0,3-3 886,21-18-8712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0:0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9378,'0'0'7486,"0"0"-4068,0 0-1470,0 0-761,0 0-594,-20 30-138,-62 103 124,76-121-496,0 1 0,1-1-1,0 1 1,1 1 0,1-1 0,0 1 0,1-1-1,0 1 1,1 0 0,0 0 0,2 0-1,0 10-82,0 13 70,-1-31-58,0 1 1,1-1-1,-1 1 0,1-1 1,0 0-1,0 1 1,1-1-1,0 0 0,0 0 1,1 0-1,0 0 1,-1 0-1,4 3-12,-3-6 8,0 0-1,0 0 1,0 0 0,0-1 0,0 1 0,0-1-1,1 0 1,-1 0 0,1 0 0,-1-1-1,1 1 1,0-1 0,0 0 0,0 0 0,0 0-1,-1 0 1,1-1 0,0 0 0,0 0-1,0 0 1,0 0 0,1 0-8,-2-1 11,0 1 0,0 0 0,0-1 0,0 0 0,0 0 0,-1 0 0,1 0 0,0 0 1,0-1-1,-1 1 0,1-1 0,0 0 0,-1 1 0,0-1 0,1 0 0,-1-1 0,0 1 0,0 0 0,0-1 0,-1 1 0,1-1 0,0 1 0,-1-1 0,0 0 0,1 0 1,-1 0-1,0 0 0,-1 1 0,1-1 0,0-1 0,-1 1 0,0 0 0,0 0 0,0-2-11,-3 4 30,1 0 0,-1 1-1,0-1 1,0 1 0,0-1 0,0 1-1,0 0 1,0 0 0,0 0 0,0 1-1,-1-1-29,3 0 14,-2 0-31,-1 1 0,1-1-1,0 1 1,0-1-1,0 1 1,0 0 0,0 0-1,0 0 1,0 0-1,1 1 1,-1-1-1,0 1 1,1 0 0,-1 0-1,1 0 1,-1 0-1,1 0 1,0 0 0,0 1-1,-1 0 18,-11 27-2542,8 3-5136,6-15-4805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0:59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39 4825,'0'0'950,"0"0"-126,0 0 177,0 0 285,0 0 489,0 0 477,3-6-175,9-20-242,-9 20-328,-3 6-392,0 0-412,0 0-255,0 0-151,0 0-99,-30 4 571,7 13-686,0 1-1,2 1 1,-12 13-83,-32 28 69,3-13-47,34-28-18,2 1 1,1 2 0,0 0-1,-8 12-4,33-34 3,0 1 1,-1-1-1,1 0 0,-1 1 0,1-1 0,-1 1 0,1-1 0,0 1 0,-1-1 0,1 1 0,0-1 0,0 1 1,-1-1-1,1 1 0,0 0 0,0-1 0,0 1 0,0-1 0,-1 1 0,1 0 0,0-1 0,0 1 0,0-1 1,1 1-1,-1 0 0,0-1 0,0 1 0,0-1 0,0 1 0,0 0 0,1-1 0,-1 1 0,0-1 0,1 1 1,-1-1-1,0 1 0,1-1 0,-1 1 0,0-1 0,1 1 0,-1-1 0,1 0 0,-1 1 0,1-1 0,-1 0 1,1 1-1,-1-1 0,1 0 0,0 0 0,-1 1 0,1-1 0,-1 0 0,1 0 0,-1 0 0,1 0 0,0 0 1,-1 0-1,1 0 0,0 0 0,-1 0 0,1 0 0,-1 0 0,1 0 0,0 0-3,56 0 62,-41-1-66,10 0 113,-1-2 0,1 0 0,5-3-109,-5 1-991,0 1-1,1 1 1,7 1 991,-7 2-3218,-15 0-1149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00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5337,'0'0'2459,"0"0"-184,0 0-131,0 0-900,0 0-784,0 0-120,0 10 282,-4 189 2824,0-5-765,9 6-2681,-1-83 914,-4-90 3338,15-66-7670,-4 20-2150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16484,'0'0'4544,"0"0"-3007,0 0 415,0 0-631,0 0-233,-19 133-704,19-97-16,5-7-320,6-7-48,3-7-48,7-15-896,-5 0-3273,0-10-7082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2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18548,'0'0'3563,"0"0"-2045,0 0 2,0 20-553,1 11-716,0 22 492,-4 43-743,3-95-3,0-1 1,1 0 0,-1 1 0,0-1-1,0 0 1,0 1 0,0-1-1,0 0 1,-1 1 0,1-1-1,0 0 1,0 1 0,0-1 0,0 0-1,0 1 1,0-1 0,0 0-1,-1 1 1,1-1 0,0 0-1,0 0 1,0 1 0,-1-1-1,1 0 1,0 0 0,0 1 0,-1-1-1,1 0 1,0 0 0,-1 0-1,1 0 1,0 1 0,0-1-1,-1 0 1,1 0 0,0 0-1,-1 0 1,1 0 0,0 0 0,-1 0-1,1 0 1,0 0 0,-1 0-1,1 0 1,0 0 0,-1 0-1,1 0 1,0 0 0,-1 0 2,1-1-39,-1 1-1,0-1 1,0 1 0,1-1 0,-1 1 0,1-1-1,-1 1 1,0-1 0,1 0 0,-1 1 0,1-1-1,0 0 1,-1 1 0,1-1 0,-1 0 0,1 0-1,0 1 1,0-1 0,-1 0 0,1 0 0,0 0 39,-1-8-155,1 0 0,0-1 0,0 1 1,1 0-1,0 0 0,1-1 1,0 1-1,0 0 0,1 0 0,0 1 1,1-1-1,0 1 0,2-5 155,-4 9 86,1-1 0,0 1 0,0 0 0,0 0 0,0 0 0,1 0 0,0 0 0,-1 1 0,1 0 0,0-1 0,1 1 0,-1 1 0,1-1 0,-1 1 0,1 0 0,0 0 0,-1 0 0,1 0 0,0 1 0,0 0 0,0 0 0,1 1 0,-1-1 0,0 1 0,2 0-86,-5 1 19,0-1-1,1 1 0,-1 0 1,0 0-1,0 1 0,0-1 1,0 0-1,0 1 0,-1-1 1,1 1-1,0-1 1,-1 1-1,1 0 0,-1 0 1,1 0-1,-1-1 0,0 2 1,0-1-1,0 0 0,0 0 1,0 0-1,0 0 0,-1 1 1,1 1-19,15 65 455,-13-54-420,-2-11-166,-1 0-1,1 0 0,1 1 1,-1-1-1,1 0 0,-1 0 1,1 0-1,0-1 0,1 1 1,-1 0-1,1-1 0,-1 0 1,1 1-1,0-1 0,0 0 1,1 0-1,-1-1 1,0 1-1,1-1 0,0 0 1,2 2 131,25 5-5571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0 10906,'0'0'2540,"0"0"528,0 0 150,0 0-1767,0 0-215,-11 30 345,3-10-1272,-2 4 64,0 1 0,2 0 0,1 1 0,1-1 0,2 1 0,0 1 0,0 21-373,3 19 712,1 119 397,2-157-1080,1 0 1,2 0-1,0 0 0,2-1 0,4 7-28,-6-20-649,4 12 909,-7-7-9280,-2-19-3061</inkml:trace>
  <inkml:trace contextRef="#ctx0" brushRef="#br0" timeOffset="1">1 708 9962,'0'0'8458,"0"0"-6138,0 0 569,0 0-1385,0 0-1032,174-109-175,-120 104-17,-3 5 232,-6 0-320,-2 0-88,-5 8-104,-3 4-216,3-5-1105,-12-2-3768,-7-5-6465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2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21 313 3241,'0'0'1529,"0"0"759,0 0 612,0 0 118,0 0-12,0 0-17,-1 2 112,-8 8-1981,3-65 1611,5 39-2302,-2-53 1009,5-63-1438,-2 130-52,0 0-1,0-1 1,0 1-1,0 0 1,1 0-1,-1 0 1,1 0 0,-1 0-1,1-1 1,0 1-1,0 0 1,0 1-1,0-1 1,0 0 0,0 0-1,0 0 1,1 1-1,-1-1 1,1 0-1,-1 1 1,1-1 0,0 1-1,0-1 53,1 1-996,0 0-1,1 0 1,-1 0-1,0 0 1,0 1-1,1-1 1,-1 1-1,1 0 1,2 0 996,13 0-10566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3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14859,'0'0'2621,"0"0"-298,0 0-720,0 0-895,-19 24-181,-58 81 180,73-100-615,1 1-1,-1 0 1,1 0 0,0 0 0,1 1 0,0-1 0,0 1 0,0-1-1,1 1 1,-1 0 0,2-1 0,-1 1 0,1 0 0,0 0 0,0 0-1,1-1 1,0 1 0,1 3-92,-1-1 62,0-7-47,-1 0-1,1 0 1,0 1 0,0-1 0,0 0 0,0 0 0,1 0 0,-1 0 0,0 0 0,1-1-1,-1 1 1,1 0 0,0-1 0,0 1 0,-1-1 0,1 1 0,0-1 0,0 0 0,0 0-1,1 0 1,-1 0 0,0 0 0,0 0 0,0-1 0,1 1 0,-1-1 0,0 0 0,1 1-1,-1-1 1,0 0 0,1 0 0,0-1-15,4 1 7,0 0 0,0 0 1,-1-1-1,1 0 0,0 0 0,0-1 0,-1 0 0,1 0 1,-1-1-1,6-2-7,-5 0-105,0 0 1,-1-1 0,1 1 0,-1-1-1,0-1 1,-1 1 0,1-1-1,-1 0 1,-1 0 0,1 0-1,-1-1 1,-1 1 0,1-1-1,0-4 105,0 1 81,-1 0 0,-1 0-1,1 0 1,-2 0-1,1 0 1,-1 0-1,-1-1 1,0 1-1,-1 0 1,-2-10-81,-2 95 2547,5-45-2622,-1-17 131,0 0 0,2 0 0,-1 0 0,2 0 0,1 10-56,-2-19-127,0 0 0,0-1 0,0 1 0,0 0 0,0-1 0,1 0 0,-1 1 0,1-1-1,-1 0 1,1 0 0,0 0 0,0 0 0,0 0 0,0 0 0,0 0 0,0-1 0,0 1 0,1-1 0,-1 1 0,1-1 0,-1 0 0,1 0-1,-1 0 1,1 0 0,0-1 0,0 1 0,0-1 127,33 4-6521,1-4-7386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7866,'0'0'5585,"0"0"-3585,0 0 689,0 0-697,0 0-727,-150 131 159,142-97-432,8 0-336,0-3-320,2-5-208,20-4-8,7-5-120,28-14-64,-6-3-1968,-3 0-3593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3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13235,'0'0'1521,"0"0"-526,0 0 463,0 0-460,0 0-21,-6 27 243,-21 89-301,25-109-821,1 1 0,0 0 1,0 0-1,1 0 0,0 0 0,0 0 0,1 0 0,0 0 0,1 3-98,-1-7 39,1 0-1,-1-1 0,0 1 1,1-1-1,0 0 0,0 1 1,0-1-1,0 0 1,0 0-1,1 0 0,-1 0 1,1 0-1,0-1 0,1 2-38,2-1 26,-1 0-1,1 0 0,0-1 0,0 0 0,0 0 0,0 0 0,0-1 0,0 0 1,0 0-1,0 0 0,1-1 0,-1 0 0,0 0 0,0-1 0,0 0 0,1 0 0,-1 0 1,5-3-26,-6 3-53,0-1 0,0 0 1,0 0-1,0 0 0,0-1 1,-1 0-1,1 0 0,-1 0 1,0 0-1,0-1 0,0 1 1,0-1-1,-1 0 0,0 0 1,1-1-1,-2 1 1,1-1-1,0 0 0,-1 1 1,0-1-1,0 0 0,0 0 1,0-1 52,2-12 457,0 1 0,-1-1 1,-1 0-1,0 0 1,-1 0-1,-1-3-457,0 19 950,6 28-434,13 68-1,-14-65-276,0 1 0,3-1 0,5 15-239,-12-42-110,0 0 1,0 0-1,0 0 0,1-1 0,-1 1 0,0-1 0,1 1 1,-1-1-1,1 1 0,-1-1 0,1 0 0,0 0 1,0 0-1,-1 0 0,1 0 0,0 0 0,0 0 0,0 0 1,0-1-1,0 1 0,0-1 0,0 0 0,0 1 1,0-1-1,0 0 0,0 0 0,0 0 0,1-1 1,-1 1-1,2-1 110,-1 1-531,24 0-7092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 13435,'0'0'2722,"0"0"-1209,0 0 427,0 0-790,-14 23-587,-44 78-220,54-92-270,0 1 0,1 0 0,0-1 0,1 1-1,0 1 1,1-1 0,-1 0 0,2 0 0,0 0 0,0 1 0,1-1 0,0 0 0,1 4-73,0 2 166,-2-14-148,0 1 0,0-1 1,1 1-1,-1-1 1,1 1-1,0-1 1,-1 1-1,1-1 0,0 0 1,0 0-1,1 1 1,-1-1-1,0 0 1,1 0-1,-1 0 0,1 0 1,0 0-1,0 0 1,-1-1-1,1 1 1,0-1-1,0 1 1,1-1-1,-1 0 0,0 0 1,0 0-1,1 0 1,-1 0-1,1 0 1,-1 0-1,0-1 0,1 0 1,-1 1-1,1-1 1,-1 0-1,1 0 1,0 0-1,-1 0 0,1-1 1,-1 1-1,2-1-18,2-1 0,1 1-1,0-1 0,-1 0 0,0-1 0,1 0 0,-1 0 1,0 0-1,0 0 0,-1-1 0,1 0 0,-1 0 0,0-1 1,0 0-1,4-4 1,-2-2-274,-2 1 1,1-1-1,-1 0 1,0 0-1,-1-1 1,-1 0-1,0 1 1,0-1-1,-1 0 1,-1-3 273,4-49-20,-6 17 4212,8 108-3725,13 56-467,1 1 215,-19-148-493,1-1 1,1 1 0,2 0-1,1 0 1,1 1-1,2 0 1,0 0 0,13-21 277,-22 48 24,0 0 0,0 1 0,0-1 1,0 0-1,0 0 0,1 1 0,-1-1 1,1 1-1,-1-1 0,1 1 0,-1-1 1,1 1-1,0 0 0,0 0 0,0 0 1,0 0-1,0 0 0,0 0 0,0 1 1,0-1-1,1 1-24,-2 0 21,1 0 0,0 0 1,0 1-1,-1-1 0,1 1 0,0 0 0,-1-1 1,1 1-1,0 0 0,-1 0 0,1 0 0,-1 0 1,0 0-1,1 1 0,-1-1 0,0 0 0,0 0 1,1 1-1,-1-1 0,0 1-21,7 12 137,1 0 0,-2 1 1,0 0-1,-1 0 0,1 5-137,2 3 210,-5-13-166,1-1-1,0 1 1,1-1-1,-1-1 1,2 1-1,-1-1 1,1 0-1,2 1-43,-7-6 5,0-1 0,1-1 0,-1 1 1,0 0-1,1 0 0,-1-1 0,1 0 0,0 1 0,-1-1 0,1 0 0,0 0 1,0-1-1,-1 1 0,1 0 0,0-1 0,0 0 0,0 0 0,0 0 1,0 0-1,0 0 0,0 0 0,0-1 0,0 1 0,0-1 0,-1 0 0,1 0 1,0 0-1,-1 0 0,1-1 0,0 1 0,1-2-5,2-2-56,0 0 1,0 0-1,-1-1 0,1 1 0,-1-1 0,-1-1 0,1 1 1,-1-1-1,0 1 0,-1-1 0,1 0 0,-1 0 1,-1-1-1,0 1 0,2-7 56,1-9-30,-1 1 1,-1-1 0,-1 0-1,-1-18 30,-1 40 38,0 0-1,0 0 1,0 1 0,0-1-1,0 0 1,0 0-1,0 1 1,0-1-1,0 0 1,-1 1 0,1-1-1,0 0 1,0 1-1,-1-1 1,1 0 0,-1 1-1,1-1 1,0 0-1,-1 1 1,1-1-1,-1 1 1,1-1 0,-1 1-1,1-1 1,-1 1-1,0-1-37,0 1 11,1 0 0,-1 1 0,0-1 0,1 0 0,-1 0 0,1 0 0,-1 1 1,0-1-1,1 0 0,-1 1 0,1-1 0,-1 0 0,1 1 0,-1-1 0,1 1 0,-1-1 0,1 1 0,-1-1 0,1 1 0,0-1 0,-1 1 0,1-1 0,0 1 0,-1 0 0,1-1 0,0 1 0,0 0 0,0-1 0,-1 1 0,1-1 0,0 2-11,-7 28 34,1 0 0,1 0 0,1 0 0,2 1 0,1 0 0,2 13-34,-1-44 0,0 3 0,0-1-1,0 0 0,0 0 1,0 1-1,0-1 0,0 0 0,1 1 1,-1-1-1,1 0 0,-1 0 1,1 0-1,0 0 0,0 0 1,0 0-1,0 0 0,0 0 1,1 0-1,-1 0 0,0 0 1,1-1-1,0 1 0,-1 0 0,1-1 1,1 1 0,2 0-45,-1 0 0,1-1 0,0 0 1,0 0-1,0 0 0,0 0 0,0-1 1,0 0-1,0 0 0,2 0 45,44-4-1912,0-16-3172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4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0 16876,'0'0'1985,"0"0"-818,0 0-102,0 0-631,12 21-303,-2-3-114,4 6 36,-1 1 0,-1 0 0,-1 1 0,7 26-53,-9-20 483,-2 0 0,1 16-483,-7-35 319,0-1 0,0 1-1,-1 0 1,-1-1 0,0 1 0,0 0 0,-4 11-319,3-20 60,0 0 0,0 0 0,-1 0-1,1 0 1,-1-1 0,0 1 0,0-1-1,0 1 1,-1-1 0,1 0 0,-1 0 0,0-1-1,0 1 1,0-1 0,0 1 0,0-1-1,0-1 1,0 1 0,-1-1 0,1 1-1,-1-1 1,1-1 0,-3 1-60,-19 4 21,0-2 0,0-1 0,-18-1-21,42-1-3,-18 1-80,-123-3-3153,72-8-3089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15603,'0'0'6794,"0"0"-6610,0 0-184,0 0-4273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11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555 730 11522,'0'0'2284,"0"0"64,0 0-351,0 0-472,0 0-246,-8-8-284,8 8-992,-12-12 393,1 1-1,-2 0 1,1 1 0,-1 0-1,-1 1 1,0 0 0,-8-2-396,-10-1 76,-1 1 1,-1 2-1,1 2 1,-1 1 0,-1 1-1,1 2 1,-1 1-1,1 2 1,-4 2-77,34-2 6,0 1 1,1 0-1,-1 1 0,1-1 0,-1 1 0,1-1 1,-1 1-1,1 0 0,0 1 0,0-1 0,0 0 1,0 1-1,0-1 0,1 1 0,-1 0 0,1 0 1,0 0-1,0 0 0,0 1 0,0-1 0,0 1 1,1-1-1,-1 1 0,1-1 0,0 2-6,-4 9 5,0 1 0,2 0 0,-1 0 0,2 0 0,-1 11-5,3-21 1,-1 5 7,0 0 0,1 1 0,0-1 0,1 0 0,0 0 0,1 5-8,-1-12 7,0-1 0,0 1-1,0 0 1,0-1-1,1 1 1,-1-1 0,1 1-1,0-1 1,-1 0-1,1 0 1,0 0 0,0 0-1,0 0 1,1 0 0,-1 0-1,0-1 1,1 1-1,-1-1 1,1 1 0,0-1-1,-1 0 1,1 0 0,0-1-1,1 2-6,14 1 21,0 1 0,0-2-1,0 0 1,0-2 0,0 0 0,1-1-1,-1 0 1,0-2 0,0 0 0,-1-1-1,1 0 1,-1-2 0,0 0 0,0-1 0,0-1-1,1-2-20,-13 7 6,0 0 1,0-1-1,0 0 0,-1 0 0,1-1 0,-1 1 1,0-1-1,-1 0 0,1 0 0,-1 0 0,0 0 1,0-1-1,-1 1 0,1-1 0,-1 0 0,0 1 1,-1-1-1,0 0 0,1-2-6,1-16 35,-1 0 0,-1 0 0,-2 0 1,-1-9-36,1 0 1,-1 18 60,0 0 0,0 0 0,-2 0 0,0 1 0,-1-1 1,-5-12-62,-11-33 764,23 72-714,-1 1 0,0 0 0,0-1 0,-2 7-50,5 49 115,5-18-64,-2 1 1,1 50-52,-8-101 3,0 0 1,0 0 0,0 0-1,1 1 1,-1-1 0,0 0-1,0 0 1,0 0-1,1 0 1,-1 0 0,0 0-1,0 0 1,0 0 0,1 0-1,-1 0 1,0 0 0,0 0-1,0 0 1,1 0 0,-1 0-1,0 0 1,0 0 0,0-1-1,1 1 1,-1 0-1,0 0 1,0 0 0,0 0-1,0 0 1,1 0 0,-1 0-1,0-1 1,0 1 0,0 0-1,0 0 1,0 0 0,1 0-1,-1-1 1,0 1-1,0 0 1,0 0 0,0 0-1,0-1 1,0 1 0,0 0-1,0 0 1,0 0 0,0-1-1,0 1-3,7-78 73,-4 0-1,-4-26-72,1 28 17,0 35-15,0-72 36,-4 1 0,-8-20-38,15 167-28,-2 0-1,-3 31 29,0 3 12,2 227-527,8-257-1658,8-19-4937,-6-15-2132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12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12739,'0'0'2878,"0"0"-587,0 0-1040,0 0-372,0 0 134,0 0-178,11 27 83,4 7-611,-5-13-77,-1 0 1,0 1 0,-2 1-1,-1-1 1,-1 1 0,0 5-231,6 72 779,-4 1 1,-4-1 0,-7 37-780,4-115 10,-1-5 30,-1 0 0,0 0-1,-2 0 1,0 0 0,0-1-1,-2 0 1,-2 6-40,-13 24 260,-22 36-260,42-81 0,-2 10-115,3-9-5932,0-2 6033,0 0-5461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4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12915,'0'0'2778,"0"0"-62,0 0-261,0 0-958,0 0-318,0 0-1055,0 0 0,0 0 0,0 0 0,0 0 0,0 0 0,0 0 0,0 0 1,0 0-1,0 0 0,0 1 0,0-1 0,0 0 0,0 0 0,0 0 0,0 0 0,0 0 1,0 0-1,0 0 0,0 0 0,0 0 0,0 0 0,0 0 0,0 1 0,0-1 0,0 0 1,0 0-1,0 0 0,-1 0 0,1 0 0,0 0 0,0 0-124,9 0 96,-1-1 0,1-1 0,-1 1 0,0-1 1,1 0-1,-1-1 0,0 0 0,0-1 0,-1 1 0,1-1 0,-1-1 0,2-1-96,17-12 72,-2-1 0,17-18-72,-24 22 109,-15 52-213,0 18 432,9 44-328,1 12 279,-6 6 43,23 248 1041,-30-365-1378,1 1 0,0-1 1,0 0-1,0 1 0,0-1 0,0 1 0,0-1 0,0 0 0,0 1 0,0-1 0,0 0 0,0 1 1,0-1-1,0 1 0,0-1 0,0 0 0,0 1 0,1-1 0,-1 0 0,0 1 0,0-1 0,0 0 1,1 1-1,-1-1 0,0 0 0,0 0 0,1 1 0,-1-1 0,0 0 0,0 0 0,1 1 0,-1-1 1,0 0-1,1 0 0,-1 0 0,0 0 0,1 1 0,-1-1 0,0 0 0,1 0 0,-1 0 0,1 0 0,-1 0 1,0 0-1,1 0 0,-1 0 0,0 0 0,1 0 0,-1 0 0,1 0 0,-1 0 0,0 0 0,1-1 1,-1 1-1,0 0 0,1 0 0,-1 0 0,0 0 0,1-1 0,-1 1 0,0 0 0,0 0 0,1-1 1,-1 1-1,0 0 15,23-27-2326,-13 14 339,12-11-5501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4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11570,'0'0'3109,"0"0"-442,0 0-145,0 0-1008,0 0-657,0 0-120,-14 1 7,-44 9-21,54-8-628,0 0 1,-1 1-1,1-1 1,0 1 0,1 0-1,-1 1 1,0-1-1,1 0 1,0 1-1,0 0 1,0 0 0,0 0-1,1 0 1,-1 0-1,1 1 1,0-1 0,0 1-1,1-1 1,-1 1-1,0 4-95,0-2 98,-8 31 121,1 0 0,3 0 0,1 1 0,1 0 0,3-1 0,1 1 0,3 22-219,-2-52 10,0-1 1,1 1 0,0-1-1,0 0 1,1 0 0,0 0-1,1 0 1,-1 0 0,1-1-1,1 1 1,0-1 0,0 0 0,0-1-1,0 1 1,1-1 0,1 0-1,-1-1 1,1 1 0,-1-1-1,2 0 1,-1-1 0,6 3-11,-1 0 15,1-1 1,0-1 0,0 0-1,0 0 1,0-1 0,1-1-1,0 0 1,-1-1 0,1-1-1,0 0 1,0-1 0,0 0-1,10-2-15,-19 0 13,0 1-1,0-1 0,0-1 1,0 1-1,0-1 0,0 1 1,-1-1-1,0-1 0,1 1 1,-1-1-1,0 0 0,-1 1 1,1-2-1,-1 1 0,1 0 1,-1-1-1,-1 1 0,1-1 1,-1 0-1,0 0 0,1-1-12,4-11 49,-1 0-1,0 0 0,-2-1 0,0 0 1,2-13-49,-3-8 73,-2 0 0,-1-6-73,-1 7 156,1 31-128,-2 0 0,1 1 0,-1-1 0,0 0 0,0 1 0,0-1 0,-1 1 0,0 0 0,0 0 0,-1 0 0,0 0 0,0 1 0,0-1 0,-1 1 0,0 0 0,0 1 0,0-1 0,0 1 0,-1 0 0,1 0 0,-6-2-28,-19-12-15,0 2 0,-1 2 0,-27-10 15,46 19-11,-60-19-356,66 23 55,0-1 1,-1 1-1,1 1 0,0-1 1,-1 1-1,1 0 1,-1 0-1,1 1 1,0 0-1,-5 1 312,10-1-284,1-1 1,-1 1-1,1-1 1,0 1-1,-1-1 0,1 1 1,-1 0-1,1-1 0,0 1 1,0 0-1,-1-1 1,1 1-1,0 0 0,0-1 1,0 1-1,0 0 1,-1 0-1,1-1 0,0 1 1,1 0-1,-1 0 1,0-1-1,0 1 0,0 0 1,0 0 283,1 1-1564,-1 9-7463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4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 5025,'0'0'7914,"0"0"-4686,0 0-732,0 0-447,0 0-662,0 0-333,-13-1-146,6 1-813,3-1-34,1 1 1,0 0 0,-1-1-1,1 1 1,-1 1-1,1-1 1,0 0-1,-1 1 1,1-1 0,0 1-1,0 0 1,-1 0-1,1 1 1,0-1-1,0 1 1,0-1 0,0 1-1,0 0 1,1 0-1,-1 0 1,1 0-1,-1 1 1,1-1-1,0 1 1,0 0 0,0-1-1,0 1 1,0 0-1,0 0 1,0 2-62,-5 17 222,0 1 0,1-1 0,1 1 1,2 1-1,0-1 0,1 0 0,2 1 0,0-1 1,2 1-1,1 6-222,-2-22 9,1 0 0,0 0 0,1 0 0,0-1 0,0 1 0,0-1 0,1 1 0,0-1 0,1-1 0,-1 1 0,1 0 0,1-1 0,-1 0 0,1 0 0,0-1 0,0 0-1,1 0 1,-1 0 0,1-1 0,0 0 0,1 0 0,-1-1 0,3 2-9,5 1 10,-1-1 0,0 0 0,1-1 0,0 0 0,0-1 0,0-1 0,1-1 0,-1 0-1,0 0 1,1-2 0,-1 0 0,3-1-10,-14 1 11,0-1 0,1 1 0,-1-1 0,0 0 1,0 0-1,0 0 0,0 0 0,-1-1 0,1 0 0,0 0 0,-1 0 0,0 0 0,0 0 0,0-1 0,0 1 1,-1-1-1,1 0 0,-1 0 0,0 0 0,0 0 0,0 0 0,0 0 0,-1-1 0,0 1 0,0 0 1,0-1-1,0 1 0,-1-1 0,0-1-11,1-5 38,0 1 1,-1-1 0,0 0-1,-1 1 1,0-1 0,-1 1-1,0 0 1,-1-1 0,0 1-1,0 0 1,-1 0 0,-2-3-39,-15-24 232,-1 2 1,-13-15-233,28 41-2,0 0 0,0 0-1,-2 0 1,1 1 0,-1 0 0,0 1 0,0 0 0,-1 1-1,0-1 1,0 2 0,-4-2 2,10 5-61,1 1 0,-1 0 0,0 0 0,0 0 0,0 0 0,0 0 0,0 1 0,0 0 0,0 0 0,0 0 0,-3 1 61,6-1-79,-1 0 0,1 1 0,0 0 0,-1-1 0,1 1 0,0 0 0,-1-1 1,1 1-1,0 0 0,0 0 0,0 0 0,0 0 0,0 0 0,0 0 0,0 1 0,0-1 0,1 0 1,-1 0-1,0 1 0,1-1 0,-1 0 0,1 1 0,-1-1 0,1 0 0,-1 1 0,1-1 0,0 1 1,0-1-1,0 1 79,-3 27-2977,3-2-2860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4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13987,'0'0'3075,"0"0"-394,0 0-315,0 0-1106,0 0-596,0 0 48,13 5 86,2 2-617,0 1 0,0 0 0,-1 2 0,0-1-1,-1 2 1,0 0 0,0 0 0,-1 1 0,-1 1 0,0 0 0,-1 0 0,1 2-181,114 197 1070,-103-172-1009,-19-32-56,1 1-271,0-6-4748,-9-3-664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4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13419,'0'0'2455,"0"0"-443,0 0 246,0 0-589,-15 28-448,-52 92-72,-59 132 2071,85-163-2634,13-29-941,26-56-1520,17-20-1611,8-9-3904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4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10322,'0'0'4129,"0"0"-1239,0 0-140,0 0-899,0 0-728,0 0-443,5-3-66,2-2-577,0 0 1,0 1-1,0 0 1,1 1 0,-1 0-1,1 0 1,0 0-1,0 1 1,0 1 0,0-1-1,5 1-37,-10 0 5,-1 1 0,1 0-1,-1 0 1,1 1-1,0-1 1,-1 1 0,1-1-1,-1 1 1,1 0-1,-1 0 1,1 0 0,-1 0-1,0 0 1,1 0-1,-1 1 1,0-1 0,0 1-1,0 0 1,0-1-1,0 1 1,-1 0 0,1 0-1,0 0 1,-1 1-1,0-1 1,1 0 0,-1 0-1,0 1 1,0-1 0,0 1-1,0-1 1,-1 1-1,1-1 1,-1 1 0,1-1-1,-1 1 1,0 0-1,0-1 1,-1 3-5,3 5 8,-1 1 0,-1-1-1,0 1 1,-1-1 0,0 1 0,0-1 0,-1 1-1,0-1 1,-1 0 0,0 0 0,-1 0 0,0 0-1,-4 5-7,-48 72 647,56-86-552,0-1 21,0 0-9,0 0-74,0 0 15,0 0 28,0 0-91,28 0-10,8 1 25,-14 1 5,-1-1 0,0-2-1,9-1-4,-26 2 4,0 0-1,-1-1 1,1 1 0,0-1-1,0 0 1,-1 0-1,1-1 1,-1 1-1,1-1 1,-1 0-1,1 0 1,-1 0-1,0 0 1,0 0 0,0-1-1,0 1 1,-1-1-1,1 0 1,-1 0-1,2-2-3,-2 1-30,-1-1 0,0 1 0,0-1 0,0 0 0,0 1-1,-1-1 1,0 0 0,0 0 0,0 0 0,0 1 0,-1-1 30,0-14-5095,1 15-976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2:57.07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742 96 2881,'0'0'0,"0"0"13026,0 0-13162,-1-7 3518,0-1-2231,-1-1-353,-1-1-206,0 2-181,-2 2-77,0 0-178,-1 2 635,-1 1-709,-2 1 296,-1 1-296,-1 1 226,-1 0-112,-1 0 33,1 0 42,-2 0-98,-1 1 246,-1-1-512,-2 0 538,-2 1-442,0 2 141,-1 1-153,0 2 135,3 0-138,1 0 116,3-1 87,2-2-15,3 0 220,1-1-477,0-2 317,2 0-286,0 1 169,0 0-146,-1 1 41,0 0-14,-1 2 0,-2 0 0,-1 2 93,-2 1-129,0 1 61,0 1 65,-1 0-115,1 0 159,0 1-159,-2 0 58,1 1 75,-1 0-137,0 0 213,2-1-92,2-1-43,1 0-47,2-2 100,1 0-119,1 0 28,0 1 102,0 1-126,0 0 79,1 2 14,0 0-70,-1 0 70,2 0-154,-2 0 157,1 0-70,-1 0-6,0 1 80,-2-1 2,1 0-100,1-1 25,0 0 155,1-1-226,0 0 93,1 0 25,1-1-69,-1 2 89,2-1-44,-1 1-43,0-1 14,1 1 76,-1 1-61,0 0 60,0 0-119,-1 1 72,1-1-7,0 1-37,0-1 13,1 2 5,-1-1-13,0 1 4,1 1 186,0 0-240,0 1 135,1 0-79,1 0 9,-1-1-12,1 0 11,0-1-14,0 0 32,0-1 19,0 0-41,0-1 108,0 0-154,0 0 67,0-1-4,0 1-31,0 0 11,1-1-4,0 1 0,1-1-9,-1 0 152,1 0-250,-1 0 211,1 1-188,0 1 119,0 0-46,1 0 12,0-1-1,1 0 0,0-2 0,-1 1-9,1-2 133,-2 0-169,1 0 74,-1 0 23,1 1-67,0 0 33,0 0 54,1 2-92,0-1 30,0 1 102,-1-1-88,1-1 70,-1-2-113,0 0 32,0 0 118,1 0-168,0 2 74,2 0-33,0 1 5,1 3-10,1 1 142,0 0-199,1 0 102,1-1-71,0-1 16,1 0 14,-1 0 4,2-1-1,-1 0-7,1-1 105,-1 1-152,1-2 152,0-1-187,1-1 168,0-2-53,1 0-40,1-1 25,1-1-10,1-1-9,-1-1 4,2 0 156,0-1-259,1 0 196,1 0-110,2 0 20,2 0 43,0-1-61,0 0 20,-1-2-7,-1 0 0,-1 0-56,-1-2 165,0 0-200,2-2 177,1-1-120,2-1 54,1-2-24,0 0 6,0 0-2,-2-1-10,-2 1 78,-2 0-144,0 0 158,-1-1-162,1-1 104,1 0-32,1-3 17,0-1-12,0 2 5,-2-2 7,-2 3-86,-1 0 258,-3 1-256,-1 0 122,-1 0-64,0-1 22,0-1-6,0-1 19,-1 0-23,1-1 8,0-2 81,-1 0-127,1-2 144,-1 0-183,0-2 166,0 0-80,-2-1 5,0 2 11,-2 0 69,0 2-113,-2 0 38,-1 1 144,0-1-222,-1 0 111,-2 0 29,0 0-88,0 0 31,-1 1 101,-2 2-42,0 1 20,-4 0-58,0 1 62,-2-2-58,-2 0-104,-1-2 142,0 0-97,0 0 20,-1 1-13,1 0 11,0 2-4,0 1-55,0-1 193,-1 1-273,1-1 236,0-1-185,0-1 109,0 1-32,0 0 17,-2 1-2,0 1-9,-3 0 13,-2-1-98,-4-1 206,-3-3-214,-4-2 181,-1-2-166,0 1 104,2 1-32,2 4-48,3 5-106,2 3-262,0 6-849,-6 13 182,-4 12-1959,-5 11-7275,4-1-6203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12107,'0'0'2903,"0"0"-113,0 0 1,0 0-756,0 0-747,1 0-1159,-1 1 0,0-1 0,1 1 0,-1 0 0,0-1-1,1 1 1,-1-1 0,1 1 0,-1-1 0,1 1-1,-1-1 1,1 0 0,-1 1 0,1-1 0,-1 1-1,1-1 1,0 0 0,-1 0 0,1 1 0,0-1 0,-1 0-1,1 0-128,120-1 706,134 3 942,-165 17-1721,-202-17-10296,71-2 4488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2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9818,'0'0'3789,"0"0"-1034,0 0-177,0 0-722,0 0-450,0 0-243,-12 5-171,-36 21-265,45-22-639,-1-1 0,1 1 0,0 0 0,0 0 0,0 0 0,0 0 0,1 0 0,-1 1 0,1-1 0,0 1 0,1-1 0,-1 1 0,1 0 0,0 0 1,0 4-89,-4 8 239,-5 18 2,1-1-1,1 2 0,2-1 0,2 1 0,1 0 1,2-1-1,2 1 0,3 30-240,-1-55 12,0 0-1,1 0 1,0-1 0,0 1-1,1-1 1,0 0 0,1 0-1,0-1 1,1 0 0,0 0-1,0 0 1,1-1 0,0 0-1,1-1 1,0 1 0,1-1-12,0 1 14,1 0 0,0-1 0,1 0 0,0-1 0,0 0 0,0-1 0,1-1 0,0 0 0,-1 0 0,2-1 0,-1-1 0,0 0 1,6-1-15,124-1 60,-142 0-72,1-1 1,-1 1 0,1-1 0,-1 1 0,1-1 0,-1 0-1,0 0 1,1 0 0,-1 0 0,0 0 0,0 0 0,1 0-1,-1 0 1,0 0 0,0-1 0,0 1 0,0 0 0,-1-1-1,1 1 1,0-1 0,-1 1 0,1-1 0,-1 1 0,1-1-1,-1 1 1,1-1 0,-1-1 11,7-48-3141,-7 47 2541,0 0 0,-1 0 0,1 0 0,-1 0 0,0 0 0,0 0 0,0 0 0,0 0 0,-1 1 0,1-1 0,-1 0 0,-1 0 600,-13-20-5926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3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15187,'0'0'2513,"0"0"1880,0 0-2689,0 0-1048,0 0 232,0 0 25,0 0 119,156 8-360,-105-8-288,0-8-288,-3-1-48,-2 2-48,-3 2-176,0 0-520,13-7-1120,-7 2-2401,-4-4-3969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14419,'0'0'3158,"0"0"-167,0 0-609,0 0-1041,-10 22-437,-2 0-656,3-4-49,0 1 0,1 0 0,1 0 0,1 0-1,0 1 1,-2 19-199,1 15 645,2 1-1,3 0 0,4 45-644,-1-89 36,0 1-1,2-1 1,-1 0 0,1 0 0,1-1-1,0 1 1,0-1 0,1 0 0,1 0-1,-1 0 1,2 0 0,2 3-36,1-1-90,-1-1 0,2 0 0,0 0 1,0-1-1,0 0 0,2-1 0,-1-1 0,14 8 90,-23-15-235,-1 0-1,1 0 0,0 0 0,-1 0 1,1 0-1,0-1 0,0 1 0,0-1 0,-1 0 1,1 0-1,0 0 0,0 0 0,0-1 1,0 1-1,0-1 236,24-9-5676,0-8-4453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1 227 15699,'0'0'3444,"0"0"-1246,0 0-115,0 0-984,0 0-587,0 0 21,8-24-2,56-175 1227,-64 199-1746,0 0 0,0 0 0,0 0 0,1 0 0,-1 0 0,0 0 1,0 0-1,0 0 0,0 0 0,0 0 0,0 1 0,0-1 0,1 0 1,-1 0-1,0 0 0,0 0 0,0 0 0,0 0 0,0 0 0,0 0 1,1 0-1,-1 0 0,0 0 0,0-1 0,0 1 0,0 0 0,0 0 0,0 0 1,1 0-1,-1 0 0,0 0 0,0 0 0,0 0 0,0 0 0,0 0 1,0 0-1,0 0 0,0 0 0,0-1 0,1 1 0,-1 0 0,0 0 1,0 0-1,0 0 0,0 0 0,0 0 0,0 0 0,0-1 0,0 1 1,0 0-1,0 0 0,0 0 0,0 0 0,0 0 0,0 0 0,0-1 1,0 1-1,0 0 0,0 0 0,0 0 0,0 0 0,0 0-12,4 16 142,1 27-75,-1 332 1761,-6-214-2650,2-161-17,0 0-323,0-5-6971,0-11-4724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4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 13931,'0'0'3705,"0"0"-1609,0 0-282,0 0-384,-4 24-388,-7 95 2019,4 59-3061,7-165 153,-1-2-52,2 0 1,-1 0 0,1 0-1,0-1 1,1 1-1,1 1-101,-2-10 16,-1 1-1,1-1 0,0 0 1,1 1-1,-1-1 0,0 0 1,1 1-1,-1-1 1,1 0-1,0 0 0,-1 0 1,1-1-1,0 1 1,0 0-1,0-1 0,1 1 1,-1-1-1,0 1 1,0-1-1,1 0 0,-1 0 1,1 0-1,-1-1 1,1 1-1,-1-1 0,1 1 1,0-1-16,8 2 62,-1-1 0,1-1 1,-1 0-1,0 0 0,1-1 1,-1 0-1,0-1 0,1 0 1,-1-1-1,0 0 0,-1-1 1,2 0-63,-6 1 38,1 0 1,-1 0 0,0 0 0,-1-1-1,1 1 1,-1-1 0,0-1 0,1 1-1,-2 0 1,1-1 0,-1 0 0,1 0-1,-1 0 1,0 0 0,-1 0 0,0-1-1,1 1 1,-2-1 0,1 0 0,-1 1-1,0-1 1,0-1-39,1-6 92,0-1 0,-1 0 0,-1 1-1,0-1 1,-1 0 0,-1 1 0,0-1 0,-1 1 0,0 0-1,-1 0 1,0 0 0,-1 0 0,-1 0 0,0 1-1,-1 0 1,0 0 0,0 1 0,-2 0 0,1 0 0,-1 1-1,-1 0 1,0 1 0,0 0 0,-1 0 0,0 1 0,0 1-1,-1 0 1,-7-4-92,18 12-21,1-1 0,-1 0 0,1 0 0,-1 0 0,1 0 0,-1 0-1,1 1 1,-1-1 0,1 0 0,0 0 0,-1 1 0,1-1 0,-1 0 0,1 0 0,0 1-1,-1-1 1,1 1 0,0-1 0,0 0 0,-1 1 0,1-1 0,0 1 0,0-1 0,-1 0-1,1 1 1,0-1 0,0 1 0,0-1 0,0 1 0,0-1 0,0 1 0,0-1 0,0 1-1,0-1 1,0 1 0,0-1 0,0 1 0,0-1 0,0 1 0,0-1 0,0 1 21,0 32-1544,1-24 1099,-2-5 167,2 0-1,-1 0 1,0 0-1,1 0 1,-1 0-1,1 0 1,0 0-1,0 0 1,1 0-1,-1-1 1,2 3 278,-2-4-555,1 0 1,0 0-1,-1 0 0,1 0 1,0 0-1,0 0 1,0-1-1,0 1 1,0-1-1,0 1 1,0-1-1,1 0 555,26 10-9582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15715,'0'0'3682,"0"0"-1958,0 0-60,-6 24-349,0 2-966,0-3-17,1 1 0,1-1-1,1 1 1,1 0 0,1 11-332,1-13 269,0-5-115,0 0-1,0 0 1,2 0-1,0 0 1,1 0-1,1 2-153,-3-15 15,1 0-1,-1 0 0,1 0 1,0 0-1,0 0 0,0-1 0,1 1 1,-1 0-1,1-1 0,0 0 1,0 0-1,0 0 0,0 0 0,1 0 1,-1-1-1,1 1 0,0-1 1,-1 0-1,1 0 0,0 0 0,0-1 1,0 1-1,0-1 0,1 0 1,-1 0-1,3 0-14,-1 0 13,0-1-1,0 1 1,0-1-1,0 0 1,0 0-1,0-1 1,0 0 0,0 0-1,0 0 1,-1-1-1,1 0 1,0 0 0,-1 0-1,0-1 1,1 0-1,-1 0 1,0 0 0,0 0-1,0-1 1,-1 0-1,0 0 1,1 0-13,1-4 13,0 1 0,-1-1-1,0 0 1,0 0 0,-1-1-1,0 1 1,0-1 0,-1 0 0,0 0-1,-1 0 1,0 0 0,0-1 0,0-5-13,-1 6 77,0 1 1,-1-1-1,0 1 1,0-1-1,-1 1 1,0-1-1,0 1 1,-3-6-78,2 9 30,0 0 0,0 0 1,-1 0-1,0 0 1,0 0-1,0 1 0,-1-1 1,1 1-1,-1 0 0,0 0 1,0 0-1,-1 1 1,-1-2-31,0 0-92,0 1 0,0-1 0,0 1-1,0 1 1,-1-1 0,0 1 0,0 0 0,0 1 0,0-1 0,0 1 0,0 1 0,-1-1 0,-1 1 92,8 4-366,0-1-1,1 1 0,-1 0 1,1-1-1,-1 1 0,1 0 1,0-1-1,0 1 0,0 0 1,0-1-1,1 3 367,2 18-8337,10-10-6296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14507,'0'0'3970,"0"0"-1266,0 0-559,0 0-1123,0 0-327,0 0 446,17 24-198,125 193 409,-75-84-704,-35-66-402,-21-54-719,-2-18-1278,3-25-2589,-4 0-2482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5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0 15419,'0'0'3838,"0"0"-1464,0 0-660,-14 24-211,-91 146 285,21-51-667,-48 49-1121,164-185-7865,-3-5 2688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6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8130,'0'0'5502,"0"0"-2956,0 0-794,0 0-274,0 0-411,0 0-329,20-7-169,63-18-138,-81 24-413,0 0 1,0 0 0,0 0-1,-1 1 1,1-1-1,0 1 1,0-1 0,0 1-1,0 0 1,0 0-1,0 0 1,0 0 0,0 0-1,0 0 1,0 1 0,0-1-1,0 1 1,0-1-1,0 1 1,0 0 0,1 0-19,-2 0 5,-1 1 0,1-1 0,-1 0 1,1 1-1,-1-1 0,0 0 0,1 1 1,-1-1-1,0 1 0,0-1 0,0 0 1,0 1-1,0-1 0,0 1 0,-1-1 1,1 1-1,0-1 0,-1 0-5,0 13 82,1-8-56,-1 0 0,0 0 0,0 0 0,-1-1 0,0 1 0,0 0 0,0-1 0,0 0 0,-1 1 0,-2 2-26,-39 57 477,2-5 405,40-55-809,0-1 0,0 1 0,0-1 0,0 1 0,1-1 1,-1 1-1,1 0 0,1 0 0,-1 0 0,0 3-73,1-6 11,1-1-1,-1 1 0,0-1 1,1 1-1,-1-1 0,1 1 1,0-1-1,-1 0 0,1 1 1,0-1-1,0 0 1,-1 1-1,1-1 0,0 0 1,1 0-1,-1 0 0,0 0 1,0 0-1,0 0 1,0 0-1,1-1 0,-1 1 1,1 0-1,-1 0 0,0-1 1,1 1-1,-1-1 1,1 0-1,-1 1 0,1-1 1,-1 0-1,1 0 0,-1 0 1,2 0-11,91 3 488,-20-1-6075,-58-1-2346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6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10538,'0'0'2610,"0"0"-773,0 0-220,0 0-398,0 0-23,0 0 319,20 26 83,14 17-86,14 25-1512,-44-60 157,0-1-1,0 0 0,-1 1 0,0 0 0,0 0 0,-1 0 1,0 0-1,0 0 0,-1 0 0,0 1 0,0-1 1,-1 0-1,0 1 0,-1 3-156,1 13 339,2 24-50,-2 0-1,-2 0 0,-2-1 0,-2 1 1,-3-1-1,-1-1 0,-4 6-288,2-18 78,0-1 1,-3 0-1,-1-2 1,-1 1-1,-1-2 1,-10 11-79,25-39-267,-1 0 1,1 0-1,0 0 1,-1-1-1,1 1 1,-1-1-1,0 0 0,1 0 1,-1 0-1,0-1 1,-1 1 266,-28 8-5536,27-8 3540,-16 3-7859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8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13411,'0'0'3121,"0"0"-1609,0 0-40,0 0-1072,0 0-232,0 0 24,108 5 176,-73-5-288,-3 0 136,-3 0-87,-5-9-9,-2 1-112,-6 4-8,-5 4-937,-6 0-1207,-2 0-2897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8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14075,'0'0'2449,"0"0"-633,0 0 16,0 0-759,0 0-65,0 0 104,0 0-560,83 27-248,-56-22-96,0-5-112,-1 0-72,-1 0-16,-4 0-16,3 0-904,8 0-992,-5 2-2417,-2-2-4401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10522,'0'0'3442,"0"0"-1812,0 0-447,0 0-552,0 0-334,0 0-232,9-5-30,6-2-240,1 0 651,-1 0 0,-1 0-1,1-1 1,-2-1 0,1-1 0,-1 0 0,0 0-1,-1-1 1,0-1 0,1-3-446,-12 14 4,-1 0 0,1 0 1,-1 0-1,1 0 0,0 0 0,-1 0 0,1 0 0,0 0 0,0 0 1,0 0-1,0 1 0,0-1 0,0 0 0,0 1 0,0-1 1,0 0-1,0 1 0,0-1 0,0 1 0,1 0 0,-1-1 1,0 1-1,0 0 0,1 0-4,-1 0 16,0 1-1,0-1 1,0 1 0,0-1-1,0 1 1,0 0 0,0-1 0,0 1-1,0 0 1,0 0 0,-1 0-1,1 0 1,0-1 0,0 1 0,-1 0-1,1 0 1,-1 1 0,1-1-1,-1 0 1,1 0-16,3 10 272,1 1 1,-2 0-1,0 0 0,1 7-272,-3-12 216,5 32 799,-2 0 0,0 36-1015,-3-40 375,1 0-1,2 0 1,5 23-375,-8-58-20,0 1 0,-1 0 0,1 0 0,0 0-1,0-1 1,-1 1 0,1 0 0,0-1 0,0 1 0,0-1 0,0 1 0,0-1-1,0 1 1,0-1 0,0 0 0,0 0 0,0 1 0,0-1 0,0 0 0,0 0-1,0 0 1,0 0 0,0 0 0,0 0 0,0 0 0,0-1 0,0 1-1,0 0 1,0 0 0,0-1 0,0 1 0,0-1 0,0 1 0,0-1 0,0 1-1,0-1 1,0 0 0,-1 1 0,1-1 0,0 0 0,0 0 0,-1 1 0,1-2 20,48-59-6865,-27 28-1414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19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14195,'0'0'2409,"0"0"-582,0 0-215,0 0-633,-10 21-60,0 1-493,1 1 1,1 0-1,1 0 1,0 1 0,2 0-1,1 0 1,0 19-427,3-29 135,1-1 1,0 0-1,1 0 1,0 0-1,2 0 1,-1 0-1,1 0 1,2 2-136,-3-10 11,0-1 1,1 1 0,-1-1-1,1 1 1,0-1-1,1 0 1,-1 0 0,1 0-1,-1-1 1,1 1 0,0-1-1,0 0 1,1 0 0,-1 0-1,1-1 1,-1 1 0,1-1-1,0 0 1,0 0 0,0-1-1,0 0 1,1 0-12,4 2 8,1-1-1,0 0 1,-1-1 0,1 0-1,0 0 1,0-1 0,0-1-1,-1 0 1,8-2-8,-13 2-3,-1 0 1,1-1-1,0 0 0,-1 0 1,1 0-1,-1 0 0,0-1 1,0 0-1,0 0 0,0 0 1,0 0-1,0 0 1,-1-1-1,0 0 0,1 1 1,-1-1-1,-1-1 0,1 1 1,-1 0-1,0-1 0,2-2 3,-1-2 4,1-1-1,-1 1 0,0-1 0,-1 0 1,0 0-1,-1 0 0,0 0 0,-1 0 1,0 0-1,0-1 0,-1 1 0,-1 0 1,1 0-1,-1 0 0,-1 1 1,0-1-1,-1 0 0,1 1 0,-2 0 1,1 0-1,-2 0 0,1 1 0,-1-1 1,0 1-1,-1 0 0,1 1 0,-2 0 1,1 0-1,-2-1-3,5 4-16,0 1 1,-1-1-1,0 1 0,1-1 1,-1 1-1,0 1 0,-2-1 16,7 2-61,-1 1-1,1 0 0,-1 0 1,0 0-1,1-1 0,-1 1 1,1 0-1,-1 0 1,0 0-1,1 0 0,-1 0 1,1 0-1,-1 0 0,0 1 1,1-1-1,-1 0 0,1 0 1,-1 0-1,0 1 0,1-1 1,-1 0-1,1 0 1,-1 1-1,1-1 0,-1 1 62,0 0-212,1 0-1,-1 0 1,0 0 0,1 1-1,-1-1 1,1 0-1,-1 1 1,1-1 0,-1 1-1,1-1 1,0 0-1,0 1 1,0-1 0,0 1-1,0-1 1,0 1 212,1 10-5380,6-4-4125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0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11106,'0'0'3684,"0"0"-1706,0 0 117,0 0-312,0 0-432,-10 27-170,-32 88-126,38-104-877,1-1 1,0 1-1,0 0 0,2 0 0,-1 0 1,1 0-1,0 0 0,1 0 0,1 0 0,0 6-178,1 2 164,-2-15-143,1 0 1,0 0 0,-1 0-1,1 0 1,1 0-1,-1 0 1,0 0-1,1 0 1,0-1 0,0 1-1,0-1 1,0 1-1,1-1 1,-1 0-1,1 0 1,0 0-1,0 0 1,3 2-22,-1-2 18,0 1-1,1-1 1,0 0 0,0 0-1,0-1 1,0 0 0,0 0 0,0 0-1,1-1 1,-1 0 0,5 0-18,-3 0 9,0 0 0,0-1 0,1 0 0,-1 0 0,0-1 0,0-1 0,0 1 0,0-1 0,0 0 0,-1-1 0,1 0 0,-1 0 0,1-1 0,-1 0 1,0 0-1,0 0 0,-1-1 0,1 0 0,1-3-9,-3 2 8,-1 0 1,0 0 0,0 0-1,-1 0 1,0-1-1,0 0 1,-1 1 0,0-1-1,0 0 1,0 0 0,-1-1-1,0 1 1,0 0-1,-1 0 1,0 0 0,0-1-1,-1 1 1,0 0-1,0 0 1,-1 0 0,0-1-9,-1-2-1,0 0 0,0 0 1,-1 1-1,0-1 0,-1 1 1,0 0-1,-1 0 1,0 1-1,0 0 0,-1 0 1,0 0-1,0 1 0,-1 0 1,-3-3 0,2 5-107,1 0 1,-1 0 0,0 1-1,0 0 1,0 0-1,-1 1 1,1 0 0,-1 1-1,0 0 107,-40 1-2927,46 1 2176,0 1 0,0 0 0,0 0 1,0 1-1,0-1 0,1 1 0,-1-1 0,0 1 0,1 0 1,-2 2 750,-16 18-9896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11626,'0'0'3948,"0"0"-1666,0 0 337,0 0-535,0 0-757,0 0-414,5 0-223,327-5 548,-331 5-2183,-1 0-658,-10 0-4337,8 0 4478,-13 0-5873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13835,'0'0'2642,"0"0"-323,0 0-149,0 0-742,0 0-649,0 0-35,-13 24-58,-42 82 84,49-93-598,0 1 0,2 0-1,-1 0 1,2 1 0,0-1-1,1 1 1,0-1 0,1 6-172,-4 24 379,3-28-264,-2 4 5,2 1 0,0-1 0,1 1 0,2 12-120,-1-28 7,0-1 0,1 0 1,-1 1-1,1-1 0,0 0 1,1 0-1,-1 0 0,1 0 1,-1 0-1,1 0 0,0 0 0,1 0 1,-1-1-1,1 1 0,0-1 1,-1 0-1,1 0 0,1 0 0,-1 0 1,0 0-1,1-1 0,-1 0 1,5 3-8,3 0 14,0-1 0,1 0 1,-1-1-1,1 0 1,0-1-1,0 0 0,0-1 1,0 0-1,0-1 0,0 0 1,1-1-1,-1 0 1,0-1-1,2-1-14,-4 1-92,0-1 0,-1 0 0,0-1 0,0 0 0,0 0 0,0-1 0,0 0 0,-1-1 0,0 0 0,0 0 0,-1 0 0,0-1 0,0-1 0,0 1 0,-1-1 0,0 0 0,2-4 92,-7 9-428,1 0 0,-1 0 0,0-1 0,0 1 0,-1 0 0,1-1 0,0 1 0,-1-1 0,0 1 0,0-2 428,-3-19-6692,-6 9-1412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4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14595,'0'0'3025,"0"0"-225,0 0-703,0 0-945,0 0-712,0 0-208,0 0 256,43 8 16,-8-8-87,5 0-401,3-3-16,6-4-24,12-8-1497,-7 8-3456,-11-5-3649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13867,'0'0'2513,"0"0"-590,0 0 422,0 0-704,-14 28-386,-44 92-123,48-95-826,2 0 0,1 0 0,1 1 0,1 0 0,1 0 0,1 0 0,1 0 0,2 1 0,1-1 0,1 7-306,-1-8 93,-1-21-93,1 0 1,-1 1 0,1-1 0,0 0-1,0 0 1,0 1 0,0-1 0,1 0-1,-1 0 1,1 0 0,0-1 0,1 1-1,-1 0 1,0-1 0,1 1 0,0-1-1,0 0 1,0 0 0,0 0 0,2 1-1,2 0 28,-1 0 1,1-1-1,0 1 0,0-1 1,1 0-1,-1-1 1,1 0-1,-1 0 1,1-1-1,0 0 1,1 0-29,7 0-534,0 0 1,0-2-1,0 0 1,0-1-1,7-1 534,-12 1-1487,1-1-1,0 0 0,-1-1 1,0 0-1,0-1 1,2-1 1487,20-14-10715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13531,'0'0'2865,"0"0"-1182,0 0 416,11 21 18,5 15-1530,18 37 838,2-1 0,4-1 1,19 22-1426,-49-78-439,4 5 1559,-10-18-4108,-2-8-4898,-2-10-4366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 15603,'0'0'2865,"0"0"-1121,0 0 401,-83 125-809,45-62-16,3-5-279,3-2-417,5-13-432,8-11-112,9-11-32,4-11-48,6-3-72,0-7-528,8 0-897,14-17-2456,2-4-4168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12323,'0'0'3500,"0"0"-1498,0 0 365,0 0-652,0 0-940,0 0-368,17-6 14,56-20 43,-69 25-426,0-1-1,-1 1 0,1 1 0,0-1 1,0 0-1,0 1 0,-1 0 0,1 0 1,0 0-1,0 0 0,0 1 0,3 0-37,-5 0 8,-1-1-1,1 1 1,-1 0 0,0-1-1,1 1 1,-1 0-1,0 0 1,0 0 0,1 0-1,-1 0 1,0 0-1,0 0 1,0 1 0,0-1-1,0 0 1,0 1-1,-1-1 1,1 0 0,0 1-1,0 1-7,0 2 49,0 0 0,-1 1 0,1-1-1,-1 0 1,0 1 0,-1-1 0,1 0 0,-1 1 0,0-1 0,0 0-1,-1 0 1,1 0 0,-3 4-49,-3 6 137,-1 0-1,0 0 1,-9 9-137,6-7 76,0 0 0,1 1 1,-2 6-77,10-19 20,0-1 1,1 1-1,-1 0 1,1 1-1,0-1 1,0 0-1,1 0 1,-1 0-1,1 1 1,0-1-1,0 0 1,1 0-1,0 1 1,1 2-21,0-7 23,0 1 0,0-1 0,0 0 0,0 0 0,1-1 1,-1 1-1,1 0 0,-1-1 0,0 1 0,1-1 0,-1 0 1,1 0-1,-1 0 0,1 0 0,-1 0 0,1 0 0,-1-1 0,1 1-23,5-1 128,68-2-10,-26-6-7527,-31 4-304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5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11987,'0'0'2719,"0"0"-475,0 0 416,8 28-399,2 6-1684,9 30 1700,8 48-2277,-17-34 816,-2 0 0,-4 1 0,-4 37-816,0-78 116,-2-21-118,1 1 0,-2-1 0,-1 0 1,0 0-1,-1 0 0,0 0 0,-2-1 1,0 0-1,0 0 0,-2-1 0,-9 13 2,4-2-209,14-25-141,0-1-260,0-2-129,0 0 0,0 0-1,1 0 1,-1 0 0,1 0-1,-1 0 1,1 0 0,0 0-1,0 0 1,0 1 0,0-1-1,0 0 1,0 0 739,16-10-9287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15427,'0'0'4177,"0"0"-2216,0 0-193,0 0-976,0 0-528,0 0 120,0 0 152,75 29-39,-43-29-353,3 0-40,0 0-104,-5 0 0,-6 0-361,-8 5-1687,-5-3-3129,-11 6-4017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6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14091,'0'0'2913,"0"0"-1321,0 0 664,0 0-463,0 0-793,0 0-520,180-17-240,-132 2-80,-5 3-152,-8 2 96,-8 3-104,-8 2-280,-14 3-1528,-5-1-3353,0 1-5466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20 133 7578,'0'0'2842,"0"0"-2,0 0-241,0 0-477,0 0-297,0 0-46,-5 0-296,-9 0-718,14 0 384,31-11-127,39-24-701,-39 18-247,0 2 0,2 0 0,0 2 0,0 2 0,21-4-74,-53 15 1,0 0 0,0-1 0,0 1 0,0 0 0,0 0 0,0 0 0,0 0 0,0 1 0,0-1-1,0 0 1,0 0 0,0 0 0,-1 1 0,1-1 0,0 1 0,0-1 0,0 1 0,0-1 0,-1 1 0,1-1 0,0 1 0,0-1 0,-1 1 0,1 0 0,-1-1 0,1 1 0,0 0-1,-1 0 1,1 0 0,-1-1 0,0 1 0,1 0 0,-1 0 0,0 0 0,1 0 0,-1 0 0,0 0 0,0 0 0,0 0-1,2 45 62,-3-32-29,-14 383 1510,14-363-1514,1-34-253,1-21-3771,1-4-2205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9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12483,'0'0'2851,"0"0"-1375,0 0-448,-7 23-241,1-3-564,-1 4 109,1-1 1,1 1-1,1 0 0,1 1 1,1 12-333,0 9 879,0-29-576,0 0-1,2 0 0,0 0 1,1 0-1,1 0 0,0-1 0,1 1 1,5 11-303,-6-23 52,0-2-1,1 1 1,0 0 0,0 0 0,0-1-1,0 1 1,0-1 0,1 0 0,-1 0 0,1 0-1,0-1 1,0 1 0,0-1 0,0 0-1,0 0 1,1-1 0,-1 1 0,1-1 0,-1 0-1,1 0 1,-1 0 0,1-1 0,0 1 0,-1-1-1,4 0-51,4 0 83,0-1-1,0 0 1,-1 0-1,1-1 0,0-1 1,-1 0-1,0 0 1,0-1-1,8-4-82,-6 2 21,0-2-1,0 0 1,-1 0-1,0-1 1,0 0-1,0-2-20,-8 7 5,0-1 0,0 1-1,0-1 1,0 0 0,-1 0 0,0 0-1,0 0 1,0 0 0,-1-1-1,0 1 1,0-1 0,0 0 0,0 1-1,-1-1 1,0 0 0,0-3-5,-1 0 47,0 0-1,-1 1 1,0-1 0,0 0 0,-1 1-1,0-1 1,0 1 0,-1 0 0,0-1-1,0 1 1,-1 1 0,-3-5-47,-2-2 129,-1 0 1,-1 0-1,0 1 1,-1 1-1,-13-11-129,20 18 11,-1 0 0,0 1 0,1-1 0,-1 1 0,-1 1 0,1-1-1,0 1 1,-1 0 0,0 0 0,0 1 0,0 0 0,0 0 0,0 1 0,0 0 0,0 0-1,0 0 1,0 1 0,-5 1-11,-4 1-765,20 3-2776,24 5-3854,4-6-2678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2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13715,'0'0'2503,"0"0"-152,0 30 271,-2 15-1812,1-1 83,1 1-1,5 35-892,-4-68 101,1 0 0,1 0 0,-1-1 0,2 1 0,0 0-1,0-1 1,1 0 0,0 0 0,1 0 0,0-1 0,1 0-1,0 0 1,0-1 0,1 1 0,8 5-101,-9-9 13,0 0 0,1 0 0,0-1 0,0 0 1,0-1-1,1 0 0,-1 0 0,1 0 0,0-1 0,0-1 0,0 0 0,1 0 1,-1 0-1,1-1 0,-1-1 0,1 0 0,-1 0 0,0 0 0,1-2 0,1 1-13,-4-1 14,-1 0-1,0 0 0,1 0 1,-1-1-1,0 0 0,-1 0 1,1-1-1,0 0 0,-1 1 1,0-2-1,0 1 0,0-1 1,0 0-1,-1 0 0,0 0 1,0 0-1,0-1 0,-1 1 1,1-1-1,-1 0 0,-1 0 1,1-1-1,-1 1 0,0 0 1,-1-1-1,0 1 0,1-2-13,0-1 100,-1-1-1,0 0 1,0 1 0,-1-1-1,0 0 1,0 0-1,-1 1 1,-1-1 0,1 0-1,-2 1 1,1-1-1,-1 1 1,-1 0 0,0 0-1,0 0 1,0 1-1,-1-1 1,-3-2-100,0 1 105,-1 1 0,-1-1 0,0 2 0,0-1 0,-1 2 0,0-1 0,0 1 0,-1 1 1,1 0-1,-1 1 0,-12-4-105,3 2 30,-1 2 0,0 0 0,0 2 0,0 0 0,-1 2 0,-11 0-30,35 1-27,-1 0-1,1 1 0,-1-1 1,1 0-1,-1 1 0,1-1 1,-1 0-1,0 1 0,1-1 1,-1 0-1,1 1 0,-1-1 1,0 1-1,1-1 0,-1 1 1,0-1-1,0 1 1,1-1-1,-1 1 0,0-1 1,0 1-1,0-1 0,0 1 1,1-1-1,-1 1 0,0-1 1,0 1-1,0 0 0,0-1 1,0 1-1,-1-1 0,1 1 1,0-1-1,0 1 1,0-1-1,0 1 0,0-1 1,-1 1-1,1-1 0,0 1 1,-1-1-1,1 1 0,0-1 1,-1 1-1,1-1 0,0 0 1,-1 1-1,1-1 0,-1 0 1,1 1-1,-1-1 1,1 0-1,-1 1 0,1-1 1,-1 0-1,1 0 0,-1 0 1,1 1-1,-1-1 0,1 0 1,-1 0-1,1 0 0,-1 0 1,0 0-1,1 0 0,-1 0 1,0 0 27,56 22-3283,-10-10-1932,16-3-5531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30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13851,'0'0'4777,"0"0"-2174,0 0-676,-5 20-248,-9 24-1024,-2 0-1,-1-1 0,-2-1 1,-2-1-1,-2-1 0,-20 26-654,36-57-80,6-6-32,0-1 0,-1 1 0,0-1 0,1 0 1,-1 0-1,0 1 0,0-1 0,0 0 0,0-1 1,0 1-1,-1 0 0,1 0 0,-1-1 1,1 0-1,-3 2 112,5-4-165,-1 1 1,1 0-1,0 0 1,-1 0 0,1 0-1,0-1 1,-1 1-1,1 0 1,0 0-1,-1-1 1,1 1-1,0 0 1,-1-1 0,1 1-1,0 0 1,0-1-1,-1 1 1,1 0-1,0-1 1,0 1-1,0-1 1,-1 1 0,1 0-1,0-1 1,0 1-1,0-1 1,0 1-1,0 0 1,0-1-1,0 1 1,0-1-1,0 1 165,-1-4-1889,-4-13-6827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30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10658,'0'0'7106,"0"0"-4994,0 0-695,0 0 479,0 0-592,0 0-512,115 165-456,-93-122-280,-6-4 9,-3-6-65,-8-6-257,-2-3-1223,-3-7-2545,0-5-2336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3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90 161 14211,'0'0'3517,"0"0"-1182,0 0-80,0 0-845,0 0-685,0 0-351,9-5-98,-7 4-281,2-1 45,1-1 0,-1 1-1,0 0 1,0-1 0,0 0 0,0 0 0,-1 0 0,1-1 0,-1 1-1,0-1 1,0 1 0,0-1 0,0 0 0,-1 0 0,0-1 0,1 1 0,-1 0-1,-1-1 1,1 1 0,-1-1 0,0 0 0,1-2-40,-2-39 349,1 23 285,1 45-388,24 184-230,-13-116 12,-3 1-1,-3 34-27,-7-123 0,0 0 0,-1 0-1,1 0 1,0 0 0,0 0 0,-1 0-1,0 0 1,1 0 0,-1-1 0,0 1 0,0 0-1,0 0 1,0 0 0,0-1 0,0 1-1,0-1 1,-1 1 0,1-1 0,-1 1-1,1-1 1,-1 0 0,1 1 0,-1-1-1,-1 1 1,-2 0 2,0 0-1,0 0 0,0-1 0,0 1 1,-1-1-1,1 0 0,0 0 0,-1-1 0,-5 0-1,-5 0 31,0-1 0,0 0-1,0-2 1,0 0 0,0-1 0,-6-2-31,20 6 9,1 0-1,0-1 1,-1 1 0,1 0 0,0 0 0,0-1 0,-1 1 0,1-1 0,0 1 0,0-1 0,-1 1 0,1-1 0,0 0 0,0 0 0,0 0 0,0 1 0,0-1 0,0 0 0,0 0 0,1 0 0,-1-1-9,27 0 226,-2 1-291,17-3-684,-1-2 0,14-4 749,-20 3-2013,21-7-4414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3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15595,'0'0'3097,"0"0"-176,0 0-433,0 0-1504,-16 123-720,16-97-208,0 1-56,0-5-1424,8-15-4793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33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23 285 9578,'0'0'5094,"0"0"-2408,0 0-609,0 0-636,0-26-580,0-182 1859,0 171-1726,0 23-491,0 23 22,-1 38-526,2 0 0,2 1 0,2-1 0,2 0-1,2-1 1,13 39 1,-20-79-155,0 1 0,0-1-1,0 1 1,-1-1 0,0 1-1,0-1 1,-1 1 0,1 0 0,-2-1-1,1 1 1,-1 3 155,0-7-56,0-1 0,0 0 0,0 1 0,0-1 1,0 0-1,0 1 0,-1-1 0,1 0 0,-1 0 0,1 0 0,-1 0 0,0-1 1,0 1-1,0 0 0,0-1 0,0 1 0,0-1 0,0 0 0,0 1 0,-1-1 1,1 0-1,-1 0 0,1-1 0,0 1 0,-1 0 0,1-1 0,-1 0 1,0 1-1,-1-1 56,-15 7 1460,19-7-1450,-1 1-1,1-1 0,0 1 1,0-1-1,0 0 1,0 1-1,-1-1 0,1 1 1,0-1-1,0 0 0,0 1 1,0-1-1,0 1 0,0-1 1,0 1-1,0-1 1,0 0-1,0 1 0,1-1 1,-1 1-1,0-1 0,0 1 1,0-1-1,0 0 1,1 1-1,-1-1 0,0 0 1,0 1-1,1-1-9,0 2-6,1-1 1,-1 1-1,1-1 1,-1 1-1,1-1 0,0 0 1,0 0-1,0 0 1,0 0-1,-1 0 1,1 0-1,1 0 0,-1 0 1,0-1-1,0 1 1,1-1 5,34 2 372,0-1 0,8-2-372,12 0-8185,-57 1 2457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5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13339,'0'0'4262,"0"0"-1433,0 0-547,0 0-663,0 0-634,0 0-263,8 7-17,6 2-491,0 0 0,1-1 0,0 0 1,0-1-1,0-1 0,1 0 0,11 2-214,6 1-34,-20-4-320,1-1 0,0-1 0,1 0 0,-1-1 0,9 1 354,-23-3-2488,-1 0-2971,-8 0-3166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5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3041,'0'0'13979,"0"0"-9562,0 0-2249,0 0-288,0 0-999,0 0-457,0 0-208,81 5-200,-41-5-16,19 0-512,-10-5-1361,-6-2-4144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56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132 316 13539,'0'0'2642,"0"0"-579,0 0-49,0 0-843,0 0-146,0 0 199,7-14-166,-4 9-983,5-10 226,-1-1 0,0 0 0,-1 0 0,-1-1 1,0 0-1,0-8-301,1-11 641,0 0 1,2 1-1,13-32-641,-23 73 8,2 0 0,-1 0-1,1 1 1,-1-1 0,2 0 0,-1 1 0,1 3-8,1 15 9,0 71 25,1-49 20,-2-1 1,-3 1 0,-1-1-1,-9 42-54,11-85 4,-1 0-1,1 1 0,-1-1 1,1 0-1,-1 0 0,0 0 1,-1 0-1,1 0 1,0 0-1,-1-1 0,1 1 1,-1-1-1,0 0 0,0 1 1,0-1-1,0-1 0,0 1 1,0 0-1,-1-1 1,1 0-1,-1 1 0,1-1 1,-1-1-1,1 1-3,-17 4 13,0-2 1,0 0-1,-1-2 0,1 0-13,-14 2 22,33-3-23,1 0 1,-1 0-1,0 0 0,1 0 1,-1 0-1,1 0 0,-1 1 0,0-1 1,1 0-1,-1 0 0,1 1 1,-1-1-1,1 0 0,-1 1 0,1-1 1,-1 0-1,1 1 0,0-1 0,-1 1 1,1-1-1,-1 1 0,1-1 1,0 1-1,-1-1 0,1 1 0,0-1 1,0 1-1,-1 0 0,1-1 0,0 1 1,0-1-1,0 1 0,0 0 1,0-1-1,0 1 0,0-1 0,0 1 1,0 0-1,0-1 0,0 1 0,0-1 1,1 1-1,-1 0 0,0-1 1,0 1-1,1-1 0,-1 1 0,0-1 1,0 1-1,1-1 0,-1 1 1,1-1-1,-1 1 0,1-1 0,-1 1 1,0-1-1,1 0 0,-1 1 0,1-1 1,0 0-1,-1 1 0,1-1 1,-1 0-1,1 0 0,-1 0 0,1 0 1,0 1-1,-1-1 0,1 0 0,0 0 2,58 12-562,36 2 561,-43-10-3637,-1-2-4508,-16-2-5107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5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18 277 15011,'0'0'3806,"0"0"-1428,0 0-793,0 0-813,0 0-467,0 0 181,11-18 78,34-60 9,-41 71-459,-1-1-1,0 0 1,0-1-1,-1 1 1,0 0 0,0-1-1,-1 1 1,0-1-1,-1 1 1,0-1-1,0 0 1,-1 1 0,-1-7-114,0-19 278,3 11-113,1 54 86,3 25-32,8 12-298,-3 1 0,-3 0 0,-2 44 79,-5-110-31,-1-1 0,1 1 0,-1-1 0,0 1 0,0-1 1,1 1-1,-2-1 0,1 1 0,0-1 0,0 0 0,-1 0 1,1 1-1,-1-1 0,0 0 0,0-1 0,0 1 0,0 0 0,0 0 1,0-1-1,0 1 0,0-1 0,-1 0 0,1 0 0,0 0 1,-2 1 30,-11 4-356,0-1 0,0 0 1,-15 2 355,13-3-595,43-6 774,-1 0 1,1 2-1,19 3-179,22-1 289,-66-2-292,23 0-2520,0 0-3738,-16 0-3385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3:57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57 13571,'0'0'3089,"0"0"-337,0 0-718,0 0-959,0 0-164,0 0-20,-5 21-183,2-7-587,-5 20 278,2 0 0,1 0 1,0 29-400,5-52 65,-1-1 2,1-1 1,0 0-1,1 1 1,0-1 0,1 0-1,-1 0 1,4 8-68,-4-14 10,1-1 1,-1 1-1,1 0 0,0-1 1,0 1-1,0-1 1,0 1-1,1-1 0,-1 0 1,1 0-1,-1 0 0,1-1 1,0 1-1,-1 0 0,1-1 1,0 0-1,0 0 1,0 0-1,0 0 0,0 0 1,0 0-1,0-1 0,1 1 1,-1-1-1,0 0-10,6 1 20,-1-1 0,0 0 0,1 0 0,-1 0-1,0-1 1,1-1 0,-1 1 0,0-1 0,0-1 0,0 0-1,0 0 1,-1 0 0,1-1 0,-1 0 0,0 0 0,0-1 0,0 0-1,-1 0 1,0-1 0,0 1 0,0-1 0,0-1 0,-1 1-1,0-1 1,-1 0 0,1 0 0,-1-1 0,-1 1 0,1-1 0,-1 0-1,-1 1 1,0-1 0,0-1 0,1-4-20,-1 2 97,0 0 1,0-1-1,-1 1 0,0 0 1,-1 0-1,-1-1 0,0 1 1,0 0-1,-1 0 0,-1-5-97,1 10 7,0 0 0,-1 1 0,0-1-1,0 1 1,0-1 0,0 1 0,-1 0-1,0 0 1,0 0 0,0 1 0,-1 0-1,1-1 1,-1 2 0,0-1 0,0 0-1,-1 1 1,1 0 0,-1 0 0,-1 0-7,-1 0-242,0 1 0,0 0 0,-1 1 1,1 0-1,0 0 0,0 1 1,-1 0-1,1 0 0,0 1 1,-1 0-1,1 0 0,0 1 1,0 0-1,0 0 0,0 1 1,0 0-1,1 1 0,0 0 0,-1 0 1,1 0-1,0 1 0,-5 4 242,-31 29-6042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4:0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10882,'0'0'3085,"0"0"-391,0 0 156,0 0-678,0 0-1075,1 3-535,3 17-145,-1 0-1,-1 0 1,0 0-1,-2 0 1,0 0-1,-2 8-416,0 24 457,3 44 206,0 8 182,-6 33-845,5-137 5,0 1 0,0-1 0,0 1 0,0-1 0,0 1 0,0-1-1,0 1 1,0-1 0,0 1 0,0-1 0,0 0 0,0 1 0,0-1 0,0 1 0,-1-1 0,1 1 0,0-1 0,0 0 0,0 1 0,-1-1 0,1 1-1,0-1 1,-1 0 0,1 1 0,0-1 0,-1 0 0,1 1 0,0-1 0,-1 0 0,1 0 0,-1 0 0,1 1 0,-1-1 0,1 0 0,-1 0-5,-13-10 109,-9-24-55,16 22-49,1 0 1,1 0-1,0-1 1,1 1-1,0-1 1,1 0-1,0 0 0,1-1 1,0 1-1,1 0 1,1-1-1,0 1 0,1-1 1,0 1-1,4-13-5,-1 11-7,0 1-1,2-1 1,-1 1 0,2 1-1,0-1 1,1 1 0,0 0-1,0 0 1,2 1-1,0 1 1,0-1 0,1 2-1,9-9 8,-6 8-6,0 1 0,1 0-1,-1 1 1,2 0 0,-1 1-1,1 1 1,7-1 6,-19 5-1,1 2 0,0-1 0,-1 1 0,1-1 1,0 1-1,0 1 0,0-1 0,0 1 0,0-1 0,0 2 0,0-1 1,0 0-1,0 1 0,0 0 0,0 0 0,0 1 0,0-1 0,-1 1 1,1 0-1,-1 0 0,1 1 0,-1-1 0,0 1 0,0 0 1,0 0-1,3 3 1,0 3 5,0 1 0,-1-1 0,-1 1 0,1 0 0,-2 0 1,1 1-1,-2 0 0,1-1 0,-1 1 0,-1 0 0,0 0 0,-1 1 1,0-1-1,0 0 0,-1 5-5,-1-4 47,1 1 1,-2 0-1,0-1 1,0 0-1,-1 1 1,0-1-1,-1 0 1,-1 0-1,0-1 1,0 0-1,-1 1 1,-1-2-1,-5 7-47,-6 6 110,-1-1 0,-2 0 0,0-2-1,-1-1 1,-1 0 0,0-2 0,-15 7-110,36-22 7,1-1 0,-1 0 1,0 1-1,0-1 0,0 0 1,0 0-1,0 0 0,0 0 1,0-1-1,0 1 0,0-1 1,-1 1-1,1-1 0,0 0 1,0 1-1,-1-1 0,1-1 1,0 1-1,0 0 0,-1 0 1,1-1-1,0 1 0,0-1 1,0 0-1,0 1 1,0-1-1,-2-1-7,2-1-44,0 0 0,1 1 1,-1-1-1,0 0 0,1 0 0,0 0 1,-1-1-1,1 1 0,0 0 0,1 0 1,-1-1-1,1 1 0,-1 0 0,1-1 1,0 1-1,0-1 0,1-1 44,-1 4-102,0 0-1,1-1 0,-1 1 1,1-1-1,-1 1 1,1 0-1,0 0 1,0-1-1,-1 1 0,1 0 1,0 0-1,0 0 1,0 0-1,0 0 0,0 0 1,0 0-1,1 0 1,-1 1-1,0-1 1,0 0-1,1 1 0,-1-1 1,1 0 102,36-13-2175,-29 11 1299,42-13-5723,1 0-4497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4:0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156 106 13419,'0'0'2579,"0"0"-373,0 0 84,0 0-1187,0 0-729,0 0-104,-22 18 117,-68 63 6,85-75-302,0 1 0,0 0 0,1-1 0,0 2 0,1-1 0,-1 0 0,1 1 0,1-1 0,0 1 0,0 0 0,0 0 0,1 0 0,0 0 0,0 0 0,1 0 0,0 0 0,1 0 0,0 0 0,0 0 0,1 0 0,0 1-91,-2-7 21,1 0 1,-1 0-1,1 0 0,0-1 1,0 1-1,0 0 1,0-1-1,0 1 0,0 0 1,0-1-1,0 1 0,1-1 1,-1 0-1,0 1 1,1-1-1,-1 0 0,1 0 1,0 0-1,-1 0 0,1 0 1,1 0-22,2 1 40,1 0 0,-1 0 1,1-1-1,0 0 1,0 0-1,-1 0 0,7-1-40,2 0 51,1-1-1,-1 0 0,1-1 1,-1-1-1,13-4-50,-20 5 28,0 0-1,-1-1 1,1-1-1,-1 1 1,1-1 0,-1 0-1,-1 0 1,1-1 0,0 1-1,-1-1 1,0 0-1,0-1 1,-1 0 0,1 1-1,-1-1 1,-1-1 0,1 1-1,-1 0 1,0-1 0,0 0-1,-1 0 1,0 0-1,0 0 1,-1 0 0,0 0-1,0 0 1,0 0 0,-1-1-1,0 1 1,-1 0 0,1 0-1,-2 0 1,1-1-1,-1 1 1,0 0 0,0 1-1,-1-1 1,1 0 0,-2 1-1,1-1 1,-1 1-1,0 0 1,-5-5-28,-1 1 29,0 0 0,-1 2 0,-1-1-1,1 1 1,-1 1 0,-5-2-29,-16-11-701,32 20 572,0-1 0,0 1 0,1-1-1,-1 1 1,0-1 0,1 1 0,-1-1 0,1 1 0,-1-1 0,0 0 0,1 1-1,0-1 1,-1 0 0,1 0 0,-1 1 0,1-1 0,0 0 0,-1 0 0,1 1-1,0-1 1,0 0 0,0 0 0,0 0 0,-1 0 0,1 1 0,0-1 0,1 0-1,-1 0 1,0 0 0,0 0 0,0 0 129,12-15-6398,13-1-3759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4:07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13051,'0'0'5169,"0"0"-3841,0 0 1625,0 0-849,0 169-679,0-103-393,0-1-528,0-10-168,0-4-328,0-7 88,3-13-96,10-7 0,4-2-192,4-8-528,22-11-665,-5-1-1511,-3-2-3449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4:07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13 14835,'0'0'2389,"0"0"38,0 0-404,0 0-743,0 0-592,0 0-135,-19 3-176,19-3-377,-18 3 101,1 1 1,0 1-1,-11 4-101,25-7 27,0-1 0,1 1 0,-1 0 1,0 0-1,1 0 0,0 0 0,-1 1 0,1-1 0,0 0 1,0 1-1,0 0 0,1-1 0,-1 1 0,0 0 0,1 0 1,0 0-1,0 0 0,-1 2-27,-6 54 545,7-52-481,0-1-34,1 0 0,0 1 1,0-1-1,0 1 0,1-1 1,0 0-1,0 1 0,0-1 1,1 0-1,0 0 0,0 0 1,2 2-31,-2-5 6,0 0 0,1 0 1,-1 0-1,1-1 0,-1 1 0,1-1 1,0 1-1,0-1 0,0 0 1,1 0-1,-1-1 0,0 1 1,1-1-1,-1 1 0,1-1 0,-1 0 1,1 0-1,0-1 0,-1 1 1,1-1-1,0 0 0,0 0-6,10 2-14,-1-2 0,1 1-1,0-2 1,0 0 0,0-1-1,0 0 1,0-1 0,-1-1-1,11-3 15,-19 5-25,0 0 1,-1-1-1,1 1 0,-1-1 0,1 0 0,-1 0 0,0 0 0,0-1 1,-1 1-1,1-1 0,-1 0 0,0 0 0,0 0 0,0 0 0,0-1 1,-1 1-1,0-1 0,0 0 0,0 0 0,0 1 0,-1-1 0,0 0 1,0 0-1,0-1 0,0 1 0,-1 0 0,0-4 25,-1-6-1,5-24 18,-3 37-16,-1 0-1,1 1 0,0-1 1,0 0-1,1 1 1,-1-1-1,0 1 0,0-1 1,1 1-1,-1 0 1,1 0-1,-1-1 0,1 1 1,0 0-1,-1 0 1,1 1-1,0-1 0,0 0 1,0 0-1,1 1 0,32-13-12,82-23-458,-104 33 297,-1 1 0,1 0 0,0 1 0,0 0 0,0 1 0,0 0 0,1 1 0,0 1 173,-13-1-14,0-1 0,0 1 0,0 0 0,0 0 0,-1 0 0,1 0 0,0 0 0,0-1 0,-1 2 0,1-1 0,-1 0 0,1 0 0,-1 0 0,1 0 0,-1 0 0,0 0 0,1 0 0,-1 1 0,0-1 0,0 0 0,0 0 0,0 0 0,0 1 0,0-1 0,0 0 0,-1 0 14,-3 36-153,0-28 191,0 0 0,0 0 0,-1-1 1,0 0-1,-1 0 0,-1 1-38,2-3 38,1 0 0,-1 0 1,1 0-1,0 0 0,1 1 0,0 0 1,0-1-1,0 1 0,1 1 1,0-1-1,0 0 0,0 7-38,2-13 4,-1 5 24,1 0-1,-1-1 1,1 1-1,1 0 1,-1-1-1,1 1 0,0 0 1,1 4-28,0-8 9,-1-1 1,0 1-1,0 0 0,1 0 1,-1-1-1,1 1 0,-1-1 1,1 0-1,0 1 0,0-1 1,-1 0-1,1 0 0,0 0 1,0 0-1,0 0 0,0-1 1,0 1-1,0 0 0,0-1 1,1 0-1,-1 1 1,0-1-1,0 0 0,1 0-9,8 1 10,1 0-1,0 0 0,0-1 1,0 0-1,0-1 0,-1-1 1,1 0-1,0 0 1,-1-1-1,0-1 0,1 0 1,0-1-10,-1-1-1047,1 0 1,-1-1 0,0-1-1,-1 1 1,0-2-1,0 0 1,0-1 1046,15-16-8519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4:07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2817,'0'0'10939,"0"0"-7227,0 0-2008,0 0-884,0 0-545,0 0-8,11 25 464,36 82 231,-41-92-609,0 0-1,-1 1 0,-1-1 1,0 1-1,-1 0 0,0 0 1,-2 1-1,0-1 0,-1 0 0,0 0 1,-1 1-1,-2 2-352,3-15 39,-1-1 0,0 0 0,1 0 0,-1 0 0,-1 1 0,1-1-1,0 0 1,-1 0 0,0 0 0,1-1 0,-1 1 0,0 0 0,-1-1 0,1 1 0,0-1 0,-1 0 0,1 0 0,-1 0 0,0 0-1,0 0 1,1 0 0,-1-1 0,0 1 0,-1-1 0,1 0 0,0 0 0,0 0 0,-3 0-39,-11 2-96,-1 0 0,1-1 0,0-1 0,-1-1 0,0 0 96,4 0-295,13 0 212,1 0 0,-1 0-1,0 0 1,0-1 0,1 1 0,-1 0 0,0 0 0,0 0 0,1 0 0,-1-1 0,0 1 0,0 0 0,1-1 0,-1 1 0,1 0 0,-1-1-1,0 1 1,1-1 0,-1 1 0,1-1 0,-1 0 0,1 1 0,-1-1 0,1 1 0,-1-1 0,1 0 0,0 1 0,-1-1 0,1 0-1,0 0 1,0 1 0,-1-1 0,1 0 0,0 0 83,-1-18-4825,1 13 2495,0-11-11667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4:0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19084,'0'0'2417,"0"0"-1625,0 0-792,0 0-3729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2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10 9434,'0'0'4106,"0"0"-1528,0 0-601,0 0-506,0 0-313,-4-1-227,-1-1-795,-1 0-1,1 1 1,-1 0-1,0 0 0,1 0 1,-1 0-1,0 1 1,0 0-1,0 1 0,1-1 1,-1 1-1,0 0 1,1 0-1,-1 1 1,1-1-1,-1 1 0,1 1 1,0-1-1,-1 1 1,1 0-1,1 0 0,-1 0 1,0 1-1,1-1 1,0 1-1,0 0 1,0 1-1,0-1 0,0 1 1,-2 4-136,-1 3 26,0 1 1,0-1 0,2 1-1,-1 0 1,1 1 0,1 0-1,1-1 1,0 1 0,1 0-1,0 1 1,1-1 0,0 5-27,1-7 22,0-6-9,0 0 1,0 0 0,0 0-1,1 0 1,0 0 0,1 5-14,-1-9 4,0-1 0,0 1 1,-1 0-1,1-1 0,0 1 0,0-1 1,1 1-1,-1-1 0,0 0 0,0 1 1,1-1-1,-1 0 0,1 0 1,-1 0-1,1 0 0,-1 0 0,1 0 1,0-1-1,-1 1 0,1 0 0,0-1 1,0 0-1,-1 1 0,2-1-4,7 2 35,0 0 0,0-1-1,0-1 1,0 1 0,0-2 0,0 1-1,0-1 1,0-1 0,0 0-1,0 0 1,0-1 0,-1 0-1,1-1 1,-1 0 0,0-1 0,5-2-35,-7 2 14,-1 0 1,1 0 0,-1-1 0,0 0 0,-1 0 0,1 0-1,-1-1 1,-1 1 0,1-1 0,-1 0 0,0-1 0,0 1 0,-1-1-1,0 1 1,-1-1 0,0 0 0,0 0 0,0 0 0,-1-1-1,0-3-14,0 6 30,-1 0-1,1 0 0,-1 1 0,-1-1 0,1 0 0,-1 0 0,0 0 0,0 0 1,0 1-1,-1-1 0,0 0 0,0 1 0,-1-1 0,1 1 0,-1 0 0,-3-4-29,2 5 2,0 0 0,-1 0 0,1 1 0,-1 0 0,1 0 0,-1 0 0,0 0 0,0 1-1,-1 0 1,1 0 0,0 0 0,-1 1 0,1-1 0,-1 2 0,1-1 0,-1 0 0,1 1 0,-2 0-2,-1-1-60,-26 2-68,33-1 52,0 1 1,0-1-1,0 0 1,0 1-1,0-1 1,1 1-1,-1-1 1,0 1-1,0-1 1,1 1-1,-1-1 1,0 1-1,0 0 1,1-1-1,-1 1 1,1 0-1,-1-1 1,1 1 0,-1 0-1,1 0 1,-1 0-1,1 0 1,0-1-1,-1 1 1,1 0-1,0 0 1,0 0-1,0 0 1,0 0-1,0 0 1,0 0-1,0 0 76,0 0-192,0 0 0,0-1-1,0 1 1,0-1 0,0 1-1,0-1 1,0 1 0,0 0 0,1-1-1,-1 1 1,0-1 0,0 1-1,1-1 1,-1 1 0,0-1-1,1 1 1,-1-1 0,0 1-1,1-1 1,-1 0 0,1 1-1,-1-1 1,1 1 0,-1-1-1,0 0 1,1 0 0,0 1 0,-1-1-1,1 0 1,-1 0 0,1 0-1,-1 1 1,1-1 0,-1 0-1,1 0 1,0 0 0,-1 0-1,1 0 1,0 0 192,19 3-6379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2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80 1744,'0'0'7565,"0"0"-3655,0 0-1502,0 0-458,0 0-551,0 0-229,16-12-284,53-37-229,-67 47-609,1 0 0,0 0 0,0 0 0,0 1 0,0-1 0,0 1-1,0 0 1,0-1 0,1 1 0,-1 1 0,0-1 0,1 0 0,-1 1 0,0 0 0,1 0 0,-1 0 0,1 0 0,-1 0 0,0 1 0,1-1 0,-1 1 0,0 0 0,1 0 0,-1 0 0,2 2-48,-3-1 14,1 0-1,-1 0 1,1 1-1,-1-1 1,0 1-1,0-1 1,0 1-1,0 0 1,0 0-1,-1 0 1,1 0-1,-1 0 1,0 1-1,0-1 1,0 0-1,0 0 1,-1 1-1,1-1 1,-1 0-1,0 2-13,0 0 20,1 1 0,-1 0 0,-1 0 0,1-1 0,-1 1 0,0 0 0,0-1 0,-1 1 0,0-1 0,0 1-1,0-1 1,0 0 0,-2 2-20,-4 4 102,0 0-1,-1-1 0,0 0 0,-10 8-101,8-7 35,-13 12 44,1-1 53,0 1 1,2 1-1,-7 10-132,28-33 43,-1 0-1,0-1 1,1 1 0,-1 0-1,1-1 1,-1 1 0,1 0-1,-1-1 1,1 1-1,-1 0 1,1 0 0,0 0-1,-1 0 1,1-1 0,0 1-1,0 0 1,0 0-1,-1 0 1,1 0 0,0 0-1,0 0 1,1 0 0,-1 0-1,0-1 1,0 1-1,0 0 1,0 0 0,1 0-1,-1 0 1,0 0 0,1-1-1,-1 1 1,1 0-1,-1 0 1,1-1 0,-1 1-1,1 0 1,0-1 0,-1 1-1,1 0 1,0-1-1,-1 1 1,1-1 0,0 1-1,0-1 1,0 1 0,-1-1-1,1 0 1,0 0-1,0 1 1,0-1 0,0 0-1,0 0 1,0 0-1,-1 0 1,1 0 0,0 0-1,0 0-42,11 2 331,0-2 0,0 1 0,0-1 0,6-2-331,-3 1-3,17 1 9,-16-1-161,1 1 0,-1 0 0,15 4 155,-25-3-417,-1 0 1,1 1-1,-1-1 0,0 1 0,0 0 1,0 1-1,0 0 0,2 1 417,19 13-6060,-4-2-5748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29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173 117 13019,'0'0'2230,"0"0"-494,0 0 43,0 0-692,0 0-360,0 0-6,-11-8-143,-34-27-68,45 35-495,0 0 0,-1 0 0,1-1 0,-1 1 0,1 0-1,0 0 1,0 0 0,-1-1 0,1 1 0,0 0 0,-1-1-1,1 1 1,0 0 0,0-1 0,-1 1 0,1 0 0,0-1-1,0 1 1,0-1 0,0 1 0,0 0 0,-1-1-1,1 1 1,0-1 0,0 1 0,0 0 0,0-1 0,0 1-1,0-1 1,0 1 0,0 0 0,1-1 0,-1 1 0,0-1-1,0 1 1,0 0 0,0-1 0,0 1 0,1 0 0,-1-1-1,0 1 1,0 0 0,1-1 0,-1 1 0,0 0 0,0-1-1,1 1 1,-1 0 0,0 0 0,1-1 0,-1 1-1,0 0 1,1 0 0,-1 0 0,1 0 0,-1-1 0,0 1-1,1 0 1,-1 0 0,1 0 0,-1 0 0,0 0 0,1 0-1,-1 0 1,1 0 0,-1 0 0,0 0 0,1 0 0,-1 0-1,1 1-14,29-4 384,-30 3-329,7 0 84,-6 0-110,1-1 0,-1 1 0,1 0 0,0 0 0,-1 0 0,1 0-1,-1 0 1,1 0 0,0 0 0,-1 0 0,1 1 0,-1-1 0,1 1 0,-1-1-1,1 1 1,-1 0 0,1-1 0,-1 1 0,1 0-29,-4 1 60,-1-1 1,1 0-1,-1 0 0,1 0 1,-1 0-1,1 0 0,-1 0 1,0-1-1,1 1 0,-1-1 1,0 0-1,0 0 0,1 0 1,-1 0-1,-1-1-60,1 2 23,-12 0 75,-31-1 73,45 0-166,0 0 0,-1 0 1,1 0-1,0-1 0,0 1 0,0 0 1,0-1-1,0 1 0,0 0 0,0-1 1,0 1-1,0-1 0,1 0 0,-1 1 0,0-1 1,0 0-1,0 1 0,1-1 0,-1 0 1,0 0-1,1 0 0,-1 0 0,1 0 1,-1 0-1,1 0 0,-1 0 0,1 0 1,-1 0-1,1 0 0,0 0 0,0 0 0,0 0 1,0 0-1,-1-1-5,1 1 2,0-1 0,0 0 0,0 1 0,0-1 0,1 0 0,-1 1 0,0-1 0,1 1 1,-1-1-1,1 1 0,-1-1 0,1 1 0,0-1 0,0 1 0,0-1 0,-1 1 0,1 0 0,1 0 0,-1-1 0,0 1 0,0 0 1,0 0-1,1 0 0,-1 0 0,0 0 0,1 1 0,-1-1 0,1 0 0,-1 0 0,1 1-2,5-2 2,0 1-1,0 0 1,-1 0 0,1 1-1,0 0 1,5 0-2,2 0 16,-14 1-12,0 0 1,0 0 0,0 1-1,0-1 1,-1 0-1,1 0 1,0 0-1,-1 0 1,1 0-1,-1-1 1,1 1 0,-1 0-1,1 0 1,-1 0-1,1 0 1,-1 0-1,0-1 1,0 1-1,1 0 1,-1-1 0,0 1-1,0 0 1,0-1-1,0 1-4,-23 8 182,0-1 0,0-2 1,-22 4-183,24-4-3215,52-6-1697,0 0-2078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54 12363,'0'0'3926,"0"0"-1179,0 0-740,0 0-813,0 0-725,0 0 1,-6 7 183,1-2-496,1 0 1,0 0-1,0 1 0,0 0 1,0-1-1,1 1 0,0 1 0,0-1 1,1 0-1,0 1 0,0 0 1,0-1-1,1 1 0,0 0 0,1 0 1,-1-1-1,1 2-157,0 2 111,0 0 0,0 0 0,1 0 0,1 0 0,-1 0 0,2-1 0,-1 1 0,1-1 0,2 5-111,-2-10 9,-1 0-1,1 0 1,0 0-1,0 0 0,0 0 1,1-1-1,0 1 1,-1-1-1,1 0 1,0 0-1,0 0 1,1-1-1,-1 1 1,0-1-1,1 0 0,0-1 1,-1 1-1,1-1 1,0 0-1,1 1-8,5 0 14,-1 0 0,1-1-1,0 0 1,0 0 0,-1-1 0,1-1-1,0 0 1,0 0 0,0-1 0,7-2-14,-14 3 7,0 0 1,-1-1-1,1 1 0,0-1 1,0 0-1,-1 0 1,1 0-1,-1 0 1,0-1-1,0 0 1,1 1-1,-2-1 1,1 0-1,0 0 1,-1-1-1,1 1 1,-1-1-1,0 1 1,0-1-1,0 0 1,-1 1-1,1-1 1,-1 0-1,0 0 1,0 0-1,0 0 1,-1 0-1,1-4-7,-1-2 15,-1 0 0,0 0 0,-1 0 0,0 0 0,0 0 0,-1 1 0,0-1 1,-1 1-1,0 0 0,-1 0 0,0 0 0,-3-5-15,0 2 13,-1 0 0,1 1 0,-2 0 0,1 1 0,-1 0 0,-1 0 0,0 1 0,-9-5-13,17 12-5,0 0 0,0 0 0,0 1-1,0 0 1,0-1 0,0 1-1,0 0 1,0 0 0,-1 1 0,1-1-1,0 1 1,0 0 0,-1-1-1,1 2 1,0-1 0,-1 0 0,1 1 5,1-1-39,0 1 1,1-1-1,-1 1 1,0 0 0,1-1-1,-1 1 1,1 0 0,-1 0-1,1 0 1,0 0-1,-1 1 1,1-1 0,0 0-1,0 1 1,0-1 0,0 0-1,0 1 1,0-1-1,0 1 1,0 0 0,1-1-1,-1 1 1,1 0 0,-1-1-1,1 1 1,-1 0-1,1 0 1,0 0 38,-1 32-2487,1 0-3313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15331,'0'0'2225,"0"0"-49,0 0 337,0 0-761,0 0-344,-70 130-623,44-96-121,1-8-576,9-4 8,6-7-96,7-6-72,3-4-584,5-5-833,14 0-1295,5 0-2305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10778,'0'0'2673,"0"0"-701,0 0-309,0 0-657,0 0-303,-25 22 314,-78 76-15,92-87-767,0 2 1,1-1 0,1 1-1,0 1 1,1 0 0,0 0-1,1 0 1,1 1 0,0 0-1,-3 13-235,4-12 198,1-5-140,1 0 1,0 0 0,1 1-1,0-1 1,1 1-1,0 0 1,0-1 0,2 1-1,-1 0 1,2-1 0,-1 1-1,2 4-58,-1-11 16,0 1 0,0-1 0,0 1-1,1-1 1,0 0 0,0 0 0,0-1 0,0 1-1,1 0 1,0-1 0,0 0 0,0 0 0,0 0 0,1-1-1,-1 1 1,1-1 0,0 0 0,0 0 0,0-1-1,0 1 1,1-1 0,-1 0 0,1-1 0,-1 1 0,4-1-16,-4 1-15,1-1 1,-1 0 0,0-1-1,1 1 1,-1-1 0,1 0 0,-1 0-1,0-1 1,1 1 0,-1-1-1,0 0 1,1-1 0,-1 0 0,3-1 14,-6 2-7,1-1 0,-1 0 0,1 0 0,-1 0 0,0-1 0,0 1 0,0-1 0,0 1 0,0-1 0,0 1 0,-1-1-1,0 0 1,1 0 0,-1 0 0,0 0 0,0 0 0,-1 0 0,1 0 0,0 0 0,-1 0 0,0 0 0,0 0 0,0-1 0,0-2 7,-1 4 1,1 1-1,-1-1 1,1 0-1,-1 0 0,0 0 1,0 0-1,0 1 1,0-1-1,0 0 0,0 1 1,0-1-1,0 1 1,-1-1-1,1 1 0,-1 0 1,1-1-1,-1 1 0,1 0 1,-1 0-1,0 0 1,0 0-1,1 0 0,-1 1 1,0-1-1,0 1 1,0-1-1,0 1 0,0-1 1,0 1-1,-1 0 0,-67-7-49,61 7 42,2-1-126,1 1 0,-1 0-1,1 0 1,0 0 0,-1 1-1,1 0 1,0 0 0,-1 1-1,-5 2 134,10-3-346,0 1-1,0 0 1,0-1 0,1 1-1,-1 0 1,0 0-1,1 0 1,-1 0-1,1 0 1,-1 0 0,1 1-1,0-1 1,0 0-1,0 1 1,1-1-1,-1 1 1,0-1 0,1 1-1,0-1 1,-1 1-1,1-1 1,0 1 0,0 0-1,1-1 1,-1 2 346,0 20-12282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5945,'0'0'1094,"0"0"323,0 0 82,0 0-269,0 0-272,0 0 182,3 17 1479,-9-6-2196,0-1-1,0 1 1,-1-1 0,0 0-1,-1-1 1,0 0 0,-1 0 0,0-1-1,-2 2-422,-1 1 369,-30 29 277,27-28-564,1 0 0,0 1 0,1 1 0,1 0 0,0 1 0,0 0 0,2 1 0,0 0 0,-1 5-82,10-11-437,2-7-8577,3-3 1999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7986,'0'0'1632,"0"0"617,0 0-841,0 0-464,0 0 40,0 0-352,14 141-288,-4-115-160,1 1-111,0-3-146,0 12 25,-1-5-2264,-2-4-4786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5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6433,'0'0'2194,"0"0"356,0 0-552,0 0-835,0 0-527,0 0-271,3-7-107,0 0-472,5-10 1217,-4 20-180,0 14-137,3 82 498,-7-76-880,1 1 0,1 0 0,2-1 0,0 0 0,1 1 0,1-2 0,6 14-304,-9-29 0,1 3 29,0-1-1,0-1 1,1 1 0,0 0-1,1-1 1,0 0-1,4 4-28,-9-12 102,-1 0 12,0-2-100,0-1 0,0 1 0,-1 0-1,1-1 1,0 1 0,-1 0 0,1 0-1,-1-1 1,0 1 0,0 0-1,0 0 1,0 0 0,-1-1-14,-3-4 7,1-1-1,-1 0 1,1 0 0,0-1 0,1 1-1,0-1 1,1 1 0,-1-1 0,2 0-1,-1 0 1,1 0-7,-1-22 15,1-1 1,2-19-16,1-4-57,-12 57-7467,6 8 1408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1608,'0'0'5794,"0"0"-5010,0 0-376,0 0-224,-102 128-184,80-104-4145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194 214 9234,'0'0'1674,"0"0"169,0 0 109,0 0-720,0 0-371,0 4-211,1 3 1368,1-11-765,6-30-340,4-52-556,-11-15 2021,-12 347-2240,0 9-36,12-236-96,-1 0 0,-2 0-1,0 0 1,0 0 0,-2-1-1,0 1 1,-2-1 0,-4 12-6,9-28-7,-1-1 1,1 1-1,-1-1 1,1 1-1,-1-1 1,1 1-1,-1-1 1,1 0-1,-1 0 1,0 0-1,0 0 0,0 0 1,0-1-1,0 1 1,0 0-1,0-1 1,0 0-1,0 1 7,-46 5-549,27-4 86,-43 0-1417,63-2 1886,1 0 114,0 0 64,26 0 331,84-9-242,43-1-3567,-123 10-442,-5 0-3667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3105,'0'0'6512,"0"0"-3618,0 0-1346,0 0-522,0 0-265,0 0 19,18-8 46,10-5-392,-6 2 230,0 0 1,1 2-1,6-1-664,-28 10 9,-1-1 0,1 1 1,0 0-1,-1 0 0,1-1 0,0 1 1,-1 0-1,1 0 0,0 0 0,0 0 0,-1 0 1,1 0-1,0 0 0,-1 0 0,1 0 1,0 0-1,0 0 0,-1 0 0,1 0 1,0 1-1,-1-1 0,1 0 0,0 1 0,-1-1 1,1 0-1,-1 1 0,1-1 0,0 1 1,-1-1-1,1 1 0,-1-1 0,1 1 1,-1-1-1,0 1 0,1-1 0,-1 1 0,1 0 1,-1-1-10,1 3 36,-1 0 0,1 0 0,-1 0 0,0 0 0,0 0 0,0 0 0,0 0 0,0 0 0,-1 0 0,0 2-36,-22 68 396,14-54-395,2-1 7,-1 1 1,0-2-1,-2 1 0,0-1 1,-1 0-1,0-1 0,-2-1 1,-10 12-9,2-17 84,21-10-81,-1 0-1,1 0 1,-1 0-1,1 0 1,0 0 0,-1 0-1,1 0 1,0 0 0,-1 0-1,1 0 1,0 0-1,-1 0 1,1 0 0,0-1-1,-1 1 1,1 0-1,0 0 1,-1 0 0,1 0-1,0-1 1,-1 1 0,1 0-1,0 0 1,0-1-1,-1 1 1,1 0 0,0-1-1,0 1 1,0 0-1,0-1 1,-1 1 0,1 0-1,0-1 1,0 1 0,0 0-1,0-1 1,0 1-1,0 0 1,0-1 0,0 1-1,0 0 1,0-1 0,0 1-1,0 0 1,0-1-1,0 1 1,0 0 0,0-1-1,0 1 1,0 0-1,1-1 1,-1 1 0,0 0-1,0-1 1,0 1-3,2-1-8,1 0 1,-1 0-1,0 1 0,0-1 1,0 1-1,0 0 0,0-1 1,1 1-1,-1 0 0,0 0 1,0 0-1,0 1 1,3-1 7,0 1-26,252 13 182,-254-15-131,0 1 0,0-1 0,0-1 0,0 1 0,0 0 1,0-1-1,0 1 0,-1-1 0,1 0 0,-1 0 1,1 0-1,-1 0 0,0 0 0,0 0 0,2-3-25,34-42 111,-32 38-137,-5 7 8,-1 1-4078,0 3-882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11618,'0'0'3831,"0"0"-1065,0 0-497,0 0-1039,0 0-630,0 0-253,-14 12 156,-22 18 156,1 3 1,-9 12-660,36-35-708,-43 43 3309,21-36-5068,29-16 1817,-1-1 0,0 0 1,0 1-1,1-1 1,-1 0-1,0 0 0,1 0 1,-1 0-1,0 0 1,0 0-1,1 0 0,-1 0 1,0-1-1,1 1 1,-1-1-1,0 0 650,-6-5-7066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12723,'0'0'2536,"0"0"-383,0 0-193,0 0-816,0 0-151,0 0-409,56 125-280,-48-96-240,0-2-8,0-1-8,3-4-48,3-2-168,10-1-1697,0-5-1015,-3-4-5490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0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3545,'0'0'6839,"0"0"-3827,0 0-1485,0 0-267,0 0-101,-7 22 214,-24 69-56,28-81-1093,0 1-1,1-1 0,0 0 0,1 0 1,0 1-1,1-1 0,0 1 1,1 9-224,0 0 231,0-18-211,-1 0 1,0 0-1,1 0 0,-1 1 1,1-1-1,0 0 0,0 0 1,0 0-1,0 0 0,0-1 0,0 1 1,0 0-1,1 0 0,-1-1 1,1 1-1,-1 0 0,1-1 1,-1 0-1,1 1 0,0-1 1,0 0-1,0 0 0,0 0 1,0 0-1,0 0 0,0 0 0,0-1 1,0 1-1,0-1 0,0 1 1,2-1-21,7 1 75,-1 0 1,1 0 0,0-1 0,-1 0 0,1-1-1,1-1-75,-10 2 7,0-1-1,-1 1 0,1-1 0,0 0 1,0 0-1,0 0 0,-1 0 0,1 0 1,0 0-1,-1 0 0,1-1 0,-1 1 1,0 0-1,1-1 0,-1 0 1,0 1-1,0-1 0,0 1 0,0-1 1,0 0-1,0 0 0,0 0 0,-1 0 1,1 1-1,-1-1 0,1 0 1,-1 0-1,0-2-6,4-64 140,-5 53-128,1 7 109,-1-1 0,0 1-1,0 0 1,-1-1 0,0 1-1,0 0 1,-1 0 0,0 0-1,-1 1 1,-2-7-121,4 11 20,0 0-1,0-1 1,-1 1-1,1 0 0,-1 0 1,0 0-1,1 0 1,-1 0-1,0 1 1,-1 0-1,1-1 1,0 1-1,-1 0 1,1 0-1,-1 1 1,0-1-1,1 1 1,-1 0-1,0 0 1,0 0-1,0 0 1,0 1-1,-2-1-19,6 3-405,-1-1-1,0 1 0,1-1 1,-1 0-1,1 1 0,0-1 0,0 1 1,-1-1-1,1 1 0,0-1 1,0 1-1,0-1 0,0 1 1,1-1-1,-1 1 0,0-1 0,1 1 1,-1-1-1,1 0 406,7 14-8103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0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12603,'0'0'2032,"0"0"417,0 0 1383,0 0-2463,0 0-345,-84 147-184,60-116-600,0-6-48,8-4-192,2-6 72,6-3-72,6-5-352,2-4-656,0-3-816,8-5-1233,8-12-7329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1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45 9234,'0'0'1924,"0"0"133,0 0 49,0 0-717,0 0-418,0 0-187,17-9-193,54-23-254,-70 31-318,1 1-1,-1-1 0,1 1 1,-1-1-1,1 1 0,-1 0 1,1 0-1,0 0 0,-1 0 1,1 0-1,-1 0 0,1 0 1,0 0-1,-1 1 0,1-1 1,-1 0-1,1 1 0,-1 0 1,1-1-1,-1 1 0,1 0 1,-1 0-1,0-1 0,0 1 1,1 0-1,-1 1 0,0-1 1,0 0-1,0 0 0,0 1-18,18 35 491,-18-33-413,2 5-48,0-1 0,-1 0 0,0 1 0,-1 0-1,0-1 1,0 1 0,-1 0 0,0 0 0,-1-1 0,1 1-1,-2 0 1,1-1 0,-1 1 0,-1-1 0,1 1-1,-1-1 1,-1 0 0,0 0-30,-9 15 61,-1-1 0,-1 0 0,-2-1-1,0-1 1,-5 4-61,2-2 173,1 0-1,0 2 0,-13 25-172,40-48 333,1 1 0,-1-1 0,1-1 1,0 1-1,4-2-333,167-13 1113,-161 14-2778,22 0-6369,-21-2-3555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11 9738,'0'0'2009,"0"0"-142,0 0-606,0 0-777,0 0-290,16-2-116,50-6 460,-89 8-11,-1 0 0,1 2 0,0 1 0,1 1 0,-10 3-527,27-7 62,1 1 0,-1 1 0,1-1 0,0 1-1,-1-1 1,1 1 0,0 1 0,0-1 0,1 0 0,-1 1 0,0 0 0,1 0-1,-1 0 1,1 0 0,0 0 0,0 1 0,0 0 0,1-1 0,-1 1 0,1 0 0,0 0-1,0 0 1,1 1 0,-1-1 0,1 0 0,0 1 0,0-1 0,0 1 0,0-1-1,1 4-61,-1-3 13,1-1-1,0 0 1,1 0-1,-1 0 1,1 0-1,0 0 1,0 0-1,0 0 0,0 0 1,1 0-1,-1 0 1,1 0-1,0-1 1,0 1-1,1 0-12,1 0 28,0 0 0,1 0 0,-1-1 1,1 0-1,0 0 0,0 0 0,0 0 0,1-1 0,-1 1 1,5 0-29,4 2 32,0 0 1,0 2 0,-1-1-1,0 2 1,-1-1 0,1 2-1,3 3-32,-12-8 11,0 0 0,1 1 0,-2 0 0,1-1 0,0 1 0,-1 1 0,0-1 0,0 0 0,-1 1 0,0-1 0,1 1 0,-2 0 0,1 0 0,-1 0 0,0 0 0,0 0 0,-1 0 0,1 0 0,-1 1-11,0 1 163,0 0-1,-1 0 1,0-1 0,0 1 0,0 0 0,-1-1-1,-1 1 1,1-1 0,-1 0 0,0 0-1,-2 2-162,3-5 62,0-1 0,-1 1 0,0-1 0,0 0 0,0 0 0,0 0-1,0 0 1,0-1 0,-1 1 0,1-1 0,-1 0 0,0 0 0,0 0-1,0-1 1,0 1 0,0-1 0,0 0 0,0 0 0,0-1 0,0 1-1,0-1 1,-1 0-62,-106 1 89,60-1-3146,50 0-248,1 0-2872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11498,'0'0'2920,"0"0"-364,0 0-839,0 0-668,0 0-23,0 22 171,-1-8-984,0 26 480,-3 0 1,-1 0-1,-3 7-693,-6 17 562,-27 149 993,35-168-2720,2-1 1,2 11 1164,11-54-7048,-1-1-410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5:33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8754,'0'0'2632,"0"0"513,0 0-824,193-10-1129,-123-2-312,-9 2-312,-15 6-424,-11 4-144,-13 0-1376,-12 0-2761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0:0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22 11346,'0'0'3495,"0"0"-1646,0 0-132,0 0-748,0 0-581,0 0-225,-21 10 3912,61-33-10893,-27 14 1300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3:1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3753,'0'0'5918,"0"0"-4076,0 0-819,0 0 388,0 0 233,0 0 522,6 3 636,-3-1-2617,-1-1 0,1 2 0,-1-1 1,0 0-1,0 0 0,0 1 0,0-1 0,0 1 0,0-1 0,-1 1 1,1 0-1,-1 0 0,0 0 0,0 0 0,0 0 0,0 0 0,-1 0 1,1 0-1,-1 0 0,1 0 0,-1 0 0,0 0 0,-1 1 0,1-1-185,0 21 495,-2-1 0,-1 1 0,-1 2-495,1-4 225,-8 70 74,5 1 0,4 58-299,3-132-150,1 1 0,0 0 0,2-1 0,0 1 1,1-1-1,1 0 0,3 4 150,13 27-3395,27 44 3395,-45-85-272,27 47-6143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14635,'0'0'4265,"0"0"-2505,0 0 233,0 0-977,0 0-408,53 55 280,-2-43-328,11-2-183,-3-3-377,-2-2 120,-12-5-120,-7 0-128,-11 0-881,-27 5-1663,0-3-3057,-14 3-5458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13971,'0'0'2473,"0"0"-601,0 0 1113,0 0-1137,0 0-704,148 41-792,-94-36 0,-3-2-296,19-3-56,-14 0-832,-10-17-4593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16644,'0'0'2352,"0"0"-622,0 0-67,0 0-758,24 14-118,1 0-551,3 2 76,0 1 1,0 1-1,-2 2 1,8 8-313,-15-11 181,0 0 0,-2 2 0,0 0 0,-2 1 1,0 1-1,-1 0 0,11 22-181,-21-36 24,0 1 0,-1-1 1,0 1-1,0-1 0,-1 1 0,0 0 1,0 0-1,-1 0 0,0 0 1,-1 0-1,1 0 0,-2 0 0,1 0 1,-1 0-1,0 0 0,-1 0 0,1 0 1,-2 0-1,1-1 0,-1 1 1,0-1-1,-1 1 0,0-1 0,0 0 1,0-1-1,-4 5-24,-68 64 127,55-56-415,0 1 1,1 1 0,0 2 287,14-13-1202,4-4-2609,2-5-2888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1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7362,'0'0'6792,"0"0"-4648,0 0-701,6 22 32,64 274 3083,-68-287-4434,19 83 698,-18-82-735,0-1-1,1 1 1,0-1 0,0 0-1,1 0 1,0-1 0,1 0-1,0 1-86,-5-8 20,-1 0 0,1-1 0,0 1 0,-1 0 0,1-1-1,0 1 1,-1-1 0,1 1 0,0-1 0,0 1 0,0-1 0,-1 0-1,1 1 1,0-1 0,0 0 0,0 0 0,0 0 0,0 0-1,0 1 1,-1-1 0,1 0 0,0 0 0,0-1 0,0 1-1,0 0 1,0 0 0,0 0 0,-1-1 0,1 1 0,0 0 0,0-1-1,0 1 1,-1-1 0,1 1 0,0-1 0,0 1 0,-1-1-1,1 1 1,0-1 0,0 0-20,21-28 460,-22 28-460,25-38 92,-3-2 0,-1-1 0,-2-1 0,-2 0 0,-2-1 0,-2-1 0,-2 0 0,-2-1 0,-1-4-92,-8 49-59,0 1-1,-1-1 1,1 0 0,0 1-1,0-1 1,0 0-1,0 1 1,0-1 0,0 0-1,0 1 1,0-1 0,0 0-1,0 1 1,0-1-1,1 0 1,-1 1 0,0-1-1,0 0 1,1 1-1,-1-1 1,0 0 0,1 1-1,-1-1 1,1 1-1,-1-1 1,1 1 0,-1-1-1,1 1 1,-1-1-1,1 1 1,-1 0 0,1-1-1,0 1 1,-1 0 0,1-1-1,-1 1 1,1 0-1,0 0 1,-1 0 0,1-1-1,0 1 1,0 0-1,-1 0 1,1 0 0,0 0-1,-1 0 1,1 0-1,0 0 1,-1 1 0,1-1-1,0 0 1,-1 0-1,1 0 1,0 1 0,-1-1-1,1 0 1,-1 1 0,1-1-1,0 1 1,0-1 59,16 7-6536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15067,'0'0'2505,"0"0"-467,0 0 335,-16 27-758,-51 89-754,54-91-689,1 1 1,1 0 0,2 0-1,1 2 1,1-1 0,1 1-1,1 0 1,2 0 0,1 0 0,1 15-173,0 12 76,1-42 64,0-36-38,4-48-272,3 1-1,4 0 0,2 0 1,11-28 170,-23 94-2,0-1 1,0 1 0,1 0 0,0-1-1,-1 1 1,1 0 0,1 0 0,-1 0-1,1 0 1,-1 1 0,1-1 0,0 1-1,0-1 1,1 1 0,-1 0 0,1 0-1,-1 0 1,1 1 1,3-1-5,0 0-1,-1 0 1,1 1-1,0 0 1,0 0-1,0 1 1,1 0-1,-1 0 1,0 1-1,0 0 1,1 0 5,-2 0 0,-1 0 0,0 0 0,1 0 0,-1 1 1,1 0-1,-1 0 0,0 0 0,0 0 0,0 1 0,0 0 0,0 0 0,0 1 1,0-1-1,0 1 0,-1 0 0,0 0 0,1 1 0,-1-1 0,0 1 1,-1 0-1,1 0 0,-1 0 0,1 0 0,-1 1 0,-1-1 0,1 1 1,-1 0-1,1 0 0,-1 2 0,6 13 16,-2 1 0,0-1 0,-1 1 0,-2 0 0,0 1 0,0 4-16,-2-4-14,2-1 1,0 0-1,2 0 1,0-1-1,2 1 1,0 0 13,-7-20-56,1 0 1,-1-1 0,0 1-1,1 0 1,-1 0 0,1 0-1,-1 0 1,1-1 0,0 1-1,-1 0 1,1-1 0,0 1-1,-1 0 1,1-1 0,0 1-1,0-1 1,-1 1 0,1-1-1,0 1 1,0-1 0,0 0 55,13 1-3565,-13-1 3322,5 0-4246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15891,'0'0'2753,"0"0"-112,0 0-945,0 0-952,0 0-400,148-65-64,-91 38-272,2 3-16,8-5-736,-11 7-1672,-16 5-2930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62 10850,'0'0'2894,"0"0"-130,0 0-28,0 26-641,-1 4-1585,-1 1 134,1-1 1,2 1-1,1 0 1,5 24-645,-4-44 136,0 1 1,0-1 0,2 0 0,-1 0 0,1 0 0,1-1 0,-1 0 0,2 0 0,2 4-137,-3-14 264,-4-9-159,-1-17-91,-2 22 2,0-21 18,-1 0 0,-5-21-34,3 26 7,1-1-1,1 1 1,1-1 0,0-5-7,2 19-3,0 0-1,0 0 1,0 0-1,1 0 1,0 0-1,0 1 1,1-1-1,-1 0 1,2 1-1,-1 0 1,1 0-1,0 0 1,0 0-1,3-2 4,-3 2-5,0 1 0,1 0 0,0 0-1,0 0 1,1 1 0,-1 0 0,1 0 0,0 0-1,0 1 1,0 0 0,0 0 0,0 0 0,1 1-1,0 0 1,-1 0 0,1 1 0,0 0 0,0 0-1,0 0 1,0 1 0,3 0 5,-9 1-1,0 0 0,1 0 1,-1 0-1,0 0 0,0 0 0,0 0 1,0 0-1,0 0 0,0 0 0,0 1 0,-1-1 1,1 0-1,0 1 0,-1-1 0,1 0 1,-1 1-1,1-1 0,-1 1 0,0-1 1,1 1-1,-1-1 0,0 1 0,0-1 1,0 1-1,0-1 0,-1 1 0,1 0 1,-3 45 0,-1-31-1,-1-1 1,0 0 0,-1-1 0,-1 1 0,0-1 0,-1-1 0,-1 1-1,0-1 1,-9 9 0,-25 42 12,38-56-11,0 0 0,0 0 0,1 1-1,0-1 1,0 1 0,1 0 0,0 1-1,1-1 1,0 0 0,0 1 0,1-1-1,0 1 1,1-1 0,1 9-1,0-16 19,0 0 0,0 1 0,1-1 1,-1 0-1,1 0 0,0 0 0,-1 0 0,1 0 1,0 0-1,0 0 0,0-1 0,0 1 0,1-1 1,-1 1-1,0-1 0,1 0 0,-1 0 0,1 0 1,-1 0-1,1-1 0,-1 1 0,1-1 0,1 1-19,67 10 702,-64-11-650,31 4-136,0-2 0,0-2 1,0-2-1,9-2 84,-31 2-2953,1-1 0,-1-1 0,15-6 2953,1-4-12787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10626,'0'0'5705,"0"0"-4656,0 0 1591,0 0-767,0 0-305,-118 167-336,104-104-384,9-1-55,5-1-577,3-10 24,18-8-240,9-7 0,-1-7-96,6-9-376,16-13-793,-5-5-2656,-6-2-3216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3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13827,'0'0'2232,"0"0"473,0 0-745,0 0 9,121 138-969,-97-97-552,-2 0-304,-1-7-96,-2-3-48,0-7 0,-1-4-336,-1-11-1688,-4-6-2129,-5-3-5457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3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 1072,'0'0'13072,"0"0"-8460,0 0-2434,0 0-383,-28 27-241,-89 91-600,66-60 570,-43 61-1524,14-17 298,67-88-322,9-10-7,-1 0 0,1 1 0,1-1 0,-1 1 0,0-1 0,1 1 0,0 0-1,0 0 1,1 1 0,-1-1 0,1 1 0,0-1 0,0 5 31,2-8-103,1 3-696,13-4-487,-4-1 356,0-1 1,0 0-1,0-1 1,0 0 0,0 0-1,0-1 1,-1-1 0,4-1 929,33-18-8462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15171,'0'0'2912,"0"0"-827,0 0-175,0 0-510,16 24-257,49 82-300,-55-87-701,-1 1 0,-2-1 0,0 1 0,-1 1 0,0-1-1,-2 1 1,-1 0 0,0 0 0,-2 1 0,0-1 0,-1 0 0,-3 14-142,2 17 35,1-45-18,-1 0 0,0 0 0,0 0 0,0-1 1,-1 1-1,0 0 0,-1-1 0,1 1 0,-1-1 0,-4 6-17,-12 32-591,19-44 536,0 0 0,0 0 0,0 1 0,0-1 1,0 0-1,0 0 0,0 0 0,0 1 0,0-1 1,0 0-1,0 0 0,0 0 0,0 0 0,1 1 1,-1-1-1,0 0 0,0 0 0,0 0 0,0 0 1,0 0-1,0 1 0,0-1 0,1 0 0,-1 0 0,0 0 1,0 0-1,0 0 0,0 0 0,1 0 0,-1 0 1,0 0-1,0 0 0,0 1 0,0-1 0,1 0 1,-1 0-1,0 0 0,0 0 0,0 0 0,0 0 1,1 0-1,-1 0 0,0 0 0,0 0 0,0-1 1,1 1-1,-1 0 0,0 0 0,0 0 0,0 0 0,0 0 1,0 0-1,1 0 0,-1 0 0,0 0 0,0 0 1,0-1-1,0 1 0,0 0 0,1 0 0,-1 0 55,13-6-1836,8-12-3587</inkml:trace>
  <inkml:trace contextRef="#ctx0" brushRef="#br0" timeOffset="1">414 135 14835,'0'0'2817,"0"0"-1689,0 0 368,0 0 209,0 0-825,0 0-464,0 0-320,167 0-8,-132 0-88,-8 0-40,-6 0-984,-5 0-2905,-10 0-2808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13:4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13771,'0'0'2000,"0"0"-375,0 0 863,0 0-1039,0 0-945,145-22-400,-105 12-104,-3 3-584,-10 2-1985,-13 0-6257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6:1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0 259 4001,'0'0'520,"0"0"-520,0 0-80,185-114 24,-80 56-664,-19 12 240,-16 5-721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6:45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5369,'0'0'1086,"0"0"-454,0 0 57,0 0 113,0 0-187,0 3-1185,7 10 8497,-2-12-9167,13-3-4604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6:4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6849,'0'0'2361,"0"0"-697,0 0 281,0 0-113,0 0-496,0 0-255,0 0-17,6 0-56,-6 0 152,0 0-472,0 0-183,2 0-281,-2 0-112,0 0-112,0 0-136,0 0-1193,-13 0-3520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89 136 14427,'0'0'1836,"0"0"-437,0 0 850,-5-21-699,-17-65-798,17 59-324,5 25 76,1 18-340,25 136-451,-15-100-240,-2 1 1,-3 0-1,0 28 527,-6-79-420,0 0 0,-1-1 0,1 1 0,0 0 1,-1-1-1,1 1 0,-1 0 0,1-1 0,-1 1 0,0-1 0,0 1 1,0-1-1,0 0 0,0 1 0,0-1 0,0 0 0,0 1 0,0-1 0,-1 0 1,1 0-1,-1 0 0,1 0 0,-2 0 420,-43 18-7297,19-10 8061,7 3 6024,26-11-2384,21 1-2185,0-1-875,85 3 1474,-94-5-3278,0 0 0,0-1 0,0-1 0,0-1-1,1 0 461,19-8-6673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14211,'0'0'1880,"0"0"-343,0 0 1535,111 179-1151,-85-104-553,-12 2-416,-9 3-448,-5 0-320,-11-1-55,-21-1-57,-13 1-144,-33 37-585,11-22-1591,5-9-3945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3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 7522,'0'0'3147,"0"0"343,0 0-701,0 0-266,0 0-455,0 0-703,-6 4-752,-2 2-544,1 1 0,0 1 0,0-1 0,0 1 0,1 1 0,0-1 0,1 1 0,-1 0 0,2 0 0,0 1 0,0-1 0,0 1 0,1 0 0,0 4-69,-4 12 145,1 0 1,1 0 0,1 1 0,2-1 0,0 8-146,2-30 6,0-1-1,-1 0 1,1 0 0,0 1 0,1-1-1,-1 0 1,1 0 0,-1 1-1,1-1 1,0 0 0,0 0 0,0 0-1,1 0 1,-1 0 0,1 0-1,0 0 1,-1-1 0,1 1 0,1-1-1,-1 1 1,0-1 0,0 0-1,1 0 1,-1 0 0,1 0 0,0 0-1,0 0 1,0-1 0,0 1-1,0-1 1,0 0 0,0 0 0,0 0-1,0 0 1,0-1 0,1 1-1,-1-1 1,0 0 0,2 0-6,11 2 22,1-2 0,-1 0 0,0-1 0,0 0 0,0-2 0,0 0 0,0 0 0,0-2 0,-1 0 0,8-3-22,-12 3 1,0 0 0,-1 0 0,0-1 0,0-1 0,0 1 0,-1-2 0,0 1 0,-1-1 0,1-1 0,-1 1 0,-1-1 0,0-1 0,0 1 0,-1-1-1,0 0 0,-3 4 31,0 0 0,-1 0-1,0 0 1,0 0-1,0 0 1,-1 0-1,0-1 1,0 1 0,-1 0-1,1-1 1,-1 1-1,-1 0 1,1-1-1,-1 1 1,0 0-1,-1-1 1,1 1 0,-1 0-1,-1 0 1,1 0-1,-1 1 1,0-1-1,0 0 1,0 1-1,-1 0 1,0 0 0,0 0-1,-1 0 1,-3-2-31,1-1 1,-2 2-1,1-1 1,-1 1 0,0 0 0,0 1 0,0 0 0,-1 1 0,0 0 0,0 0 0,0 1 0,0 0 0,-1 1-1,1 0 1,-1 0 0,1 1 0,-1 1 0,-5 0-1,15 1-107,0-1 0,-1 0 0,1 1 0,0-1 0,0 1 0,0 0 0,0-1 0,0 1 0,0 0 0,0 0 0,0-1 0,0 1 0,0 0 0,0 0 0,1 0 0,-1 0 0,0 0 0,1 0 0,-1 1 0,1-1 0,-1 0 0,1 0 0,-1 0 0,1 0 0,0 1 0,-1-1 0,1 0 0,0 0 0,0 1 0,0-1 0,0 0 0,0 0 0,0 1 0,1-1 107,-1 4-819,0 0 1,0 0-1,1 0 0,0 0 1,0 0-1,0-1 0,1 1 0,1 3 819,16 17-6733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4241,'0'0'9770,"0"0"-7802,0 0 545,-41 135-425,12-89-1215,-1-5-497,1-3-240,5-4-136,2-2-576,11-13-2481,9-9-7065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29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1 377 16628,'0'0'2559,"0"0"-643,0 0 31,0 0-321,31-7-662,356-94 1215,-148 47-1166,110-5-1013,-268 46 17,-66 11-53,46-10-61,-58 11 33,-1 1-1,0-1 1,0 0 0,1 0-1,-1 0 1,0 0 0,0 0 0,0-1-1,0 1 1,0-1 0,0 1-1,-1-1 1,1 0 0,0 0 0,-1 1-1,1-1 1,-1 0 0,0 0-1,0-1 1,0 1 0,1-2 64,1-33-2710,-6 10-2382,-11-2-4382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11330,'0'0'5951,"0"0"-1930,0 0-1325,0 0-1270,0 0-756,29 3-162,-5-1-397,2 0-16,0 1 1,0 2-1,0 0 1,-1 1-1,1 2 1,16 7-96,-32-10 16,0-1 0,0 2 0,-1-1 0,0 1 0,0 1 0,0 0 0,-1 0 0,0 1 0,0 0 0,-1 0 0,0 1 0,0 0-16,-3-3 7,-1 0-1,0 0 0,0 0 0,-1 0 1,1 0-1,-1 0 0,-1 1 1,1-1-1,-1 1 0,0-1 0,-1 1 1,0 0-1,0-1 0,0 1 0,0 0 1,-1-1-1,-1 1 0,1-1 0,-1 1 1,0-1-1,0 0-6,-3 5 16,0 0 0,-1 0 0,0-1 0,-1 0 0,0 0 0,-1 0 0,-3 2-16,-65 65-18,41-45-36,-42 37-1384,23-29-5271,21-17-4288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12483,'0'0'6417,"0"0"-4617,0 0 1073,3 169-1001,-6-99-935,-5 0-393,5-4-280,3-6-216,0-9 64,0-8-104,0-7-16,0-9-424,0-8-248,0-14-993,0-5-1215,0 0-2097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0 17132,'0'0'4769,"0"0"-3633,0 0 488,0 131-71,0-52-649,0 8-264,0-2-208,0-1-208,0-9-112,10-10-112,1-11 0,0-13-8,-3-12-184,-3-17-840,1-12-633,-1-12-1207,-5-17-3882</inkml:trace>
  <inkml:trace contextRef="#ctx0" brushRef="#br0" timeOffset="1">1 389 15075,'0'0'3033,"0"0"-1633,0 0-8,206-53-863,-109 34-305,0-1-112,-14 6-112,-16 2-96,-24 4-1769,-21 4-2384,-17 1-10146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14195,'0'0'3953,"0"0"-2449,0 0 1073,0 0-1289,140-7-848,-73-8-256,8-2-184,24-9 0,-18 4-1664,-14 2-5082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21:31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276 368 15227,'0'0'2290,"0"0"96,-25-2 64,-82-3-1187,101 5-1213,0 0 1,1 1 0,-1 0 0,1 0 0,-1 0-1,1 0 1,-1 1 0,1 0 0,0 0-1,0 0 1,0 1 0,0 0 0,0 0-1,1 0 1,-1 1 0,1-1 0,0 1-1,0 0 1,0 0 0,0 0 0,1 1-1,0 0 1,0-1 0,0 1 0,0 0 0,1 0-1,0 1-50,-2 4 69,0 1-1,1-1 0,0 1 1,1-1-1,0 1 1,1 0-1,0 0 0,1 0 1,0 0-1,1 0 0,0 0 1,0 0-69,0-8 14,0 1 1,0-1 0,1 1-1,-1-1 1,1 1 0,-1-1-1,1 0 1,0 0-1,0 0 1,0 0 0,1 0-1,-1 0 1,1-1-1,0 1 1,-1-1 0,1 0-1,3 2-14,0-1 18,1 1 0,-1-1 0,1 0 0,0 0 0,0-1 0,1 0 0,-1 0 0,0-1 0,2 1-18,1-1 8,0 0 0,0-1 0,0 1 0,0-2-1,0 0 1,0 0 0,1-1 0,-2 0 0,1 0-1,0-1 1,0-1 0,-1 1 0,6-5-8,-8 3-15,-1 0 0,1-1 0,-2 0 0,1 0 0,0 0 0,-1-1 0,0 0 0,-1 0 0,0 0 0,0-1 0,0 1 0,-1-1 0,0 0 0,-1 0 0,1 0 0,-2 0 0,1 0 0,-1-1 0,0-7 15,1-21-41,-2 0 1,-1 0-1,-6-34 41,6 62 6,-24-136-34,-1-8 668,29 164-311,1 0 1,0 0 0,1 0 0,4 9-330,16 36 320,20 96 132,-31-94-221,3-1 1,21 43-232,-36-94-19,1 0 0,0-1 1,0 1-1,1-1 1,0 0-1,0 0 0,0 0 1,0 0-1,1-1 1,0 0-1,-1 0 0,2 0 1,-1 0-1,0-1 1,1 0-1,0 0 19,-3-2-13,0 0 0,0 0 0,0 0 0,1-1 0,-1 1-1,0-1 1,1 0 0,-1 0 0,0 0 0,1 0 0,-1 0 0,0-1 0,1 0 0,-1 1-1,0-1 1,0-1 0,0 1 0,0 0 0,0-1 0,0 1 0,0-1 0,0 0 0,0 0-1,-1 0 1,1 0 0,-1-1 0,0 1 0,1-1 0,-1 1 0,0-2 13,3-2-33,0 0 0,-1-1 0,1 0 0,-2 1 0,1-1 0,-1-1 0,0 1 1,0 0-1,-1-1 0,0 1 0,0-1 0,-1 0 0,0 1 0,0-1 0,-1 0 0,0 0 1,0 0-1,-1-2 33,1 10-2,-1-1 0,1 0 1,0 0-1,0 1 0,-1-1 1,1 0-1,0 1 0,-1-1 1,1 0-1,-1 1 0,1-1 1,-1 1-1,1-1 0,-1 1 0,1-1 1,-1 1-1,0-1 0,1 1 1,-1 0-1,0-1 0,1 1 1,-1 0-1,0-1 0,1 1 1,-1 0-1,0 0 0,0 0 1,1-1-1,-1 1 0,0 0 1,0 0-1,1 0 0,-1 0 1,0 1-1,0-1 0,1 0 1,-1 0-1,0 0 0,1 1 1,-1-1-1,0 0 0,0 0 1,1 1-1,-1-1 0,0 1 2,-2 0-3,1 1 1,-1-1-1,0 1 0,1-1 0,-1 1 0,1 0 0,0 0 0,-1 0 1,1 0-1,0 1 0,-1 1 3,-2 9-1,0-1 1,0 1-1,1 0 1,1 1-1,1-1 1,0 1 0,0-1-1,1 1 1,1-1-1,0 1 1,3 10 0,-3-20-11,1 0 0,-1 0 1,1 0-1,1 0 1,-1 0-1,0 0 1,1-1-1,0 1 0,0-1 1,0 1-1,0-1 1,0 0-1,1 0 0,0 0 1,-1 0-1,1 0 1,0 0-1,1-1 1,-1 1-1,0-1 0,1 0 1,-1 0-1,1 0 1,-1-1-1,1 1 1,0-1-1,0 0 0,0 0 1,0 0-1,0-1 1,0 1-1,0-1 11,19 3-444,0-2 1,0 0-1,0-2 0,0 0 1,2-2 443,-14 2-423,79-13-6989,-1-3-6396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6:55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6489,'0'0'0,"0"0"-464,0 0-272,161 102 736,-110-92 72,24-13-72,-8-23 0,-8-8-880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11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62 316 3369,'0'0'1109,"0"0"-443,0 0 37,0 0-101,-16-19 4633,16 18-5073,1 0 0,-1-1 0,0 1 0,0-1 0,0 1 0,0 0 0,-1-1 0,1 1 0,0 0 0,0 0 0,-1-1 0,1 1 0,-1 0 1,1-1-1,-1 1 0,1 0 0,-1 0 0,0 0 0,0 0 0,0 0 0,1 0 0,-2-1-162,1 2 44,-1 0 1,1 0-1,0 1 1,0-1-1,0 0 0,0 1 1,0-1-1,0 1 1,0-1-1,0 1 1,0-1-1,0 1 0,0 0 1,1-1-1,-1 1 1,0 0-1,0 0 1,1 0-1,-1-1 0,0 1 1,1 0-1,-1 0 1,1 0-1,-1 0 1,1 0-1,0 0 0,-1 0 1,1 0-45,-3 5 2,1-1 0,0 1 1,0 0-1,1 0 0,0-1 0,0 1 1,0 0-1,1 0 0,-1 0 1,1 2-3,1-8 0,-1 0 1,0 1-1,0-1 1,0 0 0,0 1-1,1-1 1,-1 0 0,0 0-1,0 1 1,1-1-1,-1 0 1,0 0 0,0 0-1,1 1 1,-1-1 0,0 0-1,1 0 1,-1 0-1,0 0 1,1 1 0,-1-1-1,0 0 1,1 0 0,-1 0-1,0 0 1,1 0-1,-1 0 1,0 0 0,1 0-1,-1 0 1,0 0 0,1 0-1,-1 0 1,0-1-1,1 1 1,-1 0 0,0 0-1,1 0 1,-1 0 0,0-1-1,14-3 27,6-7-24,-1-1 1,0-1 0,0 0-1,-1-2 1,15-16-4,4-1-1,134-120-1810,-92 79-2825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1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65 136 5009,'0'0'1386,"0"0"-629,0 0-103,0 0 96,0 0-120,0 0-270,-9 14-25,-46 75 900,55-89-1212,0 0 0,0 0 0,0 0 1,0 0-1,0 0 0,0 0 0,0 0 0,0 1 1,0-1-1,0 0 0,0 0 0,0 0 1,0 0-1,0 0 0,0 0 0,0 0 0,0 1 1,0-1-1,0 0 0,0 0 0,0 0 1,0 0-1,0 0 0,0 0 0,0 0 0,0 0 1,0 0-1,0 1 0,0-1 0,0 0 1,1 0-1,-1 0 0,0 0 0,0 0 0,0 0 1,0 0-1,0 0 0,0 0 0,0 0 1,0 0-1,0 0 0,1 0 0,-1 0 0,0 0 1,0 0-1,0 0 0,0 0 0,0 0 0,0 0 1,0 0-1,1 0 0,-1 0 0,0 0 1,0 0-1,0 0 0,0 0 0,0 0 0,0 0 1,0 0-1,0 0 0,1 0 0,-1 0 1,0 0-1,0 0 0,0 0 0,0 0 0,0 0 1,0 0-1,0-1 0,0 1-23,17-5 428,17-13-388,242-163-606,-226 144-1203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43.9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15699,'0'0'4729,"0"0"-1888,0 0-797,0 0-921,0 0-528,0 0-173,3 17 90,5 39 148,-2 1 1,-3-1 0,-2 1 0,-6 42-661,-5-6 767,-3-1 1,-20 64-768,11-59-1154,22-101 804,0-1-1,1 0 0,-1 0 0,1 1 0,0-1 1,0 0-1,1 1 0,-1-1 0,1 0 351,16-23-5168,4 2-4933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44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97 15091,'0'0'3252,"0"0"67,0 0-1883,0 0-1196,0 0 20,-6 25 385,-2 6-336,-28 131 1345,29-127-1274,1 1 0,2 0 1,2 0-1,1 0 0,3 24-380,-1-56 11,0 1 0,0-1-1,1 0 1,-1 1 0,1-1-1,0 0 1,0 0 0,1 0-1,-1-1 1,1 1-1,0 0 1,0-1 0,0 0-1,0 0 1,0 0 0,1 0-1,-1 0 1,1 0 0,0-1-1,0 0 1,0 0 0,0 0-1,0 0 1,1-1 0,-1 0-1,0 1 1,1-2-1,-1 1 1,1 0 0,-1-1-11,12 2 15,-1-1-1,1 0 1,-1-1 0,0-1 0,1 0-1,-1-1 1,0-1 0,7-2-15,-11 2 22,-1 0 0,0-1 0,0-1 0,0 0 0,0 0-1,-1-1 1,0 0 0,0 0 0,0-1 0,-1 0 0,0-1 0,-1 0 0,1 0 0,-2-1 0,1 0 0,-1 0 0,0 0 0,-1-1 0,0 0 0,-1 0 0,3-8-22,-3 5 88,-1 1 1,0-1-1,-1 0 1,0 0 0,-1 0-1,0 0 1,-1 0-1,-1-1 1,0 1-1,0 0 1,-2 0-1,1 1 1,-2-1 0,0 0-1,0 1 1,-1 0-1,-1 0 1,0 0-89,-9-15 127,-1 2 0,-1 0 0,-1 0 0,-2 2 0,-1-1-127,15 17-16,-1 0 1,1 1-1,-1 0 0,-1 0 0,1 1 0,-1 0 1,0 0-1,0 0 0,0 1 0,-1 1 0,1-1 0,-1 1 1,0 1-1,0 0 0,0 0 0,0 0 0,-1 1 1,-5 1 15,14 0-55,-1 0 0,1 1 0,-1-1 0,1 1 0,0-1 1,-1 1-1,1 0 0,0 0 0,-1-1 0,1 1 0,0 0 1,0 0-1,0 0 0,-1 0 0,1 1 0,1-1 0,-1 0 1,0 0-1,0 1 0,0-1 0,1 0 0,-1 1 0,0-1 0,1 1 1,-1-1-1,1 1 0,0-1 0,-1 1 0,1-1 0,0 1 1,0-1-1,0 1 0,0-1 0,0 1 0,1-1 0,-1 2 55,1 4-385,-1 1 0,1 0-1,1 0 1,0-1 0,0 1-1,2 5 386,-1-7-641,0 0-1,0 0 0,1-1 1,-1 1-1,1-1 0,4 4 642,30 26-5674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44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39 15251,'0'0'2553,"0"0"-457,0 0 66,-16 23-934,-1-2-922,9-12-177,0 1-1,1-1 1,0 2 0,1-1 0,0 1 0,0 0 0,1 0 0,0 0-1,1 1 1,1-1 0,0 1 0,0 0 0,1 3-129,-2 14 368,1-1 0,1 1 1,2 0-1,1 0 0,3 22-368,-3-46 24,-1 1 1,1-1-1,1 1 0,-1-1 0,1 0 0,0 0 0,0 1 1,0-1-1,1-1 0,0 1 0,0 0 0,0-1 0,0 1 1,1-1-1,0 0 0,-1 0 0,2 0 0,-1-1 1,0 1-1,1-1 0,-1 0 0,1-1 0,0 1 0,0-1 1,0 0-1,1 0 0,-1 0 0,0-1 0,1 0 0,-1 0 1,1 0-1,-1-1 0,1 1-24,6-1 55,0 1 1,0-2-1,0 0 1,-1 0-1,1-1 0,0 0 1,-1-1-1,1-1 1,-1 0-1,0 0 1,0-1-1,0 0 0,-1-1 1,0-1-1,0 1 1,-1-1-1,1-1 1,-1 0-1,-1 0 0,0-1 1,0 0-1,-1 0 1,0-1-1,0 0 0,-1 0 1,-1-1-1,1 1 1,-2-1-1,1 0 1,-2-1-1,0 1 0,0-1 1,-1 1-1,0-1 1,-1 0-1,0-7-55,-2 6 86,0 0-1,-1 0 1,0 0 0,-1 0-1,-1 1 1,0 0 0,0-1-1,-2 1 1,1 1-1,-1-1 1,-1 1 0,0 0-1,-1 1 1,0 0 0,0 0-86,1 1-15,-1 2 0,1-1 0,-1 1 0,0 0 0,-1 0 0,0 1 0,0 1 0,0-1 0,-1 1 0,1 1 0,-1 0 0,0 0 0,-1 1 0,1 0 0,0 1 0,-1 0 0,0 1 0,-4 0 15,13 1-54,0-1 1,0 1-1,0 0 0,0 0 1,0 1-1,0-1 1,0 0-1,0 1 0,0-1 1,0 1-1,0-1 1,0 1-1,0 0 0,0 0 1,1 0-1,-1 0 0,0 0 1,1 1-1,-1-1 1,1 0-1,-1 1 0,1-1 1,-1 1 53,1 2-147,-1-1 0,1 1 0,0-1 0,0 1 0,0 0 0,1-1 0,-1 1 0,1 0 0,0-1 0,0 1 0,1 3 147,5 34-2963,14-4-3004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45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15643,'0'0'2645,"0"0"-210,0 0-469,0 0-739,26 16-170,0-3-799,-14-7-162,0 0-1,0 1 1,0 0-1,-1 1 1,0 0-1,-1 1 1,0 0-1,0 1 0,-1 0 1,0 0-1,-1 1 1,0 0-1,1 3-95,10 23 243,-2 1 0,-1 0 0,-2 2 0,-2 0 0,1 10-243,4 14 447,15 31-447,-31-92-90,1 0 1,-1 1-1,1-1 1,0 0-1,-1 0 0,1 0 1,1 0-1,-1 0 0,0 0 1,1 0 89,-2-3-86,0 1 1,0-1-1,-1 0 1,1 1-1,0-1 0,0 0 1,0 1-1,0-1 1,0 0-1,0 0 1,0 0-1,0 0 1,0 0-1,0 0 0,0 0 1,0 0-1,0 0 1,0 0-1,0-1 1,0 1-1,0 0 1,0-1-1,0 1 0,0-1 1,-1 1-1,1-1 1,0 1-1,0-1 1,0 0-1,-1 1 1,1-1-1,0 0 0,-1 0 1,1 1-1,-1-1 1,1 0-1,-1 0 1,1 0-1,-1 0 86,16-21-6897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45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547 1 15579,'0'0'2317,"0"0"278,-24 30-150,-156 210 975,94-121-1706,-4-4 0,-65 61-1714,145-170-98,9-12-415,14-22-553,13 0-2495,1 1-1,10-7 3562,12-10-8061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46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6993,'0'0'7857,"0"0"-3476,0 0-1799,0 0-1335,0 0-501,27-12-251,86-33-57,-107 43-393,0-1 0,0 1 0,0 0 0,1 1 0,-1 0 0,1 0 0,-1 0 0,1 0 0,-1 1 0,1 0 0,-1 1 0,3 0-45,7 0 104,-14 0-93,0 0 1,0 0-1,0 0 1,0 0-1,-1 0 0,1 1 1,0-1-1,0 0 1,-1 1-1,1 0 1,-1-1-1,1 1 1,-1 0-1,0-1 1,1 1-1,-1 0 0,0 0 1,0 0-1,-1 0 1,1 0-1,0 0 1,-1 1-1,1-1 1,-1 0-1,1 0 1,-1 0-1,0 1 0,0 0-11,4 69 114,-4-67-105,0 4 7,-1-1 0,0 1 0,0 0 0,-1 0-1,-1-1 1,1 1 0,-1-1 0,-1 1 0,1-1 0,-4 3-16,-8 15 166,-1-2 0,-12 13-166,-22 35 90,43-62-85,4-6-2,1 1 0,-1-1 0,1 0-1,-1 1 1,1-1 0,1 1 0,-1 0 0,0-1-1,1 1 1,0 0 0,1 0 0,-1 0-3,4-4 7,-1 0 0,1 0 0,0 0 0,0 0 0,-1-1 0,1 1 0,0-1 0,0 0 0,0 0 1,0 0-1,0 0 0,0 0 0,1-1-7,2 1 25,33-2 275,1-1-1,-1-2 1,10-4-300,-37 7-30,0 1 1,0 0-1,-1 0 0,1 1 1,0 1-1,0 0 1,1 1 29,23 11-6525,-25-6-1890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51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 8674,'0'0'3950,"0"0"-1155,0 0-250,0 0-78,0 0-517,-7-2 385,7 2-2283,0 0 0,0 0 0,0 0 0,0 0 0,0 0 1,0 0-1,0 1 0,0-1 0,0 0 0,0 0 0,-1 0 0,1 0 0,0 0 1,0 0-1,0 0 0,0 0 0,0 0 0,0 0 0,0 1 0,0-1 1,0 0-1,0 0 0,0 0 0,0 0 0,0 0 0,0 0 0,0 0 1,-1 0-1,1 0 0,0 0 0,0 0 0,0 0 0,0 0 0,0 0 0,0 0 1,0 0-1,0 0 0,0 0 0,0 0 0,-1 0 0,1 0 0,0 0 1,0 0-1,0 0 0,0 0 0,0 0 0,0 0 0,0 0 0,0 0 1,0 0-1,0 0 0,-1 0 0,1 0 0,0 0 0,0 0-52,22 21 145,-1 1 0,-2 1 0,0 1-1,-2 1 1,8 15-145,73 141 798,-64-114-702,-30-60-91,27 63 47,-29-101-3423,-1 2-3601,-1 7-3253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51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611 1 8386,'0'0'6326,"0"0"-2679,0 0-1138,0 0-934,0 0-804,0 0-247,-5-1-160,3 1-309,0 1 0,0-1 0,0 0 1,0 1-1,-1 0 0,1-1 0,0 1 0,0 0 0,0 0 0,0 0 0,0 0 0,1 1 0,-1-1 0,0 0 0,0 1 0,1-1 0,-1 1 0,1 0 0,0-1 0,-1 1 0,1 0 0,0 0 0,0 0 0,0 0 0,0 0 0,0 2-55,-26 73 1229,18-43-1184,-40 88 918,-4-2 1,-53 85-964,8-17 375,-3-7 236,37-71 98,43-65-553,17-34-20,0 0 0,-1-1 0,-1 0 0,-5 9-136,10-21-94,1-1 0,-1 1-1,1 0 1,0-1 0,0 1 0,0 0-1,0-1 1,0 1 0,0 0-1,1-1 1,-1 1 0,1 0 0,0-1-1,-1 1 1,1 0 0,0 0-1,0 0 1,1 0 0,-1 0 0,1-1 94,36-38-3018,-8 12-2346,5-2-6232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52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8450,'0'0'5808,"0"0"-2194,0 0-747,0 0-816,0 0-920,0 0-219,-7 0-93,-27 0 396,34 0-751,12 7 588,24-4-826,0-1-1,-1-2 0,19-2-225,20 0 115,71 2-133,-145 0-2,0 0 16,0 0-7,0 0-26,0 0-27,0 0-78,0 0-130,0 0-67,0 0-267,0 1 106,0-1 0,-1 1 0,1 0 0,0 0 0,-1 0 0,1-1 0,-1 1 0,1 0 0,-1 0 0,0-1 0,1 1 1,-1 0-1,0-1 0,1 1 0,-1-1 0,0 1 0,0-1 0,1 1 0,-1-1 0,0 1 0,-1-1 500,-8 5-7824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7:5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8906,'0'0'2811,"0"0"-662,0 0-388,0 0-440,0 0-104,0 0 297,22 3 2516,-7-2-3569,1 1 0,-1 0 0,0 2-1,0-1 1,0 2 0,3 2-461,-3-2 121,0 0 0,1-1 0,-1 0-1,1-2 1,-1 0 0,7 0-121,76-2 2118,-155-2-7944,45 2 2705,-12 0-8079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06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16 8066,'0'0'3809,"0"0"-968,0 0-472,0 0-378,0 0-156,-3-3-435,3 2-1266,0 0 0,0 1 0,-1-1 0,1 0 0,0 1 0,0-1-1,-1 0 1,1 1 0,-1-1 0,1 1 0,-1-1 0,1 1 0,-1-1-1,1 1 1,-1-1 0,1 1 0,-1 0 0,1-1 0,-1 1 0,0 0-1,1-1 1,-1 1 0,0 0 0,1 0 0,-1-1 0,0 1 0,1 0-1,-1 0 1,0 0 0,1 0 0,-1 0 0,0 0 0,0 0 0,1 0-1,-1 1-133,-1 0 82,1 0 1,0 1-1,0-1 0,1 1 0,-1 0 0,0-1 0,0 1 0,1 0 0,-1-1 0,1 1 1,-1 0-1,1 0 0,0-1 0,0 2-82,-3 78-571,3-71 1035,5 789 1918,-4-785-2327,-2 0-1,1-1 0,-2 1 1,0 0-1,0-1 1,-1 1-1,-1-1 0,0 0 1,-1 0-1,-5 9-54,10-21 32,0-1 86,-1 0-64,1-1-68,-1 1 0,0 0 0,0-1 0,1 0 0,-1 1 0,0-1 0,0 1 0,1-1 1,-1 0-1,1 1 0,-1-1 0,1 0 0,-1 1 0,1-1 0,-1 0 0,1 0 0,0 0 0,-1 0 0,1 1 0,0-1 0,0 0 0,-1 0 0,1 0 0,0 0 0,0 0 0,0 0 0,0 0 0,1 0 14,-3-32-4732,2 29 2420,0-7-4648,-2-1-5581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07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8674,'0'0'3598,"0"0"-1340,0 0-762,0 0-544,0 0 3,0 0 156,8 4 4666,31 21-5450,-23-10-176,-1 1 1,-1 1-1,0 0 0,-1 1 1,0 0-1,-2 1 1,0 0-1,-1 0 0,-1 2 1,6 20-152,-15-41 4,0 0 0,0 0 0,0 0 0,0 0 1,0 1-1,0-1 0,0 0 0,1 0 0,-1 0 1,0 0-1,0 0 0,0 0 0,0 0 0,0 0 1,0 1-1,0-1 0,1 0 0,-1 0 0,0 0 0,0 0 1,0 0-1,0 0 0,0 0 0,0 0 0,1 0 1,-1 0-1,0 0 0,0 0 0,0 0 0,0 0 1,0 0-1,1 0 0,-1 0 0,0 0 0,0 0 0,0 0 1,0 0-1,0 0 0,1 0 0,-1 0 0,0 0 1,0 0-1,0-1 0,0 1 0,0 0 0,0 0 1,0 0-1,1 0 0,-1 0 0,0 0 0,0 0 0,0 0 1,0-1-1,0 1 0,0 0 0,0 0 0,0 0 1,0 0-1,0 0 0,0-1 0,0 1 0,0 0 1,0 0-1,0 0-4,11-17 605,9-25 428,-19 39-1011,20-46 28,-14 29-37,0 0-1,2 1 1,0 0-1,2 1 1,0 0 0,1 0-1,0 1 1,15-14-13,-100 41 599,44-1-580,0-1 0,0 0 0,-1-3 0,0 0 0,0-2 0,-1-1 0,-1-2-19,31 0 75,1 0-77,0 0 32,0 0-50,0 0 53,0 0-18,0 0-18,0 0-2,0 2-1,1 1 1,0-1-1,-1 0 1,1 0-1,0 0 1,0 0-1,0 0 1,0 0-1,0 0 1,1 0-1,-1-1 1,1 1-1,-1 0 1,1-1-1,1 2 6,35 28-122,-17-14 87,-9-6 42,-6-7 0,-1 0 1,0 1-1,0 0 0,-1 0 1,1 0-1,-1 0 0,3 6-7,-6-9 2,-1-1 0,0-1 0,0 1 1,0 0-1,0-1 1,0 1-1,0-1 0,0 1 1,0-1-1,0 0 1,1 1-1,-1-1 0,0 1 1,0-1-1,0 1 1,1-1-1,-1 1 0,0-1 1,1 0-1,-1 1 1,0-1-1,1 0 0,-1 1 1,1-1-1,-1 0 0,1 1 1,-1-1-1,0 0 1,1 0-1,-1 0 0,1 1 1,-1-1-1,1 0 1,-1 0-1,1 0 0,-1 0 1,1 0-1,-1 0 1,1 0-1,-1 0 0,1 0 1,-1 0-1,1 0 1,-1 0-1,1 0 0,-1-1 1,1 1-1,-1 0 1,1 0-1,-1 0 0,1-1 1,-1 1-1,0 0 1,1-1-1,-1 1 0,1 0 1,-1-1-1,0 1 0,1-1 1,-1 1-3,27-22 132,-18 12-122,0 0-1,-1-1 1,-1 0-1,0 0 1,-1-1-1,0 0 1,0 0-1,0-4-9,-6 16-11,0 0-1,0 0 1,0-1-1,0 1 1,0 0 0,0 0-1,0 0 1,0 0-1,0 0 1,0 0 0,0-1-1,0 1 1,0 0-1,0 0 1,0 0 0,0 0-1,0 0 1,0 0-1,0-1 1,0 1 0,-1 0-1,1 0 1,0 0-1,0 0 1,0 0 0,0 0-1,0 0 1,0 0-1,0 0 1,0 0 0,-1 0-1,1-1 1,0 1-1,0 0 1,0 0 0,0 0-1,0 0 1,0 0-1,-1 0 1,1 0 0,0 0-1,0 0 1,0 0-1,0 0 1,0 0 0,0 0-1,-1 0 1,1 0-1,0 0 1,0 0 0,0 0-1,0 1 1,0-1-1,0 0 1,0 0 0,-1 0-1,1 0 1,0 0 11,-13 7-554,-14 11-1032,-5 4-1794,7-7-2160,-1 0-5150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47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51 181 5369,'0'0'1286,"0"0"473,-2-4 264,0-1-1663,-2-5 1534,0 0 0,-1 1 0,-1-1 1,1 1-1,-1 0 0,-1 0 0,-2-2-1894,8 10 629,1 1-150,0 0-135,0 0-22,12-1 459,71-13 1193,41-14-1974,-67 13 82,0 3 0,2 2 0,-1 2 0,26 2-82,-83 6-180,-1 0-188,0 0-320,-12 4-2373,-38 15-6334,26-13-137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48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0 12259,'0'0'3490,"0"0"-1395,0 0-47,0 0-773,0 0-541,0 0-157,-12 23 97,-32 77 180,40-90-685,1 0-1,0 1 1,1-1-1,0 1 1,1-1-1,0 1 1,1 0-1,0 0 1,1 0-1,1 8-168,0 9 284,-1-19-220,-1 0 1,1 0-1,0 0 1,1-1-1,0 1 1,0 0-1,1-1 1,0 1-1,1-1 1,0 0-1,0 0 1,0 0-1,1 0 1,1-1-1,-1 0 1,1 0-1,0 0 1,1-1-1,-1 0 1,1 0-1,1-1 1,-1 0-1,1 0 1,0 0-1,0-1 0,0-1 1,0 1-1,1-1 1,-1-1-1,1 1 1,0-2-1,0 1 1,0-1-1,3 0-64,8 0 46,1 0 1,-1-1-1,0-1 0,1-2 0,11-2-46,-24 3-108,-1 0 0,0 0 1,1-1-1,-1 0 0,0 0 0,-1-1 1,1 0-1,-1 0 0,0-1 0,0 0 1,0 0-1,0 0 0,-1-1 0,0 1 0,0-1 1,2-4 107,-6 8-298,1-1 0,-1 1 0,0-1 0,0 1 0,0-1 0,0 1 0,-1-1 0,1 0 0,0 1 0,-1-3 298,-4-16-4883,-7 9-373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48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9722,'0'0'5289,"0"0"-2856,0 0 183,0 0-1159,0 0-713,0 0-48,0 0 464,62 0-728,-22-7-88,3-7-328,0 1-16,3 1-584,16 3-1680,-11-6-2913,-8 6-8170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4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0 13835,'0'0'3475,"0"0"-1265,0 0-272,0 0-801,0 0-223,0 0 304,-12 25-49,8-17-1088,-20 40 665,3 1 0,1 1 0,-5 28-746,20-59 167,1-1-1,1 1 1,0 0 0,2 0-1,0 18-166,1-32 11,1 0-1,-1 0 1,1 0-1,0 0 1,0 0 0,1 0-1,-1 0 1,1 0-1,0-1 1,0 1 0,1-1-1,-1 1 1,1-1-1,0 0 1,0 0-1,1 0 1,-1 0 0,1-1-1,0 1 1,0-1-1,0 0 1,0 0 0,4 1-11,7 2-78,0-1 0,0 0 0,1-1 0,0-1 0,-1 0 0,1-2 0,0 1 0,0-2-1,0 0 1,1-1 78,-4 1-250,-7 0-3,-1-1 1,0 1-1,1-1 0,-1 0 1,0 0-1,0 0 1,0-1-1,0 0 1,0 0-1,0 0 1,-1-1-1,1 0 1,1-1 252,32-28-5822,-15 7-2076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49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16131,'0'0'2458,"0"0"22,0 0-990,0 0-209,0 0-154,0 0-86,19 19-194,59 62-151,-65-66-543,-1 1-1,0 1 1,-1 0 0,-1 0-1,-1 1-152,-5-9-54,1 0 0,0 0 0,0-1 1,0 0-1,1 0 0,1 0 0,-1-1 0,1 0 0,1 0 0,3 3 54,7-6-4285,-16-4 3448,3 0-4972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49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0 12123,'0'0'3104,"0"0"-635,0 0-531,0 0-598,0 0 51,0 0 10,-4 22-219,-7 23-388,-1 1 0,-2-2 0,-15 29-794,26-65 91,-37 77 770,4 2 1,-2 19-862,37-106-56,1 0 0,0 1 1,0-1-1,0 0 1,-1 0-1,1 1 0,0-1 1,0 0-1,0 1 1,0-1-1,0 0 0,-1 1 1,1-1-1,0 1 0,0-1 1,0 0-1,0 1 1,0-1-1,0 0 0,0 1 1,0-1-1,0 0 1,0 1-1,1-1 0,-1 0 1,0 1-1,0-1 1,0 0-1,0 1 0,0-1 1,1 0-1,-1 1 1,0-1-1,0 0 0,1 1 1,-1-1-1,0 0 1,0 0-1,1 1 0,-1-1 1,0 0-1,1 0 1,-1 0 55,17-8-1828,22-25-4505,-39 33 6188,27-27-8764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8:49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15947,'0'0'2424,"0"0"744,0 0-1526,0 0-850,0 0-362,0 0-138,3-2 88,0 1-290,-1 0 0,1 0 0,0-1 0,0 2 0,0-1 0,0 0 0,0 0 0,0 1 0,0 0 0,0 0 0,0 0 0,0 0 0,0 0 0,0 0 0,0 1 0,0-1 0,0 1 0,0 0 0,1 0-90,0 2 59,1-1 1,-1 1 0,1 0 0,-1 0 0,0 0 0,0 0 0,0 1 0,0 0-1,-1-1 1,1 1 0,-1 1-60,5 6 46,-1 0 1,0 1-1,-1 0 0,0 0 0,-1 0 0,-1 1 0,1 0 1,0 10-47,4 40 246,-4 0 0,-2 0 0,-5 60-246,0-18 164,2-76-15,-1 0 0,-1 0 0,-1-1 0,-2 1 0,-1-1 0,-6 16-149,11-42 3,1-2-17,-28 0-2155,6 0-691,5 0-2166,-1 0-5187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39:11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0 13595,'0'0'2192,"0"0"-351,0 0 295,0 0-1520,0 0-464,0 0-112,-145 114 56,110-75-184,-5 9 88,8-9-1648,8-13-5121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3:24.59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26010.53516"/>
      <inkml:brushProperty name="anchorY" value="1483.78137"/>
      <inkml:brushProperty name="scaleFactor" value="0.5"/>
    </inkml:brush>
  </inkml:definitions>
  <inkml:trace contextRef="#ctx0" brushRef="#br0">6 28 8834,'0'0'0,"0"0"2640,0 0-494,0 0 188,0 0-1363,0 0 64,0 0 204,-1-4-242,1 0 66,-1-2 201,1 2-174,0 0-358,-1 1 151,1 2-578,0 0 124,0 1-224,0 0 60,0 0-111,0 0-21,0 1 39,0-1-148,-1 0 108,1 0-84,-1 0-15,1 2 42,0 3 59,0 3-26,-1 2 60,1 3-52,0 0-48,0 2 88,1 1-180,-1 1 184,0 1-124,0 1 0,0 0-36,0 0 108,0 0-82,0-2-18,0 0 147,0-3-66,1 0 129,0-3-210,1-2 159,0 0-193,-1-2 92,1 0-69,0 0 7,0 2 53,1 1-73,-1 1 24,0 0 48,0 0-128,-1-1 152,0-3-113,0-1 53,0-3-24,0-1 5,0-1-1,0-1-9,1-1 21,0 1-25,1 0 129,3-1-75,5 0-46,3-4 99,3-2-118,3-3 46,1-2-25,1 0 14,-2 0-23,-1 2 90,-2 1-175,0 1 148,-3 2-67,1 0 18,-2 1 8,-1 1-13,0 0 4,0 1-1,-1 1 10,0 0-69,0 1 142,2 1-194,1 0 154,2 0-58,2 0 16,1 1 9,1 2-13,1 2-42,-1 2 49,-1 3 1,-2 3-93,-1 2 197,-3 1-154,-1 0 69,-1-1-28,-2-1 5,-1-3-1,-2-1-9,-1-4 21,-1-1-25,-2-2 110,0-1-153,-1-2 133,-1 0-97,0 0 28,-1-1 2,1 1 6,0 0-20,0-1 81,0 1-89,0 0 39,0 0 90,1 0-130,0-1 25,0-4-10,2-2-2,2-4-46,1-3 50,2-2 1,2-2-84,2 2 158,1 0-190,1 1 143,1 3-44,0 2-53,1 2 74,1 3-25,1 2-48,1 2 82,0 0-28,0 2-102,0 3 200,-2 0-129,0 1 61,-3 0-24,-2-1 5,-1-1 9,0-1 62,0-2-83,0-4 19,2-4 96,-1-3-105,-1-4 63,-2-2-74,-2-2 20,-2-2 48,-2-1-62,-2-1 11,-1 2 15,-2 1 40,-1 2-141,-1 3 165,1 3-128,-1 4 57,1 3-16,1 2-71,0 2 86,2 1-160,-1 0-262,1 1-266,0 1-1068,0 4-942,1 4-3613,-1 0-13332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3:41.19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23776.68555"/>
      <inkml:brushProperty name="anchorY" value="170.28758"/>
      <inkml:brushProperty name="scaleFactor" value="0.5"/>
    </inkml:brush>
  </inkml:definitions>
  <inkml:trace contextRef="#ctx0" brushRef="#br0">1 1 3593,'0'0'0,"0"0"880,0 0-215,0 0 996,0 0-56,0 0 467,0 0 143,0 0-576,1 0-403,-1 0-555,1 0-3,-1 0-567,1 0 231,0 0-110,3 3 298,1 3-110,1 4 39,1 3 7,2 1 25,-1 2-63,1 2-213,0 1 86,0 1-246,0 1 184,1-1-186,-1 0 43,1 0-89,-1-2 57,0-2-21,-1-1-51,-1-2 25,-1-2 64,0-3-94,-1-2 78,0-2-79,1-1 31,0-2 120,3 0 534,2-1-79,2-2-133,2-2-318,1-3 166,2-1-359,1-3 185,1 0-159,2-2 104,1-1-87,1 0 16,1 0 3,1 1-12,-1 1 3,0 1 83,-1 3-164,-1 2 108,0 3-36,0 1 8,1 3 0,0 3 0,1 4 0,1 5 9,-1 3-11,0 2 143,-1 3-171,-2 1 476,-2 2-324,-3-1 131,-2-1-181,-3-3 17,-2-2 62,-4-3-184,-1-3 167,-2-3-110,-1-1 191,-1-2-268,0-1 336,-1 0-253,0-1 98,0 0 20,0-1-66,0-1 96,0-1 102,0 0 273,-1 0-367,1-1 232,0-2-362,0-3 69,0-3-136,0-2 26,0-3-15,1 0 9,2-2-30,2 1 46,4-2-107,5 1 115,3 1-56,4 1 27,4 3-61,3 3 64,5 3-87,3 3 90,6 6-8,4 5-25,6 6 76,4 3-78,2 1 44,1 2-14,-1-1-6,-2-2 11,-5-4-12,-5-4 12,-4-3-3,-5-3 57,-5-5-7,-5-4-59,-2-5 0,-2-5 16,-2-2-9,-3-2 3,-2 1-9,-3 1 2,-2 4 8,-4 3 73,-2 3-86,-3 3 514,-1 3-287,0 0 165,-2 1-148,1 0 68,-1 0 42,1 0-202,-1-2 63,0-1-233,-1 0 209,0 0-222,0 1 55,0 0-18,1 1-2,0 1 0,1-1-47,0 1 51,0 1 1,0-1-102,0-1-6,-1 0-106,-2 0-462,-3-4-679,-4-1-2742,-4-2-6400,2 1-4001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3:53.91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20724.21289"/>
      <inkml:brushProperty name="anchorY" value="-1311.9104"/>
      <inkml:brushProperty name="scaleFactor" value="0.5"/>
    </inkml:brush>
  </inkml:definitions>
  <inkml:trace contextRef="#ctx0" brushRef="#br0">6 41 5369,'0'0'0,"0"0"1705,0 0 578,0 0-390,0 0-534,0 0 4,0 0-416,-1-7 193,1-1 85,-1 0 378,0 1 84,0 2-496,0 2-335,1 1-479,-1 2-166,1 0-138,0 0-129,0 0 0,0 2 62,0 2-16,0 4 56,0 3 164,1 6-43,-1 5 6,0 3-125,1 4 44,0 3-21,0 1-27,1 1-39,1-2 57,0-1-77,1-3 23,1-3 1,1-3-11,1-4 50,0-2-6,1-3 80,0-2-142,1-1 148,0-3-149,-1-1 137,1-2-60,-1-1-10,1-1 118,1-1-82,2 0 215,1-1-358,2-1 354,2-1-354,2-2 178,1-3-130,2-3 41,1-1 33,1-1-77,1-1 44,1-1 32,0 1-76,0 0 100,-1 0-115,0 2 54,-3 2-18,-1 2-6,-1 2-7,-3 2 11,-1 1-5,0 2-63,0 0 177,2 1-148,2 3 68,3 2 28,4 3-57,4 2 85,4 3 3,1 2-102,2 2 146,0 2-94,-1 4 459,-2 1-456,-3 3 285,-2 1-270,-3 1 90,-3-2-69,-4-2-80,-3-4 106,-4-4-131,-4-5 150,-3-5-148,-2-3 363,-2-3 26,-2-1 82,0-2-227,0-3-37,-3-3-112,-1-5-68,-3-4 8,-1-4 72,-1-1-192,1 0 247,0 1-199,3 1 80,1 2-23,2 0-6,1 1-35,1-2 47,4-1 2,2-1-65,3 1 189,1 0-234,2 2 140,-1 2-45,0 3-64,1 3 95,1 4-88,2 1 18,5 3 50,3 1 2,7 3-63,5 3 152,6 4-131,5 3 62,4 2 20,2 2-55,1-1 18,0 0-6,-2-2 0,-4-2 0,-3-3 84,-4-3-136,-5-3 82,-4-1-37,-5-2 8,-3-1 55,-2-4-62,-2-4 20,0-3-24,-2-3 98,0-2-179,0-4 215,-1-1-160,-2-1 49,0-1-3,-1 0-13,-2 0 4,-2 2-1,-1 3 10,-3 3-22,-1 5 90,-1 4-156,-2 3 104,0 2-34,-1 1 8,0 2 0,-1-1 0,1 1 0,0 0-9,0-1-184,0 1 247,0-1-530,0 0-329,-4 4-1158,-4 3-3741,-5 4-8343,1 0 8958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4:45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71 832,'0'0'310,"0"0"288,0 0 761,0 0-84,0 0-44,0 0-267,-1-5-447,1 2-563,0 0 0,0 1 1,0-1-1,-1 0 0,0 0 1,1 1-1,-1-1 1,0 0-1,0 1 0,-1-1 1,1 1-1,0-1 0,-1 1 1,0-1-1,1 1 0,-1 0 1,0 0-1,0 0 1,0 0-1,-1 0 0,1 1 1,0-1-1,-1 1 0,1-1 1,-1 1-1,1 0 1,-1 0-1,1 0 0,-1 0 1,0 0-1,0 1 0,1-1 1,-2 1 45,-1 0-3620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4:46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74 404 904,'-54'-72'3040,"53"70"-2676,-1 1 0,1-1 1,-1 0-1,1 0 1,0 0-1,0-1 0,0 1 1,0 0-1,1 0 1,-1 0-1,0-1 0,1 1 1,0 0-1,-1-1 1,1 1-1,0 0 0,0-1 1,0 1-1,1-1 1,-1 1-1,1-1-364,-2-17 4635,-5 10 2216,5 23-5521,8 26-1349,-1-20 331,-1 0-1,0 0 0,-2 1 0,1 3-311,5 33 206,-9-55-185,0-1 0,0 0-1,1 1 1,-1-1 0,0 0 0,0 1-1,0-1 1,0 0 0,0 1 0,0-1-1,0 0 1,1 1 0,-1-1-1,0 0 1,0 0 0,0 1 0,1-1-1,-1 0 1,0 0 0,0 1 0,1-1-1,-1 0 1,0 0 0,1 0 0,-1 0-1,0 1 1,0-1 0,1 0 0,-1 0-1,0 0 1,1 0 0,-1 0-1,0 0 1,1 0 0,-1 0 0,0 0-1,1 0 1,-1 0-21,16-8 332,9-19-199,-24 25-110,25-24 28,1 0-1,1 2 0,0 1 1,8-2-51,56-47-44,101-108-4204,-137 125-1762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3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33 12107,'0'0'1383,"0"0"-505,0 0 811,0 0-109,0 0-369,0 0-99,-8-7-425,-28-18-332,35 25-342,1 0 1,0 0-1,-1 0 0,1 0 1,0 0-1,-1 0 1,1 0-1,0 0 1,-1 0-1,1 0 0,0 0 1,-1 1-1,1-1 1,0 0-1,-1 0 1,1 0-1,0 0 0,-1 1 1,1-1-1,0 0 1,0 0-1,-1 1 0,1-1 1,0 0-1,0 0 1,-1 1-1,1-1 1,0 0-1,0 1 0,0-1 1,0 0-1,0 1 1,-1-1-1,1 0 1,0 1-1,0-1 0,0 0 1,0 1-1,0-1 1,0 0-1,0 1 0,0-1 1,0 0-1,0 1 1,1-1-1,-1 1 1,0-1-1,0 0 0,0 1-13,0 24 550,0-21-406,-1 247 2483,12 733-452,-18-279-1068,-3-366-696,12 174-368,-5 186 279,-37-312-207,17-213 124,3 101-239,20 40 208,-4 106 62,-3-299-176,-5 0 0,-14 50-94,25-170 5,1-1-1,-1 1 0,1-1 1,0 1-1,-1-1 0,1 1 1,0 0-1,0-1 0,0 1 1,0-1-1,0 1 0,0 0 1,0-1-1,1 1 0,-1-1 1,0 1-1,1-1 0,-1 1 1,1-1-1,0 1-4,1-1 5,0-1 0,-1 0 0,1 0 0,0 1 0,0-1 0,0 0 0,-1-1 0,1 1 0,0 0 0,0 0 0,0-1 0,-1 1 0,1-1 0,0 1 0,0-1-5,17-4-46,107-18 47,0 5 0,69 2-1,254 5 14,-414 10-14,1241-2 39,-902 3-46,20 11-9,173 35 16,390 79 2,-446-53-1,130 9 5,856 128 17,-1428-197-25,35 4-10,-2 5-1,0 5 0,3 5 13,-181-55-2600,18-2-494,-3-4-2630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4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12947,'0'0'2838,"0"0"57,0 0 547,0 0-1181,0 0-959,0 0-795,5 13-251,209 502 1186,-205-491-1434,-8-18-7,1 0 1,0 0 0,0 1 0,1-1-1,0-1 1,0 1 0,0 0 0,1-1 0,0 1-1,0-1 1,0 0 0,1-1 0,0 2-2,-4-6 7,-1 0 0,1 0 0,-1 0 0,0 0 1,1 0-1,-1 0 0,1 0 0,-1 0 1,0 0-1,1 0 0,-1 0 0,1 0 0,-1-1 1,0 1-1,1 0 0,-1 0 0,1 0 0,-1 0 1,0-1-1,1 1 0,-1 0 0,0-1 0,1 1 1,-1 0-1,0 0 0,0-1 0,1 1 0,-1 0 1,0-1-1,0 1 0,0-1 0,1 1 1,-1 0-1,0-1 0,0 1 0,0-1 0,0 1 1,0-1-8,7-20 232,-6 16-173,129-454 693,-109 382-638,8-21-222,-28 96-2,0-1 1,0 1 0,0 0-1,0 0 1,0 0 0,0 0-1,1 0 1,-1 0 0,1 0-1,-1 1 1,1-1 0,0 1 0,0-1-1,0 1 1,0-1 0,0 1-1,0 0 1,0 0 0,0 0-1,2 0 110,2-1-1013,1 1 0,0 0 0,-1 0 0,1 1 0,0 0-1,3 0 1014,1 0-1903,19 0-3881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4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 14211,'0'0'2411,"0"0"-661,0 0 326,-17 22-422,-55 77-766,65-85-816,0-1 1,0 1-1,1 0 0,1 0 0,0 1 0,1 0 1,1 0-1,0 0 0,1 0 0,1 0 0,0 0 1,1 1-1,1-1 0,0 6-72,0 2 49,-1-17-42,1 0 0,-1 0 0,1 0 0,0-1 0,1 1 0,0 0 0,0 0 0,0-1-1,0 1 1,1-1 0,0 0 0,0 0 0,0 0 0,1 0 0,-1 0 0,1-1-1,0 0 1,1 1 0,-1-2 0,1 1 0,0 0 0,3 1-7,-2-2 5,0 0 0,1 0 0,-1 0 0,1-1 0,0 0 0,0-1 0,-1 1 1,1-1-1,0 0 0,0-1 0,0 0 0,0 0 0,0-1 0,0 1 0,0-1 0,0-1 0,0 1 0,0-1 1,3-2-6,-1 0-6,-2 0 0,1-1 0,0 1 1,-1-1-1,0-1 0,0 1 0,-1-1 1,1-1-1,-1 1 0,-1-1 0,1 0 1,-1 0-1,0-1 0,-1 0 0,0 1 1,0-2-1,0 1 0,-1 0 0,-1-1 1,1 1-1,-1-1 0,-1 0 6,6-29 3,-2-1 0,-1 0 0,-2 1 0,-3-16-3,1 53 3,1-7 55,-1 6 48,1 0 0,-1 0 0,0 0 0,0 0 0,0-1 0,0 1 0,0 0 0,0 0 1,0 0-1,-1 0 0,1 0 0,-1 0 0,0 0 0,1 0 0,-1 0 0,0 0 0,0 0 1,0 0-1,0 0 0,-1 1 0,1-1 0,-2-1-106,2 21 677,1 25-355,3-1-1,1 1 1,2-1-1,2 0 1,1 0-1,3-1 0,8 19-321,-19-57-26,0-1-1,0 1 0,0-1 0,1 1 1,-1-1-1,0 1 0,1-1 1,0 0-1,0 0 0,-1 0 1,1 0-1,0 0 0,1 0 0,-1 0 1,0-1-1,0 1 0,1-1 1,-1 0-1,3 1 27,1 0-754,0-1-1,0 0 1,0-1 0,0 1 0,0-1-1,0-1 1,0 1 0,5-2 754,26-4-9570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97 590 15011,'0'0'3190,"0"0"306,0 0-1205,0 0-712,0 0-560,0 0-163,-10-8-341,9 7-504,-5-3 23,1 0-1,0-1 0,0 0 1,0 0-1,0 0 0,1-1 0,0 1 1,0-1-1,1 0 0,-1 0 0,1 0 1,0-1-1,1 1 0,-1-4-33,-5-23 213,2 0-1,1-1 0,1 0 1,2 0-1,3-31-212,-1 49-51,2 0 0,0 0 1,1 0-1,0 0 0,2 0 0,-1 1 0,2 0 0,0 0 0,1 0 0,1 1 0,0 0 0,1 0 0,3-4 51,-8 15-199,-1-1-1,1 1 0,-1-1 1,1 1-1,0 0 1,0 0-1,0 1 0,1-1 1,-1 1-1,1 0 1,-1 0-1,1 1 0,0-1 200,40-5-5575,-14 6-622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5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0 14067,'0'0'3145,"0"0"-1449,0 0 697,-107 133-633,83-68-624,8 1-528,10 1 353,6-2-569,0-7-136,6-7-208,12-7 24,9-11-72,3-11-64,7-12-656,25-10-1737,-8-12-3040,0-12-4841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5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1 8362,'0'0'6322,"0"0"-3005,0 0-800,0 0-721,-26 7-724,2-1-878,0 2 0,1 0 0,-9 6-194,29-12 48,-1 0 0,1 0 0,0 0 0,0 1 0,0-1 0,1 1 0,-1 0 0,1 0 0,-1 0 0,1 0 0,0 1 0,0-1 0,0 1 0,1-1 0,-1 1 0,1-1 0,0 1 0,0 0 0,0 3-48,-1 5 225,1 1 1,0 0 0,1 0 0,1 12-226,0-2 265,-1-16-247,0-1 0,0 1 0,0-1-1,1 0 1,0 1 0,1-1 0,-1 0 0,1 0 0,0 0-1,1 0 1,-1 0 0,1 0 0,1 0 0,-1-1-1,1 0 1,-1 0 0,2 0 0,-1 0 0,0 0 0,1-1-1,0 0 1,0 0 0,0 0 0,1-1 0,-1 1-1,1-1 1,0-1 0,0 1 0,0-1 0,0 0-1,0 0 1,0-1 0,1 0 0,-1 0 0,0 0 0,1-1-1,-1 0 1,1 0 0,-1-1 0,0 1 0,1-1-1,5-2-17,-6 0 9,1 1 0,-1-1 0,0-1 0,0 1 0,0-1 0,-1 0 0,1 0 0,-1-1 0,0 1 0,0-1 0,-1 0 0,1 0 0,-1-1 0,0 0 0,-1 1 0,1-1 0,-1 0 0,2-7-9,4-7 27,-2 0 0,0-1 0,-1 0 1,-1 0-1,0-8-27,-1-23 234,0 9 224,-1 47-267,1 27-90,0 3-10,-3-9-39,2-1-1,1 0 1,0 1-1,2-2 1,1 1-1,4 9-51,-9-31-162,0-1-1,-1 1 1,1-1-1,0 1 1,0-1-1,0 1 1,0-1-1,0 0 1,1 0-1,-1 0 1,0 0-1,0-1 1,1 1-1,-1 0 1,0-1 0,1 0-1,-1 1 1,1-1-1,-1 0 1,0 0-1,1-1 1,-1 1-1,1 0 1,-1-1-1,0 1 1,0-1-1,1 0 1,-1 0-1,1 0 163,24-15-5834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6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17652,'0'0'3136,"0"0"-1455,0 0-257,0 0-184,0 0-207,107 145-145,-58-85-120,-1 1-160,-2-8-320,-6-10-192,-11-9-48,-10-10-48,-8-9-8,-6-10-728,-5-8-224,0-21-1265,-13-7-4880</inkml:trace>
  <inkml:trace contextRef="#ctx0" brushRef="#br0" timeOffset="1">358 37 18580,'0'0'3057,"0"0"-1689,0 0 640,0 0-631,-102 143-481,59-83-488,0-2 56,5-2-456,4-8 72,7-2-80,5-8-8,6-9-408,11-7-512,5-12-865,16-10-1087,16-27-1881,8-9-3873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6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15619,'0'0'4457,"0"0"-3817,0 0 473,0 0 55,0 0 408,89 196-640,-76-109 89,-10 2-193,-3-4-328,0-10-360,-8-10-144,-6-12-96,6-5-1168,6-11-3265,2-18-7002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6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15755,'0'0'2313,"0"0"-1505,0 0 1545,0 0-977,0 0-640,0 0-264,0 0-152,172 19-312,-132-19 16,-5 0-24,0 0-408,-11 0-2000,-5-4-2986</inkml:trace>
  <inkml:trace contextRef="#ctx0" brushRef="#br0" timeOffset="1">108 292 17068,'0'0'2544,"0"0"-559,0 0-537,0 0-992,194-2-456,-100-8-1200,-19 1-1609,-19 4-5977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8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0 15307,'0'0'2489,"0"0"-725,0 0 102,0 0-934,0 0-674,-2 13-74,-30 270 3626,23-220-3328,9-62-434,3-2 13,-1 0-1,-1 0 0,1 0 1,0 0-1,0 0 0,0-1 0,0 1 1,-1-1-1,1 1 0,-1-1 0,1 1 1,-1-1-1,0 0 0,0 0 1,1 0-1,-1 0-60,21-34 87,-21 33-41,7-11-33,-1-1 0,0 0 0,-1 0 1,0 0-1,-2-1 0,0 0 0,0 0 0,-2 0 0,0-1 0,-1 1 0,0-1 1,-1 1-1,-1-2-13,0 16 14,1 0 0,0 0 0,-1 1 0,1-1 0,-1 0 0,0 0 0,0 1 0,1-1 0,-1 1 0,0-1 0,0 1 0,0-1 0,-1 1 0,1-1 0,0 1 0,-1 0 0,1 0 0,0 0 0,-1 0 0,1 0 0,-1-1-14,-3 0 15,1 1-1,0-1 1,0 0 0,-1 1 0,1 0 0,-1 0 0,1 0 0,-1 1 0,0 0-15,-4-1 4,0 1-1,0 0 1,0 1 0,0 0-1,0 1 1,0 0 0,1 0-1,-1 0 1,-3 3-4,-1 2-3,0 1 0,1 1 1,0 0-1,0 0 0,1 2 0,0-1 0,1 1 0,0 1 1,0-1-1,2 2 0,-1-1 0,2 1 0,0 1 0,0-1 1,-1 6 2,1-1-5,0 0 0,2 1 0,0 0 1,0 0-1,2 0 0,1 1 0,0-1 1,1 1-1,1 0 0,1-1 0,3 13 5,-3-26 0,1-1 0,0 1 0,0-1-1,0 1 1,1-1 0,0 0-1,0 0 1,0 0 0,0-1 0,1 1-1,0-1 1,0 0 0,0 0 0,0 0-1,1 0 1,0-1 0,0 0-1,0 0 1,0 0 0,0 0 0,0-1-1,1 0 1,-1 0 0,1 0-1,-1-1 1,1 0 0,0 0 0,0 0 0,6 1 5,-1-1 0,1 0 1,0-1-1,0 0 0,-1 0 1,1-1-1,0-1 0,0 0 1,-1-1-1,0 0 0,1 0 1,-1-2-1,5-1-5,-8 1 5,1-1 0,-1 1 1,-1-1-1,1 0 0,-1-1 0,0 0 1,0 0-1,-1 0 0,0-1 0,0 0 0,-1 0 1,0-1-1,0 0 0,-1 1 0,0-1 1,-1-1-1,0 1 0,1-6-5,1-13 25,-1 1 0,-1 0 0,-1-1 0,-2 1 0,-2-28-25,1 45 12,0 0 1,0 0-1,-1-1 1,0 1 0,0 0-1,-1 1 1,-1-1-1,0 0 1,-4-8-13,4 37-20,8 38 61,1-1 1,11 43-42,2 16 68,-11-44 36,-3-29-78,1 0 0,2 0 0,10 30-26,-14-67-652,2-19-470,-5 12 1052,31-100-8060,-13 45-728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8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0 181 13619,'0'0'2326,"0"0"-251,0 0 131,16-24-830,54-73-336,-65 92-929,0-1-1,0 1 0,1 0 1,0 1-1,0-1 0,0 1 1,0 1-1,1-1 1,-1 1-1,1 0 0,0 0 1,0 1-1,0 0 1,1 0-1,-1 1 0,0 0 1,1 0-1,-1 0 1,0 1-1,1 0 0,-1 1 1,8 1-111,-14-2 9,1 1 1,0 0 0,-1-1-1,1 1 1,-1 0-1,1 0 1,-1 0 0,1 0-1,-1 0 1,1 0 0,-1 0-1,0 1 1,0-1 0,0 0-1,0 1 1,0-1-1,0 1 1,0 0 0,0-1-1,0 1 1,-1-1 0,1 1-1,-1 0 1,1 0-1,-1-1 1,0 1 0,1 0-1,-1 0 1,0-1 0,0 1-1,-1 1-9,-1 62 614,1-63-581,-3 19 31,-2 0-1,0 0 1,-1-1-1,-2 0 1,0 0-1,-7 11-63,-23 55 65,34-73 37,2 1 1,0 0-1,0 0 1,1 0-1,1 0 1,0 1-1,2 10-102,-1-23 21,0 0 0,1 0 0,-1 0-1,1 0 1,-1 0 0,1 0 0,0 0 0,0 0-1,0 0 1,0-1 0,0 1 0,0 0-1,1-1 1,-1 1 0,1-1 0,-1 1 0,1-1-1,-1 0 1,1 0 0,0 1 0,-1-1 0,1 0-1,0-1 1,0 1 0,0 0 0,0 0 0,0-1-1,0 1 1,0-1 0,0 0 0,0 1 0,0-1-21,14 2 59,-1-1 1,1 0-1,0 0 1,1-2-60,-2 1 22,33-1-259,-1-1 1,0-2-1,2-3 237,13-7-2916,0-7-3503,-18 2-5216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8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16484,'0'0'2208,"0"0"-169,3 23 871,-3-18-2776,3 19 360,1 0 0,1 0 0,1 0 1,1-1-1,2 0 0,0 0 0,6 11-494,-13-32 26,6 13 127,1-1-1,1 0 0,9 10-152,-17-21 13,1 0 0,0 0 0,0 0 0,0-1 0,0 1-1,1-1 1,-1 0 0,1 0 0,-1 0 0,1 0 0,0 0 0,0-1-1,0 0 1,0 1 0,0-2 0,0 1 0,0 0 0,1-1-13,-2 0 6,-1-1 1,1 0 0,-1 0-1,1 0 1,-1 0 0,0 0-1,0-1 1,1 1 0,-1-1 0,0 1-1,0-1 1,0 0 0,-1 0-1,1 0 1,0 0 0,-1 0-1,1 0 1,-1 0 0,0-1 0,0 1-1,0-1 1,0 1 0,0-1-7,22-63 166,-11-19 190,-11 68-506,1 1 1,0-1-1,1 1 0,0 0 0,2 0 0,0 0 0,1 1 0,1-4 150,-5 17-352,0-1 1,0 1 0,0-1-1,0 1 1,0-1 0,0 1-1,1 0 1,-1 0-1,1 0 1,-1 0 0,1 1-1,0-1 1,-1 1 0,3-1 351,27-8-7552,-10 7-2154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9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 7058,'0'0'5905,"0"0"-3077,0 0-483,-2 21-175,-46 285 3514,46-291-5596,0-1 1,2 1 0,-1 0-1,3 14-88,-1-35 37,1 1 0,0-1 0,0 0 0,0 0 0,1 1 0,0-1-1,1-1-36,9-17 21,17-61 45,-25 64 46,2 0-1,0 0 1,2 1-1,0 0 1,1 1-1,1 0 1,11-15-112,-20 32 15,0 1-1,-1-1 1,1 0 0,0 1-1,0 0 1,0-1 0,0 1-1,0 0 1,0 0 0,0 0 0,0 0-1,0 0 1,0 0 0,1 1-1,-1-1 1,0 1 0,1 0-1,-1 0 1,0-1 0,1 1-1,-1 1 1,0-1 0,1 0 0,-1 1-1,0-1 1,0 1 0,1-1-1,-1 1 1,0 0 0,0 0-1,0 0 1,0 1 0,0-1 0,0 0-1,0 1 1,0-1 0,-1 1-1,1-1 1,0 1 0,-1 0-15,9 8 32,-1-1 1,-1 1-1,0 0 1,0 1-1,-1-1 1,3 8-33,8 17 16,-1 2 1,-3 0 0,0 0-1,-3 1 1,-1 1 0,3 30-17,-13-118-8279,-5 15 1224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9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0 194 10722,'0'0'5601,"0"0"-1088,0 0-1752,0 0-873,0 0-831,0 0-737,0 0-112,124-43-208,-62 11-208,26-14-1585,-15 8-4440,-11 4-1857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09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14563,'0'0'2031,"0"0"-136,0 0 1154,0 0-1095,0 0-630,3 22-316,10 68-494,-7-61-76,-3-34-183,-1-23-117,-2 28-139,-3-52 38,1 36-27,1-1 0,1 1 0,0-1 0,1 1 0,3-16-10,-2 28-3,0 0 0,0 0-1,0 0 1,0 0 0,1 0-1,-1 0 1,1 0 0,0 1 0,0-1-1,0 1 1,1 0 0,-1 0-1,1 1 1,0-1 0,0 0 0,0 1-1,0 0 1,3-1 3,2-1-14,0 0 0,0 1 1,0 1-1,0-1 0,0 1 0,0 1 1,0 0-1,7 0 14,-15 1-2,0 0 0,1 0 1,-1 0-1,1 1 0,-1-1 0,0 0 1,0 1-1,1-1 0,-1 1 0,0 0 1,0-1-1,0 1 0,1 0 0,-1 0 1,0-1-1,0 1 0,0 0 0,0 0 1,0 0-1,-1 0 0,1 1 0,0-1 1,0 0-1,-1 0 0,1 0 0,-1 1 1,1-1-1,-1 0 0,1 1 0,-1-1 1,0 0-1,0 1 0,0-1 0,1 0 1,-1 1-1,-1-1 0,1 0 1,0 1-1,0-1 2,0 6-8,-1 0 1,0 0-1,0 0 1,-1 0 0,1 0-1,-2-1 1,-1 5 7,-5 8 7,-1-2 1,-1 1-1,0-1 1,-4 3-8,7-11 5,0 0 1,1 0-1,1 1 1,-1 0 0,2 1-1,-1-1 1,2 1-1,-1 0 1,1 1-1,1-1 1,0 1 0,1-1-1,0 1 1,0 5-6,2-17 11,1 1 0,-1-1 0,0 1 1,0 0-1,0-1 0,1 1 0,-1-1 1,0 1-1,1-1 0,-1 1 0,1-1 1,-1 1-1,0-1 0,1 0 0,-1 1 0,1-1 1,-1 1-1,1-1 0,-1 0 0,1 0 1,0 1-1,-1-1 0,1 0 0,-1 0 0,1 0 1,0 1-1,-1-1 0,1 0 0,-1 0 1,1 0-1,0 0 0,-1 0 0,1 0-11,27-1 196,-20 1-127,11 0-53,-1-1 1,1-1-1,0 0 1,-1-1 0,0-1-1,0-1 1,4-2-17,1-3-1077,1 0 0,-2-2 1,4-2 1076,15-10-5255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10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18436,'0'0'3825,"0"0"-2785,0 0 632,0 0-479,-110 152-513,94-77 0,6 0-112,7-2-112,3-13-288,0-9-112,13-15-56,9-12 8,7-12-16,6-12-488,24-14-656,-5-20-3425,-6-7-4793</inkml:trace>
  <inkml:trace contextRef="#ctx0" brushRef="#br0" timeOffset="1">379 155 18164,'0'0'4305,"0"0"-3153,0 0-296,0 0 336,0 0-439,0 0 87,111 123-384,-74-87 128,1-4-352,-6-3-104,-5-5-88,-6-7-40,-5-5-144,-5-5-816,-3-7-1073,0-7-3584,-5-13-9146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10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1 16820,'0'0'3816,"0"0"-2743,0 0 1079,0 0-448,-164 121-815,110-66-321,3-2-288,6-2-16,7-10-264,11-7 0,8-10-376,14-9-280,8-15-889,23-12-1031,9-17-2513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10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0 19836,'0'0'2633,"0"0"-1409,0 0-272,0 0 241,0 0-665,166 121 256,-142-53-144,-24 7-40,0 4-208,-37 1-88,-17-8-128,-5-4-176,-3-5-8,-21 12-712,19-15-912,5-14-4818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15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0 912,'0'0'1545,"0"0"-689,27 148-544,5-88 80,6-4-232,5-18-56,3-1-32,-1-16 0,4-9-64,-4-2 72,4-10 48,-4 0-48,1-5 64,-6-17-144,14-21 0,-14-1-456,-8-1-1689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15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0 3313,'0'0'0,"0"0"-264,0 0 208,-188 12 0,134 13-424,9 4-705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20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3801,'0'0'576,"0"0"-424,0 0-96,0 0 48,0 0-96,0 0 272,-27 104-128,22-90 296,-1-2 48,1-2-264,2 0-232,1 2-152,2-2-840,0-1-2913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20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0 136,'0'0'0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29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37 7274,'0'0'832,"0"0"-600,0 0 336,0 0 136,0 0-440,0 0-264,-51-36-8,43 58 0,-6 11 0,-12 30-64,1-7 64,1-6-2128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34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26 564 5641,'0'0'1606,"0"0"-681,0 0 206,0 0 572,0 0 75,0 0-271,-4-9-143,-16-27-207,19 49 3163,0 1-4101,1-1 0,1 0 1,0 0-1,2 4-219,-1-8 36,1-1 1,0 1 0,0-1 0,0 0-1,1 0 1,1 0 0,-1-1 0,1 0-1,1 0 1,-1 0 0,1 0 0,0-1-1,1 0 1,-1 0 0,1 0 0,0-1-1,1 0 1,-1-1 0,1 0 0,0 0-1,0 0 1,0-1 0,1 0 0,-1-1-1,1 0 1,0 0 0,-1-1 0,1 0-1,1-1-36,139 16 610,2-6-1,-1-8 1,15-6-610,-49-7 426,112-27-426,2 1 327,91 1-168,91 11-159,-179 14 97,60-16-97,-108 9 8,151 7-8,188 28-17,-273 0 16,161 7 3,-316-16 14,-1 5 1,87 23-17,52 8 18,32-10-39,70-8 21,-213-20-2,417 10-14,-359-9 40,32 11-24,101 5 15,-172-11-28,-1 6 0,-1 5 0,33 16 13,-158-35-265,-15-3 313,1-1-1,-1 0 1,1 1 0,-1-1-1,1 0 1,0 1 0,-1-1-1,1 0 1,0 0 0,-1 0 0,1 1-1,0-1 1,-1 0 0,1 0-1,0 0 1,-1 0 0,1 0-1,0 0 1,-1-1 0,1 1-1,0 0 1,-1 0 0,1 0-1,0-1 1,-1 1 0,1 0 0,-1-1-1,1 1 1,0 0 0,-1-1-1,1 1 1,-1-1 0,1 1-1,-1-1 1,1 1 0,-1-1-1,0 1 1,1-1 0,-1 1 0,0-1-1,1 0 1,-1 1 0,0-1-1,0 0 1,1 1 0,-1-1-48,5-8-4,1 1 0,0 0 1,1 0-1,-1 0 1,2 1-1,-1 0 1,1 1-1,0-1 0,0 1 1,1 1-1,0 0 1,0 0-1,0 0 4,31-13-4,1 1 0,16-3 4,-43 15 7,162-49-22,3 9 0,128-15 15,236-25 16,-199 46-32,-186 25 3,0 7 0,80 9 13,-56 0-15,-120-2 22,157 1 10,3 10-17,10 0 20,73-12-20,-91-1 3,6 0 2,317 8-42,-345 3 30,151 11 20,16 2 25,211-20-38,-273-4-10,358-13-16,10-49 65,-169 11 18,-113 3-115,-192 21 89,98 2-31,117 24-4,-384 4-5,0 1 0,0 0 0,0 2 0,8 3 9,-27-7 4,0 1 0,0-1 0,0-1 0,0 1 0,-1 0 0,1-1-1,0 1 1,0-1 0,-1 0 0,1 0 0,0 0 0,-1 0 0,1 0 0,-1-1 0,1 1 0,-1-1 0,1 0-4,42-35 93,-25 19-73,7-3-19,4-3 5,-1-1 1,5-9-7,-27 26 1,0 0 0,-1 0 0,-1-1 0,0 0 1,0 0-1,0 0 0,-1-1 0,-1 0 0,0 0 0,1-4-1,-1-6 700,-4 19-789,0 0 0,0 0-1,0-1 1,1 1 0,-1 0 0,0 0 0,1 0 0,-1-1 0,1 1-1,-1 0 1,1 0 0,-1 0 0,1 0 0,0 0 0,0 0 0,-1 0-1,1 0 1,0 0 0,0 0 0,0 0 0,0 1 0,0-1 0,0 0-1,0 1 1,0-1 0,1 0 0,-1 1 0,0 0 0,0-1 0,0 1-1,1 0 1,-1-1 0,0 1 0,0 0 0,1 0 89,18-7-6106,-1 0-4757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37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26 341 2721,'0'0'5829,"0"0"-2701,0 0-1228,0 0-539,0 0-359,0 0-237,-1-10-38,0-1-472,-4-35 934,-3 15 2759,6 37-1031,-2 41-2743,2 2 71,1-32-198,0 0 1,0 0-1,2 0 1,0-1 0,1 1-1,1 0 1,3 10-48,-5-25 4,0 1 0,0-1 0,0 0 1,0 0-1,1 1 0,-1-1 1,0 0-1,1 0 0,0-1 0,-1 1 1,1 0-1,0 0 0,0-1 0,0 1 1,0-1-1,0 0 0,1 0 0,-1 0 1,0 0-1,1 0-4,2 1 8,-1-1-1,1 0 1,0-1 0,0 1-1,-1-1 1,1 0 0,0 0-1,0-1 1,0 1 0,1-1-8,11-3 14,0-1 0,-1 0 0,0-2 0,0 1 0,6-5-14,8-4 2,1 0 0,1 3 1,0 1-1,1 1 0,0 1 0,1 2 1,-1 2-1,1 1 0,0 1 0,10 2-2,-17 2-4,0 2 0,0 0 0,-1 2 0,1 1 0,-1 1-1,0 1 1,-1 2 0,0 0 0,9 6 4,-27-12-4,0-2 6,0 1 0,0 1 0,0-1 0,-1 1 0,1 0 0,-1 1 0,0-1 0,0 1-1,0 1 1,-1-1 0,0 1 0,0 0 0,2 4-2,-9-5 516,-10-7-354,-10-8-57,18 7-92,1 0 0,0 0 0,0-1 0,0 1 0,1-1 0,-1 0 0,1 0 0,0 0 0,0 0 1,1 0-1,-1 0 0,1 0 0,0-1 0,0 1 0,0-1 0,0 1 0,1-1 0,0 1 0,0-1 0,0 1 0,0-1 0,1 1 0,0 0 0,1-5-13,0 0-2,0 1 0,1-1 0,0 1 1,1-1-1,0 1 0,0 0 0,1 1 0,0-1 0,0 1 1,1 0-1,0 0 0,0 0 2,11-8-4,1 0 1,0 1 0,1 1-1,0 0 1,1 2-1,0 0 1,1 1-1,0 2 1,1 0-1,4-1 4,12 0-7,1 1 0,0 3 0,0 0-1,0 3 1,21 1 7,-29 3-7,0 1 0,0 1 0,0 2 0,0 0 0,-1 3 0,0 0 0,19 10 7,21 5 20,1-4-1,1-3 1,0-3-1,1-3 1,1-3 0,0-4-1,19-3-19,-89-1 3,-1-1 0,1 1-1,-1-1 1,0 0-1,0 0 1,1-1 0,-1 1-1,0-1 1,0 1 0,0-1-1,0 0 1,-1 0 0,1 0-1,0-1 1,-1 1-1,0-1 1,1 1 0,-1-1-1,0 0 1,0 0 0,-1 1-1,1-2 1,-1 1 0,1 0-1,-1 0 1,0 0-1,0-1 1,0-2-3,5-15 9,-1 0 1,-2 0-1,0 0 0,0-6-9,-3 19 13,2-7-221,7-50 300,7 23-3753,-5 25-3289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39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7946,'0'0'3014,"0"0"-849,0 0-403,0 0-742,0 0-401,0 0-225,0 0-152,1 13 388,6 21 834,-1 0 0,-1 14-1464,3 14 658,-8-60-644,0-1 0,0 1 0,0-1 0,1 1 0,-1 0 0,1-1 0,-1 0 0,1 1 0,-1-1 0,1 1 0,0-1 0,0 0 0,-1 1 0,1-1 0,0 0 0,0 0 0,0 1 0,1-1 0,-1 0 0,0 0 0,0 0 0,1-1 0,-1 1 0,0 0 0,1 0 0,-1-1 0,1 1 0,-1-1 0,1 1 0,-1-1 0,1 0 0,-1 1 0,1-1 0,-1 0 0,1 0 0,-1 0 0,1 0 0,-1 0 0,1-1 0,0 1 0,-1 0 0,1-1 0,-1 1 0,1-1-14,11-3 133,-1-1 1,0 0-1,-1-1 0,1 0 0,3-4-133,5-1-70,0 3 74,1 1 1,0 1-1,1 0 0,-1 2 1,1 1-1,0 0 0,0 2 0,0 0 1,18 3-5,-32-2 0,0 1 2,-1-1 0,0 2 0,1-1 0,-1 1-1,0 0 1,0 0 0,0 1 0,0 0 0,-1 0 0,1 1 0,-1 0 0,0 0 0,0 1 0,0-1 0,0 1 0,-1 0-1,0 1 1,0-1 0,0 1 0,-1 0 0,0 0 0,0 1 0,-1-1 0,1 1 0,-1 1-2,-1 2 1477,-10-26-795,6 10-670,0 0-1,0-1 1,1 1-1,0-1 1,1 1-1,-1-1 1,1 1-1,0-1 1,1 1-1,0-1 1,0 1 0,0-1-1,1-2-11,0 6-2,-1 0-1,1 0 0,-1 0 1,1 1-1,0-1 1,0 0-1,0 1 0,1-1 1,-1 1-1,1 0 1,-1-1-1,1 1 0,0 1 1,-1-1-1,1 0 1,0 1-1,0-1 0,1 1 1,-1 0-1,0 0 1,0 0-1,1 0 0,-1 1 1,0-1-1,1 1 1,1 0 2,34-1-3,0 2 0,0 1 0,1 3 0,33 7 3,-43-5-1,1-2-1,0-1 1,0-1-1,0-2 0,0-1 1,0-1-1,0-2 1,11-3 1,-31 3-1,-1-1 1,1-1-1,-1 1 1,0-2 0,0 1-1,-1-2 1,8-5 0,-11 8 16,-1-1 1,0 1-1,0-1 1,0 1-1,0-1 1,-1-1 0,0 1-1,0-1 1,0 1-1,-1-1 1,0 0-1,0-1 1,1-3-17,-4 10-22,0 0 0,0 0 0,0 0 0,0 0 0,0-1 0,0 1 0,0 0 0,0 0 0,0 0 0,0 0 0,0-1 0,0 1 0,0 0 0,0 0 0,0 0 0,0 0 0,0 0 1,0-1-1,0 1 0,0 0 0,0 0 0,0 0 0,0 0 0,-1 0 0,1 0 0,0-1 0,0 1 0,0 0 0,0 0 0,0 0 0,0 0 0,0 0 0,-1 0 0,1 0 0,0 0 0,0 0 0,0 0 0,0-1 0,0 1 1,-1 0-1,1 0 0,0 0 0,0 0 0,0 0 0,0 0 0,0 0 0,-1 0 0,1 0 0,0 0 0,0 0 0,0 0 0,0 1 0,-1-1 0,1 0 0,0 0 0,0 0 0,0 0 0,0 0 0,0 0 0,0 0 0,-1 0 1,1 0 20,-12 6-3681,8-4 1535,-17 6-10816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5:46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5777,'0'0'0,"0"0"-656,0 0-2369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7:20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5433,'0'0'1512,"0"0"-271,0 0 463,0 0 79,0 0-201,-2 0-1245,0 0 1,0 0-1,0 0 1,0 0-1,0 1 1,0-1-1,0 1 1,0-1-1,1 1 1,-1 0 0,0 0-1,0 0-337,-1 10 167,0 1-1,1 0 1,0 0-1,1 0 1,1 0-1,0 0 1,0 0-1,1 0 1,0 0-1,1-1 1,1 1-1,0 0 1,1-1-1,0 0 1,0 1-167,11 23 371,-9-19-247,1 0-1,0 0 1,1-1 0,1 0 0,0 0-1,8 8-123,-15-22 134,0 0-1,0 0 0,-1 0 0,1 0 1,0 0-1,0 0 0,1-1 0,-1 1 1,0-1-1,0 1 0,0-1 0,0 0 1,0 0-1,0 0 0,1 0 0,-1 0 1,0 0-1,0-1 0,0 1 0,0-1 0,0 0 1,1 0-134,46-16 393,44-23 21,2 4 0,79-18-414,-167 52 8,1 0 0,0 1-1,0 0 1,0 1-1,-1-1 1,1 1 0,0 1-1,0 0 1,0 0-1,-1 0 1,1 1 0,0 0-1,-1 0 1,0 1-1,1 0 1,-1 1 0,0-1-1,-1 1 1,1 1-1,2 1-7,3 4 16,0 1-1,-1 0 0,0 1 0,-1 0 0,0 1 0,-1-1 0,-1 2 0,0 0 0,5 10-15,-4-10 566,-6-24 521,4-15-378,0 12-706,-1 2-1,2-1 1,-1 1 0,2 0-1,0 0 1,0 1-1,0 1 1,10-8-3,1 1 1,1 0 0,0 2-1,1 0 1,4-1-1,-18 11-7,1 1 0,0-1-1,-1 1 1,1 1 0,0 0 0,1 0-1,-1 0 1,0 1 0,0 1 0,0 0-1,1 0 1,-1 0 0,7 3 7,14 2-3,-1 3-1,0 0 1,17 8 3,-23-7 0,0-1 1,1-1-1,-1-1 0,1-1 1,23 1-1,-7-5 19,1-1 1,23-5-20,-50 4 9,1-2 0,0 0 0,-1-1 0,0 0 0,0-1 0,0-1-1,0 0 1,7-6-9,-19 10 18,0 1 0,-1-1 0,1 0 0,-1 0 1,1 0-1,-1 0 0,0 0 0,0 0 0,0 0 0,0 0 0,0-1 0,-1 1 0,1 0 0,-1 0 0,1-1 0,-1 1 0,0-1 0,0 1-18,2-49 244,-2 41-197,0 10-11,0-1-71,1 1-1,-1 0 0,1 0 1,-1-1-1,0 1 0,1 0 1,-1-1-1,0 1 0,1 0 1,-1-1-1,0 1 0,0 0 1,1-1-1,-1 1 0,0-1 1,0 1-1,0-1 0,1 1 1,-1 0-1,0-1 0,0 1 1,0-1-1,0 1 0,0-1 1,0 1-1,0-1 0,0 1 1,0-1-1,0 1 36,0-21-4835,-1 16 1408,1-6-9423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9:02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4249,'0'0'0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9:02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7514,'0'0'1232,"0"0"-800,0 0 1040,0 0-1112,0 0-360,0 0-1984,0 0-3705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9:08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7522,'0'0'1200,"0"0"-256,0 0 656,0 0-1111,0 0-361,0 0-128,0 7 0,0-5 0,0 3 0,0 0 0,0 0 0,0 0 0,0 0 64,0 4-168,0-2-929,0-2-2159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9:09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4241,'0'0'8018,"0"0"-7250,0 0-680,0 0-176,0 0-1241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49:17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4001,'0'0'648,"0"0"-464,0 0 184,0 0 480,0 0-552,0 0-72,-3 2-216,3 1-8,0-1 0,0 1-848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3:3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223 157 10386,'0'0'1220,"0"0"-269,0 0 327,0 0 132,0 0-170,8 23 103,21 71-203,-28-92-1073,0 1-1,-1-1 1,1 0 0,-1 1-1,1-1 1,-1 1 0,0-1-1,0 1 1,0-1 0,-1 0-1,1 1 1,0-1 0,-1 1-1,0-1 1,1 0 0,-1 1-1,0-1 1,0 0 0,0 0-1,-1 0 1,1 0 0,-1 0-1,1 0 1,-1 0 0,1 0-1,-1 0 1,0-1 0,0 1-1,0-1 1,0 1 0,0-1-1,0 0 1,0 0 0,-1 0-1,0 0-66,-5 2 118,-1 0-1,1-1 0,-1 0 0,0 0 0,0-1 0,0-1 0,-3 1-117,6-1 101,0 0 0,0 0 0,-1 0 0,1-1 0,0 0 0,0 0 0,0 0 0,0-1 1,0 0-1,0 0 0,-5-3-101,8 3 35,0 0 1,0 0 0,1-1 0,-1 1-1,1-1 1,-1 0 0,1 1-1,0-1 1,0 0 0,0 0-1,0-1 1,0 1 0,1 0 0,0-1-1,-1 1 1,1-1 0,1 1-1,-1-1 1,0 1 0,1-1-1,0 0-35,-1-4 15,1 1 0,0 0 0,0 0-1,0 0 1,1 0 0,0 0-1,1 0 1,0 0 0,0 1 0,0-1-1,1 0 1,0 1 0,0 0-1,0-1 1,1 1 0,0 1 0,0-1-1,1 1 1,0-1 0,0 1-1,0 0 1,0 1 0,1-1 0,0 1-1,0 1 1,0-1 0,0 1 0,0 0-1,6-2-14,-3 1 22,-1 0-1,2 1 0,-1 0 0,0 0 1,1 1-1,-1 0 0,1 1 0,0 0 1,-1 1-1,1 0 0,0 0 1,5 2-22,-11-2 16,0 1 1,0 0-1,-1 0 1,1 0 0,0 0-1,-1 1 1,1 0-1,-1 0 1,0 0-1,1 0 1,-1 0 0,0 0-1,0 1 1,-1-1-1,1 1 1,0 0 0,-1 0-1,0 0 1,1 0-1,-1 1 1,-1-1-1,1 1 1,0-1 0,-1 1-1,0-1 1,0 1-1,0 0 1,0 0 0,0-1-1,-1 1 1,1 4-17,-1-1 69,-1 1 1,1 0 0,-1 0 0,0-1-1,-1 1 1,0-1 0,0 1-1,-1-1 1,0 0 0,0 0-1,0 0 1,-1 0 0,0-1 0,0 1-1,-1-1 1,0 0 0,0 0-1,-1-1 1,1 1 0,-1-1 0,0 0-1,0-1 1,-1 0 0,0 0-1,1 0 1,-6 1-70,11-4 12,0 0 1,-1 0-1,1 0 0,0-1 0,-1 1 1,1 0-1,-1-1 0,1 1 0,-1-1 1,1 0-1,-1 1 0,1-1 0,-1 0 1,1 0-1,-1 0 0,0 0 1,1 0-1,-1 0 0,1-1 0,-1 1 1,1-1-1,-1 1 0,1-1 0,-1 1 1,1-1-1,-1 0 0,1 1 0,0-1 1,0 0-1,-1 0 0,1 0 0,0 0 1,0 0-1,0 0 0,0-1 0,0 1 1,0 0-1,0 0 0,0-1 0,1 1 1,-1-1-1,0 1 0,1-1 1,-1 1-1,1-2-12,-3-8 26,0-1 0,1 1 0,1 0 0,0-1 1,1-10-27,0 13-4,-1-2 2,0 0 1,2-1 0,-1 1-1,1 0 1,1 0-1,0 0 1,0 0 0,2-1 1,-3 9-1,1 0 0,-1 0 0,1 0 0,0 0 0,0 1 1,0-1-1,0 1 0,1-1 0,-1 1 0,1 0 0,-1 0 1,1 0-1,0 0 0,0 0 0,0 0 0,0 1 0,0 0 1,0-1-1,0 1 0,0 0 0,1 1 0,-1-1 0,0 1 1,1-1-1,-1 1 0,0 0 0,1 0 0,2 1 1,-2-2 1,0 1 0,1 0 0,-1 1 1,0-1-1,0 1 0,1 0 0,-1 0 0,0 0 0,0 0 0,0 1 0,0 0 0,0 0 0,0 0 0,0 0 1,-1 1-1,3 1-1,-4-1 3,0 0 0,0-1-1,0 1 1,0 0 0,-1 0 0,1 1 0,-1-1 0,0 0 0,0 0 0,0 1 0,0-1 0,-1 0 0,1 1 0,-1-1 0,0 1 0,0-1 0,0 0 0,-1 1 0,1-1 0,-1 1 0,0-1 0,0 1-3,-1 2 29,0 0-1,-1 0 1,0 0-1,0 0 1,0 0 0,-1-1-1,0 1 1,0-1 0,-1 0-1,1 0 1,-1-1 0,0 1-1,0-1 1,-4 2-29,5-3 18,0 1 0,0-1 0,-1-1 0,1 1 0,-1-1 1,0 0-1,1 0 0,-1 0 0,0 0 0,0-1 0,-1 0 0,1 0 1,0 0-1,0-1 0,0 0 0,0 0 0,-1 0 0,1 0 0,0-1-18,3 0 6,0 0 0,0-1-1,0 1 1,0-1-1,0 1 1,1-1 0,-1 1-1,0-1 1,1 0-1,0 0 1,-1 0 0,1 0-1,0 0 1,0 0-1,0 0 1,0 0 0,0 0-1,0 0 1,1-1-1,-1 1 1,1 0 0,0-1-1,0-1-5,-4-58-1,4 54 12,-1 2-10,1 0 0,1 0 0,-1 0-1,1 0 1,0 0 0,0 0 0,1 0 0,-1 0 0,2 0-1,-1 1 1,0-1 0,1 1-1,-1 2-3,1 0 0,-1 0 0,1 1 0,0-1 0,-1 1 0,1 0 0,0 0 0,0 0 1,1 0-1,-1 0 0,0 1 0,0-1 0,1 1 0,-1 0 0,1 0 0,0 0 0,-1 1 0,1-1 0,-1 1 0,1 0 0,0 0 3,3-1-3,0 0-1,1 1 1,-1 0-1,0 0 0,1 1 1,-1 0-1,0 1 1,0-1-1,2 2 4,-7-2 0,0 0 0,0 0-1,0 0 1,-1 0-1,1 1 1,0-1-1,-1 1 1,1-1 0,-1 1-1,1-1 1,-1 1-1,0 0 1,0 0-1,0 0 1,0 0 0,0 0-1,0 0 1,0 0-1,-1 0 1,1 0-1,-1 0 1,1 0 0,-1 0-1,0 1 1,0-1-1,0 0 1,0 0-1,0 0 1,-1 1 0,1-1-1,0 0 1,-2 1 0,1 3 6,-1-1 0,-1 0 0,1 0 0,-1 0 0,0 0 0,0 0 0,0-1 0,-1 1 0,1-1 0,-1 0 0,0 0 0,0 0 0,-1-1 0,1 1 0,-1-1 0,0 0 0,-2 1-6,-11 6 0,1-1 0,-1 0 0,0-1 0,-10 2 0,23-9 6,0 1-1,0 0 0,0-1 0,0 0 0,0 0 0,0-1 1,0 0-1,0 1 0,-1-2 0,1 1 0,0-1 0,0 1 1,0-1-1,0-1 0,-1 1-5,3-1 2,1 1 0,-1-1 0,0 0 0,1 0 0,0 0 1,-1 0-1,1-1 0,0 1 0,0 0 0,0-1 0,0 0 0,1 1 0,-1-1 0,1 0 1,0 0-1,0 0 0,0 0 0,0 0 0,0 0 0,0 0 0,1 0 0,0 0 0,-1 0 0,1-3-2,0 0 1,-1 0-1,1 0 1,0 0-1,0 0 0,0 0 1,1 1-1,0-1 0,0 0 1,1 0-1,0-3 0,0 7-2,-1 0-1,1-1 0,-1 1 1,1 0-1,0 0 1,0 0-1,0 0 0,0 1 1,0-1-1,0 0 1,1 1-1,-1-1 0,0 1 1,1 0-1,-1 0 1,1 0-1,0 0 0,-1 1 1,1-1-1,0 0 1,-1 1-1,1 0 0,2 0 3,0-1-4,1 0 0,0 1 0,0-1-1,-1 1 1,1 1 0,0-1 0,-1 1-1,1 0 1,0 0 0,-1 1 0,1 0-1,-1 0 1,1 0 4,-4 0 0,1 0 0,-1-1 1,0 1-1,0 1 0,0-1 0,0 0 0,0 0 1,0 1-1,0-1 0,-1 1 0,1-1 0,-1 1 1,0 0-1,0-1 0,0 1 0,0 0 0,-1 0 0,1 0 1,-1 0-1,1 0 0,-1 0 0,0 0 0,0 0 1,0 0-1,-1 2 0,0 0 2,0 0-1,-1-1 1,1 1 0,-1 0 0,0-1-1,0 0 1,0 1 0,-1-1 0,0 0-1,1 0 1,-1 0 0,-1-1 0,1 1-1,-1-1 1,1 0 0,-1 0 0,0 0-1,0 0 1,0 0 0,0-1 0,-5 2-2,2 0 6,-2 0 1,1 0-1,0-1 1,-1 0 0,1-1-1,-1 0 1,0 0-1,0-1 1,0 0 0,0 0-1,-6-1-6,12-1 2,0 0 0,1 0 0,-1 0 0,1 0 0,-1-1 0,1 1 0,0-1 0,-1 1 0,1-1 0,0 0 0,0 0 0,0 1 0,0-2 0,1 1 0,-1 0 0,0 0 0,1 0 0,0-1 0,-1 1 0,1-1 0,0 1-1,0-1 1,0 0 0,1 1 0,-1-1 0,1 0 0,-1 1 0,1-2-2,-3-13 5,1-1 0,1 1 0,0-16-5,1 31-2,0-2-1,0 1-1,0-1 0,0 1 1,1-1-1,-1 0 0,1 1 1,0-1-1,0 1 1,0 0-1,0-1 0,1 1 1,-1 0-1,1 0 0,1-3 4,-1 4-3,0 0 0,1 0-1,-1 1 1,0-1-1,1 1 1,-1-1 0,1 1-1,0 0 1,-1 0-1,1 0 1,0 0 0,-1 0-1,1 1 1,0-1-1,0 1 1,0 0 0,0 0-1,1 0 4,2-1-3,0 1-1,0 0 0,-1 0 1,1 1-1,0-1 0,0 1 1,-1 1-1,1-1 1,0 1-1,-1 0 0,0 0 1,1 0-1,2 3 4,-6-3-1,1 0-1,0 1 1,-1 0-1,1-1 1,-1 1-1,0 0 1,0 0-1,0 0 1,-1 1-1,1-1 1,-1 0-1,1 1 1,-1-1-1,0 1 1,-1-1-1,1 1 1,0-1-1,-1 1 1,0 0-1,0-1 1,0 1-1,0 0 2,-1 2 4,1-1-1,-1 1 0,0-1 1,0 1-1,0 0 1,-1-1-1,0 0 1,0 1-1,0-1 0,-1 0 1,0 0-1,0 0 1,-2 3-4,3-6 3,0 0 0,0 0-1,0 1 1,0-1 0,0-1 0,-1 1 0,1 0 0,0 0 0,-1-1 0,1 0 0,-1 1-1,0-1 1,0 0 0,1 0 0,-1 0 0,0-1 0,0 1 0,0-1 0,0 1 0,0-1-1,0 0 1,1 0 0,-1-1 0,0 1 0,0 0 0,0-1 0,-2 0-3,3 0 3,0-1 1,0 1-1,0 0 1,0 0-1,1-1 1,-1 1-1,0-1 0,1 1 1,-1-1-1,1 0 1,0 1-1,0-1 1,-1 0-1,1 0 1,0 0-1,1 0 1,-1 0-1,0 0 0,1 0 1,-1-1-1,1 1 1,-1 0-1,1-2-3,-4-57-12,4 54 16,0 1-8,0 0 1,0 0-1,1 0 1,-1 1-1,1-1 1,0 0 0,1 1-1,-1-1 1,1 1-1,0-1 1,1 1 0,-1 0-1,3-3 4,-3 5-2,1 0-1,1 0 1,-1 0 0,0 1-1,1-1 1,-1 1 0,1 0-1,0 0 1,-1 0 0,1 0-1,0 1 1,0-1 0,0 1-1,1 0 1,-1 0 0,0 1-1,0-1 1,4 1 2,-1-1-3,0 1 0,0 0-1,0 0 1,0 0 0,0 1 0,0 0 0,0 0 0,0 1 0,0 0 0,-1 0 0,1 1 0,-1 0-1,1 0 1,-1 0 0,0 1 0,3 2 3,-6-3-2,1 0 0,-1 1 1,0-1-1,0 1 0,-1-1 0,1 1 0,-1 0 0,0 0 1,0 0-1,0 0 0,0 1 0,-1-1 0,1 0 0,-1 1 1,0-1-1,-1 1 0,1-1 0,-1 1 0,0-1 0,0 1 1,0-1-1,-1 1 0,1-1 0,-1 1 0,0-1 0,-1 2 2,0-3 4,0 0 0,0 0 0,0 0 0,0 0 0,0-1 0,-1 1-1,1-1 1,-1 1 0,0-1 0,1 0 0,-1 0 0,0 0 0,-1-1 0,1 1-1,0-1 1,0 1 0,-1-1 0,1 0 0,0 0 0,-1-1 0,1 1-1,-1-1 1,1 0 0,-1 1 0,1-2 0,-1 1 0,0 0 0,1-1 0,0 1-1,-1-1 1,1 0 0,-1 0 0,1-1 0,0 1 0,0-1 0,0 1-1,-1-1 1,2 0 0,-1 0-4,-2-6 3,1 0 0,0 0 0,1 0 0,0-1 0,1 1 0,-1-1 0,1 0-1,1 1 1,0-1 0,0 0 0,1 0 0,0 0 0,0 0 0,1 0-3,-1 4-1,0 2-2,0 1 0,0-1-1,1 1 1,-1-1 0,0 1 0,1-1-1,0 1 1,-1 0 0,1-1-1,0 1 1,0 0 0,1 0 0,-1 0-1,0-1 1,1 1 0,-1 0 0,1 1-1,0-1 1,-1 0 0,1 0-1,0 1 1,1-1 3,0 0-6,1 0 1,0 0-1,-1 1 0,1-1 0,0 1 1,0 0-1,0 0 0,0 0 0,0 1 1,0-1-1,0 1 0,0 0 0,2 1 6,0-1-2,-1 0 1,0 1-1,0 0 0,0 0 0,0 0 0,0 1 0,0-1 0,0 1 0,-1 0 0,1 1 0,0-1 0,-1 1 1,0 0-1,0 0 0,0 0 0,0 1 0,0-1 0,0 1 0,-1 0 0,0 0 0,0 0 0,0 1 0,0-1 2,-2 1 1,1-1 0,-1 1 0,0 0 0,0 0 0,-1-1 0,1 1-1,-1 0 1,0 0 0,0 0 0,-1-1 0,1 1 0,-1 0-1,0 0 1,-1-1 0,1 1 0,-1-1 0,0 1 0,0-1 0,0 0-1,-1 1 1,1-1 0,-1 0 0,0-1 0,0 1 0,0 0 0,-1-1-1,1 0 1,-1 0 0,-3 2-1,2-1 7,-1 0 1,1 0-1,-1-1 0,0 0 0,0 0 1,0 0-1,0-1 0,-1 0 1,1 0-1,-1-1 0,1 0 0,-1 0 1,1 0-1,-1-1 0,0 0 0,1 0 1,-1 0-1,0-1 0,1 0 1,-1-1-1,-5-1-7,8 1 1,1 0 0,-1 0 0,1 0 0,-1-1-1,1 1 1,0-1 0,0 0 0,0 0 0,0 0 0,1 0 0,-1-1 0,1 1 0,0-1 0,0 1 0,0-1 0,0 0-1,0 0 1,1 0 0,0-1-1,-3-6 2,1-1 0,1 0 0,0 1 0,1-1 0,0 0 0,1-3-2,0 14-1,0-1 0,0 1 0,0-1 0,1 1 1,-1-1-1,0 1 0,1-1 0,-1 1 0,1-1 0,-1 1 0,1-1 0,0 1 0,-1-1 0,1 1 0,0 0 0,0 0 0,0-1 0,0 1 1,0 0-1,1 0 0,-1 0 0,0 0 0,0 0 0,1 1 0,0-2 1,2 1-6,-1-1 0,1 1 0,-1 0 0,1 1 0,0-1-1,-1 1 1,1-1 0,0 1 0,-1 0 0,1 0 0,2 1 6,0-1-6,0 1-1,-1 0 1,1 0 0,-1 1-1,0-1 1,1 1 0,-1 0-1,0 1 1,0-1-1,0 1 1,-1 0 0,1 0-1,-1 1 1,1-1-1,-1 1 1,1 1 6,-2-1 2,-1 1 1,0-1-1,0 1 0,0-1 1,0 1-1,-1 0 0,0 0 1,0-1-1,0 1 0,-1 0 1,1 0-1,-1 0 0,0 0 1,0 0-1,-1 0 0,0 0 1,0 0-1,0 0 0,0 0 1,-1-1-1,0 1 0,0 0 0,0-1 1,0 0-1,-1 1 0,0-1 1,0 0-1,0 0 0,0-1 1,0 1-1,-1 0 0,0-1 1,0 0-1,0 0 0,0 0 1,0-1-1,0 1 0,-1-1 1,1 0-1,-1 0 0,0-1 1,0 1-1,1-1 0,-1 0 1,0 0-1,-4 0-2,8-2 3,-1 1 0,0 0 0,1 0 0,-1 0-1,0-1 1,1 1 0,-1-1 0,0 1 0,1-1 0,-1 0 0,1 0 0,-1 1 0,1-1 0,-1 0 0,1 0 0,0-1 0,-1 1 0,1 0-1,0 0 1,0-1 0,0 1 0,0 0 0,-1-2-3,0-2 2,0 1 0,0-1-1,0 0 1,0 0 0,1 0 0,0 0-1,0 0 1,0-4-2,0-11 5,0 0 1,2 0-1,2-19-5,-2 36-5,-1 0-1,1 0 1,0 0-1,0 0 1,0 0-1,1 0 1,-1 0-1,1 0 1,-1 0-1,1 1 1,0-1-1,0 1 1,0 0-1,1-1 1,-1 1-1,0 0 1,1 0-1,0 0 1,-1 1-1,1-1 1,0 0-1,0 1 1,0 0-1,0 0 1,0 0-1,0 0 1,0 0-1,0 1 1,0-1-1,0 1 1,1 0-1,-1 0 1,2 0 5,-2 0-2,1 0 1,0 0-1,0 0 0,-1 1 1,1-1-1,0 1 1,-1 0-1,1 0 0,-1 0 1,1 1-1,-1-1 0,0 1 1,1 0-1,-1 0 1,0 0-1,0 0 0,0 1 1,-1-1-1,1 1 0,0-1 1,-1 1-1,0 0 1,1 0-1,-1 0 0,0 0 1,-1 1-1,1-1 0,1 4 2,-2 0 1,0-1 0,0 1 0,0 0 0,-1 0 0,0 0 0,0 0 0,-1 0-1,0 0 1,0 0 0,0 0 0,-1-1 0,0 1 0,-1 0 0,1-1 0,-1 0-1,0 1 1,-2 0-1,-1 3 7,0-2-1,0 1 1,-1-1-1,0 0 1,-1 0-1,0 0 1,0-1-1,-1-1 1,0 1-1,-8 3-6,16-9 4,-1 0 0,0 0 0,1 0 0,-1 0 0,0 0 0,0 0 0,0-1-1,0 1 1,0 0 0,0-1 0,0 0 0,0 0 0,0 1 0,0-1 0,0 0-1,0-1 1,0 1 0,0 0 0,-1-1-4,1 0 3,1 0-1,0 1 1,0-1 0,-1 0-1,1 0 1,0 0-1,0-1 1,0 1 0,0 0-1,0 0 1,0-1 0,1 1-1,-1 0 1,0-1-1,1 1 1,-1 0 0,1-1-1,-1 1 1,1-2-3,-2-10 7,0 1 0,1-1 0,1 1 0,0-1 0,2-10-7,-1 7-3,0 14-1,-1-1 0,1 1-1,0 0 1,0-1-1,-1 1 1,1 0-1,1 0 1,-1 0-1,0 0 1,0 0 0,1 0-1,-1 0 1,1 0-1,0 1 1,0-1-1,-1 1 1,1-1-1,0 1 1,0-1-1,0 1 1,0 0 0,1 0-1,-1 0 1,0 0-1,0 1 1,1-1-1,-1 1 1,0-1-1,1 1 1,1 0 4,4-2-4,-1 1 0,1 1 0,-1 0 1,1 0-1,-1 0 0,1 1 0,-1 0 0,0 0 0,5 2 4,-10-2 1,-1-1-1,1 1 0,-1 0 0,1-1 0,-1 1 0,1 0 0,-1 0 0,0 0 0,1 0 0,-1 0 0,0 0 0,0 0 0,0 1 0,0-1 0,0 0 0,0 0 0,0 1 0,0-1 0,-1 1 0,1-1 1,-1 1-1,1-1 0,-1 1 0,1-1 0,-1 1 0,0 0 0,0-1 0,0 1 0,0-1 0,0 1 0,0 0 0,0-1 0,0 1 0,0-1 0,-1 1 0,1 0 0,-1-1 0,1 1 0,-1-1 0,0 1 0,0 2 12,-1 0-1,0 0 1,0 0-1,-1 0 1,1 0-1,-1-1 1,0 1-1,0-1 0,0 1 1,0-1-1,0 0 1,-1 0-1,-2 1-11,4-2 12,0-1 0,0 0 0,0 1 0,0-1 0,0 0 0,-1 0-1,1 0 1,-1 0 0,1-1 0,0 1 0,-1-1 0,1 1 0,-1-1 0,1 0 0,-1 0-1,1 0 1,-1 0 0,1-1 0,-1 1 0,1-1 0,-1 1 0,1-1 0,-1 0 0,1 0 0,0 0-1,-1 0 1,1 0 0,0-1 0,0 1 0,-1-1-12,1-1-163,-1-1 1,1 1-1,-1-1 0,1 0 1,0 0-1,0 0 0,1 0 1,-1 0-1,1 0 0,0-1 1,0 1-1,0 0 0,1-1 1,0 1-1,-1 0 0,2-4 163,0-5-3708,6 5-1912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293 348 13867,'0'0'1752,"0"0"-150,0 0 117,0 0-487,0 0-326,2-17 325,-1 7-1147,3-30 2047,-1 0 0,-3-30-2131,-1 63 60,-1 1-1,0-1 1,0 1 0,0-1-1,-1 1 1,0 0 0,-1 0-1,1 0 1,-1 0 0,0 1-1,0 0 1,-1 0 0,0 0-1,0 0 1,0 1-1,-5-5-59,-7-4 220,-1 1-1,0 1 1,0 0-1,-18-7-219,34 17 13,1 0 0,-1 1-1,0-1 1,0 1-1,0-1 1,0 1-1,1 0 1,-1 0-1,0 0 1,0 0 0,0 0-1,0 0 1,0 0-1,0 1 1,1-1-1,-1 0 1,0 1-1,0 0 1,0-1-1,1 1 1,-1 0 0,0 0-1,1 0 1,-1 0-1,1 0 1,-1 1-1,1-1 1,0 0-1,-1 1 1,1-1 0,0 1-1,0-1 1,0 1-1,0-1 1,0 1-1,0 0 1,1 0-1,-1-1 1,0 3-13,-4 8-8,1 1 0,0 0 1,1 1-1,0-1 0,1 2 8,1-10 28,-7 72 115,3 0-1,3 1 1,5 11-143,-2 20 122,16 237 308,1 3 107,-17-229-338,0 36 270,-16 126-469,12-215-839,1-71 271,0-1-1,0 1 1,0 0 0,0 0 0,-1 0 0,1 0 0,-4-3 568,0-2-1534,-8-15-5087,-2 2-4590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12875,'0'0'6753,"0"0"-5753,0 0 1961,0 0-1017,161-10-935,-97-7-545,6-2-72,3-3-392,-6-2 104,0 2-104,-8 1-248,19-11-648,-19 6-1409,-8 4-4792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2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16347,'0'0'2690,"0"0"-1016,0 0-187,-2 23-165,0-6-1036,0 9 139,-1 0 0,-1-1-1,-1 1 1,-2-1 0,-4 10-425,-20 40 821,-4-2 1,-3-1-1,-34 48-821,71-120-52,1 1 0,0-1-1,-1 1 1,1-1 0,-1 1-1,1-1 1,0 1 0,-1-1 0,1 0-1,-1 1 1,1-1 0,-1 0 0,1 1-1,-1-1 1,0 0 0,1 1-1,-1-1 1,1 0 0,-1 0 0,0 0-1,1 0 1,-1 0 0,0 0-1,1 0 1,-1 0 0,1 0 0,-1 0-1,0 0 1,1 0 0,-1 0 0,1 0-1,-1 0 1,0-1 0,1 1-1,-1 0 1,1-1 0,-1 1 0,1 0-1,-1-1 1,1 1 0,-1 0 0,1-1-1,-1 1 1,1-1 0,-1 1-1,1-1 1,0 1 0,-1-1 52,-16-26-7085,6-1-2105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16067,'0'0'2377,"0"0"360,0 0-289,0 0-512,0 0-831,145 157-137,-123-111-488,-3-2-264,-6-8-120,1-5-96,-6-9 0,0-5-32,-3-7-104,-5-5-688,5-5-592,1-10-1233,2-12-3024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11202,'0'0'5487,"0"0"-2462,0 0-600,0 0-1171,0 0-833,0 24 209,0 56 193,1 211 1182,0-284-2009,0 0 1,0 0-1,0 0 0,1 0 0,0 0 0,0-1 0,0 1 0,1 0 0,0-1 0,1 0 0,0 0 0,-1 0 0,2 0 0,-1-1 0,1 0 0,0 1 0,0-2 0,2 3 4,-3-4-196,0 0 0,0-1 0,1 1 1,-1-1-1,0 0 0,1 0 0,-1-1 1,1 1-1,0-1 0,-1 0 0,1-1 1,1 1 195,-1-1-555,0 0 0,0 0 0,0 0 0,0-1 0,0 0 0,0 0 1,0 0-1,0-1 0,0 0 0,0 0 0,-1 0 0,5-3 555,24-17-7983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13675,'0'0'2462,"0"0"-58,0 0-675,0 0-690,26 4-257,83 18 67,-106-21-789,0 0 0,0 0-1,0 0 1,0 0 0,-1 1 0,1-1 0,0 1 0,-1 0 0,0 0 0,1 0 0,-1 0 0,0 0 0,0 1 0,0-1 0,0 1 0,0-1 0,-1 1 0,1 0 0,-1 0 0,1 2-60,0 2 179,0-1-1,-1 1 1,0 0-1,0 0 1,-1 0 0,0 0-1,0 1-178,0 4 287,0-3-170,-1 0-1,0 0 0,0 0 1,-1 0-1,0 0 1,-1 0-1,0 0 1,0-1-1,-1 1 1,0-1-1,0 0 0,-1 0 1,0 0-1,-1-1 1,-1 2-117,-2 1-23,1 0 0,-1-1 0,-1-1 1,0 0-1,0 0 0,-1-1 0,1 0 1,-1 0-1,-1-1 0,-10 3 23,22-8-70,-1-1 0,1 0 0,-1 1 0,1-1 0,-1 0 0,0 1 0,1-1 0,-1 0 0,1 0 0,-1 0 0,1 1 0,-1-1 0,0 0 0,1 0 0,-1 0 0,0 0 0,1 0-1,-1 0 1,1 0 0,-1 0 0,0-1 0,1 1 0,-1 0 0,1 0 0,-1 0 0,0-1 0,1 1 0,-1 0 0,1 0 0,-1-1 0,1 1 0,-1-1 0,1 1 0,-1 0 0,1-1 0,0 1 0,-1-1 0,1 1 0,-1-1 0,1 1 0,0-1 70,1-28-6511,-1 25 5768,7-28-8645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119 237 12347,'0'0'4463,"0"0"-2056,0 0-133,0 0-741,0 0-504,-17 27-239,-56 87-25,69-108-684,0 0 1,1 0-1,0 1 0,0-1 1,0 1-1,1 0 0,0 0 1,1 0-1,0 0 0,0 0 0,0 0 1,1 0-1,0 0 0,0 1 1,1 5-82,1 15 216,-2-24-198,0-1 0,0 0 0,1 0 0,-1 0 0,1 0 0,0 1 0,0-1 0,0 0 0,0 0 0,0 0 0,1-1 0,-1 1 0,1 0-1,0 0 1,0-1 0,0 1 0,0-1 0,2 2-18,0-1 15,1 1 0,0-1 0,0 0 0,0 0 0,0-1 0,0 1 0,1-1 0,-1 0 0,1-1 0,1 1-15,9 1-164,0-1 0,0 0-1,0-1 1,0-1 0,0 0-1,0-2 1,8-1 164,-8-1-849,-1-1 0,0-1 0,0 0 0,0-1 0,-1-1 0,0 0-1,0-1 1,-1 0 0,-1-1 0,6-5 849,-7 6-1358,34-27-6518</inkml:trace>
  <inkml:trace contextRef="#ctx0" brushRef="#br0" timeOffset="1">404 1 14027,'0'0'2734,"0"0"672,0 0-948,23 22-646,74 75-394,-90-89-1248,0 0-1,-1 1 1,0-1 0,0 1-1,-1 0 1,-1 1 0,1-1 0,-2 1-1,1 0 1,-1 0 0,-1 0-1,0 0 1,0 0 0,0 11-170,1 3 295,2 23 179,-2 1 0,-4 40-474,0-30-441,1-57 370,0 0 0,0 0 0,1 0 0,-1 0-1,0-1 1,0 1 0,0 0 0,1 0 0,-1 0 0,0 0 0,1-1 0,-1 1 0,1 0 0,-1 0 0,1-1-1,-1 1 1,1 0 0,-1-1 0,1 1 0,0 0 0,-1-1 0,1 1 0,0-1 0,0 1 0,0-1 0,-1 0 0,1 1-1,0-1 1,0 0 0,0 1 0,0-1 0,-1 0 0,1 0 0,0 0 0,1 0 71,34-2-5775,-9-6-840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14979,'0'0'3801,"0"0"-2241,0 0-23,0 0-977,0 0-32,0 0-296,148 0-168,-111 0-40,-2 0-24,-2 0 0,-7 0-1392,-9 0-3129,-9 0-5129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14507,'0'0'2905,"0"0"-481,0 0-351,0 0-985,0 0-488,0 0-184,0 0-344,158 22-72,-94-22-728,-13 0-2033,-8-5-6593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11843,'0'0'3640,"0"0"-1715,0 0-394,0 0-80,0 0-244,0 0-128,19-11-103,66-30-215,-79 38-688,1 0 0,0 1 0,-1 0 0,1 1 0,0 0 1,0 0-1,0 0 0,0 1 0,0-1 0,0 2 0,0-1 0,0 1 0,0 0 0,0 1 0,0 0 0,-1 0 0,1 0 0,-1 1 0,1 0 0,-1 0 0,0 0 0,3 3-73,8 7 100,-1 0-1,0 2 0,-1-1 1,0 2-1,-2 0 1,2 4-100,-2-5 82,47 62 97,19 35-179,-73-109-3444,-6-14-3074,-1-1 3740,2-12-8231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8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12347,'0'0'6168,"0"0"-3382,0 0-970,-11 25-316,-4 10-1030,-52 111 927,44-101-941,-3 0-1,-10 11-455,25-41 21,0-1-1,-1 0 1,0 0 0,-1-1-1,0-1 1,-1 0 0,0-1 0,-6 2-21,19-12-118,0 0 1,1-1 0,-1 1-1,-1-1 1,1 0 0,0 1 0,0-1-1,0 0 1,0 0 0,0 0 0,0 1-1,0-1 1,0 0 0,0 0-1,0-1 1,-1 1 0,1 0 0,0 0-1,0 0 1,0-1 0,0 1-1,0-1 1,0 1 117,-13-11-5345,1-3-3515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9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14347,'0'0'4124,"0"0"-1398,0 0-890,0 0-859,0 0-339,-19 25-45,8-11-498,-124 171 607,131-181-669,1 1 0,0 0 0,0 0 0,0 0 1,0 1-1,1-1 0,0 1 0,0-1 0,0 1 0,1 0 1,0 0-1,0-1 0,0 1 0,1 0 0,0 0 1,0 0-1,0 0 0,1 2-33,1-7 19,-1 1 0,0 0 0,0-1 0,1 0 0,-1 1 0,1-1 0,-1 0 0,1 1 0,0-1 0,-1 0 0,1 0 0,0 0 0,0-1 0,0 1 0,0 0 0,-1-1 0,1 1 0,0-1 0,0 0 0,0 1 0,0-1 0,2 0-19,53 1 195,-43-1-155,-1 0-95,-1 1-1,1 0 0,-1 1 0,1 0 0,-1 1 0,1 1 56,43 19-4440,-34-11-1285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59 13539,'0'0'4633,"0"0"-2249,0 0-319,0 0-697,0 0-512,0 0-352,0 0-240,-175-5-71,130 0-49,-4 3-136,1-1-8,5 3 80,8 0-200,3-2-121,8 2-655,-8-12-1016,10 0-1985,3-5-2800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00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13931,'0'0'2311,"0"0"-142,0 0-72,0 0-972,0 0-564,-9 25-260,-26 83-36,33-102-239,0-1 0,1 1 0,0 0 1,0-1-1,1 1 0,0 0 1,0-1-1,0 1 0,1 0 1,-1-1-1,1 1 0,1 0 0,-1-1 1,1 1-1,0-1 0,0 0 1,0 0-1,1 1 0,0-2 1,0 1-1,0 0 0,1-1 0,0 1 1,-1-1-1,1 0 0,1 0 1,-1 0-1,1-1 0,-1 0 1,1 0-1,0 0 0,0 0 0,2 0-26,4 2 89,0-1-1,0 0 0,0-1 0,0 0 0,1-1 0,-1 0 0,1-1 0,-1 0 1,1-1-1,-1 0 0,1-1 0,-1 0 0,1-1 0,8-3-88,-16 4 18,1-1 0,0 0 1,-1 0-1,1 0 0,-1-1 0,0 0 0,1 1 0,-1-2 0,-1 1 0,1 0 0,0-1 0,-1 0 0,0 1 0,0-1 1,0-1-1,0 1 0,-1 0 0,1-1 0,-1 1 0,0-1 0,0 0 0,-1 0 0,0 0 0,0 1 0,0-1 0,0-1-18,0 0 20,-1-1-1,0 1 0,0-1 0,0 1 1,-1-1-1,0 1 0,0 0 0,0-1 1,-1 1-1,0 0 0,-1 0 0,1 0 1,-1 0-1,0 0 0,0 1 0,-1 0 0,0-1 1,0 1-1,0 0 0,-1 0-19,-3-2 26,0-1 1,0 1-1,-1 0 0,0 1 0,-1 0 1,1 1-1,-1 0 0,0 0 0,-1 1 1,1 1-1,-1-1 0,1 2 0,-1-1 1,0 2-1,0-1 0,-10 1-26,20 1-45,1 0-1,-1 0 1,0 0-1,1 0 0,-1 0 1,0 0-1,1 1 1,-1-1-1,0 0 1,1 0-1,-1 0 1,1 1-1,-1-1 0,0 0 1,1 1-1,-1-1 1,1 1-1,-1-1 1,1 1-1,-1-1 0,1 1 1,-1-1-1,1 1 1,0-1-1,-1 1 1,1-1-1,0 1 1,-1-1-1,1 1 0,0 0 1,0-1-1,0 1 1,-1 0-1,1-1 1,0 1-1,0 0 0,0-1 1,0 1-1,0 0 1,0-1-1,0 1 1,1 0-1,-1 0 46,11 29-2830,21-1-1469,10-2-2083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00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16492,'0'0'4753,"0"0"-2349,0 0-862,0 0-594,0 0-561,0 0-227,-5 4-115,-104 68 171,93-60-178,0 0 1,1 2 0,1-1 0,1 2-1,-12 14-38,23-27 1,0 1 0,1 0 0,-1-1 0,0 1 0,1 0 0,-1 0 0,1 0 0,0 0 0,0 1 0,0-1 0,1 0 0,-1 0 0,1 1 0,0-1 0,0 0 0,0 0 0,0 1 0,0 0-1,1-2 1,0 0-1,0 1 1,0-1-1,0 0 1,0 0-1,1 0 1,-1 0-1,0-1 1,1 1-1,0 0 1,-1 0-1,1-1 0,0 1 1,0-1-1,0 0 1,0 1-1,0-1 1,0 0-1,0 0 1,0 0-1,1-1 1,-1 1-1,0 0 1,1-1-1,15 4 116,1-1 0,-1-1 0,1-1 1,0-1-1,-1 0 0,5-2-116,38 1-1949,-2 7-6203,-40-1-2252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0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1 14931,'0'0'4249,"0"0"-1416,0 0-969,0 0-600,0 0-599,-163 0-425,109 0-184,-2 0-40,2 0 32,8 0-96,9 0-256,7 0-377,14 0-1215,5 2-2489,9-2-3833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0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13595,'0'0'2324,"0"0"-489,0 0-226,0 0-572,0 0-380,0 0-131,26 0-75,82 2 25,-104-2-445,-1 1 0,1-1-1,-1 1 1,1 0 0,-1 0 0,0 0 0,1 0-1,-1 1 1,0-1 0,0 1 0,0 0-1,0 0 1,0 0 0,-1 0 0,1 1-1,-1-1 1,1 1 0,-1-1 0,0 1 0,0 0-1,0 0 1,0 0 0,0 0 0,-1 0-1,0 0 1,1 1 0,-1-1 0,0 0-1,0 4-30,1 1 104,-1 0-1,-1 1 1,1-1-1,-1 1 1,-1-1-1,1 1 0,-1-1 1,-1 1-1,-2 7-103,-2 0 125,-2 0-1,0-1 0,0 1 1,-2-1-1,0-1 1,0 0-1,-1 0 0,-9 7-124,1 0 131,2 1 0,0 1 0,1 1-131,11-16 59,1 0 1,0 0 0,1 1-1,-1-1 1,2 1-1,-1-1 1,1 1 0,0 0-1,1 0 1,0 0-1,1 5-59,5-13 83,0 0-1,0 0 0,0-1 1,0 1-1,0-1 0,0 0 1,1 0-1,-1-1-82,1 1 132,62-1 401,0-2-1,0-4 1,5-4-533,-24 9-428,-49 2-538,0 0-1397,0 0-2985,0 0-4174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0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10058,'0'0'2994,"0"0"-536,0 0-575,0 0-543,0 0-451,0 0-219,-1 0-606,0 1 0,0-1-1,0 0 1,0 0 0,0 1-1,0-1 1,0 1 0,1-1-1,-1 1 1,0-1 0,0 1-1,1-1 1,-1 1 0,0 0-1,0 0 1,1-1 0,-1 1-1,1 0 1,-1 0-64,-8 30 505,1 1 0,1 0-1,2 1 1,2 0 0,1-1 0,1 1 0,2 12-505,4 17 348,2 0 0,3 0 0,9 24-348,-2-6 305,-5 1-1,-3 0 0,-3 0 1,-4 1-1,-5 36-304,3-101 51,-1-1 0,-1 1 1,0 0-1,-1-1 0,-1 0 0,0 1 0,-2-1 1,1-1-1,-2 1 0,-1 1-51,6-15 37,1-1-1,0 0 1,-1 0-1,1 1 1,-1-1 0,0 0-1,1 0 1,-1 0 0,0 0-1,0-1 1,1 1-1,-1 0 1,0-1 0,0 1-1,0-1 1,0 0 0,0 0-1,0 0 1,0 0-37,-39-1 409,37 0-404,2 1-4,1 0 1,0-1-1,0 1 1,-1-1 0,1 1-1,0-1 1,0 0 0,0 0-1,0 1 1,0-1-1,0 0 1,0 0 0,0 0-1,0 0 1,1 0 0,-1 0-1,0 0 1,0 0-1,1-1 1,-1 1 0,1 0-1,-1 0 1,1 0 0,0-1-1,-1 1 1,1 0-1,0-1 1,0 1 0,0 0-1,0-1 1,0 1 0,0 0-1,0 0 1,0-1-1,1 1 1,-1 0 0,0-1-1,1 1 1,-1 0 0,1 0-2,0-3 3,0-1-1,0 1 1,0 0 0,1 0 0,-1 1 0,1-1 0,0 0 0,0 0 0,0 1 0,1-1 0,-1 1 0,3-2-3,-2 2-1,1 1 0,-1 0 0,1 0 0,-1 0 0,1 0 0,0 0 0,0 1 0,0 0 1,0 0-1,0 0 0,0 0 0,0 1 0,0-1 0,0 1 0,0 0 0,1 0 0,-1 0 0,0 1 1,3 0 0,0 1-4,0 1 1,0 0-1,0-1 1,-1 2-1,1-1 1,-1 1 0,0 0-1,0 1 1,0-1-1,-1 1 1,1 1 3,3 3-4,0 0 0,-1 0-1,0 1 1,-1 1 0,0-1 0,0 1-1,-1 0 1,-1 1 0,0-1 0,0 1 0,-2 0-1,1 0 1,-1 4 4,-1 27 17,-1 0 0,-3-1 0,-2 1 0,-1-1 0,-3 0 0,-8 29-17,-5 28 49,11-19 26,4 0 1,3 0-1,6 59-75,0-7 153,-3-109-149,-1-3-1,1-1 1,2 1-1,1 9-3,-2-23-2,1 0 1,-1 0-1,1 0 0,0 0 0,1 0 1,-1-1-1,1 1 0,1-1 1,-1 1-1,0-1 0,1 0 0,0-1 1,1 2 1,-2-4-9,-1 0 0,1-1 1,0 1-1,0 0 0,0-1 1,0 0-1,0 1 0,0-1 1,0 0-1,0-1 0,0 1 1,1-1-1,-1 1 0,0-1 1,0 0-1,1 0 0,-1 0 1,0-1-1,0 1 0,1-1 1,-1 0-1,0 1 0,0-2 1,2 0 8,5-1-174,0-1 1,0-1 0,-1 0-1,1 0 1,-1-1-1,7-6 174,20-19-1615,-15 9-2212,-8 1-3543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4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15419,'0'0'2313,"0"0"-641,0 0 1217,0 0-1185,0 0-928,177-10-624,-94 5-152,-16 3-1096,-16 2-4457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1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17452,'0'0'2695,"0"0"-1240,1 21 168,5 63 169,5-1-1,6 17-1791,5 3 870,-1-11-329,-5 0-1,3 58-540,-43-196 333,2-2 0,-11-39-333,21 50 6,3-1 1,1 0-1,1 0 1,3 0-1,1 0 1,1-1-1,3-16-6,-1 53-2,0-1 0,0 0-1,0 0 1,0 0 0,1 1-1,-1-1 1,1 0 0,0 0 0,-1 1-1,1-1 1,0 1 0,1-1-1,-1 1 1,0-1 0,1 1-1,0-1 1,-1 1 0,1 0-1,0 0 1,0 0 0,0 0 0,0 0-1,0 1 1,1-1 0,-1 1-1,3-2 3,0 2-4,1-1-1,-1 1 0,1 0 1,0 1-1,-1 0 1,1 0-1,0 0 0,-1 0 1,1 1-1,-1 0 1,1 0-1,0 0 0,1 2 5,102 18-2136,-81-18 521,-1-1 0,1-1 1,-1-1-1,0-2 0,5-1 1615,-14 0-985,-2 0-1,1-1 1,0-1-1,-1-1 1,0 0-1,0-1 1,-1-1-1,10-5 986,-13 5-299,-1-1-1,1 0 0,-1 0 1,-1-1-1,0-1 0,8-10 300,-6 0 3724,-12 21-3516,0-1-1,0 1 0,0 0 0,0-1 1,0 1-1,0 0 0,0-1 0,0 1 1,0 0-1,0-1 0,0 1 0,0 0 0,-1-1 1,1 1-1,0 0 0,0-1 0,0 1 1,0 0-1,0-1 0,-1 1 0,1 0 1,0 0-1,0-1 0,-1 1 0,1 0 1,0 0-1,0 0 0,-1-1 0,1 1 1,0 0-1,-1 0 0,1 0 0,0 0 1,-1-1-208,-20 4 5983,2 5-7387,-11 11 1738,1 1-1,2 2 1,0 0-1,1 2 1,1 1-1,1 0 1,2 2-1,0 1 1,-1 5-334,11-9 50,23-30-68,28-34 3,-37 38 22,39-44 49,-26 27-49,1 0 0,1 1 0,0 1 1,2 1-1,18-13-7,-34 27 0,0 0-1,0 0 1,0 0-1,1 1 1,-1-1 0,0 1-1,1 0 1,-1 0 0,1 0-1,-1 0 1,1 0-1,-1 1 1,1 0 0,0 0-1,-1 0 1,1 0-1,0 0 1,-1 1 0,1 0-1,-1-1 1,3 2 0,-2 0 3,-1 0-1,1 1 1,0 0 0,-1-1 0,1 1-1,-1 0 1,0 1 0,0-1-1,0 0 1,-1 1 0,1 0 0,-1-1-1,0 1 1,0 0 0,1 2-3,5 13 53,-2 1 1,0 1-1,-1-1 1,0 1-1,-2 0 0,0 14-53,-1-3-144,-2-16 224,1 0-1,1 0 0,0 0 0,1 0 0,5 12-79,-7-24-145,0-1 1,0 0-1,1 1 1,-1-1-1,1 0 1,0 0-1,0 0 0,0 0 1,1 0-1,-1-1 1,1 1-1,-1-1 0,1 1 1,0-1-1,0 0 1,0 0-1,0 0 0,0-1 1,1 1-1,-1-1 1,1 0-1,-1 0 0,0 0 1,1 0-1,0 0 1,-1-1-1,1 1 1,-1-1 144,103-1-7633,-55-7 337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230 306 15459,'0'0'2948,"0"0"-261,-27 4-456,-84 19-1017,107-22-1173,-1 1 1,1 0-1,-1 0 1,1 0 0,0 0-1,0 1 1,0 0-1,0 0 1,0 0 0,0 0-1,1 1 1,0-1 0,0 1-1,0 0 1,0 0-1,0 0 1,1 0 0,-1 2-42,-1 3 71,0 0 1,1 1 0,1 0 0,0 0 0,0 0 0,0 6-72,0-5 76,1 0-1,0 1 1,1-1 0,1 1 0,-1-1 0,2 0-1,0 4-75,-1-11 10,0 0-1,0-1 0,0 0 0,1 1 1,-1-1-1,1 0 0,0 1 0,0-1 0,0 0 1,0-1-1,1 1 0,-1 0 0,1 0 1,0-1-1,-1 0 0,1 1 0,0-1 1,0 0-1,1-1 0,-1 1 0,0 0 1,1-1-1,-1 0 0,1 0-9,7 2 11,-1-1-1,1 0 1,0 0-1,0-2 1,0 1-1,0-1 1,0-1-1,0 0 1,-1-1-1,1 0 1,0 0-1,-1-1 1,1 0-1,-1-1 1,0-1-1,0 1 1,0-1-1,2-3-10,5-3-28,-2 0-1,0-1 0,0 0 0,-1-1 0,0-1 1,-1 0-1,-1-1 0,-1 0 0,0-1 0,0-2 29,-11 17-2,1 1 0,-1 0-1,0 0 1,0-1 0,0 1 0,0 0-1,1-1 1,-1 1 0,0 0 0,0 0-1,1-1 1,-1 1 0,0 0 0,0 0-1,1-1 1,-1 1 0,0 0-1,1 0 1,-1 0 0,0 0 0,1-1-1,-1 1 1,0 0 0,1 0 0,-1 0-1,0 0 1,1 0 0,-1 0-1,0 0 1,1 0 0,-1 0 0,0 0-1,1 0 1,-1 0 0,0 0 0,1 0-1,-1 1 1,0-1 0,1 0-1,-1 0 1,0 0 0,1 0 0,-1 1-1,0-1 1,0 0 0,1 0 0,-1 1-1,0-1 1,0 0 2,15 25-48,10 45 125,-22-58-25,-2-32 469,1 0 0,1 0 0,3-11-521,-3 15 85,49-232-980,-38 196-1110,3 0 0,3-2 2005,-19 52-53,0 0 0,-1 0 0,1 0 0,0 0 0,0 0 0,0 0 0,0 1 0,0-1 0,0 0 0,1 1 0,-1-1 0,1 1 0,-1-1 1,1 1-1,-1 0 0,1 0 0,0-1 0,-1 1 0,1 0 0,0 1 0,1-2 53,-1 3 23,-1-1 0,1 0 1,-1 0-1,0 1 0,1-1 1,-1 1-1,1 0 0,-1-1 0,0 1 1,1 0-1,-1 0 0,0 0 1,0 0-1,0 0 0,1 0 0,-1 0 1,0 0-1,-1 0 0,1 0 1,0 1-1,0-1 0,0 0 0,-1 1 1,1-1-1,-1 1 0,1-1 1,-1 0-1,1 2-23,26 62 1271,-16-34-891,1-1 0,2-1 0,1 0 0,1-1 0,8 10-380,-18-31 24,0 0-1,0 0 0,0 0 1,1-1-1,0 0 0,0 0 1,1-1-1,-1 0 1,1 0-1,0-1 0,1 0 1,-1 0-1,1-1 0,0 0 1,0-1-1,0 0 0,0 0 1,0-1-1,0 0 1,0 0-1,2-1-23,-6 0 7,1 0 0,0-1 0,-1 1 0,1-1 0,-1 0 0,1 0 0,-1-1 0,0 0 1,1 0-1,-1 0 0,0-1 0,0 1 0,0-1 0,-1 0 0,1-1 0,-1 1 0,0-1 0,0 0 0,0 0 0,0 0 0,0 0 0,-1-1 0,0 1 0,0-1 1,0 0-1,-1 0 0,0 0 0,0-1 0,0 1 0,0 0 0,-1-1 0,0 1 0,0-1 0,0 1 0,-1-1 0,0 1 0,0-5-7,-11 19 143,7-3-140,1 1-1,0 0 1,0 0-1,0 0 1,1 0-1,0 0 1,1 1-1,-1-1 1,1 1-1,1-1 1,-1 1-1,1 0 1,1-1-1,-1 1-2,1-4 1,-1 0 0,0-1 0,1 1 0,-1-1-1,1 1 1,0-1 0,1 1 0,-1-1 0,0 0-1,1 1 1,0-1 0,-1 0 0,1 0 0,1 0-1,-1 0 1,0-1 0,1 1 0,-1 0 0,1-1-1,0 0 1,0 0 0,0 0 0,0 0 0,0 0-1,0 0 1,1-1 0,-1 0 0,0 0 0,4 1-1,2 0-206,0-1-1,0 0 1,0 0 0,0-1 0,0 0 0,0-1 0,0 0 0,0-1 0,0 1-1,-1-2 1,1 1 0,0-1 0,-1 0 0,0-1 0,3-1 206,0-3-722,0 0 0,0 0 0,-1-1 0,0-1 0,0 0 1,-1 0-1,0 0 0,-1-1 0,4-9 722,12-21-8143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16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5521,'0'0'6904,"0"0"-3834,0 0-1375,0 0-136,0 0-396,19 25-232,58 82-20,-68-92-605,-1 0 0,0 1-1,0 0 1,-2 0 0,0 1 0,-1-1 0,-1 1-1,0 1 1,-1-1 0,-1 0 0,-1 1 0,0-1 0,-2 1-1,0 6-305,1-1 251,0-21-248,0 0 1,0 0-1,0 0 1,0 0 0,-1 0-1,1 0 1,-1 0 0,1 0-1,-1 0 1,1-1-1,-1 1 1,0 0 0,0 0-1,0-1 1,0 1-1,0 0 1,0-1 0,-1 1-1,1-1 1,0 0-1,-1 1 1,1-1 0,-1 0-4,-1 1-35,0-1 0,0 0 0,0 0 0,0 0 0,0 0 0,0 0 0,-1-1 0,1 1 0,0-1 0,0 0 0,0 0 0,0 0 1,-2-1 34,-5 0-846,1-1 1,0 0 0,0 0 0,-1-1 0,2 0-1,-1-1 1,0 0 0,1 0 0,-5-4 845,-17-14-8074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17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13003,'0'0'3324,"0"0"337,0 0-940,0 0-1105,0 0-822,0 0-414,8 1-100,7 1-197,0-2-1,-1 0 1,1-1 0,0-1 0,-1 0-1,1 0 1,-1-2 0,0 0 0,6-3-83,1 1 20,0 0 0,1 2 0,0 0 0,-1 1 0,6 1-20,-27 2-270,-41 1-1047,35-1 1271,-1 0-1,1 1 0,-1 0 1,1 0-1,-1 0 0,1 1 1,0 0-1,0 0 0,0 1 1,0 0-1,0 0 0,0 0 1,0 1 46,6-3-4,-1 0 0,0 0 0,0 0 0,1 1 0,-1-1 0,1 0 1,-1 0-1,1 1 0,-1-1 0,1 0 0,0 0 0,0 1 1,0-1-1,0 0 0,0 1 0,0-1 0,0 1 0,0-1 1,0 0-1,0 0 0,1 1 0,-1-1 0,1 0 0,-1 1 0,1-1 1,-1 0-1,1 0 4,21 30 10,-14-21 31,32 34 401,-2 1 0,-2 3-1,9 18-441,-35-50 96,-1 0-1,-1 1 0,-1 0 0,0 0 0,-1 1 0,-1-1 0,0 1 0,-2 1 0,0-1 0,-1 0 0,-1 1 0,-1 17-95,0-30 26,-1-1-1,0 0 1,-1 0-1,1 1 1,-1-1-1,0 0 0,-1-1 1,1 1-1,-1 0 1,0-1-1,0 1 1,0-1-1,0 0 0,-1 0 1,0 0-1,0 0 1,0-1-1,0 0 1,-1 1-1,1-2 0,-1 1 1,1 0-1,-1-1 1,0 0-1,0 0 1,0 0-1,-1-1 0,1 0 1,-2 0-26,0 1 21,1-1 1,0 0 0,-1 0-1,1-1 1,0 0 0,-1 0-1,1 0 1,-1-1-1,1 0 1,0 0 0,0-1-1,-1 1 1,1-2-1,0 1 1,0 0 0,1-1-1,-1 0 1,1-1 0,-1 1-1,1-1 1,0 0-1,0 0 1,1-1 0,-4-3-22,4 2-66,0-1-1,0 0 1,1 0 0,0 0 0,0-1 0,0 1 0,1-1 0,0 1 0,1-1 0,0 0 0,0 1 0,0-1-1,1 0 1,1 0 0,-1 0 0,1 1 0,0-1 0,1 0 0,0 1 0,0-1 0,1 1 0,-1-1-1,2-1 67,-1 3-254,1-1 0,-1 1 0,1-1-1,0 1 1,0 0 0,1 0 0,0 1-1,0-1 1,0 1 0,1 0-1,0 0 1,0 1 0,0 0 0,0 0-1,0 0 1,1 1 0,0 0-1,0 0 1,0 1 0,0 0 0,0 0-1,0 1 1,1-1 0,3 1 254,-8 1-26,0 0 0,1 1 1,-1-1-1,0 1 1,0-1-1,0 1 0,0 0 1,0 0-1,0 0 0,0 1 1,0-1-1,-1 1 0,1-1 1,0 1-1,-1 0 1,0 0-1,1 0 0,-1 0 1,0 1-1,0-1 0,1 1 26,5 9 58,0 0 0,-1 1 0,0 0-1,2 6-57,-4-8 194,0 0-1,1 0 1,0 0-1,8 9-193,-10-16 83,1 0-1,-1 0 0,1 0 0,0 0 0,0-1 0,0 0 0,1 0 0,-1 0 0,1 0 0,-1-1 1,1 0-1,0 0 0,0-1 0,0 0 0,0 0 0,0 0 0,0-1 0,0 1 0,0-2 0,1 1 1,-1-1-1,0 1 0,0-2 0,0 1 0,0-1 0,1 0-82,5-2 62,0-1 1,0 0-1,0-1 1,-1 0-1,0-1 0,0 0 1,-1 0-1,1-1 0,-2-1 1,1 0-1,5-7-62,-9 9-36,0-1 0,-1 1 0,0-1 0,-1 0 0,0 0 0,0 0 0,-1-1 0,1 0 0,-2 1 0,0-1 0,0 0 0,0 0 0,-1 0 0,0 0 0,-1-7 36,0 16-1,-1-1 1,1 1-1,0 0 1,-1-1-1,1 1 1,-1 0-1,1-1 1,0 1-1,-1 0 1,1 0-1,-1-1 1,1 1-1,-1 0 1,1 0-1,-1 0 1,1 0-1,-1 0 1,1-1-1,-1 1 1,1 0-1,-1 0 1,1 0-1,-1 0 1,1 1-1,-1-1 1,1 0-1,-1 0 1,1 0-1,-1 0 1,1 0-1,-1 1 1,1-1-1,0 0 1,-1 0-1,1 1 1,-1-1-1,1 0 1,0 1-1,-1-1 1,1 1 0,-2 3 4,0 0 0,1 0 0,-1 0 0,1 0 0,0 1 0,1-1 0,-1 0 0,1 1-1,0-1 1,0 1 0,0-1 0,1 5-4,-1-7 4,0 1 0,1 0 0,-1-1 0,1 1 0,0 0 0,-1-1 0,1 1 0,0-1 0,0 1 0,1-1 0,-1 0 0,0 1 0,1-1 0,0 0 0,-1 0 0,1 0 0,0 0 0,0 0 0,0-1 0,0 1 0,2 1-4,6 0 20,-1 0 0,1 0 0,0-1 0,0-1-1,0 1 1,0-2 0,0 1 0,0-1 0,0-1 0,0 0 0,0 0 0,0-1 0,-1 0 0,1-1 0,0 0 0,6-4-20,-1 1 5,-1 0-1,0-2 1,0 0-1,-1 0 1,1-1 0,-2-1-1,0 0 1,0-1-1,-1 0 1,2-4-5,-10 12 3,0 0 0,-1 0 1,0 0-1,0 0 0,0 0 0,0 0 0,0-1 1,0 1-1,-1-1 0,0 0 0,0 1 0,0-1 1,0 0-1,0 0 0,-1-2-3,0 5 10,0 1 0,0-1-1,-1 1 1,1-1 0,0 1-1,-1 0 1,1-1 0,-1 1 0,1 0-1,0-1 1,-1 1 0,1 0-1,-1 0 1,1-1 0,-1 1 0,1 0-1,-1 0 1,1 0 0,-1-1 0,1 1-1,-1 0 1,1 0 0,-1 0-1,1 0 1,-1 0 0,1 0 0,-1 0-1,1 0 1,-1 1 0,1-1 0,-1 0-1,1 0 1,-1 0 0,1 0-1,-1 1 1,1-1 0,-1 0 0,1 0-1,-1 1 1,1-1 0,0 0-1,-1 1 1,1-1 0,0 1 0,-1-1-1,1 0 1,0 1 0,-1 0-10,-1 3 4,-1 1 0,1-1 0,0 1 0,0 0 0,0 0 1,1 0-1,0 0 0,0 0 0,0 1 0,0-1 0,1 0 0,0 0 0,0 1 1,0-1-1,1 2-4,0 1 7,-1 0 0,2 0-1,-1 0 1,1 0 0,0-1 0,1 1 0,-1 0 0,1-1 0,5 7-7,-4-8 9,0-1 1,1 0-1,0 0 1,1 0-1,-1 0 0,1-1 1,0 0-1,0 0 1,0-1-1,0 0 1,1 1-10,-3-2-59,0-1 1,0 1 0,0-1-1,0 0 1,0 0 0,1 0-1,-1-1 1,0 1 0,0-1-1,0 0 1,1 0 0,-1-1-1,0 1 1,0-1 0,0 0-1,0 0 1,0 0 0,0-1-1,0 1 1,0-1 58,5-5-1080,-1 0 0,1 0 0,-2-1 0,1-1 0,-1 1 0,0-1 0,4-7 1080,14-23-9452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1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12003,'0'0'1475,"0"0"-74,0 0 87,0 0-745,0 0-577,0 0-80,1 6 38,6 13 603,0 1 0,2-2 0,0 1 0,1-1 0,1 0-1,1-1 1,0 0 0,1-1 0,15 14-727,-20-23 76,1 0 1,0 0 0,0-1-1,0 0 1,0-1 0,1 0-1,0 0 1,0-1 0,1 0-1,-1-1 1,1 0 0,0-1-1,0 0 1,-1-1-1,1 0 1,0-1 0,6 0-77,-15 0 16,0 0 0,0-1 0,0 1 0,0-1 0,0 1 0,0-1 1,0 0-1,0 0 0,0 0 0,0 0 0,0 0 0,-1 0 0,1 0 0,0-1 0,-1 1 1,1-1-1,-1 1 0,0-1 0,1 0 0,-1 1 0,0-1 0,0 0 0,0 0 1,0 0-1,0 0 0,0 0 0,-1 0 0,1 0 0,-1 0 0,1 0 0,-1 0 0,0 0 1,0-1-17,2-13 84,-1 0 0,0 0 0,-1 0 1,-1-5-85,0-2 34,0-8-30,-2 0 0,-1 1 1,-3-13-5,6 41-40,1 0 0,0 1-1,-1-1 1,1 1 0,0-1 0,0 0 0,0 1 0,0-1 0,0 1-1,1-1 1,-1 0 0,0 1 0,1-1 0,-1 1 0,1-1 0,0 1-1,0-1 1,-1 1 0,1 0 0,0-1 0,0 1 0,0 0-1,0 0 1,0-1 0,0 1 0,1 0 0,-1 0 0,0 0 0,1 0-1,-1 1 1,1-1 0,-1 0 0,0 1 40,5-3-34,1 2 1,-1-1-1,0 1 1,0 0-1,0 0 0,1 1 1,-1 0-1,2 0 34,-8 21 358,0-11-321,0 10 126,0 0 0,1 0-1,1 0 1,1-1 0,5 19-163,-7-33 22,1-1-1,0 1 1,0 0-1,0-1 1,0 1-1,1-1 1,0 0-1,0 1 1,0-1-1,0-1 1,0 1-1,1 0 1,0-1-1,0 0 1,0 0-1,0 0 1,0 0 0,1-1-1,-1 0 1,1 1-1,-1-2 1,1 1-1,0 0 1,0-1-1,0 0 1,1 0-22,5 0-250,0-1-1,0 0 1,0 0 0,0-1 0,0-1 0,0 0 0,0 0-1,-1-1 1,1 0 0,-1-1 0,1 0 0,-1-1 0,0 0-1,-1 0 1,0-1 0,1-1 0,-2 1 0,1-1 0,-1-1 0,0 0-1,-1 0 1,0 0 0,0-1 0,0 0 0,-1-1 0,-1 1-1,0-1 1,0 0 0,-1 0 0,0-1 0,-1 1 0,0-1 0,0-3 250,1-31-5447,-4 5-5913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1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5513,'0'0'8210,"0"0"-5113,0 0-613,0 0-217,15 25-505,2 3-1370,24 39 2262,25 57-2654,-66-123 12,31 78 594,-28-73-579,-2 1-1,1-1 1,-1 0-1,0 1 1,0-1-1,0 1 1,-1-1-1,0 1 1,-1-1-1,1 1 0,-2 5-25,1-11 3,0 0 1,0 0-1,-1-1 1,1 1 0,0 0-1,0-1 1,0 1-1,0-1 1,-1 1 0,1-1-1,0 1 1,0-1 0,-1 0-1,1 0 1,0 0-1,-1 0 1,1 0 0,0 0-1,0 0 1,-1 0-1,1 0 1,-1-1-5,-30-5-176,29 4 101,1 0-1,-1-1 1,1 1 0,-1 0 0,1-1 0,0 0 0,0 1-1,0-1 1,0 0 0,1 0 0,-1 0 0,1 0 0,0-1 0,0 1-1,0 0 1,0-1 75,-6-56-4744,7 31-880</inkml:trace>
  <inkml:trace contextRef="#ctx0" brushRef="#br0" timeOffset="1">253 346 10938,'0'0'0,"0"0"-1224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0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12227,'0'0'1653,"0"0"13,0 0-146,0 0-561,24-8-517,81-24-142,-102 31-278,1 0 0,0 0 0,-1 0 0,1 1 0,0 0 0,0-1 0,0 1 0,-1 1 0,1-1 0,0 0 0,0 1 0,-1 0 0,1 0 0,0 0 0,-1 0 0,1 1 0,-1-1 0,0 1 0,1 0 0,-1 0 0,1 1-22,2 2 59,-1 1 0,0 0 0,0 0 0,-1 0 0,0 0 1,0 1-1,0-1 0,0 3-59,3 5 150,23 48 613,-3 0 0,-3 2 0,12 55-763,-20-63 270,1-1-1,4 0 1,1-2-1,3 0 1,26 39-270,-45-83 59,0-1 0,1 1-1,0-2 1,0 1 0,5 3-59,-10-9 21,0 0 0,0 0 0,1-1 0,-1 1 0,1-1 0,-1 1 0,1-1 0,-1 0 0,1 0 0,-1 0-1,1 0 1,0-1 0,0 1 0,-1-1 0,1 1 0,0-1 0,0 0 0,0 0 0,0-1 0,-1 1 0,1 0 0,1-1-21,-2 0 21,-1-1-1,0 1 1,0 0 0,0-1 0,0 1 0,0-1 0,0 1-1,0-1 1,0 1 0,-1-1 0,1 0 0,-1 1-1,1-1 1,-1 0 0,1 0 0,-1 1 0,0-1 0,0 0-1,0 0 1,0 1 0,0-1 0,-1 0-21,-3-42 354,3 41-335,-1-1 1,0 1-1,0 0 1,0 0-1,-1 0 0,1 0 1,-1 0-1,1 0 0,-1 1 1,0-1-1,0 1 1,0 0-1,-1 0 0,1 0 1,0 0-1,-1 1 1,1-1-1,-1 1 0,1 0 1,-1 0-1,0 0 0,0 0 1,1 1-1,-1 0 1,0-1-1,0 1 0,0 1 1,0-1-1,1 0 1,-1 1-1,0 0 0,1 0 1,-1 0-1,0 0 0,1 1 1,-1 0-1,1-1 1,0 1-1,0 0 0,-1 1 1,1-1-1,0 0 1,0 1-20,-2 6 10,0-1 1,0 1 0,1 0-1,0 0 1,1 1 0,0-1-1,0 1 1,1-1 0,0 1-1,1 0 1,0 0 0,1 8-11,-1 5 7,2 1 0,1-1 1,0 1-1,7 21-7,5 4 80,2 0 1,2-1-1,6 6-80,-8-22 49,-2 2 0,-2-1-1,0 2 1,-3-1-1,0 2 1,-3-1-1,1 20-48,-5-26 73,-2 0-1,-1 0 0,-1-1 0,-3 7-72,3-25 39,0 0 0,-1 0 0,0 0 0,-1-1 0,0 1 0,0-1 0,-1 0 0,0 0 0,-1-1-1,0 1 1,0-1 0,-1 0 0,-3 3-39,9-10 8,-1 1 0,1 0-1,-1-1 1,1 1 0,-1-1 0,0 0-1,0 1 1,0-1 0,1 0 0,-1 0-1,0 0 1,0 0 0,0 0 0,-1-1-1,1 1 1,0-1 0,0 1 0,0-1-1,0 0 1,-1 0 0,1 0 0,0 0-1,0 0 1,0 0 0,-1-1-1,1 1 1,0-1 0,0 1 0,0-1-1,0 0 1,0 0 0,0 0 0,0 0-1,0 0 1,0 0 0,1-1 0,-1 1-8,-1-3-100,0 1 0,0-1 0,1 1 1,-1-1-1,1 0 0,0 0 1,0 0-1,1 0 0,-1 0 0,1 0 1,0 0-1,0-1 0,0 1 0,0 0 1,1-1-1,0 1 0,0 0 1,0-1-1,0 0 100,1-4-656,1-1 0,0 1 0,0-1 0,1 1 0,0 0 0,1 0 1,0 0-1,0 0 0,1 0 0,0 1 0,1 0 656,33-44-6509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14603,'0'0'3741,"0"0"-1522,0 0-507,0 0-553,0 0-433,22 0-269,76 1-131,-91-1-294,0 0 0,0 0 0,0 1 0,0 0-1,0 0 1,0 1 0,-1 0 0,1 0 0,0 0 0,-1 1 0,1 0 0,-1 0 0,0 1 0,0-1 0,-1 1 0,1 1 0,-1-1 0,0 1 0,0 0 0,0 0 0,0 1 0,-1-1 0,0 1 0,0 0 0,-1 0 0,0 0 0,0 0 0,0 1 0,-1 0-32,5 17 83,-2 1 1,-1 0 0,0 0-1,-2 0 1,-1 0 0,-3 26-84,2-21 186,-8 288 304,9-318-642,0 0 0,0 0 0,-1 1 0,1-1 0,0 0 0,0-1 0,0 1 0,0 0 0,0 0 0,-1 0 0,1 0 0,0-1 0,0 1 0,0 0 0,-1-1 0,1 1 0,0-1 0,0 1 0,-1 0 0,1-1 0,0 0 0,-1 1 0,1-1 152,3-6-1179,-1 0 1,0 0 0,0 0-1,-1 0 1,0 0 0,0-1-1,-1 0 1179,3-21-8502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1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13971,'0'0'4657,"0"0"-2713,0 0 25,0 0-1049,0 0-568,0 0-352,188-63-136,-115 39-1160,-14 4-2353,-11 1-4433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13827,'0'0'6081,"0"0"-4104,0 0 391,0 0-1144,0 0-911,0 0-313,0 0-737,-11 12-719,14 22-312,2-1-2057,1 4-1088</inkml:trace>
  <inkml:trace contextRef="#ctx0" brushRef="#br0" timeOffset="1">54 361 10474,'0'0'2929,"0"0"216,0 0 15,0 0-1079,0 0-609,0 0-528,0 0-464,0 14-480,8-28-392,14-20-1872,-4 2-2329,1 3-6010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1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 15931,'0'0'2340,"0"0"-839,0 0-298,0 0-192,-2 25-285,-3 86-192,5-104-514,1 0 0,-1 0 1,1 0-1,0 0 0,1 0 0,0 0 0,0 0 0,0 0 0,1-1 0,0 0 0,0 1 0,1-1 0,-1 0 0,2 0 0,-1-1 0,0 1 1,1-1-1,0 0 0,0 0 0,1-1 0,-1 1 0,1-1 0,0 0 0,0-1 0,1 0 0,-1 0 0,0 0 0,1 0 0,0-1 0,0 0 1,0-1-1,0 0 0,0 0 0,0 0 0,0-1 0,0 0 0,0 0 0,0-1 0,0 1 0,3-2-20,-6 0 9,0 0 0,-1 0 0,1 0 0,-1 0 0,1-1 0,-1 1 0,0-1 0,0 0 0,0 0 0,0 0 0,0 0 0,-1-1 1,1 1-1,-1-1 0,0 0 0,0 1 0,-1-1 0,1 0 0,-1 0 0,0 0 0,0 0 0,0-1-9,3-12 115,-1 1 0,0 0 0,-2-1 0,0 1 0,-1-2-115,0 14 77,-1 0 0,1 0 0,-1 0 0,0 1 1,0-1-1,-1 0 0,1 1 0,-1-1 0,0 1 1,0-1-1,0 1 0,0 0 0,0 0 1,-1 0-1,1 0 0,-1 0 0,0 1 0,0-1 1,0 1-1,0 0 0,-1-1 0,1 1 0,0 1 1,-1-1-1,-1 0-77,-38-29 138,43 30-214,0 1 0,-1-1 1,1 0-1,-1 1 0,1-1 0,0 1 0,-1-1 0,1 1 0,0-1 1,0 0-1,-1 1 0,1-1 0,0 0 0,0 1 0,0-1 1,0 0-1,0 1 0,0-1 0,0 0 0,0 1 0,0-1 1,0 0-1,0 1 0,1-1 0,-1 0 0,0 1 0,0-1 1,1 1-1,-1-1 0,0 0 0,1 1 0,-1-1 0,1 1 0,-1-1 1,0 1-1,1-1 0,-1 1 0,1 0 0,-1-1 0,1 1 1,0-1-1,-1 1 0,1 0 0,-1 0 0,1-1 0,0 1 76,28-13-6184,-28 13 6036,26-7-7008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2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7722,'0'0'4014,"0"0"-1178,5 27-619,17 87-719,-19-101-1273,0 1 1,1-2 0,1 1-1,0-1 1,1 1 0,0-1 0,0-1-1,2 1 1,-1-1 0,1-1 0,3 3-226,-8-9 71,0-1 1,0 0-1,0 0 1,1 0 0,-1-1-1,1 1 1,0-1-1,0 0 1,0 0-1,0 0 1,0 0 0,0-1-1,0 0 1,1 0-1,-1 0 1,0 0 0,1-1-1,-1 1 1,1-1-1,-1 0 1,0-1 0,1 1-1,-1-1 1,1 1-1,-1-2 1,0 1 0,0 0-1,1-1 1,-1 1-1,0-1 1,0-1-72,4-2 89,0 0-1,-1-1 1,1 0-1,-1-1 1,0 0-1,-1 0 1,0 0 0,0-1-1,0 0 1,-1 0-1,0 0 1,-1-1 0,0 1-1,0-1 1,2-9-89,0-1 303,-1 0 0,-1 0 0,0 0 1,-2 0-1,0-1 0,-1 1 0,-2-10-303,1 26 55,0 0 1,-1 0-1,0-1 0,1 1 0,-1 0 0,-1 0 0,1 0 0,0 1 0,-1-1 0,1 0 1,-1 0-1,0 1 0,0-1 0,0 1 0,0-1 0,0 1 0,-1 0 0,1 0 0,-1 0 1,1 0-1,-4-1-55,-28-12-1173,-2 10-5973,35 5-1643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12083,'0'0'5857,"0"0"-4409,0 0-72,0 0 105,0 0-849,0 0-264,151-36-360,-119 29-8,11-5-280,-8 0-2361,-6 2-6641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3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0 9090,'0'0'3741,"0"0"-1371,0 0-439,0 0-248,0 0-214,0 0-503,-16 2-442,8-2-469,2 0-29,1 0 0,-1 1 0,1-1-1,-1 1 1,1 0 0,0 0 0,-1 1 0,1 0-1,0 0 1,0 0 0,0 0 0,0 1-1,1 0 1,-1 0 0,1 0 0,0 0-1,-1 1 1,1 0 0,1 0 0,-2 1-26,-11 16 248,2 0 1,0 1-1,1 1 0,2 0 1,-3 8-249,9-20 91,1 0 0,1 1 1,-1 0-1,2 0 0,0-1 1,0 1-1,1 0 0,0 1 1,1-1-1,1 0 0,0 0 1,2 6-92,-3-15 9,1 0 0,1 0 0,-1 0 0,0 0 1,1-1-1,-1 1 0,1 0 0,0-1 0,0 1 1,0-1-1,0 0 0,1 1 0,-1-1 1,0 0-1,1-1 0,0 1 0,-1 0 0,1-1 1,0 1-1,0-1 0,0 0 0,0 0 0,0 0 1,0 0-1,2 0-9,10 1 48,0 1 1,1-2 0,-1 0-1,11-1-48,-17 0 24,-2 0-15,0-1 0,0 1 0,1-1 0,-1 0 0,0-1-1,0 0 1,0 0 0,-1 0 0,1-1 0,0 0 0,-1 0 0,0-1 0,0 1 0,0-1 0,0-1 0,0 1 0,-1-1 0,0-1-9,1 0 14,-1-1-1,0 0 1,0 0 0,-1-1 0,1 1-1,-2-1 1,1 0 0,-1 0-1,-1 0 1,1-1 0,-1 1 0,-1-1-1,1 1 1,-1-8-14,0-4 89,1 11 72,-1-1 1,-1 0 0,0 0 0,0 0-1,-1 0 1,-2-6-162,0 83 1319,4-60-1297,0 1-1,1-1 1,0 0-1,1 0 1,-1 0 0,1 0-1,0-1 1,1 1-1,0-1 1,0 0 0,0 0-1,1 0 1,0-1-1,0 1 1,0-1 0,2 1-22,-4-4-166,0 0 0,0 0 0,1 0-1,-1 0 1,1 0 0,-1 0 0,1-1 0,0 0 0,0 0 0,-1 0 0,1 0 0,0 0 0,0-1 0,0 0 0,0 0 0,0 0 0,0 0 0,0 0 0,0-1 0,-1 0 0,1 0 0,0 0 0,0 0 0,-1-1 0,1 1-1,-1-1 1,1 0 0,-1 0 0,1 0 0,0-2 166,27-23-6630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36 15403,'0'0'2517,"0"0"797,-4 25-752,-5 57 901,0 62-3463,50-311-543,-41 165 536,0 1 0,1-1-1,-1 1 1,0 0 0,0-1-1,1 1 1,-1-1 0,1 1-1,0 0 1,-1-1-1,1 1 1,0 0 0,0 0-1,0 0 1,0 0 0,0 0-1,0-1 1,0 2 0,0-1-1,0 0 1,0 0 7,0 1-8,0 0 0,0 0 0,0 1 0,-1-1 0,1 0 0,0 1 0,0-1 0,-1 1 0,1-1 0,0 1 0,-1-1 0,1 1 0,-1-1 0,1 1 0,0 0 0,-1-1 0,1 1 0,-1 0 0,0 0 0,1-1 0,-1 1 0,0 0 0,1 0 0,-1 0 8,4 8-14,-1 1 0,0-1 0,0 0 0,-1 1 0,0 4 14,-2-1 23,2 24-1,-3-36-21,1 0 0,0 0 0,0 0 0,0-1 0,0 1 0,0 0 0,0 0 0,0 0 0,1 0 0,-1-1 0,0 1 0,0 0 0,1 0 1,-1-1-1,0 1 0,1 0 0,-1 0 0,1-1 0,-1 1 0,1 0 0,-1-1 0,1 1 0,-1 0 0,1-1 0,0 1 0,-1-1-1,4-3 0,-1 0-1,0 0 0,0 0 0,0-1 1,-1 1-1,1-1 0,-1 0 0,0 0 1,0 0-1,0 0 0,0 0 1,-1 0-1,1-4 1,5-9-59,0 3-26,6-12-33,1 0-1,11-13 119,-22 34-3,1 0 0,-1 0-1,1 1 1,0-1 0,1 1-1,-1 0 1,1 0 0,0 0 0,0 1-1,0-1 1,0 1 0,0 0-1,1 1 1,5-3 3,-8 5-1,-1 0-1,0-1 0,1 1 1,-1 0-1,1 0 1,-1 1-1,1-1 1,-1 0-1,1 1 0,-1-1 1,0 1-1,1 0 1,-1 0-1,0 0 0,1 0 1,-1 0-1,0 1 1,0-1-1,0 1 1,0-1-1,0 1 0,-1 0 1,1-1-1,0 1 1,-1 0-1,1 0 0,-1 0 1,0 0-1,0 1 1,0-1-1,0 0 1,0 0-1,0 1 0,0-1 1,0 3 1,3 11 15,0 1 0,0-1-1,-2 1 1,1 14-15,-2-24-1,4 58-46,2 28-13,3-31-2734,-2-26-5257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5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0 13363,'0'0'2292,"0"0"-262,-28 2 21,-93 11-752,111-11-1201,0 0-1,1 1 0,0 0 1,0 0-1,0 1 1,0 1-1,0-1 1,1 1-1,0 1 0,0-1 1,0 1-1,1 1 1,0-1-1,0 1 1,1 1-1,0-1 0,0 1 1,0 0-1,1 1-97,1-3 79,1 0 0,0 0 0,0 0 0,1 0 0,-1 1 0,1-1 0,1 1 0,-1-1 0,1 1 0,0 5-79,1-10 9,-1 1 1,1-1 0,1 0-1,-1 1 1,0-1 0,0 1-1,1-1 1,-1 0 0,1 1-1,0-1 1,0 0 0,0 1-1,0-1 1,0 0 0,0 0-1,1 0 1,-1 0 0,1 0-1,0 0 1,-1-1 0,1 1-1,0 0 1,0-1 0,0 1-1,0-1 1,0 0-1,0 0 1,0 0 0,1 1-10,7 1-22,1 0 0,-1 0 0,1-1 1,0 0-1,0-1 0,0 0 0,-1 0 0,1-2 1,0 1-1,0-1 0,0-1 0,0 0 1,-1 0-1,4-2 22,-9 2-13,1 0 1,-1 0 0,0 0 0,0-1-1,0 1 1,0-1 0,0-1 0,0 1-1,-1-1 1,0 1 0,0-1 0,0 0-1,0-1 1,0 1 0,-1-1 0,0 0-1,0 1 1,0-1 0,-1-1-1,1 1 1,-1 0 0,-1-1 0,1 1-1,-1-1 1,0 1 0,0-1 0,0-3 12,1-16 214,-2 22 24,0 5 61,-1 37 1108,1 1-618,-1 0-714,0-3 66,1 0 0,1 0 1,2 0-1,2 0 0,1-1 1,2 1-1,3 3-141,-10-37-146,0-1 0,0 1-1,1-1 1,-1 1 0,1-1 0,-1 1 0,1-1-1,0 0 1,0 1 0,0-1 0,0 0-1,0 0 1,0-1 0,1 1 0,-1 0-1,1-1 1,-1 0 0,1 1 0,-1-1 0,2 0 146,1 1-681,1-1 0,0 0 1,0 0-1,0-1 0,0 1 1,1-1-1,-1-1 0,5 0 681,11-3-5590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14635,'0'0'4793,"0"0"-3473,0 0 1009,0 0-1689,0 0-640,0 0-1000,0 0-1753,-17 29-4384</inkml:trace>
  <inkml:trace contextRef="#ctx0" brushRef="#br0" timeOffset="1">113 423 13651,'0'0'2432,"0"0"-95,0 0 744,0 0-1713,0 0-960,0 0-408,0 0-3881,67-87-3328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78 13915,'0'0'3591,"0"0"-1958,0 0-296,0 0-176,-4 26-416,4-26-745,-5 37 203,1-1 0,2 5-203,2-35 12,1 0 0,0 0 1,0 0-1,1 0 1,0 0-1,0-1 1,0 1-1,1 0 0,0-1 1,0 1-1,0-1 1,1 0-1,-1 0 1,1-1-1,0 1 0,1-1 1,-1 0-1,1 0 1,0 0-1,0 0 1,0-1-1,0 0 0,1 0 1,-1 0-1,1-1 1,0 0-1,0 0 1,0 0-1,0-1 1,0 0-1,0 0-12,-1 0 15,0 0 1,-1 0-1,1-1 1,0 1-1,0-1 0,0 0 1,-1-1-1,1 1 1,0-1-1,0 0 0,0 0 1,-1 0-1,1-1 1,-1 0-1,1 0 0,-1 0 1,0 0-1,0 0 1,0-1-1,0 0 0,2-1-15,-3-1 28,1 0-1,0-1 0,-1 1 1,0-1-1,0 0 0,-1 0 1,0 0-1,0 0 0,0 0 1,0 0-1,-1 0 0,0-1 1,-1 1-1,1 0 0,-2-7-27,2 5 134,-1 0-1,-1 0 0,1 0 0,-2-1 1,1 1-1,-1 0 0,0 0 0,0 1 0,-1-1 1,0 0-1,-1 1 0,0-1-133,-5-6 413,-1 0-1,-1 1 1,0 0 0,0 1 0,-6-4-413,5-2 236,12 18-271,0-1 0,0 1 0,0-1 0,0 1-1,0 0 1,0-1 0,0 1 0,0 0 0,0-1-1,0 1 1,0 0 0,0 0 0,0-1 0,1 1 0,-1 0-1,0-1 1,0 1 0,0 0 0,1 0 0,-1-1 0,0 1-1,0 0 1,1 0 0,-1 0 0,0-1 0,1 1 0,-1 0-1,0 0 1,0 0 0,1 0 0,-1 0 0,0-1 0,1 1 35,38-1-4555,-23 2 2547,-15-1 1649,0 0 0,1 0-1,-1 0 1,1 0 0,-1 1 0,0-1 0,1 1 0,-1-1 0,0 1 0,1-1 0,-1 1 0,0 0 0,0 0 0,1 0 0,-1-1 0,0 1 0,1 1 359,13 24-1963,0 40 3804,-12-49-1326,-2-14-331,4 25 1028,1-1 0,1 0 0,2-1 0,6 15-1212,-12-35 90,0 1 0,0-1 0,0 0 0,1-1 0,0 1 0,0-1 0,0 1 0,1-1 0,0 0 0,0-1 1,0 1-1,1-1 0,-1 0 0,1-1 0,0 1 0,0-1 0,0 0 0,1 0 0,-1-1 0,0 0 0,3 0-90,1 0 88,0 0-1,1-1 1,-1 0 0,0 0 0,0-1-1,1-1 1,-1 0 0,0 0 0,0-1-1,0-1 1,0 1 0,3-3-88,-7 3 53,0-1 1,-1 0-1,1-1 0,-1 1 1,0-1-1,0 0 1,0 0-1,0-1 0,-1 0 1,0 1-1,0-1 0,0-1 1,-1 1-1,1-1 0,-1 1 1,0-1-1,-1 0 1,0 0-1,0 0 0,0-1-53,2-4 164,-2 0-1,1 0 0,-1 0 0,-1 0 1,0-1-1,-1 1 0,0 0 0,-1-1 1,0 1-1,-1 0 0,0 0 0,0 0 1,-2-3-164,1 7 31,0-1 1,-1 0 0,1 1-1,-2 0 1,1 0 0,-1 0-1,0 1 1,0 0 0,0 0 0,-1 0-1,0 0 1,-1 1 0,1 0-1,-1 0 1,0 1 0,0 0-1,0 0 1,-2 0-32,7 3-1271,2 1-2008,0 0-3547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26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60 101 17004,'0'0'1860,"0"0"-814,0 0 247,-9 26-446,-31 86-161,38-106-633,0 1 1,0 0 0,1-1 0,-1 1-1,2 0 1,-1 0 0,1 0 0,0 0-1,0-1 1,1 1 0,0 0 0,0 0-1,0 0 1,1-1 0,0 1 0,1-1 0,-1 0-1,1 1 1,1-1 0,-1 0 0,2 1-54,-1-3 2,0 0 1,0 0 0,1 0 0,-1-1-1,1 1 1,0-1 0,0 0 0,0-1-1,1 1 1,-1-1 0,1 0 0,-1 0-1,1-1 1,-1 0 0,1 0 0,0 0-1,0-1 1,0 1 0,-1-1 0,1-1-1,4 0-2,-6 1-72,1-1-1,-1 0 0,0 0 0,0-1 0,1 1 1,-1-1-1,0 0 0,-1 0 0,1 0 0,0-1 1,-1 1-1,1-1 0,-1 0 0,0 0 0,0 0 1,0 0-1,0 0 0,0-1 0,-1 0 0,1 1 1,-1-1-1,0 0 0,-1 0 0,1 0 0,0 0 1,-1 0-1,0-1 0,0 1 0,0 0 0,-1-1 73,4-20-187,-1-1 0,-1 0 0,-1 0-1,-3-21 188,1 10 326,-3-22 1815,2 54-839,4 35-721,3 14-488,3-1 0,1 0 0,9 22-93,-3-10 55,-11-88 446,-3-29-855,-1 34 104,-1 17 196,0-1 0,1 1 0,1 0 0,-1-1 0,2 1 0,0 0 0,0 0 0,1 0 0,0 0 0,1 0 0,3-7 54,-6 17-3,-1 0 0,1 0 0,-1 0 0,1 0 0,0-1 0,-1 1 0,1 0 0,0 0 0,0 0 0,0 1 0,0-1 0,0 0 0,0 0 0,0 0 0,0 1 0,0-1 0,0 0 0,0 1-1,0-1 1,0 1 0,0 0 0,1-1 0,-1 1 0,0 0 0,0-1 0,1 1 0,-1 0 0,1 0 3,0 1-8,-1 0 0,1 0 0,0 0 0,-1 0 0,1 0 0,-1 0 0,1 1 0,-1-1 0,0 0-1,0 1 1,1-1 0,-1 1 0,0-1 0,0 1 0,0 0 0,0 1 8,5 10-43,-1 1 1,0-1-1,-1 1 1,1 6 42,4 18 145,-2 1 1,-1-1-1,-3 1 0,0 9-145,-3-59 46,2 0 0,0 0 0,0 0 0,1 0 0,2-4-46,3-16-170,2-11 31,2-1-1,8-15 140,-16 47 12,1 1 0,0-1-1,0 1 1,1 0 0,0 0-1,1 0 1,0 1 0,1 0-1,0 0 1,0 1 0,6-5-12,-11 11 22,-1 0 1,1 0 0,-1 1-1,1-1 1,0 0-1,-1 1 1,1 0 0,0 0-1,0 0 1,0 0-1,0 0 1,0 1 0,0-1-1,1 1 1,-1 0 0,0 0-1,0 0 1,0 0-1,0 0 1,0 1 0,0-1-1,0 1 1,2 1-23,-1 0 49,0 0 1,0 1-1,0 0 1,-1 0-1,1 0 1,-1 0-1,0 0 1,0 1 0,0-1-1,0 1 1,-1 0-1,0 0 1,1 0-1,0 3-49,5 12 229,-1 0 0,-1 0-1,-1 1 1,0 0 0,-1 0 0,0 14-229,-4-31 18,0-1 1,0 1 0,0 0-1,0-1 1,1 1-1,-1 0 1,1-1 0,0 1-1,0-1 1,0 1 0,0-1-1,0 1 1,1-1 0,0 2-19,1-3-376,-1 1 1,0-1 0,1 0 0,-1-1 0,1 1-1,-1 0 1,1-1 0,-1 1 0,1-1 0,-1 0-1,1 0 1,-1 0 0,1 0 0,1-1 375,16 1-11539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7762,'0'0'2827,"0"0"-280,0 0-474,0 0-717,0 0-305,0 0-83,0 0 148,0 0-205,0 0-155,0 0-229,12 0 174,31-1-494,-1-1 0,0-2 0,0-3-1,10-3-206,-50 9 17,0 0 0,0 1-1,1-1 1,-1 1 0,0-1-1,1 1 1,-1 0-1,1-1 1,-1 1 0,0 1-1,1-1 1,-1 0 0,1 1-1,-1-1 1,0 1 0,1-1-1,-1 1 1,0 0-1,0 0 1,1 0 0,-1 0-1,0 1 1,0-1 0,0 1-1,-1-1 1,1 1 0,0 0-1,1 1-16,0 2 14,-1 1-1,0 0 1,0 0-1,-1 0 1,0 0-1,0 0 1,0 0 0,0 0-1,-1 0 1,0 1-1,-1 1-13,-1 360 1380,2-367-1401,0-1 76,0 0-61,0 0 22,0 0-88,5-51-9602,-5 39 3473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14539,'0'0'2353,"0"0"-505,0 0-368,0 0-623,0 0-481,148-39 72,-102 25-288,-3 2-152,-6 2-8,-5 0 0,3-2-952,-8 0-2753,-3 3-5009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 3993,'0'0'12827,"0"0"-10075,0 0-335,0 0-1513,0 0-712,0 0-192,0 0-1728,-19-8-1401,19 21-2296</inkml:trace>
  <inkml:trace contextRef="#ctx0" brushRef="#br0" timeOffset="1">4 290 12803,'0'0'2760,"0"0"-7,0 0-81,0 0-1263,0 0-1025,0 0-280,0 0-104,-3 0-440,3 0-1041,13 0-567,3-7 512,3-3-4001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5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13883,'0'0'2096,"0"0"-525,0 0 207,-9 21-266,-1 1-1102,4-10-205,0 0 1,1 0-1,1 1 1,0-1-1,0 1 1,2 0 0,-1 0-1,2 0 1,-1 12-206,2-13 251,-1 2-47,0 0 0,1 0 0,1 0 0,1 0 0,0 0 0,0 0 0,2 0-204,-3-10 27,1 0-1,-1-1 1,1 1-1,0-1 1,0 0-1,1 1 1,-1-1-1,1 0 1,-1 0-1,1-1 1,0 1-1,0-1 1,0 1-1,0-1 1,1 0-1,-1 0 1,0 0-1,1-1 1,0 1-1,-1-1 1,1 0-1,0 0 1,0 0-1,0 0 1,-1-1-1,1 1 1,2-1-27,1 1 40,0-1 1,0 0-1,0 0 1,0-1-1,0 1 1,0-2-1,0 1 1,-1-1-1,1 0 1,0 0-1,-1-1 1,0 1-1,1-2 1,-1 1-1,5-4-40,-3 0 14,0 0 0,0 0 0,-1 0 0,0-1 0,0 0 0,-1-1 0,0 0 0,-1 1 0,0-2 0,2-4-14,-3 5 55,0 0 0,0 0 0,-2-1 0,1 1 0,-1-1 0,0 0 1,-1 0-1,0 1 0,-1-1 0,0 0 0,-1-8-55,1 14 10,-1 0-1,1 0 0,-1 0 1,0 0-1,0 0 0,-1 1 1,1-1-1,-1 0 1,0 1-1,0-1 0,0 1 1,0 0-1,-1 0 1,1 0-1,-1 0 0,0 0 1,0 0-1,0 1 1,0-1-1,0 1 0,-1 0 1,1 0-1,-1 0 1,1 0-1,-1 1 0,0 0 1,1-1-1,-1 1 0,-1 0-9,-6-1-85,-1 0 0,1 1-1,-1 0 1,-7 1 85,-9 8-2310,27-8 1990,0 1 0,0-1 0,1 1 0,-1-1-1,0 1 1,0 0 0,1 0 0,-1-1 0,0 1 0,1 0-1,-1 0 1,1 0 0,-1 0 0,1 0 0,0 0-1,-1-1 1,1 1 0,0 0 0,-1 0 0,1 0-1,0 0 1,0 0 0,0 0 0,0 1 320,0 3-8191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6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12939,'0'0'2280,"0"0"-567,0 0-945,0 0-264,0 0-80,-113 167 624,76-111-144,-1-3-263,3-7-425,5-5-88,6-10-80,5-4-48,6-10 0,5-5-1833,5-5-879,3-7-4362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7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13899,'0'0'2777,"0"0"-849,0 0-824,0 0 441,0 0-473,19 130-136,-14-79-136,3-5-168,3-3-416,2-4-168,6-8-48,0-2-192,8-7-424,32-7-1456,-8-3-753,5-12-3304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7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7 9578,'0'0'8266,"0"0"-7402,0 0 1537,-196 111-1313,134-65-296,6 0-568,10-5-72,9-7-152,7-10 0,11-7-1504,6-14-3209</inkml:trace>
  <inkml:trace contextRef="#ctx0" brushRef="#br0" timeOffset="1">92 0 15491,'0'0'3809,"0"0"-2016,0 0 839,0 0-1464,46 135-616,-17-79-552,28 36-216,-9-15-1856,-2-5-4593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629 0 20124,'0'0'2961,"0"0"-1345,0 0-127,-148 118-641,81-33 184,-8 12-240,2 2-232,3-3-64,9-9-368,10-12-8,13-15-24,11-18-192,11-13 40,13-17-472,3-12-448,0-34-752,14-15-4450,-1-11-13042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17300,'0'0'4745,"0"0"-2833,0 0 385,0 0-1185,0 0 152,48 148-344,-21-71-80,3 5-271,-3-2-281,2-5-152,3-10-128,-2-10-16,2-11-304,6-13-248,5-14-657,32-17-231,-8-5-2785,-5-21-6345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7498,'0'0'13114,"0"0"-11289,0 0 623,0 0-1207,0 0-881,0 0-264,0 0-24,161-16-72,-108 13-152,-2 3-1593,-13 3-2104,-19 11-2016</inkml:trace>
  <inkml:trace contextRef="#ctx0" brushRef="#br0" timeOffset="1">151 321 14755,'0'0'3137,"0"0"-1353,0 0 569,0 0-553,0 0-328,0 0-783,0 0-369,46 8-256,-1-8-64,31-12-673,-12-3-1879,-10-4-4682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2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11562,'0'0'8554,"0"0"-6257,0 0-49,0 0-831,0 0-265,0 0-456,43 174-216,-35-121-352,0-4-64,-2-6 56,2-9-240,2-10-352,9-17-976,0-7-3137,-3 0-5585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3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16315,'0'0'4721,"0"0"-3536,0 0 1159,0 0-943,-22 140-897,22-89-112,0-5-392,0-5 0,3-5 0,16-12-648,21-7-1545,-3-10-2568,-2-7-3921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3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17452,'0'0'3395,"0"0"-1732,0 0 70,-2 25-102,-4 180 678,5-159-1862,2 59 602,5 15-1049,-3-85 13,2 1 0,2-1 0,1 0 0,1-1 0,6 11-13,-8-26-42,1 0 0,1 0 1,0-1-1,5 7 42,-10-20-331,0 0 0,0 0 1,1 0-1,-1 0 0,1-1 0,0 0 0,1 0 331,-2-1-829,0 0-1,0-1 0,0 0 0,0 0 0,1 0 0,-1 0 0,1-1 0,0 0 1,-1 0-1,2 0 830,9 0-9089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7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16187,'0'0'2657,"0"0"-857,0 0 337,0 0-929,0 0-368,0 0-432,164-41-232,-115 27-24,-4 2-144,-2 4-16,0 8-328,14 0-856,-14 20-3017,-9 1-1688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16436,'0'0'2296,"0"0"529,0 0-705,-37 137-888,37-88-343,0-6-449,8-2-8,16-9-64,0-6-200,3-9-32,2-7-136,1-8 40,-3-2-40,2 0-208,-2-14-736,3-30-1417,-6 5-2720,-11-2-5081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8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7154,'0'0'11642,"0"0"-9706,0 0 665,0 0-1481,0 0-1120,0 0-24,0 0-2128,103-36-4674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14347,'0'0'2790,"0"0"-1204,0 0-41,0 0-707,28-11-566,12-4-228,0 1-12,-1-3 0,13-7-32,-46 21 27,-4 2-7,0 1 0,1-1 0,-1 0 0,0 0 0,0 0 0,0-1 0,0 1 0,0 0 0,0-1 0,0 1 0,0-1 0,-1 0 0,1 1 0,-1-1 0,1 0 0,-1 0 0,0 0 0,1 0 0,-1-2-20,-21 3 688,7 1-550,1 1 1,-1-1-1,1 2 1,-1 0-1,1 0 1,0 2-1,0-1 1,0 1-1,-3 2-138,10-3 85,0-1 0,1 1 1,-1 0-1,1 0 0,0 1 0,0-1 0,0 1 1,0 0-1,1 0 0,0 0 0,-1 0 1,1 1-1,1-1 0,-1 1 0,1 0 0,0 0 1,0 0-1,0 0 0,1 0 0,-1 0 0,1 0 1,1 0-1,-1 4-85,0-5 38,0 0-1,1 0 1,0 1 0,0-1-1,0 0 1,0 0 0,1 0-1,-1 1 1,1-1 0,0 0-1,0 0 1,1 0 0,-1 0 0,1-1-1,0 1 1,0 0 0,0-1-1,1 1-37,1 0 2,-1-2-1,1 1 1,0 0-1,0-1 1,1 0-1,-1 0 0,0 0 1,1 0-1,-1-1 1,1 1-1,0-1 1,-1-1-1,1 1 0,0-1 1,0 1-1,-1-1 1,1-1-2,110 1-2670,-63-6-2378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17940,'0'0'2519,"0"0"-779,0 0 448,-1 21-579,0 72-558,0-84-947,0 0 1,1 0-1,1 0 0,-1 0 0,1 0 0,1-1 1,0 1-1,0 0 0,1-1 0,0 1 1,0-1-1,1 0 0,0 1-104,-7-51-731,-3 9 424,3-1 0,0 1 0,2-2 307,1 34-1,1 1 1,-1-1-1,0 0 1,0 1-1,1-1 0,-1 0 1,0 1-1,1-1 1,-1 0-1,1 1 1,-1-1-1,0 1 1,1-1-1,-1 1 1,1-1-1,0 1 0,-1 0 1,1-1-1,-1 1 1,1-1-1,0 1 1,-1 0-1,1 0 1,0-1-1,-1 1 1,1 0-1,0 0 0,-1 0 1,1 0-1,0 0 1,0 0-1,-1 0 1,1 0-1,0 0 1,-1 0-1,1 0 1,0 0-1,0 1 0,-1-1 1,1 0 0,3 1 10,-1 0 0,0-1-1,0 1 1,0 0 0,0 0 0,0 1-1,0-1 1,0 1 0,0-1 0,0 2-10,3 3 51,0 1-1,-1-1 1,0 2 0,0-1 0,0 0-1,-1 1 1,0 0 0,0 0 0,-1 0 0,0 1-1,0 3-50,2 4 79,-2-1 0,0 1 0,0 0-1,-2 0 1,0 2-79,0-47-150,1 1 0,1-1 0,4-12 150,-5 29-14,1-1 1,1 0 0,0 1-1,0 0 1,1 0-1,1 0 1,0 1-1,7-10 14,-12 19 4,0 0 0,0 0 0,0 1-1,0-1 1,1 0 0,-1 1 0,1-1-1,-1 1 1,1-1 0,-1 1 0,1 0-1,0 0 1,0 0 0,0 0-1,-1 0 1,1 0 0,0 0 0,0 0-1,0 1 1,0-1 0,1 1 0,-1 0-1,0-1 1,0 1 0,0 0-1,0 0 1,0 1 0,0-1 0,0 0-1,0 1 1,0-1 0,0 1 0,0-1-1,0 1 1,0 0 0,0 0 0,0 0-1,1 1-3,2 2 47,-1 0 0,1 0 0,-1 1 1,0-1-1,-1 1 0,1 0 0,-1 0 0,0 0 0,0 0 0,-1 1 0,1-1 0,0 5-47,25 122 459,-28-130-474,1 0 0,-1-1 1,1 1-1,0 0 0,-1-1 0,1 1 0,0 0 0,0-1 1,0 1-1,0-1 0,0 0 0,1 1 0,-1-1 0,0 0 1,1 0-1,-1 0 0,1 0 0,-1 0 0,2 1 15,23 4-3389,-7-6-3746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9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113 163 16251,'0'0'3697,"-6"22"-1546,2-9-1715,-3 13 398,0 1 1,1 0-1,2 0 1,1 0-1,1 6-834,1 16 427,3 0 0,2 0-1,2 0 1,8 27-427,-10-40-92,-4-34-181,-4-5-194,-4-6 272,-1-1 0,1 0 0,1-1 1,0 0-1,0 0 0,1 0 0,0-1 0,1 0 1,1 0-1,0 0 0,0 0 0,1-4 195,-4-15 184,1-1 0,2 0-1,2 0 1,1-16-184,1 30 18,2 1 1,0 0-1,1 0 1,1 0-1,1 1 0,0-1 1,1 1-1,0 0 1,2 1-1,0 0 0,0 0 1,2 0-1,0 1 1,0 0-1,1 1 1,1 1-1,0 0 0,1 0 1,0 1-1,1 0 1,0 1-19,-8 7 22,0-1 0,-1 1 0,1 0 1,0 0-1,1 1 0,-1 0 0,0 0 0,1 1 1,-1-1-1,1 1 0,-1 1 0,1-1 1,0 1-1,-1 0 0,3 1-22,-5-1 19,-1 1-1,0 0 1,0 0-1,0 0 1,0 0 0,0 1-1,0-1 1,0 1-1,-1 0 1,1 0-1,-1 0 1,1 0 0,-1 0-1,0 0 1,1 1-1,-1-1 1,0 1 0,-1 0-1,1-1 1,0 1-1,-1 0 1,1 0-1,-1 0 1,0 0 0,0 0-1,0 0 1,-1 0-1,1 1 1,-1-1-1,0 3-17,2 5 74,-1-1 0,-1 0 1,0 1-1,-1-1 1,0 1-1,0-1 0,-1 0 1,-1 0-1,1 0 1,-2 0-1,1 0 1,-1 0-1,-1-1 0,0 0 1,0 0-1,-1 0 1,0-1-1,0 1 0,-1-1 1,0-1-1,-1 1 1,1-2-1,-1 1 1,-1-1-1,1 0 0,-1 0 1,0-1-1,-1 0 1,-5 1-76,9-3 9,-1-1 1,0-1-1,0 1 0,0-1 1,-1 0-1,1-1 1,0 1-1,0-1 1,0-1-1,0 0 1,-1 0-10,7 1-21,1 0 1,-1 0-1,1-1 1,-1 1 0,1 0-1,-1-1 1,1 1 0,-1 0-1,1-1 1,-1 1-1,1-1 1,0 1 0,-1-1-1,1 1 1,0-1-1,-1 1 1,1-1 0,0 1-1,0-1 1,-1 1 0,1-1-1,0 1 1,0-1-1,0 0 1,0 1 0,0-1-1,0 1 1,0-1-1,0 1 1,0-1 0,0 0-1,0 1 1,0-1 0,0 1-1,0-1 1,1 0-1,-1 1 1,0-1 0,0 1-1,1-1 1,-1 1-1,0-1 1,1 1 0,-1-1 20,16-24-1158,17-5-2026,6-1-3745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5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16740,'0'0'5026,"0"0"-2987,0 0-576,0 0-69,5 26-454,21 81-575,-24-101-351,1 0 1,0 0-1,0 0 0,1 0 0,-1 0 0,1-1 0,0 0 1,1 0-1,0 0 0,-1 0 0,1-1 0,1 0 1,-1 0-1,1 0 0,-1-1 0,1 1 0,0-2 0,0 1 1,1 0-1,-1-1 0,0 0 0,1-1 0,-1 0 0,1 0 1,0 0-1,-1 0 0,1-1 0,0 0 0,-1-1 0,1 0 1,0 0-1,3-1-14,-6 1 7,0-1 0,0 0 0,0-1 0,-1 1 0,1-1 1,0 1-1,-1-1 0,0 0 0,0-1 0,0 1 0,0 0 0,0-1 1,0 0-1,-1 1 0,0-1 0,0 0 0,0 0 0,0 0 0,-1-1 1,1 1-1,-1 0 0,1-5-7,0 0 17,0 0 0,-1 0 0,0-1 0,0 1 0,-1 0 0,0-1 0,-1 1 0,0 0 0,0-1-1,-3-7-16,3 13 3,-1 0 0,-1-1 0,1 1-1,-1 0 1,1 1 0,-1-1-1,0 0 1,-1 1 0,1-1-1,0 1 1,-1 0 0,0 0-1,0 1 1,0-1 0,0 1-1,0 0 1,0 0 0,-1 0 0,1 0-1,-3 0-2,-4-1-60,1 0-1,-1 1 1,0 0 0,0 1-1,0 0 1,0 0-1,0 1 1,-4 1 60,14-1-154,0 0 0,-1 1 1,1-1-1,0 0 0,-1 0 0,1 1 0,0-1 0,0 1 1,-1-1-1,1 1 0,0 0 0,0-1 0,0 1 1,0 0-1,-1 0 0,1 0 0,0 0 0,1 0 0,-1 0 1,0 0-1,0 0 0,0 0 0,1 0 0,-1 0 0,0 0 1,1 1-1,-1-1 0,1 0 0,-1 1 154,-3 17-6397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0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20612,'0'0'2865,"0"0"-697,0 0-215,0 0-1201,0 0 88,24 186 72,-5-85-295,-1 3-33,-4-22-440,-1 3 120,-2-18-264,0-16 0,-6-15-432,3-16-408,0-16-481,0-6-359,-2-22-3369,-4-3-9978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15547,'0'0'2197,"0"0"-15,32-6-435,106-18-434,-127 23-1161,0 0 0,0 0-1,0 1 1,0 1 0,0 0 0,0 0-1,0 1 1,0 0 0,-1 1 0,1 1-1,-1-1 1,0 2 0,0-1 0,0 1-1,0 1 1,-1 0 0,0 0 0,0 1-1,-1 0 1,0 0 0,7 8-152,-6-4 129,0 0-1,-1 0 1,0 1 0,-1 0 0,0 0 0,-1 1 0,-1-1 0,0 1 0,0 1 0,-1-1-1,-1 1 1,-1-1 0,1 1 0,-2 0 0,0 8-129,-7-30 225,1-4-178,1 0-1,0 0 0,1 0 0,1-1 0,0 1 1,0-1-1,1-2-46,0-98 158,2 68-158,-1 36-11,0 0 0,1 0 0,1 0 0,0-1 0,0 1 0,1 1 0,0-1 0,0 0 1,1 1-1,4-8 11,-5 11-209,0 1 1,0-1 0,1 1 0,-1 0 0,1 0 0,0 0 0,0 1-1,4-3 209,-5 4-440,1 0-1,-1 0 0,0 0 0,1 1 0,-1-1 1,1 1-1,0 0 0,0 0 0,-1 0 0,1 1 0,0-1 1,3 1 440,17 0-6622,-4 0-5008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0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0 4081,'0'0'10717,"0"0"-5363,-28 12-1909,-89 39-1569,112-48-1769,-1 0-1,0 1 0,1-1 0,0 1 0,0 0 0,0 0 0,0 1 0,1-1 1,0 1-1,0 0 0,0 0 0,0 1 0,1-1 0,0 1 0,0 0 1,1 0-1,-1 1-106,0 6 184,0-1 0,1 0 0,0 1 0,2 0 0,-1-1 0,2 10-184,-1-6 97,0-10-75,0 0 0,0 0-1,1 1 1,0-1-1,0 0 1,0 0 0,1 0-1,0 0 1,0 0-1,1 0 1,0-1 0,0 1-1,0-1 1,0 1-1,1-1 1,0 0 0,0-1-1,4 5-21,-2-5-11,0 0 0,0 1 0,0-2 0,1 1 0,0-1 0,-1 0 0,1 0 0,0-1 0,1 0-1,-1 0 1,0-1 0,1 0 0,-1 0 0,0-1 0,7 0 11,-9 0-73,0 0-1,1 0 1,-1-1-1,1 0 1,-1 0 0,0 0-1,0-1 1,1 0-1,-1 0 1,0 0 0,-1 0-1,1-1 1,0 0-1,-1 0 1,1 0 0,-1-1-1,3-2 74,-1-1-151,-1 1-1,0-1 1,0-1 0,0 1-1,-1-1 1,0 1 0,-1-1-1,0 0 1,0-1 0,1-5 151,2-14-59,-2-1 0,0 0 0,-2 0 0,-2 0 0,0 0 0,-2-7 59,0 28 2024,2 30-1644,4 41-400,18 23 281,14 31-261,-24-79 27,-19-132 208,2 38-209,2 0 0,2-10-26,2 63 17,-1 1 0,0-1 0,1 1 0,-1-1 0,1 1 0,0-1 0,0 1 0,0-1-1,0 1 1,0 0 0,0-1 0,1 1 0,-1 0 0,1 0 0,0 0 0,-1 0 0,1 0 0,0 1 0,0-1 0,0 0 0,0 1-1,0 0 1,1-1 0,-1 1 0,0 0 0,1 0 0,-1 0 0,1 0 0,-1 1 0,1-1 0,-1 1 0,1 0 0,-1-1 0,1 1-1,0 0 1,-1 0 0,1 1 0,-1-1 0,1 0 0,-1 1 0,1 0 0,-1 0 0,1-1 0,-1 1 0,1 1 0,-1-1 0,0 0 0,0 1-1,0-1 1,0 1 0,0-1 0,0 1 0,0 0 0,0 0 0,0 1-17,8 9 37,-1 0-1,-1 0 1,0 1-1,-1 0 1,6 14-37,3 4-16,-15-28-24,0-1 0,0 0 0,1 0 1,-1 0-1,1 0 0,0 0 0,0 0 0,-1-1 1,1 1-1,0-1 0,1 1 0,-1-1 0,0 0 1,0 1-1,0-1 0,1 0 0,-1-1 0,0 1 1,1 0-1,0-1 40,34 4-3940,0-4-5141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16019,'0'0'1718,"0"0"-678,0 0 430,0 0-495,0 0-607,0 0 71,-13 23 180,-38 76 35,49-94-593,1 1-1,-1 0 0,1-1 1,0 1-1,1 0 0,-1 0 0,1-1 1,0 1-1,1 0 0,0 0 1,-1 0-1,2-1 0,-1 1 0,1-1 1,0 1-1,0-1 0,0 1 1,1-1-1,0 0 0,2 3-60,7 18 321,-6-10-173,0 0 1,-2 1-1,0-1 0,-1 1 0,1 12-148,-3-24 76,-1-1 0,0 0 0,0 0 1,0 1-1,0-1 0,-1 0 0,1 0 1,-1 0-1,0 1 0,0-1 0,-1 0 0,1 0 1,-1 0-1,0-1 0,0 1 0,0 0 1,-1-1-1,1 1 0,-1-1 0,0 0 1,0 0-1,0 0 0,0 0 0,-3 1-76,-2 1 109,0-2 0,0 1 0,-1-1-1,1-1 1,-1 1 0,1-1 0,-1-1 0,0 1 0,1-2-1,-1 1 1,-3-1-109,5 0 0,0-1 0,1 1 1,-1-1-1,0 0 0,1-1 0,-1 1 0,1-1 0,-1-1 0,1 1 1,0-1-1,0 0 0,0-1 0,1 1 0,-6-5 0,11 7-145,0 1-1,0-1 1,0 0 0,0 1-1,0-1 1,0 0 0,0 1 0,0-1-1,0 0 1,1 1 0,-1-1-1,0 0 1,0 1 0,1-1-1,-1 1 1,0-1 0,1 1-1,-1-1 1,1 1 0,-1-1-1,1 1 1,-1-1 0,1 1-1,-1-1 1,1 1 0,-1 0-1,1-1 1,-1 1 0,1 0-1,0-1 1,-1 1 0,1 0-1,0 0 1,-1 0 0,1 0 145,23-13-5936,-24 13 5801,31-14-12505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15715,'0'0'4137,"0"0"-1384,0 0-537,0 0-1007,-164 99-121,135-46-80,10 2 40,11 1-704,8-5-56,0-10-280,24-12 40,11-12-48,13-17-120,6 0-264,29-37-752,-13-1-2745,-11-1-8129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18764,'0'0'2427,"0"0"-309,0 25-28,3 79-803,-2-97-1248,-1 1 1,2-1 0,-1 0-1,1 0 1,0 0 0,0 0-1,1-1 1,0 1 0,0-1-1,0 1 1,1-1 0,0 0-1,1 0 1,-1-1 0,1 1-1,0-1 1,0 0-1,1-1 1,-1 1 0,1-1-1,0 0 1,0 0 0,1-1-1,-1 1 1,1-2 0,-1 1-1,1-1 1,0 0 0,0 0-1,7 0-39,-3 0 17,1-1 1,-1-1-1,1 0 0,-1 0 0,1-1 0,-1-1 0,1 0 0,-1 0 0,0-1 0,0 0 0,0-1 1,0-1-1,0 0 0,-1 0 0,0-1 0,0 0 0,5-5-17,-7 4 12,-1 0 0,1 0 1,-1-1-1,0-1 0,-1 1 0,0-1 0,0 0 0,-1 0 1,-1-1-1,1 0 0,-1 0 0,-1 0 0,0 0 0,2-8-12,-4 11 12,0 1 0,0-1 0,-1 0 0,0 1 0,0-1 0,-1 0 0,1 1 0,-1-1 0,-1 1 0,1-1 0,-1 1 0,-1 0 0,1-1 0,-1 1 0,0 0 0,0 0 0,0 1 0,-1-1 0,0 1 0,0 0 0,-1 0-1,0 0 1,-2-2-12,0 1-32,0 0-1,0 0 1,-1 1-1,0 1 0,0-1 1,-3 0 32,-15-1-3975,24 6-2998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2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0 275 14011,'0'0'2833,"0"0"1175,0 0-1527,0 0-281,0 0-735,0 0-25,0 0-280,3 46-400,-3-82-567,3-5-137,2-2-56,0-1 48,3 5-104,-2 6-225,-1 4-55,17 5-800,-3 7-808,-1 2-4482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2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63 466 13851,'0'0'3069,"0"0"355,0 0-1130,0 0-687,0 0-133,0 0-79,-9-14-222,-29-49-230,35 57-844,1 1-1,0-1 1,0 0-1,0 0 0,1 1 1,0-1-1,0 0 1,0 0-1,1-1 1,0 1-1,0 0 0,0 0 1,2-4-99,-1-14 146,0 7-257,0 0 0,1 0 0,1 0 0,0 0 0,1 0 1,1 1-1,1 0 0,0 0 0,1 0 0,1 1 0,0 0 0,1 1 0,1 0 1,4-5 110,-11 15-398,1 1 1,0 0 0,-1 0-1,1 0 1,0 0-1,0 1 1,1-1 0,-1 1-1,4-1 398,-4 2-995,0-1-1,1 1 1,-1 1-1,1-1 0,-1 0 1,1 1-1,-1 0 1,1 0-1,-1 1 0,1-1 1,-1 1-1,1 0 1,-1 0-1,0 0 0,1 1 1,-1 0-1,0 0 1,0 0-1,0 0 0,0 0 1,-1 1-1,4 2 996,16 20-1262,-7 7 6576,-10-10-1632,-2 0 0,-1 0-1,0 1 1,-1 18-3682,6 47 3377,-6-78-3890,0 1-1,1-1 1,0 1 0,0-1-1,1 0 1,5 9 513,-3-11-6080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395 268 18324,'0'0'4059,"0"0"-1553,-24-4-1093,-8-2-1110,8 1-119,-1 1 1,-1 1 0,1 1-1,-16 2-184,33 0 32,-1 1-1,1 0 1,0 0-1,0 1 1,0 0-1,0 0 1,0 1 0,0 0-1,1 1 1,-1-1-1,1 1 1,0 1-1,0-1 1,0 1-1,1 1 1,0-1-1,0 1 1,0 0 0,1 0-1,0 1 1,-2 2-32,2-1 29,0 1-1,0-1 1,1 1 0,0 1 0,0-1 0,1 0 0,0 1 0,1-1 0,0 1 0,0 0 0,1 0 0,1 0 0,-1 0-1,2 0 1,-1 0 0,1-1 0,1 1 0,0 1-29,-1-8-3,0-1 0,0 1 0,0 0-1,0 0 1,0-1 0,1 1 0,-1-1 0,1 1-1,0-1 1,0 0 0,-1 0 0,2 0 0,-1 0-1,0 0 1,0 0 0,1 0 0,-1-1 0,1 1 0,0 0 3,3 0-20,1 1 1,-1-1 0,1 0 0,-1 0 0,1-1-1,0 0 1,0 0 0,4 0 19,5-1-60,-1 0 1,0-1-1,0-1 0,0-1 0,0 0 1,0 0-1,9-5 60,-13 4-50,-1-1 0,1 0 0,-1-1 0,0 0-1,0-1 1,0 0 0,-1-1 0,0 0 0,-1 0 0,0-1 0,0 0 0,-1 0 0,0 0 0,4-9 50,-3 4 0,-1 0 1,-1-1 0,-1 0-1,0-1 1,-1 1 0,0-1-1,-1 1 1,-1-1-1,-1 0 1,0-11-1,2-26 56,-1 32 55,-1 0-1,0 0 1,-2 1 0,0-1 0,-2 0-1,0 0 1,-1 1 0,-4-9-111,4 24 945,1 15-699,2 18-297,1-27 95,0 37 52,0 14 318,5 47-414,-4-85 11,1-1-1,1 1 1,0-1 0,1 1-1,0-1 1,1-1-1,0 1 1,1 0-1,5 7-10,-9-18-43,0 1-1,0-1 0,0 0 1,0 0-1,1 0 1,-1 0-1,1 0 0,-1 0 1,1-1-1,0 1 0,-1-1 1,1 1-1,0-1 0,0 0 1,0 0-1,0-1 1,0 1-1,0-1 0,0 1 1,1-1-1,-1 0 0,0 0 1,0 0-1,0-1 0,0 1 1,0-1-1,0 1 1,2-2 43,5-1-1102,0 0 0,-1-1 0,1 0 0,-1 0 0,1-1 0,-1-1 0,7-5 1102,33-31-16202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3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127 160 18532,'0'0'2566,"-6"24"-79,-15 78-166,19-97-2229,1 0 0,0-1 1,0 2-1,0-1 0,1 0 1,0 0-1,0 0 0,0 0 1,1 0-1,-1 0 0,1 0 1,1 0-1,-1 0 1,0 0-1,1 0 0,0-1 1,0 1-1,1-1 0,0 1-92,1-2 27,-1 0 0,1 0 0,0-1 0,0 0 0,0 0 0,1 0 0,-1 0 0,0-1 0,1 1 0,-1-1 0,1 0 0,-1 0 0,1-1 0,0 0 0,-1 1 0,1-2 0,2 1-27,2 0 13,0-1 1,0 0-1,0 0 0,-1 0 0,1-2 0,0 1 0,-1-1 0,1 0 1,-1 0-1,0-1 0,0 0 0,0-1 0,-1 0 0,1 0 0,-1-1 1,-1 0-1,1 0 0,-1 0 0,0-1 0,0 0 0,-1 0 0,5-7-13,-3 1 11,1 0-1,-2 0 0,0 0 1,-1-1-1,0 0 0,-1 0 0,0-1 1,-1 1-1,-1-1 0,0 1 1,-1-1-1,-1 0 0,-1-10-10,1 21-7,-1-1-1,1 1 1,-1 0 0,0 0-1,0 0 1,-1 0 0,1 0-1,-1 0 1,0 0 0,0 1-1,0-1 1,-1 1 0,1-1-1,-1 1 1,1 0 0,-1 0-1,0 0 1,-1 0 0,1 1-1,0-1 1,-1 1 0,0 0-1,1 0 1,-1 0 0,0 0-1,0 1 1,0-1 0,-4 0 7,-10-2-199,0 1-1,-1 1 1,0 0 0,1 2-1,-16 0 200,22 0-154,-94 6-2688,3 12-3210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16492,'0'0'4674,"0"0"-1978,0 0-699,0 0-938,0 0-646,31-16-301,227-102-60,-247 113-53,-10 5 1,1-1 0,0 1 0,-1-1 0,1 0 0,0 1-1,-1-1 1,1 0 0,-1 0 0,0 0 0,1 0 0,-1-1 0,0 1 0,1-1 0,-18-1-7,7 3 5,0 1 0,0-1 0,0 2 0,0-1 0,0 1 0,1 0 0,-1 1 0,1 0 1,0 1-1,0-1 0,0 2 0,0-1 0,0 1 2,2-1-1,1 1 0,0-1 0,1 1 0,-1 0 0,1 0 0,-1 0-1,2 0 1,-1 1 0,1 0 0,-1 0 0,1 0 0,1 0 0,-1 0 0,1 0 0,1 1 0,-1-1 0,1 1 0,-1 4 1,2-5 4,-1 0 1,1 0-1,0 1 0,0-1 1,0 0-1,1 0 1,0 0-1,0 1 1,1-1-1,0 0 0,0 0 1,0-1-1,1 1 1,0 0-1,0-1 0,0 0 1,1 1-1,0-1 1,0 0-5,3 2 6,-1-2 0,1 1-1,0-1 1,0 0 0,1 0 0,-1-1 0,1 0 0,0 0 0,0-1 0,0 0 0,1-1 0,-1 0 0,8 1-6,2 1-245,1-2 0,0 0 0,-1-2 1,1 0-1,0-1 0,0 0 0,-1-2 0,1 0 0,-1-1 0,10-4 245,-21 6-87,0-1-1,-1 1 1,1-1 0,-1 0-1,0 0 1,0-1 0,0 0-1,0 0 1,-1-1 0,1 1-1,-1-1 1,0 0-1,-1 0 1,1-1 0,-1 0-1,0 1 1,-1-1 0,1-1-1,-1 1 1,0 0 0,-1-1-1,0 0 1,0 1 0,0-1-1,-1 0 1,1 0 0,-2 0-1,1 0 1,-1-1 87,0-1-1,1 8 65,-1 0-1,0 0 0,1 0 0,-1 0 0,0 0 1,0 0-1,0 0 0,1 0 0,-1 0 1,0 0-1,-1 0 0,1 0 0,0 0 0,0 0 1,0 0-1,0 0 0,-1 0 0,1 0 1,0 1-1,-1-1 0,1 0 0,-1 0 0,1 0 1,-1 0-1,0 1 0,1-1 0,-1 0 0,0 0 1,1 1-1,-1-1 0,0 0 0,0 1 1,0-1-1,1 1 0,-1-1 0,0 1 0,0 0 1,0-1-64,0 5 49,0-1 0,0 0 0,1 0 0,-1 1 0,1-1 1,0 1-1,0-1 0,0 0 0,0 1 0,1-1-49,-1 3 82,19 135 1280,-20-176-1351,0 10-6,1 0 0,1 0 1,1 0-1,1 0 0,3-9-5,-5 28 4,1 1 0,-1-1 0,1 1 0,0 0 0,0 0-1,1 0 1,0 0 0,-1 0 0,2 1 0,-1-1 0,0 1 0,1 0 0,0 0 0,0 0 0,0 0-1,1 1 1,-1-1 0,1 1 0,0 0 0,-1 1 0,1-1 0,1 1 0,-1 0 0,0 0 0,0 1-1,5-1-3,-4 1 5,0 0-1,0 1 0,-1 0 1,1 0-1,0 1 0,0-1 1,0 1-1,0 0 0,0 1 1,-1 0-1,1-1 0,-1 2 1,1-1-1,-1 1 0,0 0 0,0 0 1,0 0-1,0 1 0,0-1 1,-1 1-1,0 1 0,0-1 1,1 1-5,12 16-7,-1 0 0,-1 2 0,-1-1 0,8 20 7,4 5-40,-12-26-528,0 0-1,1-1 1,15 15 568,28 18-6346,-17-24-3953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11747,'0'0'3822,"0"0"-650,0 0 170,0 0-1500,0 0-931,0 0-432,4 16-349,-2-6-74,9 33 8,-6-34 71,-2-23 179,-2 0-301,1 0 1,0 0 0,1 0 0,1 0-1,0 1 1,1-1 0,1 1 0,0 0-1,6-10-13,-10 19 2,0 0-1,1 0 1,-1 0 0,1 0-1,0 1 1,-1 0-1,2-1 1,-1 1-1,0 0 1,1 1-1,-1-1 1,1 0-1,0 1 1,0 0 0,0 0-1,0 0 1,0 0-1,0 1 1,0 0-1,1 0 1,-1 0-1,0 0 1,1 1-1,-1-1 1,1 1-1,-1 0 1,1 0 0,-1 1-1,0 0 1,1-1-1,-1 1 1,0 1-1,2 0-1,0 0 2,-1 2-1,1-1 0,-1 1 0,0-1 1,0 2-1,0-1 0,-1 0 0,1 1 1,-1 0-1,0 0 0,0 0 0,-1 0 1,3 5-2,37 82 115,-36-75-67,-4-10-34,15 35 109,-2 2 0,4 19-123,-20-68-5,-1-1-1,2 0 0,-1 1 0,0-1 0,1 0 0,0 1 1,0-1-1,1 1 6,2-18-27,0-3 2,16-100 47,-17 114 25,0 0 0,1 0 0,0 0 0,1 0-1,1 1 1,-1 0 0,2 0 0,5-7-47,-11 17 18,0-1 0,0 1 0,0-1 0,0 1 0,0-1 0,0 1 0,1 0 0,-1 0 0,1 0 0,-1 0 0,1 0 1,-1 0-1,1 0 0,0 0 0,-1 0 0,1 1 0,0-1 0,0 1 0,-1-1 0,1 1 0,0 0 0,0 0 0,0 0 0,-1 0 0,1 0 0,0 0 0,0 0 0,0 1 0,0-1 0,-1 0 0,1 1 0,0 0 0,-1-1 0,1 1 0,0 0 0,-1 0 0,1 0 1,-1 0-1,1 0 0,-1 0 0,0 1 0,1-1 0,-1 0 0,0 1 0,0-1 0,0 1 0,0-1 0,0 1-18,9 11 156,-2 0 1,0 0-1,0 1 0,-1 1 1,1 3-157,-5-11 67,8 21-12,16 30 240,-25-56-349,-1 0 0,1 1 0,0-1 0,0 0 0,0 1 0,0-1 0,1-1 0,-1 1 0,1 0 0,-1 0 0,1-1 0,-1 1 0,1-1 0,0 0 0,0 0 0,-1 0 0,1 0 0,0-1 0,0 1 54,24 1-5473,-3-1-11971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4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290 373 18108,'0'0'2160,"0"0"1505,0 0-1889,0 0-887,0 0-401,0 0-416,0 0-72,17 111-216,-4-111-1777,0-17-5288</inkml:trace>
  <inkml:trace contextRef="#ctx0" brushRef="#br0" timeOffset="1">0 49 22165,'0'0'2688,"0"0"-1703,0 0-121,0 0-864,0 0-696,188-48-1497,-128 55-4112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5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4 266 16107,'0'0'2306,"0"0"372,0 0-128,0 0-798,0 0-769,0 0-201,0 18 47,-2-66-614,1 21-98,0 0 0,2 0-1,2-11-116,-2 32 6,0 0-1,0 0 0,0 0 0,1 0 0,0 0 1,0 1-1,1-1 0,-1 0 0,1 1 0,0 0 1,1 0-1,-1 0 0,1 0 0,0 0 0,1 1 0,3-4-5,-5 5-2,0 1 0,0 0 0,0 0 0,0 0 0,1 0-1,-1 1 1,1-1 0,-1 1 0,1 0 0,-1 0-1,1 0 1,0 0 0,-1 1 0,1 0 0,0-1-1,-1 1 1,1 1 0,0-1 0,0 0 0,1 1 2,0 1-2,0 0 0,1 0-1,-1 1 1,0 0 0,-1-1 0,1 1 0,0 1 0,-1-1 0,0 1 0,0 0 0,0 0 0,2 3 2,7 10 4,0 0 0,-2 1 0,0 1 0,-1 0 0,-1 0 0,3 12-4,-6-8-398,7 14 1221,-12-35-1093,-1-1 1,1 0 0,0 0 0,0 0-1,-1 0 1,1 0 0,0 0 0,0 0 0,0 0-1,0 0 1,0 0 0,0 0 0,0-1-1,1 1 1,-1 0 0,0-1 0,0 1-1,0-1 1,1 1 0,-1-1 0,0 0-1,1 0 1,-1 1 0,0-1 0,1 0 269,11 0-11635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5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1 420 17612,'0'0'2704,"0"0"-1631,0 0 1591,0 0-1480,43 133-439,0-116-97,5-10-288,6-7-144,-6 0-144,-8-19 72,-10-8-136,-12-6 64,-7-6-24,-8-2-96,-3-3-216,5-18-880,1 11-2793,2 5-4945</inkml:trace>
  <inkml:trace contextRef="#ctx0" brushRef="#br0" timeOffset="1">446 0 15835,'0'0'7074,"0"0"-5298,0 0 161,0 0-369,43 150-752,-29-80 104,-1 0-440,-5-2-71,0-8-337,0-12-72,-5-7 0,0-12-456,5-7-633,0-7-1359,0-11-5162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5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10682,'0'0'12627,"0"0"-10723,0 0 153,0 0-1337,0 0-720,172-91-216,-84 69-1496,-12 5-2161,-23 0-3601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06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15 257 14739,'0'0'3478,"0"0"-987,0 0-57,-4 25-885,-7 82-572,11-104-932,0 0-1,0 1 1,0-1-1,1 0 1,-1 0-1,1 0 1,0 0-1,0 0 0,0 0 1,0 0-1,0 0 1,1 0-1,-1 0 1,1 0-1,0-1 1,0 1-1,0-1 1,0 1-1,0-1 1,0 0-1,1 0 1,-1 0-1,1 0 1,0 0-1,-1-1 1,1 1-1,0-1 1,0 0-1,3 2-44,5-1 99,0 1-1,0-1 1,0-1 0,0 0-1,1 0 1,10-2-99,-11 1 44,0-1-27,-1 0 1,1 0 0,0-1-1,-1-1 1,1 0-1,-1 0 1,0-1 0,0 0-1,-1-1 1,1 0-1,-1-1 1,0 1-1,0-2 1,-1 1 0,1-2-18,-2 2 27,0 0 1,-1-1 0,0 1-1,0-1 1,-1-1-1,0 1 1,0-1 0,0 0-1,-1 0 1,0 0 0,-1 0-1,0-1 1,0 0 0,-1 1-1,0-1 1,-1 0 0,0 0-1,0-3-27,-1 9 39,0 0-1,0 0 0,-1 0 1,1 0-1,-1 0 0,0 0 1,0 0-1,0 0 1,0 0-1,0 1 0,0-1 1,-1 0-1,0 1 0,1-1 1,-1 1-1,0 0 0,0-1 1,0 1-1,-1 0 0,1 0 1,0 0-1,-1 1 0,1-1 1,-1 0-1,0 1 0,1 0 1,-1 0-1,0 0 0,-1 0-38,-43-10-564,1 9-3304,50 2-2907</inkml:trace>
  <inkml:trace contextRef="#ctx0" brushRef="#br0" timeOffset="1">804 1 12227,'0'0'7101,"0"0"-4623,0 0-1520,-8 25-213,-21 83-360,27-99-364,1 0-1,0 0 1,1 0-1,0 0 1,0 0-1,1 1 1,0-1-1,1-1 1,0 1-1,0 0 1,1 0-1,0-1 1,1 1-1,4 7-20,8 25 179,-9-15 241,-1-1 1,-2 1-1,-1 0 1,-1 0 0,0 0-1,-3 7-420,1-32 7,0 1 0,-1-1 1,1 1-1,-1-1 0,1 1 0,-1-1 0,0 0 0,1 1 1,-1-1-1,0 0 0,0 0 0,0 1 0,0-1 0,0 0 0,0 0 1,0 0-1,-1 0 0,1 0 0,0-1 0,0 1 0,-1 0 1,1-1-1,0 1 0,-1 0 0,1-1 0,-1 0 0,1 1 1,-1-1-1,1 0 0,-2 0-7,-54 6-2846,48-6 997,-23 0-7719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2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18116,'0'0'3742,"0"0"-2038,0 0-501,30-8-349,184-53-78,-168 49-569,-26 8-167,0-1 1,-1 0-1,1-2 1,-1 0-1,-1-1 1,1-1-1,-1-1 1,7-5-41,-24 14 5,0 0 0,0 1 0,0-1 0,0 0 1,0 0-1,0 0 0,-1 1 0,1-1 0,0 0 0,0 0 1,-1 0-1,1 0 0,-1 0 0,1-1 0,-1 1 0,1 0 0,-1 0 1,1 0-1,-1 0 0,0 0 0,0-2-5,0 2 4,0 1 0,-1-1 1,1 0-1,-1 0 0,1 1 0,-1-1 0,1 0 0,-1 1 1,1-1-1,-1 0 0,0 1 0,1-1 0,-1 1 0,0-1 1,1 1-1,-1 0 0,0-1 0,0 1 0,0 0 0,1-1 1,-1 1-1,-1 0-4,-5-2 12,-1 0 1,0 1-1,0 0 1,0 0-1,-5 1-12,-8 0 14,1 0-1,-1 2 1,1 0-1,-1 1 1,1 1-1,-10 4-13,21-5 6,0 1 0,1 0 1,0 0-1,0 1 0,0-1 0,0 2 0,1-1 0,0 1 0,0 0 0,0 1 0,1 0 0,0 0 0,0 0 0,1 1 1,-4 7-7,2-3 0,2 1 1,-1-1 0,2 1 0,0 0 0,0 1 0,2-1 0,-1 1 0,2-1 0,0 1 0,0 0 0,1 0 0,1-1 0,1 6-1,-1-16-3,-1 1 1,1 0-1,0 0 1,1-1-1,-1 1 1,0 0-1,1-1 1,0 1-1,0-1 1,0 0-1,0 0 1,1 0-1,-1 0 1,1 0-1,0 0 1,0-1 0,0 1-1,0-1 1,0 0-1,0 0 1,1 0-1,-1 0 1,1 0-1,-1-1 1,1 0-1,0 0 1,3 1 2,10 1-217,0 0 0,0-1 0,1 0 0,-1-2 1,8-1 216,-24 1-27,77-5-2927,-9-13-3619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16219,'0'0'2488,"0"0"-424,-1 21 439,-6 167 1230,7-177-3634,0 0-1,1 0 1,0-1-1,1 1 1,0-1-1,0 1 1,1-1-1,1 0 1,2 6-99,-5-15 36,-1-19 24,-1-6-106,1-8-25,1 1 1,1-1-1,3-8 71,-4 32-1,0 1-1,1-1 0,0 1 1,0 0-1,1 0 1,0 0-1,0 0 0,0 0 1,1 0-1,0 1 0,1 0 1,-1 0-1,1 0 0,0 0 1,1 1-1,1-1 2,-5 4 6,0 0-1,1 0 1,-1 0 0,1 1 0,-1-1-1,1 1 1,-1 0 0,1 0 0,0 0 0,0 0-1,0 0 1,0 0 0,-1 1 0,1 0-1,0-1 1,0 1 0,0 0 0,0 0-1,0 1 1,0-1 0,0 1 0,1 0-6,0 0 16,-1 1 1,0 0 0,1 0-1,-1 0 1,0 1 0,0-1-1,0 1 1,-1 0 0,1-1-1,0 1 1,-1 1 0,0-1-1,0 0 1,0 0 0,0 1-17,6 14 62,0-1 0,-1 1 0,-2 1 0,1-1 0,-2 1 0,0 3-62,2 35 136,-5-42-156,0 0 1,1 0-1,1-1 0,0 1 1,4 7 19,-6-20-170,0 0 0,0-1 0,0 1 0,1 0 1,-1-1-1,0 0 0,1 1 0,0-1 0,-1 0 1,1 0-1,0 0 0,0 0 0,-1 0 0,1 0 0,0 0 1,0-1-1,0 1 0,0-1 0,0 1 0,0-1 0,0 0 1,0 0-1,0 0 0,0 0 0,0 0 0,0 0 1,0-1-1,0 1 0,0-1 170,9 1-2349,16 0-5451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0 176,'0'0'15050,"0"0"-9006,0 0-4182,0 0-98,10 25-282,1 2-1128,1-1 13,-2 1 0,-1 0 0,-1 0 1,4 25-368,49 348 264,-57-339-5233,-4-61 4746,-1 0 1,1 1 0,0-1 0,0 1 0,-1-1-1,1 0 1,0 1 0,-1-1 0,1 0 0,0 1-1,-1-1 1,1 0 0,-1 0 0,1 0-1,0 1 1,-1-1 0,1 0 0,-1 0 0,1 0-1,-1 0 1,1 0 0,0 1 0,-1-1 0,1 0-1,-1 0 1,1 0 0,-1 0 0,1-1-1,-1 1 1,1 0 0,-1 0 0,1 0 0,0 0-1,-1 0 223,-1-1-1638,-12 1-9463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3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13219,'0'0'1991,"0"0"-773,0 0 14,25-22-551,81-71-189,-101 88-370,1 1-1,-1-1 1,1 1-1,0 1 1,0-1-1,0 1 1,1 0-1,-1 0 0,1 1 1,-1 0-1,1 0 1,0 1-1,0 0 1,0 0-1,0 0 1,0 1-1,0 0 0,0 0 1,0 1-1,3 0-121,2 1 124,-5-1-100,0 0 1,0 1-1,0 0 0,-1 0 0,1 1 1,-1 0-1,1 0 0,-1 0 1,0 1-1,0 0 0,-1 0 1,1 0-1,-1 1 0,0 0 1,0 0-1,0 0 0,-1 1 1,2 3-25,13 18-126,-2 1-1,-2 1 1,9 20 126,9 17-1634,-8-29-814,-18-29 811,0 0 0,1-1-1,0 0 1,0-1 0,0 0-1,1 0 1,-1-1 0,7 3 1637,-12-6 591,0-1 0,-1 1 0,1 0 1,-1 0-1,1 0 0,-1 0 0,0 0 0,0 1 1,0-1-1,0 1 0,0-1 0,1 3-591,0 3 1022,0-1-1,0 1 0,-1 0 0,0-1 1,-1 1-1,1 7-1021,-1-7 832,0-1 0,1 1 0,0-1 0,0 0 0,0 0 0,4 7-832,11-51 2845,-6 2-2807,3 0 0,1 0 0,1 1 0,2 1 0,1 1 0,7-7-38,-13 22-94,0 0-1,1 0 0,1 1 1,0 1-1,1 1 0,1 0 0,0 1 1,1 0-1,0 2 0,1 0 1,10-3 94,-7 8-91,-22 6 100,1 0 1,-1 1-1,0-1 1,0 0-1,0 0 1,1 1-1,-1-1 1,0 0-1,0 1 1,0-1-1,0 0 1,0 1-1,0-1 1,0 0-1,0 1 1,0-1-1,0 0 1,0 1-1,0-1 1,0 1-1,0-1 1,0 0-1,0 1 1,0-1-1,0 0 1,0 1-1,0-1 1,-1 0-1,1 0 1,0 1-1,0-1 0,0 0 1,-1 1-1,1-1 1,0 0-1,0 0 1,-1 1-1,1-1 1,0 0-1,0 0 1,-1 0-1,1 1-9,-11 14 156,11-15-147,-9 12 59,0 0-1,1 0 1,1 1 0,0 0 0,1 0 0,1 1 0,0 0 0,0 0-1,1 0 1,1 1 0,1-1 0,0 1 0,1-1 0,0 1 0,1 0 0,1 0-1,0-1 1,1 3-68,-1-13 9,1 1 0,-1-1 0,1 0 0,-1 0-1,1 0 1,1-1 0,-1 1 0,0 0 0,1-1 0,0 1-1,0-1 1,0 0 0,0 0 0,0 0 0,0-1 0,1 1-1,0-1 1,-1 1 0,1-1 0,0 0 0,0-1 0,0 1-1,0-1 1,1 0 0,-1 0 0,2 0-9,15 3 36,0-1 0,0-2 0,1 0 0,20-2-36,-10 1-64,-15-1-213,-1 0 1,0-1 0,0 0 0,0-1 0,0-1 0,5-2 276,53-24-6158,-24 4-4539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16740,'0'0'3856,"0"0"-3015,0 0 1679,0 0-711,25 184-145,-15-112-944,4 3-72,2-7-432,3-8 24,-3-12-232,0-9-8,0-10-104,0-7-568,30-8-472,-6-7-2849,0-7-3777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4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14859,'0'0'3085,"0"0"-517,0 0-489,0 0-772,0 0-532,-25 5-469,25-5-306,-21 5 151,0 0 0,0 2 0,1 0 0,-1 1-151,17-5 47,0 0 0,0 1 0,1-1 0,-1 1 0,1-1 0,-1 1 0,1 0 0,0 0 0,1 1 0,-1-1 0,1 1 0,0-1 0,0 1 0,0 0 0,1 0 0,-1 0 0,1 0 0,0 0 0,1 0 0,-1 0 0,1 0 0,0 4-47,-1 5 122,0-7-68,-2 14 64,1 0 0,0 1 0,2-1 0,0 0 0,4 19-118,-4-36 0,1 0 0,0 0-1,0 0 1,0 0 0,0-1 0,1 1 0,-1 0 0,1-1-1,0 1 1,0-1 0,0 0 0,1 0 0,-1 1 0,1-1 0,0-1-1,-1 1 1,1 0 0,0-1 0,1 1 0,-1-1 0,0 0 0,1 0-1,-1-1 1,1 1 0,0-1 0,0 1 0,-1-1 0,1 0-1,0-1 1,0 1 0,0-1 0,0 1 0,2-1 0,0 0-51,-1 0 0,0 0 0,1-1 0,-1 1-1,0-1 1,0 0 0,0-1 0,0 1 0,0-1 0,0 0 0,0 0 0,0-1 0,-1 1 0,1-1 0,-1 0 0,1 0 0,0-2 51,0 0-268,0-1 0,0 1 0,-1-1 1,0 0-1,0-1 0,0 1 0,-1-1 0,0 0 1,0 1-1,-1-1 0,1-3 268,2-9-419,-1-1 1,-1 0-1,-1 0 0,0-15 419,-2-30 2624,0 44-53,3 62-2551,2-1-1,2 1 0,1-1 0,4 5-19,7 33-121,4 28-4175,-17-74-3229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4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183 249 10474,'0'0'3001,"0"0"-806,0 0-129,0 0-581,-6-21-395,2 6-888,-7-32 708,-3 1 0,-11-25-910,23 68 114,1-1 1,-1 1-1,0-1 1,0 1 0,0 0-1,-1-1 1,1 1-1,-1 0 1,0 1-1,0-1 1,0 0-1,0 1 1,0 0-1,-4-2-114,6 3 33,0 1-1,-1-1 1,1 1-1,-1 0 0,1 0 1,-1-1-1,1 1 1,-1 0-1,1 0 0,-1 0 1,1 1-1,-1-1 1,1 0-1,-1 1 0,1-1 1,-1 0-1,1 1 1,-1 0-1,1-1 0,0 1 1,-1 0-1,1 0 1,0 0-1,0 0 0,0 0 1,0 0-1,-1 0 1,1 0-1,1 0 0,-1 0 1,0 1-1,0-1 1,0 0-1,1 1 0,-1-1 1,1 1-1,-1-1 1,1 0-1,-1 1-32,-5 14 80,0-1-1,1 2 1,0-1-1,2 0 1,0 1-1,0 0 1,1 6-80,0 36 907,4 28-907,-1-45 171,2 7 161,2 0 0,2 0 0,2 0 1,3-1-1,14 37-332,-2-17 18,4-2 0,2 0 0,27 39-18,-56-103-37,0 1-82,0-1 0,0 1 0,0-1 1,0 0-1,0 1 0,1-1 0,-1 0 1,1 0-1,0 0 0,0 0 0,-1 0 0,1-1 1,0 1-1,0 0 0,1-1 0,-1 0 0,0 1 1,0-1-1,1 0 0,-1 0 0,1 0 0,-1-1 1,1 1-1,-1 0 0,1-1 0,-1 0 0,2 1 119,-3-2-154,-1 1 0,1 0 0,0 0 0,-1 0 0,1 0 0,-1-1 0,0 1 0,1 0 0,-1-1 0,1 1 0,-1 0 0,1-1 0,-1 1 0,0 0 0,1-1 0,-1 1 0,0-1-1,1 1 1,-1-1 0,0 1 0,1-1 0,-1 1 0,0-1 0,0 1 0,0-1 0,0 1 0,0-1 0,1 1 0,-1-1 0,0 1 0,0-1 0,0 0 154,0-23-4692,0 18 2387,0-18-10066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13707,'0'0'4569,"0"0"-3009,0 0 649,0 0-865,150-75-208,-90 55-608,-1 6-336,2-1-192,17 3-1064,-16 3-3297,-6-1-4729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5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12699,'0'0'2664,"0"0"-159,0 0 439,0 0-1063,16 125-553,-8-88-480,1-4-560,-1-4-104,2-7-136,1-3-48,2-2-88,14 0-1528,-3-5-1417,1-4-2800</inkml:trace>
  <inkml:trace contextRef="#ctx0" brushRef="#br0" timeOffset="1">255 107 16291,'0'0'3483,"0"0"-1828,0 0 53,0 0-216,12 25-590,81 183 223,-91-207-1103,-1-7-26,2-22-58,-1-45-127,-1 59 158,-1 4 27,1 0 0,1-1 0,-1 1-1,2 0 1,0 0 0,0 0 0,0 0 0,1 1-1,1-1 1,0 1 0,0 0 0,1 0-1,0 1 1,0-1 0,8-6 4,-8 9 18,0 0 0,1 1 1,-1 0-1,1 0 0,0 0 0,1 1 1,-1 0-1,1 0 0,0 1 0,0 0 0,0 1 1,0 0-1,0 0 0,1 0 0,-1 1 0,1 0 1,-1 1-1,1 0 0,6 1-18,-12-1 19,0 1-1,1 0 1,-1-1 0,0 1 0,0 0-1,0 1 1,0-1 0,0 1 0,-1-1-1,1 1 1,0 0 0,-1 0-1,1 0 1,-1 0 0,1 0 0,-1 1-1,0-1-18,2 4 36,1 0-1,-2 0 0,1 1 0,-1-1 0,1 1 0,-2 0 1,3 5-36,1 13 84,0 0 0,-2 1 1,2 24-85,-4-24-187,12 80 426,-12-96-783,1-1 1,0 1-1,1 0 0,-1-1 0,2 0 1,0 0-1,0 0 0,0 0 1,3 1 543,11 12-6729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11682,'0'0'2782,"0"0"-309,0 0 205,0 0-596,0 0-685,-27 2-781,3-1-393,-1 2 0,1 1 0,-11 3-223,31-5 41,1-1 0,-1 1 0,1 0 0,0 0 0,0 0 1,0 1-1,0-1 0,0 1 0,1-1 0,-1 1 1,1 0-1,-1 0 0,1 0 0,0 0 0,0 1 1,1-1-1,-1 0 0,1 1 0,-1-1 0,1 1 0,0 0 1,1-1-1,-1 1 0,1 0 0,-1-1 0,1 1-41,-2 7 107,0 0-38,-1 0 1,2 0-1,0 0 0,0 1 0,1-1 1,0 0-1,1 0 0,2 9-69,-3-16 6,2-1 1,-1 1-1,0 0 0,1 0 0,0 0 1,-1-1-1,2 1 0,-1-1 0,0 1 0,1-1 1,-1 0-1,1 0 0,0 0 0,0-1 0,0 1 1,0 0-1,1-1 0,-1 0 0,1 0 1,-1 0-1,1 0 0,0-1 0,0 1 0,0-1 1,0 0-7,5 2-17,0-1 0,1 0-1,-1-1 1,1 1 0,-1-2 0,1 1 0,0-1 0,-1-1 0,1 0 0,-1 0 0,2-1 17,-7 1-53,0-1 0,0 1 0,0-1 0,0 0-1,0 0 1,0 0 0,-1 0 0,1-1 0,-1 1 0,1-1-1,-1 0 1,0 0 0,0 0 0,0-1 0,-1 1 0,1-1 0,-1 1-1,0-1 1,0 0 0,0 0 0,0 0 0,-1 0 0,1 0-1,-1 0 1,0-1 53,3-23-227,0-1 0,-2 0 0,-2-9 227,-2 5 3070,15 82-2437,-4-12-409,2 1 1,1-2-1,2 0 1,9 16-225,-22-50-93,0 0-1,0-1 1,0 1 0,0 0 0,0-1 0,1 1-1,-1-1 1,1 0 0,-1 1 0,1-1-1,-1 0 1,1 0 0,0 0 0,-1 0 0,1 0-1,0 0 1,0 0 0,0-1 0,0 1 0,1-1 93,25 0-6646,-11-4-3231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6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18380,'0'0'2801,"0"0"-961,0 0-264,0 0 273,83 155-553,-64-63-432,-5 7-280,-6 0-256,0-7-184,2-13-144,1-11 0,8-17-816,0-18-776,-3-16-5154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49 211 19380,'0'0'2881,"0"0"-985,0 0 377,-10 142-1161,7-89-680,3-9-312,0-8 24,0-10-288,0-9-128,0-17-1240,0 0-2257,0-12-6649</inkml:trace>
  <inkml:trace contextRef="#ctx0" brushRef="#br0" timeOffset="1">1 56 4033,'0'0'15651,"0"0"-13106,0 0 7,0 0-1135,0 0-1257,0 0-160,0 0-1625,64-56-3960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6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16075,'0'0'3009,"0"0"-718,0 0-942,0 0-703,29-6-368,90-22 94,-114 27-325,0 0 0,0 0 1,0 1-1,0 0 0,0 0 1,0 0-1,0 0 0,1 1-47,-5-1 19,0 0-1,1 1 0,-1-1 1,0 0-1,1 1 1,-1 0-1,0-1 1,0 1-1,0-1 0,0 1 1,0 0-1,0 0 1,0 0-1,0 0 1,0 0-1,0 0 1,0 0-1,0 1-18,1 1 52,-1 1 0,-1-1 0,1 1 1,0 0-1,-1-1 0,1 1 0,-1 0 0,0-1 0,-1 1 0,1 0 0,-1-1 0,1 1 1,-1 1-53,-1 9 204,-3 11-62,-1 0 0,0 0 0,-2 0 1,-1-1-1,-6 10-142,5-13 62,2 1 0,0 0 0,1 1 0,1 0 0,1 0 1,1 0-1,1 3-62,2-24 0,1 0 1,0 0 0,0 0-1,-1 1 1,1-1-1,1 0 1,-1 0 0,0 0-1,0 0 1,1 0 0,-1 0-1,1 0 1,0 0-1,-1 0 1,1 0 0,0 0-1,0 0 1,1 0 0,-1 0-1,0-1 1,0 1-1,1 0 0,2 0-1,0-1-1,0 0 0,0 0 0,1 0 0,-1 0 0,0-1 1,0 0-1,0 0 0,1 0 0,3 0 2,-5 0-3,5-1-226,0 1 0,-1-1 0,1 0 0,-1-1 1,1 0-1,-1 0 0,0 0 0,5-3 229,32-18-5247,-13 4-2118</inkml:trace>
  <inkml:trace contextRef="#ctx0" brushRef="#br0" timeOffset="1">48 295 15971,'0'0'4281,"0"0"-2016,0 0 431,0 0-1543,0 0-593,0 0-552,140-61-8,-81 54-144,27-5-800,-16 5-2689,-11-3-4945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18852,'0'0'2795,"0"0"-900,0 0-428,0 0-645,-23 24-278,-9 10 69,-27 38-613,55-66 61,1 0-1,-1 0 0,1 1 0,0-1 1,0 1-1,1-1 0,-1 1 0,2 0 1,-1 0-1,1 0 0,0 0 0,0 1 0,1-1 1,0 0-1,1 0 0,0 3-60,-1 12 167,0-14-126,0 0 0,1-1 0,-1 1 0,1 0 0,1-1-1,-1 1 1,2-1 0,-1 1 0,1-1 0,3 6-41,-4-9 8,0-1 1,0 0 0,1 0-1,-1-1 1,1 1 0,0 0-1,0-1 1,0 0 0,0 0-1,0 0 1,0 0 0,1 0-1,-1 0 1,1-1 0,-1 0-1,1 0 1,-1 0 0,1 0-1,0 0 1,0-1-1,-1 1 1,5-1-9,-2 0-16,1 0 0,0 0 0,-1 0-1,1-1 1,-1 0 0,1 0 0,-1 0 0,1-1-1,-1 0 1,0 0 0,0-1 0,0 0 0,0 0-1,0 0 1,-1-1 0,0 0 0,1 0 0,-1 0-1,-1-1 1,1 1 0,0-1 0,-1 0 0,0-1-1,-1 1 1,1-1 0,-1 1 0,0-1 0,0 0-1,-1 0 1,1-1 0,0-3 16,4-19-54,-1 0 1,-1 0-1,-1 0 0,-1-1 1,-2 1-1,-2-13 54,1 357 1822,0-311-1840,0 0 0,0 0 0,0-1 1,0 1-1,1 0 0,-1 0 0,1 0 1,0-1-1,0 1 0,1 0 0,-1-1 1,1 1-1,-1-1 0,1 1 0,2 0 18,18 11-1814,12-9-3456,-4-5-8061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14603,'0'0'3978,"0"0"-1527,0 0-569,0 0-408,-12 21-374,0-2-886,6-10-126,0 0 0,1 0 0,0 1 0,0 0 0,1 0 0,0 0 0,1 1 0,0-1 0,1 1 0,0 0 0,0-1 0,1 1 0,1 4-88,-1-1 47,2 0 0,0 0 1,1 0-1,0-1 0,1 1 0,0 0 1,1-1-1,3 6-47,-5-14 7,1 0-1,-1 0 1,1 0 0,0 0 0,1-1 0,-1 1 0,1-1-1,0 0 1,0 0 0,0 0 0,0-1 0,1 0-1,0 0 1,-1 0 0,1 0 0,0-1 0,0 1 0,1-1-1,-1 0 1,0-1 0,1 0 0,2 1-7,-1 0-110,1-1 0,-1 0 0,1-1 0,-1 1 0,1-1 0,-1-1 0,1 0 0,-1 0 0,0 0 0,1-1 0,-1 0 0,0 0 0,0-1 0,0 1 0,0-2 0,0 1 0,3-4 110,-3 2-214,0-1 0,-1 0 0,0-1 0,0 0 0,0 0 0,-1 0 0,0 0 0,-1-1 0,1 0 0,-2 0 0,1 0 0,-1 0-1,0-1 1,1-7 214,2-14-1607,-1-2-1,-1 1 0,-2 0 1608,0-4 1678,-1 15 4371,-2 69-4872,0-20-835,0 1-1,2 0 0,2 0 1,0-1-1,2 1 1,5 13-342,-9-40 0,0 0 1,0 0-1,0 0 1,0 0-1,1-1 1,-1 1-1,1 0 1,0-1-1,0 1 1,0-1-1,0 0 1,0 0-1,0 0 1,0 0-1,1 0 1,-1 0-1,1 0 0,0-1 1,-1 0-1,1 1 1,1-1-1,4 1-315,0 0 0,0-1 0,1 0-1,-1 0 1,1-1 0,6-1 315,1 1-1083,25 0-5642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272 112 14363,'0'0'4125,"0"0"-2250,0 0 76,-23-2-315,-77-3-537,96 5-1025,-1 1 0,1-1 0,-1 1 1,1 1-1,0-1 0,-1 0 0,1 1 0,0 0 0,0 0 0,0 0 0,0 1 0,1-1 0,-1 1 0,0 0 0,1 0 0,0 0 0,0 1 0,0-1 0,0 1 0,0-1 0,0 3-74,-5 4 254,1 0-133,0-1 0,1 1 0,0 0 0,1 0 0,0 1 0,1 0 1,0 0-1,1 0 0,0 0 0,0 0 0,1 1 0,1-1 0,0 1 0,0-1 0,1 1 0,2 7-121,-2-16 10,1 1 0,-1-1 0,1 1 0,0-1 0,1 0-1,-1 1 1,1-1 0,-1 0 0,1 0 0,0 0-1,0 0 1,0 0 0,1-1 0,-1 1 0,0-1 0,1 1-1,0-1 1,0 0 0,0 0 0,0 0 0,0 0-1,0 0 1,0-1 0,0 0 0,1 1 0,-1-1 0,1 0-1,-1-1 1,1 1 0,-1-1 0,1 1 0,2-1-10,2 1-14,0-1-1,0 0 1,0 0 0,-1-1 0,1 1 0,0-2 0,0 1 0,-1-1 0,1 0 0,-1-1 0,1 0 0,-1 0 0,0-1 0,6-3 14,-4-1-136,0 0 0,0-1 1,-1 1-1,0-2 0,-1 1 1,0-1-1,0 0 0,-1-1 1,0 1-1,-1-1 0,1-3 136,7-23-1295,-1 0 0,5-30 1295,-17 66-6,11-22 147,-11 23-126,0 0-1,1 0 1,-1 0-1,1 0 1,-1 0 0,0 0-1,1 0 1,-1 0 0,0 0-1,1 0 1,-1 0 0,0 0-1,1 0 1,-1 0 0,0 0-1,1 0 1,-1 1 0,0-1-1,1 0 1,-1 0-1,0 0 1,1 0 0,-1 1-1,0-1 1,1 0 0,-1 0-1,0 1 1,0-1 0,0 0-1,1 0 1,-1 1 0,0-1-1,0 0 1,0 1 0,1-1-1,-1 0-14,16 45 551,-3 15-6,-2 0 1,-3 1-1,-2 10-545,-6-99-88,2 0 0,1 1 0,1 0 0,2-1 0,0 2 0,2-1 0,1 1 0,1 0 0,1 1 0,1 0 0,1 1 0,1 0 0,14-16 88,-25 36 19,0 0 0,0 1 1,1 0-1,-1-1 0,1 1 0,0 0 1,-1 1-1,1-1 0,1 1 0,-1 0 0,0 0 1,0 0-1,2 0-19,-4 1 9,0 1-1,0 0 1,0-1 0,0 1-1,-1 0 1,1 0 0,0 0 0,0 1-1,0-1 1,0 0 0,0 1-1,-1-1 1,1 1 0,0-1 0,0 1-1,-1 0 1,1 0 0,0 0-1,-1 0 1,1 0 0,-1 0 0,1 0-1,-1 1 1,0-1 0,1 0-1,-1 1 1,0-1 0,0 1 0,0 0-1,0-1 1,0 1 0,-1 0-1,2 0-8,4 15 80,0-1-1,0 0 1,-2 1-1,0 0 0,-1 0 1,-1 1-1,0 8-79,1 41 595,-5 24-595,1-17 116,0-74-134,1 1-1,0-1 1,-1 0 0,1 1-1,0-1 1,-1 0-1,1 0 1,-1 0-1,1 1 1,0-1-1,-1 0 1,1 0-1,-1 0 1,1 0-1,-1 0 1,1 0-1,0 0 1,-1 0-1,1 0 1,-1 0 0,1 0-1,-1 0 1,1 0-1,-1 0 1,1 0-1,0 0 1,-1-1-1,1 1 1,-1 0-1,1 0 1,0 0-1,-1-1 1,1 1-1,0 0 1,-1 0-1,1-1 1,0 1 0,-1 0-1,1-1 1,0 0 18,-17-20-2516,-1-9-3749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5881,'0'0'11659,"0"0"-6986,0 0-2457,0 0-1328,0 0-728,0 0-128,0 0 128,139 138-320,-88-71-448,-10-14-3761,-9-9-7721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139 325 14403,'0'0'2850,"0"0"-168,0 0-464,0 0-1019,-22 26-204,-8 9-658,2 0 0,-4 9-337,29-37 45,-1-1 0,1 1-1,0 0 1,0 0 0,0 1-1,1-1 1,1 0 0,-1 1-1,1-1 1,0 1 0,1-1-1,0 1 1,0 0 0,0-1-1,1 1 1,1-1 0,-1 1 0,1-1-1,0 1 1,1-1 0,-1 0-1,2 0 1,-1 0 0,2 2-45,-2-5 21,0 0 0,1 0 0,-1-1 0,1 1 0,0-1 0,0 1 0,0-1 0,0 0 0,0-1 0,1 1 0,-1-1 0,1 0 0,0 0 0,0 0 0,0-1 0,-1 0 0,1 0 1,1 0-1,-1 0 0,0-1 0,0 0 0,0 0 0,0 0 0,1-1-21,2 1 22,1-2 0,0 1 1,-1-1-1,1 0 0,-1-1 1,0 0-1,0 0 0,0-1 0,0 0 1,0 0-1,-1-1 0,0 0 0,4-3-22,0-3 1,0-1-1,0 1 0,-2-2 1,1 1-1,-2-1 0,1-1 0,-2 0 1,0 0-1,-1 0 0,0-1 1,-1 1-1,0-2 0,1-12 0,2-21-167,-3 0 1,-2 0-1,-3-37 167,0 79-16,1-14 144,-2 0 1,0 0-1,-1 0 0,-1 0 0,-2 0 0,1 1 1,-2-1-1,-8-16-128,7 30 753,4 19-561,2 29-330,1-35 214,0 2-68,0 29 65,1 1 1,2-1 0,6 25-74,-8-52 15,1-2 0,0 1 0,1 0-1,0 0 1,0-1 0,1 1 0,0-1 0,1 0 0,-1 0 0,1-1 0,1 1 0,0-1 0,0 0 0,0-1 0,1 1 0,0-1-1,7 4-14,-8-6 19,0-1-1,1 0 1,0-1-1,0 1 1,0-1-1,0-1 0,0 1 1,0-1-1,0-1 1,0 1-1,0-1 0,1 0 1,-1-1-1,0 0 1,0 0-1,0 0 1,3-2-19,1 0 23,-1 0 1,0-1-1,0 0 1,0-1-1,0 0 1,-1-1-1,0 0 1,0 0-1,0-1 1,-1 0 0,0-1-24,0-1-10,0 0 1,0 0-1,-1-1 1,-1 0-1,0 0 1,0-1-1,0-1 10,-4 6-7,1 0 0,-1 0 0,0 0 0,0 0 0,-1 0 0,0-1 0,0 1-1,0-1 1,-1 1 0,0-1 0,0 1 0,-1-1 0,-1-3 7,2 9-4,0 0 0,0 0-1,-1 0 1,1 0 0,-1 0 0,1 0 0,-1 0-1,1 0 1,-1 1 0,0-1 0,1 0 0,-1 0 0,0 1-1,0-1 1,0 0 0,1 1 0,-1-1 0,0 1-1,0-1 1,0 1 0,0-1 0,0 1 0,0-1 0,0 1-1,0 0 1,0 0 0,0 0 0,0-1 0,0 1-1,0 0 1,0 0 0,0 1 0,0-1 0,0 0 0,0 0-1,0 0 1,0 1 0,0-1 0,-1 1 4,-2 0-11,1 0 0,-1 0 0,0 1 0,1-1 0,-1 1 0,1 0 0,0 0 0,-1 1 0,1-1-1,-1 2 12,-4 5 1,1 1 0,-1 0 0,2 1 0,0-1-1,0 1 1,1 1 0,0-1 0,1 1-1,0-1 1,1 1 0,0 0 0,1 2-1,-1 7 4,0 0 0,1 1 0,1-1 1,2 0-1,0 1 0,3 14-4,-3-31 4,0 1-1,1-1 1,0 0-1,0 1 1,0-1-1,1 0 1,-1 0 0,1 0-1,1-1 1,-1 1-1,0-1 1,1 1-1,0-1 1,0 0-1,1-1 1,-1 1-1,1-1 1,-1 0 0,1 0-1,0 0 1,0-1-1,0 1 1,1-1-1,-1 0 1,1-1-1,-1 0 1,5 1-4,1 0-257,0 0 0,0-1 1,1-1-1,-1 0 0,0 0 0,0-1 1,0 0-1,0-1 0,0 0 0,0-1 1,-1 0-1,1-1 0,8-4 257,25-18-5920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1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15779,'0'0'5041,"0"0"-3712,0 0 247,0 0 384,43 125-639,-29-57-89,-4 2-688,4-2 64,-3-5-424,5-10-48,3-10-136,-1-7 0,7-9-200,7-5-440,27-8-560,-5-7-3377,-3-4-5729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13899,'0'0'2271,"0"0"167,0 0-923,-17 24-451,-9 14-48,-16 34-1016,38-64 141,1-1 0,0 1 0,1-1 0,0 1 0,0 0 0,0 0 0,1 0 0,0 0 0,1 0 0,0 0 0,0 0-1,1 0 1,0 0 0,1 4-141,-1-2 177,0-5-127,0 0 0,0-1 0,0 1 0,1 0 0,-1-1 0,1 1 0,1-1 0,-1 1 0,0-1 0,1 0 0,0 0 0,0 0 0,0 0 0,1-1 0,-1 1 0,1-1 0,0 0 0,-1 0 0,2 0 0,-1-1 0,0 1 0,0-1 0,1 0 0,-1 0 0,1-1 0,0 1 0,0-1-50,1 0 5,0 1 1,-1-2-1,1 1 1,0-1-1,-1 1 1,1-1-1,0-1 1,0 1-1,-1-1 1,1 0-1,0-1 1,-1 1 0,0-1-1,1 0 1,-1 0-1,0-1 1,0 0-1,0 0 1,0 0-1,0 0 1,-1-1-1,4-3-5,-2 0-137,1-1 0,-2 1 1,1-1-1,-1-1 0,0 1 0,-1-1 0,0 0 0,0 0 0,-1 0 1,0 0-1,0 0 0,0-7 137,1-14-55,-2-1 0,0 0 0,-2-9 55,0 29 319,0 11-285,0 0 0,0 1 0,0-1 0,0 0 0,0 0 0,0 0 0,0 0 0,0 0 0,0 0 0,0 0 0,1 1 0,-1-1 0,0 0 0,0 0 0,0 0 0,0 0 0,0 0 0,0 0 0,0 0 0,1 0 0,-1 0 0,0 0 0,0 0 0,0 0 0,0 1 0,0-1 0,0 0 0,1 0 0,-1 0 0,0 0 0,0 0 0,0 0 0,0 0 0,0 0 0,1-1 0,-1 1 0,0 0 0,0 0 0,0 0 0,0 0 0,0 0 0,0 0 0,1 0 0,-1 0 0,0 0 0,0 0 0,0 0 0,0 0 0,0-1 0,0 1 0,0 0 0,0 0 0,0 0 0,1 0 0,-1 0 0,0 0 0,0 0 0,0-1 0,0 1 1,0 0-35,8 13 66,-8-12-53,17 37 481,1-1 0,1-1 0,5 2-494,-17-26-90,1-1 0,1-1 0,0 0 0,0 0 0,1-1 0,0 0 0,1-1 0,0 0 0,0 0 0,1-1 0,5 2 90,34 11-3210,-4-7-5101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12171,'0'0'2794,"0"0"-270,0 0 18,20 25-395,66 86-500,-81-105-1446,0 1 0,0 0 0,-1 0 0,1 0 0,-2 0 0,1 1 0,-1-1 0,0 1 0,-1 0 0,1 0 0,-2 0 0,1 1 0,-1-1 0,0 0 0,-1 1 0,0-1 0,-1 0 0,1 0 0,-3 8-201,3-14 57,-1 2-8,0-1 1,0 1 0,-1-1 0,1 0-1,-1 0 1,0 0 0,0 0-1,0 0 1,0 0 0,-1-1 0,1 1-1,-1-1 1,1 1 0,-1-1 0,0 0-1,0 0 1,0 0 0,0 0 0,0-1-1,0 1 1,-1-1 0,1 0 0,-1 0-1,1 0 1,-2 0-50,-9 3-94,-1-1-1,1 0 1,-1-1 0,0-1 0,-7 0 94,21-1-112,0 0 0,0 1-1,0-1 1,1 0 0,-1 0 0,0 0 0,0 0 0,0-1 0,1 1 0,-1 0 0,0 0 0,0 0-1,1-1 1,-1 1 0,0 0 0,1-1 0,-1 1 0,0 0 0,1-1 0,-1 1 0,0-1 0,1 1-1,-1-1 1,1 0 0,-1 1 0,1-1 0,-1 1 0,1-1 0,-1 0 0,1 0 0,0 1-1,-1-1 1,1 0 0,0 0 112,-4-17-6313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59 165 17884,'0'0'1824,"0"0"-485,0 0-292,0 0-630,23-21-212,66-66 167,-87 85-236,1 0 1,-1 0-1,0-1 1,-1 1-1,1-1 1,0 1-1,-1-1 1,1 1 0,-1-1-1,0 0 1,1-1-137,-2 4 25,0-1-1,0 0 1,0 1 0,0-1 0,0 0 0,0 1 0,0-1 0,0 0-1,0 1 1,0-1 0,0 0 0,-1 1 0,1-1 0,0 1 0,0-1-1,-1 0 1,1 1 0,0-1 0,-1 1 0,1-1 0,-1 1 0,1-1-1,0 1 1,-1-1 0,1 1 0,-1 0 0,0-1-25,-2-1 56,0 1 0,0 0 0,0 0 0,0 0 0,-1 0 0,1 1-1,0-1 1,0 1 0,-1 0 0,0 0-56,0 0 212,0-1-72,0 1 0,0-1 0,-1 1 0,1 0 0,0 0 0,0 1 0,-1-1 0,1 1 0,0 0 0,0 0 0,0 0-1,0 1 1,0-1 0,0 1 0,-3 2-140,2 0 22,1 0 0,-1 1 0,1-1 0,0 1 0,1 0 0,-1 0 0,1 0 0,0 0 0,0 0 0,1 1 0,-1 0-22,-3 9 43,0 1 1,1 0 0,1 1-1,0-1 1,1 1 0,1 0-1,1 0 1,0 0 0,1 0-1,1 0 1,2 15-44,-2-28 2,0 0 1,0 1 0,0-1-1,1 0 1,-1 0-1,1 0 1,0 0 0,0-1-1,1 1 1,-1 0-1,1-1 1,0 0 0,0 1-1,0-1 1,0 0-1,0-1 1,1 1 0,-1 0-1,1-1 1,0 0 0,0 0-1,0 0 1,0 0-1,0-1 1,0 0 0,0 1-1,0-2 1,1 1-1,-1 0 1,0-1 0,3 0-3,6 1-23,0-1 1,0 0-1,0-1 1,-1 0-1,1-1 1,0-1-1,-1 0 1,1-1-1,-1 0 1,7-4 22,103-56-4097,-75 34-2975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1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15659,'0'0'1941,"0"0"-730,0 0 762,0 0-676,0 0-564,0 16 231,-1-5-758,1-2-44,0 1-1,0-1 0,1 1 1,0-1-1,1 1 1,0-1-1,0 1 1,1-1-1,0 0 1,2 3-162,3 3 290,0 1-1,-2 0 1,0 0 0,0 1-1,-2-1 1,0 1 0,-1 0 0,1 11-290,-5-25 39,0-1 0,1 0 0,-1 0 0,0 1 0,0-1 1,0 0-1,-1 0 0,1 0 0,0 0 0,-1 0 0,0 0 0,1-1 1,-1 1-1,0 0 0,0-1 0,0 1 0,0-1 0,0 0 0,0 0 1,0 1-1,0-2 0,0 1 0,-1 0 0,1 0 0,0-1 0,-1 1 1,1-1-1,0 1 0,-2-1-39,-11 3-12,0-1 0,0 0 0,-1-1 0,-1-1 12,19-15-1261,13-3-1342,7-5-2557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20236,'0'0'4409,"0"0"-2384,0 0-241,0 0-808,33 142-704,-31-106-208,1-7 104,2-2-336,1-5-264,13-13-1032,-3-4-3769,8-5-9554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1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64 14723,'0'0'3769,"0"0"-1395,0 0-176,0 0-519,0 0-626,-21 25-171,-65 83-213,83-105-634,1 1 1,-1-1-1,1 1 0,0 0 0,1 0 1,-1 0-1,1 0 0,-1 0 0,1 0 1,0 0-1,1 0 0,-1 0 0,1 1-35,0-3 16,0 0 0,0 0 0,1 0 0,-1 1 0,1-1 0,-1 0 0,1 0 0,0 0 0,0 0 0,0 0 0,0 0 0,0-1 0,0 1 0,1 0 0,-1 0 0,0-1 0,2 2-16,1 0 16,1 0 0,-1 0 0,1 0 0,0 0 0,0-1 0,0 0 0,0 0 0,1 0 0,-1-1 0,0 1 0,1-1 0,4 0-16,2 0-61,0-1 1,-1 0-1,1 0 1,-1-1-1,1 0 1,-1-1-1,0-1 1,1 0 0,-1 0-1,0-1 1,-1-1-1,1 0 1,5-3 60,-9 3-219,0 0 0,0 0 0,0 0 0,0-1 0,-1 0 1,0 0-1,0-1 0,-1 0 0,0 0 0,0 0 1,-1-1-1,1 1 0,-2-1 0,1 0 0,-1 0 0,0 0 1,-1-1-1,1-4 219,0-41 333,-3 45 1449,2 30-979,-1-4-480,1-1 1,0 0-1,1 0 1,1 0-1,1 0 1,0-1-1,1 3-323,-5-18 160,0-37 35,1 21-261,1 1 0,0 0 0,1 1 0,1-1-1,0 1 1,2-2 66,-4 8 1,1 1-1,-1 0 1,1 0-1,0 0 0,1 1 1,0 0-1,0-1 0,0 2 1,1-1-1,0 0 0,0 1 1,4-3-1,-8 7 4,0 0 1,0 0 0,0 0-1,0 0 1,0 1-1,0-1 1,0 1 0,0-1-1,0 1 1,1-1-1,-1 1 1,0 0-1,0 0 1,0 0 0,0 1-1,0-1 1,1 0-1,-1 1 1,0-1 0,0 1-1,0 0 1,1 0-5,0 1 2,1 0 0,-1 1 1,0-1-1,0 1 0,0-1 1,0 1-1,-1 0 0,1 0 1,-1 1-1,0-1 0,2 3-2,3 8 0,-1 0 0,0 0 0,-1 0-1,0 1 1,2 14 0,-4-10-45,0 0-1,-2 0 1,0 1 0,-1-1-1,-2 7 46,2-25-56,0 0-1,0-1 0,0 1 0,-1 0 0,1-1 1,0 1-1,0 0 0,-1-1 0,1 1 0,-1-1 1,1 1-1,0-1 0,-1 1 0,1 0 0,-1-1 0,1 0 1,-1 1-1,1-1 0,-1 1 0,0-1 0,1 0 1,-1 1-1,0-1 0,1 0 0,-1 1 0,0-1 1,1 0-1,-1 0 0,0 0 0,1 0 0,-1 0 0,0 0 58,-27-1-4376,25 1 3097,-16-4-6580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22141,'0'0'2376,"0"0"-431,0 0-953,-5 174-768,5-114-224,0 8 0,0-15-2841,0-17-6553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6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13867,'0'0'2206,"0"0"-669,0 0 225,0 0-531,0 0-592,2 21-364,9 61-165,-11-80-103,1-1-1,-1 0 0,0 1 1,1-1-1,0 0 0,-1 0 0,1 0 1,0 1-1,-1-1 0,1 0 1,0 0-1,0 0 0,0 0 1,0 0-1,0 0 0,0-1 1,0 1-1,0 0 0,1 0 1,-1-1-1,0 1 0,0-1 0,1 1 1,-1-1-1,0 1 0,0-1 1,1 0-1,-1 0 0,1 1 1,-1-1-1,0 0 0,1 0 1,-1-1-7,3 1 20,-1 0 0,1-1 1,-1 0-1,1 0 1,-1 0-1,1 0 1,-1 0-1,1-1 0,1 0-20,-1-1 10,0-1-1,0 1 0,0-1 0,0 0 0,0 0 0,-1 0 0,0-1 1,0 1-1,0-1 0,0 1 0,-1-1 0,0 0 0,0 0 1,1-5-10,16-75 982,-19 85-968,13 54 2822,-3 94 603,-8 130-3439,-3-138 173,2-139-232,0-1 0,1 1 0,-1-1 0,0 0 0,0 1 0,1-1 0,-1 0 0,0 0 1,1 0-1,-1 0 0,0 0 0,0 0 0,1 0 0,-1 0 0,0 0 0,1-1 0,-1 1 0,0 0 1,0-1-1,1 1 0,-1-1 0,0 0 0,0 1 0,0-1 59,48-31-2636,-14 6-2230,6-7-5072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7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11739,'0'0'3950,"0"0"-2261,0 0 268,0 0-709,29 0-783,13 2-381,-13 0-36,0-2 0,0-1 1,0-1-1,2-2-48,-24 3 77,-1 1 1,0-2-1,0 1 1,0-1-1,0 0 1,0 0-1,0 0 1,-1-1-1,1 0 1,2-3-78,-6 5 53,0-1 0,0 0 0,0 0 1,0 0-1,0 0 0,0 0 0,-1 0 1,0 0-1,1 0 0,-1-1 0,0 1 0,0-1 1,0 1-1,0-1 0,0 1 0,-1-1 1,1 0-1,-1 1 0,0-1 0,0 0 0,0 1 1,0-1-1,0 0 0,0 1 0,-1-2-53,0 2 47,0 0-1,0 0 1,-1-1-1,1 1 0,-1 0 1,0 0-1,1 1 1,-1-1-1,0 0 1,0 0-1,0 1 0,0-1 1,0 1-1,0 0 1,-1 0-1,1 0 0,0 0 1,-1 0-1,1 0 1,-1 0-1,1 1 1,-1-1-1,1 1 0,-1 0 1,1 0-1,-2 0-46,-3-1 124,0 0 0,0 1-1,0-1 1,1 2 0,-1-1 0,0 1-1,0 0 1,0 0 0,-5 3-124,7-2 31,1 1 0,0-1 0,0 1 0,0 1 1,0-1-1,0 0 0,1 1 0,-1 0 0,1 0 0,0 0 0,0 0 0,1 0 1,-1 1-1,1-1 0,0 1 0,0 0 0,0-1 0,1 1 0,0 0 0,0 1-31,-3 9 52,2 1-1,0 0 1,1-1 0,0 1-1,2 15-51,0-26 6,-1-1 0,1 1 0,0-1 0,0 1 0,0-1 0,1 0 0,0 1 0,-1-1 0,2 0 0,-1 0 0,0 0 0,1 0 0,-1 0 0,1-1 0,0 1 0,1-1 0,-1 0 0,2 1-6,2 2 21,1-1 1,0-1-1,0 1 0,0-1 0,0 0 0,1-1 0,0 0 0,-1-1 0,4 1-21,16 2-204,0-1 1,0-1-1,1-2 0,-1 0 1,14-3 203,30-8-3326,-9-10-3848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19668,'0'0'4193,"0"0"-3633,0 0 1473,0 126-729,0-63-168,0 0-736,5-3-8,3-7-328,-3-7-8,1-7-56,-1-8-8,-5-2-112,0-2-344,0-3-200,3 0-680,13-7-1329,-3-7-3368,6-10-5121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15899,'0'0'3538,"0"0"-1881,0 0 313,0 30-157,0 244 1303,-1-242-2973,2-1 0,1 0 0,2 0 0,0 0 0,2-1 1,10 28-145,5 18-2494,-15-74-3027,-3-2-397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12051,'0'0'6241,"0"0"-3256,0 0-665,0 0-600,0 0-1047,190-31-265,-125 23-344,-4 8-128,12 0-80,-19 10-1593,-14 4-4104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 11642,'0'0'2916,"0"0"-734,0 0 129,0 0-522,24 0-563,2 0-951,25 1 957,0-2 0,15-4-1232,-63 5 105,82-15 1082,-78 14-1164,1-1-1,-1 0 1,1-1 0,-1 0 0,0 0-1,0-1 1,0 0 0,-1 0 0,5-3-23,-9 4 11,0 0 0,0-1 1,0 1-1,0 0 0,0-1 1,-1 0-1,1 1 1,-1-1-1,0 0 0,-1 1 1,1-1-1,0 0 0,-1 0 1,0 0-1,0 0 0,0 1 1,0-1-1,-2-3-11,2 3 17,0 0-1,-1-1 0,1 2 1,-1-1-1,0 0 0,-1 0 1,1 0-1,-1 0 0,1 1 1,-1-1-1,0 1 1,0-1-1,-1 1 0,1 0 1,-1 0-1,0 0 0,-3-3-16,1 3 13,-2 0-1,1 1 1,0 0-1,-1 0 0,1 0 1,-1 0-1,1 1 0,-1 1 1,1-1-1,-1 1 1,0 0-1,0 0 0,1 1 1,-1 0-1,1 0 0,-1 0 1,1 1-1,-1 0 1,1 1-1,0-1 0,0 1 1,0 0-1,0 1 0,0-1 1,1 1-1,0 0 1,0 1-1,0-1 0,0 1 1,0 0-1,1 0 0,-1 2-12,-2 4-10,1 0-1,0 0 0,1 1 0,0-1 0,1 1 0,0 1 1,1-1-1,0 0 0,1 1 0,1 0 0,0-1 0,0 1 0,1 0 1,1 0-1,0-1 0,1 1 0,0-1 0,2 4 11,-2-7-149,0 0-1,1 0 1,1 0-1,-1-1 0,1 1 1,0-1-1,1 0 1,0 0-1,1 0 1,-1-1-1,1 0 1,1 0-1,-1-1 0,1 1 1,0-1-1,1-1 1,-1 1-1,1-1 1,0-1-1,0 1 1,1-2-1,0 1 0,-1-1 1,1 0-1,1-1 150,13 3-871,1-2-1,0-1 0,0 0 1,0-2-1,0-1 0,0-1 1,19-4 871,-28 3-182,1 0 0,-1-1 0,-1-1 0,1 0 0,-1-1 0,1-1 0,-2 0 0,1-1 1,-1 0-1,0-1 0,-1 0 0,7-8 182,-14 12 620,-1 0 1,0 0 0,0-1-1,-1 0 1,1 0 0,-1 0-1,0 0 1,-1 0 0,0-1-1,0 1 1,0-1-1,-1 1 1,0-1 0,0-2-621,1-17 1531,-1 0 1,-1 0-1,-2-4-1531,0-22 200,2 7-277,0 25-2560,0 13-2890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15459,'0'0'2956,"0"0"496,0 0-1024,13 26-773,-2-4-1379,12 24 399,-1 1 1,-2 0 0,1 14-676,-26-86 67,1-1 0,1 0 0,2 0 0,0-1 0,4-20-67,-3 38-3,1-1-1,1 1 1,0-1-1,1 1 1,-1 0-1,2-1 0,-1 1 1,1 1-1,1-1 1,1-3 3,-3 9-1,0-1 0,-1 1 0,1 0 0,1 0 0,-1 0 1,0 0-1,1 1 0,-1-1 0,1 1 0,0 0 0,0 0 0,0 0 0,0 0 1,0 1-1,0 0 0,0-1 0,1 2 0,-1-1 0,0 0 0,1 1 1,-1 0-1,0 0 0,2 0 1,-2 1 1,1 0 1,-1 1 0,1-1-1,-1 1 1,1 0 0,-1 0 0,0 0-1,0 0 1,0 1 0,0 0-1,-1 0 1,1 0 0,-1 0-1,1 0 1,-1 1 0,0 0-1,-1-1 1,1 1 0,-1 0-1,1 0 1,-1 1 0,0-1-1,0 3-1,10 19 40,-2 0-1,-2 1 1,3 14-40,-7-27 31,22 120 204,-29-151-275,0 1 0,1-1 1,1 1-1,0-1 1,1 0-1,1 1 0,1-1 40,-1 9 12,0 0-1,0 1 1,1-1-1,0 1 0,0 0 1,1-1-1,0 1 1,0 0-1,1 1 0,0-1 1,0 1-1,0-1 1,1 1-1,0 0 0,0 1 1,3-3-12,-6 6 8,0 1 1,0-1-1,0 0 1,0 1-1,0-1 0,0 1 1,0 0-1,1 0 1,-1 0-1,1 0 1,-1 0-1,1 0 0,-1 1 1,1-1-1,-1 1 1,1 0-1,-1 0 1,1 0-1,0 0 0,-1 0 1,1 0-1,-1 1 1,1-1-1,-1 1-8,1 1 26,0-1 0,0 1-1,0 0 1,0 0 0,0 1-1,-1-1 1,1 1 0,-1-1-1,0 1 1,0 0 0,0 0 0,0 0-1,0 0 1,-1 0 0,2 3-26,3 11 108,0 1 0,0 0 1,-2 0-1,0 1 0,0 16-108,-3-13-211,3 27-1273,-4-47 1345,0-1-1,1 1 1,-1 0-1,0-1 1,1 1-1,-1-1 1,1 1-1,0-1 1,-1 1-1,1-1 1,0 1-1,0-1 1,0 1-1,0-1 1,0 0 0,1 0-1,-1 1 1,0-1-1,0 0 1,1 0-1,-1 0 1,2 0 139,9 0-6663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29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14779,'0'0'5857,"0"0"-3336,0 0 7,0 0-1215,0 0-337,0 0-160,0 0-216,80 133-176,-72-101-416,-5-6 128,2-4-136,1-5-456,29 0-984,-3-3-3305,8-9-6561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7962,'0'0'9216,"0"0"-5503,0 0-1728,0 0 95,1 21-728,-1 8-985,-1-11-79,1-1 0,1 0 0,1 0 0,3 15-288,0-15 675,-2-23-428,-1-45-442,0 8 70,1 29 133,0 1 1,0 0-1,2 0 1,-1 0-1,2 0 0,0 1 1,0 0-1,1 0 1,1 0-1,1 0-8,-5 6 36,0 1 1,1-1-1,0 1 0,0 0 0,0 1 0,1-1 0,-1 1 1,1 0-1,0 1 0,0-1 0,1 1 0,-1 0 1,1 1-1,-1-1 0,1 1 0,0 1 0,0-1 1,0 1-1,0 1 0,1-1-36,-5 1 23,0 0 0,-1 0-1,1 1 1,-1-1 0,1 1 0,0 0 0,-1-1 0,1 1-1,-1 0 1,0 1 0,1-1 0,-1 0 0,0 1 0,0-1-1,1 1 1,-1 0 0,-1-1 0,1 1 0,0 0 0,1 2-23,1 2 37,0 0 1,-1 0 0,0 0 0,0 0-1,-1 0 1,0 1 0,0-1 0,1 6-38,1 14 119,0 1 1,-2 0-1,-1 26-119,-1-51 8,0 112-1991,4-107-3002,8-6-7439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18404,'0'0'3762,"0"0"-2310,0 0-9,-16 21-356,-49 69-500,62-86-559,1 0 0,-1 0 1,1 0-1,0 1 0,0 0 0,0-1 0,0 1 0,1 0 0,0 0 1,0-1-1,0 1 0,1 0 0,0 0 0,0 0 0,0 0 1,0 0-1,1 0 0,0 0 0,0 0 0,0-1 0,1 1 1,-1 0-1,1-1 0,2 4-28,-1-4 31,0 0 0,0 0 1,1 0-1,-1 0 0,1-1 0,0 1 1,0-1-1,1 0 0,-1-1 0,0 1 1,1-1-1,0 1 0,0-1 0,-1-1 1,1 1-1,0-1 0,0 0 0,1 0 1,2 0-32,10 1 22,-1-2 0,1 0 0,-1-1 0,1-1 0,-1 0 0,0-1 0,0-1 0,0-1 0,0-1 0,-1 0 0,16-8-22,-25 10-5,0 1-1,1-1 0,-2-1 0,1 1 0,0-1 0,-1-1 0,0 1 1,0-1-1,0 0 0,-1 0 0,0-1 0,0 1 0,-1-1 1,0 0-1,0-1 0,0 1 0,-1-1 0,0 1 0,-1-1 0,0 0 1,0 0-1,-1 0 0,1 0 0,-2 0 0,1-1 0,-1-3 6,0 11-26,0 0 0,0 0-1,0 0 1,-1 0-1,1 0 1,0 0 0,0 0-1,0 0 1,-1 1 0,1-1-1,-1 0 1,1 0 0,0 0-1,-1 0 1,1 1-1,-1-1 1,0 0 0,1 0-1,-1 1 1,0-1 0,1 0-1,-1 1 1,0-1-1,0 1 1,0-1 0,1 1-1,-1-1 27,-33-4-890,32 5 847,-161-1-5194,80 1-117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246 413 1872,'0'0'9657,"0"0"-5453,0 0-1532,0 0-258,0 0-577,0 0-323,0-17-231,-5-52-274,5 68-993,-1 0 1,1 0-1,-1 0 1,1 0-1,-1 0 1,1 0-1,-1 0 1,1 0-1,-1 0 1,0 0 0,0 0-1,0 1 1,1-1-1,-1 0 1,0 1-1,0-1 1,0 0-1,0 1 1,0-1-1,0 1 1,0 0-1,0-1 1,0 1-1,0 0 1,-1-1 0,1 1-1,-1 0-16,-30 2 248,25-1-173,-2 1-37,-1 1 0,1-1 0,0 2 0,0-1 0,1 1 0,-1 1 0,1-1 0,0 1 0,0 1 0,1 0 0,-1 0 0,1 0 0,0 1 0,1 0 0,0 0 0,-4 6-38,5-7 3,1 0 1,0 0 0,0 0-1,1 0 1,-1 1 0,1-1-1,1 1 1,-1 0 0,1 0-1,1 0 1,-1 0 0,1 0-1,0 0 1,1 0 0,-1 1-1,2-1 1,-1 0 0,1 0-1,0 0 1,0 0 0,1 0-1,1 5-3,0-8 6,-1 0 0,1-1 0,0 1 0,0-1 0,1 1 0,-1-1 0,0 0 0,1 0 0,0-1-1,0 1 1,0-1 0,0 0 0,0 0 0,0 0 0,1 0 0,-1-1 0,1 1 0,-1-1 0,1-1 0,-1 1 0,4 0-6,19 2-20,1-1 1,-1-2 0,7 0 19,-19-1-20,-1 1-62,0 0 0,-1-2 0,1 0 0,0 0 0,-1-1 0,1-1 0,-1 0 0,0-1 0,0 0 0,-1-1 0,1-1 82,-7 4-37,-1-1 1,1-1-1,-1 1 1,1-1-1,-1 0 0,0 0 1,-1-1-1,0 1 1,1-1-1,-2 0 0,1 0 1,-1 0-1,0-1 1,0 1-1,-1-1 1,1 0-1,-2 1 0,1-1 1,-1 0-1,0 0 1,0 0-1,-1-3 37,0-40-3,-3 0 0,-2 0 0,-1 1 0,-9-27 3,6 33 53,6 17 264,1 1 0,0-1-1,3-7-316,-1 20 176,7 17 237,3 10-409,5 19 86,0 1-1,-2 0 0,7 32-89,-12-37 13,1 1 1,1-2-1,2 1 1,1-1-1,1-1 0,4 5-13,-14-27-21,0 0-1,0-1 0,1 1 1,-1-1-1,1 0 0,0 0 1,0 0-1,1 0 0,-1-1 1,1 0-1,-1 0 0,1-1 1,0 0-1,0 0 0,0 0 1,0 0-1,1-1 0,-1 0 1,0-1-1,1 1 0,-1-1 1,0 0-1,1-1 0,-1 1 1,5-2 21,-6 1-19,0-1-1,0 1 1,0-1 0,0 0 0,0 0 0,0 0 0,0-1 0,-1 1 0,1-1 0,-1 0 0,0-1 0,0 1 0,0-1 0,0 0 0,-1 0 0,1 0 0,-1 0 0,0 0-1,0-1 1,-1 0 0,1 1 0,-1-1 0,0 0 0,0 0 0,-1 0 0,0 0 0,0-1 0,0 1 0,0 0 0,-1-2 19,1 5 4,-1 0 0,0-1-1,0 1 1,0 0 0,-1 0 0,1 0 0,0-1 0,-1 1 0,0 0 0,1 0 0,-1 0 0,0 0 0,0 0-1,0 0 1,0 0 0,-1 0 0,1 0 0,0 1 0,-1-1 0,1 0 0,-2 0-4,2 1 3,-1 0 1,0 1-1,1-1 1,-1 0-1,0 1 1,0-1-1,1 1 1,-1 0-1,0-1 1,0 1-1,0 0 1,0 0-1,1 0 1,-1 0-1,0 1 1,0-1-1,0 0 0,0 1 1,1 0-1,-1-1 1,0 1-1,1 0 1,-1 0-1,0 0 1,1 0-1,-1 0 1,0 0-4,-2 3 2,-1 1 0,1-1 1,1 1-1,-1-1 0,0 1 1,1 0-1,0 0 0,0 1 1,1-1-1,0 1 0,-1-1 1,2 1-1,-1 0 0,1-1 0,0 1 1,0 1-3,-1 2-1,0 0 0,1 1 0,1-1 0,0 1 0,0-1 0,0 1 1,1-1-1,1 0 0,0 1 0,0 1 1,1-5-1,1 0 1,-1 0 0,1 0-1,0 0 1,1-1-1,-1 1 1,1-1 0,0 0-1,1 0 1,-1-1-1,1 0 1,0 0 0,0 0-1,0-1 1,4 2 0,12 6-170,0-2-1,0-1 1,1 0 0,4-1 170,66 15-2655,-29-11-3473,-5-5-7979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2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17268,'0'0'4913,"0"0"-4305,0 0 1544,0 0-551,67 183-361,-43-117-472,0-4-344,6-8-176,2-9-240,3-6-8,0-12-24,19-3-232,-6-10-1072,-5-6-3793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18748,'0'0'3964,"0"0"-1883,0 0-1003,0 0-359,-21 25-318,-65 82-69,83-104-316,1 1-1,-1-1 1,1 1-1,0 0 1,0 0-1,0 0 1,1 0-1,0 0 1,-1 0 0,1 0-1,1 0 1,-1 0-1,0 1 1,1-1-1,0 0 1,0 1-1,1 0-15,-1-3 11,1 1-1,0 0 0,0-1 0,1 1 1,-1 0-1,0-1 0,1 1 1,0-1-1,-1 0 0,1 0 1,0 0-1,0 1 0,0-2 1,1 1-1,-1 0 0,0 0 0,1-1 1,1 2-11,6 1 22,1 1 0,0-1 0,0-1 0,0 0 0,1 0 0,-1-1 0,0-1 0,1 0 0,0 0-22,4 0 35,2 0-42,1-1 0,-1 0 0,1-1 0,-1-1 0,13-3 7,-27 5-11,0-1 1,0 0-1,0-1 1,0 1-1,-1-1 1,1 0 0,-1 1-1,1-2 1,-1 1-1,0 0 1,1-1-1,-1 1 1,0-1-1,-1 0 1,1 0-1,0 0 1,-1 0-1,0-1 1,0 1 0,0-1-1,0 1 1,0-1-1,-1 0 1,1 0-1,-1 0 1,0 1-1,0-1 1,-1-3 10,2-12 211,-1 0-1,0 1 1,-2-1 0,-1-2-211,2 43 545,-1-15-443,0 1 0,1 0 0,-1-1 0,2 1 0,-1-1 0,1 1 0,1 0 0,-1-1 0,1 0 0,2 5-102,0-5-85,1 1 0,0-1 0,1 1-1,-1-2 1,1 1 0,1 0 0,-1-1-1,1-1 1,0 1 0,0-1 0,1 0-1,-1 0 1,1-1 0,0 0 0,1-1-1,7 3 86,15 4-1607,1-2-1,0-1 1,29 2 1607,23 0-9625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2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227 389 12499,'0'0'3518,"0"0"-848,-24-8 462,-78-21-949,98 28-2051,0 0-1,-1 0 0,1 1 0,-1-1 0,1 1 0,-1 0 0,1 0 1,-1 0-1,1 1 0,-1-1 0,1 1 0,-2 1-131,4-1 47,0-1-1,0 1 0,0 0 1,0 1-1,0-1 0,0 0 1,1 1-1,-1-1 0,0 1 1,1-1-1,-1 1 0,1 0 1,-1 0-1,1-1 1,0 1-1,0 0 0,0 1-46,-2 5 92,0 0-1,1 0 1,1 0 0,-1 1-1,1-1 1,1 1 0,0-1-1,0 1 1,1 2-92,-1 5 268,0-10-217,0 0 0,1 1 0,-1-1 0,1 0 1,1 0-1,-1 1 0,1-1 0,0 0 1,1 0-1,-1-1 0,1 1 0,0 0 1,0-1-1,1 0 0,0 0 0,0 0 1,0 0-1,1 0 0,-1-1 0,1 0-51,4 2 31,-1 0-1,1-1 0,0 0 0,0-1 1,1 1-1,-1-2 0,1 0 1,0 0-1,0-1 0,0 0 1,0 0-1,4-1-30,1 1-7,0-1 0,0-1 0,0 0 0,0-1 0,0 0 0,0-1 1,0-1-1,-1-1 0,13-4 7,-21 6-19,-1-1-1,1 0 1,0 0 0,-1-1 0,0 0-1,0 1 1,0-2 0,0 1 0,-1-1-1,1 1 1,-1-1 0,0 0 0,-1-1-1,1 1 1,-1-1 0,0 1-1,0-1 1,-1 0 0,0 0 0,0 0-1,0-1 1,-1 1 0,0 0 0,0-3 19,3-21-48,-2 0 0,-2 0 0,0-1 0,-2 1 0,-5-26 48,-9-29 276,-13-30-276,5 17 864,70 245 1353,15 18-2217,-33-91-29,4 4-1174,-5-30-3726,-10-26-5249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20012,'0'0'4785,"0"0"-3776,0 0-305,0 0 640,0 0-864,43 126-248,-33-97-224,1-5-16,0-5-480,8-16-1304,-1-3-2729,-2 0-9322</inkml:trace>
  <inkml:trace contextRef="#ctx0" brushRef="#br0" timeOffset="1">33 1 18172,'0'0'2544,"0"0"-1999,0 0-545,0 0-961,0 0-7697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3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18036,'0'0'4277,"0"0"-2490,0 0-418,0 0-484,0 0-528,0 0-244,-21 18-42,2-3-62,1 2 0,1 0 0,-10 13-9,26-27 0,-1 0 1,1 0-1,0 0 1,0 0-1,0 0 1,1 0-1,-1 0 0,1 1 1,-1-1-1,1 0 1,0 0-1,0 0 1,1 0-1,-1 1 1,1-1-1,-1 0 1,1 0-1,0 0 1,0 0-1,0 0 1,1 0-1,-1 0 0,1-1 1,0 1-1,-1 0 1,1-1-1,0 0 1,3 3-1,5 11-1,1 3 0,-1-2 22,0 0-1,-1 0 1,-1 0 0,-1 1-1,0 1 1,-1-1-1,-1 1 1,-1 0 0,-1 0-1,0 5-20,-4-23 62,0 0 1,1 0-1,-1 0 0,0 0 0,0 0 0,0 0 1,-1 0-1,1 0 0,0 0 0,0 0 0,0 0 1,-1-1-1,1 1 0,0 0 0,-1-1 1,1 1-1,-1-1 0,1 0 0,0 1 0,-1-1 1,1 0-1,-1 0 0,1 0 0,-1 0 0,1 0 1,-1 0-1,1-1 0,0 1 0,-2-1-62,-49-5 297,41 2-367,0 0 0,1-1 0,-1-1 0,1 0 0,0 0-1,0-1 1,1-1 0,-5-4 70,13 10-998,2 1-5398,1-1-5871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25 245 14547,'0'0'2350,"0"0"-719,0 0 407,27-14-834,83-45-624,-107 57-450,0 1 0,0-1-1,0 0 1,0 0 0,-1 0 0,1 0-1,-1 0 1,1 0 0,-1-1 0,0 1 0,1-1-1,-1 0 1,-1 1 0,1-1 0,1-2-130,-3 4 68,0 0 0,0 0 0,0 0 0,0 0 0,0 0 0,0 0 0,0 0 0,-1 0 0,1 0 0,0 0 0,0 0 0,-1 0 0,1 0 0,-1 0 0,1 1 0,-1-1 0,1 0 0,-1 0 0,1 0 0,-1 1 0,0-1 0,0 0 0,1 1 0,-1-1 0,0 0 0,0 1 0,0-1 0,1 1 0,-2-1-68,-5-2 225,1 0 0,-1 0 1,0 1-1,0 0 0,-1 0 1,1 1-1,0 0 0,-3 0-225,6 0 16,0 1 0,0 0 0,0-1 0,0 2 0,0-1 0,0 0 0,0 1-1,0 0 1,0 0 0,0 0 0,1 0 0,-1 1 0,0-1 0,1 1 0,-1 0 0,1 0-1,0 0 1,-1 1 0,1-1 0,0 1 0,0 0 0,1 0 0,-1 0 0,1 0 0,-1 0 0,1 0-1,0 1 1,0-1 0,0 1 0,1 0 0,-1-1 0,1 1 0,0 0 0,0 0 0,0 0-1,1 0-15,-4 11-4,0 1-1,1-1 0,1 1 1,0 0-1,1 0 0,1 0 1,1 0-1,0-1 0,2 10 5,-2-18-13,0-1-1,1 0 1,0 0-1,0 0 0,0-1 1,0 1-1,1 0 1,0-1-1,0 1 1,1-1-1,0 0 0,-1 0 1,2-1-1,-1 1 1,0-1-1,1 0 1,0 0-1,0 0 0,0-1 1,0 1-1,1-1 1,-1-1-1,1 1 1,0-1-1,3 1 14,0 0-59,1-1-1,0 1 1,0-2 0,0 0-1,0 0 1,0-1 0,1 0-1,-1 0 1,0-1 0,0-1-1,0 0 1,0 0 0,-1-1 0,1 0-1,-1-1 1,1 0 0,-1 0-1,0-1 1,-1 0 0,2-1 59,0-2 59,0-1 1,0-1 0,-1 1 0,0-1 0,0-1 0,-1 0 0,-1 0 0,0 0 0,0-1 0,-1 0-1,-1 0 1,0-1 0,0 1 0,-1-1 0,-1-1-60,5-19 408,-6 19-554,1 1 0,1-1 0,0 0-1,1 1 1,0 0 0,1 0 0,0 1-1,1-1 1,1 1 0,0 1 0,4-5 146,18-12-4973,-1 1-4593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19948,'0'0'5970,"0"0"-4538,0 0-216,0 0-560,70 169 176,-67-94-608,-3-5 57,0-4-281,0-13 0,0-12-96,0-10-545,-3-14-487,-5-7-2465,0-10-3760</inkml:trace>
  <inkml:trace contextRef="#ctx0" brushRef="#br0" timeOffset="1">0 281 20236,'0'0'5009,"0"0"-3224,0 0-513,0 0-928,0 0-344,0 0-432,202-25-656,-148 25-2561,-1 0-4065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15011,'0'0'6122,"0"0"-2919,0 0-1296,0 0-862,-17 22-283,-56 74-186,68-89-489,1 1-1,-1-1 1,2 1-1,-1 0 1,1 0-1,0 0 1,1 1-1,-1-1 1,2 1-1,-1-1 1,1 1-1,1 0 1,0 0-1,0-1 1,0 1-1,1 0 1,2 6-87,-3-15 5,0 3 27,1-1-1,-1 0 0,1 1 1,0-1-1,-1 1 1,1-1-1,0 0 0,1 0 1,-1 1-1,0-1 0,1 0 1,-1 0-1,1 0 0,-1-1 1,1 1-1,0 0 0,0 0 1,0-1-1,0 0 0,1 1-31,2 1 45,0-1 0,0 1 0,0-1 0,0-1 0,0 1 0,0-1 0,1 0-1,-1 0 1,6 0-45,-4-1 11,0 1 0,0-1-1,1-1 1,-1 1 0,0-1-1,0-1 1,0 1 0,0-1-1,0 0 1,0-1 0,0 0-1,-1 0 1,1 0 0,-1-1-1,1-1-10,1-3-56,-1 0 0,-1 0-1,1-1 1,-1-1 0,-1 1 0,0-1-1,0 1 1,-1-1 0,0-1-1,-1 1 1,0-1 0,0-3 56,2-8 340,-2 1 0,0-1 1,-1-18-341,-5 212-106,3-169 43,0-1-1,1 1 0,-1-1 1,0 1-1,1-1 1,-1 0-1,1 1 0,0-1 1,0 0-1,0 0 0,0 1 1,0-1-1,1 0 0,-1 0 1,0 0-1,1 0 1,0-1-1,-1 1 0,2 0 64,1 2-367,1-1 0,0 1-1,0-2 1,0 1-1,1 0 1,-1-1 0,4 1 367,40 10-5324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17828,'0'0'3878,"0"0"-2075,0 0-285,0 0-331,-24 20-618,-12 10-90,-23 26-479,56-54 20,0 1 1,1 0 0,-1 0-1,1 0 1,0 0-1,0 1 1,0-1-1,0 0 1,1 1-1,-1-1 1,1 1 0,0 0-1,0-1 1,0 1-1,0 0 1,1 0-1,0 0 1,-1 0 0,2-1-1,-1 1 1,0 0-1,1 0 1,-1 0-1,1-1 1,0 1-1,2 3-20,-1-2 14,0-1 0,1 0 0,0 0 0,0 0 0,0 0 0,0 0 0,1 0-1,0-1 1,0 0 0,-1 1 0,2-1 0,-1-1 0,0 1 0,1-1 0,3 2-14,1 0-47,0-1 1,0 0 0,1-1 0,-1 0 0,1 0 0,-1-1-1,1 0 1,0-1 0,-1 0 0,1-1 0,0 1-1,6-3 47,-8 1-268,0 0 0,0-1 0,-1 0 0,1 0-1,0-1 1,-1 0 0,0 0 0,0-1 0,0 1-1,-1-2 1,1 1 0,-1-1 0,-1 0 0,1 0-1,-1 0 1,0-1 0,0 0 0,-1 0 0,0 0-1,0-1 1,-1 1 0,1-2 268,20-69-699,-12 25 4193,-7 32-297,-5 19-2008,2 30-419,-1-2-613,-1-5 67,1-1-1,1 1 1,1-1 0,0 1 0,3 5-224,-4-21-122,-1-1 0,0 0 0,1 0-1,0 0 1,0 0 0,0 0 0,0 0 0,1 0 0,-1-1 0,1 1 0,0-1 0,0 0 0,1 0 0,-1 0 0,1 0 0,-1 0 0,1-1 0,0 0 0,0 1 0,0-1 0,0-1-1,0 1 1,0-1 0,1 1 0,-1-1 0,4 0 122,19 0-5782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29 18804,'0'0'2655,"0"0"-590,0 0-236,-17 24-706,-51 78-369,65-99-691,1 0 1,0 1-1,1-1 1,-1 0-1,0 1 1,1-1-1,0 1 1,0-1-1,0 1 1,0 0-1,1 0 1,-1-1-1,1 1 1,0 0-1,0 0 0,0-1 1,1 1-1,0 2-63,0-4 28,0 0 0,0 0 0,1 0 0,-1 0-1,0 0 1,1 0 0,0-1 0,-1 1-1,1-1 1,0 1 0,0-1 0,0 1 0,0-1-1,0 0 1,0 0 0,0 0 0,0 0-1,0 0 1,0-1 0,1 1 0,0-1-28,11 3 34,1-2 1,0 0-1,-1 0 0,1-1 1,0-1-1,12-2-34,-25 2-2,8 0 54,-1-1 0,0 0 0,0 0 0,-1-1 1,1 0-1,0-1-52,1-1-425,-1 0 1,-1 0 0,1 0-1,-1-1 1,0-1-1,0 1 1,-1-1-1,0-1 1,0 1-1,0-1 1,-1-1-1,-1 1 1,1-1 0,-1 0-1,-1 0 1,3-7 424,-3 7-61,-2 0 0,1 0-1,-1 0 1,-1 0 0,0-1 0,0 1 0,0-4 61,3 34 3601,5 20-3336,-4 32 231,-5-49-347,2 0 0,0-1 0,2 1 1,1 0-1,4 13-149,-8-38 8,0 0-1,0 1 1,-1-1 0,1 0 0,0 1 0,0-1 0,-1 0-1,1 0 1,0 0 0,-1 0 0,1 0 0,-1 1-1,1-1 1,-1 0 0,1 0 0,-1 0 0,0 0-1,1-1 1,-1 1 0,0 0 0,0 0-8,10-26-48,1 1-1,1 0 1,1 0 0,1 2-1,1-1 1,2 2 0,0 0 0,1 2-1,2-1 1,3-1 48,21-8 684,-43 30-654,0 1-1,1-1 1,-1 0-1,0 1 1,1-1-1,-1 1 1,1-1-1,-1 1 1,0-1-1,1 1 0,-1 0 1,1 0-1,-1 0 1,1 0-1,-1 0 1,1 0-1,-1 0 1,1 0-1,-1 1 1,0-1-1,1 0 0,-1 1 1,1 0-1,-1-1 1,0 1-1,1 0 1,-1-1-1,0 1 1,0 0-1,0 0 0,0 0 1,1 0-1,-1 0 1,0 1-30,2 4 17,1 1-1,-2 0 1,1 0 0,-1 0 0,0 0-1,0 0 1,-1 1 0,0-1 0,0 0-1,-1 2-16,0 84 96,-1-49-39,1-39-62,0 0 0,-1 0 0,1 0 1,-1 0-1,0 0 0,0-1 0,-1 1 0,1 0 0,-1-1 1,0 1-1,0-1 0,-1 2 5,1-5-73,1 1 1,0-1-1,0 1 1,-1-1-1,1 0 1,-1 1-1,1-1 1,-1 0-1,1 0 1,-1 0-1,0 0 1,1 0-1,-1-1 1,0 1-1,0 0 1,0-1-1,0 0 1,1 1-1,-1-1 1,0 0-1,0 0 1,0 0-1,0 0 1,0 0-1,0 0 1,0-1-1,0 1 1,0-1-1,1 1 1,-1-1-1,-1 0 73,-27-19-4854,3-12-6073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14995,'0'0'4041,"0"0"-2729,0 0 393,0 0-1041,100 182-384,-63-95-280,-7-17-1608,-6-15-5530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7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10986,'0'0'4281,"0"0"-520,0 0 912,0 0-2889,0 0-671,0 0 119,0 0-40,8 46-392,-8-8-183,0 1-209,0-3-304,0-7-104,-2-2-216,2-6-337,0-6-1015,0-15-2073,0 0-1704,2-5-4537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8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15011,'0'0'6722,"0"0"-3746,0 0-1487,0 0-1161,0 0-168,0 0-56,19 154-104,-9-64-456,-2-13-3793,1-12-7170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3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74 18324,'0'0'4115,"0"0"-1775,0 0-880,0 0-607,0 0-623,0 0-87,1-11-77,-1 6-51,0 3 6,-1 0 0,1 0 0,0 0 0,0 0 0,0 0 0,0-1 0,0 1 0,0 0 0,1 0 0,-1 0 0,1 1 0,-1-1 0,1 0 0,0 0 0,0 0 0,0 0 0,0 0 0,0 1 0,0-1 0,0 1 0,1-1 0,-1 1 0,1-1 0,-1 1 0,1-1 0,-1 1 0,1 0 0,0 0 0,-1 0 0,1 0 0,0 0 0,0 1 0,0-1 0,0 0 0,0 1 0,0-1 0,0 1 0,0 0 0,0 0 0,0 0 0,0 0 0,0 0 0,2 0-21,16 3 306,-19-3-298,-1 0 0,0 0 0,0 0 1,0 1-1,0-1 0,0 0 0,0 0 1,0 0-1,0 0 0,0 1 0,0-1 0,0 0 1,0 0-1,0 0 0,0 0 0,0 0 1,0 1-1,0-1 0,0 0 0,0 0 1,0 0-1,0 0 0,0 1 0,0-1 0,0 0 1,0 0-1,0 0 0,0 0 0,0 0 1,0 1-1,0-1 0,0 0 0,-1 0 1,1 0-1,0 0 0,0 0 0,0 0 0,0 1 1,0-1-1,-1 0 0,1 0 0,0 0 1,0 0-1,0 0 0,0 0 0,0 0 1,-1 0-1,1 0 0,0 0 0,0 0 0,0 0-8,-37 10 574,30-9-488,-20-1 15,27 0-85,-1 0 1,1 0 0,-1 0-1,0 0 1,1 0 0,-1 0-1,1 0 1,-1 0-1,1 0 1,-1 0 0,1 0-1,-1-1 1,1 1 0,-1 0-1,1 0 1,-1-1-1,1 1 1,-1 0 0,1-1-1,0 1 1,-1 0-1,1-1 1,-1 1 0,1-1-1,0 1 1,0-1 0,-1 1-1,1-1 1,0 1-1,0-1 1,-1 1 0,1-1-1,0 1 1,0-1-17,0 1 10,0 0 0,0-1 0,0 1 0,1 0 1,-1 0-1,0 0 0,0-1 0,0 1 0,0 0 0,1 0 1,-1 0-1,0-1 0,0 1 0,1 0 0,-1 0 0,0 0 1,0 0-1,1-1 0,-1 1 0,0 0 0,0 0 0,1 0 0,-1 0 1,0 0-1,1 0 0,-1 0 0,0 0 0,0 0 0,1 0 1,-1 0-1,0 0 0,0 0 0,1 0 0,-1 0 0,0 0 0,1 1 1,-1-1-1,0 0 0,0 0 0,1 0 0,-1 0 0,0 0 1,0 1-1,0-1 0,1 0 0,-1 0-10,12 12 46,-11-11-37,-1 1 0,1 0 0,-1-1-1,0 1 1,0 0 0,0-1 0,0 1 0,0 0-1,0-1 1,0 1 0,0-1 0,0 1 0,-1 0-1,1-1 1,-1 1 0,1-1 0,-1 1-1,0-1 1,0 1 0,1-1 0,-1 1 0,0-1-1,0 0 1,0 0 0,-1 1 0,1-1 0,0 0-1,0 0 1,-1 0 0,1 0 0,0 0-1,-1 0 1,1-1 0,-1 1 0,1 0 0,-1-1-1,0 1 1,0-1-9,-8 2-73,0-1 0,0 0-1,0 0 1,0-1 0,0 0-1,-3-1 74,-11 0-1050,17 0-2461,6-3-6616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6:4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10 14931,'0'0'2755,"0"0"-1070,0 0-293,0 0-734,0 0-504,0 5 214,1 8 17,0 34 2472,-2-46-2783,1 0 1,0 0 0,0 1-1,0-1 1,-1 0-1,1 0 1,0 1 0,-1-1-1,1 0 1,-1 0 0,0 0-1,1 0 1,-1 0-1,0 0 1,0 0 0,1 0-1,-1 0 1,0 0-1,0 0 1,0 0 0,0 0-1,0-1 1,-1 1 0,1 0-1,0-1 1,0 1-1,0-1 1,0 0 0,-1 1-1,1-1 1,-1 0-75,-5 1 70,0 0 1,0-1 0,0 0-1,1-1 1,-1 1-1,0-1 1,0-1 0,-5-1-71,10 2 11,0 1 1,0-1 0,0 0 0,1 0-1,-1 0 1,1-1 0,-1 1-1,0 0 1,1-1 0,0 1 0,-1-1-1,1 1 1,0-1 0,0 1 0,0-1-1,0 0 1,0 0 0,0 0-1,1 0 1,-1 1 0,0-1 0,1 0-1,0 0 1,-1 0 0,1 0-1,0 0 1,0 0 0,0 0 0,0 0-1,0 0 1,1-1-12,-1 0 4,1 1-1,0 0 1,0 0 0,-1 1-1,1-1 1,0 0 0,0 0-1,1 0 1,-1 0 0,0 1-1,1-1 1,-1 1 0,1-1-1,-1 1 1,1 0-1,0-1 1,-1 1 0,1 0-1,0 0 1,0 0 0,0 0-1,0 0 1,0 1 0,0-1-1,2 0-3,3-1-9,0 0 0,0 1 0,1 0-1,-1 0 1,0 0 0,1 1 0,0 0 9,-6 1-1,0-1 0,-1 1 0,1-1 0,-1 1 0,1 0 0,-1-1 0,1 1 0,-1 0 0,0 0 0,1 0 1,-1 0-1,0 0 0,0 0 0,0 0 0,0 1 0,0-1 0,0 0 0,0 1 0,0-1 0,0 0 0,-1 1 0,1-1 0,0 1 0,-1-1 1,1 1-1,-1 0 0,0-1 0,0 1 0,1-1 0,-1 1 0,0 0 0,0-1 0,0 1 0,-1 0 0,1-1 0,-1 2 1,1 2 6,0 1 0,-1-1 0,0 0 0,0 1-1,-1-1 1,1 0 0,-1 0 0,0 0 0,-1 0 0,1 0-1,-3 2-5,-1 1 9,-1-1-1,0 0 0,-1 0 0,1 0 0,-1-1 1,-1 0-1,1-1 0,-1 0-8,4-2 9,-1 0 1,1-1-1,-1 1 0,0-1 1,1 0-1,-1-1 0,0 0 1,0 0-1,0 0 0,0 0 1,0-1-1,0 0 0,0-1 0,-2 1-9,7-1 2,0 0 0,0 1 0,0-1 0,0 0-1,-1 0 1,1 0 0,0 0 0,0 0 0,1 0-1,-1 0 1,0 0 0,0 0 0,0 0 0,1 0-1,-1 0 1,1-1 0,-1 1 0,1 0 0,-1-1-1,1 1 1,0 0 0,-1-1 0,1 1 0,0 0-1,0-1 1,0 1 0,0 0 0,1-2-2,-2-1 5,1 0 0,1 0 0,-1 0 0,0 0-1,1 0 1,0 0 0,0 0 0,0 0 0,2-2-5,0 1-2,0 1 0,1-1 0,0 1 0,-1 0-1,2 0 1,-1 1 0,0-1 0,1 1 0,-1 0 0,1 0 0,0 0-1,0 1 1,1 0 0,0-1 2,4 0-6,0 0 0,0 0 0,0 0 0,0 2 0,0-1 0,0 1 0,4 1 6,-14 0 0,1 0-1,-1 0 0,1 0 1,-1 0-1,1 0 0,-1 0 1,0 0-1,1 1 1,-1-1-1,1 0 0,-1 0 1,0 1-1,1-1 1,-1 0-1,0 0 0,1 1 1,-1-1-1,0 0 1,1 1-1,-1-1 0,0 1 1,0-1-1,0 0 1,1 1-1,-1-1 0,0 1 1,0-1-1,0 0 1,0 1-1,0-1 0,0 1 1,0-1-1,0 1 1,0-1-1,0 1 0,0-1 1,0 0-1,0 1 1,0-1-1,0 1 0,0-1 1,0 1-1,0-1 0,-1 0 1,1 1-1,0-1 1,0 1-1,-1-1 0,1 0 1,0 1-1,-1-1 1,1 0-1,0 1 0,-1-1 1,-14 22 68,11-18-52,0-1 1,0 0-1,0-1 0,-1 1 1,1-1-1,-1 1 1,0-1-1,0 0 1,0-1-1,0 0 0,0 1 1,0-1-1,-3 0-16,7-2 3,1 0 0,-1 1 0,0-1 0,1 0-1,-1 0 1,0 0 0,1 1 0,-1-1 0,1 0 0,-1 0-1,1 0 1,0 0 0,-1 0 0,1 0 0,0 0 0,0 0 0,0 0-1,-1 0 1,1 0 0,0 0 0,0 0 0,0 0 0,1 0-1,-1 0 1,0 0 0,0 0 0,1 0 0,-1 1 0,1-2-3,7-32-3,11 18 144,-9 14-8596,-15 2-3075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8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10546,'0'0'2158,"0"0"-454,0 0-797,0 0-595,0 0-110,-4 0 343,-6 0-196,0 1 0,0 0 0,0 1 0,0 0 0,0 1 0,1 0 0,-1 0 0,1 1-1,-1 0 1,1 1 0,1 0 0,-9 6-349,9-6 62,0 2-1,0-1 1,1 1 0,0 0-1,0 0 1,1 1-1,0-1 1,0 2-1,1-1 1,0 0 0,1 1-1,0 0 1,0 0-1,1 1 1,0-1-1,0 1 1,1-1 0,0 1-1,1 0 1,0 8-62,1-17 6,0 1 0,0-1 0,0 0 0,1 1 0,-1-1 0,0 0 0,1 1 0,-1-1 0,1 0 0,-1 0 0,1 1 0,0-1 0,0 0 0,-1 0 0,1 0 0,0 0 0,0 0 0,0 0 0,0 0 0,0 0-1,0 0 1,0-1 0,2 2-6,0 0 19,1-1-1,0 1 1,0-1-1,0 1 1,0-1-1,0-1 0,1 1 1,2 0-19,3 0 14,-1-1 0,1 0 0,-1-1 0,1 0 0,-1 0 1,0-1-1,8-2-14,-12 2-40,1-1-1,0 1 1,-1-1 0,1-1 0,-1 1 0,0-1 0,0 0 0,0 0 0,-1 0-1,0-1 1,1 1 0,-1-1 0,-1 0 0,1 0 0,-1-1 0,0 1-1,2-5 41,-1-1 384,0-1 0,0 1 0,-1 0 0,-1-1 0,0 0 0,0 0-1,-1 0 1,-1-8-384,0 413 560,8-427-7006,0 10 322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17244,'0'0'2688,"0"0"-567,0 0-481,0 0-1640,0 0-120,0 0-3625,0 0-1032</inkml:trace>
  <inkml:trace contextRef="#ctx0" brushRef="#br0" timeOffset="1">46 470 12123,'0'0'3152,"0"0"-247,0 0-257,0 0-1607,0 0-1041,0 0-384,0 0-1689,59-78-647,-43 56-5834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39 12307,'0'0'5534,"0"0"-2875,0 0-821,0 0-634,0 0-239,-10 23-335,-27 75-134,36-95-477,0 1-1,1-1 0,-1 1 0,1-1 1,0 1-1,0-1 0,0 0 0,0 1 0,1-1 1,-1 1-1,1-1 0,0 0 0,0 1 1,0-1-1,1 0 0,-1 0 0,1 0 0,-1 0 1,1 0-1,0 0 0,0 0 0,0-1 1,1 1-1,-1-1 0,1 1 0,-1-1 0,1 0 1,2 1-19,2 2 21,1-1 0,-1 0 0,1 0 0,0-1 0,0 0 0,0 0 0,1-1 1,-1 0-1,4 0-21,-1 0 8,1-1 1,-1 0 0,0-1 0,1 0 0,-1-1-1,1 0 1,-1-1 0,0 0 0,3-1-9,-10 1 1,0 1 1,0-1-1,0 0 1,0 0 0,0-1-1,0 1 1,-1-1-1,1 1 1,-1-1 0,0 0-1,0-1 1,0 1-1,0 0 1,0-1 0,-1 0-1,1 1 1,-1-1-1,0 0 1,0 0 0,-1 0-1,1-1 1,-1 1-1,0 0 1,0-3-2,1 1 30,-1 1 0,-1-1 0,1 1 0,-1-1 0,0 1 0,0-1 0,0 0 0,-1 1 0,0-1 0,0 1 0,0-1 0,-1 1 0,0 0 0,0-1 0,0 1 0,0 0 0,-1 0 0,0 1 0,0-1 0,-1 0 0,1 1 0,-3-3-30,-6-3-51,0 0-1,0 1 0,-1 0 0,0 1 0,-1 1 0,0 0 0,-9-3 52,22 9-1648,3 1-3445,7 0-5136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5:3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15579,'0'0'2473,"0"0"-946,0 0-350,0 0-703,0 0-369,26-7-114,80-20-59,-104 27 67,-1-1 0,1 1 0,-1-1 0,1 1 0,-1 0 0,1 0 0,0 0-1,-1 0 1,1 0 0,-1 0 0,1 0 0,-1 0 0,1 1 0,-1-1 0,1 0 0,-1 1 0,1 0 0,-1-1 0,1 1 0,-1 0 0,0 0 0,1-1 0,-1 1 0,0 0 0,0 0 0,0 0-1,0 1 1,0-1 0,0 0 0,0 0 0,0 1 0,0-1 0,0 1 1,0 2 3,0 0 0,0 0-1,-1 0 1,1 0 0,-1 0-1,0 0 1,0 0 0,0 0 0,-1 2-3,0 3 14,0 1-13,-1-1-1,0 1 1,0 0 0,-1 0-1,0-1 1,-1 1 0,0-1-1,-1 0 1,0 0 0,0-1 0,-1 1-1,-2 1 0,2-1 0,0-1 0,0 1 0,1 0 0,0 0 0,1 1-1,0 0 1,0-1 0,1 1 0,0 1 0,1-1 0,0 0 0,0 5 0,2-13-2,0 0 1,0 0 0,1-1 0,-1 1 0,0 0 0,1 0 0,-1-1-1,1 1 1,-1 0 0,1 0 0,0-1 0,0 1 0,0-1 0,0 1-1,0-1 1,0 1 0,0-1 0,0 0 0,1 1 0,-1-1 0,1 0-1,-1 0 1,0 0 0,2 0 1,45 16-212,-42-16 108,1 1-1,0 0 1,-1 0-1,1 1 1,-1-1-1,0 1 1,5 3 104,2 6-2486,-1-2-2099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7:45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9738,'0'0'5020,"0"0"-3084,0 0-595,0 0 52,0 0-213,-2 23-257,-15 173 628,9-86 847,6 22-2398,2-130 16,1-1 1,-1 1-1,1-1 0,-1 1 1,1-1-1,0 0 0,0 1 1,0-1-1,0 0 0,0 0 1,0 0-1,0 1 0,0-1 1,0 0-1,1 0 0,-1-1 1,0 1-1,0 0 0,1 0 1,-1-1-1,1 1 0,-1-1 1,1 1-1,-1-1 1,1 1-1,-1-1 0,1 0 1,-1 0-1,2 0-16,49 5 625,51-6-144,-2-1-177,95 12-304,-162-6-2,0 2 0,-1 1 0,0 1 0,0 2 0,-1 1 0,0 2 0,22 13 2,2 7 1,-1 2-1,1 5 0,-55-40 41,-1 0-1,1 0 1,-1 0-1,1 0 1,-1 0 0,1 0-1,-1 0 1,1 0-1,-1 0 1,1 0-1,-1 0 1,1 0 0,-1 0-1,1 0 1,-1 0-1,1 0 1,-1-1-1,1 1 1,-1 0 0,1 0-1,-1-1 1,1 1-1,-1 0 1,1 0-1,-1-1 1,0 1 0,1-1-1,-1 1 1,0 0-1,1-1 1,-1 1-1,0-1 1,0 1 0,1-1-1,-1 1 1,0-1-1,0 1-40,14-26-191,-8 14 280,3-2-90,1 1 0,0 0 0,0 0-1,1 1 1,1 1 0,0 0 0,1 0 0,0 2 0,0-1-1,1 2 1,0 0 0,0 0 0,5 0 1,-9 3-7,0 2 0,1-1 0,0 1 0,-1 1 0,1 0 0,0 0 0,0 1 0,0 1 0,0 0 0,1 0 0,-1 1 0,0 0 0,0 1 0,-1 0 0,1 1 0,0 0 0,-1 1 0,0 0 0,9 5 7,34 21-7,-22-11 17,0-1 0,1-2 0,1-2 0,16 5-10,-40-16 9,1-1 0,1 1-1,-1-1 1,0-1 0,0 0-1,1-1 1,-1 0-1,1 0 1,-1-1 0,0 0-1,0-1 1,1 0 0,-1-1-1,-1 0 1,1-1 0,0 0-1,5-3-8,-2 0-2,69-41 27,-76 44-23,0 0-1,0-1 0,0 0 0,-1 0 1,0 0-1,0-1 0,0 0 1,-1 0-1,1 0 0,2-7-1,-2-17-1155,-8 11-5145,-6 7-3188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1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95 336,'0'0'12332,"0"0"-8168,0 0-1696,0 0-33,0 0-997,0 0-379,-1-13 110,0 5-944,2 6-178,-1-1 0,0 1 1,0-1-1,0 1 1,0-1-1,0 1 0,0-1 1,-1 1-1,0-1 1,1 1-1,-1-1 1,0 1-1,0 0 0,0-1 1,0 1-1,-1 0 1,1 0-1,0 0 0,-1 0 1,0 0-1,1 0 1,-1 0-1,0 0 0,0 1 1,0-1-1,0 1 1,0-1-1,-1 1 0,1 0 1,0 0-1,-1 0-47,-9-2 96,-1 1 1,0 0-1,1 1 0,-1 1 1,0 0-1,0 0 0,0 2 1,1-1-1,-1 2 0,1-1 1,-1 2-1,1 0 0,0 0 1,0 1-1,1 0 0,-4 3-96,5-1 23,0 0 0,1 0 0,0 0 0,0 1 0,1 1-1,0-1 1,1 1 0,0 1 0,0 0 0,1-1 0,0 2 0,0-1-1,2 1 1,-1 0 0,1 0 0,1 0 0,-2 10-23,1-5 11,1 0 0,1 0 0,0 0 0,1 1 0,1-1 0,1 0 0,1 7-11,-2-19 0,1 1 0,-1-1 0,1 0 0,1 1 0,-1-1 0,0 0 0,1 0 0,0 0 0,0 0 0,0 0 0,1 0 0,-1-1 0,1 1 0,0-1 0,0 1 0,0-1-1,0 0 1,1-1 0,-1 1 0,1 0 0,-1-1 0,1 0 0,0 0 0,0 0 0,0 0 0,0-1 0,1 1 0,2 0 0,2-1-5,0 0 0,1 0 0,-1-1-1,0 0 1,1-1 0,-1 0 0,0 0 0,0-1 0,0 0 0,0-1 0,0 0-1,0 0 1,-1-1 0,1 0 0,-1 0 0,0-1 0,0 0 0,-1-1 0,1 0 0,-1 0-1,-1 0 1,1-1 0,-1 0 5,4-4 53,-2 1 1,1-1-1,-2-1 0,1 0 0,-2 0 0,1 0 0,-2-1 1,0 1-1,0-1 0,-1-1 0,-1 1 0,0-1 1,-1 1-1,0-1 0,-1-9-53,2 69 335,2 0 1,2 0-1,2 0 0,4 4-335,-6-20 42,-6-23-54,1 1 10,0 1-1,0 0 0,1-1 1,0 1-1,1-1 1,3 6 2,-7-13-58,1 1-1,0-1 1,0 0 0,0 0 0,0 0 0,0 0 0,1 0 0,-1 0-1,0 0 1,0 0 0,1 0 0,-1 0 0,0-1 0,1 1 0,-1 0 0,1-1-1,-1 0 1,1 1 0,-1-1 0,1 0 0,-1 1 0,1-1 0,0 0 0,-1 0-1,1 0 1,-1-1 0,1 1 0,-1 0 0,1-1 0,-1 1 0,1-1 0,-1 1-1,1-1 1,-1 1 0,0-1 0,1 0 0,-1 0 0,0 0 0,0 0-1,1 0 60,26-25-3932,-1-7-5251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1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9482,'0'0'12891,"0"0"-11371,0 0 1073,0 0-873,30 212-552,-28-105-136,-2 6-183,0 3-177,-18-22-288,-4 0-200,-2-14-128,0-12-56,-6-10-272,1-7-560,-30 2-465,10-15-1151,1-11-7970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1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16876,'0'0'2939,"0"0"-492,0 0-312,0 0-534,14 26-524,43 83-289,-49-93-589,-1 0-1,-1 1 1,0 0-1,1 9-198,-4-15 102,0-1 0,0 0 0,1 1-1,0-1 1,5 7-102,-8-16 156,-6-15 267,-9-9-389,0 1-1,-1 1 0,-1 0 1,-1 1-1,-1 0 1,-1 2-1,0 0 1,-9-5-34,15 13-9,0 1 1,0 1-1,-1 0 1,0 1-1,0 0 1,0 1-1,-1 0 0,0 2 1,0 0-1,-1 0 1,1 1-1,-1 1 1,0 1-1,-11 0 9,23 1-8,0 1 0,0-1-1,0 1 1,1 0 0,-1 0 0,0 0 0,0 1-1,1-1 1,-1 1 0,0 0 0,1 0 0,0 0 0,-1 1-1,1-1 1,0 1 0,-1 1 8,-2 3-6,1-1-1,0 1 1,0-1-1,1 1 1,0 1-1,0-1 1,0 1 0,1 1 6,-5 12-6,2 0 0,1 0 1,0 0-1,2 1 1,1 0-1,0 0 6,0 14-5,2 1 1,1-1-1,2 1 1,2 5 4,-1-22 4,0 0 1,1-1 0,2 0-1,0 0 1,0-1-1,2 0 1,0 0 0,7 7-5,-1-3 34,1 0-1,1 0 1,1-2 0,0 0 0,2-1 0,0-1 0,2-1-1,-1-1 1,3 0-34,-5-5-242,0-1 0,1 0 0,0-1 0,1-1-1,0-1 1,0-1 0,0-1 0,1-1 0,0-1 0,0-1-1,13 0 243,65-6-3380,-29-8-1916,4-10-4490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2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15875,'0'0'2826,"0"0"18,0 0-633,-25 10-1064,-6 2-919,2 1 0,-12 8-228,37-19 42,1 1 0,-1-1 0,1 1 0,0 0 0,0 0 0,0 0 0,1 0 0,-1 0 0,1 1 0,-1-1 0,1 1 0,0 0 0,0 0 0,1-1 0,-1 1 0,1 0 0,0 1 0,0-1 0,0 0 0,1 0 0,0 0 0,-1 0 0,1 4-42,-1 6 103,-1 0-5,1 1-1,0 0 0,1 0 0,0-1 1,1 1-1,1 0 0,3 11-97,-4-21 8,1 0 0,0 0 0,0-1 0,0 1 0,0-1 0,1 1 0,0-1 0,0 0-1,0 0 1,0 0 0,0-1 0,1 1 0,0-1 0,0 1 0,0-1 0,0-1 0,0 1 0,0 0 0,1-1 0,0 0-1,-1 0 1,1 0 0,0-1 0,2 1-8,2 0-9,1 1 0,-1-2-1,1 1 1,0-2 0,0 1 0,-1-1 0,1 0-1,0-1 1,-1 0 0,1-1 0,-1 0-1,1-1 1,-1 0 0,0 0 0,0-1 0,0 0-1,0 0 1,-1-1 0,2-2 9,-1 1-30,-1-1 0,0-1 0,0 1 0,-1-1 0,0-1 0,0 1 0,-1-1 0,0-1 0,-1 1 1,0-1-1,0 0 0,-1 0 0,0 0 0,-1 0 0,0-1 0,-1 0 0,0-1 30,8-121 367,1 180-306,5 16 485,5 57-546,-19-282 1210,-2 156-1202,0 1-1,0-1 1,1 1-1,-1 0 1,1-1-1,0 1 1,1 0-1,-1 0 1,1-1-1,0 1 1,0 0-1,1 1 1,-1-1-1,1 0 1,1-1-8,-1 3 11,0 1 1,1-1-1,-1 1 1,0-1 0,1 1-1,0 0 1,-1 0-1,1 0 1,0 1 0,0-1-1,0 1 1,0 0-1,0 0 1,1 1 0,-1-1-1,0 1 1,0 0-1,0 0 1,1 0 0,-1 1-12,2 0 3,-1 0 0,1 0 0,-1 1 0,0-1 0,1 1 0,-1 1 0,0-1 0,0 1 0,0 0 0,-1 0 0,1 0 0,-1 1 0,0-1 0,0 1 0,0 0 0,0 1 0,0-1 0,-1 1 0,0-1 0,0 1 0,0 0 0,1 5-3,9 17 15,-1 0-1,-1 1 1,5 24-15,-12-38 0,3 10-76,-5-12-133,1-1 1,1 0-1,0 0 0,0 0 0,5 8 209,-8-17-73,0-1 1,1 1-1,-1 0 0,0 0 0,0-1 1,1 1-1,-1-1 0,1 1 0,-1-1 1,1 0-1,0 0 0,-1 0 0,1 0 1,0 0-1,0 0 0,0 0 0,0 0 1,0-1-1,0 1 0,0-1 0,0 1 1,0-1-1,0 0 0,0 0 0,0 0 1,0 0-1,0 0 0,0 0 0,0-1 1,0 1-1,1-1 0,-2 1 0,2-1 73,1-1-787,0 1-1,0-1 1,0-1-1,-1 1 1,1 0-1,-1-1 1,0 0-1,3-2 788,27-31-12424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20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19084,'0'0'3881,"0"0"-2865,0 0 1057,0 0-673,-32 174-624,29-97 88,3 3-368,0-5-152,0-5-344,3-10 0,8-9 0,2-15-128,-5-7-128,0-10-752,0-4-192,-2-3-2481,-6-7-2176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2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15643,'0'0'3604,"0"0"-1216,0 0-594,0 0-1087,26-11-500,85-34-177,-107 43-11,1 0-1,0 0 0,0 1 0,0 0 1,0 0-1,0 0 0,0 0 1,0 1-1,0 0 0,0 0 1,1 1-1,-1-1 0,0 1 0,0 0 1,0 0-1,0 1 0,0-1 1,-1 1-1,1 0 0,0 1 1,-1-1-1,0 1 0,1 0 1,-1 0-1,0 0 0,0 0 0,-1 1 1,1 0-1,-1 0 0,1 0-18,5 10 93,0 0 0,0 1 0,-1 1 0,-1-1 0,-1 1 0,0 1-1,0 2-92,-5-17 4,1 6-87,0 0 107,1 0 0,0 0 0,0 0 0,0-1 0,1 1 0,0-1 0,4 5-24,-7-11-117,1 0 0,-1 0 0,0 1 0,0-1 0,1 0 0,-1 0-1,1-1 1,-1 1 0,1 0 0,-1 0 0,1-1 0,-1 1 0,1-1 0,0 1 0,-1-1 0,2 1 117,0-1-406,0 0-1,0-1 1,-1 1 0,1-1 0,0 1 0,-1-1 0,1 0 0,-1 0 0,1 0-1,-1 0 1,1 0 0,-1 0 0,2-2 406,23-19-6305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2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12939,'0'0'3638,"0"0"-1156,0 0 128,0 0-754,0 0-632,0 0-421,4 21-275,2 6-379,-3-14-36,0 1 0,0 0 1,-2 0-1,0 0 0,0 13-113,-1-26 124,0-14 268,0 4-387,-1-13 62,2 0 0,0 1 0,2-1 0,0 0 0,3-8-67,-5 26 32,0 0 1,0 0-1,0 1 0,0-1 1,1 0-1,-1 1 1,1 0-1,0-1 0,0 1 1,0 0-1,0 0 0,1 0 1,-1 0-1,1 0 0,0 0 1,0 1-1,0 0 1,0-1-1,0 1 0,0 0 1,1 0-1,-1 1 0,1-1 1,-1 1-1,1 0 1,0 0-1,0 0 0,-1 0 1,1 1-1,0-1 0,0 1 1,0 0-1,0 0 0,2 1-32,-4-1 6,0 1 0,1 0-1,-1 0 1,1 0-1,-1 1 1,0-1-1,0 0 1,0 1-1,0 0 1,0-1 0,0 1-1,0 0 1,0 0-1,-1 0 1,1 0-1,-1 0 1,1 1 0,-1-1-1,0 0 1,0 1-1,0-1 1,0 1-1,0-1 1,-1 1-1,1 0-5,13 73 79,-11-59-28,-2-4-86,6 31 153,-7-43-154,0 1 1,0 0-1,1-1 0,-1 1 0,1 0 0,-1-1 0,1 1 0,0-1 1,-1 1-1,1-1 0,0 1 0,0-1 0,0 1 0,0-1 0,1 0 1,-1 0-1,0 0 0,0 1 0,2-1 36,-2-1-141,1 0 0,-1 0 0,1 0 0,-1 0-1,1 0 1,0 0 0,-1-1 0,1 1 0,-1-1 0,1 1 0,-1-1 0,0 1-1,1-1 1,-1 0 0,1 0 0,-1 0 0,0 0 0,0 0 0,0 0 0,1 0-1,-1 0 1,0 0 0,0 0 0,0-1 0,0 0 141,23-34-5144,-23 35 4851,21-42-7249</inkml:trace>
  <inkml:trace contextRef="#ctx0" brushRef="#br0" timeOffset="1">381 51 15371,'0'0'3886,"0"0"-2253,0 0 355,6 21-406,-2-3-1299,-1 0-52,2 1-1,0-1 0,1 0 0,0 0 0,2-1 0,0 1 0,1-2 0,1 2-230,-8-15 51,0-1 0,0 1 0,0-1 0,0 0 0,0 1 0,1-1 0,-1 0 0,1 0 0,-1-1 0,1 1 0,0 0 0,-1-1 0,1 0 0,0 1 0,0-1 0,0 0 0,0-1 0,0 1 0,1 0 0,-1-1 0,0 0 0,0 0 0,0 0 0,0 0 0,1 0 0,-1-1 0,0 1 0,0-1 0,0 0 0,0 0-51,3-1 41,0-1 0,0-1 0,-1 1 0,1-1 0,-1 0 0,0 0 0,0 0 0,0-1 0,0 1 0,-1-1 0,0 0 0,0-1 0,2-3-41,1-4 4,-1 0-1,0 0 1,-1-1-1,0 1 0,-1-1 1,-1 0-1,0-1 0,-1 1 1,0-1-1,-1 1 1,-1-4-4,0 15-7,0 2-73,0-1 1,1 1-1,-1-1 0,0 0 1,1 1-1,-1-1 0,1 1 1,-1-1-1,1 1 0,0-1 1,0 1-1,0-1 0,0 1 1,0 0-1,0 0 0,0-1 1,1 1 79,15-10-5263,1 4-3499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9:2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15067,'0'0'5655,"0"0"-2376,0 0-898,0 0-932,-26 11-657,-6 3-554,1 1 1,-14 10-239,41-22 27,-1 0 1,1 1 0,0 0-1,0 0 1,0 0 0,1 0-1,-1 0 1,1 1 0,0-1 0,0 1-1,1 0 1,-1 0 0,1 0-1,0 0 1,1 0 0,-1 2-28,-1 6 54,1 0 1,1 0-1,0 0 1,1 0-1,0 4-54,1 0 22,-2-10-11,2-1 0,-1 1 0,1-1 0,-1 1 0,2-1 0,-1 1 0,1-1 0,0 0 0,0 0 1,1 0-1,0 0 0,0 0 0,3 4-11,-3-6-7,0-1 0,1 1 1,0-1-1,-1 1 0,1-1 0,0-1 1,1 1-1,-1 0 0,1-1 0,-1 0 1,1 0-1,-1 0 0,1-1 1,0 1-1,0-1 0,0 0 0,0-1 1,0 1 6,2 0-15,-1-1 0,1 1 1,0-1-1,-1 0 0,1 0 0,0-1 1,-1 0-1,1 0 0,-1-1 0,1 0 1,-1 0-1,0 0 0,0-1 0,0 0 1,0 0-1,0 0 0,2-2 15,-2-1-29,0 1 0,-1-1 1,1 0-1,-1-1 0,0 1 0,-1-1 0,0 0 0,0 0 0,0 0 0,-1-1 0,0 1 0,1-6 29,4-21 387,-1 0-1,-2-1 0,-1 1 1,-2-1-1,-2-33-386,0 67 45,-19 278 1019,17-249-1320,2 46 513,0-72-485,1 1 1,-1-1-1,0 1 1,1-1-1,-1 1 1,1-1 0,0 1-1,0-1 1,0 0-1,0 0 1,0 1-1,0-1 1,1 0-1,-1 0 1,1 0 0,-1 0-1,1-1 1,0 1-1,0 0 1,0-1-1,0 1 1,0-1-1,2 1 228,4 0-5659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03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79 151 10298,'0'0'2795,"0"0"405,0 0 386,0 0-963,-9-23-946,-38-105 834,41 217-690,14 114-278,8 2-1543,1 0 263,-10 4-263,-7-224 202,0-20-60,1-1 1,3-10-143,-2 32-8,0 1 1,1-1 0,0 0-1,2 1 1,-1 0-1,1 0 1,1 0 0,0 1-1,3-4 8,-1 5-5,1-1 0,0 1-1,0 1 1,1 0 0,0 0 0,1 1-1,5-4 6,-11 10-11,0-1-1,0 1 0,0 0 0,0 1 0,1-1 1,-1 1-1,1 0 0,0 0 0,0 1 0,-1 0 1,1 0-1,0 0 0,0 1 0,0 0 0,0 0 0,0 0 1,0 1-1,5 0 12,-8 1-3,0-1 1,0 1 0,0-1-1,0 1 1,0 0 0,0 0-1,-1 0 1,1 1-1,-1-1 1,1 1 0,-1-1-1,0 1 1,0 0 0,0 0-1,-1 0 1,1 0 0,-1 0-1,1 0 1,-1 0-1,0 0 1,0 1 0,0-1-1,-1 1 1,1 0 2,2 12-2,-1-1 0,-1 1 1,0-1-1,-1 12 2,-2-18 3,1-1-1,-1 1 1,-1-1 0,1 0-1,-1 0 1,-1 0 0,0 0-1,0-1 1,0 1 0,-1-1-1,0 0 1,0-1 0,-1 1-1,0-1 1,0 0 0,0 0-1,-1-1 1,-1 1-3,-19 14 40,-1 0 0,-1-2 0,-28 13-40,45-24-89,0-1-1,0 0 1,0-1-1,-1 0 1,0-1 0,0-1-1,0 0 1,-1 0 0,-12 0 89,25-3-718,39-4-6055,-12-7 103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04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14635,'0'0'2606,"0"0"-550,0 0-574,0 0-902,0 0-28,16 27 365,3 1-598,-8-12-137,0 0 0,-1 1 0,-1 0-1,-1 0 1,0 1 0,-1 0 0,-1 1 0,-1-1 0,1 6-182,1 24 374,-1 0 0,-3 1 0,-2-1-1,-2 0 1,-2 1 0,-4 9-374,1-23 111,-2 0-1,-2-1 1,-1-1 0,-2 0-1,-1 0 1,-15 24-111,-2-5-1020,-1 0-1,-3-3 0,-23 25 1021,33-45-6038,3-8-4951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5393,'0'0'9554,"0"0"-7529,0 0 279,0 0-359,0 0-1265,0 0-184,0 0 664,83 0-128,-48 0-504,-3 0-120,-2 0-280,-1 0-72,1-5-56,2 1-384,11-4-1504,-5 4-2697,-9-4-3809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 7882,'0'0'7749,"0"0"-4923,0 0-793,0 0-910,0 0-769,0 0-224,-7 24 227,-24 78-6,29-93-262,0 0-1,0 1 1,1-1 0,1 0-1,-1 1 1,1-1 0,2 10-89,-2-16 30,1 1 0,0 0 0,0 0-1,0-1 1,0 1 0,1 0 0,0-1 0,-1 0 0,1 1 0,1-1 0,-1 0 0,0 0 0,1 0 0,0 1-30,2-1 22,-1 0 1,1 0-1,0 0 1,1-1 0,-1 1-1,0-1 1,1 0 0,-1-1-1,1 0 1,0 1-1,-1-2 1,1 1 0,0-1-1,0 0 1,-1 0 0,1 0-1,0-1 1,0 0 0,-1 0-1,5-1-22,-4 0 4,0 0 0,0 0 0,0-1 0,0 0 0,-1 0 0,1 0 0,-1 0 0,1-1 0,-1 0 0,0 0 0,-1-1 0,1 1 0,-1-1 0,0 0 0,0 0 0,0 0 0,-1-1 0,0 1 0,3-6-3,-3 4 95,0 0 0,0-1 0,0 1 0,-1-1 0,0 1 0,-1-1 0,1 0 0,-2 1 0,1-1 0,-1 0 0,0 0 1,0 0-1,-1 0 0,0 1 0,-1-1 0,-1-3-96,0 5 50,0 1 1,-1 0 0,0-1-1,0 1 1,-1 1 0,1-1-1,-1 1 1,0-1-1,0 1 1,0 1 0,-4-3-51,-20-4-5286,28 10-1797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1 356 14835,'0'0'1961,"0"0"194,0 0 1,0 0-794,0 0-698,25 8-329,80 20-231,-101-27-99,1-1 1,-1 1-1,1-1 1,-1 0-1,1 0 1,-1 0-1,1-1 1,-1 0-1,1 0 1,-1 0-1,1 0 1,-1-1 0,0 1-1,0-1 1,0 0-1,0 0 1,0-1-1,0 1 1,0-1-1,-1 0 1,1 0-1,-1 0 1,0 0-1,0-1 1,2-2-6,-1 0 23,0-1 1,0 1-1,-1-1 1,0 0-1,0 0 1,-1 0-1,0 0 1,0-1-1,0 1 1,-1-1-1,0 1 1,0-7-24,-1 4 40,1-1 0,-1 1 1,-1-1-1,0 1 1,-1 0-1,1-1 0,-2 1 1,0 0-1,0 0 0,-1 1 1,0-1-1,-5-9-40,-34-42-958,5 27-2662,17 19-507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6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95 135 4281,'0'0'7999,"0"0"-4817,0 0-843,0 0-498,0 0-1039,0 0-274,-14 18 330,-44 59 192,55-72-955,0 1 0,0-1 1,1 0-1,0 1 0,0 0 1,0-1-1,0 1 0,1 0 1,0 0-1,1 0 0,-1 0 1,1 0-1,0 0 0,0 0 1,2 5-96,-1 13 290,-1-23-273,1 1 0,-1 0 0,1 0 0,-1 0 0,1 0 0,-1-1 0,1 1 0,0 0 0,0-1 0,0 1 0,0-1 1,0 1-1,0-1 0,1 1 0,-1-1 0,0 0 0,1 1 0,-1-1 0,1 0 0,-1 0 0,1 0 0,0 0 0,-1-1 0,1 1 0,0 0 0,0-1 0,-1 1 0,1-1 0,0 1 0,0-1 0,0 0 1,0 0-1,0 0 0,-1 0 0,1 0 0,1-1-17,5 2 24,0-2 0,0 1 1,0-1-1,0 0 0,0-1 1,0 0-1,0 0 0,4-3-24,-3 1 7,0-1 0,-1 0 1,0-1-1,0 0 0,-1 0 0,0 0 1,0-1-1,0 0 0,-1-1 0,0 0 0,0 1 1,-1-2-1,0 1 0,0-1 0,-1 0 0,0 0 1,-1 0-1,0 0 0,0 0 0,-1-1 0,0 1 1,-1-1-1,0 0 0,0 0 0,-1-8-7,0 13-18,-3-42 136,3 46-142,0 0 0,-1 0 0,1-1 0,0 1 0,0 0 0,-1 0 0,1 0-1,0-1 1,-1 1 0,1 0 0,-1 0 0,0 0 0,1 0 0,-1 0 0,0 0 0,0 0 0,0 0 0,1 0-1,-1 0 1,0 0 0,0 1 0,0-1 0,0 0 0,-1 1 0,1-1 0,0 1 0,0-1 0,0 1 0,0-1-1,0 1 1,-1 0 24,1 0-21,0 0 1,0 0-1,1 1 0,-1-1 0,0 0 0,0 1 0,1-1 0,-1 0 0,0 1 1,0-1-1,1 1 0,-1-1 0,1 1 0,-1 0 0,1-1 0,-1 1 1,1 0-1,-1-1 0,1 1 0,-1 0 0,1-1 0,0 1 0,-1 0 0,1 0 1,0 0-1,0-1 0,-1 1 0,1 0 0,0 0 0,0 0 0,0-1 0,0 2 21,-1 33 15,2-27-66,-2-4 45,1 0 0,0 0 0,1 0-1,-1-1 1,1 1 0,0 0 0,0 0 0,0-1 0,0 1-1,0-1 1,1 1 0,0-1 0,0 0 0,0 1-1,0-1 1,0 0 0,1 0 0,-1 0 0,1-1 0,0 1-1,0-1 1,0 1 6,4 1 10,-1-1 0,0 0-1,1 0 1,-1-1 0,1 0-1,0 0 1,0 0 0,0-1-1,0 0 1,0-1 0,0 1-1,1-1-9,4 0 74,0 0 0,0-1 0,0 0-1,-1 0 1,1-1 0,0-1 0,0 0-1,-1-1 1,1 0-74,-6 1 55,-1 0 1,0 1-1,0-2 0,0 1 0,-1 0 0,1-1 0,-1 0 1,1 0-1,-1 0 0,-1-1 0,1 0 0,-1 1 1,1-1-1,-1 0 0,-1 0 0,1-1 0,-1 1 0,0-1 1,2-4-56,-2 2 161,0-1 1,-1 1 0,0 0 0,0-1 0,-1 1 0,0-1-1,0 1 1,-1 0 0,0-1 0,-2-4-162,3 11-45,-1 0-1,1 0 1,-1 0 0,0 0-1,0 0 1,1 0 0,-1 0-1,0 1 1,-1-1 0,1 0-1,0 1 1,0-1 0,-1 1-1,1-1 1,-1 1 0,1-1-1,-1 1 1,0 0 0,1 0-1,-1 0 1,0 0 0,0 0-1,0 0 1,0 1 0,0-1-1,0 1 1,0-1 0,0 1-1,0 0 1,0-1 0,0 1-1,0 0 1,0 0 0,0 1-1,0-1 1,0 0 0,0 1-1,0-1 1,0 1 0,0 0-1,0-1 1,0 1 0,1 0-1,-2 1 46,-18 13-5430,6 3-6603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414 128 8770,'0'0'1800,"0"0"-303,0 0 2,0 0-361,0 0-133,0 9 2613,0-4 2512,0-13-5638,-1 11-182,0 23-81,1-22-233,0 0 0,0 0 0,0 0 0,0 0 0,0 0 0,1 0 0,0 0-1,0 0 1,0-1 0,0 1 0,1 0 0,1 3 4,-2-7 3,-1 0 1,1 0 0,0 1-1,0-1 1,-1 0-1,1 0 1,0 0-1,0 0 1,-1 0-1,1 0 1,0 0-1,0-1 1,-1 1-1,1 0 1,0 0-1,0 0 1,-1-1-1,1 1 1,0 0-1,-1-1 1,1 1-1,0-1 1,-1 1-1,1-1 1,-1 1-1,1-1 1,0 0-4,16-25 32,2-29 20,-16 43-42,-1 1 1,0-1-1,-1 1 1,-1-1-1,0 0 1,0 1-1,-1-1 1,-1-1-11,1 11-1,0 1 0,0-1 0,0 1 0,-1-1 0,1 1 0,-1-1 1,1 1-1,-1 0 0,0 0 0,1 0 0,-1 0 0,0 0 0,0 0 0,1 0 0,-1 0 1,0 1-1,0-1 0,0 1 0,0 0 0,0-1 0,0 1 0,-1 0 1,-3-1-22,1 1-1,-1-1 0,0 1 0,1 0 1,-1 1-1,0-1 0,-2 2 23,6-1-2,0 0-1,0 0 1,1 0 0,-1 1-1,1-1 1,-1 1 0,1-1-1,0 1 1,-1 0 0,1-1-1,0 1 1,0 0 0,0 0-1,0 0 1,1 0 0,-1 0-1,0 0 1,1 0 0,-1 0-1,1 0 1,0 0 0,0 1 2,-4 48-10,5 117 72,14 80-62,-6-107 530,-8 107-530,-3-114 321,1-111-246,-1 0 0,-1 1-1,-1-1 1,-1-1 0,-1 1 0,-1-1-1,-1 0 1,-1 0 0,-1-1 0,-1 0 0,-1-1-1,0 0 1,-2-1 0,0-1 0,-1 0-1,-1-1 1,0 0 0,-6 2-75,18-16 9,-1 0 0,0 0 1,0 0-1,0-1 0,0 0 1,0 0-1,-1 0 0,1-1 1,-1 1-1,1-1 0,-1-1 1,1 1-1,-1-1 1,0 0-1,1 0 0,-1 0 1,0-1-1,1 0 0,-1 0 1,1-1-1,-1 1 0,1-1 1,0 0-1,0-1 0,0 1 1,0-1-1,0 0 0,1 0 1,-1-1-1,1 1 0,0-1 1,0 0-1,0 0 0,0-1 1,1 1-1,-1-1 0,1 1 1,0-1-1,1 0 0,-1 0 1,1-1-1,0 1 0,1 0 1,-1-1-1,1 1 0,0-1-9,1 2-206,0 0 0,1 1 0,-1-1 0,1 1 0,0-1 0,0 0 0,0 1 0,1-1 0,-1 1 0,1 0 0,0 0 0,-1-1 0,2 1 0,-1 0 0,0 1 0,1-1 0,-1 0 0,1 1 0,0-1 0,0 1 0,0 0 0,2-1 206,-4 2-161,31-28-6036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7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242 166 10458,'0'0'2401,"0"0"-90,0 0-449,0 0-467,0 0-127,0 0-52,-10-20-228,-32-63-126,40 79-775,1 0 0,-1 0 0,-1 1 1,1-1-1,0 1 0,-1-1 0,0 1 0,0 0 0,0 0 0,0 0 1,0 0-1,-1 0 0,1 1 0,-1 0 0,0 0 0,1 0 1,-1 0-1,0 0 0,0 1 0,0-1 0,-1 1 0,1 0 1,0 1-1,0-1 0,-1 1 0,1 0 0,0 0 0,0 0 0,-3 0-86,2 0-9,4 1 19,0-1-1,0 0 0,0 0 1,1 1-1,-1-1 0,0 0 1,0 1-1,0-1 0,0 1 0,0-1 1,0 1-1,0 0 0,1-1 1,-1 1-1,0 0 0,1-1 1,-1 1-1,0 0 0,1 0 0,-1 0 1,1 0-1,-1-1 0,1 1 1,-1 0-1,1 0 0,0 0 1,0 0-1,-1 0 0,1 0 0,0 0 1,0 1-11,-3 39 263,3-30-140,-4 200 1089,-11 179-202,-23-70-925,51-393-7633,-5 32-723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7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13355,'0'0'7001,"0"0"-4848,0 0-593,0 0-232,0 0-455,0 0-569,190-14-88,-128 2-208,3-3-16,21-14-944,-14 5-3481,-13 0-6538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4625,'0'0'13043,"0"0"-9330,0 0-2057,0 0-936,0 0-184,0 0 240,-62 183-79,54-113-241,8-7-176,0-7-160,0-10-40,13-10-72,9-12-8,2-9-272,24-15-1097,-5 0-2415,-2-5-4922</inkml:trace>
  <inkml:trace contextRef="#ctx0" brushRef="#br0" timeOffset="1">264 88 6705,'0'0'12059,"0"0"-9987,0 0-439,0 0-257,0 0-192,0 0-656,142 162 1,-115-112-209,-5-4-176,-6-7-80,0-8-64,-5-7 0,-1-7-376,7-14-1185,-4-3-2800,0 0-4208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17876,'0'0'2336,"0"0"-1648,0 0 1377,-97 123-929,57-62-696,5-6 128,3-7-352,5-9-72,11-10-136,8-12 0,8-7-8,5-10-736,22-8-1152,8-13-2897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15035,'0'0'3746,"0"0"-1635,0 0-964,0 0-288,10 20 85,4 9-579,-2-1-1,0 2 1,-2-1-1,-2 2 1,0-1-1,-2 1 1,1 22-365,-5-10 268,-1 0 0,-2 0 1,-2 1-1,-5 20-268,6-52 17,-1 0 0,0 0 0,0 0 0,-1-1 0,-1 1 0,0-1 0,-1 0 0,0 0 0,0-1 0,-1 0 0,0 0 0,-1 0 0,0-1 0,-1 0 0,0-1 0,0 0 0,-1 0 0,-3 1-17,-1-4-412,19-16-810,17-15-2439,7-3-2590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9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223 331 14667,'0'0'3010,"0"0"-272,0 0-590,0 0-1006,-25 7-651,-80 27-70,98-30-364,1-1-1,1 2 1,-1-1 0,0 1-1,1-1 1,0 1-1,0 1 1,1-1 0,-1 1-1,1 0 1,0 0-1,1 0 1,-1 0 0,1 1-1,1 0 1,-1-1-1,1 1 1,0 0-1,1 0 1,0 0 0,-1 6-57,2-11 16,-3 8 53,2-1 1,-1 1-1,1-1 1,1 1-1,-1-1 1,2 1-1,-1-1 1,1 1-1,3 8-69,-3-15 10,0 0 1,0 0-1,0 0 1,1 0-1,-1-1 0,1 1 1,0-1-1,0 1 1,0-1-1,0 1 0,0-1 1,1 0-1,-1 0 1,1 0-1,-1 0 0,1-1 1,0 1-1,-1-1 1,1 1-1,0-1 0,0 0 1,0 0-1,0 0 1,0-1-1,0 1 0,1-1 1,-1 1-1,0-1 1,0 0-1,1-1-10,3 2-33,0-1 0,0 0 0,0 0-1,0-1 1,0 0 0,-1 0 0,1-1 0,0 1 0,0-1-1,-1-1 1,0 0 0,1 0 0,-1 0 0,0 0 0,0-1-1,-1 0 1,1 0 0,-1-1 0,0 0 0,0 0 0,0 0-1,-1 0 1,1-1 0,-1 1 0,-1-1 0,1 0-1,-1 0 1,0-1 0,-1 1 0,1-1 0,0-2 33,5-17-48,-1 1 0,-1-1 0,-1-1 1,-1 1-1,0-22 48,-2-44 265,-4-3-265,1 4 721,0 58-220,0-14 442,2 40-344,1 22 85,45 345-359,-44-345-600,0 0 0,1-1 0,1 1 0,4 8 275,18 26-7587,-11-27-6198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9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11707,'0'0'6185,"0"0"-3169,0 0-1447,0 0-129,0 0 232,65 133-671,-41-73-153,0-2-392,-2-7-184,-6-10-264,0-10 16,-5-9-24,-1-15-536,6-7-1032,-2-19-2137,-1-12-5985</inkml:trace>
  <inkml:trace contextRef="#ctx0" brushRef="#br0" timeOffset="1">245 15 12003,'0'0'8321,"0"0"-6760,0 0 279,0 0-136,-110 162-743,75-104-513,2-7-72,9-8-248,6-11-112,12-13-16,6-19-496,27 0-2433,5 0-3384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49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15971,'0'0'4793,"0"0"-3672,0 0 119,0 0-688,0 0-360,139-3-152,-96-4-40,0-3-1320,-13 1-1489,-11 1-4584</inkml:trace>
  <inkml:trace contextRef="#ctx0" brushRef="#br0" timeOffset="1">57 184 17132,'0'0'4129,"0"0"-3129,0 0 920,0 0-928,0 0-992,183-22-376,-113 1-2040,-6-1-3169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0:5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191 213 16315,'0'0'1945,"0"0"-534,0-26-422,0-82-426,0 31 2457,0 76-1964,0 4-528,5 151-92,19 116-436,-24-326-744,1 16 567,-1 0 1,-2 0 0,-1 1-1,-4-6 177,-2 8 372,-3 1 0,0 1 1,-12-22-373,23 93 898,22 43-579,-11-48-202,-2 1 0,4 29-117,-7-23-34,-1 0 1,-2 0 0,-2 0 0,-1 0 0,-3 12 33,3-45-119,0-1 1,0 1-1,0-1 0,-1 0 0,0 1 1,0-1-1,0 0 0,0 0 0,-1 0 1,1-1-1,-1 1 0,0-1 0,0 1 1,0-1-1,-1 0 0,1 0 0,-1 0 1,1 0-1,-4 0 119,-5 4-734,-1-2 1,0 1-1,-1-2 0,1 0 1,-9 1 733,-45 16-113,66-21 193,1 0 167,41 0 254,19-2-794,1-3 0,36-9 293,-84 12-299,40-6-3162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00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1592,'0'0'985,"0"0"-153,0 0-152,0 0-416,0 0-264,0 0-232,0 121-624,0-107 248,0-1 456,0-1 152,0 2 80,5-4 352,3-1-432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00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1272,'0'0'0,"0"0"-32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16724,'0'0'3848,"0"0"-2191,0 0 303,0 0-319,91 179-505,-75-109-352,1-2-320,-7-5-32,1-10-424,-3-10 176,0-9-176,-2-12-8,-1-10 0,-2-7-240,-3-5-416,0-5-760,0-19-2225,0-3-7025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17124,'0'0'3515,"0"0"-1591,0 0-863,0 0-498,0 0-14,0 0 203,-4 27-201,-14 88-91,12-91-358,0-1 0,-2-1 0,-1 0 0,-1 0 0,-9 16-102,12-26 34,0 0 1,1 1 0,0 0-1,1 0 1,1 0 0,0 1-1,1-1 1,0 1 0,1 0-1,0 12-34,2-25 6,0 0 0,0-1-1,1 1 1,-1-1 0,0 1-1,1 0 1,-1-1 0,0 1-1,1-1 1,-1 1 0,1-1-1,-1 0 1,1 1 0,-1-1-1,1 1 1,-1-1 0,1 0-1,-1 1 1,1-1 0,0 0-1,-1 0 1,1 1 0,-1-1-1,1 0 1,0 0 0,-1 0-1,1 0 1,0 0 0,-1 0-1,1 0 1,0 0-6,27 0 232,-20 0-102,19-1 95,1-2 1,-1-1-1,0-1 1,1-2-226,0 0-135,0 2 0,1 1 0,-1 1 0,3 1 135,-27 2-252,44-3-3259,-17-7-2744,-10-3-3124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6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9402,'0'0'6261,"0"0"-3437,0 0 284,0 0-1399,30-8-885,96-23-67,-122 30-704,0 1-1,0-1 1,1 1 0,-1 0-1,0 0 1,0 1-1,0-1 1,0 1-1,0 0 1,0 0-1,0 0 1,0 0 0,0 1-1,-1 0 1,1-1-1,0 2 1,-1-1-1,0 0 1,1 0 0,0 2-53,2 2 105,-1 0 1,0 1 0,0-1 0,-1 1 0,0 0 0,0 0 0,1 5-106,-1-4 108,1 2-48,0 0 0,-1 1 0,0-1-1,-1 1 1,0 0 0,0 0 0,-1 0 0,-1 0 0,0 0 0,-1 0 0,0 1 0,0-1 0,-1 0 0,-1 0 0,0 0 0,0 0-1,-1 0 1,-1-1 0,0 1 0,0-1 0,-1 0 0,0 0 0,-1 0 0,0-1 0,0 1 0,-1-2 0,0 1 0,-1-1 0,0 0-1,-4 3-59,6-5-73,-2 0-1,1-1 1,-1 0-1,0 0 0,0 0 1,0-1-1,0 0 1,-1-1-1,1 0 0,-1 0 1,0-1-1,0 0 0,0-1 1,-1 0-1,-7 0 74,17-1-46,-1 0 0,1 0-1,-1 0 1,0 0 0,1 0 0,-1 0-1,1 0 1,-1-1 0,0 1 0,1 0-1,-1 0 1,1-1 0,-1 1 0,1 0-1,-1-1 1,1 1 0,-1 0-1,1-1 1,0 1 0,-1-1 0,1 1-1,-1-1 1,1 1 0,0-1 0,-1 1-1,1-1 1,0 1 0,0-1 0,0 1-1,-1-1 1,1 0 0,0 1 0,0-1 46,-1-26-2354,2 15 522,-1-19-3523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6809,'0'0'6074,"0"0"-3015,0 0-380,0 0-753,-24 11-546,-8 3-753,1 2 0,-8 5-627,35-18 102,0 0 0,0 0 0,1 0 0,-1 0 0,1 0 0,0 1 0,0 0 0,0 0 0,1 0 0,-1 0 0,1 0 1,0 0-1,0 0 0,0 1 0,1-1 0,-1 1 0,1-1 0,0 1 0,0 0 0,1 4-102,-3 8 329,-3 8-45,2 1 0,1 0 0,1 0 0,1 0 1,1 0-1,1 1 0,2-1 0,3 13-284,-4-28 23,1 0 1,0 0-1,0-1 1,2 1-1,-1-1 0,1 0 1,0 0-1,1-1 1,0 1-1,1-1 0,0-1 1,0 1-1,1-1 1,0 0-1,0-1 0,1 0 1,0 0-1,0-1 1,1 0-1,0-1 0,2 1-23,-5-2-68,0-1 0,1 0 0,0 0 0,-1-1 1,1 0-1,0-1 0,0 1 0,0-1 0,0-1 0,0 0 0,0 0 0,0 0 0,1-1 0,-1 0 0,-1-1 0,1 0 0,0 0 0,0-1 0,-1 0 0,1 0 0,-1 0 0,0-1 0,0-1 0,0 1 0,-1-1 0,1 0 0,-1 0 0,0-1 0,4-5 68,5-9-2237,-2-1 0,0 0 1,2-5 2236,4-14-6439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0:54:5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12291,'0'0'3006,"0"0"-555,0 0-127,0 0-911,0 0-536,0 0-255,22-14-80,67-40-276,-86 52-257,-1 0 1,1 1 0,-1 0 0,1 0-1,-1-1 1,1 2 0,0-1-1,0 0 1,0 0 0,-1 1-1,1 0 1,0-1 0,0 1-1,0 0 1,0 1 0,0-1-1,0 0-9,-1 1 5,-1 0 0,1 0 0,-1-1 0,0 1 0,1 0 0,-1 0 0,0 0 0,0 0 0,1 1-1,-1-1 1,0 0 0,0 0 0,0 1 0,-1-1 0,1 0 0,0 1 0,0-1 0,-1 1 0,1-1-1,-1 1 1,1 0-5,1 9 32,-1-1 0,0 1-1,-1-1 1,1 1 0,-2-1 0,0 1-1,0 0-31,0 0 78,-1-1-67,0 0 0,0 0 0,-1-1 0,0 1 0,-1-1 0,0 0 0,0 0 1,-1 0-1,0-1 0,-1 0-11,-20 41 15,27-48-12,0-1-1,-1 1 0,1 0 1,0-1-1,0 1 0,0-1 1,-1 1-1,1-1 0,0 1 1,0-1-1,0 1 0,0-1 1,0 0-1,0 0 0,0 1 1,0-1-1,0 0 0,0 0 1,0 0-1,0 0 0,0 0 1,0 0-1,0 0 0,0-1 0,0 1-2,41 1 78,-36-2-72,192 1-6,-195 0-47,-1 0 0,0-1 0,1 0 1,-1 1-1,0-1 0,0 0 0,1 0 0,-1-1 1,0 1-1,0 0 0,0-1 0,0 1 1,-1-1-1,1 1 0,0-1 0,-1 0 0,1 0 1,-1 0-1,1 0 0,-1 0 0,0 0 1,0 0-1,0 0 0,0-1 0,0 1 1,-1 0-1,1-1 0,0 0 47,0-3-377,1 0 1,-1 1-1,0-1 1,-1 0-1,1 0 1,-1 1-1,0-1 0,0 0 1,-1 0-1,0 1 1,-1-6 376,-7-4-6908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06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0 440,'0'0'1742,"0"0"180,0 0-407,0 0-511,0 0-383,0 0-185,0 0-34,0 0-20,0 0-104,0 32 10,0 114 228,0-145-516,0 1 0,0-1 0,0 0-1,0 0 1,1 1 0,-1-1 0,1 0 0,-1 0 0,1 1 0,-1-1-1,1 0 1,-1 0 0,1 0 0,0 0 0,0 0 0,-1 0 0,1 0-1,0 0 1,0 0 0,0-1 0,0 1 0,0 0 0,0-1-1,1 1 1,-1 0 0,0-1 0,0 1 0,0-1 0,0 0 0,1 1-1,-1-1 1,0 0 0,0 0 0,1 0 0,-1 0 0,0 0 0,1 0-1,-1 0 1,62-7-1851,-33 3 891,40 2 989,-36 0 22,0 2 1,1 1-1,10 3-51,-37-3 63,1 1 0,0 0 1,-1 1-1,1 0 0,-1 0 0,0 1 0,0 0 0,4 3-63,-8-5 7,0 1 0,0 0-1,-1 0 1,1 0 0,-1 0 0,0 1 0,1-1-1,-1 1 1,-1 0 0,1 0 0,-1 0-1,1 0 1,-1 1 0,0-1 0,-1 0 0,1 3-7,-1-5 10,-1-1-1,0 1 1,0 0 0,1 0 0,-1 0 0,1-1 0,0 1 0,-1 0 0,1 0 0,0-1 0,0 1-1,0-1 1,0 1 0,0-1 0,1 1 0,-1 0-10,0-3 9,0-1 1,0 1-1,-1 0 1,1 0-1,0 0 1,-1-1-1,1 1 0,-1 0 1,0-1-1,1 1 1,-1 0-1,0-1 0,0 1 1,0 0-1,0-1 1,0 1-1,0-1 1,0 1-1,0 0 0,-1-2-9,2 1-95,0-1-1,0 1 0,1-1 0,-1 1 0,1-1 1,-1 1-1,1 0 0,0 0 0,-1 0 0,1 0 1,0 0-1,1 0 0,-1 0 0,0 0 0,1 1 1,-1-1-1,0 1 0,1 0 0,0 0 0,-1 0 1,1 0-1,2 0 96,8-4-962,1 0 0,-1 1 0,1 1-1,2 0 963,-9 3-66,-1 0-1,1 0 1,0 1 0,0 0-1,-1 1 1,1-1-1,0 1 1,-1 0-1,0 1 1,1-1-1,-1 1 1,0 1-1,-1-1 1,6 5 66,34 15 508,154 54 805,-187-73-1155,1-2-1,0 1 0,0-2 0,0 0 1,0 0-1,0-1 0,0-1 0,7-1-157,28 0 401,26-3-1880,-43-2-1380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0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3793,'0'0'464,"0"0"-264,0 0-112,0 0 16,0 0-96,0 0 8,0 0-8,-134 46-8,115-44-96,3-2-1072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5577,'0'0'6532,"0"0"-3794,0 0-1576,0 0-399,24 0-325,391 0 4085,-386 0-4360,2-1-125,-1 1 1,1 1-1,0 2 0,-1 1 1,1 1-1,-1 2 1,8 3-39,-27-3-1439,-8 5-5465,-3-9 604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13291,'0'0'1948,"0"0"-454,0 0-272,26 0-357,5 0-639,9-1 195,1 2 0,-1 2-1,2 2-420,40 9 1374,7 5-1374,-38-6 47,1-3-1,0-1 0,0-4 0,10-1-46,-55-4-341,1 0-1,-1 0 0,1-1 0,-1 0 1,0 0-1,1-1 0,-1 0 0,0-1 1,0 1-1,0-1 0,-1-1 0,4-1 342,15-12-5139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12395,'0'0'2715,"0"0"-404,0 0-880,0 0-952,0 0-414,0 0-38,2 11 105,-1-4-50,1 0 0,0 0 0,1 0 1,-1-1-1,1 1 0,0-1 0,1 1 0,0-1 1,0 0-1,0 0 0,1-1 0,0 1 0,0-1 0,0 0 1,0-1-1,6 5-82,40 27 545,-11-9-327,-1 3-1,7 9-217,-32-26 2,-2 0-1,0 1 1,0 0-1,-1 1 1,-1 0-1,-1 1 1,7 14-2,-10-18 46,-1 0 1,-1 0 0,0 1-1,0 0 1,-2-1 0,1 1-1,-2 0 1,0 0 0,0 0-1,-2 13-46,1-22 70,-1-1-1,0 1 0,-1-1 0,1 1 0,-1-1 0,1 0 0,-1 1 0,0-1 0,0 0 0,0 0 0,-1-1 0,1 1 0,-1 0 0,1-1 0,-1 1 1,0-1-1,-1 1-69,-63 40 1509,33-22-1157,-38 29-2120,-34 27-5237,75-54-2007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11 13099,'0'0'2590,"0"0"-340,0 0-531,0 0-846,0 0-513,0 0-33,-49-10 2217,34 10-2422,10 0-101,1-1 0,-1 1 0,0 1 0,0-1 0,0 1-1,1 0 1,-1 0 0,-1 0-21,4 1 11,0-1 0,0 0-1,0 0 1,0 1-1,0-1 1,0 1 0,1 0-1,-1-1 1,1 1 0,-1 0-1,1 0 1,0 0-1,0 0 1,0 0 0,0 0-1,0 0 1,0 0 0,0 1-1,0 1-10,-5 20 65,1-1-1,1 1 0,1 1 1,1-1-1,1 0 1,1 1-1,2 1-64,6 56 938,9 37-938,-1-18 597,11 59-320,-13-95-61,-4 1-1,-3 0 1,-1 26-216,-6-71 139,-1 0 0,-1 0 0,-1 0 0,-1 0-1,-2 6-138,3-17 27,0 1 0,-1-1-1,0 0 1,-1 0-1,0-1 1,-1 1 0,0-1-1,-1 0 1,1 0-1,-2-1 1,0 1-27,3-5 41,0-1 0,0 1 0,-1-1 0,1 0-1,-1 0 1,1-1 0,-1 0 0,0 0 0,0 0 0,0 0 0,0-1 0,0 0-1,-1-1 1,1 1 0,-4-1-41,4 0-1,1 0-1,0 0 0,-1-1 1,1 1-1,0-1 0,0 0 1,0-1-1,0 1 1,0-1-1,0 0 0,0 0 1,0-1-1,1 1 1,-1-1-1,1 0 0,0 0 1,0-1-1,-2-1 2,4-1-1314,8 3-3697,6 2-2115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50 13179,'0'0'2390,"0"0"-726,0 0-217,0 0-504,0 0-367,0 0-28,-17 23 195,-52 72-36,66-90-635,0-1 1,0 1 0,1 0-1,-1 1 1,1-1-1,0 0 1,1 1 0,-1-1-1,1 1 1,0-1-1,0 1 1,1 0 0,0-1-1,0 1 1,0 0-1,1-1 1,0 1 0,0 2-73,1 9 132,-1-15-120,-1 0 1,1-1-1,-1 1 1,1-1-1,0 1 0,-1-1 1,1 1-1,0-1 1,0 1-1,0-1 1,0 0-1,0 1 1,1-1-1,-1 0 0,0 0 1,0 0-1,1 0 1,-1 0-1,1 0 1,-1 0-1,1-1 1,-1 1-1,1-1 0,-1 1 1,1-1-1,0 1 1,-1-1-1,1 0 1,0 1-1,-1-1 1,1 0-1,0 0 0,0-1 1,-1 1-1,1 0 1,0 0-1,-1-1 1,2 0-13,3 0 52,-1 1 0,1-2 1,0 1-1,-1-1 0,0 1 1,1-2-1,-1 1 0,0 0 1,0-1-1,4-3-52,-2-1 132,0 0 0,-1-1 0,0 1 0,0-1 0,-1-1 0,0 1 0,-1-1-1,1 0 1,-2 0 0,1 0 0,-1 0 0,-1-1 0,1-2-132,1-16 473,0-1-1,-3 0 1,0-23-473,-1 50 6,0 1 0,0-1 1,0 1-1,-1 0 1,1-1-1,0 1 0,-1 0 1,1-1-1,-1 1 1,1 0-1,-1-1 1,1 1-1,-1 0 0,0 0 1,0 0-1,1 0 1,-1-1-1,0 1 0,0 0 1,0 1-1,0-1 1,0 0-1,-1 0 1,1 0-1,0 1 0,0-1 1,-1 0-1,1 1 1,0-1-1,0 1 0,-1 0 1,0-1-7,-30-2-741,11 4-2526,2 0-3689,18-1-2024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4 197 7634,'0'0'3782,"0"0"-1602,0 0-454,0 0-443,0 0-468,0 0-72,-1-12 67,1 10-790,-1-2 91,0-1 0,1 1-1,-1 0 1,1-1 0,0 1-1,0 0 1,1-1-1,-1 1 1,1 0 0,0 0-1,0 0 1,1-1 0,-1 1-1,1 0 1,0 0-1,0 1 1,0-1 0,1 0-1,-1 1 1,1-1 0,0 1-1,3-3-110,5-5 164,2 1-1,-1 0 0,2 1 0,-1 1 1,1 0-1,1 0-163,-8 4 57,1 1 1,0-1-1,0 2 0,1-1 0,-1 1 1,1 0-1,-1 1 0,1 0 0,-1 0 1,1 1-1,8 1-57,-16-1 1,0 1-1,0-1 1,0 1 0,0 0-1,0-1 1,0 1 0,0 0-1,-1 0 1,1-1 0,0 1-1,0 0 1,-1 0 0,1 0 0,-1 0-1,1 0 1,-1 0 0,1 0-1,-1 0 1,0 1 0,1-1-1,-1 0 1,0 0 0,0 0-1,0 0 1,0 0 0,0 2-1,2 37 32,-2-34-25,1 7 5,-1-1 0,0 1-1,0-1 1,-2 1-1,1-1 1,-1 0 0,-1 1-1,0-1 1,-1 0-1,-1-1 1,1 1 0,-2-1-1,0 0 1,-3 5-12,-57 66 348,65-83-317,1 1 0,-1-1 0,1 0-1,-1 1 1,1-1 0,0 0 0,-1 1 0,1-1 0,0 0 0,-1 0-1,1 0 1,0 1 0,0-1 0,0 0 0,0 0 0,0 0 0,0 1-1,0-1 1,0 0 0,0 0 0,0 0 0,0 0 0,0 1 0,0-1 0,1 0-1,-1 0 1,0 1 0,1-1 0,-1 0 0,1 0 0,-1 1 0,1-1-1,-1 0 1,1 1 0,-1-1 0,1 1 0,-1-1 0,1 1 0,0-1-1,-1 1 1,1-1 0,0 1 0,0-1-31,4-1-5,1 1 0,0 0-1,-1-1 1,1 2 0,0-1 0,0 1 0,-1-1-1,1 2 1,0-1 0,0 1 0,-1 0 0,6 1 5,5 3-12,0 1 1,0 0 0,10 7 11,15 6-31,-38-18 30,0 0 0,0 0 0,0 0 0,0-1-1,0 1 1,0-1 0,0 0 0,0 0 0,0 0-1,0 0 1,0 0 0,0-1 0,0 1 0,0-1-1,0 0 1,0 0 0,0 0 0,-1 0 0,1-1 0,0 1-1,-1-1 1,1 1 0,-1-1 0,1 0 1,8-7-240,-1-1 0,0 0 0,-1 0 1,0-1-1,-1-1 240,35-37-5439,-29 38-409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5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9994,'0'0'3736,"0"0"-1363,0 0-156,0 0-115,0 0-534,0 0-420,0-11-337,22 268 2761,-20-181-3142,-2-23-200,3-1 0,2 1 0,6 24-230,-9-73-551,-1-11-33,-1-20-1451,0 19 634,0-23-4657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14419,'0'0'2061,"0"0"-1017,0 0-471,0 0-325,0 0-144,-19 24-10,-61 82 94,65-86 166,1 0 1,0 2 0,2-1 0,0 1-1,2 1 1,-6 19-355,14-39 70,1 0 1,0 0-1,0 0 0,0 0 0,0 0 0,0 0 1,1 1-1,0-1 0,-1 0 0,1 0 1,0 0-1,1 1 0,-1-1 0,1 0 0,-1 0 1,1 2-71,1-4 124,-1 1 1,0-1-1,1 0 1,-1 1-1,1-1 1,-1 0-1,1 0 1,0 0-1,-1 0 1,1 0-1,0 0 1,0 0-1,0-1 1,0 1-1,0-1 1,0 1-1,0-1 1,0 0-1,0 0 1,0 1-1,0-2 1,0 1-1,0 0 1,0 0-125,54 1 992,-26 1-1321,-1-2 1,1-1-1,0-2 0,2-1 329,-22 2-1110,0-1 0,0-1 0,0 1-1,-1-2 1,1 1 0,-1-1 0,0-1 1110,26-18-10348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5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12363,'0'0'2237,"0"0"-365,0 0-153,0 0-621,0 0-84,25 17 82,77 60-168,-99-75-876,0 1 0,0-1 0,-1 1 0,1 0 0,-1 0 0,0 0-1,0 0 1,0 0 0,0 0 0,0 1 0,-1-1 0,1 1-1,-1-1 1,0 1 0,0 0 0,0-1 0,-1 1 0,1 0 0,-1-1-1,0 1 1,0 0 0,0 0 0,-1-1 0,1 1-52,-1 12 298,0-8-163,0 0 0,0 1 1,0-1-1,-1 0 0,-1 0 0,1 0 0,-1-1 0,0 1 0,-1 0 0,0-1 0,0 0 0,-1 0 0,0 0 0,0-1 0,0 0 0,-1 1 0,-1-1-135,-6 6 79,0-1 1,-1 0 0,-1 0-1,0-2 1,0 0-1,-1 0 1,-8 2-80,21-9 3,-1 0 0,1-1 1,-1 1-1,1-1 0,-1 0 0,0 0 1,1 0-1,-1 0 0,0-1 0,0 0 0,0 0 1,0 0-1,1 0 0,-1 0 0,0-1 0,-1 0-3,4 0-14,-1 0-1,0 0 0,1-1 1,-1 1-1,1-1 0,-1 0 1,1 1-1,0-1 0,0 0 0,0 0 1,0 0-1,0 1 0,0-1 1,0 0-1,1 0 0,-1-1 1,0 1-1,1 0 0,0 0 0,0 0 1,-1 0-1,1 0 0,1 0 1,-1 0-1,0-1 0,0 1 1,1-1 14,-1-1-148,1-1 0,0 0 0,0 1 0,0-1-1,0 1 1,0-1 0,1 1 0,0 0 0,0 0 0,0 0 0,1 0 0,-1 0 0,4-3 148,44-42-3585,-36 37 2070,28-22-3299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0 13795,'0'0'2316,"0"0"-767,0 0-98,-24 13-330,-78 46-228,94-53-733,0 0 1,1 1 0,-1 0 0,2 0 0,-1 1 0,1 0 0,0 0 0,0 0 0,1 1 0,0 0 0,1 0 0,0 0 0,0 0-1,1 1 1,0-1 0,1 1-161,-2 2 218,0 2 29,0 0 0,0 0 0,1 0 0,1 0 0,1 1 0,0-1 0,0 1 0,2 0 0,0 0-247,-1-9 22,1-1 0,1 1 1,-1-1-1,1 1 0,0-1 0,0 0 1,0 0-1,1 0 0,0 0 0,0 0 1,0 0-1,1-1 0,-1 1 0,1-1 0,0 0 1,0 0-1,1-1 0,-1 1 0,1-1 1,-1 0-1,1 0 0,0 0 0,1-1 1,-1 0-23,8 4 6,0-2 0,1 0 0,-1-1 0,1 0 0,-1 0 0,1-2 0,0 0-1,0 0 1,0-2 0,0 1 0,-1-2 0,1 0 0,0 0 0,-1-2 0,5-1-6,-6 1-412,0-1-1,0 0 0,0-1 0,0 0 0,-1-1 1,0-1-1,0 1 0,-1-2 0,0 1 0,2-4 413,18-23-4584,-5 1-3081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13067,'0'0'2408,"0"0"-702,0 0-318,0 0-677,0 0-530,24 1-153,73 7-24,-95-7 0,-1-1 0,1 0 0,-1 1 0,0-1 0,1 1 0,-1 0-1,1-1 1,-1 1 0,0 0 0,1 0 0,-1 0 0,0 0 0,0 0-1,0 0 1,0 1 0,0-1 0,0 0 0,0 0 0,0 1-1,-1-1 1,1 0 0,0 1 0,-1-1 0,1 1 0,-1-1 0,1 1-1,-1-1 1,0 1 0,0-1 0,0 1 0,0-1 0,0 1 0,0 0-4,0 3 101,-1 0 1,1 0 0,-1 0 0,-1 0 0,1 0 0,-1 0 0,0-1 0,0 1-102,-4 7 212,-1 0-1,-1-1 1,0 0-1,-1 0 1,0-1-1,-1 0-211,4-4 76,0 0 0,0 0 0,0 1 0,1-1 0,0 1-1,0 0 1,1 1 0,-1-1 0,2 1 0,-1-1-1,1 1 1,1 0 0,-1 1 0,1-1 0,1 0-1,-1 1 1,1 1-76,1-9 50,1 0 1,-1 0-1,0 0 0,1 0 0,-1 0 1,0 0-1,1 0 0,0 0 0,-1 0 1,1 0-1,-1 0 0,1-1 0,0 1 0,0 0 1,-1 0-1,1-1 0,0 1 0,0 0 1,0-1-1,0 1 0,0-1 0,0 1 1,0-1-1,0 1 0,0-1 0,0 0 0,0 0 1,0 1-1,0-1 0,0 0 0,0 0 1,1 0-51,42 2 1002,-35-3-894,140 1 174,-50 0-4121,-58 0-1264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126 305 14667,'0'0'3002,"0"0"-771,0 0-818,0 0-628,-19 23-206,-61 80 4,76-98-548,1 1 0,0-1 0,0 1 1,1 0-1,-1 0 0,1 0 1,0 0-1,1 0 0,0 1 0,0-1 1,0 0-1,1 1 0,0-1 1,0 0-1,0 1 0,2 5-35,-1 1 32,0-7-21,0-1 0,0 1 0,0-1 0,1 1-1,0-1 1,0 0 0,0 0 0,1 0 0,-1 0 0,1 0 0,0-1 0,1 1 0,-1-1 0,1 1 0,0-1 0,0-1 0,0 1 0,1 0 0,-1-1 0,1 0-1,0 0 1,0-1 0,0 1 0,0-1 0,0 0 0,1 0-11,7 2-21,1 0 0,0 0 1,0-2-1,0 0 0,0 0 0,0-1 0,0-1 0,0 0 1,1-1-1,-1-1 21,-8 1-81,-1 0 1,1-1 0,0 1-1,-1-1 1,1 0-1,-1-1 1,0 1-1,0-1 1,0 0 0,0-1-1,0 1 1,-1-1-1,1 0 1,-1 0-1,0 0 1,0 0 0,-1-1-1,1 0 1,-1 0-1,0 0 1,0 0-1,-1 0 1,1 0 0,-1-1-1,-1 1 1,1-1-1,-1 0 1,1-3 80,3-21-19,-1 0 0,-1-1 1,-2 1-1,-1-1 0,-2-3 19,1-12-28,-1-12 514,-2 1 0,-8-29-486,-12-47 3580,47 316-1487,-13-57-1924,-6-60-231,7 26 62,-10-84-84,1 0-1,0 0 1,0-1 0,1 1-1,0-1 1,0 1 0,1-1 0,-1 0-1,5 5 85,-4-7-692,1 0 0,-1 0 0,1 0 0,0 0 0,0-1 0,0 0 1,3 1 691,22 10-8137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15619,'0'0'2337,"0"0"-233,0 0-93,0 0-584,23 6-581,3 2-523,1 1-1,16 7-322,-39-13 60,0-1 0,0 1 1,0 0-1,0 0 0,0 0 0,0 1 0,-1-1 0,1 1 0,-1 0 0,0 0 0,0 0 0,-1 0 0,1 0 0,-1 1 0,0-1 0,0 1 0,0 1-60,1 6 160,0 1-1,0-1 0,-1 1 1,-1 0-1,0 1-159,-1-12 19,1 8 25,0 0 0,-1 0 1,-1 0-1,0 0 0,0 0 1,0 0-1,-2-1 0,1 1 1,-1 0-1,0-1 0,-1 0 1,0 0-1,-1 0 0,0 0 1,0-1-1,-1 1 0,0-2 1,0 1-1,-1 0 0,0-1 1,-1-1-1,1 1 0,-1-1 1,0 0-1,-1-1 0,1 0 1,-1 0-1,0-1 0,-8 3-44,11-5-14,1 1 0,-1-1 0,0 0-1,0-1 1,0 1 0,0-1 0,0-1-1,0 1 1,0-1 0,0 0-1,0 0 1,0-1 0,-1 0 14,6 0-68,0 0 0,0 0 0,0 0 0,1 0 0,-1-1 0,0 1 1,1 0-1,-1-1 0,1 1 0,-1-1 0,1 1 0,0 0 0,0-1 0,-1 1 0,1-1 0,0 1 0,0-1 0,0 1 1,1-1-1,-1 1 0,0 0 0,0-1 0,1 1 0,-1-1 0,1 1 0,-1 0 0,1-1 68,2-7-920,1 0 0,-1 1 0,1-1-1,1 1 1,0 0 0,0 0 0,0 0 0,1 1-1,3-4 921,28-26-10592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17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14683,'0'0'2995,"0"0"-851,0 0-484,0 0-596,0 0 56,-21 27 31,-68 91-108,80-104-925,0 0-1,1 0 1,1 1-1,0 0 1,1 0-1,0 1 1,1 0-1,1 0 1,1 0 0,0 0-1,1 1 1,1-1-1,0 1 1,1 0-1,1 0-117,-1-13 4,0 0 0,1 0-1,-1 0 1,1-1 0,-1 1 0,1 0-1,0-1 1,1 1 0,-1-1 0,1 1-1,-1-1 1,1 0 0,0 1 0,0-1-1,1 0 1,-1 0 0,0-1 0,1 1-1,1 1-3,1 0 21,1-1-1,-1 1 1,1-1-1,-1 0 0,1 0 1,0-1-1,0 0 0,0 0 1,1 0-1,-1-1 0,2 1-20,5-1-113,0 1 0,1-2 0,-1 0 0,0 0 0,0-1-1,0-1 1,0 0 0,0-1 0,0 0 0,0-1 0,7-4 113,23-14-2338,-15 5-2651,-5 2-3468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4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12915,'0'0'3881,"0"0"-2809,0 0 888,0 0-255,0 0-937,73-19-192,-28 12-40,-2-3 56,0 3-592,0-1 72,-3 8-72,-5 0-104,-5 0-976,-17 8-1345,-13 9-1631,0-3-4466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4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14419,'0'0'1920,"0"0"-1271,0 0 1271,0 0-1120,158 7-560,-123 7-240,-3 10-144,-5 1-2072,-8-9-9315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4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15667,'0'0'3009,"0"0"-1537,0 0-535,0 0-289,0 0 584,24 164 168,-21-96-304,-3 2-407,0-5-345,0-7-144,0-10-152,0-11-48,0-11 96,3-11-192,2-8-608,6-7-809,-3-3-2320,0-18-3632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4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 15371,'0'0'2886,"0"0"-1047,0 0-484,0 0-796,0 0-440,-6 14 81,-14 27 219,-2-1-1,-2-1 1,-25 30-419,21-32 58,1 2 1,-3 9-59,24-37 16,0 1 1,0-1 0,1 1 0,0 1-1,1-1 1,1 1 0,0-1 0,1 1-1,0 0 1,0 6-17,3-19 15,-1 1 0,0 0-1,1 0 1,-1-1 0,1 1 0,0 0-1,-1-1 1,1 1 0,-1 0 0,1-1-1,0 1 1,0-1 0,-1 1 0,1-1-1,0 0 1,0 1 0,0-1 0,-1 0-1,1 1 1,0-1 0,0 0 0,0 0-1,0 0 1,0 0 0,-1 0 0,1 0-1,0 0 1,0 0 0,1 0-15,37 0 506,-28-1-340,63-2 461,17-5-627,4 0-1064,-2 6-4659,-60 4-115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49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344 112 3593,'0'0'6262,"0"0"-3768,0 0-1068,0 0-447,0 0-635,0 0-285,0-37 5284,0 33-5274,0-1 0,0 0 0,-1 1 0,0-1 0,0 1 0,0-1 0,0 1 1,-1-1-1,1 1 0,-1 0 0,-2-2-69,3 4 24,0 1 1,0-1 0,0 1-1,0-1 1,-1 1 0,1 0-1,0 0 1,-1 0-1,1 0 1,-1 0 0,1 0-1,-1 0 1,0 0 0,1 1-1,-1-1 1,0 1 0,0-1-1,0 1 1,1 0 0,-1-1-1,0 1 1,0 0 0,0 0-1,1 0 1,-1 1 0,0-1-1,0 0 1,0 1 0,1-1-1,-1 1 1,0-1 0,0 2-25,0-1 5,0 0 0,0 1 1,0-1-1,0 1 0,0 0 0,0-1 1,0 1-1,1 0 0,-1 0 1,1 0-1,0 0 0,-1 1 1,1-1-1,0 0 0,0 1 0,0-1 1,1 0-1,-1 1 0,1-1 1,-1 3-6,-7 52 23,6-20-17,2 0 0,1 0 0,1 0 0,3 0 0,1-1 0,3 8-6,23 84 566,4 57-566,-29-136 264,-2 1 0,-2 0 0,-2 1 0,-3-1 0,-3 17-264,1-47 157,0 1 0,-1-2 0,-1 1 0,-1-1 0,-1 0 0,-1 0 1,0-1-1,-2 0 0,-11 16-157,13-21 88,-1-1 0,0 0 1,-1 0-1,0-1 0,-1 0 1,0-1-1,-1 0 0,0-1 0,-1 0 1,1-2-1,-2 1 0,1-2 1,-2 1-89,10-5-212,1 0 0,-1-1 0,0 0 1,1 0-1,-1 0 0,0-1 0,0 0 0,0 0 212,5 0-121,0 0 0,-1 0-1,1 0 1,0 0-1,0-1 1,0 1 0,0 0-1,0-1 1,0 1 0,0-1-1,-1 1 1,1-1-1,0 1 1,1-1 0,-1 0-1,0 1 1,0-1 0,0 0-1,0 0 1,0 0-1,1 0 1,-1 1 0,0-1-1,1 0 1,-1 0 0,1-1-1,-1 1 1,1 0-1,0 0 1,-1 0 0,1 0-1,0 0 1,0 0 0,-1 0-1,1-1 1,0 1-1,0 0 122,0-7-6873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49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27 337 14459,'0'0'1635,"0"0"-295,-4 22 286,-4 7-1192,4-14-258,1 1 0,0 0 0,0 0 1,2 1-1,0-1 0,1 4-176,0-17 26,1-1 1,-1 0-1,0 1 0,1-1 0,0 1 0,-1-1 1,1 0-1,0 1 0,0-1 0,0 0 1,1 0-1,-1 0 0,0 0 0,1 0 1,-1 0-1,1 0 0,0-1 0,0 1 1,0 0-1,-1-1 0,1 1 0,1-1 1,-1 0-1,0 0 0,0 0 0,0 0 0,1 0 1,-1 0-1,0-1 0,1 1 0,-1-1 1,1 1-1,-1-1 0,1 0 0,-1 0 1,0 0-1,2-1-26,1 1 62,-1 0 1,1 0-1,0 0 1,0-1-1,-1 0 1,1 0-1,-1 0 1,1 0-1,-1-1 1,1 0-1,-1 0 1,0 0-1,0-1 0,0 1 1,0-1-1,0 0 1,0 0-1,-1 0 1,2-3-63,-2 2 142,0 0 0,0 0 0,-1-1 0,0 1 1,0-1-1,0 1 0,-1-1 0,0 0 0,0 0 0,0 0 0,0 1 1,-1-1-1,1 0 0,-1 0 0,0 0 0,-1 0 0,0 0 0,1 0 0,-1 0 1,-1 0-1,0-3-142,-5-9 211,-1 1 1,-1-1-1,0 1 0,-1 1 1,-5-6-212,6 9-264,0-1 1,1 0-1,1 0 1,0 0-1,1-1 0,-4-12 264,7 17-717,1 0 0,1 0 0,0-1 0,0 1 0,1 0-1,0 0 1,0 0 0,1-1 0,1 1 0,-1 0 0,1 0 0,1 0-1,0 1 1,0-1 0,1 1 0,1-3 717,23-42-9414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9642,'0'0'3974,"0"0"-1397,0 0-491,0 0-117,23-8-658,74-22-565,-93 28-714,-1 1 0,0 1 1,0-1-1,0 0 0,0 1 1,1 0-1,-1 0 0,0 0 1,0 0-1,1 0 0,-1 0 0,0 1 1,0 0-1,0 0 0,0 0 1,2 0-33,-3 0 43,-1 1 1,1-1-1,0 0 1,-1 0-1,1 1 1,-1-1-1,0 1 0,1 0 1,-1-1-1,0 1 1,0 0-1,0 0 1,0-1-1,0 1 1,-1 0-1,1 0 1,0 0-1,-1 2-43,2 4 233,-2 1 0,1-1 0,-1 0 0,-1 1 0,1-1 0,-1 1-1,-1-1 1,0 0 0,0 1-233,-4 6 189,0 0 0,-1 0 0,0-1 0,-2-1-1,1 1 1,-2-1 0,0-1 0,-6 7-189,1-2 79,2 1-1,0 1 1,-11 19-79,24-37 6,0-1-1,0 0 0,0 1 1,0-1-1,0 0 1,0 1-1,0-1 1,0 0-1,0 1 0,0-1 1,0 0-1,0 1 1,0-1-1,0 1 1,0-1-1,0 0 0,0 1 1,0-1-1,0 0 1,0 1-1,1-1 0,-1 0 1,0 0-1,0 1 1,0-1-1,1 0 1,-1 1-1,0-1 0,0 0 1,1 0-1,-1 1 1,0-1-1,1 0 1,-1 0-1,0 0 0,1 0 1,-1 1-1,0-1 1,1 0-1,-1 0 0,0 0 1,1 0-1,-1 0-5,27 4 268,30-6 27,-31 0-338,0-1-179,1 1 0,18 2 222,-36 1-636,0 0-1,-1 0 1,1 1 0,0 0 0,-1 0 0,1 1-1,-1 0 1,0 1 0,8 4 636,14 9-6515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12755,'0'0'2208,"0"0"-102,24 10-791,4 1-1003,-1 2 0,19 12-312,-42-23 61,-1 1 0,1 0 0,0 1 0,-1-1 1,0 1-1,0 0 0,0-1 0,0 1 0,0 1 0,-1-1 0,0 0 0,0 1 0,0-1 0,0 1 1,-1-1-1,0 1 0,0 0 0,0-1 0,0 2-61,0 7 347,-1 0 0,0 0 0,-1 0 1,0 0-1,-2 6-347,1-10 220,-1 1 1,0 0-1,-1-1 1,0 0-1,0 1 0,-1-2 1,0 1-1,-1 0 1,0-1-1,0 0 1,0-1-1,-1 1 1,-1-1-1,1-1 1,-1 1-1,0-1 0,-1-1 1,1 1-1,-7 2-220,-2 1 87,1-1 0,-1-1-1,-1 0 1,1-1-1,-1-1 1,0 0-1,0-2 1,-1 0 0,1-1-1,-7-1-86,24-1-12,0 0 0,0 0 0,0 0 0,1 0 0,-1-1 0,0 1 0,0 0 0,1 0-1,-1-1 1,0 1 0,1-1 0,-1 1 0,0 0 0,1-1 0,-1 0 0,1 1 0,-1-1 0,1 1 0,-1-1 0,1 1 0,-1-1 0,1 0 0,-1 0-1,1 1 1,0-1 0,0 0 0,-1 1 0,1-1 0,0 0 0,0 0 0,0 0 0,0 1 0,0-1 0,0 0 0,0 0 0,0 0 12,0-1-118,0-1 0,0 0 0,0 1 0,1-1 1,-1 0-1,1 1 0,0-1 0,-1 1 1,1-1-1,0 1 0,1-1 0,-1 1 0,0-1 118,12-11-1614,0 0 0,0 1 1,1 0-1,1 1 0,6-5 1614,30-18-7834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12587,'0'0'3594,"0"0"-1479,-25 8 111,-78 27-662,95-30-1432,0-1 0,0 1-1,0 1 1,1-1 0,0 1 0,0 1-1,0-1 1,1 1 0,0 1 0,0-1-1,1 1 1,-1 0 0,2 0 0,-1 0-1,1 1 1,1-1 0,-1 2-132,1-2 157,-2 4-66,0 0 0,1 0 0,0 0 1,1 0-1,1 1 0,0-1 0,1 1 1,0-1-1,1 1 0,0 0 0,1-1 0,0 4-91,0-13 4,0-1-1,0 1 0,-1 0 0,1-1 0,1 1 0,-1-1 1,0 1-1,1-1 0,-1 1 0,1-1 0,0 0 0,0 0 1,0 0-1,0 0 0,0 0 0,0 0 0,0-1 0,1 1 0,0 0-3,3 1-10,0 0-1,1 0 0,-1-1 1,1 0-1,0 0 0,-1-1 1,1 0-1,3 0 11,6 1-447,1-2 0,-1 0 1,0-1-1,1 0 0,-1-2 1,8-1 446,28-18-4349,-5-4-2820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1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12347,'0'0'2958,"0"0"-1005,0 0-556,0 0-465,24 4-643,-24-4-289,23 5 75,0 0 0,0 1 1,3 2-76,-24-7 20,-1 0-1,1 1 1,0-1 0,0 0 0,0 1 0,-1-1 0,1 1 0,-1 0 0,1-1 0,-1 1 0,0 0-1,0 0 1,0 0 0,0 0 0,0 0 0,0 0 0,0 0 0,-1 0 0,1 1 0,-1-1 0,1 0 0,-1 0-1,0 1 1,0-1 0,0 0 0,0 0 0,0 1 0,-1-1-20,1 5 234,-1 1 0,-1-1-1,1 1 1,-1-1 0,-1 0 0,-2 6-234,-2-1 288,0 0-1,-1-1 1,0 0-1,-1 0 1,-6 6-288,-32 42 519,44-54-477,0-1 1,0 1 0,1 0-1,0 0 1,0 0 0,0 1-1,1-1 1,0 0 0,0 1-1,0-1 1,0 0 0,1 1-43,1-5 45,-1 0 0,1-1 1,0 1-1,0 0 1,-1-1-1,1 1 0,0-1 1,0 1-1,0-1 1,0 1-1,0-1 1,0 0-1,0 1 0,0-1 1,0 0-1,0 0 1,0 1-1,0-1 0,0 0 1,0 0-1,0 0 1,0 0-1,0-1 0,0 1-45,36 0 338,-29 0-282,30-1-255,-10 0 98,0 2 0,0 0-1,6 3 102,-24-2-1107,-1 0-1,1 0 0,-1 1 1,0 1-1,0-1 0,8 6 1108,3 3-6814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249 394 9210,'0'0'1856,"0"0"689,0 0-631,0 0-723,0 0-85,0 0-111,-25-5-4,-79-18-77,101 23-858,-1-1 1,1 0 0,-1 1-1,1 0 1,-1 0-1,0 0 1,1 0-1,-1 1 1,1-1 0,-1 1-1,1 0 1,-1 0-1,1 0 1,0 0 0,-1 1-1,1 0 1,0-1-1,0 1 1,0 0-1,0 0 1,0 1 0,1-1-1,-1 1 1,1-1-1,-1 1 1,1 0 0,0 0-1,0 0 1,0 0-1,0 0 1,1 0-1,-1 1-56,-2 8 138,0-1-1,1 1 0,0 0 0,0 0 1,2 0-1,-1 0 0,2 7-137,-2-5 107,2 1 0,0-1 0,1 1 0,0-1 0,1 1 0,1-1 0,2 7-107,-3-16 16,0 1 1,0-1-1,1 0 0,-1 0 0,1-1 0,0 1 0,1-1 0,-1 1 0,1-1 0,0 0 0,0 0 0,0-1 0,1 1 0,-1-1 1,1 0-1,0 0 0,0 0 0,0-1 0,0 0 0,5 2-16,-2-1 6,1 0 0,-1-1 0,1 0 0,-1 0 0,1-1 0,0 0 0,0 0 0,0-1 0,-1 0 0,1-1 0,0 0 0,0 0 0,-1-1 0,1 0 0,-1-1 0,6-2-6,-7 2-11,0-1 0,0-1 0,0 1-1,-1-1 1,0 0 0,0 0 0,0-1 0,0 0-1,-1 0 1,0 0 0,-1-1 0,1 1 0,-1-1-1,0 0 1,-1-1 0,0 1 0,0-1 0,1-4 11,3-13-74,-1-1 0,-2 0 1,0 0-1,-1 0 1,-2-11 73,-5-133-269,2 137 648,-2 0-1,-1 1 1,-1 0-1,-2 0 0,-1 0 1,-1 1-1,-8-13-378,15 116 1012,11 27-929,5 1 0,12 41-83,-21-123-334,1 0 1,0-1 0,2 0-1,0 0 1,1 1 333,31 44-6394,-10-30-4728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14891,'0'0'2995,"0"0"-443,0 0-993,23-1-855,72 4-512,-92-2-170,0-1 1,0 1-1,0 0 1,0 0-1,0 0 1,0 0-1,0 0 1,0 1-1,-1-1 1,1 1-1,-1 0 1,1 0-1,-1 0 1,0 0-1,0 0 0,0 0 1,0 1-1,0-1 1,0 1-1,0-1 1,-1 1-1,1 0 1,-1 0-23,2 5 122,-1-1 1,0 1-1,0-1 1,-1 1 0,0 0-1,0 7-122,-1-7 117,-1-1 1,1 1-1,-1 0 0,-1-1 1,1 1-1,-2-1 0,1 1 1,-1-1-1,0 0 0,0 0 0,-1 0 1,1 0-1,-2-1 0,1 1 1,-1-1-1,0 0 0,0-1 1,-1 1-1,0-1 0,0 0 1,0 0-1,0-1 0,-4 2-117,-3 3-22,-1-2 0,1 0 0,-1-1-1,0 0 1,0-1 0,-1 0 0,0-2 0,1 1-1,-1-2 1,0 0 0,-13 0 22,27-2-60,0 0-1,0 0 1,0 0-1,0-1 1,1 1 0,-1 0-1,0 0 1,0-1-1,0 1 1,1 0 0,-1-1-1,0 1 1,1-1-1,-1 1 1,0-1 0,1 1-1,-1-1 1,1 1-1,-1-1 1,0 0 0,1 1-1,0-1 1,-1 0 0,1 1-1,-1-1 1,1 0-1,0 0 1,-1 0 0,1 1-1,0-1 1,0 0-1,0 0 1,0 0 0,0 1-1,0-1 1,0 0 60,4-35-3575,12 7-1352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2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14107,'0'0'2855,"0"0"-518,0 0-746,0 0-687,0 0-223,-27 17 242,-87 63 272,106-72-1087,-1-1 0,1 2-1,0-1 1,1 1-1,0 0 1,0 1 0,1-1-1,0 1 1,1 1-1,0-1 1,1 1 0,0 0-1,0 0 1,1 0 0,1 0-1,0 0 1,0 1-1,1-1 1,1 1 0,0 3-108,-1-11 7,1 0 1,0 0-1,0 0 0,0 0 1,0 0-1,0 0 1,1 0-1,0 0 1,0 0-1,0 0 0,0 0 1,0-1-1,1 1 1,0 0-1,0-1 1,0 1-1,0-1 0,0 0 1,1 0-1,-1 1 1,1-2-1,0 1 1,0 0-1,0-1 0,1 1 1,-1-1-1,0 0 1,1 0-1,-1 0 0,1 0 1,0-1-1,0 0 1,0 1-1,-1-1 1,1-1-1,0 1 0,1 0-7,15 3-177,0-1 0,0-1 0,1-1 0,-1 0 0,0-2 0,0 0 0,14-3 177,23-9-3222,-2-5-3314,-9-2-6982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15211,'0'0'3873,"0"0"-2345,0 0 49,0 0-1145,0 0-328,0 0 32,156-7-272,-124 7 136,0 0-1040,-10 0-1553,-9 0-3152</inkml:trace>
  <inkml:trace contextRef="#ctx0" brushRef="#br0" timeOffset="1">14 222 10906,'0'0'1233,"0"0"-849,142-4-384,-88-1-1641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3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14931,'0'0'4521,"0"0"-2576,0 0 439,0 0-1608,0 0-728,0 0 96,0 0-32,-6 172-56,6-112 64,6-4-120,-4-5 8,-2-10-8,3-7-96,8-8-1184,0-11-2617,-3-13-1528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11226,'0'0'4801,"0"0"-2673,0 0 15,0 0-808,0 0-1030,-10 12-217,-34 44 514,2 2-1,3 2 0,-21 43-601,58-99 35,0 1 0,0 0 0,0 0 0,1 0 0,0 0-1,0 0 1,0 0 0,0 0 0,1 0 0,0 1 0,0-1 0,0 0-35,1-3 60,-1 0 0,1 0 0,0-1 0,-1 1-1,1 0 1,0-1 0,0 1 0,0 0 0,0-1 0,1 1 0,-1-1 0,0 1 0,1-1 0,-1 0 0,0 0 0,1 0 0,0 0 0,-1 0 0,1 0 0,0 0 0,-1 0 0,1 0 0,0-1 0,0 1 0,0-1 0,0 1 0,-1-1 0,1 0 0,0 0 0,0 0 0,0 0 0,1 0-60,46 1 432,-1-2 1,8-2-433,98-15-6476,-88 10 263,-15 1-2762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10898,'0'0'2816,"0"0"-445,0 0-680,0 0-675,0 0-238,23-10 368,78-27-201,-93 35-846,-1 0 0,1 0 1,0 1-1,0 0 0,0 0 1,0 0-1,0 1 0,-1 1 0,1-1 1,0 1-1,6 2-99,-9-1 29,0-1 0,0 1-1,0 0 1,-1 0 0,1 1-1,-1 0 1,1 0 0,-1 0 0,0 0-1,0 0 1,0 1 0,-1 0-1,1 0 1,-1 0-29,2 3 22,0 1 1,-1-1-1,0 1 0,-1 0 0,0 1 1,0-1-1,0 0 0,-1 1 0,-1-1 0,1 1 1,-1 0-1,-1 0 0,0-1 0,0 1 1,-1 0-1,0 0 0,-1 4-22,0-6 43,0 0 0,-1 0 0,0-1 0,-1 1 0,1-1 0,-1 0 0,0 0 0,-1 0 0,1-1 0,-1 1 0,0-1 0,-1 0 0,1-1 0,-1 1 0,0-1 0,0 0 0,0-1 0,-1 1 0,-1-1-43,-4 4 9,-1-1 1,0-1 0,-1 0-1,1-1 1,-1 0-1,0-1 1,0-1-1,0 0 1,-6 0-10,17-2-38,1 0 1,-1 0-1,1 0 1,0 0-1,-1-1 1,1 1-1,-1-1 1,1 1-1,0-1 1,-1 0-1,1 0 1,-1 0 37,2 0-62,1 0 0,-1 0 0,0 0 0,1 1 0,-1-1 0,1 0 0,0 0 0,-1 0 0,1 0 0,-1 0 1,1 0-1,0 0 0,0 0 0,0 0 0,0-1 0,0 1 0,0 0 0,0 0 0,0 0 0,0 0 0,0 0 0,0 0 0,1 0 1,-1 0-1,0 0 0,1 0 0,-1 0 0,1 0 0,-1 0 0,1 0 0,0 0 62,3-5-595,-1 1 1,1 0-1,1-1 0,-1 2 1,1-1-1,-1 0 0,1 1 1,1 0-1,-1 0 0,4-2 595,30-18-6965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4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11570,'0'0'1674,"0"0"-144,0 0 60,0 0-626,-24 20 7,-81 70 214,94-81-976,1 1-1,1 0 0,-1 1 1,1 0-1,1 0 0,0 1 1,1 0-1,0 0 1,1 1-1,0 0 0,1 0 1,1 0-1,0 1 0,0-1 1,2 1-1,-2 8-208,4-18 18,0-1 0,0 1 0,0 0 0,0 0 1,0-1-1,1 1 0,-1 0 0,1-1 0,0 1 0,0-1 0,1 1 0,-1-1 0,1 1 0,0-1 0,0 0 0,0 0 0,0 0 0,0 0 0,1 1-18,2 0 29,0 0-1,0 0 1,0 0-1,1 0 1,-1-1-1,1 0 1,0 0-1,0-1 0,0 1 1,5 0-29,15 3-27,0-1-1,0-1 1,1-2-1,25 0 28,-51-2-2,12 0-299,12 2-1282,0-2 0,-1-1 0,1-1 0,21-5 1583,3-6-6651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5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40 1488,'0'0'10544,"0"0"-6991,0 0-2122,0 0-602,27-7-269,83-22-50,-107 28-491,0 1 1,0-1-1,0 1 0,0-1 1,0 1-1,0 0 1,0 0-1,0 0 1,0 0-1,0 1 0,0-1 1,-1 1-1,1 0 1,0 0-1,0 0 1,0 0-1,0 1-19,-1-1 5,-1 0 1,1 1-1,-1-1 0,1 1 1,-1-1-1,0 1 0,1 0 1,-1-1-1,0 1 0,0 0 0,0 0 1,-1 0-1,1 0 0,0 0 1,-1 0-1,1 0 0,-1 0 1,1 1-6,-1 3 78,0 0 0,0 0 0,0 0 0,0 0 1,-1 0-1,0 0 0,0 0 0,-1 0 0,0 0 1,0-1-1,0 1 0,-2 1-78,-2 2 169,-1 0-1,0 0 1,-1-1 0,0-1-1,-1 1 1,1-1 0,-1 0 0,-1-1-1,-4 3-168,-23 16 105,37-24-104,0-1-1,0 0 1,0 1 0,0-1-1,0 1 1,0-1-1,0 1 1,0-1 0,0 1-1,0-1 1,0 1 0,0-1-1,0 1 1,0-1 0,1 0-1,-1 1 1,0-1-1,0 1 1,0-1 0,1 0-1,-1 1 1,0-1 0,0 0-1,1 1 1,-1-1 0,0 0-1,1 1 1,-1-1-1,1 0 1,-1 1 0,0-1-1,1 0 1,-1 0 0,1 0-1,-1 0 1,1 1-1,-1-1 1,0 0 0,1 0-1,27 16 16,-16-10-13,-8-2 1,1-1-1,-1 1 1,0 1-1,0-1 1,0 1 0,-1-1-1,1 1 1,-1 0-1,0 0 1,-1 1 0,1-1-1,-1 0 1,0 1-1,0 0 1,-1-1 0,0 1-1,0 0 1,0 0-1,0 0 1,-1 4-4,-1-7 49,1-1 0,-1 1 0,0-1 0,0 0 0,0 0 0,0 1 0,-1-1 0,1 0 0,0 0 0,-1 0 0,0 0 0,1-1 0,-1 1 0,0 0 0,0-1 0,0 1 0,0-1 0,0 0 0,0 1 0,0-1 0,-1 0 0,1 0 0,0-1 0,-1 1 0,1 0 1,0-1-1,-1 1-49,-70 13 415,55-12-493,7-2-145,0 2 0,1-1 0,-1 1 0,0 1 0,-2 1 223,8-2-942,0 1 1,0-1-1,0 1 0,0 0 0,0 0 0,1 1 0,-3 2 942,-12 12-7721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5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14363,'0'0'2526,"25"0"-179,400-15 2772,-168-6-3629,-77 4-2314,44 7 824,-224 10-185,0 0 0,1 1 0,-1-1 0,1 0 0,-1 0 0,1 0 0,-1 0 0,0 0 0,1 0 0,-1 1 0,1-1 0,-1 0 0,0 0 0,1 0-1,-1 1 1,0-1 0,1 0 0,-1 1 0,0-1 0,1 0 0,-1 1 0,0-1 0,0 0 0,1 1 0,-1-1 0,0 0 0,0 1 0,0-1 0,0 1 0,1-1-1,-1 1 1,0-1 0,0 0 0,0 1 0,0-1 0,0 1 0,0-1 0,0 1 0,0-1 0,0 1 0,-1-1 0,1 0 0,0 1 0,0-1 0,0 1 0,0-1 185,-1 5-1773,1 9-8866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1:5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44 12779,'0'0'2992,"0"0"-424,0 0-339,0 0-934,0 0-789,28-6-276,2 0-168,17-5-17,1 2 1,0 3-1,4 1-45,-51 5-6,1-1 1,0 1-1,-1 0 1,1 0-1,0 0 1,-1 0-1,1 0 1,-1 1-1,1-1 1,-1 0-1,1 1 1,0-1-1,-1 1 1,1 0-1,-1-1 1,0 1-1,1 0 0,-1 0 1,0 0-1,1 0 1,-1 0-1,0 0 1,1 1 5,-2 0-9,1 0 0,0 0 1,-1 0-1,0 1 0,1-1 0,-1 0 1,0 0-1,0 0 0,0 1 1,0-1-1,-1 0 0,1 0 0,-1 0 1,1 1-1,-1-1 0,0 0 1,0 0-1,0 1 9,-3 4-1,0 1 0,0-1 0,0 1 0,-1-1 0,-1 0 1,1-1-1,-1 0 0,0 1 0,0-2 0,-4 3 1,-73 53 20,68-51-21,-19 11 1,-19 14 90,52-34 3,22-1 110,107-2-278,-126 3 49,1 0 0,-1-1-1,0 1 1,1 0 0,-1 0 0,0 0-1,0 1 1,0-1 0,0 1 0,0-1-1,0 1 1,0-1 0,0 1 0,-1 0-1,1 0 1,-1 0 0,1 0 0,-1 0-1,0 0 1,0 0 0,0 1 0,0-1-1,0 0 1,0 1 0,-1-1 0,1 0-1,-1 1 1,0-1 0,1 2 26,0 3-77,0 0 1,-1 0 0,1 0-1,-2 0 1,1 0-1,-1 0 1,0 0-1,0 0 1,0 0 0,-2 1 76,-1 0 7,0-1 1,0 0-1,-1 0 1,0 0-1,0-1 1,-1 1-1,0-1 1,0-1-1,0 1 1,-1-1-1,1 0 1,-1 0-1,-1-1 1,-1 1-8,-11 6 314,-1-1 0,0-1 0,0-1 0,-18 3-314,26-7 132,0-1-1,-1-1 0,1 0 1,-1 0-1,1-2 1,-4 0-132,13 0-27,1 0 0,0 0 0,-1 0 1,1-1-1,0 0 0,-1 0 0,1 1 0,0-2 1,0 1-1,0 0 0,0-1 0,0 1 0,0-1 1,0 0-1,1 0 0,-1 0 0,1 0 1,-1-1-1,1 1 0,0-1 0,0 1 0,0-1 1,0 0-1,0 0 0,1 0 0,-2-3 27,-24-71-8964,21 63 3472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1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72 8850,'0'0'2215,"0"0"332,0 0-189,0 0-406,0 0 10,0 0-69,-5-12-304,-17-36-612,12 36 416,3 16-1013,0 17-444,7-20 164,-13 69 577,3 0-1,3 0 0,2 69-676,-1-12 629,-31 511 441,32-577-828,-8 39-242,12-95 35,-24-4-1663,21 0 969,1 0-1,0 0 1,0 0 0,0 0 0,0 1-1,0-1 1,1 1 0,-1-1 0,0 1 0,1 0-1,-1 0 1,1 1 0,-2 1 659,-15 17-10325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3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 11330,'0'0'6106,"0"0"-5266,0 0 560,0 0-24,0 0-863,-156 125 63,119-81-72,4-3-264,6-5-232,6-9 64,5-8-72,8-7-792,-6-12-1569,6 0-1464,0-12-8025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15139,'0'0'3065,"0"0"-1977,0 0 600,0 0-599,0 0-169,0 0-112,80 140-312,-58-104-416,-4 3 0,-4 0-8,-6-10-128,-3 2 56,-2-4-800,2 4-1496,-2-4-1385,2-8-2609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13451,'0'0'2216,"0"0"-1143,0 0 223,0 0-800,0 0-496,158 8-280,-118 1-1120,-13 1-1185,-8-5-2600</inkml:trace>
  <inkml:trace contextRef="#ctx0" brushRef="#br0" timeOffset="1">73 194 14835,'0'0'3105,"0"0"-417,0 0-535,0 0-2153,140-29-72,-65 12-2129,-11 0-3880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4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21 13675,'0'0'3309,"0"0"-1804,0 0 702,0 0-924,-3 20-685,1-1-473,0 0 0,1 0 0,1 9-125,0-27 22,0 1-1,0-1 1,1 1 0,-1-1 0,1 1 0,-1-1 0,1 1 0,-1-1 0,1 1 0,0-1 0,0 0 0,-1 0 0,1 1 0,0-1 0,0 0 0,0 0 0,0 0 0,1 0 0,-1 0 0,0 0 0,0 0 0,1 0 0,-1 0 0,0-1 0,2 1-22,34 4 498,-29-5-389,8 1-32,0 0 1,-1-2-1,1 0 1,0-1 0,-1 0-1,0-1 1,13-5-78,-24 7-1,0 0 0,1-1 1,-1 0-1,0 0 0,-1 0 1,1 0-1,0-1 0,-1 0 0,1 1 1,-1-1-1,0-1 0,0 1 1,0 0-1,0-1 0,0 1 1,-1-1-1,0 0 0,0 0 1,0 0-1,0 0 0,0 0 0,-1 0 1,0-1-1,0 1 0,0 0 1,0-1-1,-1 1 0,0-1 1,0-1 0,0 4-5,0 0 0,-1 0 0,1 0 0,-1 0 0,0 0 0,0 0 0,0 0 0,0 0 0,0 1 0,0-1 0,0 0 0,0 1 0,-1-1 0,1 0 0,0 1 0,-1 0 0,0-1 0,1 1 0,-1 0 0,0 0 0,0 0 0,1 0 0,-1 0 0,0 0 0,0 1 0,0-1 0,0 0 0,0 1 1,0 0-1,0-1 0,0 1 0,-2 0 5,-12-2-469,-1 1 0,1 0 0,-16 2 469,15-1-870,-28 0-3214,11 0-3561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4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0 9514,'0'0'8074,"0"0"-6810,0 0 744,-142 111-815,101-55-441,7-3-432,9-4-248,7-11-72,4-9-200,-7-7-1736,5-10-2689,2-10-9547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18076,'0'0'3801,"0"0"-2849,0 0-16,0 0-184,0 0-392,94 140-24,-60-97-336,1-6-112,-2-6-864,4-4-1896,-10-8-2058,-5-12-10553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5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13659,'0'0'3793,"0"0"-2729,0 0-616,0 0-448,0 0-336,156 12-1832,-132 0-4642</inkml:trace>
  <inkml:trace contextRef="#ctx0" brushRef="#br0" timeOffset="1">89 196 5761,'0'0'9746,"0"0"-7745,0 0 39,0 0-1416,0 0-624,0 0-832,145-24-1176,-115 22-6314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11883,'0'0'1960,"0"0"-305,0 0 135,0 0-766,0 0-516,24-8-355,71-26-106,-91 32-46,1 1-1,-1 0 1,0 0 0,1 0-1,-1 1 1,1-1 0,0 1-1,0 0 0,-4 0 0,0 0 0,0 0 0,1 1 0,-1-1 0,0 0 0,0 0 0,0 1-1,0-1 1,0 1 0,0-1 0,0 1 0,0-1 0,0 1 0,-1 0 0,1-1-1,0 1 1,0 0 0,0 0 0,-1 0 0,1 0 0,0 2-1,0 0 0,0 0 0,0 0 0,0 0 0,-1 0 0,1 1 0,-1-1 0,0 0 0,0 0 0,0 1 0,-1-1 0,1 0 0,-1 1 1,0 14-2,1-10 5,-1 1 1,0 0-1,-1-1 0,0 0 1,0 1-1,0-1 0,-1 0 1,-1 0-1,1 0 0,-1 0 1,-1 0-4,-10 16 2,-2-1 0,-13 16-2,16-23 16,1 0 0,1 1 0,0 1-1,2 0 1,-6 13-16,15-30 13,0 0 0,1-1-1,-1 1 1,1 0 0,-1 0-1,1 0 1,0 0 0,-1 0 0,1 0-1,0 0 1,0 0 0,-1 0 0,1 0-1,0 0 1,0 0 0,0 0 0,0 0-1,1 0 1,-1 0 0,0 0-1,0 0 1,1 0 0,-1 0 0,0 0-1,1 0 1,-1 0 0,1 0 0,-1 0-1,1-1 1,-1 1 0,1 0-1,0 0 1,-1-1 0,1 1 0,0 0-1,0-1 1,0 1 0,-1 0 0,1-1-1,0 1 1,0-1 0,0 0-1,0 1 1,0-1 0,0 0-13,7 2 93,-1-2 1,0 1-1,1-1 1,-1 0-1,0-1 1,4 0-94,12 0 30,4 0-267,42 2-93,-38 8-2753,-5 10-4046,-18-9-1312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7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10322,'0'0'3033,"0"0"-809,0 0-599,0 0-993,0 0 672,0 0 745,38 17-489,-11-8-472,8-4-640,2 0-288,3-3-160,1 3 0,-4 5-1160,-2 2-1441,-8 2-1704,-16-2-4352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7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12019,'0'0'2432,"0"0"-848,0 0 641,0 0-753,0 0-640,0 0-416,159-12-416,-100 2 0,0-4-928,24-5-968,-13 4-2057,-11-2-9282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8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14803,'0'0'3145,"0"0"-241,0 0-95,0 0-1737,0 0-952,0 0 72,0 0 529,0 121-153,5-60-104,1-8-456,-1-5 128,3-7-136,0-12-8,0-12-552,6-17-977,-4 0-2167,1-10-977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8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15243,'0'0'2413,"0"0"-976,0 0-244,0 0-525,0 0-337,-18 20-74,-125 155 219,125-154-322,2 1 1,0 0-1,-3 9-154,14-22 73,1 0 0,0 0 1,0 1-1,1-1 1,0 1-1,1-1 0,0 1 1,0 0-1,1 0 0,0 6-73,2-15 65,-1 0-1,0 0 0,1-1 0,-1 1 0,1 0 1,-1 0-1,1-1 0,-1 1 0,1 0 1,0-1-1,-1 1 0,1 0 0,0-1 0,-1 1 1,1-1-1,0 1 0,0-1 0,-1 1 1,1-1-1,0 0 0,0 0 0,0 1 0,0-1 1,0 0-1,-1 0 0,1 0 0,0 0 0,0 0 1,1 0-65,34 3 542,-26-3-359,109 10 279,17 2-5273,-93-11-1079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8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12139,'0'0'4257,"0"0"-2625,0 0 584,0 0-783,0 0-193,170-24-176,-90 15-264,-2-1-256,-8 0-184,-16 5-263,-17 5-97,-15 0-257,-12 0-663,-10 0-792,0 10-985,-16 5 89,-5-13-5650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09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6729,'0'0'6805,"0"0"-4182,0 0-900,0 0-484,0 0-584,0 0 339,-2 13 211,-3 51 70,2-1 0,3 1 1,4 10-1276,3 91 371,-12 138-371,-4-209 53,-5 0 1,-6 12-54,3-26 27,4 1-1,4 0 0,1 44-26,15-124 276,19-3-144,0 0 0,0-2 0,0-1-1,7-4-131,78-12 183,84 9 165,-111 12-5755,-84-1 714,0-3-3287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1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32 12899,'0'0'1680,"0"0"-585,0 0 55,0 0-421,-6 21-145,-17 67 66,23-86-602,-1 0 0,0 0-1,1 0 1,0 0 0,-1 0 0,1 0 0,0 1 0,0-1 0,0 0 0,0 0 0,0 0 0,1 0 0,-1 0 0,1 0 0,-1 0-1,1 0 1,0 0 0,0 0 0,0 0 0,0 0 0,0-1 0,0 1 0,0 0 0,0-1 0,1 1 0,-1-1 0,1 1 0,-1-1-1,1 0 1,0 1 0,0-1 0,-1 0 0,1 0 0,0 0 0,0 0-48,6 1 221,-1 0 0,0-1 0,1 0 0,-1 0 0,1 0-1,-1-1 1,8-1-221,-5 1 209,4 0-35,0 0-1,0-1 1,0 0-1,-1-1 1,1-1-1,5-2-173,-16 4 74,1 0-1,-1 0 0,0-1 0,0 1 1,0-1-1,0 0 0,0 0 0,0 0 1,0 0-1,-1 0 0,1-1 1,-1 1-1,0-1 0,1 1 0,-1-1 1,0 0-1,-1 0 0,1 0 1,-1 0-1,1 0 0,-1-1 0,0 1 1,0 0-1,0-1 0,0 1 1,-1-1-1,1 1 0,-1-2-73,0-1 110,1 1 0,-1-1 0,0 0 0,-1 1 0,1-1 0,-1 1 0,0 0 0,-1-1 0,1 1 0,-1 0 0,0 0 0,0-1 0,-1 2 0,0-1 0,1 0 0,-2 0-110,1 2-50,-1-1-1,1 1 1,-1 1-1,0-1 1,1 0-1,-1 1 1,-1 0-1,1 0 1,0 0-1,0 0 1,-1 1-1,1 0 0,-1 0 1,1 0-1,-1 0 1,0 1-1,1-1 1,-1 1-1,-3 1 51,4-1-260,2 0-75,0-1 0,0 1 0,0 0 1,0 0-1,0 1 0,0-1 0,1 0 0,-1 1 0,0-1 0,0 1 0,0 0 0,0-1 1,1 1-1,-1 0 0,0 0 0,1 0 0,-1 0 335,-9 13-5732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1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47 0 12003</inkml:trace>
  <inkml:trace contextRef="#ctx0" brushRef="#br0" timeOffset="1">47 0 12003,'-3'141'1808,"3"-134"-1590,0-1 0,-1 0-1,0 0 1,0-1 0,-1 1 0,1 0 0,-1 0 0,-1-1 0,1 1-1,-2 1-217,-5 14 1036,4-5-749,1 0-1,1 0 1,1 0-1,0 0 1,1 0 0,0 0-1,2 1 1,0 3-287,-1-16 50,1 1 0,-1-1 0,1 0-1,0 1 1,0-1 0,0 0 0,1 0 0,-1 0 0,1 0 0,0 0 0,0 0-1,1-1 1,-1 1 0,1-1 0,0 1 0,-1-1 0,2 0 0,-1 0-1,0 0 1,0-1 0,1 1 0,0-1 0,-1 0 0,1 0 0,0 0 0,0 0-1,0 0 1,0-1 0,1 0 0,-1 0 0,0 0 0,1-1-50,9 2 169,0-1 0,0-1-1,0 0 1,0-1 0,0-1 0,-1 0 0,1-1 0,5-2-169,-15 4 62,0 0-1,0-1 1,0 1 0,0-1 0,0 0 0,0 0-1,0-1 1,0 1 0,-1-1 0,1 1-1,-1-1 1,0 0 0,0-1 0,0 1-1,0-1 1,-1 1 0,1-1 0,-1 0 0,0 1-1,0-1 1,0 0 0,-1-1 0,1 1-1,-1 0 1,0 0 0,0-1 0,-1 1-1,1-2-61,-1 1 112,0 1 0,0 0 0,0 0 0,0-1 0,-1 1 0,1 0 0,-1 0 0,-1-1-1,1 1 1,0 0 0,-1 0 0,0 0 0,0 1 0,0-1 0,0 0 0,-1 1 0,-2-4-112,1 3-46,-1 1 0,1-1 0,-1 1 0,1 0 0,-1 0 0,0 1 0,0-1 0,-1 1 0,1 0 0,0 0 0,-1 1 0,1 0 0,-1 0 0,-2 0 46,-59-2-4086,46 4 539,-17-1-7656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1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14659,'0'0'2169,"0"0"-441,0 0 2457,0 0-3177,180 15-200,-107-15-96,-3 0-320,-6-5-271,-8-5-121,-10 8-105,-11 2-903,-8 0-824,-3 0-801,-5 0-1248,-8 0-2992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1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9098,'0'0'3743,"0"0"-949,0 0-841,0 0-865,0 0-173,2-8 277,-1 6-1173,-1-1 90,1 1 0,0-1 1,0 0-1,0 1 0,0-1 0,0 1 0,1-1 0,-1 1 0,1-1 0,0 1 0,-1 0 0,1 0 0,0 0 0,0 0 1,1 0-1,-1 0 0,0 1 0,1-1 0,-1 1 0,1-1 0,-1 1 0,1 0 0,-1 0 0,1 0 0,0 0 0,2 0-109,10-4 13,0 1-1,1 1 0,-1 0 0,1 1 0,0 0 0,-1 2 0,1-1 1,0 2-1,15 2-12,-29-2-5,1 1 1,0-1 0,-1 0-1,1 1 1,0 0-1,-1 0 1,0 0 0,0 0-1,1 0 1,-1 0 0,0 0-1,-1 1 1,1-1-1,0 1 1,-1-1 0,1 1-1,-1 0 1,0-1-1,0 1 1,0 0 0,0 0-1,0 0 1,-1 0 0,1 0-1,-1 0 1,0 0-1,0 0 5,1 5-10,-1-1 0,0 1-1,0 0 1,-1 0-1,0-1 1,0 1-1,0 0 1,-1-1-1,-1 1 1,0 1 10,-4 4-43,-1 0 0,-1-1-1,0 0 1,0 0 0,-1-1 0,0 0 0,-1-1-1,0 0 1,-1-1 0,-1 0 43,13-10-35,0 1 0,-1-1 0,1 0 0,-1 1-1,1-1 1,0 0 0,-1 0 0,1 1 0,0-1 0,0 0 0,0 0 0,0 0 0,0 1 0,-1-1-1,1 0 1,1 0 0,-1 0 0,0 1 0,0-1 0,0 0 0,0 0 0,1 1 0,-1-1 0,0 0-1,1 0 36,0-2-11,1 0-1,-1 1 0,1-1 0,0 1 1,0-1-1,0 1 0,0 0 0,0 0 1,1 0-1,-1 0 0,1 0 0,-1 1 1,1-1-1,0 1 0,0-1 0,0 1 1,-1 0-1,1 0 0,0 0 0,0 1 1,1-1 11,-2 1-10,0-1 0,0 1 0,0 0 1,-1 0-1,1 0 0,0 0 0,0 0 0,0 0 1,0 0-1,0 1 0,0-1 0,0 1 1,-1-1-1,1 1 0,0 0 0,0 0 1,-1 0-1,1 0 0,0 0 0,-1 0 1,1 0-1,-1 0 0,1 1 0,-1-1 0,0 1 1,0-1-1,0 1 0,0-1 0,0 1 1,0 0-1,0-1 0,0 1 0,0 0 1,0 1 9,0 2 28,1 1 0,-1-1 0,0 0 0,0 1 0,0 0 0,-1-1 0,0 1 0,0-1 0,-1 1 0,1 0 0,-1-1 0,-1 1 0,1-1 0,-1 0 0,1 1 0,-1-1 0,-1 0 0,1 0 0,-1 0 0,0 0 0,0-1 0,-1 1 0,1-1 0,-1 0 0,0 0 0,0 0 0,0 0 1,-1-1-29,-10 8 231,0-1 0,-1 0 0,-1-2 0,0 1 0,0-2 1,0-1-1,-19 5-231,29-9 28,0-1-1,-1 1 1,1-2 0,-1 1 0,1-1 0,-1 0-28,7 0-6,1-32-7984,7 16-419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18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14723,'0'0'1993,"0"0"-929,0 0 1368,0 0-743,0 0-1081,174 4-16,-120-4-192,-9 5-232,6 0-168,-16 2-1088,-10-2-4185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4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105 108 14475,'0'0'2842,"0"0"-241,0 0-160,0 0-619,0 0-590,-7 0-437,4 0-750,0 0 0,1 0-1,-1 0 1,0 1 0,0 0-1,1-1 1,-1 1-1,1 0 1,-1 0 0,0 0-1,1 1 1,0-1 0,-1 1-1,1-1 1,0 1 0,0 0-1,-1 0-44,-2 4 87,1-1-1,0 0 0,0 1 1,0 0-1,1 0 0,0 0 1,0 0-1,0 1-86,-1 2 91,1 1 0,0 0 0,0 0 0,1 0 0,0 0 0,1 1-1,0-1 1,1 0 0,0 4-91,0-11 6,0 0 0,1 0-1,-1 0 1,0 0 0,1 0-1,0 0 1,0 0-1,0 0 1,0 0 0,0 0-1,1-1 1,-1 1 0,1 0-1,-1-1 1,1 1 0,0-1-1,0 0 1,0 0-1,1 0 1,-1 0 0,0 0-1,1 0 1,-1 0 0,1-1-1,0 1 1,0-1 0,-1 0-1,1 0 1,0 0-1,0 0 1,0 0 0,1-1-6,6 2 10,-1-2 1,1 1 0,0-1-1,-1-1 1,1 0 0,0 0-1,-1-1 1,1 0 0,-1-1-1,0 0 1,0 0 0,0-1-1,0 0 1,5-4-11,-8 5 3,0-1 1,0 0-1,-1 0 1,0-1-1,0 1 1,0-1-1,0 0 0,-1-1 1,0 1-1,0-1 1,0 0-1,-1 0 1,0 0-1,0 0 1,0 0-1,-1-1 0,0 1 1,0-1-1,-1 0 1,0 0-1,0-1-3,0 0 18,-2-1 0,1 1 0,-1-1 0,-1 1 0,0-1 0,0 1 0,0 0 0,-1 0-1,0 0 1,-1 0 0,1 0 0,-2 1 0,1 0 0,-1 0 0,0 0 0,-1 0 0,1 1 0,-1 0 0,0 0 0,-1 0 0,0 1 0,0 0-1,0 0 1,0 1 0,-3-1-18,4 2-113,0 0-1,0 0 1,0 1-1,-1 0 1,1 0 0,0 1-1,-1 0 1,0 0-1,1 0 1,-1 1-1,0 0 1,1 0-1,-7 1 114,13-1-129,-1 1-1,0-1 0,0 0 0,0 1 0,0-1 1,1 1-1,-1-1 0,0 1 0,0-1 1,1 1-1,-1 0 0,0-1 0,1 1 0,-1 0 1,1-1-1,-1 1 0,1 0 0,-1 0 1,1 0-1,-1-1 0,1 1 0,0 0 1,0 0-1,-1 0 0,1 0 0,0 0 0,0 0 1,0 0-1,0-1 0,0 1 0,0 1 130,3 29-7546,9-11-4079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5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14163,'0'0'3486,"0"0"-1091,0 0 265,0 0-865,0 0-1058,0 0-218,-6 0 280,3 0-732,6 0 130,11 0-158,-1 0 0,1 2 0,-1-1 0,0 2 0,1 0 0,-1 0 0,-1 1 0,1 1 0,0 0 0,-1 1 0,8 5-39,-18-9 2,0 0 1,0 1-1,0-1 0,0 1 0,-1-1 0,1 1 0,-1 0 1,1-1-1,-1 1 0,0 0 0,0 0 0,-1 0 1,1 0-1,0 0 0,-1 0 0,0 3-2,2 55 180,-3-42-119,1 19 113,1 90 236,-5 0 0,-22 126-410,-48 331 878,54-396-825,17-86-18,3-70 187,-2-36-207,-1 0 1,1 0-1,-1 0 1,0 0-1,1 1 1,-1-1-1,-1 1 1,1 0-1,0 0 0,0 0 1,-1 0-1,-2 0-15,-23-3-776,-1 2 0,0 1 0,1 1 0,-1 2 0,-15 2 776,24-2-1718,-22 3-4922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7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13587,'0'0'3735,"0"0"-1325,0 0-120,0 0-1003,0 0-850,-1 22 120,-3 231 887,4-137-4542,0-115 693,1-4-1221,3-9-3286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8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10 6313,'0'0'2058,"0"0"487,0 0-17,0 0-643,0 0-422,0 0 4,-14 0 4,-45 2-120,56-1-1257,-1 0 0,1 0 0,0 0 0,0 1 1,0-1-1,0 1 0,0 0 0,0-1 0,0 1 1,0 1-1,1-1 0,-1 0 0,1 1 1,0-1-1,-1 1 0,1-1 0,0 1 0,1 0 1,-1 0-1,0 0 0,1 0 0,0 1 0,0-1 1,-1 3-95,-1 6 145,0-1 1,1 1-1,0 0 1,1 0-1,0 6-145,0-11 31,1-1 0,0 1 0,0-1 0,1 1 0,0-1-1,0 1 1,0-1 0,2 6-31,-1-9 5,-1-1 0,0 0 0,1 0 0,0 0 0,-1 0 0,1 0 0,0 0 0,0-1 0,0 1 0,0 0 0,0-1 0,0 0 0,1 1 0,-1-1 0,0 0 0,1 0 0,-1 0 0,1-1 0,-1 1 0,1-1 0,-1 1 0,1-1 0,1 0-5,9 2 17,0-1 1,1 0-1,-1-1 1,1-1-1,-1 0 1,0-1-1,0 0 1,1-1-1,-1 0 1,-1-1 0,1-1-1,4-2-17,-12 4 19,1 1 0,-1-1 0,1-1 0,-1 1 0,0-1 0,-1 0 0,1 0 0,0 0 0,-1-1 0,0 0 0,0 1 0,-1-2 0,1 1 0,-1 0 0,0-1 0,-1 1 0,1-1 0,-1 0 1,0 0-1,0 0 0,-1 0 0,0 0 0,0 0 0,0 0 0,-1 0 0,0 0 0,0-2-19,-1 4 30,0 0 0,1 0 0,-2 1 0,1-1 1,0 0-1,-1 1 0,1-1 0,-1 1 0,0 0 1,0-1-1,-1 1 0,1 0 0,0 0 0,-1 0 0,0 1 1,0-1-1,0 1 0,0-1 0,0 1 0,0 0 1,-1 0-1,1 1 0,-1-1 0,1 1 0,-1-1 1,0 1-1,1 0 0,-1 1 0,0-1 0,0 0 0,-2 1-30,-1-1-272,0 1-1,0-1 0,0 1 1,0 1-1,1-1 1,-1 1-1,0 1 0,-4 0 273,7 0-515,0-1 0,0 0 0,0 1 0,0 0 0,0 0 0,1 0 0,-1 0 0,1 1 0,0-1 0,-1 1 0,1 0 0,0 0 0,-1 1 515,-10 18-6068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37 13899,'0'0'2039,"0"0"-625,0 0-30,0 0-276,-4 21-262,-8 65 7,11-84-813,2 1-1,-1-1 0,0 1 0,0-1 0,1 1 1,-1-1-1,1 1 0,0-1 0,0 1 1,0-1-1,0 0 0,0 0 0,0 1 1,1-1-1,-1 0 0,1 0 0,-1 0 1,1 0-1,0-1 0,0 1 0,0 0 1,0-1-1,0 1 0,0-1 0,0 0 1,0 0-1,1 0 0,-1 0 0,0 0 1,1 0-40,7 2 168,0-1 1,0 0-1,-1-1 1,1 0-1,0 0 1,3-1-169,-6 0 161,9 1-20,1-1 1,-1-1-1,0 0 0,0-1 1,0 0-1,7-4-141,-19 5 9,0 0 0,-1 0 0,1 0-1,-1-1 1,0 0 0,0 0 0,1 0 0,-1 0 0,0 0 0,-1 0-1,1-1 1,0 0 0,-1 1 0,1-1 0,-1 0 0,0 0 0,0 0-1,0-1 1,0 1 0,-1 0 0,1-1 0,-1 1 0,0-1 0,0 1-1,0-1 1,-1 0 0,1 1 0,-1-1 0,0 0 0,0-3-9,1 3 35,-1 0 0,0-1 0,0 1 0,0 0 0,-1 0 0,1-1 0,-1 1 0,0 0 0,0 0 0,-1 0 0,1 0 0,-1 0 0,0 0 0,0 0 0,0 1 0,-1-1 0,1 1 0,-1-1 0,0 1 0,0 0 0,0 0 0,0 0 0,0 0 0,-1 1 0,1-1 0,-1 1 0,0 0 0,0 0 0,1 1 1,-1-1-1,-1 1 0,1-1 0,0 1 0,-3 0-35,0 0-241,1 0 1,-1 0-1,0 0 1,0 1-1,1 0 1,-1 1-1,0-1 1,-1 2 240,6-2-435,-1 1 0,0 0 0,1-1 0,-1 1 0,1 1 0,-1-1 0,1 0 0,0 1 0,-1-1 0,1 1 0,0 0 0,0-1 0,0 2 435,-13 18-6368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9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11442,'0'0'4048,"0"0"-2252,0 0-350,0 0 44,0 0-21,25 2-288,-7 0-940,68 4 1609,6-4-1850,82-6 1789,-85 2-2998,1 1-6896,-90 1 1357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9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8 14131,'0'0'2183,"0"0"-218,0 0 646,0 0-696,0 0-1096,0 0-437,12 0-92,-4-2-208,0 0-62,0 1 0,0 0 1,1 0-1,-1 1 0,0 0 1,0 0-1,0 1 1,1 0-1,-1 0 0,2 1-20,-9 0 1,1-1-1,0 1 0,0-1 0,-1 1 1,1 0-1,-1-1 0,0 1 0,1 0 1,-1 0-1,0 0 0,0 0 0,0 0 1,0 0-1,-1 1 0,1-1 0,0 0 1,-1 0-1,0 1 0,0-1 0,1 0 1,-1 0-1,0 1 0,-1-1 0,1 0 1,0 2-1,-1 0 0,1 0 1,-1 0 0,0 0-1,0 1 1,0-1-1,0 0 1,-1-1 0,0 1-1,0 0 1,0 0 0,0-1-1,0 1 1,-2 1-1,-6 4-30,1-1 0,-2 0 0,1 0 1,-1-1-1,0-1 0,0 0 0,-1 0 0,-8 2 30,19-8-77,9 0 64,0 0 17,1 0 0,-1 1 1,0 0-1,0 0 0,0 1 1,0 0-1,0 1 0,-1-1 1,1 1-1,-1 1 0,1-1 1,-1 1-1,0 1 0,0-1 1,1 3-5,-4-3 3,0 0 0,0 0 0,0 1 0,-1 0 0,1-1 0,-1 1 0,-1 0 0,1 0 0,-1 1 0,0-1 0,0 0 0,0 1 0,-1 0 0,1-1 0,-2 1 0,1 0 0,0-1 0,-1 1 0,0 0 0,-1 0 0,1-1 1,-2 6-4,0-5 23,0 1 1,0-1 0,-1-1 0,0 1 0,0 0 0,0-1 0,-1 1 0,0-1 0,0 0 0,0 0-1,0-1 1,-1 1 0,0-1 0,0 0 0,0 0 0,0-1 0,-1 1 0,1-1 0,-1 0-1,-3 0-23,-6 4 165,0 0 0,0-2 0,-1 0-1,1-1 1,-1 0 0,0-2 0,-13 2-165,22-4 45,1 1 0,0-1 0,-1 0 0,1-1 0,-1 0 1,1 0-1,0 0 0,0-1 0,0 1 0,0-2 0,-3 0-45,7 1-20,0 1-1,0-1 0,0 1 0,0-1 0,0 0 0,1 0 0,-1 0 0,0 0 0,1 0 1,0-1-1,-1 1 0,1 0 0,0-1 0,0 1 0,1 0 0,-1-1 0,0 1 0,1-1 1,0 1-1,-1-1 0,1 0 0,0 1 0,0-1 0,0 1 0,1-1 0,-1 1 0,1-1 1,-1 1-1,1-1 0,0 1 0,0-2 21,2-3-505,-1 1 1,1 0-1,0-1 1,0 1-1,1 0 1,0 0-1,0 1 0,0-1 1,1 1-1,-1 0 1,1 0-1,3-1 505,31-25-7301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17236,'0'0'3929,"0"0"-2809,0 0 16,0 0-280,0 0 16,16 140 17,-16-84-41,0-5-552,0-8-64,-2-9-224,-1-7-8,3-13-152,0-11-864,0-3-2009,0 0-3616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0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1192,'0'0'12411,"0"0"-8046,0 0-3100,0 0-207,0 0-270,0 0-332,-19 23 19,-137 168 756,150-184-1132,-7 8 169,0 0 0,0 1 1,2 1-1,0 0 0,-7 14-268,18-30 23,0 0-1,-1 0 1,1 0 0,-1 0-1,1 0 1,0 0-1,0 0 1,0 0 0,-1 0-1,1 0 1,0 0-1,0 0 1,0 0-1,0 0 1,1 0 0,-1 0-1,0-1 1,0 1-1,0 0 1,1 0 0,-1 0-1,1 0 1,-1 0-1,1 0 1,-1 0 0,1-1-1,-1 1 1,1 1-23,1-1 59,0 0 1,1 1-1,-1-1 1,0 0-1,0 0 1,0 0-1,1 0 1,-1 0-1,1-1 1,-1 1-1,0-1 1,2 1-60,14 0 365,0 0 1,1-1-1,11-1-365,-8 0 112,3 1-965,41 0 2313,-44 0-5415,0 0-4972,-12 0-3754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6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5905,'0'0'5124,"0"0"-2757,0 0-670,0 0-145,0 0 43,0 0 123,0 0 442,15 0 1241,30-1-2281,51 1-475,-89 0-936,1 1-1,0 0 1,0 1 0,-1 0-1,1 0 1,-1 1 0,0-1-1,0 2 1,0-1 0,3 3 291,-9-5-340,1 0 1,-1 0-1,0 1 1,0-1 0,0 1-1,0-1 1,0 1 0,0 0-1,-1-1 1,1 1 0,0 0-1,-1-1 1,1 1 0,-1 0-1,0 0 1,0 0 0,1-1-1,-1 1 1,0 0 0,-1 0-1,1 0 1,0-1 0,0 1-1,-1 0 1,1 0 0,-1-1-1,0 1 1,1 0 0,-1-1-1,0 1 1,-1 1 339,-18 15-6257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2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10042,'0'0'3081,"0"0"-897,0 0 1,0 0-905,0 0 56,0 0 201,0 0-473,38 19-488,-9-16-576,22 6-200,-5 1-1953,-1-3-3624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10474,'0'0'3849,"0"0"-1644,0 0-394,0 0-256,0 0-350,0 0-487,0 0-664,0 0 1,-1 0 0,1 0-1,-1 0 1,1 0-1,0 0 1,-1 0 0,1 0-1,-1 0 1,1 0 0,-1 0-1,1 0 1,0 0 0,-1 0-1,1 1 1,-1-1 0,1 0-1,0 0 1,-1 0-1,1 1 1,0-1 0,-1 0-1,1 0 1,0 1 0,-1-1-1,1 0 1,0 1 0,0-1-1,-1 0 1,1 1-1,0-1 1,0 1 0,0-1-1,-1 1-54,7 8 93,-1-1 0,2 0 0,-1 0-1,1 0 1,0-1 0,0 0-1,1 0 1,0 0 0,4 1-93,14 14 32,-11-9-24,0 1 0,-1 0 0,-1 1 0,0 1 0,-1 0 0,-1 1 0,-1 0 0,0 1 0,-1 0 0,2 7-8,-6-13 1,0 0-1,1-1 1,0 0-1,0 0 1,3 2-1,-8-11 18,0-1 0,0 1 0,-1 0 0,1-1 0,-1 1 0,1-1 0,-1 1 0,0 0 0,1-1 0,-1 1 0,0 0 0,0-1 0,0 1 0,-1 0 0,1-1 0,0 1 0,-1 0 0,1-1 0,0 1 0,-1 0 0,0-1 0,0 2-18,-20 29 303,11-18-57,0 0 0,1 0 0,1 1 0,-2 4-246,1-2 13,0 0-1,-1-1 0,-7 9-12,-21 16-1381,-1-1 1,-35 28 1380,43-41-3019,-9 8-2862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3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13475,'0'0'2969,"0"0"-1633,0 0-176,0 0-200,0 0 481,0 0-137,0 0-288,83 14-560,-48-14-232,3 0-208,2 0-16,8 0-976,-10 3-1825,-14 4-3528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13235,'0'0'7753,"0"0"-5352,0 0-881,0 0-367,0 0-545,0 0-512,0 0-88,105-7-8,-57-3-480,6 1-673,24-3-1271,-11 2-2473,-11 3-4481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83 139 11322,'0'0'5074,"0"0"-2163,0 0 172,-6-21-1002,-1-8-1519,4 15-167,0-1 0,-1 0 0,-1 1 0,0 0 0,-2-2-395,1 42 1710,6 4-1650,0 0 0,2 0 0,1 0-1,2 0 1,1-1 0,7 22-60,1-21 52,-12-49 130,-12-53-67,-4 17-85,-3 0 0,-11-23-30,26 76 336,0 8-152,0 22-121,4 38-91,5-3-213,3 0 0,3-1 0,3 0 0,4 6 241,-19-67-350,0 0 1,-1 0-1,1 0 0,-1 0 0,1 1 1,-1-1-1,0 0 0,1 0 1,-1 1-1,0-1 0,0 0 1,0 1-1,0-1 0,0 0 1,0 0-1,0 1 0,0-1 1,-1 0-1,1 1 0,-1-1 1,1 0-1,0 0 0,-1 0 0,0 1 1,1-1-1,-1 0 350,-2 1-569,1-1 0,0 0 1,0 0-1,-1 0 0,1 0 0,-1 0 0,1 0 0,-1-1 1,1 1-1,-1-1 0,0 0 569,-21 5 1569,4 2 378,20-7-1854,0 0 0,0 0 1,0 0-1,0 1 0,0-1 1,0 0-1,0 0 0,0 0 0,0 0 1,0 0-1,0 0 0,0 0 1,0 0-1,0 0 0,1 0 0,-1 0 1,0 0-1,0 0 0,0 0 1,0 0-1,0 0 0,0 0 0,0 0 1,0 0-1,0 0 0,0 1 1,0-1-1,0 0 0,0 0 0,0 0 1,0 0-1,0 0 0,0 0 1,0 0-1,0 0 0,0 0 0,0 0 1,0 0-1,0 0 0,0 0-93,36-4 5071,-22 3-6164,8-2 1110,49-6-404,27 2 387,-72 6-2325,-1 2 0,1 1 0,10 3 2325,5 3-8254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7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15667,'0'0'4033,"0"0"-3009,0 0 361,0 0-889,0 0-328,0 0-168,193 8-8,-136-4-112,-9 4-896,-10 1-785,-12 1-623,-9-5-2833,-12 2-3609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7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15795,'0'0'2273,"0"0"-921,0 0 289,166-39-1297,-93 29-200,-1 8-144,12-3-561,-17 5-1335,-16 0-2921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7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15035,'0'0'2051,"0"0"-30,0 0 323,0 0-1333,0 0-736,0 0 17,26 12 61,85 40-46,-99-46-296,-1 0 0,0 1-1,0 0 1,-1 0 0,0 1 0,0 0-1,0 1 1,-2 0 0,1 1 0,-1 0 0,0 0-1,-1 1 1,0 0 0,-1 0 0,0 0-1,-1 1 1,0 0 0,-1 0 0,0 0-1,-1 1 1,-1-1 0,1 1 0,-2 0 0,0 0-1,-1-1 1,0 10-11,-1-16 22,0 1 0,0-1-1,-1 1 1,1-1 0,-1 1-1,-1-1 1,1 0 0,-1 0 0,0 0-1,-1 0 1,0 0 0,1-1-1,-2 0 1,1 0 0,-1 0 0,-1 1-22,-14 13 128,-1-1 0,-1-2 0,-11 7-128,-6 4-61,39-27 37,0 0-1,0 0 1,0 0-1,0 1 1,1-1 0,-1 0-1,0 0 1,0 0-1,0 0 1,0 0 0,0 0-1,0 0 1,0 0-1,0 0 1,0 0 0,0 0-1,1 0 1,-1 0-1,0 0 1,0 0 0,0 1-1,0-1 1,0 0-1,0 0 1,0 0 0,0 0-1,0 0 1,0 0-1,0 0 1,0 0 0,0 0-1,0 1 1,0-1-1,0 0 1,0 0 0,0 0-1,0 0 1,0 0-1,0 0 1,0 0 0,0 0-1,0 1 1,0-1-1,0 0 1,0 0 0,0 0-1,0 0 1,0 0-1,0 0 1,0 0 0,0 0-1,-1 0 1,1 0-1,0 0 1,0 1 0,0-1-1,0 0 1,0 0-1,0 0 1,0 0 0,0 0-1,0 0 1,0 0-1,-1 0 25,13-1-2172,22-6-2708,6-6-2928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14147,'0'0'7418,"0"0"-5954,0 0-376,0 0 80,0 0 81,27 136-553,-19-76 48,-5-2-400,-1-5-136,1-9-208,2-13-40,3-9-392,11-17-856,0-5-1761,0 0-4208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3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17844,'0'0'4030,"0"0"-2119,0 0-695,0 0-758,0 0-334,0 0 19,-20 24 9,-13 14-62,-12 12 209,-31 47-299,74-94 26,0 0 0,-1 0 0,1 1 0,0-1 0,0 1 0,1-1 0,-1 1 0,1 0 0,0-1 0,0 1 0,0 0 0,0 0 0,1 0 0,-1 0 0,1 0 0,0 0 0,0-1 0,1 1-1,-1 0 1,2 3-26,-1-3 55,1-1 0,0 1 0,0-1 0,1 0-1,-1 0 1,1 0 0,0 0 0,-1 0-1,1 0 1,0-1 0,1 0 0,-1 1 0,0-1-1,1 0 1,-1-1 0,1 1 0,-1-1-1,1 1 1,0-1 0,0 0-55,28 7 116,1-2 0,0-1 1,0-1-1,0-2 0,0-1 0,30-4-116,7 2-1899,-26-4-3895,-30 2 2080,8-1-4816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4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15699,'0'0'3793,"0"0"-2457,0 0 665,0 0-1201,0 0-544,0 0-136,0 0-112,105 0 32,-75 0-40,-6 0-8,-5 0-384,-6 0-816,-5 3-1025,-5 4-2536,-3 3-7329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40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16259,'0'0'3721,"0"0"-3097,0 0 729,0 0-737,0 0-328,153 0-280,-108 0-8,-4 0-824,4-5-1393,-7 0-1984,-14-2-7857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4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57 101 14243,'0'0'2230,"0"0"-606,0 0 26,0 0-901,0 0-551,29-16-124,93-52 14,-117 65-86,-1 1 0,1 0 0,1 0 0,-1 0 1,0 0-1,0 1 0,1 0 0,-1 0 0,0 1 0,1-1 0,0 1-2,-4 0 0,-1 0 0,1 1 0,-1-1 0,1 0-1,-1 1 1,1-1 0,-1 1 0,1-1 0,-1 1 0,0 0 0,1 0 0,-1 0 0,0-1 0,0 1 0,1 0 0,-1 0 0,0 1 0,0-1 0,0 0 0,0 0 0,0 0 0,-1 1 0,1 0 0,1 1 4,-1 1-1,-1 0 1,1 0-1,0 0 1,-1-1-1,0 1 1,0 0-1,0 0 1,0 0-1,-1 0 1,0-1-1,1 1 1,-1 0-1,-1 0 1,1-1-1,0 1 0,-1-1 1,0 1-1,-1 2-3,-7 6 30,1 0-1,-1 0 0,-1-1 0,0 0 1,0-1-1,-1-1 0,-1 0 0,-4 3-29,-21 12 66,-1-2 0,-9 2-66,58-28-99,1 0 1,0 0 0,0 1-1,0 0 1,0 1-1,0 1 1,1-1-1,-1 2 1,0-1-1,1 2 1,4 0 98,-13 0 0,-1 0-1,0 0 1,1 1 0,-1-1 0,0 1-1,0-1 1,0 1 0,0 0-1,0 0 1,0 0 0,-1 0 0,1 0-1,0 0 1,-1 0 0,0 1-1,0-1 1,1 0 0,-1 1 0,-1-1-1,1 1 1,0-1 0,0 1-1,-1 0 1,0-1 0,1 2 0,0 1 25,-1 1 1,1-1-1,-1 1 1,0-1-1,0 1 1,-1-1-1,1 1 1,-1-1-1,0 0 1,-1 1-1,0-1 1,0 2-26,-2-1 54,0 0 1,0-1-1,-1 1 1,0-1-1,0 0 1,0 0-1,-1 0 1,0-1 0,1 0-1,-2 0 1,1-1-1,0 1 1,-1-1-1,-2 1-54,-3 0-4,0 1 1,0-2-1,-1 1 0,1-2 1,-1 0-1,0 0 0,-9-1 4,20-1-118,0 1 0,0-1 1,0-1-1,1 1 0,-1 0 0,0 0 0,0-1 0,1 1 0,-1-1 1,0 1-1,0-1 0,1 0 0,-1 0 0,1 1 0,-1-1 0,0-1 118,-6-17-6035,7 3-3154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4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14563,'0'0'3913,"0"0"-2513,0 0 529,0 0-633,191-5-512,-108 3-128,1 2 232,-1 0-487,-8-5-233,-2 5-160,-12-5-16,-7 3-40,-14 0-337,-8-1-423,-13 3-384,-8 0-1056,-8 0-817,-3 0-4657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46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55 13651,'0'0'2259,"0"0"-699,0 0 259,-24 21-521,-75 69-520,96-87-708,0-1 0,0 1 1,0 0-1,1 0 1,-1 1-1,1-1 0,-1 0 1,1 1-1,0 0 1,0-1-1,1 1 0,-1 0 1,1 0-1,0 0 0,0 0 1,0 0-1,0 0 1,1 0-1,0 1 0,0-1 1,0 0-1,0 0 1,1 0-1,-1 0 0,1 0 1,0 0-1,1 2-70,-2-5 36,1 1-11,-1-1 0,1 0 1,-1 1-1,1-1 0,0 0 0,-1 0 0,1 0 1,0 0-1,0 0 0,0 0 0,0 0 0,0 0 1,0 0-1,0 0 0,0 0 0,1-1 0,-1 1 1,0 0-1,0-1 0,1 1 0,-1-1 0,0 1 1,1-1-1,-1 0 0,1 0 0,-1 1-25,43 0 448,-30-1-307,-4-1-117,1 0 0,0-1 0,0 0 0,-1 0 0,1-1-1,-1-1 1,0 1 0,0-2 0,0 0 0,0 0 0,-1 0 0,0-1 0,0-1-1,0 0 1,-1 0 0,0 0-24,-2 2 93,-1-1-1,0 1 0,0-1 1,0 0-1,-1 0 0,0-1 1,0 1-1,-1-1 0,1 0 1,-1 0-1,-1 0 0,0 0 1,0 0-1,0-1 0,-1 1 1,0-1-1,0 1 0,-1-1 1,0 0-1,0 1 0,0-1 1,-1 1-1,-1-4-92,0 7 27,1 1 1,-1 0-1,0-1 0,0 1 0,0 0 1,0 0-1,0 0 0,-1 1 0,1-1 1,-1 1-1,0-1 0,0 1 0,0 0 1,0 0-1,0 0 0,0 0 0,-1 0 1,1 1-1,0 0 0,-1-1 0,0 1 1,1 1-1,-1-1 0,1 0 0,-1 1 1,-2 0-28,0-1-233,1 0 1,0 1 0,-1 0-1,1 0 1,0 1 0,-1-1 0,1 1-1,0 0 1,0 1 0,-1-1-1,1 1 1,0 0 0,0 0-1,1 0 1,-1 1 0,0 0-1,-3 2 233,-15 24-5271,5-6-3810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4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14403,'0'0'1875,"0"0"-88,0 0 82,2 23-951,0 1-768,1 0-1,2 0 1,0 0-150,-4-21 33,0 0 0,0-1 1,1 1-1,-1-1 0,0 0 1,1 1-1,-1-1 0,1 0 1,0 0-1,0 0 0,0 0 1,0 0-1,0 0 0,0-1 0,1 1 1,-1-1-1,1 1 0,-1-1 1,1 0-1,-1 0 0,1 0 1,0 0-1,0-1-33,6 2 225,0 0 0,0-1 0,0-1-1,0 0 1,7 0-225,-2-1 281,-3 1-170,0-1 1,0-1 0,0 0 0,-1 0 0,1-1-1,0-1 1,-1 0 0,0 0 0,0-1-1,0 0 1,-1 0 0,0-1 0,4-3-112,-9 6 50,0 0 0,0-1 0,0 1 0,-1-1 1,1 1-1,-1-1 0,0 0 0,0-1 0,0 1 0,0 0 1,-1-1-1,0 0 0,0 1 0,0-1 0,-1 0 0,1 0 1,-1 0-1,0 0 0,0 0 0,-1 0 0,0 0 0,0-1 1,0 1-1,0 0 0,-1 0 0,0 0 0,0 0 0,0 0 0,-1 0 1,0 0-51,0 0 13,-1 0 1,0 0 0,0 0-1,0 0 1,-1 0 0,1 1-1,-1 0 1,0 0 0,-1 0-1,1 0 1,-1 0 0,-1 0-14,-67-38-604,19 13-1147,11-1-1376,16 8-3142,6 0-6990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4:16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51 9914,'0'0'4152,"0"0"-1470,0 0-314,0 0-437,0 0-528,0-5-353,-1-22 665,0 9 415,0 43-1072,4 585-107,-5-572-707,-1 1-1,-6 18-243,-4 54 268,7-43 118,3-42-224,2-21-116,1-9-33,-1-7-602,2-22-1726,1 12-4390,-2 11 937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4:17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4177,'0'0'6300,"0"0"-3790,0 0-618,0 0-568,0 0-83,0 0 214,0-5 274,0-24 2387,0 29-3337,0 0-303,0 0-295,0 0-45,27 12 372,-14-1-392,0 1 0,-1 0 0,-1 1 0,0 0 0,0 1-1,-1 1-115,24 29 218,-34-43-206,0-1 0,1 1 1,-1-1-1,0 1 0,0-1 0,0 1 1,1-1-1,-1 1 0,0-1 1,1 1-1,-1-1 0,0 0 1,1 1-1,-1-1 0,1 1 1,-1-1-1,0 0 0,1 0 1,-1 1-1,1-1 0,-1 0 1,1 0-1,-1 0 0,1 1 0,-1-1 1,1 0-1,-1 0 0,1 0 1,-1 0-1,1 0 0,-1 0 1,1 0-1,0 0 0,-1 0 1,1 0-1,-1 0 0,1 0 1,-1-1-1,1 1 0,-1 0 1,1 0-1,-1-1-12,7-22 900,0-3-1024,23-30 139,1 2 0,13-13-15,-44 67-1,0 0 0,0-1 1,0 1-1,0 0 1,0 0-1,0 0 1,0-1-1,0 1 1,1 0-1,-1 0 1,0 0-1,0-1 1,0 1-1,0 0 0,0 0 1,0 0-1,0-1 1,0 1-1,0 0 1,0 0-1,0 0 1,0-1-1,-1 1 1,1 0-1,0 0 1,0 0-1,0 0 0,0-1 1,0 1-1,0 0 1,0 0-1,0 0 1,-1 0-1,1-1 1,0 1-1,0 0 1,0 0-1,0 0 1,-1 0-1,1 0 0,0 0 1,0 0-1,0-1 1,0 1-1,-1 0 1,1 0-1,0 0 1,0 0-1,0 0 1,-1 0-1,1 0 1,0 0-1,0 0 0,0 0 1,-1 0-1,1 0 1,0 0-1,0 0 1,0 0-1,-1 0 1,1 1-1,0-1 1,0 0-1,0 0 0,-1 0 1,-26 4 13,-30 13 34,38-10-41,1-1 1,-1-1 0,0 0-1,0-2 1,-1 0 0,-13-1-7,32-2 68,1 0-79,0 0 43,0 0-33,0 0 25,0 0-32,17 0-299,116-9 247,-133 9 117,0 0-77,0 0 32,0 0-29,-22 5 44,2 2-247,17-6 169,0-1 1,1 1 0,-1 0 0,0 1 0,1-1 0,-1 0 0,1 1 0,-1-1-1,1 1 1,-3 1 50,5-2-429,-1 1-1,0-1 1,0 0-1,1 0 1,-1 1-1,0-1 1,1 0-1,-1 1 1,1-1-1,0 0 0,-1 1 1,1-1-1,0 1 1,0-1-1,0 0 1,0 1 429,0 8-6483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5:47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16988,'0'0'2532,"0"0"-1264,-17 25 235,-53 87-545,65-104-905,1 0 0,0 1 0,0-1 1,1 1-1,0-1 0,1 1 0,-1 0 0,2 0 0,-1 1 0,1-1 1,1 0-1,0 0 0,0 0 0,1 1 0,0-1 0,0 0 1,1 0-1,0 0 0,1 0 0,0-1 0,0 1 0,2 2-53,0-4 30,0 1-1,0-1 0,1 0 1,0 0-1,0-1 0,1 0 1,-1 0-1,1 0 0,1-1 1,-1 0-1,1 0 1,0-1-1,0 0 0,0-1 1,1 1-1,-1-2 0,1 1 1,-1-1-1,1 0 0,3-1-29,2 1 38,0 0 0,0-1 0,1-1 0,-1-1 0,0 0 0,0 0 0,0-2 0,0 1 0,0-2 0,13-4-38,-22 5 52,1 1 0,0-1 0,-1 0 0,0 0 0,0-1 0,0 1 0,0-1 0,0 0 0,-1-1 0,0 1 0,0-1 0,0 0 0,0 0 0,-1 0 0,0 0 0,0-1 0,0 1 0,-1-1 0,0 0 0,0 1-1,0-1 1,-1 0 0,0 0 0,0 0 0,0-1 0,-1 1-52,1-1 65,-1 0-1,0 1 0,0-1 0,-1 1 0,1-1 1,-1 0-1,-1 1 0,0 0 0,0-1 1,0 1-1,0 0 0,-1 0 0,0 0 0,0 0 1,-1 1-1,0-1 0,0 1 0,0 0 0,0 0 1,-1 0-1,0 1 0,0 0 0,0 0 0,-1 0 1,1 0-1,-1 1 0,0 0 0,0 0 1,0 0-1,-5-1-64,-15-3-751,1 0 0,-1 2-1,1 1 1,-1 1 0,-1 1 0,1 1 0,-4 1 751,-25 0-8746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5:48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24 16291,'0'0'2874,"-23"-4"-554,11 2-2007,-19-4 450,-1 1-1,1 1 1,-1 2 0,0 1 0,-17 3-763,45-1 56,0-1 0,0 1-1,1 0 1,-1 1 0,0-1-1,0 0 1,1 1 0,-1 0-1,1 0 1,0 0 0,-1 1-1,1-1 1,0 1 0,0-1-1,0 1 1,1 0 0,-1 0 0,1 0-1,-1 2-55,-1 1 60,1 1 0,0-1 0,0 1 0,0 0-1,1 0 1,0 0 0,1 0 0,0 1 0,0-1 0,0 5-60,0-1 34,1 0 1,0 1 0,1-1-1,0 0 1,1 0 0,1 0-1,-1 0 1,2 0 0,-1 0-1,1-1 1,1 0 0,0 0-1,1 0 1,0 0-35,1 0 23,1-1 1,0 0 0,1-1-1,0 0 1,0 0-1,1-1 1,-1 0-1,2-1 1,-1 0 0,1 0-1,0-1 1,0-1-1,0 0 1,1 0-1,3 0-23,-26-5-1,2-1-11,0 1 0,-1 0 0,1 1 0,-1 0 1,1 1-1,-1 0 0,-4 1 12,11-2-2,1 1-1,-1 0 0,1 1 1,-1-1-1,1 0 0,-1 1 1,1-1-1,0 1 1,0 0-1,-1 0 0,1 0 1,1 0-1,-1 0 1,0 0-1,0 0 0,1 1 1,-1-1-1,1 0 1,0 1-1,0 0 0,0-1 1,0 1-1,0 0 0,0-1 1,1 1-1,0 0 1,-1 0-1,1 1 3,-3 14 1,2 0 1,-1 0-1,2 1 0,1-1 0,0 0 1,4 17-2,-4-30-1,0 1 1,1-1 0,-1 0 0,1 0-1,0 0 1,1 0 0,0 0 0,-1-1-1,1 1 1,1-1 0,-1 0 0,1 0-1,-1 0 1,1 0 0,0 0 0,1-1-1,-1 0 1,1 0 0,-1 0 0,1 0-1,0-1 1,0 0 0,0 0 0,0 0-1,1 0 1,8 1-110,-1 0 0,1-1 0,0 0 0,0-1 0,0 0 0,-1-1 0,1-1 0,12-2 110,-5-1-1221,0-1-1,-1 0 0,5-3 1222,49-22-8147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5:4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2817,'0'0'12845,"0"0"-8028,0 0-2390,-23 26-688,-17 20-705,-14 22-1034,50-63 39,0 0 0,1 0 0,0 1 0,0 0 0,1-1 0,-1 1 0,1 0 0,0 0 0,1 0 0,-1 0 0,1 0 0,1 1 0,-1-1 0,1 0 0,0 0 0,0 1 0,1-1 0,0 0 0,0 0 1,0 0-1,1 0 0,2 5-39,-2-6 11,0 0 1,1 0-1,0 0 1,0-1-1,1 1 1,-1-1-1,1 0 1,0 0-1,0 0 1,0-1 0,1 1-1,-1-1 1,1 0-1,0 0 1,0-1-1,0 1 1,0-1-1,0 0 1,0-1-1,6 2-11,-2-1 13,1-1-1,-1 0 0,1 0 0,0-1 1,-1 0-1,1 0 0,0-1 0,-1-1 0,1 0 1,-1 0-1,0-1 0,1 0 0,-1 0 1,0-1-1,-1 0 0,3-2-12,-5 2 21,0 0 1,-1-1-1,0 1 0,0-1 0,0 0 1,0 0-1,-1-1 0,0 1 1,0-1-1,0 0 0,-1 0 1,0 0-1,0-1 0,-1 1 0,1-1 1,-1 1-1,-1-1 0,1 0 1,-1 0-1,0 0 0,-1 0 1,0-6-22,0 7 63,0 0 0,-1 0 1,0 0-1,0 0 1,-1 0-1,1 0 0,-1 0 1,0 0-1,-1 1 1,1-1-1,-1 1 1,0 0-1,-1-1 0,1 1 1,-1 1-1,0-1-63,-4-3 0,0 1-1,0 0 1,-1 0-1,0 1 1,0 0-1,0 0 1,-1 1-1,-6-3 1,51 9-7376,1 5 1600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5:4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17532,'0'0'4201,"0"0"-2457,0 0-176,-102 143-639,102-93-561,21-1-24,28-6-328,10-9 136,2-12-152,-1-13 48,-12-6-48,-5-3-272,-3 0-641,-8-15-719,-8 1-2785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3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492 388 7009,'0'0'6685,"0"0"-4096,0 0-1450,0 0 278,0 0 360,0 0-126,1-18-149,3-7-1047,1-58 1628,-7 72-1937,-2 0-1,1 0 1,-1 1 0,-1-1 0,0 1 0,-1 1-1,0-1 1,0 1 0,-1 0 0,-4-5-146,-7-7 263,-1 0 0,-1 1 1,0 2-1,-2 0 1,0 1-1,-18-10-263,39 26 10,0 1 1,0-1-1,0 1 0,-1-1 0,1 1 1,0 0-1,-1-1 0,1 1 1,0 0-1,0 0 0,-1 0 1,1 0-1,0 0 0,-1 0 1,1 0-1,0 0 0,-1 1 0,1-1 1,0 0-1,0 1 0,0-1 1,-1 1-1,1 0 0,0-1 1,0 1-1,0 0 0,0 0 0,0-1 1,0 1-1,0 0 0,0 0 1,0 0-1,1 0 0,-1 0 1,0 1-11,-25 44-6,23-40 35,-9 26 6,0 0 0,2 0 0,2 1 0,1 1 0,-2 19-35,-9 175 488,14-159-309,-10 563 870,18-537-929,7 31-120,-2-31-445,-3 31 445,-23-130-1046,0-10-550,1-1 0,1-1 1,1 0-1,-6-9 1596,-4-4-5513,-1 0-3438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4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6105,'0'0'12083,"0"0"-8010,0 0-1705,0 0-815,0 0-657,0 0-528,0 0-320,140-78-48,-89 76-312,38-8-1641,-9 1-3552,-5-1-6769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0 3873,'0'0'14307,"0"0"-12123,0 0 913,0 0-1625,0 0-271,-142 148-665,107-100 8,0-2-176,0 0-136,3-3-168,8-9-56,5-10-16,14-9-448,5-15-920,0-12-1441,0-17-4393</inkml:trace>
  <inkml:trace contextRef="#ctx0" brushRef="#br0" timeOffset="1">1 90 16716,'0'0'4953,"0"0"-3201,0 0 408,0 0-895,0 0-697,99 130-280,-72-96-288,0-5 0,2-7-288,1-5-120,18-15-1337,-5-2-2536,-3 0-3240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4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17916,'0'0'3104,"0"0"-1863,0 0 631,0 0-352,-48 171-423,34-98-145,3-3-440,6-7-160,5-10-248,0-10-104,3-14 0,18-7-96,3-12-512,19-10-704,-5 0-1689,-6-15-2800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56 114 16876,'0'0'4164,"0"0"-1450,23-5-723,74-18-733,-94 22-1209,0 0 0,0 1-1,1-1 1,-1 1 0,0-1 0,1 1 0,-1 0-1,0 0 1,1 1 0,-1-1 0,0 1 0,1 0-1,-1 0 1,0 0 0,0 0 0,0 0-1,0 0 1,0 1 0,0 0 0,2 1-49,-3-1 45,0 0 0,-1 1-1,1-1 1,0 1 0,-1-1 0,0 1 0,1 0 0,-1-1 0,0 1-1,0 0 1,-1 0 0,1 0 0,-1 0 0,1 0 0,-1-1 0,0 1 0,0 0-1,0 1-44,-1 7 113,0-1 1,-1 0-1,0 0 0,0 0 0,-1-1 0,-1 1 0,1-1 0,-2 1 0,1-1 0,-6 7-113,-2 1 57,-1 0 0,-1-2 0,-1 0 0,0 0-1,-1-1 1,-1-1 0,0-1 0,0 0 0,-1-1 0,-1-1 0,-14 6-57,32-16-49,0 0 0,0 1 1,1-1-1,-1 0 0,0 1 1,0-1-1,0 0 0,0 0 1,1 1-1,-1-1 1,0 0-1,0 0 0,0 0 1,0 0-1,0 0 0,1-1 1,-1 1-1,0 0 0,0 0 1,0 0-1,0-1 49,3-12-2033,23-17-1176,14-8-3384,6-2-5212</inkml:trace>
  <inkml:trace contextRef="#ctx0" brushRef="#br0" timeOffset="1">319 1 18580,'0'0'3985,"0"0"-1761,0 0-1007,0 0-417,0 0-336,-137 152 8,134-109-464,3-4 216,3-8-216,16-9 104,5-2-104,3-6 64,-3-2-72,6-2-48,-1-3-264,22-7-1000,-5 0-1593,-3 0-4024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5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17828,'0'0'3958,"0"0"-1714,0 0-446,0 0-459,0 0-313,26 32-350,-26-32-676,38 49 532,27 45-532,-60-85 48,-1 0 0,1 0 0,-1 0 0,-1 1 0,0-1 1,0 1-1,-1 0 0,0 0 0,-1 0 0,0 0 0,-1 0 0,0 0 0,0 0 0,-2 6-48,1 18 175,-2 11-188,-2-1 0,-1 0 0,-3 0 0,-1 0 0,-2-1 0,-2-1 0,-13 25 13,27-65-26,-5 14-1360,5-16 1307,0 0 0,0 0 0,0 1 0,0-1-1,0 0 1,0 0 0,0 1 0,0-1 0,0 0-1,0 0 1,0 0 0,0 1 0,0-1 0,0 0 0,0 0-1,0 1 1,0-1 0,1 0 0,-1 0 0,0 0-1,0 0 1,0 1 0,0-1 0,1 0 0,-1 0 0,0 0-1,0 0 1,0 0 0,1 0 0,-1 1 0,0-1-1,0 0 1,0 0 0,1 0 0,-1 0 0,0 0 0,0 0-1,1 0 1,-1 0 0,0 0 0,0 0 0,1 0-1,-1 0 1,0 0 0,0 0 0,0 0 0,1 0-1,-1-1 1,0 1 0,0 0 0,0 0 0,1 0 0,-1 0-1,0 0 1,0 0 0,0-1 0,1 1 0,-1 0-1,0 0 1,0 0 0,0 0 0,0-1 0,0 1 0,0 0-1,1 0 1,-1 0 0,0-1 79,19-13-7326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18260,'0'0'2977,"0"0"-369,0 0-1536,0 0-496,0 0-568,174-41 32,-131 38-40,-5 3-472,-17 0-1024,-13 3-2521,-8 9-1848</inkml:trace>
  <inkml:trace contextRef="#ctx0" brushRef="#br0" timeOffset="1">22 264 12995,'0'0'4329,"0"0"-216,0 0-1881,0 0-640,0 0-1160,153-49-432,-86 37-64,17 5-736,-17 4-2920,-16 3-3682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12467,'0'0'6137,"0"0"-3018,0 0-938,0 0-733,0 0-662,0 0-165,25 28 13,8 8-430,0-1 4,-2 1 0,-2 2 0,13 21-208,117 191-246,-152-241-1037,-7-9 1180,0 0 0,0 0 0,1 0 0,-1 0-1,0 0 1,0 0 0,0 0 0,1 0 0,-1 0-1,0 0 1,0 0 0,0 0 0,1-1 0,-1 1 0,0 0-1,0 0 1,0 0 0,0 0 0,1 0 0,-1 0 0,0 0-1,0-1 1,0 1 0,0 0 0,0 0 0,0 0-1,1 0 1,-1-1 0,0 1 0,0 0 0,0 0 0,0 0-1,0 0 1,0-1 0,0 1 0,0 0 0,0 0 0,0 0-1,0-1 1,0 1 0,0 0 0,0 0 0,0 0-1,0-1 1,0 1 0,0 0 0,0 0 0,0 0 0,0-1-1,0 1 1,-1 0 0,1 0 0,0 0 0,0 0 0,0-1-1,0 1 1,0 0 103,0-19-6584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0 17268,'0'0'4009,"0"0"-2705,0 0 104,-155 99-296,98-36-271,3 9-225,6-2-416,8-2-144,5-12-40,13-11-32,4-8-928,4-18-1729,4-7-3016,-1-12-3089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6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0 14947,'0'0'5536,"0"0"-3363,0 0-1152,0 0-349,-27 20-54,-84 65-382,65-47 224,-38 42-460,23-21 532,56-55-505,1 0-1,-1 0 1,1 0-1,1 1 1,-1 0-1,0 0 1,1 0 0,0 0-1,0 1 1,1-1-1,-2 5-26,4-9 14,0 1 1,-1 0-1,1 0 0,0 0 0,0 0 0,0 0 0,0 0 0,1 0 0,-1 0 0,0 0 0,1 0 0,-1 0 0,1 0 0,0-1 0,0 1 0,0 0 0,0 0 0,0-1 0,0 1 0,0-1 0,0 1 0,1-1 1,-1 1-1,0-1 0,1 0 0,-1 1 0,1-1 0,0 0 0,-1 0 0,1 0 0,0-1 0,0 1 0,0 0 0,-1-1 0,3 1-14,11 4 118,1-1 1,-1-1-1,1-1 1,0 0-1,-1-1 0,1 0 1,0-1-1,9-2-118,54 2-292,-77 0 172,0 0-1,0 1 1,0-1 0,0 1 0,0-1 0,0 1-1,0-1 1,0 1 0,-1 0 0,1 0-1,0 0 1,0 0 0,-1 0 0,1 1 0,-1-1-1,1 0 1,-1 1 0,1-1 0,-1 1-1,1 0 122,7 25-5595,-8-7-551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7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39 13931,'0'0'3857,"0"0"-2313,0 0 128,0 0-343,0 0-769,-167-27-216,116 25-336,0-1 64,0-1-72,5 4-16,-13-3-840,14 3-1849,2 0-2448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7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27 14387,'0'0'2265,"0"0"-486,-25 7-207,-79 26-384,100-31-1145,1-1-1,-1 1 1,1 0 0,-1 0-1,1 1 1,0-1-1,0 1 1,0 0-1,0-1 1,0 1 0,1 1-1,-1-1 1,1 0-1,0 0 1,0 1-1,0 0 1,0-1 0,1 1-1,0 0 1,-1 0-1,1-1 1,1 1 0,-1 1-44,0 5 38,0 1 0,1 0-1,0 0 1,1 0 0,0 0-1,2 5-36,-3-15 3,0 1 3,1 1 0,-1 0 0,1-1 0,0 1 0,0-1 0,0 1 1,1-1-1,-1 1 0,0-1 0,1 0 0,0 1 0,-1-1 0,1 0 0,0 0 0,0 0 1,0-1-1,1 1 0,0 1-6,3 0 25,-1-1-1,0 1 1,0-1 0,1 0 0,0 0 0,-1 0 0,1-1 0,0 0 0,0 0-25,7 0 94,0 0 1,0-1-1,0 0 1,1-1 0,-1 0-1,0-2 1,12-2-95,-15 1 42,-1 1 1,0-1-1,0-1 0,0 1 1,-1-2-1,1 1 1,-1-1-1,-1 0 0,1-1 1,-1 0-1,0 0 0,6-8-42,-9 10 81,-1-1-1,1 1 1,-1-1 0,1 0-1,-2 1 1,1-1-1,-1-1 1,1 1-1,-2 0 1,1-1-1,-1 1 1,0-1-1,0 1 1,-1-1-1,0 1 1,0-1 0,0 1-1,-1-1 1,0 1-1,-1-2-80,0 4 26,0-1 1,0 1-1,0 0 0,-1 0 0,0 1 0,0-1 0,0 0 1,0 1-1,-1 0 0,1 0 0,-1 0 0,0 0 1,0 0-1,0 1 0,0 0 0,0-1 0,-1 2 1,1-1-1,0 0 0,-1 1 0,0 0 0,1 0 1,-1 0-1,0 1 0,1 0 0,-1-1 0,0 2 1,0-1-27,3 0-44,1 1 0,-1-1 0,0 1 0,1-1 0,-1 1 0,0 0 0,1 0 0,-1 0 0,1 0 0,-1 0 1,1 0-1,0 0 0,-1 0 0,1 0 0,0 1 0,0-1 0,0 1 0,0-1 0,0 1 0,0-1 0,0 1 0,0-1 0,1 1 1,-1 0-1,0-1 0,1 1 0,0 0 0,-1 0 0,1-1 0,0 1 0,0 0 0,0 0 0,0 1 44,0 3-457,0 1-1,0 0 0,1 0 0,-1 0 0,2 0 0,-1-1 1,1 1-1,1 3 458,0-4-794,0 0 0,0-1 0,0 0 0,0 0-1,1 0 1,0 0 0,3 2 794,34 30-10130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7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50 16107,'0'0'4335,"0"0"-1623,0 0-675,0 0-542,0 0-426,0 0-455,-9-11-289,3 5-291,4 2-26,-1 1 0,0 0-1,0 0 1,0 0 0,0 0 0,0 0 0,-1 1-1,1 0 1,-1-1-8,2 2 0,0 1 0,0-1 1,0 1-1,0-1 0,0 1 0,0 0 0,1 0 0,-1 0 0,0 0 0,0 0 0,0 0 0,0 1 1,0-1-1,0 1 0,0-1 0,1 1 0,-1-1 0,0 1 0,0 0 0,1 0 0,-1 0 0,0 0 1,1 0-1,-1 1 0,1-1 0,-1 1 0,-43 33 6,2 1 0,2 3 0,1 1 0,3 2 0,-13 19-6,49-59-1,0-1-1,0 1 0,0-1 0,0 1 0,0 0 0,0 0 0,1-1 0,-1 1 0,1 0 0,-1 0 0,1 0 0,-1 0 0,1 0 0,0 0 2,0-1 3,0-1 1,0 1 0,1 0-1,-1-1 1,0 1 0,0 0 0,1-1-1,-1 1 1,0 0 0,1-1 0,-1 1-1,1-1 1,-1 1 0,1-1-1,-1 1 1,1-1 0,-1 1 0,1-1-1,-1 0 1,1 1 0,-1-1-1,1 0 1,0 1 0,-1-1 0,1 0-4,6 2 38,-1-1 0,1 0 1,-1-1-1,1 0 0,-1 0 1,0 0-1,2-1-38,11 1 39,186-12 281,-204 12-479,1-1 0,0 1 0,0 0 1,0 0-1,0 0 0,0 0 0,0 0 0,-1 0 1,1 0-1,0 1 0,0-1 0,0 1 0,0-1 1,-1 1-1,1 0 0,0 0 0,0 0 1,-1 0-1,1 0 0,-1 0 0,1 0 0,-1 0 1,1 0-1,-1 1 0,0-1 0,0 1 0,0-1 1,0 1-1,0 0 0,0-1 0,0 1 1,0 0 158,7 18-6855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8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5 17700,'0'0'4993,"0"0"-3353,0 0-336,0 0-391,-148-5-617,97 5-152,0 0-136,-2 0-8,4 0 0,9 0-112,10 0-200,17 0-697,13 0-351,19 0-3033,16 0-1888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48 15251,'0'0'3986,"0"0"-1586,0 0-840,29-9-652,91-25-602,-118 33-303,0 0 0,0 0 0,0 1 0,0-1 0,1 1 1,-1-1-1,0 1 0,0 0 0,1 0 0,-1 0 0,0 0 0,1 1 1,-1-1-1,0 0 0,0 1 0,1 0 0,-1-1 0,0 1 1,0 0-1,0 0 0,0 0 0,0 0 0,0 1 0,0-1 1,-1 0-1,1 1 0,0 0 0,-1-1 0,1 1 0,-1 0 1,1 0-1,-1-1 0,0 1 0,0 0 0,0 0 0,0 1 1,0-1-1,0 0 0,-1 0 0,1 0 0,-1 0 0,1 1 1,-1-1-1,0 1-3,1 7-3,-1-1 1,-1 1-1,1 0 0,-1 0 1,-1 0-1,0-1 1,0 1-1,-2 2 3,-7 12 0,-1 1 0,-2-2-1,0 0 1,-2 0 0,0-2 0,-1 0-1,-14 13 1,-40 52 29,59-69 58,1 0-1,0 1 1,-1 5-87,10-19 80,0 0-1,0 0 1,0 1-1,1-1 1,-1 1 0,1-1-1,0 1 1,1-1 0,-1 1-1,1 0 1,-1-1-1,2 1 1,-1 0 0,0-1-1,1 1 1,0 0 0,0 0-80,0-4 34,0 0 1,0 0-1,0-1 1,0 1-1,0 0 1,1 0 0,-1-1-1,0 1 1,0-1-1,1 1 1,-1-1 0,0 1-1,0-1 1,1 0-1,-1 1 1,1-1-1,-1 0 1,0 0 0,1 0-1,0 0-34,36-1 218,-28 1-122,42-3 377,48-8-473,-24 2-1203,-1 5-4015,-46 4-2702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12739,'0'0'4418,"-23"0"-2005,12 0-2148,-12 0 584,0 2 1,-23 3-850,37-4 173,0 1 0,0 1-1,0-1 1,0 1 0,1 1 0,-1 0-1,1 0 1,0 0 0,0 1 0,0 1-1,0 0-172,5-4 25,0 1 0,1-1 0,-1 1 0,1 0 0,-1 0 0,1 0 0,0 0 0,0 0 0,1 1 0,-1-1 0,1 0 0,-1 1 0,1-1 0,0 1 0,0 2-25,1-5 4,0 1 1,0 0-1,0 0 0,0-1 0,0 1 0,1 0 1,-1 0-1,1-1 0,-1 1 0,1 0 1,0-1-1,-1 1 0,1 0 0,0-1 0,0 1 1,0-1-1,0 0 0,0 1 0,0-1 0,1 0 1,-1 1-1,0-1 0,1 0 0,-1 0 0,1 0 1,-1 0-1,1-1 0,0 1 0,-1 0 1,1-1-1,1 1-4,15 4 24,-1 0 1,1-2 0,0 0-1,0-2 1,1 1 0,8-2-25,64 7-95,-91-7 80,0 1-1,1 0 0,-1-1 1,0 1-1,0 0 1,0-1-1,0 1 1,1 0-1,-1-1 1,0 1-1,0 0 1,0 0-1,-1-1 1,1 1-1,0 0 0,0-1 1,0 1-1,0 0 1,-1-1-1,1 1 1,0 0-1,-1-1 1,1 1-1,0-1 1,-1 1-1,1-1 0,-1 1 1,1-1-1,-1 1 16,-36 35-87,25-26 179,1 1-1,0 0 0,1 1 1,0 0-1,-7 12-91,10-11 108,1-1 0,1 1 0,0-1 0,1 2 0,0-1 0,1 0 0,0 1 0,1-1 0,0 1 0,2 0 0,0 13-108,0-25 31,1 1-1,-1-1 1,1 1-1,0-1 1,0 1 0,0-1-1,0 0 1,1 0-1,-1 1 1,0-1-1,1 0 1,0 0 0,-1 0-1,1-1 1,0 1-1,0 0 1,0-1-1,0 1 1,0-1 0,0 1-1,1-1 1,-1 0-1,0 0 1,1 0 0,-1 0-1,1-1 1,-1 1-1,1-1 1,-1 1-1,1-1 1,-1 0 0,3 0-31,14 2 55,1-2 1,-1 0 0,1 0 0,1-2-56,-7 1-60,2-1-300,0 0 0,0-1 0,-1-1 0,1 0 0,4-3 360,42-17-5134,-53 20 3867,36-15-7716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20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15443,'0'0'2111,"0"0"-469,-27 8 181,-11 3-1119,1 2-1,-1 3-703,33-14 91,0 0-1,1 1 1,-1 0 0,1 0-1,0 0 1,0 0 0,0 1-1,0 0 1,0-1 0,1 2-1,0-1 1,0 0 0,0 0-1,0 1 1,1 0 0,-1 0-1,0 3-90,0 2 181,1 1 0,-1 0 0,2 0 0,0 0 0,0 0 0,1 5-181,0-11 52,0 0 3,0 1-1,0-1 0,0 0 1,1 0-1,0 0 0,0 0 1,0 0-1,1 0 0,-1 0 1,1 0-1,0 0 0,1-1 1,-1 1-1,1-1 0,0 1 0,0-1 1,0 0-1,4 2-54,-2-1 28,0-1 0,1 0 0,0 0 0,0-1 1,0 0-1,0 0 0,1 0 0,-1-1 0,1 0 0,-1 0 0,1-1 0,0 0 0,0 0 0,0 0-28,9 1 22,0-1-1,0-1 0,-1-1 1,1 0-1,0 0 0,-1-2 1,1 0-1,-1-1 0,0 0 0,2-2-21,-11 4 12,-1-1 0,0 1 0,1-1 0,-1 0 0,0-1 0,0 1 0,-1-1 0,1 0 0,-1 0 0,0-1 0,0 1 0,0-1 0,-1 0 0,1 0 0,-1 0 0,0 0 0,-1-1 0,1 1 0,-1-1 0,0 1 0,-1-1 0,1 0 0,-1 0 0,0 0-1,-1 0 1,1 0 0,-1-5-12,-1 6 30,0 0 0,0 0 0,-1-1 0,1 1 0,-1 0 0,0 0 0,0 1 0,-1-1 0,1 0 0,-1 1 0,0-1 0,0 1 0,-1 0 0,1 0 0,-1 0 0,0 1 0,0-1 0,0 1 0,-5-3-30,-5-4-19,-1 1 0,0 0 0,-1 1 0,1 1 0,-11-3 19,63 11-7598,-14-2 3248,22 5-6748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2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14619,'0'0'3520,"0"0"-1095,-23 0-383,-4 1-1498,0 0 0,-17 4-544,39-3 49,1-1 0,-1 0 0,0 1-1,1 0 1,0 0 0,-1 0 0,1 1-1,0 0 1,0-1 0,0 1 0,0 1-1,1-1 1,0 0 0,-1 1 0,1 0-1,0 0 1,0 0 0,-1 3-49,-1 3 110,0 1 0,1-1 0,0 0 0,1 1 0,0 0 0,-1 6-110,1-4 59,1-1 0,1 1 0,0 0 1,0-1-1,1 1 0,1 0 0,0-1 0,1 1 0,0 0 0,1-1 1,0 0-1,3 5-59,-4-11 14,1 0 0,1 0 0,-1 0 0,1-1 0,0 1 0,0-1 0,1 0 0,-1 0 0,1 0 0,0-1 0,1 1 0,-1-1 0,1-1 0,0 1 0,0-1 0,0 0 0,0 0 0,0-1 0,1 1 0,-1-1 0,1-1 0,0 0 0,4 1-14,4 0-103,0 0-1,1-1 0,-1 0 1,1-2-1,-1 0 0,1 0 1,-1-2-1,0 0 0,15-4 104,-14 1-1359,0-1 0,0 0-1,0-1 1,-1 0 0,7-7 1359,17-14-9557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0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13363,'0'0'2319,"0"0"-416,18 21 484,-10-13-2123,10 12 218,0 1 0,-2 1-1,0 0 1,-2 1 0,0 0 0,-2 1 0,3 9-482,0 11 754,-2 0 0,-2 1 0,-3 0 0,-1 1 0,0 28-754,-1 71 1767,-8 16-1767,2-141 76,-2-1-1,-1 0 0,0 0 0,-1 0 1,-1 0-1,-1-1 0,-1 0 1,0 0-1,-1 0 0,-4 3-75,5-9-128,0 0 0,-1-1 0,-1 0 0,0-1 0,0 0 0,-10 8 128,11-12-530,0 0 0,0 0 0,-1 0 0,0-1 0,0-1 0,0 1 0,0-1 0,-1-1 0,-5 1 530,-12 0-6965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3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16716,'0'0'3576,"0"0"-1707,-9 32 100,2-6-1564,-10 30 320,4 1 0,1 0 0,3 2-725,-6 153 1280,8 0 0,11 16-1280,-2-7 56,0-181-1225,3-81-2943,1-13 953,4-15-2426,-4 2-3091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3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14211,'0'0'2170,"0"0"533,22-26-209,75-82-755,-90 102-1600,-1 0 0,1 0 0,1 0-1,-1 1 1,1 0 0,0 1 0,0-1 0,0 2 0,0-1 0,1 1-1,0 0 1,-1 1 0,1 0 0,0 0 0,0 1 0,0 1 0,1-1-1,-1 1 1,0 1 0,0-1 0,1 2-139,-6-2 38,3 1-7,0 0 0,-1 0 0,1 1 0,-1 0 0,1 0 0,-1 0 0,0 1 0,0 0 0,0 1 0,0-1 0,-1 1 0,1 0 0,-1 0 0,0 1 0,0-1 0,-1 1 0,1 0 0,-1 1 0,0-1 0,-1 1 0,1-1 0,-1 1 0,0 0 0,0 0 0,-1 1 0,0-1 0,0 1-1,0 2-29,1 2 85,0 0 0,-1 0 1,0 1-1,-1-1 1,0 1-1,-1-1 1,-1 0-1,1 1 1,-2-1-1,0 0 1,0 1-1,-1-1 1,0 0-1,-1-1 1,0 1-1,-5 9-86,-4-1 82,-1-1 0,0 0 0,-1-1 1,-1-1-1,-1 0 0,0-1 0,-1-1 0,-13 7-82,2-2 36,-1-1 0,-1-2 0,0-1-1,-1-1 1,-12 2-36,36-13-16,0-1-1,-1 0 1,1 0-1,-1-1 1,0 0 0,-1-1 16,2-3-603,12-7-75,3 2-56,0 0-1,0 1 1,1 0 0,0 0-1,0 1 1,1 0-1,4-2 735,34-21-6130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3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16508,'0'0'2296,"0"0"1913,0 0-2625,0 0-840,-153 99 121,108-19-137,-1 14-40,11 3-40,14-5-400,18-10-112,3-12-128,29-12-16,22-10-40,17-9-264,44-1-1200,-10-11-3249,-13-8-7346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4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16644,'0'0'2966,"0"0"-269,0 0-525,0 0-1007,0 0-501,0 0 62,14 15-39,6 4-509,-2 0 1,0 2-1,-1 0 1,-1 1-1,-1 1 0,6 14-178,7 29 97,-2 2-1,-2 4-96,0 0-97,-11-53-1193,-13-19 1165,1 1 0,-1-1 1,1 0-1,-1 0 0,1 0 1,-1 0-1,1 0 0,-1 0 1,1 0-1,-1 0 0,1-1 1,-1 1-1,1 0 0,-1 0 1,1 0-1,-1 0 0,0-1 1,1 1-1,-1 0 0,1 0 0,-1-1 1,0 1-1,1 0 0,-1-1 1,0 1-1,1 0 0,-1-1 1,0 1-1,1 0 0,-1-1 1,0 1-1,0-1 0,0 1 1,1-1-1,-1 1 0,0-1 1,0 1-1,0-1 0,0 1 0,0 0 1,0-1-1,0 1 0,0-1 125,6-20-7712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4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0 13971,'0'0'2553,"0"0"-761,0 0 1305,-175 160-1321,111-93-976,-1-1-472,6-6-200,11-9-128,10-13 0,17-11-1336,10-13-1609,6-6-3240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4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15715,'0'0'3733,"0"0"-828,0 0-1110,0 0-790,0 0-295,0 0-61,21 2 45,27 2-276,-1 2 0,5 4-418,-35-7 57,0 1-1,-1 1 0,1 1 0,-1 0 1,-1 1-1,1 0 0,-1 2 0,-1-1 1,4 4-57,-16-11 5,-1 0 1,0 0 0,0-1 0,0 1-1,0 0 1,0 0 0,0 0-1,-1 0 1,1 0 0,0 0 0,0 0-1,-1 0 1,1 0 0,0 0-1,-1 1 1,1-1 0,-1 0 0,0 0-1,1 1 1,-1-1 0,0 0-1,0 0 1,0 1 0,0-1 0,0 0-1,0 1 1,0-1 0,0 0-1,0 0 1,-1 1 0,1-1 0,-1 0-1,1 0 1,-1 1 0,1-1-1,-1 0 1,1 0 0,-1 0 0,0 0-1,0 0 1,0 0 0,0 0-1,1 0 1,-1 0 0,0 0 0,-1-1-1,1 1 1,0 0 0,0 0-6,-9 5 67,-1 1 0,1-2 0,-1 1 1,0-1-1,-3 0-67,-1 1 29,-108 45-19,122-49-184,-1-1 1,0 0-1,1 1 1,-1-1-1,1 1 1,-1 0-1,1-1 1,0 1-1,-1 0 1,1 0-1,0 0 1,0 0-1,1 0 1,-1 0-1,0 1 174,-3 7-2272,-4 7-5101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14547,'0'0'3793,"0"0"-928,0 0-681,0 0-1360,148-61-384,-102 44-392,-1 3-96,12 2-472,-12 2-1512,-4 0-3345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0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165 183 15595,'0'0'2852,"0"0"403,0 0-1507,0-24-781,0-134 2410,3 329-2991,-6 189-124,3-357-287,-1-1 0,0 0 0,1 0 0,-1 0 0,0 0 0,0 0 0,0 0 0,0 0 0,-1 0 0,1-1 0,0 1 0,-1 0 0,1-1 1,-1 1-1,0-1 0,1 1 0,-1-1 0,0 0 0,0 0 0,0 0 0,0 0 0,0 0 0,0 0 0,0 0 0,0-1 0,0 1 0,0-1 0,-1 1 0,1-1 0,0 0 0,-2 0 25,-14 2-92,0-1-1,0-1 1,-15-2 92,7 1 23,91-5-15,50-11-8,-32 2-3786,-52 10-2246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0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12203,'0'0'4633,"0"0"-3025,0 0 2329,0 0-2993,0 0-656,0 0-168,-13 126-120,13-119-1592,5-7-3065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1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54 12347,'0'0'2168,"0"0"-369,23-8-161,-4 2-1179,6-3 161,0 0-1,1 2 1,0 1-1,0 2 1,6-1-620,-51 5 411,1 1 0,-1 0 0,0 1 0,0 2 1,1-1-1,-13 6-411,24-7 26,1 0-1,0 1 1,0 0 0,1 0-1,-1 0 1,0 1 0,1 0-1,0 0 1,0 0 0,0 0 0,0 1-1,1 0 1,0 0 0,0 0-1,0 1 1,1-1 0,0 1-1,0 0 1,0 0 0,1 0 0,-1 0-1,1 1-25,1-4 7,0 0 0,0 0 0,0 0 0,1 0 0,-1 1 0,1-1 0,0 0 0,0 0 0,0 1 0,0-1 0,0 0 1,1 1-1,-1-1 0,1 0 0,0 0 0,0 0 0,0 0 0,1 0 0,-1 0 0,1 0 0,-1 0 0,1 0 0,0-1 0,0 1 0,0-1 0,1 1 0,-1-1 0,1 0 0,-1 1-7,9 3 19,-1 0 0,1-1-1,1 0 1,-1-1 0,1 0 0,-1 0 0,4-1-19,10 4 14,-20-5-20,0 0 0,0 0 0,0 0 0,0 1 0,0 0 0,-1 0 1,1 0-1,-1 1 0,0-1 0,0 1 0,3 3 6,-5-5 59,-1 0-1,1 0 1,-1 1-1,1-1 1,-1 0 0,0 0-1,0 1 1,0-1-1,0 1 1,0-1 0,0 0-1,-1 1 1,1 0-1,-1-1 1,0 1 0,0-1-1,0 1 1,0-1-1,0 1 1,-1 0 0,1-1-1,-1 1 1,1-1-1,-1 1 1,0-1 0,-1 2-59,0-1 50,0 0 0,0-1 0,-1 0 0,1 1 0,-1-1 0,1 0 0,-1 0 0,0 0 0,0-1 0,1 1 0,-1-1 1,-1 1-1,1-1 0,-1 0-50,-51 16 607,43-14-563,7-2-181,-30 13-4114,34-14 4134,0 0-1,1 1 1,-1-1 0,1 1 0,-1-1 0,1 0 0,-1 1 0,1-1 0,-1 1 0,1 0 0,0-1 0,-1 1 0,1-1 0,0 1-1,-1 0 1,1-1 0,0 1 0,0-1 0,-1 1 0,1 0 0,0-1 0,0 1 0,0 0 0,0 0 0,0-1 0,0 1 0,0 0-1,0-1 1,0 1 0,1 0 0,-1-1 0,0 1 0,0 0 0,1-1 0,-1 1 0,0-1 0,1 1 0,-1 0 0,0-1-1,1 1 1,-1-1 0,1 1 0,-1-1 0,1 1 0,-1-1 0,1 0 0,-1 1 0,1-1 0,-1 1 0,2-1 117,10 8-5954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1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12339,'0'0'3176,"0"0"-207,0 0-168,0 0-617,70 159-456,-70-93-567,0 4-97,-3 0-488,-18 0-336,-9-3-168,-2-1-72,-3-1 0,-5 0-472,-19 24-608,7-16-2881,7-17-5841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63 12227,'0'0'1920,"-24"-3"-21,-45-4 822,-29 3-2721,72 3 519,-1 2-1,1 1 1,0 1-1,0 1 1,0 2-1,-11 3-518,13 0 409,0 0 1,1 1-1,0 1 1,-6 6-410,24-15 42,0 1 0,1 0-1,-1 0 1,1 0 0,0 0 0,0 1 0,0 0 0,1 0 0,-1 0-1,1 0 1,0 0 0,0 1 0,1-1 0,-1 1 0,1 0 0,0 0-1,0 0 1,0 0 0,1 0 0,0 0 0,0 1 0,0-1 0,0 4-42,2-8 3,-1 0 0,0 1 0,0-1 0,1 1 1,-1-1-1,0 0 0,1 1 0,0-1 0,-1 0 1,1 0-1,0 1 0,-1-1 0,1 0 0,0 0 1,0 0-1,0 0 0,0 0 0,0 0 0,0 0 1,1 0-1,-1 0 0,1 0-3,2 1 5,0 0 1,0-1-1,0 1 1,0-1-1,1 0 1,-1 0-1,0 0 0,2-1-5,14 2 11,1-1-1,0-2 0,6 0-10,-16 0 1,1 0-11,0-1 0,0 0 0,0-1 0,0 0 0,0-1 0,0 0 0,-1-1 0,0 0 0,0-1 0,0 0 0,0-1 0,-1 0 0,-1 0 0,1-1 0,-1-1 0,0 1 0,-1-1 0,0-1 0,0 0 0,-1 0 0,-1 0 0,0-1 0,0 0 0,-1 0 1,0-1-1,-1 1 0,0-3 10,-2 7-56,15-39 479,-16 45-398,-1 0 1,1 1-1,-1-1 1,1 0-1,-1 0 1,1 1-1,-1-1 1,1 0-1,-1 1 1,1-1-1,0 1 1,-1-1-1,1 1 1,0-1-1,0 1 1,-1-1-1,1 1 1,0 0-1,0-1 1,0 1-1,0 0 0,-1 0 1,1 0-1,0 0 1,0 0-1,0 0 1,0 0-1,0 0 1,0 0-1,-1 0 1,1 0-1,0 0 1,0 0-1,0 1 1,0-1-1,-1 0 1,1 1-1,0-1 1,0 1-1,-1-1 1,1 1-1,0-1 1,0 1-1,-1-1 1,1 1-1,-1 0 1,1-1-1,-1 1 1,1 0-1,-1 0-25,8 8 100,-1 1 1,0-1-1,-1 2 0,-1-1 0,1 1 0,-1 0 0,-1 0 0,0 0 1,-1 0-1,0 1 0,1 10-100,1 15 425,0 0 0,-3 0 0,-1 10-425,-2 44 491,-5-1 1,-11 61-492,16-144-104,-2 17-1259,5-20 190,7-14-254,8-18-4675,4-9-5459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5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15755,'0'0'2478,"0"0"-567,-23 29 538,-74 99-774,92-121-1549,0 1-1,0 0 1,1 0 0,0 0 0,1 1-1,0-1 1,0 1 0,0 0 0,1 0-1,1 0 1,-1 0 0,2 0 0,-1 0-1,1 8-125,0-2 166,0-10-129,-1 1 1,1-1-1,1 1 1,-1-1 0,1 0-1,0 1 1,0-1-1,0 0 1,1 0 0,0 1-1,0-1 1,0 0-1,0-1 1,1 1 0,0 0-1,0-1 1,0 0-1,1 1 1,0-1 0,-1-1-1,1 1 1,0 0-1,1-1 1,-1 0 0,1 0-1,-1 0 1,1-1-1,0 1 1,0-1 0,0 0-1,4 0-37,16 5 84,0-1-1,1-2 0,0 0 1,0-2-1,1-1 0,-1-1 1,0-1-1,0-1 0,0-2 1,0 0-1,0-2 0,14-5-83,-26 6 19,-1 0-1,1-1 1,-1 0 0,-1-1-1,1 0 1,-1-1-1,0-1 1,-1 0-1,0 0 1,0-1-1,2-4-18,-8 9 29,-1-1-1,0 1 0,0-1 0,0 0 1,-1 0-1,0-1 0,0 1 0,0-1 0,-1 1 1,0-1-1,-1 0 0,1 0 0,-1 0 1,0 0-1,-1 0 0,0 0 0,0 0 1,0 0-1,-1 0 0,0 0 0,-1 0 0,1 1 1,-1-1-1,-1-2-28,-1 0 26,-1 0 0,1 1 0,-1 0 0,-1 0 0,1 0 0,-2 0 0,1 1 0,-1 0 0,0 1 0,0-1 0,0 1 0,-1 1 0,0-1 0,-1 1 0,1 1 1,-1 0-1,0 0 0,0 0-26,-6-2-6,-1 1-1,0 0 1,0 2 0,0-1 0,0 2 0,-1 0 0,1 1 0,-1 1 0,1 0 0,-3 1 6,18-1-21,1 0 0,-1 0 0,1 0 0,-1 0 0,1 0 0,-1 0 0,1 0 0,-1 0 0,1 0 0,-1 0 1,1 0-1,-1 0 0,1 1 0,-1-1 0,1 0 0,-1 0 0,1 0 0,-1 1 0,1-1 0,-1 0 0,1 1 0,-1-1 0,1 0 0,0 1 0,-1-1 0,1 0 0,0 1 0,-1-1 0,1 1 0,0-1 0,0 1 1,-1-1-1,1 1 0,0-1 0,0 1 0,0-1 0,0 1 0,-1-1 0,1 1 0,0-1 0,0 1 0,0-1 0,0 1 0,0-1 0,0 1 0,1-1 0,-1 1 0,0-1 0,0 1 0,0-1 0,0 1 0,1-1 1,-1 1-1,0-1 0,0 1 0,1-1 0,-1 1 0,0-1 0,1 0 0,-1 1 0,0-1 0,1 1 0,-1-1 0,1 0 0,-1 1 21,30 23-1816,24 0-2498,9-6-1624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8738,'0'0'8143,"0"0"-5233,0 0-1223,0 0-631,0 0-712,-2 23-74,0 3-168,1 0 0,2 21-102,0-42 34,0 0 0,0-1 0,0 1 0,1-1 1,0 1-1,-1-1 0,2 0 0,-1 1 1,0-1-1,1-1 0,0 1 0,0 0 0,0 0 1,0-1-1,0 0 0,3 2-34,10 12 297,-11-11-191,-1 1-1,1 0 1,-1-1 0,0 2 0,-1-1-1,0 0 1,0 1 0,0 0-1,-1-1 1,0 1 0,-1 0 0,0 0-1,0 0 1,0 4-106,-2-9 61,0 0-1,1-1 1,-1 1 0,0-1-1,0 1 1,-1-1 0,1 0-1,-1 1 1,1-1 0,-1 0-1,0 0 1,1 0 0,-1 0-1,0 0 1,0 0 0,-1-1-1,1 1 1,0-1 0,0 1-1,-1-1 1,1 0 0,-1 0-1,1 0 1,-1 0 0,0 0-1,-1-1-60,-8 5 67,-2-2 0,1 0 0,0 0 0,-12 0-67,22-3 0,-1 0 1,1 1 0,0-1-1,-1 0 1,1 0 0,0-1-1,-1 1 1,1-1 0,0 0-1,0 0 1,0 0-1,0 0 1,0 0 0,0-1-1,0 1 1,0-1 0,0 0-1,-2-1 0,4 0-103,-1 1-1,0 0 0,1-1 0,0 0 0,-1 1 0,1-1 0,0 0 0,1 1 0,-1-1 1,0 0-1,1 0 0,-1 0 0,1 0 0,0 0 0,0 0 0,0 0 0,1 1 0,-1-1 1,0 0-1,1 0 0,1-2 104,-1 2-148,-1 1 1,1 0-1,1-1 0,-1 1 1,0 0-1,1 0 1,-1 0-1,1 0 1,-1 0-1,1 0 0,0 0 1,0 1-1,0-1 1,0 1-1,0-1 1,0 1-1,0 0 0,2-1 148,49-19-1499,-34 14 1047,90-29-293,-71 25 1103,0-2 1,0-1-1,-2-2 0,0-2 0,12-8-358,-17 1 1126,-30 24-1022,0 0 1,0 1 0,0-1-1,0 0 1,0 0 0,-1 0 0,1 0-1,0 0 1,0-1 0,-1 1-1,1 0 1,-1 0 0,1 0-1,-1 0 1,0-1 0,1 1 0,-1 0-1,0 0 1,0-1 0,0 1-1,0 0 1,0 0 0,0-1-1,0 1 1,0 0 0,-1 0 0,1-2-105,-4 2 72,0 0 0,0 0 0,0 1 0,0-1 0,1 1 0,-1 0 0,0 0 0,0 0 1,0 1-1,0-1 0,0 1 0,0 0 0,-1 0-72,-1 1 7,0 1 1,-1 0-1,1 1 0,0-1 1,1 1-1,-1 0 1,1 0-1,-1 1 0,1 0 1,1 0-1,-1 0 0,1 0 1,0 1-1,0-1 1,0 1-1,1 0 0,0 1 1,-2 3-8,0 3 29,0 0 0,0 0 1,1 1-1,1 0 1,0 0-1,1 0 1,1 0-1,0 8-29,1-19 7,0 0-1,0 0 1,0 0 0,1-1-1,-1 1 1,1 0 0,0 0-1,0 0 1,0-1 0,0 1-1,0 0 1,1-1 0,-1 1-1,1-1 1,0 0 0,-1 1-1,1-1 1,0 0 0,1 0-1,0 1-6,2 0 3,0 0 0,0 0 1,0-1-1,0 1 0,0-1 0,0 0 0,1-1 0,-1 1 0,1-1 1,3 0-4,13 1-247,0-1-1,-1 0 1,1-2 0,0-1 0,11-2 247,2-4-2348,1 0-1,-1-2 1,32-14 2348,7-9-6104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9 4849,'0'0'9199,"0"0"-4894,-23-1-953,-74-2-1371,94 3-1868,-1 0 0,0 0 0,1 0 0,-1 1 0,1-1 0,-1 1-1,1 0 1,-1 0 0,1 1 0,0-1 0,0 1 0,-1-1 0,1 1 0,0 0-1,0 0 1,1 0 0,-1 1 0,0-1 0,1 1 0,-1-1-113,2 1 71,-1-1 1,1 1-1,-1-1 1,1 1-1,0 0 1,0 0-1,0 0 1,0-1-1,1 1 1,-1 0-1,1 0 1,0 0 0,0 0-1,0 0 1,0 0-1,0 0 1,1 0-1,-1 0-71,1-1 13,0 0 0,0 0 1,1 0-1,-1-1 0,0 1 0,1 0 0,-1-1 0,1 1 0,-1-1 1,1 0-1,0 0 0,0 1 0,-1-1 0,1 0 0,0-1 0,0 1 1,0 0-1,0 0 0,0-1 0,0 1 0,1-1 0,-1 0 0,0 0 1,0 1-1,0-1 0,0-1 0,1 1-13,68-2 19,-62 2-49,-2-1-3,0 0-1,0-1 0,0 1 1,0-1-1,0 0 0,-1-1 1,1 0-1,-1 0 0,1 0 1,-1-1-1,5-4 34,-7 6-13,-1-1 1,0 0-1,0 0 1,0 0-1,0 0 1,0-1 0,-1 1-1,1-1 1,-1 0-1,0 1 1,0-1-1,-1 0 1,1 0-1,-1 0 1,1 0-1,-1-1 1,-1 1-1,1 0 1,-1 0-1,1-3 13,15 29 396,-6 3-155,-2 1 0,-1 0 0,-1 0 0,-1 1 0,1 25-241,-3 17 970,-3 52-970,0-114 33,-1-1 0,0 0 0,0 0 0,-1 0 0,0 1 0,0-1 0,0-1 0,0 1 0,-1 0 0,0 0 0,-1-1 0,-3 5-33,6-8 1,-1 0-1,0 0 1,1 0-1,-1 0 1,0 0-1,0-1 0,0 1 1,-1 0-1,1-1 1,0 0-1,0 0 0,-1 0 1,1 0-1,-1 0 1,1 0-1,-1 0 1,1-1-1,-1 0 0,0 1 1,1-1-1,-1 0 1,1 0-1,-1 0 0,0 0 1,1-1-1,-1 1 1,1-1-1,-1 0 1,1 0-1,-1 1 0,1-1 1,-2-2-1,2 3-50,1-1 0,-1 0 1,1 0-1,0 0 0,0-1 0,-1 1 1,1 0-1,0 0 0,0-1 1,0 1-1,0 0 0,1-1 0,-1 1 1,0-1-1,0 0 0,1 1 0,-1-1 1,1 1-1,0-1 0,-1 0 1,1 1-1,0-1 0,0 0 0,0 1 1,0-1-1,0 0 0,0 1 1,1-1-1,-1 0 0,1 1 0,-1-1 1,1 0-1,-1 1 0,1-1 50,2-5-613,-1 1-1,1 0 1,0 0-1,1 1 1,-1-1-1,1 1 1,0 0-1,2-2 614,30-29-7670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7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19036,'0'0'3113,"0"0"-1609,0 0 985,0 0-1721,0 0-192,0 0-504,0 0-24,156-20-48,-113 20-248,-8 0-784,-14 0-1553,-15 0-4080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7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85 928,'0'0'11931,"0"0"-7778,0 0-329,0 0-2111,0 0-97,0 0-1176,156-21-440,-92 6-8,28-4-1336,-20 4-3521,-13 1-8498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158 318 16508,'0'0'4055,"-6"-25"-1548,3 13-2229,-9-35 1036,2 0 0,2-1 0,0-29-1314,7 62 200,-2-25 623,6 34-441,4 22-180,14 54-162,-4 1 1,-2 1-1,-4 0 1,-3 1 0,-1 45-41,-7-117-27,-1 0 1,0 0 0,1 0 0,-1 0 0,0 0 0,1 0-1,-1 0 1,0-1 0,0 1 0,0 0 0,0-1 0,0 1-1,0 0 1,0-1 0,0 1 0,0-1 0,0 0 0,0 1-1,0-1 1,0 0 0,0 1 0,0-1 0,0 0 0,-1 0 26,-36 7-596,28-6 351,-8 2 122,-1 1 0,1 1 0,0 0 0,1 2 0,-9 3 123,26-10 4,0 0 0,-1 0 0,1 0 0,-1 0 0,1 0 0,0 1 0,-1-1 0,1 0 0,0 0 0,-1 0 0,1 0 0,0 1 0,-1-1 0,1 0 0,0 0 0,-1 1 0,1-1 0,0 0 0,0 1 0,-1-1-1,1 0 1,0 1 0,0-1 0,0 0 0,-1 1 0,1-1 0,0 0 0,0 1 0,0-1 0,0 1 0,0-1 0,0 0 0,0 1 0,0-1 0,0 0 0,0 1-4,13 5 388,23-3 139,-4-3-616,139-4 30,-138 1-3241,-1-2 0,17-5 3300,3-4-10452</inkml:trace>
  <inkml:trace contextRef="#ctx0" brushRef="#br0" timeOffset="1">591 470 16548,'0'0'4937,"0"0"-3681,0 0 968,0 0-1119,0 0-489,0 0-448,0 0-168,-22 85-24,25-66-1145,13-7-4120,0-5-4737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13171,'0'0'2535,"0"0"-523,0 0-577,27-9-436,82-28-436,-92 32-445,15-8-50,-32 13 3,1-1-1,0 1 1,-1 0 0,1-1-1,-1 1 1,1-1 0,-1 1-1,1-1 1,-1 1 0,1-1-1,-1 1 1,0-1 0,1 0-1,-1 1 1,0-1 0,1 1-1,-1-1 1,0 0 0,0 1-1,1-1 1,-1 0 0,0 1-1,0-1 1,0 0 0,0 0-71,-4 0 104,1 0 0,-1 0 0,0 1 0,1-1 1,-1 1-1,0 0 0,1 0 0,-1 1 0,0-1-104,0 0 48,-4 0-51,0 0 1,0 1-1,0 0 0,0 0 0,0 0 1,0 1-1,0 1 0,1-1 0,-1 1 1,1 1-1,-2 0 3,6-2 8,-1 0 1,1 1-1,0-1 1,0 1-1,0 0 0,0 0 1,0 0-1,1 1 1,-1-1-1,1 1 0,0-1 1,0 1-1,0 0 1,0 0-1,1 0 0,0 0 1,0 0-1,0 0 1,0 0-1,0 0 0,1 0 1,0 3-9,-1-4 7,1-1-1,0 1 1,0-1 0,0 1 0,0-1-1,1 1 1,-1 0 0,1-1 0,-1 1 0,1-1-1,0 0 1,0 1 0,0-1 0,0 1 0,1-1-1,-1 0 1,0 0 0,1 0 0,0 0 0,-1 0-1,2 0-6,2 2 21,1 0-1,0-1 1,0 0 0,0 0-1,1 0 1,-1-1-1,3 1-20,4 2 7,0-1-8,-1 1 0,-1 1 0,1-1 0,-1 2 0,0 0 0,10 8 1,-18-12 3,1 0 0,-1 1 0,1-1 0,-1 1-1,0 0 1,0 0 0,-1 0 0,1 1-1,-1-1 1,0 0 0,0 1 0,-1 0-1,1-1 1,-1 1 0,0 0 0,0 0-1,-1 0 1,1 0 0,-1 2-3,0-6 56,-1 1-1,1-1 1,-1 0 0,0 0-1,1 0 1,-1 0 0,0 0 0,0 0-1,1 0 1,-1-1 0,0 1-1,0 0 1,0 0 0,0-1 0,0 1-1,0 0 1,0-1 0,0 1-1,-1-1 1,1 1 0,0-1 0,0 0-1,0 0 1,-1 1 0,1-1-1,0 0 1,-1 0-56,-45 5 640,36-4-601,2-1-128,-24 3 527,33-3-506,-1 0-1,0 0 1,1 0 0,-1 0-1,0 0 1,0 0 0,1 0 0,-1 0-1,0 1 1,1-1 0,-1 0 0,0 0-1,1 0 1,-1 1 0,0-1-1,1 0 1,-1 1 0,1-1 0,-1 1-1,1-1 1,-1 1 0,1-1 0,-1 1-1,1-1 1,-1 1 0,1-1 0,-1 1-1,1 0 1,-1 0 68,2 0-262,-1-1 1,1 1-1,-1 0 0,1-1 1,-1 1-1,1 0 1,0-1-1,-1 1 0,1-1 1,0 1-1,-1-1 0,1 1 1,0-1-1,0 0 1,-1 1-1,1-1 0,0 0 1,0 1-1,0-1 0,-1 0 1,1 0-1,0 0 1,0 0-1,0 0 262,3 1-1424,17 4-6579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8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18924,'0'0'2718,"0"0"-1066,0 0-329,0 0 80,0 0-393,0 0-353,6 17-223,33 90-141,-38-106-293,-1-1 56,-1-6-97,0 0 1,0 0-1,1 0 1,0 0-1,1 0 0,-1 0 1,1 0-1,0 0 1,1-1 40,-1 1-9,2-1 1,-1 0 0,1 0 0,0 1-1,0 0 1,1-1 0,0 1-1,0 1 1,1-1 0,-1 1 0,1-1-1,0 1 1,1 1 0,-1-1 0,1 1-1,1-1 9,-5 3-2,1 0-1,-1 1 1,1-1-1,-1 1 1,1-1-1,-1 1 1,1 0-1,0 0 1,-1 0-1,1 1 1,0-1-1,0 1 1,0-1-1,-1 1 1,1 0-1,0 0 1,0 0-1,0 1 1,0-1-1,-1 1 1,1-1-1,0 1 1,0 0-1,-1 0 1,1 0-1,0 0 1,-1 1 0,1-1-1,-1 1 1,0 0-1,0-1 1,1 1-1,-1 0 1,0 0-1,0 0 1,-1 1-1,1-1 1,0 0-1,-1 1 1,1 1 2,2 2 31,-1 0 1,0 1 0,0-1-1,-1 1 1,0 0-1,0-1 1,-1 1 0,0 0-1,0 0 1,0 0 0,-1 1-32,0-7 48,0-1 58,6-21-11,3-4-93,0 0-1,2 1 1,4-5-2,-11 21 3,1 0 0,0 0 1,0 1-1,1-1 0,0 1 0,0 0 1,1 1-1,0-1 0,0 2 0,8-6-3,-13 10 14,-1-1 0,1 1 0,0 0 0,0 0-1,0 0 1,0 0 0,0 0 0,0 1 0,0-1-1,1 0 1,-1 1 0,0 0 0,0-1 0,0 1-1,1 0 1,-1 0 0,0 0 0,0 1 0,0-1-1,1 1 1,-1-1 0,0 1 0,0-1 0,0 1-1,0 0 1,0 0 0,0 0 0,0 0 0,0 1-1,0-1 1,-1 0 0,1 1 0,0-1 0,-1 1 0,0 0-1,1-1 1,-1 1 0,0 0 0,1 0 0,-1 0-1,0 0 1,-1 0 0,1 0 0,0 0 0,0 0-1,-1 1-13,6 14 89,-2 0-1,0 1 0,-1 0 0,0 0 0,-1 8-88,-1-10 5,11 29-493,3-18-2642,-2-11-3908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6:5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19836,'0'0'5145,"0"0"-3696,0 0-169,0 0-1280,0 0-360,0 0-5641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00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14283,'0'0'4617,"0"0"-2063,0 0-1271,0 0-590,0 0-126,8 16 99,5 10-308,-2 1 0,-1 1 0,-1 0 0,-1 0 0,-1 1 0,-1 8-358,-2 84 498,-5-83-535,-1-36-188,0-1 0,0 1-1,0-1 1,0 0 0,-1 1-1,1-1 1,-1 0 0,1 0-1,-1-1 1,1 1 0,-1 0-1,1-1 1,-1 0 0,0 1-1,1-1 1,-3 0 225,0 0-926,-18 5-4621,3-3-3701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0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8994,'0'0'6631,"0"0"-3316,0 0-1573,0 0-658,0 0-304,0 0-321,17 16-170,54 52-59,-66-62-193,0 0 0,0 1 0,0 0 0,-1 0 1,0 0-1,-1 0 0,3 7-37,-5-11 11,0 0 0,0 0 1,0 0-1,1 0 0,-1 0 1,1-1-1,-1 1 0,1-1 1,0 1-1,0-1 0,0 0 0,0 1 1,0-1-1,1 0 0,-1-1 1,1 1-1,1 1-11,-2-3 14,0 1 1,0-1 0,0 1-1,0-1 1,0 0-1,1 0 1,-1 0 0,0 0-1,0 0 1,0 0 0,0 0-1,1-1 1,-1 1-1,0-1 1,0 0 0,0 0-1,0 0 1,0 0-1,0 0 1,-1 0 0,1 0-1,0 0 1,0-1-1,-1 1 1,1-1 0,0 0-15,40-48 91,-33 38-71,81-123-74,-90 135 1,7-8-895,-3 7-3533,-3 1-3960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15107,'0'0'4621,"0"0"-1910,0 0-834,0 0-957,0 0-412,0 0-24,-20 18 60,-162 145 675,169-152-1165,2-2-13,0 1 0,1 1-1,0 0 1,0 2-41,8-11 3,1 0 1,-1 0-1,1-1 0,-1 2 0,1-1 1,0 0-1,0 0 0,0 0 0,0 1 1,1-1-1,-1 0 0,1 1 0,-1-1 1,1 0-1,0 1 0,0-1 0,0 1 1,0-1-1,0 1 0,0-1 0,1 0 1,-1 1-1,1-1 0,0 0 0,-1 1 1,2 1-4,1-1 10,-1-1 1,1 1-1,-1-1 1,1 0-1,0 1 0,0-1 1,0-1-1,0 1 1,0 0-1,0-1 1,0 1-1,1-1 1,-1 0-1,3 0-10,55 12-61,-44-10 16,19 3-941,-1 2 1,0 2-1,13 6 986,-35-11-2200,1 2 1,0 0-1,-1 0 0,-1 1 1,12 9 2199,-3 3-8481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0 7498,'0'0'5105,"0"0"-2425,0 0 249,0 0-497,-153 5-607,100-2-617,4-3-328,6 0-576,11 0-176,13 0-112,11 0-16,5 0-800,3 0-1256,0 0-1969,3 0-3425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7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16700,'0'0'4961,"0"0"-3849,0 0 920,0 0-503,-30 157-529,20-95-256,4-6-504,6-8-104,0-9-88,3-12-48,8-8-80,2-9-872,3-10-833,0 0-3528,1-13-4209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17420,'0'0'3857,"0"0"-1688,0 0-822,25-2-529,79-8-639,-102 10-179,0-1 0,0 1 0,1 0 1,-1-1-1,0 1 0,0 0 0,0 1 0,0-1 1,1 0-1,-1 0 0,0 1 0,0-1 1,0 1-1,0 0 0,0 0 0,0 0 1,0 0-1,0 0 0,0 0 0,0 0 1,-1 1-1,1-1 0,0 1 0,-1-1 1,1 1-1,-1-1 0,0 1 0,1 0 1,-1 0-1,0 0 0,0 0 0,0 0 1,0 0-1,-1 0 0,1 0 0,0 0 1,-1 0-1,0 0 0,1 1 0,-1-1 1,0 0-1,0 2 0,0 3 7,-1 0 0,0 1-1,0-1 1,-1 0 0,0 0 0,0 0 0,-1 0 0,0 0-1,0 0 1,-1 0-7,-6 8 17,-1-1 0,0 0 0,-1-1-1,-7 6-16,10-11 4,0 0 0,0 1 0,1 0-1,0 1 1,1 0 0,0 0-1,1 0 1,0 1 0,0 0-1,-2 8-3,8-18 14,0 1-1,-1-1 1,1 0-1,0 0 1,0 1-1,0-1 1,0 0 0,0 1-1,1-1 1,-1 0-1,0 1 1,1-1-1,-1 0 1,1 0-1,-1 1 1,1-1-1,-1 0 1,1 0 0,0 0-1,0 0 1,0 0-1,-1 0 1,1 0-1,0 0 1,0 0-1,0 0 1,0-1-1,1 1 1,-1 0 0,0-1-1,0 1 1,0-1-1,1 1 1,-1-1-1,0 1 1,0-1-1,1 0 1,-1 0-1,0 0 1,1 1 0,-1-1-1,1-1-13,12 3 200,0-1-1,1-1 0,-1 0 1,3-2-200,6 1 107,6 1-650,-1-2-1,0-1 1,1-2 0,-1 0 0,0-2-1,4-3 545,33-11-5664</inkml:trace>
  <inkml:trace contextRef="#ctx0" brushRef="#br0" timeOffset="1">578 215 14131,'0'0'3562,"0"0"-1124,0 0 477,0 0-1322,0 0-473,26 19-263,-9-5-735,-2-3-58,0 0 1,0 0 0,1-1-1,4 0-64,-12-6 36,-1-1 0,1 0 0,0 0 0,0-1-1,0 0 1,0 0 0,0-1 0,1 0 0,-1-1-1,0 0 1,0 0 0,1 0 0,3-2-36,6-2 58,0 0 0,0-2 0,-1 0-1,0-1 1,0 0 0,0-2 0,14-9-58,-26 15 11,0-1-1,0 0 1,0 0 0,-1 0-1,0 0 1,0-1 0,0 0 0,0 0-1,-1 0 1,0 0 0,0 0-1,1-2-10,-3 3 4,0 0 1,0 1-1,0-1 0,-1 0 0,1 1 0,-1-1 0,0 0 0,0 0 0,0 0 1,0 1-1,-1-1 0,0 0 0,0 1 0,0-1 0,0 0 0,0 1 0,-1-1 1,1 1-1,-1 0 0,0 0 0,0-1-4,-4-3-65,0-1 0,-1 1 0,0 0-1,0 1 1,-1-1 0,1 1 0,-1 1 0,0 0 0,-1 0 0,1 0 0,-1 1-1,0 1 1,0-1 0,-1 1 0,1 1 0,-4-1 65,-27-5-824,-1 1 0,0 2 1,-4 2 823,43 3-33,-123-7-4781,6 6-3242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10922,'0'0'4628,"0"0"-2163,0 0-178,28-12-399,96-37-220,-115 46-1545,1 0-1,-1 0 0,1 1 0,0 0 1,-1 1-1,1 0 0,0 1 0,0-1 1,0 2-1,0 0 0,0 0 0,0 1 1,-1 0-1,1 0 0,-1 1 0,1 1 1,-1-1-1,0 1 0,0 1 0,-1 0 1,1 0-1,-1 1 0,0 0 0,-1 0 0,1 1 1,-1 0-1,0 0 0,-1 1 0,0-1 1,0 2-1,3 5-122,4 10 30,-1 0-1,-1 1 1,0 1 0,-2 0-1,-2 0 1,0 1 0,-1 0-1,-2 0 1,-1 0 0,-1 7-30,4 60-977,-4-86-251,0-11-443,-1-11-1466,-1-11-2448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0 15491,'0'0'3945,"0"0"-2681,0 0 761,-172 133-889,108-65-480,2-3-464,8-2-192,6-8-8,-19-1-1272,11-16-1753,2-11-3496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15091,'0'0'2773,"0"0"-350,0 0-383,0 0-1079,0 0-584,0 0 3,-12 14 252,-160 174 146,163-179-779,0 1-1,1 0 1,0 1 0,1 0 0,-4 6 1,10-15 7,-1 0-1,1-1 1,0 1 0,0 0 0,0 0 0,0 0-1,1 0 1,-1 1 0,0-1 0,1 0 0,0 0-1,-1 0 1,1 0 0,0 1 0,0-1 0,0 0-1,0 0 1,1 1 0,-1-1 0,0 0 0,1 0-1,0 0 1,-1 0 0,1 0 0,0 0 0,0 0-1,0 0 1,1 0 0,-1 0 0,0 0 0,1-1-1,-1 1 1,1-1 0,-1 1 0,2 0-7,12 6 79,0-1 0,0 0 1,0-1-1,1-1 0,0 0 1,0-1-1,2-1-79,2 2-342,0 0 0,0 1 1,-1 1-1,5 3 342,-17-7-687,0 1-1,0 0 1,-1 1 0,1-1-1,-1 1 1,0 1-1,-1-1 1,2 2 687,8 15-5653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637 90 12259,'0'0'5217,"0"0"-3153,0 0-207,0 0-1097,-172-67-616,116 55-144,-6 4-432,-2 6-1249,-3 2-271,-22 0-793,19 5-1600,14 4-856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2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77 9450,'0'0'2913,"0"0"-598,0 0-545,0 0-461,-25 15-414,-75 48-324,97-61-523,0 0 0,0 0 1,1 0-1,-1 0 0,1 0 0,0 1 1,-1-1-1,1 1 0,0-1 0,0 1 1,1 0-1,-1 0 0,0 0 0,1 0 1,0 0-1,0 0 0,0 1 0,0-1 1,0 0-1,1 1 0,-1-1 0,1 0 1,0 1-1,0-1 0,0 0 0,1 1 1,0 1-49,0 10 490,-2-14-463,1 0-1,0 0 1,0 0-1,0 0 0,0 0 1,1 0-1,-1 0 0,0 0 1,0 0-1,0-1 1,1 1-1,-1 0 0,0 0 1,1 0-1,-1 0 0,1 0 1,-1-1-1,1 1 1,0 0-1,-1 0 0,1-1 1,0 1-1,-1 0 0,1-1 1,0 1-1,0-1 0,-1 1 1,1-1-1,1 1-26,0-1 59,0 1-1,0-1 0,0 0 0,0 0 1,0 0-1,0 0 0,1 0 1,-1-1-1,0 1 0,0 0 1,0-1-1,0 0 0,1 0-58,3-1 133,0-1 0,0 0 0,0 0 0,0-1 1,-1 1-1,1-1 0,-1-1 0,4-3-133,-4 0 72,0 0 1,0-1-1,-1 0 0,0 1 1,0-2-1,-1 1 1,0 0-1,-1-1 1,0 1-1,0-1 1,-1 0-1,0 0 0,-1-1-72,1 7 12,-1-1 0,0 1-1,0 0 1,0-1-1,-1 1 1,1 0-1,-1-1 1,0 1-1,0 0 1,-1 0-1,1 0 1,-1 0-1,0 0 1,0 0-1,0 0 1,-1 0 0,1 1-1,-1-1 1,0 1-1,0 0 1,0 0-1,0 0 1,-1 0-1,1 1 1,-1-1-1,0 1 1,0 0-1,1 0 1,-4-1-12,7 3-31,-1 0 1,1 0-1,0 0 0,0 0 1,0 0-1,-1 0 0,1 0 1,0 0-1,0 0 0,0 0 1,0 0-1,-1 0 0,1 0 1,0 0-1,0 0 0,0 0 1,0 0-1,-1 0 0,1 1 1,0-1-1,0 0 0,0 0 1,0 0-1,0 0 1,0 0-1,-1 0 0,1 1 1,0-1-1,0 0 0,0 0 1,0 0-1,0 0 0,0 1 1,0-1-1,0 0 0,0 0 1,0 0-1,0 0 0,0 1 1,0-1-1,0 0 0,0 0 1,0 0-1,0 1 0,0-1 1,0 0-1,0 0 0,0 0 1,0 0-1,0 1 0,0-1 1,0 0-1,0 0 0,1 0 1,-1 0-1,0 0 0,0 1 1,0-1-1,0 0 0,0 0 1,0 0-1,1 0 0,-1 0 1,0 0 30,8 15-1312,19 12-2456,10 0-1419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18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 9826,'0'0'3977,"0"0"-1869,0 0-783,0 0-270,0 0-277,0 0-17,-26 12-64,-78 39 42,100-49-671,1-1 0,-1 1 0,1 0 0,0 0-1,0 0 1,-1 0 0,1 0 0,1 1 0,-1 0 0,0-1 0,1 1 0,-1 0 0,1 0 0,0 1 0,0-1-1,0 0 1,0 1 0,1-1 0,-1 1 0,1-1 0,0 1 0,0 0 0,0 1-68,-2 8 205,-5 23 250,3-1 0,1 1 0,1 0 0,2 1 0,2-1 0,3 21-455,-4-51 32,1 1 1,0-1-1,0 0 0,0 0 1,1 0-1,0-1 1,0 1-1,0 0 0,1-1 1,0 1-1,0-1 0,0 0 1,1 0-1,-1 0 1,1 0-1,1-1 0,-1 1 1,0-1-1,3 1-32,-3-2 38,1-1-1,-1 1 1,1-1-1,0 0 1,0 0-1,0 0 1,0-1-1,0 0 1,0 0-1,0 0 1,0 0-1,0-1 1,1 0-1,-1 0 1,0 0-1,0-1 1,0 0-1,1 0 1,-1 0-1,0-1 1,0 1-1,4-3-37,-2 0 21,0 0 1,0 0-1,0 0 0,-1-1 0,1 0 1,-1-1-1,0 0 0,-1 1 0,1-2 1,-1 1-1,0-1 0,-1 1 0,0-1 1,0 0-1,0-1 0,-1 1 0,0-1 1,0 0-22,1-5 37,0 0 1,-1-1 0,0 1 0,-1-1 0,-1 1-1,0-1 1,0 1 0,-2-1 0,0 0-1,-1-7-37,-1 14 25,1-1 0,-1 1-1,0 1 1,-1-1 0,0 0 0,0 1-1,0 0 1,-1 0 0,0 0 0,0 0-1,0 1 1,-1 0 0,0 0 0,0 0-25,-8-6 31,0 1 1,-1 0 0,0 1 0,-1 0 0,-7-2-32,11 8 12,1 0 0,-1 1 0,0 1 0,1 0 0,-1 0 0,0 1 0,0 0 0,-9 3-12,11-3-12,6 1-14,0 0 0,0 0 1,0 0-1,0 1 0,0-1 1,1 1-1,-1 0 0,0 0 1,1 0-1,0 1 1,-1-1-1,1 1 0,0 0 1,0 0-1,-2 2 26,-39 54-1248,30-40 527,-30 41-3640,-1 0-3410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20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11138,'0'0'7274,"0"0"-5362,0 0 169,0 0-953,0 0-448,0 0-216,166 0 32,-112 0-496,-9 0 216,-7 0-208,-9 0-16,-7 0-136,-9 0-504,-13 0-1320,0 7-2049,0 3-1640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21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4441,'0'0'9530,"0"0"-7482,0 0-23,0 0-673,0 0-400,151-15-544,-95 6-408,0 1-184,1 8-872,-17 0-1960,-13 0-8059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3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86 10506,'0'0'2996,"0"0"-947,0 0-406,0 0-276,0 0-20,-17-27 2653,7 20-3774,0 0 1,0 1 0,-1 0-1,0 0 1,0 1 0,0 1-1,-1 0 1,1 1-1,-1 0 1,0 0 0,0 1-1,0 1 1,0 0 0,0 1-1,-11 1-226,18 0 5,1 1 1,0 0-1,-1 0 0,1 0 1,0 0-1,0 1 0,1-1 1,-1 1-1,0 0 0,1 0 1,0 0-1,0 1 0,0-1 1,0 1-1,0 0 0,1 0 1,0 0-1,-1 0 0,1 0-5,-4 8 28,1 0 0,0 1 0,0-1 0,1 1-1,1 0 1,0 0-28,-1 14 104,1 0-1,2-1 1,0 1 0,2 0-1,1 0 1,2 0-1,3 14-103,13 44 426,21 56-426,10 34 312,-30-72-204,-5 0 0,-5 0 0,-4 1 0,-4 1 0,-9 62-108,4-138 37,-2-1 0,-1 1 0,-1-1 1,-2 0-1,-1-1 0,0 0 0,-2 0 0,-2-1 0,-10 16-37,21-38 13,-1 0 1,0-1 0,0 0-1,0 1 1,0-1 0,-1 0-1,1-1 1,-1 1-1,0-1 1,0 0 0,0 1-1,0-2 1,0 1 0,0 0-1,0-1 1,0 0 0,-1 0-1,1 0 1,-1 0-1,1-1 1,-1 0 0,1 0-1,-1 0 1,1 0 0,0-1-1,-1 0 1,1 0-1,-1 0 1,1 0 0,-3-2-14,2 2-67,0-1 0,0 0 1,0 0-1,0-1 0,0 1 0,1-1 1,-1 0-1,1 0 0,0-1 1,0 1-1,0-1 0,0 0 0,1 0 1,0 0-1,0-1 0,0 1 1,0-1-1,0 1 0,1-1 0,0 0 1,0 0-1,0 0 0,1 0 0,0-1 1,-1-3 66,2-38-5099,0 27-1899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3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6873,'0'0'6096,"0"0"-2995,0 0-726,0 0-256,0 0-404,5-2-170,76-47 783,-57 33-1821,1 1 0,20-9-507,-45 24-2,0 0 0,1-1 0,-1 1 0,1 0-1,-1 0 1,1 0 0,-1 0 0,1-1 0,-1 1 0,0 0 0,1 0 0,-1 0 0,1 0 0,-1 0 0,1 0 0,-1 0 0,1 0 0,-1 1 0,1-1-1,-1 0 1,1 0 0,-1 0 0,1 0 0,-1 1 0,0-1 0,1 0 0,-1 0 0,1 1 0,-1-1 0,0 0 0,1 1 0,-1-1 0,0 0 0,0 1-1,1-1 1,-1 1 2,5 22-12,-9 31 44,-1-35 8,-1 1 0,-1-1 1,-1 0-1,-9 17-40,8-18 42,0 1 0,2-1 1,0 1-1,1 0 0,-1 12-42,6-23 82,2-5-4882,3-3-2026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3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 15771,'0'0'3961,"0"0"-2224,0 0-121,0 0-1056,0 0-480,0 0-80,0 0-688,-11-15-936,16 13-1129,3-3-2600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37 6161,'0'0'2978,"0"0"-497,0 0-627,0 0-407,0 0-333,0 0-193,-13-5 4389,65-5-4201,-43 7-974,-1 1-1,1 0 0,-1 0 0,1 1 0,5 0-134,47-4 114,-36 1-77,-20 3 24,-8 1 45,-16 0-117,-61 3-94,75-2 97,0 0 0,0 0 1,0 0-1,0 1 0,1 0 1,-1 0-1,0 0 0,1 0 0,-1 1 1,1 0-1,0 0 0,0 0 1,0 0-1,-1 1 8,3-1-1,1 0 0,-1-1 0,1 1 0,0 0 0,-1 0 0,1 0 0,1 0 0,-1 1 0,0-1 0,1 0 0,-1 0 0,1 0 0,0 1 0,0-1 0,1 0 0,-1 0 0,1 1 1,-1 10 121,43-14 24,-16 0-147,-17-1-1,0 1-1,0 0 0,0 1 0,0 0 0,6 1 4,-12-1-1,-1 0-1,0 1 1,0-1 0,1 1-1,-1-1 1,0 1-1,-1 0 1,1 0-1,0 0 1,0 0 0,-1 1-1,0-1 1,1 1-1,-1 0 1,0-1-1,0 1 1,0 0 0,0 1 1,3 9 42,0 0 0,-1 0 0,-1 0 0,0 1 1,-1-1-1,0 1 0,-1-1 0,0 1 1,-1 0-1,-1-1 0,0 1 0,-1 0-42,1-11 35,1 1 0,0-1 0,-1 0 0,0 0 0,0 0 0,0 0 0,0 0 0,0 0 0,-1 0 0,1 0 0,-1 0 0,0-1 0,1 1 0,-1 0 0,-1-1 0,1 0 0,0 1 0,-1-1 0,1 0 0,-1 0 0,1 0 0,-1-1-1,0 1 1,0-1 0,0 1 0,0-1 0,0 0 0,-3 0-35,-8 2 82,0 0-1,0-2 1,0 0-1,0 0 0,0-2 1,-1 0-82,-12 1-51,-4-6 205,30 6-193,0-1-1,0 0 0,0 1 1,1-1-1,-1 0 1,0 0-1,0 0 1,0 1-1,1-1 0,-1 0 1,1 0-1,-1 0 1,0 0-1,1 0 1,0-1-1,-1 1 0,1 0 1,0 0-1,-1 0 1,1 0-1,0 0 0,0 0 1,0-1-1,0 1 1,0 0 39,0 0-213,1 1 1,-1 0-1,0-1 1,0 1-1,1-1 1,-1 1-1,0 0 1,1-1-1,-1 1 1,0 0-1,1-1 1,-1 1-1,0 0 1,1 0 0,-1 0-1,1-1 1,-1 1-1,0 0 1,1 0-1,-1 0 1,1 0-1,-1-1 1,1 1-1,-1 0 1,1 0-1,-1 0 1,1 0-1,-1 0 1,0 0-1,1 0 1,-1 1-1,1-1 1,-1 0-1,1 0 1,-1 0-1,1 0 213,3 1-2977,4-1-7882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1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62 105 10138,'0'0'2759,"0"0"-350,0 0-562,0 0-675,0 0-261,0 0-87,0-8-217,0 6-557,0-1-1,0 0 1,0 0 0,0 0-1,1 1 1,-1-1 0,1 0-1,-1 0 1,1 1-1,0-1 1,1 1 0,-1-1-1,0 1 1,1-1 0,-1 1-1,1 0 1,-1-1 0,1 1-1,0 0 1,0 0 0,0 0-1,1 1 1,-1-1-1,0 0 1,1 1 0,-1-1-1,1 1-49,4-4 120,33-17 131,-39 22-248,0-1 0,1 0-1,-1 1 1,1-1-1,-1 0 1,1 1-1,-1 0 1,1-1-1,-1 1 1,1 0-1,-1 0 1,1 0-1,-1 0 1,1 0 0,-1 0-1,1 0 1,0 1-1,-1-1 1,1 0-1,-1 1 1,1-1-1,-1 1 1,1 0-3,0 5 11,-1-1 0,0 1 0,0 0-1,-1-1 1,0 1 0,0 0 0,0-1 0,0 1 0,-1 0 0,0-1 0,-1 2-11,-3 6 8,-2-1 0,1 0 1,-2 0-1,1-1 0,-2 1 1,1-2-1,-2 1 0,1-1 0,-1-1 1,-8 6-9,-19 22 13,-11 9 86,47-46-65,1 0 81,0 0 46,0 0 266,0 0 197,36-17 398,102-33 927,-133 49-2537,1 0 0,0 1 0,-1-1-1,1 1 1,0 0 0,-1 1-1,2 0 589,12 0-6056,-5-1-3124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15363,'0'0'3937,"0"0"-1752,0 0-1033,0 0-848,0 0-304,0 0-968,0 0-3609,22-51-10458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 11779,'0'0'2973,"0"0"-495,0 0-597,0 0-597,0 0-665,0 0-392,-8 10 239,2-4-346,1 1-1,0 0 1,0 0-1,0 1 1,1-1-1,0 1 0,1 0 1,-1 0-1,2 1 1,-1-1-1,1 1 1,0-1-1,1 1 1,0 4-120,0-6 52,0-1-3,1 1 1,-1-1-1,1 1 1,0-1-1,1 1 1,0-1-1,0 1 0,1 2-49,-1-8 14,0 1 0,0 0 0,0-1 0,0 1-1,0 0 1,0-1 0,1 1 0,-1-1 0,1 0-1,-1 0 1,1 1 0,0-1 0,-1 0 0,1 0 0,0 0-1,0-1 1,-1 1 0,1 0 0,0-1 0,0 1-1,0-1 1,0 0 0,0 1 0,0-1 0,0 0-1,0 0 1,0-1 0,0 1 0,0 0-14,5 0 18,0-1 0,-1 0 0,1 0 0,-1 0 0,1-1 0,-1 0 1,1 0-1,-1-1 0,0 0 0,0 0 0,0 0 0,0-1 0,-1 0 0,1 0 0,-1 0 0,0-1 1,-1 1-1,1-1 0,-1 0 0,1-1 0,2-4-18,-3 2 122,1 0 0,-1 0 0,0 0-1,0-1 1,-1 0 0,0 1 0,-1-1 0,0 0 0,0 0 0,-1-1-1,0 1 1,-1 0 0,0 0 0,0 0 0,-1-1 0,-1 0-122,2 8 0,0-1 0,-1 1 0,1 0 0,-1 0 0,0 0 1,1 0-1,-1 0 0,0 0 0,0 0 0,0 0 0,-1 1 1,1-1-1,0 0 0,-1 1 0,1-1 0,-1 1 0,1-1 0,-1 1 1,0 0-1,0-1 0,0 1 0,1 0 0,-1 0 0,0 0 1,0 1-1,0-1 0,-1 0 0,1 1 0,0 0 0,0-1 0,0 1 1,0 0-1,0 0 0,-3 0 0,0 0-329,0 1 1,0 0-1,0 0 1,0 0-1,0 1 0,0-1 1,0 1-1,0 0 1,0 1-1,1-1 1,-1 1-1,1 0 0,-3 2 329,-21 20-5063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8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8530,'0'0'4022,"0"0"-1179,0 0-171,0 0-397,0 0-952,0 0-1282,0-1 1,0 1 0,-1-1 0,1 1 0,0-1-1,0 1 1,0-1 0,0 0 0,0 1-1,1-1 1,-1 1 0,0-1 0,0 1 0,0-1-1,0 1 1,1-1 0,-1 1 0,0-1 0,0 1-1,1-1 1,-1 1 0,0-1 0,1 1-1,-1 0 1,1-1 0,-1 1 0,0-1 0,1 1-1,-1 0 1,1 0 0,-1-1 0,1 1 0,0 0-42,14-8 185,0 1 1,1 1-1,0 1 1,0 0-1,1 1 1,-1 1 0,1 0-1,0 1-185,-7 1 72,19-3 29,0 2 0,1 1 0,23 3-101,-52-3 1,0 1 1,0 0-1,0 0 1,0 0-1,0 0 1,-1 0-1,1 0 1,0 0-1,0 0 1,0 1 0,0-1-1,0 0 1,-1 1-1,1-1 1,0 0-1,0 1 1,0-1-1,-1 1 1,1-1-1,0 1 1,-1-1-1,1 1 1,0 0-1,-1-1 1,1 1 0,-1 0-1,1-1 1,-1 1-1,1 0 1,-1 0-1,1-1 1,-1 1-1,0 0 1,0 0-1,1 0 1,-1 0-1,0 0 1,0-1-1,0 1 1,0 0 0,0 0-1,0 0 1,0 0-1,0 0 1,0 0-1,-1-1 1,1 1-1,0 0 1,0 0-1,-1 0 1,1 0-1,-1-1-1,0 4 11,-1-1-1,1 0 0,-1 1 0,0-1 0,-1 0 1,1 0-1,0 0 0,-1-1 0,0 1 0,0-1 1,-2 3-11,-2-1 1,-13 9 6,-1-1-1,0 0 0,-1-2 1,0 0-1,-16 3-6,128-26-97,-81 12 104,6-1-16,-1 0 1,1 2-1,0 0 1,0 0-1,7 3 9,-20-3 2,0 0-1,0 0 0,0 1 1,0-1-1,0 1 0,0-1 1,0 1-1,0 0 0,0 0 1,0 0-1,0 0 0,0 0 1,-1 0-1,1 0 1,-1 1-1,1-1 0,-1 0 1,1 1-1,-1 0 0,0-1 1,1 1-1,-1 0 0,0 0 1,0-1-1,0 1 0,-1 0 1,1 0-1,0 0 0,-1 0 1,1 0-1,-1 0 1,0 0-1,0 0 0,0 0 1,0 0-1,0 1 0,0-1 1,0 0-1,0 0 0,-1 0 1,0 1-2,0 0 28,0 0 0,-1 0 1,1 0-1,-1 0 0,0 0 0,0 0 1,0 0-1,0-1 0,-1 1 1,1-1-1,-1 1 0,1-1 1,-1 0-1,0 0 0,0 0 0,-2 1-28,-57 27 507,47-24-399,5-1-55,-1 1-29,1-2 1,-1 1-1,0-1 1,0-1-1,0 0 1,0 0-1,-1-1 1,-8 0-25,19-2-670,1 0-1333,0 0-2602,0 0-2802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8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14187,'0'0'2926,"0"0"-529,0 0-117,0 0-744,30 0-230,193 0 922,-119-4-1459,1-4 1,-1-5-1,14-7-769,-138 20-1058,-15 1-2427,11 7-2011,2 6-4383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80 14067,'0'0'2240,"0"0"-490,0 0-255,0 0-441,0 0-334,-11 21-49,-28 68-71,38-88-575,0 1 1,1-1 0,-1 0-1,1 1 1,-1-1-1,1 1 1,0-1 0,-1 0-1,1 1 1,0-1 0,0 1-1,0-1 1,0 1-1,0-1 1,0 1 0,1-1-1,-1 1 1,0-1-1,1 1 1,-1-1 0,1 0-1,0 1 1,-1-1-1,1 0 1,0 1 0,0-1-1,0 0 1,0 0 0,0 0-1,0 0 1,0 0-1,0 0 1,0 0 0,0 0-1,1 0-25,2 1 67,0-1-1,0 1 1,0-1-1,1 0 1,-1-1-1,0 1 1,1-1 0,3 1-67,-3-1 106,7 1 34,0-1 1,-1-1 0,1 0-1,0 0 1,0-1-1,-1 0 1,1-1 0,-1-1-1,0 0 1,0 0-1,0-1 1,0 0-141,-6 2 97,1 0 0,-1-1 0,0 0 1,-1 1-1,1-2 0,-1 1 0,1 0 0,-1-1 0,0 0 0,-1 0 0,1 0 1,-1 0-1,0 0 0,-1-1 0,1 0 0,-1 1 0,0-1 0,0 0 0,-1 0 1,0 0-1,0 0 0,0 0 0,-1 0 0,0-2-97,0 4 32,0 0-1,-1 1 1,0-1-1,0 1 1,0-1-1,0 1 1,0 0-1,-1-1 1,1 1-1,-1 0 1,0 0-1,0 0 1,0 0-1,0 0 1,-1 0-1,1 1 1,-1-1 0,1 1-1,-1 0 1,0-1-1,0 1 1,0 1-1,0-1 1,-1 0-1,1 1 1,0 0-1,-1-1 1,1 1-1,-1 0-31,-5-1-126,1 0 1,-1 0-1,0 1 0,1 0 0,-1 0 0,0 1 0,0 0 0,1 1 0,-1 0 1,0 0-1,1 1 0,-2 0 126,5 0-404,1 0 0,-1 0 0,1 0 0,0 1-1,0-1 1,0 1 0,1 0 0,-1 0 0,0 1 0,1-1 0,-3 4 404,-19 27-6970,22-30 5626,-14 21-12595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4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83 5497,'0'0'6814,"0"0"-3843,0 0-685,-6 21-541,-17 69-592,22-86-1078,0 0 0,0 1 1,1-1-1,-1 0 0,1 1 0,0-1 1,0 1-1,0-1 0,1 0 1,0 1-1,0-1 0,0 0 1,0 1-1,1-1 0,0 1-75,-1-2 66,1-1-1,0 1 0,0-1 1,0 0-1,0 0 1,0 0-1,0 0 0,0 0 1,1 0-1,-1 0 0,1-1 1,-1 1-1,1-1 1,0 0-1,0 1 0,0-1 1,0-1-66,7 3 187,0-2 1,0 1 0,0-2-1,1 1 1,-1-1-1,0-1 1,1 0-1,-1-1 1,0 1 0,5-3-188,-3 1 93,0-1 0,0-1 0,-1 0 0,1 0 0,-1-1 0,0-1 0,-1 0 0,0 0 0,0-1 0,0 0 0,5-7-93,-10 10 122,0 0-1,0-1 0,-1 1 0,0-1 0,0 0 0,0 0 0,-1-1 0,0 1 1,0-1-1,-1 0 0,1 1 0,-1-1 0,-1 0 0,0 0 0,0-1 0,0 1 1,-1 0-1,1 0 0,-2 0 0,1-1 0,-1 0-121,0 5 24,0 0 1,0 1-1,0-1 1,0 0-1,0 0 1,-1 1-1,1-1 1,-1 0-1,1 1 1,-1 0-1,0-1 1,0 1-1,0 0 1,-1 0-1,1 0 1,0 0-1,-1 0 0,-1 0-24,-2-2-13,-1 1 0,1 1-1,-1-1 1,0 1-1,1 0 1,-1 0-1,0 1 1,-3 0 13,-6-1-549,-1 2 0,0 0 0,1 0-1,-1 2 1,1 0 0,-10 2 549,-29 18-5799,6 4-4300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5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12363,'0'0'3696,"0"0"-1232,25-1-256,85-6-578,-99 7-1456,0 0 0,0 0 0,1 1-1,-1 1 1,0 0 0,0 1 0,0 0 0,-1 0 0,1 1 0,-1 0 0,0 1 0,0 0 0,9 7-174,-14-9 81,-1 0 0,1 1 0,-1 0-1,0-1 1,0 2 0,0-1 0,-1 0 0,1 1 0,-1-1 0,0 1 0,0 0 0,-1 0 0,0 1 0,0-1 0,0 0 0,0 1 0,-1-1 0,0 1 0,0-1 0,0 1 0,-1 0 0,0-1 0,0 1 0,0 0 0,-1 1-81,-1-1 60,1-1 0,-1 1 1,-1-1-1,1 0 0,-1 0 0,0 0 1,0 0-1,0 0 0,-1-1 1,0 1-1,0-1 0,0 0 1,0 0-1,0-1 0,-6 4-60,-12 8 168,-1 0 1,-20 9-169,28-16 78,-3 2-79,5-2-36,1-1 1,-1 0-1,-1-1 1,1 0 0,-1-1-1,0 0 1,0-2-1,-1 1 1,1-2-1,-6 1 37,31-27-2712,15 4-1012,3-1-1772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51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13219,'0'0'2822,"0"0"-848,0 0-493,0 0-606,-23 23-169,-72 79 16,87-92-593,0 0 0,2 0 1,-1 1-1,1 0 0,1 0 0,0 1 0,0-1 0,1 1 0,1 0 0,-1 8-129,0 6 338,2-1 1,0 1-1,3 22-338,-1-14 219,0-31-200,0 0 1,0 0-1,0-1 1,1 1-1,-1 0 1,1 0 0,-1 0-1,1-1 1,0 1-1,0 0 1,0-1-1,0 1 1,1-1-1,-1 1 1,1-1-1,-1 1 1,1-1-1,0 0 1,0 0-1,0 0 1,0 0-1,0 0 1,1 0-1,-1-1 1,1 1-1,-1-1 1,1 0-1,-1 0 1,1 0-1,0 0 1,-1 0 0,1 0-1,0 0 1,0-1-1,-1 0 1,1 0-1,0 1 1,0-1-1,3-1-19,4 1 52,1-1 0,0-1 1,-1 0-1,1 0 0,-1-1 0,0 0 0,0-1 0,0 0 1,0-1-1,5-3-52,11-9-584,0 0 0,0-2 0,13-14 584,-25 20-1858,-1-1 1,0 0 0,-1-1 0,-1-1 1857,7-11-8416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5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10746,'0'0'2957,"0"0"-567,0 0-647,0 0-207,0 0-290,25-8-150,80-21-247,-102 28-771,1 0 0,0 0-1,0 1 1,0-1 0,0 1-1,0 0 1,0 0 0,0 0-1,0 0 1,0 1 0,0-1-1,0 1 1,0 0-1,-1 1 1,1-1 0,0 1-78,-2-1 46,0 0 1,0 1-1,0 0 1,0-1-1,0 1 0,0 0 1,0 0-1,-1 0 1,1 0-1,-1 0 1,1 1-1,-1-1 0,0 0 1,0 1-1,0-1 1,0 1-1,0-1 1,-1 1-47,1 5 78,0 0 1,0 0 0,-1 0-1,0 0 1,0 0 0,-1 0-1,0 0 1,-1 0-1,1 0 1,-2 0 0,-2 7-79,-5 5 42,-1 0 0,-1-1 0,-1 0 0,0-1 0,-2 0 0,0-1 0,-2 0-42,-6 8-17,2 1 0,-15 22 17,35-47 9,0 0 0,0 0-1,1 1 1,-1-1 0,0 0 0,1 0 0,-1 0 0,1 1 0,0-1 0,-1 0-1,1 0 1,0 1 0,0-1 0,0 0 0,-1 1 0,2-1 0,-1 0 0,0 1-9,0-1 23,1 0 0,-1-1 0,0 1 0,1 0 0,-1-1 1,1 1-1,-1-1 0,1 1 0,-1-1 0,1 1 0,0-1 1,-1 1-1,1-1 0,0 1 0,-1-1 0,1 0 0,0 1 1,0-1-1,-1 0 0,1 0 0,0 1 0,0-1-23,7 1 210,1-1 0,-1 0 0,0 0 0,1 0 0,5-2-210,7 1 43,2 0-61,5 1-123,0 1 1,0 1-1,18 3 141,-34-2-918,0 0 0,0 1 0,-1 0 1,1 1-1,-1 0 0,3 2 918,24 15-6139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5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321 394 14347,'0'0'2618,"0"0"-451,0 0-392,-28-5-651,-87-18-485,110 22-583,0 0-1,-1 0 1,1 1-1,-1 0 1,1 0-1,-1 0 1,1 1-1,0-1 1,-1 1-1,1 1 1,0-1 0,-1 1-1,1 0 1,0 0-1,0 0 1,0 1-1,1 0 1,-1 0-1,1 0 1,-1 0-1,1 1 1,0-1-1,0 1 1,1 0-1,-1 1 1,1-1 0,0 1-1,0-1 1,0 1-1,0 1-55,-3 8 99,0 0 0,1 0 0,1 0 1,0 1-1,1 0 0,0 0 0,1 0 0,1 0 0,1 1-99,-1-8 77,1 1-1,0-1 1,1 0 0,0 0-1,0 0 1,0 0 0,1 0 0,1 0-1,0 3-76,-1-8 33,0 1 1,0-1-1,1 0 0,-1 1 0,0-1 1,1 0-1,0 0 0,0-1 0,0 1 1,0-1-1,0 1 0,1-1 0,-1 0 1,1 0-1,-1-1 0,1 1 0,0-1 1,-1 0-1,1 1 0,1-1-33,8 2 52,0 0 1,0-1-1,0-1 1,1 1-1,-1-2 1,0 0-1,1-1 1,-1 0-1,0-1 1,1-1-1,-1 0 1,2-1-53,-8 2-2,1-1 0,-1 0 0,0 0 1,-1-1-1,1 0 0,-1 0 1,1 0-1,-1-1 0,-1 0 1,1 0-1,-1-1 0,0 1 0,0-1 1,0 0-1,-1-1 0,0 1 1,0-1-1,0 0 0,-1 0 1,0 0-1,-1 0 0,0 0 2,4-18-22,-1 0 0,-2 0 0,0 0-1,-2-1 1,-1 1 0,-2-11 22,-1-10-36,-3 0 1,-2 1-1,-3-4 36,3 10 392,-3 1 0,-1 0 0,-1 1 0,-17-30-392,31 118 909,20 89-799,8 42-135,-28-174-133,1 0 1,0 0-1,1-1 1,-1 1-1,2 0 1,-1-1-1,1 0 1,0 0-1,1 0 0,2 4 158,-3-7-806,1 1 0,-1-1-1,1 0 1,0-1 0,0 1-1,0-1 1,0 0 0,1 0-1,1 1 807,25 7-10438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5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16436,'0'0'3020,"0"0"142,0 0-1708,27 1-767,6 1-556,1 2 0,8 2-131,-39-5 22,0 0 1,0 0-1,0 0 0,0 0 0,-1 0 0,1 1 0,0-1 0,-1 1 0,1 0 0,-1 0 1,1-1-1,-1 2 0,0-1 0,0 0 0,0 0 0,0 1 0,0-1 0,0 1 0,-1 0 1,1-1-1,0 3-22,0 2 102,0 0 1,0 0 0,-1 0-1,0 0 1,0 0 0,0 7-103,-1-6 117,1-2-43,0 1 1,-1-1-1,0 1 1,0-1-1,0 0 1,-1 1-1,0-1 1,0 0-1,-1 0 1,0 1-1,0-1 1,0 0-1,-1-1 0,0 1 1,0 0-1,0-1 1,-1 0-1,0 1 1,0-1-1,0-1 1,0 1-1,-1-1 1,0 0-1,0 0 1,-1 0-75,-18 17 222,-2-2 1,-1-1 0,-12 5-223,26-15 3,0-2 0,-1 0 0,1 0 0,-1-2 0,0 1 0,0-2 0,-1 0 0,-8 1-3,23-4-30,-1 0 1,1 0-1,-1 0 0,0 0 1,1 0-1,-1 0 0,1 0 1,-1 0-1,1-1 0,-1 1 1,1 0-1,-1 0 0,1 0 1,-1-1-1,1 1 1,-1 0-1,1 0 0,-1-1 1,1 1-1,-1 0 0,1-1 1,0 1-1,-1-1 0,1 1 1,0-1-1,-1 1 0,1 0 1,0-1-1,0 1 1,-1-1-1,1 1 0,0-1 1,0 0-1,0 1 0,0-1 1,0 1-1,-1-1 0,1 1 1,0-1-1,0 1 1,0-1-1,1 1 0,-1-1 1,0 1-1,0-1 0,0 0 1,0 1-1,0-1 0,1 1 1,-1-1 29,1-2-168,0 0 0,0-1 0,1 1 0,-1 0 0,1 0 0,-1 0 0,1 0 0,0 1 0,2-3 168,72-58-4753,-65 54 3535,33-25-4715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5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14659,'0'0'3154,"0"0"-295,0 0-970,0 0-1217,0 0-423,0 0-67,-25 22 307,-78 77 221,94-89-572,0 0-1,1 1 1,0 0 0,0 0 0,2 1 0,-1-1 0,2 1 0,-1 1-1,2-1 1,-3 9-138,3-1 112,0 1-1,2 0 0,0 0 0,1 0 1,1 3-112,0-21 8,0 0 0,0 0 1,0-1-1,1 1 1,-1 0-1,1 0 0,0-1 1,-1 1-1,1 0 0,0-1 1,1 1-1,-1-1 1,0 1-1,1-1 0,-1 0 1,1 1-1,0-1 1,0 0-1,0 0 0,0 0 1,1 0-9,1 1 10,-1-1 0,1 0 0,0-1 0,1 1 0,-1 0 0,0-1 0,0 0 0,0 0-1,1 0 1,-1-1 0,1 1 0,3-1-10,3-1 7,0 1-1,0-2 0,0 1 1,0-2-1,0 1 0,-1-1 1,1-1-1,-1 0 0,0 0 0,8-6-6,-13 7-166,16-9-68,-6 9-3201,-14 3-2010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7:5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3809,'0'0'2608,"0"0"-1935,0 0-673,0 0-329,0 0-1167,0 0-192,18-70 824,-18 63 864,3 2 1280,0 0 32,-3 0-1312,3 0-208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1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4137,'0'0'960,"0"0"-960,0 0 0,0 0-1928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7402,'0'0'3106,"0"0"-725,0 0-611,0 0-506,0 0-245,0 0-112,-18 5 12,-56 20 120,72-24-959,0 0 0,0 0 0,0 0 0,-1 1 0,1-1 1,1 1-1,-1-1 0,0 1 0,0 0 0,1 0 0,-1 0 0,1 0 0,-1 0 0,1 0 0,0 0 1,0 0-1,0 0 0,0 1 0,0-1 0,0 0 0,1 1 0,-1-1 0,1 1 0,-1-1 0,1 2-80,-1 6 230,-8 59 650,3 0-1,3 1 0,3-1 1,4 16-880,-3-74 42,7 69 312,3-1 0,4 0 0,3-1 0,13 28-354,-8-26 84,-3 1-1,-3 1 1,-4 0 0,-3 4-84,-8-43 51,-2 0-1,-1 0 1,-3 0 0,-1 0-1,-2 0 1,-2-1 0,-2 0-1,-3 2-50,-1 1 76,-1-2 0,-3 0 0,-22 39-76,41-81 9,-1 0-1,1 0 0,-1 0 0,0 0 1,1 0-1,-1 0 0,0 0 1,0 0-1,1 0 0,-1 0 0,0 0 1,0-1-1,0 1 0,0 0 1,0-1-1,0 1 0,0-1 1,-1 1-1,1-1 0,0 1 0,0-1-8,0 0 14,0 0-1,0-1 0,1 1 1,-1 0-1,1-1 1,-1 1-1,0 0 0,1-1 1,-1 1-1,1-1 0,-1 1 1,1-1-1,-1 0 0,1 1 1,-1-1-1,1 1 0,0-1 1,-1 0-1,1 1 0,0-1 1,-1 0-1,1 1 0,0-1 1,0 0-14,-7-50 199,6 29-175,0 13-27,1 0-1,0 0 1,1 0 0,0 0-1,0 0 1,1 1 0,1-4 3,-2 9-5,0 1 0,0 0 0,0-1 0,0 1 0,1 0 1,-1 0-1,1 0 0,0 0 0,-1 0 0,1 1 0,0-1 1,0 0-1,0 1 0,0 0 0,1-1 0,-1 1 0,0 0 0,0 0 1,1 0-1,-1 0 0,1 1 0,-1-1 0,1 1 0,-1-1 1,1 1-1,-1 0 0,1 0 0,0 0 5,0 0-4,0 0 1,0 0-1,0 0 0,0 1 1,-1-1-1,1 1 0,0-1 0,0 1 1,-1 0-1,1 0 0,0 0 1,-1 1-1,1-1 0,-1 1 0,0-1 1,1 1-1,-1 0 0,0 0 0,1 1 4,1 2-2,0 0 0,-1 0 0,0 0 0,1 0 0,-2 1 0,1-1 0,-1 1 0,0 0 0,1 2 2,2 14-2,0 1 1,-2 1-1,0-1 0,-1 13 2,0 10 18,-1 0-1,-3 1 1,-1-1-1,-3 0 1,-1 0-1,-3-1 1,-8 21-18,-11 12 26,-4-2 0,-27 42-26,2-2-306,57-114 111,-9 24-131,10-14-1810,9-7-4698,8-5-932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6585,'0'0'6510,"0"0"-3169,0 0-902,0 0-438,0 0-1014,0 0-471,22-20 71,69-61 103,-84 75-574,-1 1 0,2 0 0,-1 0 0,0 0 1,1 1-1,0 0-116,29-1 512,-35 5-484,-1 0-22,1 1-1,-1-1 0,0 0 1,0 1-1,0-1 1,0 1-1,0-1 0,0 1 1,0-1-1,0 1 0,-1 0 1,1-1-1,0 1 1,0 0-1,0 0 0,-1 0 1,1-1-1,0 1 0,-1 0 1,1 0-1,-1 0 0,1 0 1,-1 0-1,1 0 1,-1 1-1,0-1 0,0 0 1,1 0-1,-1 0 0,0 0 1,0 0-1,0 0 1,0 0-1,0 1 0,0-1-5,-6 44 206,2-35-184,0 0-1,-2-1 1,1 0 0,-1 0 0,0-1 0,-1 1 0,0-1 0,0-1 0,-1 1-1,0-1 1,-2 1-22,0 0-17,1 1-1,0 0 0,0 0 1,1 1-1,0 0 1,1 0-1,-2 5 18,9-14-19,0-1 0,0 1 0,0-1-1,1 1 1,-1-1 0,0 1 0,0-1 0,0 1-1,1-1 1,-1 0 0,0 1 0,1-1 0,-1 0-1,0 1 1,1-1 0,-1 0 0,1 1 0,-1-1-1,1 0 1,-1 0 0,0 1 0,1-1 0,-1 0-1,1 0 1,-1 0 0,1 0 0,-1 0 0,1 1-1,-1-1 1,1 0 0,-1 0 0,1 0 0,-1 0-1,1-1 1,-1 1 0,1 0 0,-1 0 0,1 0-1,0 0 20,30 0 23,-25 0-76,23-1 52,-12 0 0,0 1 0,0 1 0,0 0 0,-1 1 0,1 0 0,6 3 1,-19-4 1,-1 1 0,1-1 0,-1 1 0,1-1 0,-1 1 0,0 0 0,0 0 0,0 0 0,0 0 0,0 1 0,0 0 0,-1-1 0,1 1 0,-1 0 0,0 0-1,0 0 1,0 0 0,0 0 0,0 1 0,-1-1 0,0 1 0,1-1 0,-1 1 0,-1-1 0,1 1 0,0 0 0,-1-1 0,0 1 0,0 0 0,0 3-1,0-1 32,-1 1 1,0-1-1,-1 0 0,1 0 1,-1 0-1,0 0 1,-1-1-1,1 1 1,-1 0-1,0-1 1,-1 0-1,1 0 1,-1 0-1,0 0 1,0 0-1,-1-1 1,1 0-1,-1 0 1,-1 0-33,-3 4-47,-1-1 0,0-1 1,0 0-1,-1 0 0,0-1 1,0 0-1,0-1 1,0 0-1,-11 1 47,-4 7-6657,15-5-1280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7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15603,'0'0'5594,"0"0"-3770,0 0 544,0 0-1391,182-51 87,-90 25-224,-1-1-64,-8 1-304,-13 6-328,-11 6-144,-16 4-24,-11 8-112,-10 2-544,-6 0 80,-5 14-640,-11 22-569,0-4-2328,0-1-1496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8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104 153 14131,'0'0'2470,"0"0"101,0 0-476,0 0-565,-18 22-579,-53 71-120,69-91-779,1 0 1,-1 0-1,1 0 1,0 0 0,-1 0-1,1 1 1,0-1-1,1 0 1,-1 1-1,0-1 1,1 1 0,-1-1-1,1 1 1,0-1-1,0 1 1,0 0-53,0-2 28,0 0-1,1 0 1,-1 0-1,0 0 1,1 0-1,-1 0 1,1 0-1,0 0 1,-1 0-1,1 0 1,0 0-1,0 0 1,0 0 0,-1-1-1,1 1 1,0 0-1,0-1 1,0 1-1,0 0 1,0-1-1,0 1 1,1-1-28,5 2 100,0 0 0,0-1 0,0 1 0,-1-2 0,1 1 1,0-1-1,6 0-100,-7 0 67,8-1 10,1 0 1,-1-1-1,0 0 1,0-1-1,1-1 0,-2 0 1,1-1-1,0 0 1,-1-1-1,0-1 1,-1 0-1,1-1 1,1-2-78,-7 5 62,0 0 1,0-1-1,0 0 0,-1-1 1,0 1-1,0-1 1,-1 0-1,0-1 0,0 1 1,-1-1-1,0 0 1,0 0-1,0 0 1,-1-1-1,-1 1 0,1-1 1,-2 0-1,1 0 1,-1 1-1,0-1 1,-1-9-63,-1 14 26,1 0 1,-1 0-1,0 0 1,-1 0-1,1 0 1,-1 0 0,0 1-1,0-1 1,0 0-1,0 1 1,-1-1 0,1 1-1,-1 0 1,0 0-1,0 0 1,0 0 0,0 1-1,-1-1 1,1 1-1,-1 0 1,1 0-1,-1 0 1,0 0 0,0 0-1,0 1 1,0 0-1,0 0 1,-4-1-27,-8-1-116,0 0 1,0 0-1,0 2 0,0 0 1,0 1-1,0 0 0,-1 1 116,14 0-153,0-1 0,1 1 0,-1-1-1,0 1 1,0 0 0,0 0 0,1 0-1,-1 1 1,0-1 0,1 1 0,-1-1 0,1 1-1,0 0 1,0 0 0,-1 0 0,1 0-1,0 0 1,1 1 0,-1-1 0,0 0-1,0 1 154,-13 39-6140,13-10-1217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2:5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71 113 14931,'-8'7'1199,"1"1"0,0-1 0,1 1 0,-1 1 0,2-1 0,-3 5-1199,4-7 189,1 0 1,0 0-1,1 0 1,0 1-1,0-1 1,0 0-1,0 1 1,1 0-1,0-1 0,1 1 1,-1 0-1,1-1 1,1 1-1,-1 0 1,1 0-1,0-1-189,0-3 42,1 0-1,-1 0 1,1-1 0,-1 1 0,1-1-1,0 0 1,0 1 0,0-1 0,0 0-1,1 0 1,-1 0 0,0-1-1,1 1 1,-1 0 0,1-1 0,0 0-1,-1 1 1,1-1 0,0 0-1,0 0 1,0-1 0,0 1 0,0-1-1,0 1 1,0-1 0,0 0 0,0 0-42,14 1 160,-1-1 1,1 0 0,-1-1 0,8-2-161,-8 0 116,-1 0-1,1-2 1,-1 1 0,0-2 0,-1 0 0,1-1 0,-1 0-1,-1-1 1,1-1 0,-1 0 0,-1-1 0,3-2-116,-7 5 38,-1 0 0,0 0 1,0-1-1,0 0 1,-1 0-1,0 0 0,-1-1 1,0 0-1,0 0 0,-1 0 1,0 0-1,-1-1 1,0 0-1,0 0 0,-1 0 1,-1 0-1,1 0 0,-1 0 1,-1-4-39,0 11-1,-1 1 0,1 0-1,-1-1 1,0 1 0,0 0 0,0-1 0,0 1-1,0 0 1,0 0 0,0 0 0,-1 0 0,1 0 0,-1 0-1,0 1 1,1-1 0,-1 0 0,0 1 0,0 0 0,0-1-1,0 1 1,0 0 0,0 0 0,0 0 0,-1 0-1,1 0 1,0 0 0,-1 1 0,1-1 0,0 1 0,-1 0-1,1-1 1,-2 1 1,-14-1-315,1 0 1,-1 1-1,0 0 0,-5 2 315,15-1-253,-78 12-2901,25 3-3582,-7 6-8476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0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24 15523,'0'0'2892,"0"0"-860,27-4 162,87-13-691,-110 16-1406,1 0 1,-1 1-1,0 0 0,0 0 1,1 0-1,-1 0 0,0 1 1,0-1-1,0 1 1,1 1-1,-1-1 0,0 0 1,0 1-1,0 0 0,-1 0 1,1 0-1,3 2-97,-4-1 65,-1-1-1,1 1 1,-1 0 0,0 0 0,0 0-1,0 0 1,0 1 0,0-1-1,-1 0 1,1 1 0,-1-1-1,0 1 1,0-1 0,0 1-1,-1 0 1,1 1-65,0 3 86,-1 0-1,0 0 0,-1 0 1,1 0-1,-1 0 1,-1 0-1,0-1 0,0 1 1,0-1-1,-1 1 1,0-1-1,0 0 1,-1 0-1,0 0 0,-5 6-85,-9 5 71,-1 0 0,-1-1-1,-1-1 1,0-1 0,-1-1-1,-1-1 1,0-1 0,-1-1-1,0-1 1,-8 1-71,9-5-7,23-6-9,-1 0-1,1 0 0,-1 0 0,1 0 0,-1 0 1,1 0-1,-1-1 0,1 1 0,-1 0 0,1 0 0,-1 0 1,1-1-1,0 1 0,-1 0 0,1 0 0,-1-1 1,1 1-1,0 0 0,-1-1 0,1 1 0,0-1 0,0 1 1,-1 0-1,1-1 0,0 1 0,0-1 0,0 1 1,-1-1-1,1 1 0,0-1 0,0 1 0,0-1 0,0 1 1,0-1-1,0 1 0,0-1 0,0 1 0,0 0 1,0-1-1,0 1 0,0-1 0,0 1 0,1-1 0,-1 1 1,0-1-1,0 1 0,0-1 0,1 1 0,-1 0 1,0-1-1,0 1 0,1-1 0,-1 1 17,0 0-9,3-5-202,0 0-1,1 1 0,-1-1 1,1 1-1,0 0 1,0 0-1,0 0 0,0 1 1,0-1-1,1 1 1,0 0-1,0 1 0,4-3 212,10-6-971,43-29-3913,0 2-3687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0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16436,'0'0'2739,"0"0"-319,-26 6-266,-84 21-1094,104-24-995,0 0-1,0 0 1,0 1-1,0 0 0,1 0 1,0 0-1,-1 1 1,2 0-1,-1 0 0,1 0 1,-1 0-1,1 1 1,1 0-1,-1 0 0,1 0 1,0 0-1,0 0 1,1 0-1,0 1 0,0 0 1,0-1-1,1 1 1,0 0-65,-2 4 104,-1 2-12,1 0 0,1 0 0,-1 1 0,2 0 0,0-1 0,1 1 0,0 0 0,1-1 0,1 3-92,-2-11 23,1-1-1,1 1 0,-1-1 1,0 0-1,1 1 0,0-1 1,0 0-1,1 0 1,-1 0-1,1 0 0,-1 0 1,1-1-1,1 1 0,-1-1 1,0 0-1,1 0 1,-1 0-1,1 0 0,0 0 1,0-1-1,0 0 0,0 0 1,1 0-1,-1 0 1,1-1-1,-1 0 0,4 1-22,32 4-1012,1-1-1,-1-3 1,1-1-1,0-2 1,31-5 1012,-26-5-5712,-12-5-4676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0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14755,'0'0'4009,"0"0"-1148,0 0-1278,0 0-913,0 0-333,0 0-213,20 13-31,-20-13-93,22 15 37,-1 0-1,15 15-36,-34-28 4,-1 0-1,1 0 1,-1 0-1,1 0 1,-1 0 0,0 0-1,0 0 1,0 0-1,0 0 1,0 1-1,0-1 1,0 0-1,-1 1 1,0-1 0,1 1-1,-1-1 1,0 1-1,0-1 1,0 0-1,0 1 1,-1-1-1,1 1 1,0-1 0,-1 0-1,0 1 1,0-1-1,0 0 1,0 1-1,0-1 1,0 0-1,0 0 1,-1 0 0,1 0-1,-1 0 1,1 0-1,-1-1 1,-1 2-4,-2 4 15,-41 50 53,36-48 26,1 1 0,0 0 0,1 1 0,0 0-1,0 1 1,2-1 0,-1 1 0,1 0 0,1 1 0,-3 10-94,8-22 67,0 0 0,0 0 0,0 0 0,0 1 0,0-1 0,0 0 0,1 0 0,-1 0 0,0 0 0,1 1 0,-1-1 0,1 0 0,-1 0 0,1 0 1,-1 0-1,1 0 0,0 0 0,0 0 0,-1 0 0,1-1 0,0 1 0,0 0 0,0 0 0,0-1 0,0 1 0,0 0 0,0-1 0,0 1 0,0-1 0,0 1 0,1-1 0,-1 0 0,0 1 0,0-1 1,0 0-1,0 0 0,1 0 0,-1 0 0,1 0-67,61 0 975,-42-1-571,215-6-1247,-235 7 722,0-1 0,0 1 0,0 0 0,0 0 0,1 0 0,-1 0 0,0 0 0,0 0 0,0 0 0,0 1-1,0-1 1,1 0 0,-1 1 0,0-1 0,0 1 0,0-1 0,0 1 0,0-1 0,0 1 0,0 0 0,0-1 0,0 1 0,0 0 0,-1 0 0,1 0 0,0 0-1,0 0 1,-1 0 0,1 0 0,-1 0 0,1 0 0,-1 0 0,1 0 0,-1 0 0,0 0 0,1 0 0,-1 0 0,0 1 0,0-1 0,0 0 0,0 0 0,0 0-1,0 0 1,0 1 0,0 0 121,0 21-5670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1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34 3145,'0'0'10895,"0"0"-6346,0 0-2258,-25 3-974,9-2-1108,4-1-112,0 1 0,0 0 0,1 1-1,-1 1 1,-4 1-97,12-3 45,-1 1 0,1 0 0,0 0 1,0 0-1,-1 0 0,1 1 0,0-1 0,1 1 0,-1 0 0,1 1 0,-1-1 1,1 1-1,0-1 0,0 1 0,0 0 0,1 0 0,-1 0 0,1 1-45,-3 6 151,0 1-1,0 0 1,2 0-1,-1 1 1,2-1 0,0 1-1,0-1 1,1 1-1,0 0 1,1-1-1,1 2-150,-1-9 55,1 0 1,0 1-1,0-1 0,0 0 1,0-1-1,1 1 0,0 0 1,0 0-1,0-1 0,1 1 1,-1-1-1,1 1 0,0-1 1,0 0-1,1 0 0,-1-1 1,1 1-1,0-1 0,0 0 1,0 0-1,0 0 0,1 0 0,-1-1 1,1 1-1,0-1 0,-1 0 1,1-1-1,1 1-55,8 1 73,-1 0 1,1-1-1,0-1 0,0 0 0,0-1 0,0 0 1,0-2-1,0 1 0,0-1 0,0-1 0,0-1 1,-1 0-1,0-1 0,0 0 0,5-3-73,-11 5 17,-1 0 0,0-1 0,1 0 0,-1 0 0,-1-1 0,1 1 0,-1-1 0,0-1 0,0 1 0,0-1 0,-1 1 0,1-1 0,-1-1 0,-1 1 0,1 0 0,-1-1 0,-1 0 0,1 0 0,-1 0 0,0 0 0,0 0 0,-1 0 0,0 0 0,-1-1 0,1 1 0,-1 0 0,-1-1 0,1 1 0,-1 0 0,-1-2-17,0 2 10,0 0-1,-1 0 1,0 0-1,0 0 1,0 0-1,-1 1 1,0-1-1,0 1 1,-1 0-1,0 1 1,0-1-1,0 1 1,-1 0-1,1 0 1,-1 0-1,-1 1 1,1 0-1,0 0 1,-2 0-10,-4-2-27,1 0 1,-1 1-1,-1 1 0,1 0 0,-1 0 1,1 1-1,-1 1 0,0 0 0,0 1 1,-10 0 26,19 2-118,-1-1 1,1 1 0,-1-1-1,1 1 1,0 0-1,0 1 1,0-1 0,0 1-1,0 0 1,0 0-1,0 0 1,0 0 0,0 1-1,1 0 1,0 0 0,-1 0-1,-1 2 118,-2 4-1375,0 0-1,0 1 0,1-1 1,0 1-1,1 1 1,-2 3 1375,-9 35-12603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3:2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10762,'0'0'3758,"0"0"-1701,0 0-813,0 0-742,0 0-208,0 0 124,-4 4 121,-7 9-260,-2 2 325,0 1 0,0 0 0,2 1 0,0 1 0,1 0 0,-1 4-604,-5 23 308,2 2-1,1-1 1,3 2 0,2-1-1,2 1 1,2 0 0,2 26-308,3-65 25,0-1 1,1 0-1,0 0 0,0 0 1,0 0-1,1 0 0,0-1 1,1 1-1,0-1 0,0 0 1,0 0-1,1 0 0,0 0 1,1-1-1,-1 0 0,1 0 1,0-1-1,1 1 1,-1-1-1,1-1 0,0 1 1,0-1-1,1 0 0,2 1-25,5 2 44,0-1 0,0 0 0,0-1 0,1 0 0,-1-1 0,1-1-1,0 0 1,0-2 0,1 0 0,-1 0 0,0-2 0,7 0-44,8-13-179,-29 12 71,0 0 0,1 1 0,-1-1 0,1 1 0,0 0 0,-1 0 0,1 0 0,0 0 0,0 0 0,-1 1 0,3-1 108,-5 1-3089,0 2-2681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24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3817,'54'-148'0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112 119 14147,'0'0'2838,"0"0"-778,0 0 454,-19 21-741,-58 71-880,75-90-836,0 0 0,1 1 0,-1-1 0,1 0-1,0 1 1,0-1 0,-1 1 0,2-1 0,-1 1 0,0 0 0,1-1-1,-1 1 1,1 0 0,-1 2-57,2-4 32,-1 0-1,0 1 1,0-1-1,1 1 0,-1-1 1,1 0-1,-1 1 1,1-1-1,0 0 1,0 0-1,-1 0 1,1 1-1,0-1 1,0 0-1,0 0 1,0 0-1,0 0 0,0-1 1,1 2-32,3 1 99,1 0 1,0-1-1,-1 0 1,1 0-1,0 0 1,0 0-1,0-1 1,4 0-100,-5 0 73,15 2 61,0 0 0,1-2 0,-1 0 0,0-1 0,1-2 0,-1 0 0,0-1-1,4-1-133,-16 2 43,1 0-1,-1 0 1,0-1 0,0 0-1,0-1 1,0 0-1,-1 0 1,1 0-1,-1-1 1,0 0-1,0 0 1,-1-1-1,0 0 1,0 0-1,0-1 1,-1 1-1,0-1 1,0 0 0,0-1-1,1-5-42,-3 9 35,-1-1 0,0 0 0,-1 0 0,1 0-1,-1 0 1,0 0 0,0 0 0,-1 0 0,0 0 0,1 0-1,-2 0 1,1 0 0,-1 0 0,1 0 0,-1 0 0,-1 0 0,1 0-1,-1 0 1,1 0 0,-2 1 0,1-1 0,0 0 0,-1 1 0,0 0-1,0 0 1,0 0 0,0 0 0,-1 0 0,0 1 0,0-1 0,0 1-1,0 0 1,0 0 0,0 1 0,-1-1 0,1 1 0,-3-1-35,-6-4-103,-1 1 0,0 1 0,0 0-1,-1 1 1,1 0 0,-1 1 0,0 1 0,0 0 0,0 1 0,0 1 0,-4 0 103,18 0-122,0 0 0,1 0 0,-1 0 0,0 1 0,1-1 0,-1 0 0,0 0 0,1 1 0,-1-1 0,1 0 0,-1 1 0,1-1 0,-1 0 0,1 1 0,-1-1 0,1 1 0,-1-1 0,1 1 0,-1-1 0,1 1 0,0-1 0,-1 1 0,1-1 0,0 1 0,-1-1 0,1 1 0,0 0 0,0-1 0,0 1 0,-1 0 0,1-1 0,0 1 0,0 0 0,0-1 0,0 1 0,0 0 0,0-1 0,0 1 0,1-1 0,-1 1 0,0 0 122,0 2-958,0 17-5060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94 216 9978,'0'0'5208,"0"0"-2454,-15 24-155,-48 78-799,61-98-1724,0 0-1,0 0 1,0-1-1,0 1 1,1 0-1,0 0 1,0 1-1,0-1 1,0 0-1,1 0 1,-1 0-1,1 1 1,0-1-1,1 0 1,-1 1-76,1-3 41,-1 0 1,1 0-1,0 0 1,0 0 0,0-1-1,0 1 1,0 0-1,0-1 1,1 1-1,-1 0 1,1-1-1,-1 0 1,1 1-1,-1-1 1,1 0-1,0 0 1,-1 0-1,1 0 1,0 0-1,0 0 1,0 0-42,9 2 124,0 0 1,0-1-1,0-1 1,0 0-1,0 0 1,0-1-1,0 0 0,3-2-124,-6 2 49,7-1-14,0-1 1,0 0-1,0-2 0,0 1 0,0-2 0,-1 0 1,0-1-1,0 0 0,0-1 0,-1 0 1,0-1-1,0-1 0,4-4-35,-8 6 32,-1 0-1,0 0 0,-1-1 1,0 0-1,0 0 1,-1-1-1,0 0 0,0 0 1,-1 0-1,0-1 1,-1 0-1,0 0 0,0 0 1,-1 0-1,0 0 1,-1-1-1,-1 1 1,1-1-1,-1-5-31,-2 8 3,1-1 0,-1 1 0,-1 0 0,0 0 0,0 0 0,0 1-1,-1-1 1,0 0 0,0 1 0,-1 0 0,0 0 0,-1 0 0,1 0 0,-1 0 0,-1 1 0,1 0 0,-1 0 0,-4-2-3,-12-18-334,21 26 252,-5-10-2780,14 7-5398,8 1-4826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8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6225,'0'0'7746,"0"0"-4213,0 0-1081,0 0-802,0 0-551,25 4-247,-6-3-656,-9 0-107,0-1 0,-1 1 1,1 0-1,-1 1 0,1 0 0,-1 1 0,0 0 1,0 0-1,0 1 0,0 0 0,-1 1 0,1 0 0,-1 0 1,0 0-1,-1 1 0,6 5-89,14 23 323,-1 0 0,-2 1 0,-1 1 0,-2 2 0,-2 0 0,2 10-323,7 9-68,-28-57-5,0 1 0,0-1 0,0 0 1,0 1-1,0-1 0,0 0 0,1 1 1,-1-1-1,0 1 0,0-1 0,0 0 0,0 1 1,1-1-1,-1 0 0,0 1 0,0-1 1,1 0-1,-1 0 0,0 1 0,1-1 0,-1 0 1,0 0-1,1 1 0,-1-1 0,0 0 1,1 0-1,-1 0 0,1 0 0,-1 0 1,0 0-1,1 1 0,-1-1 0,0 0 0,1 0 1,-1 0-1,1 0 0,-1 0 0,0 0 1,1-1-1,-1 1 0,1 0 0,-1 0 0,0 0 1,1 0-1,-1 0 0,0 0 0,1-1 1,-1 1-1,0 0 0,1 0 0,-1-1 0,0 1 1,1 0-1,-1 0 0,0-1 73,10-19-6473,-4-8-6996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15659,'0'0'2610,"0"0"-937,0 0 428,-23 25-367,-9 9-1246,-5 5 281,2 2 0,-13 21-769,-126 157 508,173-218-1167,19-13-3120,8-11-1430,3-5-3269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8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21 14771,'0'0'3038,"0"0"-504,0 0-599,25-5-853,79-10-448,-103 15-623,1-1 0,0 1 0,0 0 0,0 0 0,-1 1 0,1-1 0,0 0 0,0 0 0,0 1 0,-1-1 0,1 1 0,0 0 0,-1-1 0,1 1 0,0 0 0,-1 0 0,1 0 0,-1 0 0,1 0 0,-1 0 0,0 1 0,0-1 0,1 0 0,-1 1 0,0-1 0,0 1 0,0-1 0,0 1 0,-1 0 0,2 1-11,-1 2 17,0 1-1,0-1 1,0 1-1,-1-1 1,0 1-1,0-1 1,-1 1-1,1 0-16,-1 7 28,1-5-13,-1-1 0,0 1 0,0-1 0,-1 1 0,0-1-1,0 0 1,0 1 0,-1-1 0,0-1 0,-1 1 0,1 0 0,-1-1 0,-5 6-15,-7 7 33,0-1 1,-1-1-1,-13 11-33,30-28 1,-1 0 1,1 0 0,0 0-1,0 0 1,-1 1 0,1-1 0,0 0 0,0 0 0,-1 0 0,1 1 0,0-1 0,0 0 0,0 0 0,-1 0 0,1 1 0,0-1 0,0 0 0,0 1 0,0-1 0,0 0-1,0 0 1,-1 1 0,1-1 0,0 0 0,0 1 0,0-1 0,0 0 0,0 0 0,0 1 0,0-1 0,0 0 0,0 1 0,0-1 0,1 0 0,-1 0 0,0 1 0,0-1-1,0 0 1,0 1 0,0-1 0,0 0 0,1 0 0,-1 1 0,0-1 0,0 0 0,0 0 0,1 0 0,-1 1 0,0-1 0,0 0 0,1 0 0,-1 0 0,0 0 0,0 1-1,1-1 1,-1 0 0,0 0 0,0 0 0,1 0 0,-1 0 0,0 0 0,1 0 0,-1 0 0,0 0 0,1 0 0,-1 0 0,0 0-2,30 3-16,-17-2 20,-9 0 20,0 0 1,1 0 0,-1 1 0,0-1-1,0 1 1,0 0 0,0 0 0,0 0-1,-1 1 1,1-1 0,-1 1 0,1 0-1,-1 0 1,0 0 0,0 1-1,0-1 1,-1 1 0,1-1 0,-1 1-1,0 0 1,0 0 0,0 0 0,0 0-1,-1 0 1,0 0 0,0 1 0,0-1-1,0 0 1,-1 1 0,1-1 0,-1 1-1,0-1 1,-1 1 0,1-1-1,-1 0 1,1 1 0,-1-1 0,-1 0-1,1 0 1,-1 0 0,1 1 0,-1-1-1,-1-1 1,1 1 0,0 0 0,-1-1-1,0 1 1,1-1 0,-2 0 0,1 1-1,0-1-24,-100 75 353,32-27-5145,49-35-1042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15091,'0'0'2881,"0"0"-817,0 0-71,172-19-705,-94 7-544,2-2-56,-2-1-232,-8 3-272,-8 2-128,-11 8-112,-11 2-544,-8 0-864,-10 19-1577,-9 5-719,-7 1-1802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29 13315,'0'0'2898,"0"0"-675,0 0 51,0 0-953,0 0-869,0 0-290,24-5 33,72-16-65,-94 20-117,1 1 0,-1-1 0,1 1 0,-1 0 0,1-1-1,0 1 1,-1 0 0,1 1 0,-1-1 0,1 0 0,0 1 0,-1-1 0,1 1-1,1 1-12,-3-2 2,-1 1 0,1-1 0,0 1 0,-1-1 0,1 1 0,-1-1 0,1 1 0,-1 0-1,1-1 1,-1 1 0,1 0 0,-1 0 0,0-1 0,1 1 0,-1 0 0,0 0 0,0 0-1,1-1 1,-1 1 0,0 0 0,0 0 0,0 0 0,0 0 0,0-1 0,0 1 0,0 0-1,-1 0-1,0 4 1,0 0-1,-1 0 1,0 0-1,0 0 1,-1 0-1,1 0 1,-1-1-1,-3 5 0,-4 3 10,0-1 0,-1 0 0,-1 0 0,0-1-1,-2 1-9,0 0 9,0 0 0,1 1 0,-7 9-9,31-18 33,0-1 0,0-1-1,0 0 1,1-1 0,8 0-33,-9-1 41,0 2 0,0-1 0,-1 1 0,1 1-1,0-1 1,-1 2 0,1 0 0,7 3-41,-14-4 22,-1 0 1,1 0-1,-1 0 0,0 1 0,1 0 0,-1-1 1,0 1-1,-1 0 0,1 0 0,0 1 0,-1-1 1,0 0-1,0 1 0,0 0 0,0-1 1,0 1-1,-1 0 0,0 0 0,0 0 0,0 0 1,0 0-1,0 0 0,-1 0 0,0 4-22,0 0 87,-1 0-1,1-1 0,-2 1 1,1 0-1,-1-1 1,0 1-1,-1-1 1,0 0-1,0 0 0,0 0 1,-1 0-1,0-1 1,-1 1-1,1-1 0,-1 0 1,0 0-1,-1-1 1,1 1-1,-1-1 0,0 0 1,-1-1-1,-5 4-86,-1 0 49,1 0 0,-1-1-1,0 0 1,0-1 0,-1-1 0,0 0-1,0-1 1,0-1 0,-1 0 0,1 0-1,-1-2 1,-1 0-49,13-1-1,1 0 0,-1-1 0,0 0 0,1 0-1,-1 1 1,1-1 0,-1-1 0,1 1 0,-1 0 0,1-1 0,0 1-1,0-1 1,0 1 0,0-1 0,0 0 0,0 0 0,0 0 0,0 0 0,1-1-1,-1 1 1,1 0 0,0-1 0,0 1 0,0 0 0,0-1 0,0 0-1,0 1 1,0-1 0,1 0 0,0 1 0,-1-3 1,-2-13-502,1 0 0,1 0 0,0 0-1,1-5 503,0 12-642,2-42-4443,7 6-3557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7482,'0'0'6482,"0"0"-2950,0 0-34,0 0-1092,0 0-721,0 0-924,-1 2-292,-1 16-116,0 0 0,1 0 1,1 0-1,1 0 0,1 0 0,1 7-353,2 24 347,7 153 814,-9 0 0,-9 10-1161,1-165 73,-3 0 0,-3 8-73,-6 31 44,16-28-5079,2-29 476,-1 9-3369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0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13955,'0'0'3565,"0"0"-1011,0 0 76,0 0-630,0 0-989,0 0-524,8 12-14,13 29-278,-2 0 0,-1 2 0,-3 0 1,10 43-196,3 6-85,-28-91 5,0-1 0,0 1 0,0 0 0,0 0 0,1 0 0,-1-1-1,0 1 1,0 0 0,1 0 0,-1 0 0,0-1 0,1 1 0,-1 0 0,1-1 0,-1 1 0,1 0-1,-1-1 1,1 1 0,-1-1 0,1 1 0,0-1 0,-1 1 0,1-1 0,0 1 0,-1-1-1,1 1 1,0-1 0,0 0 0,-1 0 0,1 1 0,0-1 0,0 0 0,0 0 80,0-1-327,0 0 0,1 1 0,-1-1 0,0-1 0,0 1 0,0 0 0,0 0 0,-1 0 0,1 0 0,0-1 0,0 1 0,-1 0 0,1 0 0,-1-1 1,1 1-1,-1-1 0,0 1 0,1-1 327,5-28-8601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0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15171,'0'0'4689,"0"0"-1791,0 0-911,0 0-1013,0 0-342,0 0 97,-22 27-135,-74 86-306,78-90-263,0 2 1,2 0-1,1 0 1,1 2-1,-1 5-25,-4 6-46,18-36-32,-23 58-322,22-30-1702,3-29 1885,-1 0 1,0 0 0,0 0-1,1 0 1,-1 0 0,1-1-1,-1 1 1,1 0 0,-1 0 0,1-1-1,-1 1 1,1 0 0,0 0-1,-1-1 1,1 1 0,0-1 0,0 1-1,0-1 1,-1 1 0,1-1-1,0 1 1,0-1 0,0 0-1,0 1 1,0-1 0,0 0 216,24 3-6484,5-3-5815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1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11450,'0'0'6658,"0"0"-3842,0 0-815,0 0-721,0 0-816,0 0-344,153-29-120,-121 29-592,-5 0-784,-8 0-2609,-8 2-792,-11 6-7050</inkml:trace>
  <inkml:trace contextRef="#ctx0" brushRef="#br0" timeOffset="1">91 187 5049,'0'0'7770,"0"0"-5130,0 0-207,0 0-265,0 0-87,0 0-1201,0 0-608,75 2-272,-26-11-144,18-3-1120,-13 2-2721,-9 0-9306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91 220 13651,'0'0'3530,"0"0"-1268,0 0 24,1-24-679,2-15-1155,6-118 2583,5 240-2752,-9 6-287,-5 25 4,0-59 0,0-52-1,0-1 0,0 0 0,0 0 0,-1 0 0,1 0 0,0 1 0,-1-1 0,0 0 0,1 0 0,-1 0 0,0 0 0,0 0 0,0 0 0,0 0 0,0 0 0,-1-1 0,1 1 0,-1 0 0,1-1 0,-1 1 0,0 0 1,-3 1-33,0 0 1,-1 0-1,1-1 0,-1 0 0,1 0 0,-7 2 33,6-3-16,-1 1 0,1 0 0,0 1 0,0 0 0,0 0 0,0 0 0,0 0 0,1 1 0,-1 0 16,30-1 55,20-4-205,0-3 0,0-1 0,13-4 150,23-8-5973,-46 9-444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13083,'0'0'4137,"0"0"-2721,0 0 856,0 0-279,0 0-833,-8 147-480,5-113-568,1-2-104,2-8-8,2-7-1768,14-13-5562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82 13651,'0'0'2987,"0"0"-722,0 0-189,0 0-1064,0 0-689,17-14-223,49-43-93,-65 57-8,-1 0 1,0 0-1,0 0 0,1 0 1,-1 0-1,0 0 1,0-1-1,1 1 1,-1 0-1,0 0 0,0 0 1,0 0-1,0 0 1,1-1-1,-1 1 1,0 0-1,0 0 0,0 0 1,0-1-1,1 1 1,-1 0-1,0 0 1,0-1-1,0 1 0,0 0 1,0 0-1,0-1 1,0 1-1,0 0 1,0 0-1,0-1 0,0 1 1,0 0-1,0 0 1,0-1-1,0 1 1,0 0-1,0 0 0,0-1 1,0 1-1,0 0 1,-1 0-1,1 0 1,0-1-1,0 1 0,0 0 1,0 0-1,0 0 1,-1-1-1,1 1 1,0 0-1,0 0 0,0 0 1,-1 0-1,1-1 1,-20 2-9,-23 10 8,33-6-3,1 0 0,1 0 0,-1 1 0,1 0 0,0 1 0,-7 7 4,13-12 4,-1 0 1,1 1 0,0-1-1,0 1 1,1 0-1,-1 0 1,0-1-1,1 1 1,0 0-1,-1 0 1,1 1-1,1-1 1,-1 0 0,0 0-1,1 0 1,-1 1-1,1-1 1,0 0-1,0 0 1,1 1-1,-1-1 1,1 0-1,0 3-4,2-2 7,0-1-1,0 1 0,0-1 0,1 0 0,-1 0 0,1 0 0,0-1 0,0 1 0,0-1 0,0 0 0,0 0 1,1-1-1,-1 1 0,4 0-6,16 8 12,-17-6-9,-1 0 1,1 0 0,-1 0-1,0 1 1,-1 0-1,1 0 1,-1 0 0,0 1-1,0 0 1,0 0-1,-1 0 1,0 0 0,-1 1-1,1-1 1,-1 1-1,0 0 1,-1 0 0,1 1-1,-2-1 1,1 0-1,-1 1 1,0-1 0,0 1-1,-1-1 1,0 1-1,0-1 1,-1 1 0,0-1-1,0 0 1,-3 7-4,1-9 132,0 1 1,0-1 0,-1 1-1,1-1 1,-1 0 0,-1-1-1,1 1 1,-1-1 0,0 1-1,0-2 1,0 1 0,0 0-1,-1-1 1,-4 2-133,4-1 61,-1 0-1,-1-1 1,1 0 0,0-1-1,-1 0 1,1 0 0,-1 0-1,0-1 1,0 0 0,1 0-1,-9-1-60,15-1-53,1 1 0,-1 0-1,0-1 1,1 1 0,-1 0-1,1-1 1,-1 1-1,1-1 1,-1 1 0,1-1-1,-1 1 1,1-1 0,0 0-1,-1 1 1,1-1 0,0 1-1,-1-1 1,1 0-1,0 1 1,0-1 0,0 0-1,-1 1 1,1-1 0,0 0-1,0 0 1,0 1-1,0-1 1,0 0 53,1-28-2432,-1 20 512,0-13-4084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2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14635,'0'0'4393,"0"0"-2216,0 0-809,0 0-1088,0 0 528,0 0 296,43 133-432,-21-87-359,5-7-169,-6-3-88,3-7-40,-2-7-32,5-8-1449,-3-4-2976,-8-8-2376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2577,'0'0'15459,"0"0"-11314,0 0-2913,0 0-64,-145 87 49,102-39-857,5 1-136,9-6-208,7-2 40,12-9-56,2-6-136,8-6-881,0-6-855,0-9-1225,16-3-2000,0-2-3545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3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12843,'0'0'2600,"0"0"-407,0 0 295,0 0-767,0 0-1065,0 0-312,137 4-344,-107-4 0,5 0-400,13 0-1729,-8 0-1663,-10 0-6003</inkml:trace>
  <inkml:trace contextRef="#ctx0" brushRef="#br0" timeOffset="1">156 155 12203,'0'0'3000,"0"0"-1159,0 0-81,0 0-976,0 0-784,153-12-312,-99 0-1296,-8 0-4610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40 11546,'0'0'2914,"0"0"-761,0 0-557,0 0-697,0 0-574,0 0-120,17-8-113,53-22-23,-69 30-69,0 0 1,-1-1 0,1 1-1,0 0 1,0 0-1,0 0 1,-1 0-1,1 0 1,0 0 0,0 0-1,0 0 1,-1 0-1,1 0 1,0 0-1,0 1 1,0-1 0,-1 0-1,1 0 1,0 1-1,0-1 1,-1 1-1,1-1 1,0 1 0,-1-1-1,1 1 1,0-1-1,-1 1 1,1-1-1,-1 1 1,1 0 0,-1-1-1,1 1 1,-1 0-1,0-1 1,1 1-1,-1 0 0,3 28 1,-3-22 1,1 5 56,-1 1 1,-1-1 0,0 1-1,-1-1 1,0 1 0,0-1-1,-2 0 1,0 0 0,0 0-1,-1 0 1,0-1 0,-1 1-1,0-2 1,-1 1 0,0-1-1,-1 0 1,0 0 0,-1-1-1,1 0 1,-2 0 0,1-1-1,-9 5-57,32-15 4099,44-1-3513,44 3-1567,-36 0-8095,-35 0-4982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11642,'0'0'4001,"0"0"-2344,0 0 407,0 0-784,0 0-631,0 0-649,0 0-1385,110 0-4512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14547,'0'0'4406,"0"0"-1909,0 0-1257,0 0-225,-7 23 61,2-8-938,-21 75 364,24-80-465,1-1 0,0 0 0,0 0 0,1 1 0,0-1 0,0 0 0,1 1 0,1-1 0,-1 0 0,3 7-37,-2-11 12,1-1 0,-1 0 1,0 0-1,1 0 0,0 0 1,0 0-1,0-1 0,0 1 1,1-1-1,-1 0 0,1 0 0,0 0 1,0 0-1,0-1 0,0 0 1,1 0-1,-1 0 0,0 0 1,1 0-1,0-1 0,-1 0 0,1 0 1,0 0-1,-1-1 0,4 1-12,-1-1 14,0 0 0,-1 0-1,1 0 1,0-1 0,-1 1-1,1-2 1,0 1 0,-1-1-1,0 0 1,1 0 0,-1-1-1,0 0 1,0 0 0,0 0-1,-1-1 1,1 0 0,-1 0-1,0 0-13,2-5 34,-1 0 0,0 0 0,0 0 0,-1 0 0,0-1 0,-1 0 0,0 0 0,-1 0 0,0-1 0,0 1 0,-1-1 0,-1 0 0,0 1 0,0-1 0,-1 0 0,0 0 0,-1 1 0,0-1 0,-1 0 0,0-1-34,1 9-4,0 1-1,0-1 0,0 0 0,0 0 1,0 1-1,0-1 0,-1 1 0,1-1 1,-1 1-1,1 0 0,-1 0 0,0 0 1,0 0-1,0 0 0,0 0 0,-1 0 1,1 0-1,0 1 0,-1-1 0,1 1 1,-1 0-1,0 0 0,1 0 0,-1 0 1,0 0-1,1 0 0,-1 1 0,0 0 1,0-1-1,0 1 0,0 0 0,0 0 5,-9 1-424,1-1 0,-1 2 0,1 0 0,0 0 0,-1 1 0,1 0 0,-7 4 424,-44 20-5572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13571,'0'0'4129,"0"0"-2169,0 0 537,0 0-1393,0 0-720,0 0 312,0 0-184,172-19-40,-126 11-304,-6 4-64,0-1-104,-5 2-144,-3 3-1088,-10 0-2993,-9 0-1368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12307,'0'0'1856,"0"0"128,0 0 809,0 0-953,0 0-895,153-8-673,-97-1-272,22-1-80,-16 0-2569,-11 3-7097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15211,'0'0'3193,"0"0"-689,0 0-423,0 0-1057,0 0-520,0 0-304,94-14 56,-62 9-184,0 2-64,-5 3 40,0 0-48,-6 0-320,6 0-1264,-8 0-3201,-6 0-4017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5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13235,'0'0'2464,"0"0"-783,0 0 311,0 0-496,0 0-695,0 0-537,139 7-264,-58-17-16,-11-2-1945,-8 3-3104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70 11947,'0'0'3010,"0"0"-647,31-10-262,103-30-351,-46 21-421,-82 19-1231,0-1 0,0 1 0,1 0 0,-1 1 0,0 0-1,0 0 1,0 0 0,0 0 0,1 1-98,-6-1 26,0-1-1,0 1 1,1 0-1,-1-1 1,0 1-1,0 0 1,1 0-1,-1 0 1,0 0-1,0 0 1,0 0-1,-1 0 1,1 1-1,0-1 1,0 0-1,0 0 1,-1 1-1,1-1 1,-1 0-1,1 1 1,-1-1-1,0 1 1,1-1-1,-1 0 1,0 1-1,0-1 1,0 1-1,0-1 1,0 1-1,0-1 1,0 1-1,-1-1 1,1 0-1,0 1 1,-1-1-1,0 1-25,0 2 96,0 1 0,-1-1-1,1 0 1,-1 0 0,0 1 0,-1-1-1,1-1 1,-1 1 0,1 0-1,-1-1 1,-2 2-96,-15 11 153,-2 0 0,0-1 0,-20 9-153,-33 23-570,135-44-468,-50-3 1086,0 0 0,0 1 0,-1 0 0,1 0 0,0 1 0,-1 1 0,1-1 0,-1 1 0,2 2-48,-8-4 19,-1 0 0,1 1 0,-1-1 0,0 1 0,1 0 1,-1 0-1,0 0 0,0 0 0,0 0 0,0 1 0,-1-1 0,1 0 1,0 1-1,-1-1 0,0 1 0,0 0 0,1-1 0,-2 1 1,1 0-1,0 0 0,0 0 0,-1 0 0,0 0 0,0-1 0,1 1 1,-2 0-1,1 0 0,0 0 0,0 0 0,-1 0 0,0 0 1,0-1-1,0 2-19,-1 2 84,-1-1-1,0 0 1,0 1 0,0-1 0,-1 0 0,1-1 0,-1 1 0,-1-1 0,1 1-1,0-1 1,-1 0 0,0-1 0,0 1 0,0-1 0,0 0 0,-4 1-84,-17 9 320,0-1 1,-24 8-321,33-15 19,-1 0 0,1-2 0,-1 1 0,0-2 0,0-1 0,-14 0-19,-25-6-3059,45 1-1490,3 0-2068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13235,'0'0'4217,"0"0"-614,32-2-1150,-4 1-2014,46-4 1978,65-13-2417,9-8 1191,1 7-1,129 1-1190,-277 18-62,0 0 0,-1 0 1,1 0-1,0 0 0,0 0 1,0 0-1,0 1 0,0-1 0,0 0 1,0 1-1,0-1 0,0 0 1,-1 1-1,1-1 0,0 1 1,0-1-1,-1 1 0,1 0 0,0-1 1,-1 1-1,1 0 0,0 0 1,-1-1-1,1 1 0,-1 0 1,1 0-1,-1 0 0,0 0 0,1-1 1,-1 1-1,0 0 0,1 0 1,-1 0-1,0 0 62,0 2-433,0 0 0,0-1 1,0 1-1,0 0 0,0-1 0,-1 1 1,1 0-1,-1-1 0,1 1 0,-1-1 1,0 1-1,-1 1 433,-14 18-5739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37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12 5033,'0'0'11507,"0"0"-7363,0 0-1639,0 0-649,0 0-671,0 0-921,0 0-40,-26-10-216,26 10 0,0 0-8,0 0-512,8 0-857,8-2-2496,0 2-1736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814 0 10850,'-156'90'5313,"-29"23"-4728,8 8-433,21 5-152,70-44-857,33-24-5976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8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0 12379,'0'0'1480,"0"0"-1024,-186 208-448,49-68-8,19-24-1552,13-15-10027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8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18076,'0'0'4049,"0"0"-2337,0 0-232,0 0-419,29 28-320,94 90-251,-102-98-408,-1 0 1,-1 2 0,-1 0-1,-1 1 1,-1 0 0,-1 1-1,-1 1 1,2 9-83,-13-24-780,4 17-3389,-7-27 4078,0 0-1,0 0 1,0 1 0,0-1-1,0 0 1,0 0 0,1 1 0,-1-1-1,0 0 1,0 0 0,0 1-1,0-1 1,0 0 0,0 0-1,1 1 1,-1-1 0,0 0 0,0 0-1,0 0 1,1 1 0,-1-1-1,0 0 1,0 0 0,0 0-1,1 0 1,-1 0 0,0 0-1,0 1 1,1-1 0,-1 0 0,0 0-1,1 0 1,-1 0 0,0 0-1,0 0 1,1 0 0,-1 0-1,0 0 1,0 0 0,1 0-1,-1 0 1,0 0 0,0-1 0,1 1-1,-1 0 1,0 0 0,0 0-1,1 0 1,-1 0 0,0 0-1,0-1 1,1 1 0,-1 0 0,0 0-1,0 0 1,0-1 0,0 1-1,1 0 1,-1 0 0,0-1-1,0 1 1,0 0 0,0 0-1,0-1 1,0 1 0,0 0 0,0 0-1,1-1 1,-1 1 91,5-15-11516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49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14755,'0'0'2753,"0"0"-1617,0 0 968,-107 140-631,64-65-225,-5 0-328,-1-2-16,1-13-608,5-7-135,5-7-161,6-12 0,8-5 0,16-15-1193,5-4-2984,3-10-3344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0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22 3137,'0'0'10217,"0"0"-6730,0 0-1783,0 0-423,23-5-411,79-10-405,-98 14-440,0 1 0,1 0 0,-1 0 0,0 0 0,0 1 0,0-1 0,0 1 0,0 0 0,1 0 0,-2 1 0,1-1 0,0 1 0,0 0 0,0 0 0,-1 0 0,1 0 0,-1 1 0,0-1 0,1 1 0,-1 0 0,0 0 0,-1 0-25,0-1 14,0 1 1,-1-1-1,1 1 1,-1-1-1,0 1 1,0-1 0,0 1-1,0 0 1,0-1-1,-1 1 1,1 0-1,-1 0 1,0 0-1,0-1 1,0 1-1,0 0 1,0 0 0,0 0-1,-1-1 1,1 1-1,-1 0 1,0 0-1,0-1 1,0 1-1,0 0 1,-1-1-1,0 2-14,-2 1 45,-1 0 0,0 1 0,0-2 0,-1 1 0,1-1 0,-1 0 0,0 0-1,0 0 1,0-1 0,-4 1-45,3 0 10,0-1-1,1 1 1,-1 0-1,1 0 1,0 1 0,0 0-1,0 0 1,1 0-1,-3 4-9,7-8-7,1 0 1,0 0-1,-1-1 0,1 1 0,-1 0 0,1 0 1,0 0-1,-1 0 0,1 0 0,0 0 0,0 0 1,0 0-1,0 0 0,0 0 0,0 0 0,0 0 1,0 0-1,0 0 0,1 0 0,-1 0 0,0 0 1,1 0-1,-1-1 0,0 1 0,1 0 0,-1 0 1,1 0-1,-1 0 0,1-1 0,0 1 0,-1 0 1,1 0-1,0-1 0,0 1 7,34 22 37,-22-15-46,-1 1 22,0 0 0,0 0-1,-1 2 1,0-1 0,0 1-1,-1 1-12,-8-10 27,0 0 0,0 0 0,-1 1 0,1-1 0,0 0 0,-1 1-1,0-1 1,1 1 0,-1 0 0,0-1 0,0 1 0,-1 0 0,1 0-1,-1-1 1,1 1 0,-1 0 0,0 0 0,0 0 0,0 0 0,0 0-1,0-1 1,-1 1 0,1 0 0,-1 0 0,0 0 0,0-1 0,0 1-1,0 0 1,-1-1 0,1 1 0,0-1 0,-1 0 0,0 1 0,0-1-1,0 0 1,0 0-27,-13 10 142,-1 0-1,0-2 1,0 0-1,-1-1 1,0 0-1,-13 3-141,11-4-647,0 0 0,1 2 0,0 0 1,1 1-1,0 1 0,-1 1 647,-12 15-4284,5 1-2540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1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0 250 15715,'0'0'2497,"0"0"127,199-8-279,-38-23-1137,54-13-152,-16 1-151,-38 4-361,-59 13-192,-51 9-160,0 2-192,-3 1 0,-2 4-552,-9 8-264,-2 2-1233,14 12-351,-12 12-1641,-2 3-1865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75 188 15523,'0'0'1938,"0"0"141,25-5-137,81-10-926,-104 14-1000,1 0 0,0 1 0,-1 0 0,1 0 0,-1 0 0,1 0 0,0 0 1,-1 0-1,1 1 0,-1-1 0,1 1 0,-1-1 0,1 1 0,-1 0 0,1 0 0,-1 0 0,0 1 0,0-1 0,1 1 0,-1-1 0,0 1 0,0-1 0,-1 1 0,1 0 0,0 0 0,0 0 0,-1 0 0,1 0 0,-1 1 1,0-1-1,0 0 0,0 1 0,0-1 0,0 1 0,0-1 0,-1 1 0,1-1 0,-1 1 0,1-1 0,-1 1 0,0 2-16,0 2 59,-1-1-1,1 1 1,-1-1 0,0 1-1,-1-1 1,1 1 0,-1-1-1,-1 0 1,1 0 0,-1 0-1,0 0 1,0 0-1,-4 4-58,-3 0 87,0 0-1,-1-1 0,0 0 0,0-1 0,-1 0 0,0-1 0,-10 5-86,15-9 18,-1 1 1,0-1 0,0 0-1,0 0 1,0-1-1,0 0 1,0-1 0,-1 1-1,1-2 1,-1 1-1,1-1 1,-1-1 0,-4 0-19,12 1 13,-1-1 0,1 1 0,-1-1-1,1 0 1,0 1 0,-1-1 0,1 0 0,0 0 0,-1 0 0,1 0 0,0 0 0,0 0 0,0 0 0,0-1 0,0 1 0,0 0 0,0-1 0,0 1 0,1 0 0,-1-1 0,0 0-13,-8-41 215,9 31-146,1-1 0,0 0 1,0 0-1,1 0 0,3-7-69,1 4 45,0 0 1,1 1-1,1 0 0,1 0 1,0 0-1,1 1 0,9-10-45,-1 3 9,0 1 0,2 1 0,0 1-1,12-9-8,-27 24-34,-1-1-1,1 1 0,0 0 1,0 1-1,0-1 0,0 1 1,0 0-1,1 0 0,-1 0 1,1 1-1,-1 0 0,3 0 35,-6 1-152,0 0-1,-1 0 0,1 0 1,0 0-1,0 1 0,-1-1 0,1 0 1,0 1-1,-1 0 0,1-1 0,-1 1 1,1 0-1,0 0 0,-1 0 0,0 0 1,1 1 152,0 0-524,0 0 1,0 0-1,0 0 1,-1 1 0,1-1-1,-1 1 1,1-1-1,-1 1 1,0 0-1,0 0 1,0-1 0,0 3 523,5 27-10351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1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160 104 16107,'0'0'2105,"0"0"-631,0 0 266,28-3-788,89-9-684,-114 11-265,0 1 0,0 0 0,1 0 0,-1 0 0,0 0 0,0 0 0,0 0 1,1 1-1,-1 0 0,0-1 0,0 1 0,0 0 0,0 1 0,0-1 0,0 0 0,-1 1 0,1 0 0,0-1 0,-1 1 0,1 0 0,-1 1 0,0-1 0,1 0 0,-1 1 0,0-1 0,-1 1 0,1-1 0,0 1 0,-1 0 0,1 0 1,-1 0-1,0 0 0,0 0 0,0 2-3,0 2 7,0-1 0,0 1 0,-1 0 1,0-1-1,0 1 0,-1 0 0,0-1 0,0 1 1,0-1-1,-1 1 0,0-1 0,0 0 1,-3 5-8,-2 0 131,0 0 0,-1 0 0,-1-1 0,1 0 1,-1-1-1,-1 0 0,0 0 0,0-1 0,-10 6-131,4-4 146,1-1 0,-1 0 0,0-1 0,0-1 0,-1 0 0,-17 4-146,27-9 56,1-1-1,-1 1 1,0-1-1,0 0 1,1-1-1,-1 0 1,0 0-1,0 0 1,1-1-1,-1 0 1,0 0-1,-4-2-55,7 1 23,1 0-1,0 0 0,-1 0 0,1 0 0,0-1 1,0 1-1,1-1 0,-1 0 0,1 0 0,-1 0 1,1 0-1,0 0 0,0 0 0,0-1 0,0 1 1,1-1-1,-1 1 0,1-1 0,0 0 0,0 1 1,0-1-1,1-1-22,-3-7 8,1 0 0,0 0-1,1-1 1,0 1 0,1 0 0,1 0 0,0-1 0,2-11-8,-1 17-75,0-1 0,0 1 1,1 0-1,0 0 0,1 0 1,-1 0-1,1 1 0,1-1 0,-1 1 1,1 0-1,0 0 0,0 0 1,1 1-1,4-4 75,9-4-949,0 0 1,1 2-1,0 0 0,1 1 0,0 1 0,5-1 949,5-3-3380,21-9-8202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2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13019,'0'0'2767,"0"0"-261,0 0-54,0 0-1366,0 0-485,4 32 530,40 354 2094,-33-153-888,-10 44-2337,-2-134 314,-2-75-45,-9 51-269,4-52-1238,2 49 1238,8-102-2918,4-8-2517,2-1-5727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3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5721,'0'0'10045,"0"0"-5595,0 0-1404,0 0-1841,0 0-709,-21 26 292,12-15-671,-36 46 584,2 1 0,-11 25-701,-7 9 684,33-52-571,2 1 1,2 2-1,1 0 0,-3 13-113,26-55-253,5-91-8434,-2 40-130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3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6145,'0'0'8434,"0"0"-4633,0 0-1817,0 0-431,0 0 199,0 0-520,104 136-343,-85-81-529,-5-2-24,-1-4-272,-2-8-24,2-7-40,6-8-376,16-7-1769,-5-9-3496,2-7-7746</inkml:trace>
  <inkml:trace contextRef="#ctx0" brushRef="#br0" timeOffset="1">484 153 15563,'0'0'2697,"0"0"-1521,0 0 809,0 0-1505,0 0-480,161-25-632,-123 25-1593,-14 0-2912,-13 0-7034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9602,'0'0'3137,"0"0"-145,0 0 97,0 0-881,0 0-1367,0 0-841,167-50-384,-100 28-2681,-8 3-8113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89 232 13755,'0'0'2038,"0"0"-438,3-23-270,10-87-171,-8 12 4079,-2 155-5140,9 58-98,-5-58-73,1 58 73,-9-112-16,0 0 1,0-1-1,0 1 0,-1 0 0,1 0 0,-1-1 0,0 1 0,1-1 0,-1 0 0,0 1 0,0-1 0,-1 0 0,1 0 0,0 0 0,-1 0 0,1-1 1,-1 1-1,0-1 0,1 1 0,-1-1 0,0 0 0,0 0 0,0 0 0,0 0 16,-11 4-3,-1-1 0,1 0 0,-1 0 0,-5-1 3,12-1 285,10-1-52,23 2 83,39-1-202,16-6-1787,-27-2-3784,-45 5 4132,33-5-8837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12683,'0'0'2088,"0"0"1,0 0 847,0 0-1143,0 0-609,-45 143-600,34-116-472,5-6-112,6-6-40,3-6-2248,13-9-6906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83 6953,'0'0'5026,"0"0"-2567,0 0-572,0 0-662,23-13-666,68-41-311,-79 43 224,-18 6-329,-22 6-173,27-1 61,-10 0-21,-1 1-1,1 0 1,0 1-1,0 0 1,1 1 0,-1 0-1,0 1 1,1 0-1,0 0 1,0 1-1,-3 3-9,9-6 14,0 0 0,0 1-1,1 0 1,-1-1 0,1 2 0,0-1 0,-1 0-1,1 0 1,1 1 0,-1 0 0,0 0 0,1-1-1,0 1 1,0 1 0,0-1 0,1 0 0,-1 0-1,1 1 1,0-1 0,0 1 0,0-1-1,1 1 1,0-1 0,0 1 0,0-1 0,0 1-1,1-1 1,0 5-14,3-2 7,-1 0-1,1 0 1,0 0 0,1 0-1,-1 0 1,1-1 0,1 0-1,-1 0 1,1 0 0,6 4-7,18 20 3,-26-24-4,1 0 1,-1 1 0,0-1 0,0 1 0,-1 0 0,0 0 0,0 1 0,-2-7 42,0 1 1,0 0-1,-1 0 0,1 0 1,-1 0-1,0-1 0,0 1 1,1 0-1,-1 0 0,0 0 0,0 0 1,-1 0-1,1 0 0,0 0 1,-1 0-1,1-1 0,-1 1 1,1 0-1,-1 0 0,0 0 0,0-1 1,0 1-1,0 0 0,0-1 1,0 1-1,-1-1 0,1 1 1,0-1-1,-1 0 0,1 0 0,-1 1-42,-13 6 190,-1 0-1,0 0 0,0-2 0,-1 0 1,0-1-1,0 0 0,0-2 0,0 0 0,-14 1-189,30-4-1394,1-2-1652,0-4-2682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4841,'0'0'9950,"0"0"-5764,0 0-1605,0 0-995,0 0-748,0 0 113,23 15 60,75 50-116,-88-58-800,0 0-1,-1 1 0,0 1 1,0 0-1,0 0 1,-1 0-1,-1 1 1,0 0-1,0 1 0,-1 0 1,0 0-1,4 11-94,-5-4-242,0 0 0,-2 1 0,0-1 0,-1 1 0,-1 0 0,0-1 0,-2 3 242,1-19-2540,0-2-2333,0 0-2910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14187,'0'0'2705,"0"0"-1769,0 0 1008,0 0-527,0 0-465,-148 167-256,119-124-176,5-4-512,8-5 64,8-10-72,5-7-792,3-10-1521,0-7-447,5 0-9379</inkml:trace>
  <inkml:trace contextRef="#ctx0" brushRef="#br0" timeOffset="1">374 81 15283,'0'0'2441,"0"0"-1545,0 0 304,0 0-616,0 0-408,150 2-176,-117 3-128,-12 0-880,-13 2-944,-8 0-2281,0-2-5921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12483,'0'0'4001,"0"0"-1841,0 0 0,0 0-1583,0 0-577,180-39-793,-126 27-1783,-12 3-5562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14187,'0'0'2547,"0"0"-677,0 0 41,0 0-777,24-10-445,73-34-190,-94 42-472,1 1 1,-1-1-1,1 1 1,-1 0-1,1 0 1,0 1 0,-1-1-1,1 0 1,0 1-1,0 0 1,-1 0-1,1 0 1,0 1-28,-3-1 4,-1 0 0,1 1-1,0-1 1,0 0 0,-1 1 0,1-1 0,0 1 0,-1-1 0,1 1 0,-1-1 0,1 1 0,-1-1 0,1 1 0,-1 0 0,1-1 0,-1 1 0,0 0 0,1-1 0,-1 1 0,0 0 0,1-1 0,-1 1 0,0 0 0,0 0-1,0 0 1,0-1 0,0 1 0,1 0 0,-2 0 0,1-1 0,0 1 0,0 1-4,-1 4 16,-1 0 0,0 0 0,0 0-1,0 0 1,-1 0 0,0 0 0,0-1 0,0 1 0,-2 1-16,-48 55 46,41-50-30,0 0-1,1 1 1,1 1-1,0 0 1,1 0-1,0 1 0,0 2-15,8-16 50,1 0 0,-1 0 0,1 0-1,-1 0 1,1 0 0,0 0 0,-1 0-1,1 0 1,0 1 0,0-1 0,0 0 0,0 0-1,0 0 1,0 0 0,0 0 0,0 0-1,1 1 1,-1-1 0,0 0 0,1 0-1,-1 0 1,0 0 0,1 0 0,0 0-1,-1 0 1,1 0 0,-1 0 0,1 0-1,0-1 1,0 1 0,0 0 0,-1 0 0,1-1-1,0 1 1,0 0 0,0-1 0,0 1-1,0-1 1,0 1 0,0-1 0,0 1-1,1-1 1,-1 0 0,0 0 0,0 1-1,0-1 1,0 0 0,0 0-50,11 1 259,-1 0-1,1-1 1,0 0-1,11-2-258,-1 1 23,74-4-164,-34-7-6179,-42 5-1312</inkml:trace>
  <inkml:trace contextRef="#ctx0" brushRef="#br0" timeOffset="1">406 294 12947,'0'0'2672,"0"0"-879,0 0 935,0 0-1775,0 0-593,-40 128-312,40-99-48,0-10-1281,8-7-4056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29 14915,'0'0'2175,"0"0"-665,0 0 154,0 0-301,-7 24-431,-2 4-620,2 0-1,-1 17-311,7-43 24,1 0 0,0 0 1,0 1-1,0-1 0,0 0 0,0 0 0,0 0 0,1 0 0,-1 1 0,1-1 0,0 0 0,-1 0 0,1 0 0,0 0 0,0 0 0,0-1 1,0 1-1,1 0 0,-1 0 0,1-1 0,-1 1 0,1 0 0,-1-1 0,1 0 0,0 1 0,-1-1 0,1 0 0,0 0 0,0 0 0,0 0 1,1 0-25,4 1 75,1 0 1,-1 0 0,0-1 0,1 0 0,-1 0 0,1-1 0,1 0-76,-4 0 37,2 1-11,0-1 0,0-1-1,0 1 1,0-1 0,0 0 0,-1-1-1,1 1 1,0-1 0,-1-1-1,1 1 1,-1-1 0,1 0 0,-1-1-1,0 0 1,-1 1 0,3-3-26,-4 2 16,-1 0 0,1 0 0,-1 0 0,0-1 1,0 1-1,0-1 0,-1 0 0,0 0 0,0 0 0,0 0 0,0 0 1,-1 0-1,1 0 0,-2-1 0,1 1 0,0 0 0,-1-1 1,0 1-1,0 0 0,-1-1 0,0-2-16,1 5 3,-1 0 0,0-1 0,0 1 0,0 0 0,0 0 0,0 0 0,-1 0 0,1 0 1,-1 0-1,0 0 0,0 0 0,0 1 0,0-1 0,0 1 0,-1 0 0,1-1 0,-1 1 0,1 0 0,-1 0 0,0 1 0,0-1 0,0 0 0,0 1 0,0 0 0,0 0 0,0 0 0,-4-1-3,-3 0-80,-1 0 0,0 1 1,0 0-1,0 0 0,1 1 0,-1 1 0,-10 1 80,-48 16-3164,2 9-5656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8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11899,'0'0'3892,"0"0"-1080,0 0-48,0 0-881,0 0-773,-6 2-502,-17 5-177,22-7-422,1 0 1,0 0-1,0 0 0,0 0 1,0 0-1,-1 0 1,1 0-1,0 1 1,0-1-1,0 0 0,-1 0 1,1 0-1,0 0 1,0 0-1,0 0 1,0 0-1,0 1 0,-1-1 1,1 0-1,0 0 1,0 0-1,0 0 1,0 1-1,0-1 0,0 0 1,0 0-1,0 0 1,0 0-1,0 1 1,0-1-1,-1 0 1,1 0-1,0 0 0,0 1 1,0-1-1,0 0 1,0 0-1,1 0 1,-1 1-1,0-1 0,0 0 1,0 0-1,0 0 1,0 0-1,0 1 1,0-1-1,0 0 0,0 0 1,0 0-1,0 0 1,1 1-1,-1-1 1,0 0-1,0 0 0,0 0 1,0 0-1,1 0 1,-1 0-1,0 1 1,0-1-1,0 0 0,0 0 1,1 0-10,10 6 401,15-1-143,0-1 0,0 0 0,1-2 0,-1-1 0,1-2 0,25-2-258,-7 0 125,70-3 98,-10 0-1010,-38 5-3242,-53 1-1817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8:5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16772,'0'0'2008,"0"0"232,0 0-519,0 0-1065,179-29-416,-122 17-168,-6 5-72,8 7-536,-16 0-3809,-8 0-5657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16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13827,'0'0'2567,"0"0"238,0 0-131,-26 9-1085,26-9-1589,-39 13 1070,-33 19-1070,64-28 101,1 1 1,0 1 0,0 0-1,1 0 1,0 0-1,0 0 1,0 1-1,1 0 1,0 1 0,0-1-1,1 1 1,0 0-1,0 0 1,1 0-1,0 0 1,0 1-1,1-1 1,0 1 0,1-1-1,-1 2-101,0-1 91,-1 7 58,-1 0 0,2 0 0,0 0 0,1 1 0,1 13-149,0-27 11,0 0 1,0 1-1,1-1 1,-1 0 0,1 0-1,-1 0 1,1 0-1,0 1 1,0-1 0,1 0-1,-1 0 1,1-1-1,-1 1 1,1 0 0,0 0-1,0-1 1,0 1-1,0-1 1,1 0 0,-1 0-1,1 0 1,-1 0-1,1 0 1,0 0 0,-1-1-1,1 1 1,0-1 0,0 0-1,0 0 1,0 0-1,1 0 1,-1 0-12,10 0 12,0 0 0,-1 0 0,1-2 0,0 1 0,0-2 0,-1 0 0,1 0 0,-1-1 0,1-1 0,-1 0 0,0 0 0,-1-1 0,1-1 0,-1 0 0,0-1 0,3-2-12,-6 3 41,0 0 1,0 0-1,0-1 0,0 0 1,-1-1-1,-1 0 0,1 0 1,-1 0-1,0-1 0,-1 0 1,0 0-1,-1 0 0,0 0 1,0-1-1,-1 0 0,0 0 1,-1 0-1,0 0 0,0 0 1,-1-5-42,-1 11 19,0-1 1,0 1-1,0-1 1,-1 1-1,1-1 1,-1 1-1,0-1 1,-1 1 0,1 0-1,-1 0 1,0 0-1,0 0 1,0 0-1,0 0 1,-1 0-1,0 1 1,-1-3-20,-1 2 41,0-1 0,0 1 0,-1 0 0,1 1 0,-1-1 0,0 1 0,1 0 0,-2 1 0,1-1 1,0 1-1,-1 0-41,-18-3 114,0 0 0,0 2 0,0 1-1,0 1 1,-20 2-114,35 0-114,-1 0 0,1 0 0,-1 1-1,1 0 1,0 1 0,-3 1 114,9-3-76,1 0-1,0 1 1,-1-1 0,1 1 0,0 0-1,0-1 1,0 1 0,0 1-1,0-1 1,1 0 0,-1 1 0,1-1-1,-1 1 1,1 0 0,0 0-1,0 0 1,0 0 0,1 0 0,-1 0-1,0 1 77,2-3-254,0 1-1,-1-1 1,1 1-1,0-1 1,0 0-1,0 1 1,0-1-1,0 1 1,0-1 0,0 1-1,1-1 1,-1 0-1,0 1 1,1-1-1,-1 0 1,1 1-1,0-1 1,-1 0-1,1 0 1,0 1-1,0-1 1,0 0-1,0 0 1,0 0-1,0 0 1,0 0-1,0 0 1,0 0-1,0-1 1,0 1-1,1 0 1,-1 0 0,1-1 254,30 15-8084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1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16860,'0'0'3048,"0"0"713,0 0-1424,-43 181-1249,16-111-504,3-2-376,5-5-168,6-10-32,7-12-16,6-14-264,0-15-832,11-15-1193,16-21-487,2-12-2570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17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61 135 14163,'0'0'2258,"0"0"-720,29-13 207,83-35-594,24-3-1151,-63 28 291,-71 23 742,-14 0 1197,-14 2-2037,0 2 0,0 1 0,1 0-1,0 2 1,0 1 0,1 1 0,0 1 0,1 2 0,0 0-1,0 1 1,1 1 0,-3 4-193,16-11 4,1 0 0,0 0 0,1 1-1,0 0 1,0 0 0,0 0 0,1 1 0,0 2-4,3-6 3,0-1 0,1 1 0,0 0 0,0 0 1,1 0-1,-1 1 0,1-1 0,0 0 0,0 0 0,1 1 0,0-1 0,0 0 1,0 1-1,0-1 0,1 0 0,0 1 0,0 0-3,0-4 3,0-1 1,0 1-1,0 0 1,0-1-1,0 1 0,0-1 1,1 1-1,-1-1 1,1 0-1,-1 1 1,1-1-1,-1 0 0,1 0 1,0 0-1,-1 0 1,1 0-1,0-1 0,0 1 1,0 0-1,0-1 1,-1 1-1,1-1 0,0 0 1,0 0-1,1 0-3,56 2 55,-45-2-58,207 0 57,-218 0-56,-1 0 0,0 0 0,0 0 0,1 0 0,-1 1 0,0-1 0,0 1 0,0-1 0,1 1 0,-1 0 0,0 0 0,0 0 0,0 0 0,0 0 0,-1 1 0,1-1 0,0 0 0,0 1 0,-1-1 0,1 1 0,-1 0 0,1 0 0,-1-1 0,0 1 0,0 0 0,0 0 0,0 0 0,1 2 2,-1 1 6,1 0 1,-1 0 0,-1-1-1,1 1 1,-1 0 0,0 0-1,0 0 1,0 0 0,-1 0-1,1 0 1,-1 0 0,-1 0-1,1 1-6,-2-1 50,1 1-1,-1-1 0,0 1 0,0-1 0,0 0 0,-1 0 0,0 0 0,0-1 0,0 1 0,-1-1 0,1 0 1,-1 0-1,-2 0-49,-71 44 675,67-42-602,-19 12 90,17-10-165,1 0-1,-1-1 1,-1 0 0,1-1 0,-1-1 0,0 0 0,0-1-1,-1 0 1,-11 1 2,27-10-917,3-3-558,1 0 1,1 0 0,0 1 0,0 0 0,0 0 0,5-4 1474,26-25-11762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17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15307,'0'0'2030,"0"0"121,0 0 798,29-9-1520,91-22-726,-117 30-678,0 0 0,0 1-1,0-1 1,0 1 0,0 0-1,0 0 1,0 0 0,0 0-1,0 0 1,0 1 0,0-1 0,0 1-1,0 0 1,0 0 0,-1 0-1,1 0 1,0 1 0,2 1-25,-3-1 42,0 0 1,0 0 0,0 1-1,0-1 1,-1 1 0,1 0-1,-1-1 1,1 1 0,-1 0-1,0 0 1,0 0 0,0 0-43,1 4 118,4 12 94,-1-1 1,-1 1-1,-1 0 0,0 1 1,-1-1-1,-2 4-212,-4 117 719,0-109-617,-1 0-1,-1 0 1,-2-1 0,0 0 0,-3 0 0,0-1 0,-9 15-102,19-44-140,1 1 1,0-1-1,0 0 1,0 1-1,0-1 1,0 1-1,-1-1 0,1 0 1,0 1-1,0-1 1,0 0-1,-1 1 0,1-1 1,0 0-1,-1 0 1,1 1-1,0-1 0,-1 0 1,1 0-1,0 1 1,-1-1-1,1 0 0,0 0 1,-1 0-1,1 0 1,0 0-1,-1 0 0,1 1 1,-1-1-1,1 0 1,0 0-1,-1 0 1,1 0-1,-1 0 0,1-1 1,0 1-1,-1 0 1,1 0-1,-1 0 0,1 0 1,0 0-1,-1 0 1,1-1-1,0 1 0,-1 0 1,1 0-1,0 0 1,-1-1-1,1 1 0,0 0 1,-1-1-1,1 1 1,0 0-1,0-1 1,-1 1-1,1 0 0,0-1 1,0 1-1,0 0 1,0-1-1,0 1 0,-1 0 1,1-1-1,0 1 1,0-1-1,0 1 0,0-1 140,-3-10-5642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1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16163,'0'0'2793,"0"0"-1441,0 0 465,0 0-1257,0 0-360,137-39-200,-78 17 0,29-12-16,-12 8-2049,-12-3-3976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1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80 12067,'0'0'2131,"0"0"-359,0 0-22,0 0-405,0 0-152,0 0 31,-10 20-256,-29 64-181,37-81-727,1 0-1,0 0 1,0 0 0,0 0 0,0 0-1,0 1 1,1-1 0,0 0 0,-1 0-1,1 1 1,0-1 0,1 0-1,0 3-59,-1-4 19,0-1 0,1 1-1,0-1 1,-1 0 0,1 1-1,0-1 1,0 0 0,0 0-1,0 0 1,0 1 0,0-1-1,0 0 1,0 0 0,0-1-1,0 1 1,1 0 0,-1 0-1,0 0 1,1-1 0,0 1-19,5 1 25,1 0 0,-1-1 0,1 0 0,0 0 0,-1-1 0,1 0 0,0 0 0,4-2-25,6 1 78,-11 2-15,-1-1-1,1 0 0,-1-1 1,1 1-1,-1-1 0,0-1 1,0 1-1,1-1 0,-1 0 0,0-1 1,0 1-1,-1-1 0,1 0 1,0-1-1,-1 1 0,0-1 1,0 0-1,0 0 0,0-1 1,-1 0-1,0 1 0,0-2 1,0 1-1,0 0 0,-1-1 1,0 1-1,0-1 0,-1 0 1,1 0-1,-1 0 0,-1 0 1,1-1-1,-1 1 0,0 0 1,0-1-1,-1 1 0,0-1 1,0 1-1,0-1 0,-1 1 0,0 0-62,0 2 54,0 0-1,0 1 1,-1-1-1,1 1 1,-1-1-1,0 1 1,0 0-1,0-1 1,0 1-1,0 0 1,-1 0-1,1 1 1,-1-1-1,0 1 1,0-1-1,0 1 1,0 0-1,0 0 1,-1 0-1,1 0 1,-1 1-1,1-1 1,-2 1-54,-6-3-46,1 0 0,-1 1 1,0 0-1,1 1 1,-1 0-1,0 1 0,-8 0 46,16 1-253,1 1 0,-1 0-1,1 0 1,-1-1 0,1 1-1,0 1 1,-1-1 0,1 0-1,0 0 1,0 1 0,0 0-1,0-1 1,0 1 0,0 0 0,1 0-1,-1 0 1,0 0 0,1 0-1,-1 0 1,1 0 0,0 1-1,0-1 1,0 0 0,0 1 253,-1 1-586,-12 22-4805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19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96 16412,'0'0'1847,"0"0"-275,-8 23 1259,-25 79-1286,32-98-1475,0 0 0,0 1 0,0-1 0,1 0 0,-1 0 1,1 1-1,0-1 0,0 0 0,0 1 0,1-1 0,0 0 1,0 0-1,0 1 0,0-1 0,0 0 0,2 3-70,-1-4 35,0 0-1,1 0 1,-1 0-1,0-1 0,1 1 1,0-1-1,-1 1 1,1-1-1,0 0 1,0 0-1,0 0 1,1-1-1,-1 1 0,0-1 1,4 1-35,6 2 66,0-2-1,1 0 1,-1 0-1,1-2 1,-1 1 0,1-2-1,0 0 1,5-1-66,-3-1 16,0 0 0,0-1 0,0 0 0,0-2 0,-1 0-1,0-1 1,0 0 0,-1-1 0,0-1 0,8-6-16,-14 9 60,0 0-1,-1 0 1,0 0 0,0-1-1,0 0 1,-1-1-1,0 0 1,-1 0 0,0 0-1,0 0 1,0-1 0,-1 0-1,-1 0 1,1 0-1,-1 0 1,-1 0 0,0-1-1,1-7-59,-3 14 52,0-1 0,0 1 0,0-1 0,0 0 0,-1 1-1,1-1 1,-1 1 0,0-1 0,0 1 0,-1-1 0,1 1 0,-1 0 0,1-1-1,-1 1 1,0 0 0,0 0 0,0 0 0,-1 1 0,0-2-52,-2 0 28,0 0 0,0 0 0,0 1 1,0 0-1,0 0 0,-1 1 0,1-1 0,-1 1 1,0 0-1,1 0 0,-4 0-28,-8 0-56,1 0-1,0 0 1,-1 2-1,1 0 1,-1 0 0,1 2-1,0 0 1,-1 1-1,-1 1 57,-18 8-1088,-1 1-1,-19 11 1089,-33 18-5052,-7 8-6676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5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31 11026,'0'0'4305,"0"0"-2414,0 0-118,0 0-210,0 0-423,-26-7-36,26 7-1104,-34-9 498,-1 2-1,-10 0-497,39 6 73,0 1 0,1 1 0,-1-1 0,0 1-1,0 0 1,0 0 0,0 0 0,1 1 0,-1 0 0,1 0 0,-1 0 0,1 1 0,0 0-1,0 0 1,0 0 0,-1 2-73,-4 3 116,0 1-1,1 1 0,0-1 1,1 1-1,-4 7-115,5-8 30,1 1 0,1 0 1,0 0-1,0 0 0,1 1 0,0-1 0,1 1 0,1 0 1,-1 0-1,1 0 0,1 3-30,0-7 9,1 0-1,0 0 1,0 0-1,0 0 1,1 0 0,0 0-1,0 0 1,1 0-1,0 0 1,0 0 0,0-1-1,1 1 1,0-1-1,1 0 1,-1 0 0,1 0-1,0 0 1,2 1-9,5 3 34,1 0 0,-1-1 0,2 0 0,-1-1 0,1-1 0,0 0 0,1-1 0,0 0 0,-1-1 0,2 0 0,-1-1 0,1-1 0,12 1-34,28 3-1092,1-3 0,0-3 1,5-2 1091,-5 0-3554,-16 1-2947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5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361 356 10562,'0'0'2774,"0"0"-335,0 0 18,0 0-505,0 0-427,0 0-232,-24 3-229,-80 11-245,92-12-768,0 2 1,0-1-1,0 1 0,0 1 0,1 0 0,0 1 0,0 0 0,1 0 0,-1 1 1,1 1-1,1 0 0,0 0 0,0 1 0,0 0 0,1 0 0,0 1 0,1 0 1,0 0-1,1 1 0,0 0 0,1 0 0,0 1 0,1-1 0,0 1 0,0 0 0,2 0 1,-1 0-1,2 1 0,-1-1 0,2 0 0,0 1 0,0-1 0,1 1 0,0-1 1,1 0-1,4 11-51,-5-19 1,1 1 1,0-1-1,0 0 0,0 0 1,0 0-1,1 0 1,0-1-1,0 1 0,0-1 1,0 0-1,0 1 1,1-1-1,-1-1 0,1 1 1,0 0-1,0-1 1,0 0-1,0 0 0,0 0 1,0 0-1,1-1 1,-1 0-1,1 0 0,-1 0 1,1 0-1,-1-1 1,1 1-1,1-1-1,3 0-2,0 1 0,1-1 1,-1-1-1,0 0 0,0 0 0,0-1 0,1 0 1,-2-1-1,1 1 0,0-2 0,0 1 1,-1-1-1,7-5 2,-3 0-18,-1-2 0,0 1 0,0-2 0,-1 1 1,0-1-1,-1-1 0,-1 0 0,0 0 0,0-1 1,-2 0-1,1 0 0,-2 0 0,0-1 0,-1 0 1,0 0-1,-1 0 0,0-5 18,3-31-2,-2-1 1,-2 1-1,-3-1 0,-4-29 2,3 53 277,-1 1 0,-1-1 0,-1 1 0,-2 0 0,-1 0 0,0 0 0,-2 1-1,-2 0-276,11 47 383,1 37-364,-1 15 129,6 37-148,-2-85-58,0-1 1,2 0-1,1 0 1,0-1-1,2 0 1,6 14 57,-11-32-172,-1 0 1,1 0 0,0 0-1,1-1 1,-1 1 0,1-1 0,0 1-1,0-1 1,0-1 0,0 1 0,1 0-1,-1-1 1,2 0 171,0 1-1285,0-1 0,1 0 0,-1-1 0,1 0 0,-1 0 0,7 1 1285,22 0-12354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09:5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19012,'0'0'2105,"0"0"-1017,0 0 1624,8 153-1175,-2-69-689,-6 13-24,0-1-208,0-1-296,-17-6-184,1-9-56,0-10-128,0-12 48,-3-8-296,0-6-656,9-3-768,4-10-3257,6-16-4113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3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18148,'0'0'2614,"0"0"-862,0 0 333,0 0-821,0 0-799,-5 24-134,-18 142 2305,-2 146-2636,3-12 822,16-242-705,-7 62 102,5 42-219,-2-222-1460,9-135-6913,1 104 1692,0 22-617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3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15 277 10322,'0'0'2669,"0"0"315,5-26-384,20-84-788,-21 102-1608,0-1 0,0 1 0,1 0 0,0 0 0,0 0 0,1 1 0,0 0 0,0 0 0,1 0 0,0 1 0,0 0 0,0 0 0,1 1 0,0 0 0,0 0 0,0 1 0,1 0 0,-1 0 0,1 1 0,0 0 0,0 1 0,0 0 0,5-1-204,-5 1 111,1 1 1,0-1-1,0 2 1,0-1-1,0 1 0,0 1 1,0 0-1,0 0 1,0 1-1,-1 0 1,1 1-1,-1 0 1,4 2-112,-8-2 47,0-1 0,0 2-1,0-1 1,-1 0 0,1 1 0,-1 0 0,0 0 0,0 0 0,0 1 0,0-1 0,-1 1 0,0 0 0,0 0 0,0 0 0,-1 0 0,1 1 0,-1-1 0,-1 1-1,1-1 1,-1 1 0,0 0 0,0-1 0,0 4-47,0 1 73,-1 1-1,0-1 1,-1 0 0,0 1-1,-1-1 1,0 0 0,0 0-1,-1 0 1,-1 0-1,1-1 1,-2 1 0,1-1-1,-1 0 1,0 0-1,-1 0 1,0-1 0,-1 0-1,0 0 1,0-1-1,-1 1-72,-10 8 36,-1 0-1,0-2 1,0 0-1,-2-1 0,0-1 1,0-1-1,-1-1 0,-7 1-35,19-7-3,-1 0-1,1-1 0,-1 0 0,0-1 1,0-1-1,0 1 0,0-2 0,0 1 1,0-2-1,-9 0 4,18 1-29,0 0-1,1-1 1,-1 1 0,0 0-1,1-1 1,-1 1 0,1-1-1,-1 1 1,1-1 0,-1 0 0,1 1-1,-1-1 1,1 0 0,0 0-1,-1 0 1,1 0 0,0 0-1,0-1 1,0 1 0,0 0-1,0 0 1,0-1 0,0 1-1,0-1 1,1 1 0,-1-1 0,0 1-1,1-1 1,-1 1 0,1-1-1,0 1 1,-1-1 0,1 0-1,0 1 1,0-1 0,0 0-1,0 1 1,0-1 0,1 0 29,0-3-253,0-1 0,0 1 0,1 0 1,-1 0-1,1 1 0,0-1 0,1 0 0,-1 1 0,1-1 1,0 1-1,0 0 0,1 0 253,39-34-5174,7 4-3210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3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18596,'0'0'2977,"0"0"-1153,0 0-432,0 0-504,-129 138-255,86-61-121,5 5-40,9 3-136,10-3-184,13-12-152,6-10 0,19-9-312,70-3-584,-6-14-2113,6-17-5265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3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7418,'0'0'8241,"0"0"-6888,0 0 1271,51 179-623,-48-90-257,-3 5-536,0 1-248,-13-9-527,-9-8-305,-5-6-112,-2-7-16,-36 27-1177,9-22-3448,-8-7-9010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5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4 181 4049,'0'0'8315,"0"0"-5774,0 0-1577,0 0 604,0 0-46,-4 2 673,7-1-2109,-1-1 1,1-1-1,-1 1 1,0 0-1,1 0 1,-1-1-1,1 0 1,-1 1-1,1-1 1,-1 0-1,0 0 1,0 0 0,1 0-1,-1-1 1,0 1-1,0-1 1,0 1-1,-1-1 1,1 0-1,0 0 1,0 1-1,-1-1 1,1 0-1,-1-1 1,0 1-87,3-7 251,0 1 1,-1-1-1,-1 0 1,1 0-1,-1 0 1,0-4-252,-2 6 69,1 1 1,0-1 0,0 1 0,1-1-1,0 1 1,0 0 0,1-1-1,0 1 1,0 0 0,0 1 0,0-1-1,1 1 1,2-3-70,-5 10 19,1 0 0,-1 0-1,1-1 1,-1 1 0,0 0-1,0 0 1,0 1 0,0-1-1,-1 0 1,1 0 0,0 0-1,-1 1 1,0-1 0,1 1-19,12 101 268,-3 0 1,-6 0 0,-4 29-269,0-97 16,1-28 824,0-5-3196,-1-1-7317,0-2 1088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5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12723,'0'0'2128,"0"0"-1672,0 0 240,0 0-223,0 0-321,158 0 8,-107 0-160,32 0 0,-15 0-344,-4 0-4922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3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13883,'0'0'2834,"0"0"-316,0 0-376,0 0-799,26-1-546,-7-1-653,-12 1-97,0 0 0,0 0 0,0 0 0,1 1 0,-1 0 0,0 0 1,0 1-1,0 0 0,0 0 0,0 1 0,0 0 0,0 0 0,0 1 0,0-1 0,-1 1 1,0 1-1,1-1 0,-1 1 0,0 0 0,-1 1 0,1 0 0,2 2-47,22 35 280,-1 2 0,-2 1 0,-2 1 0,-2 1 0,-2 1 0,4 19-280,-4-15-38,-21-51-96,1 0 1,-1 0-1,1 1 1,0-1-1,-1 0 1,1 0-1,0 0 1,0 0-1,0 0 1,0 0-1,0 0 1,0 0-1,0 0 1,0 0-1,0 0 1,0 0-1,1-1 1,-1 1-1,0-1 1,0 1-1,1-1 1,-1 1-1,0-1 1,1 0-1,-1 1 1,1-1-1,-1 0 1,0 0-1,1 0 1,-1 0-1,1 0 1,-1-1-1,1 1 134,0 0-358,9 0-4397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3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1 11747,'0'0'6481,"0"0"-5713,0 0 1288,-164 169-1183,100-87-265,-6 5-344,-3 2-200,-10 15-64,16-19-992,13-15-4834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40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10018,'0'0'4706,"0"0"-2982,0 0-386,0 0-264,0 0-430,-9 14 22,-1 2-134,-1 0 1,-1 0 0,-1-1-1,0-1 1,-1 0 0,0-1-1,-3 1-532,-30 17 312,35-24-242,0 1 0,0 0 0,1 0 0,0 1 0,0 0 0,1 1 0,0 0 0,1 1-1,0 0 1,-1 3-70,9-12 10,0 0 0,0 0-1,0 0 1,0 0 0,0 0 0,0 1-1,0-1 1,1 0 0,-1 0-1,1 1 1,0-1 0,0 0-1,0 1 1,0-1 0,0 0 0,0 2-10,1-3 19,0 1 1,-1-1-1,1 0 1,0 1 0,-1-1-1,1 0 1,0 1 0,0-1-1,0 0 1,0 0 0,0 0-1,1 0 1,-1 0 0,0 0-1,0 0 1,1 0 0,-1-1-1,0 1 1,1 0-20,8 2 142,0 0-1,1 0 1,0-1 0,-1 0-1,1-1 1,7 0-142,26 5 204,11 6-2442,-11-2-4116,-27-5 1009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4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9034,'0'0'4537,"0"0"-3385,0 0 344,0 0-735,-142 14-529,85-14-232,12 0-833,2 0-6608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4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0 13003,'0'0'2730,"0"0"-1213,0 0-263,0 0-350,0 0-418,0 0-230,-21 18 14,-71 57 256,67-57 23,0-1 0,-2-1 0,0-1 0,-28 11-549,-26 13 870,81-39-856,-1 1 0,0-1 1,1 0-1,-1 0 0,0 1 0,0-1 1,1 0-1,-1 1 0,1-1 0,-1 0 1,0 1-1,1-1 0,-1 1 0,1-1 1,-1 1-1,1-1 0,-1 1 1,1 0-1,-1-1 0,1 1 0,0 0 1,-1-1-1,1 1 0,0 0 0,0-1 1,-1 1-1,1 0 0,0-1 0,0 1 1,0 0-1,0 0 0,0-1 0,0 1 1,0 0-15,1 0 24,0 0 1,1 0 0,-1 0 0,0 0 0,1 0-1,-1 0 1,0 0 0,1-1 0,-1 1 0,1 0-1,-1-1 1,1 1 0,-1-1 0,1 0-1,0 0-24,58 7 432,-22-8-533,-11 0 188,1 2-1,-1 0 0,3 2-86,-22-2-457,-1 1-1,1 0 1,-1 0 0,1 0-1,-1 1 1,0 0-1,0 0 1,0 1 0,-1 0-1,1 0 1,-1 0 0,0 1-1,1 1 458,12 12-4499,-5-4-3368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4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13 11779,'0'0'4296,"0"0"-3111,0 0 1031,-145 0-1024,97 0-840,5-3-287,3 1-65,-3 0-1241,8-3-679,8 5-5018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58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14003,'0'0'1826,"0"0"-870,0 0 319,0 0 40,0 0-111,0 0-205,10 10 187,-7-10-1142,-1 0 0,1 0 0,0 0 1,-1 0-1,1-1 0,-1 1 1,1-1-1,0 1 0,-1-1 1,1 0-1,-1 0 0,1 0 0,-1-1 1,0 1-1,1 0 0,-1-1 1,0 0-1,0 1 0,0-1 1,0 0-1,-1 0 0,1 0 0,0-1-44,7-5 114,-1-1-1,-1 0 1,0-1-1,6-8-113,-12 15 23,1 0 59,0-1-1,0 1 0,0-1 0,0 0 1,-1 0-1,0 0 0,0 0 0,0 0 1,0-2-82,-1 5 429,0 12-213,0 19-144,11 366 858,-10-394-1243,-1 1 0,1-1 0,0 0 0,-1 1 0,1-1 0,0 0 0,0 0 0,0 0 0,1 0 0,-1 0 0,0 0 0,1 0 0,0 0 0,-1-1 0,1 1 0,1 1 313,6 2-5395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59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14307,'0'0'4489,"0"0"-2969,0 0-143,0 0-585,0 0-792,0 0-264,0 0-929,13 0-1655,1 0-5354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0:5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61 12323,'0'0'2363,"0"0"-505,0 0-169,0 0-653,0 0-582,0 0-317,7-5-27,7-3-70,1 0 0,0 1 0,0 0 0,0 1 0,1 1 0,10-2-40,-21 7 30,-45-7 2157,21 6-2189,0 1-1,0 1 0,0 1 0,1 1 0,-1 0 1,-13 5 2,28-6 2,-1-1 0,1 1 0,0 0 0,0 1 0,0-1 0,0 1 0,0 0 0,0 0 0,1 0 0,-1 0 0,1 0 0,0 1 0,0 0 0,0-1 0,1 1 0,-1 0 1,1 1-1,0-1 0,0 0 0,0 0 0,1 1 0,-1-1 0,1 1 0,0 0 0,1-1 0,-1 1 0,1 0 0,0-1 0,0 5-2,0-4-4,0 2 7,0 0 0,0 0 0,1 0 0,-1 0 1,2 0-1,-1 0 0,2 4-3,-2-9 3,0 0 0,0 0 0,1 0 0,-1 0 0,0 0 0,1 0 0,-1-1 0,1 1 0,0-1 0,-1 1 0,1-1 0,0 0 0,0 1 0,0-1 0,0 0 0,0 0 0,0 0 0,0-1 0,0 1 0,0 0 0,1-1 0,-1 0 0,0 1 0,0-1 0,1 0 0,0 0-3,36 0 12,-27 0-7,0 0-1,1 1 1,-1 0 0,0 0 0,9 3-5,-18-3 0,0 1 1,1-1-1,-1 0 1,0 1-1,0 0 1,0-1-1,0 1 1,0 0-1,0 1 1,-1-1-1,1 0 1,-1 1-1,1 0 1,-1-1-1,0 1 1,0 0-1,0 0 1,0 0-1,-1 0 1,1 1-1,-1-1 1,0 1-1,4 14 6,0 0 0,-2 0 0,0 1 0,-1-1 0,-1 1 0,-1 17-6,-1-34 9,1 0 1,-1 0 0,1 0-1,-1 0 1,1 0 0,-1-1-1,0 1 1,0 0 0,0 0-1,0-1 1,0 1-1,0 0 1,-1-1 0,1 1-1,0-1 1,-1 0 0,1 1-1,-1-1 1,0 0 0,1 0-1,-1 0 1,0 0-1,0 0 1,1 0 0,-1-1-1,0 1 1,0-1 0,-1 1-10,-69 13 401,42-10-316,14 0-911,0 1 1,0 1-1,0 0 0,1 1 1,0 1-1,1 0 0,-1 2 826,-10 6-5070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19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13379,'0'0'2903,"0"0"-881,0 0 497,0 0-632,0 0-613,-1 1-1197,1 0-1,0 0 1,0 0 0,0 0-1,0 0 1,0 0 0,1 0-1,-1 0 1,0 0 0,0 0 0,1 0-1,-1 0 1,0 0 0,1 0-1,-1-1 1,1 1 0,-1 0 0,1 0-1,0 0 1,-1-1 0,1 1-1,0 0 1,0 0 0,-1-1 0,2 1-77,37 2 301,-1-1 0,33-4-301,-2 0 147,-56 2-1276,-1-1 1,0-1-1,0 0 1,0 0-1,0-1 0,0 0 1,2-2 1128,-10 4-6036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12259,'0'0'2648,"0"0"-1079,0 0 1135,0 0-1256,0 0-847,0 0-161,0 0-8,-27 63-152,54-63 0,8 0-176,5 0-104,6 0-8,23 0-1705,-10-12-1215,-5 0-4074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9778,'0'0'3876,"0"0"-1833,0 0-330,0 0-120,0 0-82,0 0-186,14-6-298,29-17-615,-2-1 0,0-2-1,18-17-411,-56 40 19,0 1 0,0-1 0,1 1-1,-1-1 1,1 1 0,-1 0 0,1 0 0,0 1-1,4-2-18,-7 3 6,0 0 0,0 1 0,1-1 0,-1 0-1,0 1 1,0-1 0,0 0 0,0 1-1,0-1 1,0 1 0,0 0 0,0-1-1,0 1 1,0 0 0,0 0 0,0 0 0,0-1-1,0 1 1,-1 0 0,1 0 0,0 0-1,-1 0 1,1 0 0,-1 0 0,1 1-1,-1-1 1,1 0 0,-1 0 0,0 0-1,1 0 1,-1 1 0,0-1 0,0 0 0,0 1-6,8 36 141,-2 1 0,-2 0 1,-1 0-1,-2 10-141,1 14 20,-2-61-42,0 0 0,0 0-1,0 0 1,0 0 0,1-1 0,-1 1-1,0 0 1,1 0 0,-1 0 0,1-1-1,0 1 1,0 0 0,-1-1 0,1 1 0,0 0-1,0-1 1,1 1 0,-1-1 0,0 0-1,0 1 1,1-1 0,-1 0 0,2 1 22,1 0-622,-1-1 1,1 0-1,0-1 1,0 1 0,0-1-1,0 1 1,0-1-1,0 0 1,0-1 0,2 1 621,13-2-5604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15491,'0'0'3961,"0"0"-2377,0 0-215,0 0-825,0 0-544,0 0-1080,0 0-2769,35-41-4393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4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47 100 6361,'0'0'6051,"0"0"-3510,0 0-1421,0 0-516,0 0-356,25-15-163,77-42-54,-81 45 36,-20 12-32,0 0 1,-1 0-1,1-1 1,0 1-1,0 0 1,0 0-1,0-1 1,0 1-1,-1-1 0,1 1 1,0-1-1,0 1 1,-1-1-1,1 1 1,0-1-1,-1 1 1,1-1-1,-1 0 1,1 0-1,-1 1 0,1-1 1,-1 0-1,1 0 1,-1 1-1,0-1 1,1 0-1,-1 0-35,0 0 1130,-12 1-9,2 0-1108,1 0 0,-1 1-1,1 0 1,-1 0 0,1 1-1,0 0 1,0 0 0,0 1-1,0 1 1,0-1 0,1 1-1,0 1 1,-1 0 0,2 0-1,-1 0 1,0 1 0,1 0-1,0 1 1,1-1 0,-1 1-1,1 1 1,-2 3-13,7-10 3,0 1 0,0-1 0,0 0 0,0 0 0,0 1 1,1-1-1,-1 0 0,0 1 0,1-1 0,-1 1 0,1-1 0,0 0 0,-1 1 0,1-1 0,0 1 0,0-1 0,0 1 1,0-1-1,0 1 0,0-1 0,1 1 0,-1-1 0,0 1 0,1-1 0,-1 1 0,1-1 0,-1 1 0,1-1 1,0 0-1,0 1 0,0-1 0,-1 0 0,1 0 0,0 0 0,1 0 0,-1 0 0,0 0 0,0 0 0,0 0 0,1 0-3,5 3 24,1-1-1,0 0 0,0 0 0,1-1 0,-1 0 0,9 1-23,14 4 25,-24-5-30,0 0-1,-1 1 1,0 0 0,1 0-1,-1 0 1,0 1 0,-1-1 0,1 2-1,0-1 1,-1 0 0,0 1-1,1 2 6,-3-4 65,-1 1-1,0-1 0,1 1 0,-2 0 1,1 0-1,0 0 0,-1 0 0,1 0 1,-1 0-1,0 1 0,-1-1 0,1 0 1,-1 1-1,0-1 0,0 0 0,0 1 1,0-1-1,-1 0 0,0 0 0,0 2-64,-2 0 53,1 0 0,-2 0 0,1 0 0,-1-1 0,1 1 0,-2-1 0,1 0 0,0 0-1,-1 0 1,0-1 0,0 0 0,-1 0 0,-4 3-53,-27 25-1084,-14 28-6167,29-31-1732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14667,'0'0'2053,"0"0"-824,0 0 130,26-12-433,90-33-430,-107 42-427,0 0 0,0 1 1,0-1-1,0 2 1,0-1-1,0 1 0,0 1 1,1 0-1,-1 0 0,0 1 1,0 0-1,0 0 0,0 1 1,0 0-1,6 3-69,-12-4 20,0 1 1,0-1-1,-1 1 0,1 0 0,-1 0 1,1 0-1,-1 0 0,0 1 0,1-1 1,-1 1-1,0-1 0,-1 1 0,1 0 1,0-1-1,-1 1 0,0 0 1,0 0-1,0 0 0,0 0 0,0 0 1,0 1-1,-1-1 0,1 0 0,-1 1-20,0 0 28,1 1 0,-1 0-1,-1-1 1,1 1-1,-1 0 1,1-1 0,-1 1-1,-1-1 1,1 1 0,-1-1-1,1 0 1,-1 0-1,-1 0 1,1 0 0,0 0-1,-3 3-27,-9 7 35,-1 0 1,0-1-1,0-1 0,-2 0 0,1-2 1,-1 0-1,-10 4-35,27-9 194,9 0-137,21 6-95,-22-9 60,-2 0-19,-1 1 0,1-1 0,-1 1 1,0 0-1,0 0 0,0 0 0,0 1 1,-1 0-1,0 0 0,1 0 1,2 5-4,-6-8 37,1 1 0,-1 0 0,0 0 0,0 0 0,0 0 0,-1 0 0,1 0 0,0 0 0,-1 0 0,1 0 0,-1 1 0,0-1 1,0 0-1,0 0 0,0 0 0,0 0 0,0 1 0,0-1 0,-1 0 0,1 0 0,-1 0 0,0 0 0,0 0 0,1 0 0,-1 0 1,0 0-1,-1 0 0,1 0 0,0-1 0,0 1 0,-1 0 0,1-1 0,-1 1 0,0-1 0,0 1-37,-10 9 157,-1-1 1,-1 0-1,1-1 0,-1 0 0,-1-1 0,0-1 0,0-1 1,0 0-1,-1 0 0,0-2 0,0 0 0,0-1 1,0 0-1,-9-1-157,24-2-16,1 0 1,0 0 0,0 0-1,-1 0 1,1 0-1,0 0 1,-1 0 0,1 0-1,0 0 1,0-1 0,-1 1-1,1 0 1,0 0-1,0 0 1,-1 0 0,1-1-1,0 1 1,0 0 0,0 0-1,-1 0 1,1-1-1,0 1 1,0 0 0,0 0-1,0-1 1,0 1-1,0 0 1,-1 0 0,1-1-1,0 1 1,0 0 0,0-1-1,0 1 1,0 0-1,0 0 1,0-1 0,0 1-1,0 0 1,0-1 0,0 1-1,0 0 1,0 0-1,1-1 1,-1 1 0,0 0-1,0-1 1,0 1 15,5-11-1592,8 1-2200,1 0-1764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0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15371,'0'0'2345,"0"0"-1393,0 0 1833,180-14-1305,-110 9-832,-1 0-456,-1 0-112,-9 3-80,-8-3 0,-14 5-24,-7 0-304,-11 0-992,-1 0-897,-4 0-687,-3 0-4930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85 15075,'0'0'2190,"0"0"-767,0 0 475,-11 21-727,-34 68-599,44-86-536,0-1 0,-1 1 0,1 0 0,0-1 0,1 1 1,-1 0-1,0-1 0,1 1 0,0 0 0,-1 0 0,1 0 0,0 0 0,0-1 1,1 1-1,-1 0 0,1 0 0,-1 0 0,1-1 0,0 1 0,0 1-36,1-2 27,-1 0-1,1 0 0,0-1 0,-1 1 0,1 0 0,0-1 0,0 0 0,0 1 0,0-1 1,0 0-1,0 0 0,0 0 0,1 0 0,-1 0 0,0 0 0,1-1 0,-1 1 0,2-1-26,10 2 102,-1-2 0,1 0 1,0 0-1,0-1 0,-1-1 0,6-1-102,-18 3 7,13-3 49,1-1 0,-1 0-1,0-1 1,0-1 0,-1 0-1,0-1 1,8-5-56,-12 7 121,0-1 0,-1 0-1,0-1 1,0 1 0,0-2-1,-1 1 1,0-1 0,-1 0-1,1 0 1,-2-1 0,4-5-121,-8 11 101,1 0 0,-1 0 1,1 0-1,-1 0 0,0 0 1,0 0-1,-1 0 0,1 0 1,-1-1-1,1 1 0,-1 0 0,0 0 1,0-1-1,-1 1 0,1 0 1,-1 0-1,1-1 0,-1 1 0,0 0 1,0 0-1,0 0 0,-1-1-101,-1 1 53,1-1 1,-1 1-1,0 0 0,-1 0 0,1 0 0,0 0 0,-1 0 0,0 1 0,1-1 1,-1 1-1,0 0 0,0 0 0,-1 1 0,-1-2-53,-14-2-5,-1 0 1,1 1-1,-1 1 1,1 1-1,-1 1 0,-6 1 5,20 0-115,1 0 0,-1 0 0,0 0 0,1 1 0,-1 0 0,0 1 0,1-1-1,0 1 1,-1 1 0,1-1 0,0 1 0,0 0 0,0 0 0,1 1-1,-1 0 1,1 0 0,0 0 0,0 1 0,0-1 0,-1 3 115,1 0-805,1-1 1,0 1-1,0 0 1,1 0-1,0 1 1,0-1 0,1 1-1,-1-1 1,2 1-1,-1 0 1,1 3 804,-1 26-9874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50 235 4369,'0'0'10514,"0"0"-7146,0 0-2101,-7 20 103,4-11-1210,-6 16 79,1-1 0,1 1-1,1 0 1,2 1 0,0 7-239,3-26 30,1 0 0,0 0 1,0-1-1,1 1 0,0 0 0,0 0 1,1 0-1,0-1 0,0 1 1,0-1-1,2 3-30,-2-6 4,0 1 0,0-1 1,1 0-1,-1 0 0,1 0 1,0 0-1,0-1 0,0 1 1,0-1-1,0 1 0,1-1 0,-1 0 1,1 0-1,-1-1 0,1 1 1,0-1-1,0 0 0,0 0 1,0 0-1,2 0-4,10 1 7,0 0 1,0-2-1,0 0 1,0-1-1,0 0 1,0-1 0,0-1-1,0-1 1,-1 0-1,1-1 1,-1-1-1,-1 0 1,1-1-1,-1-1 1,0 0-1,0 0 1,-1-2-1,-1 0 1,8-7-8,-9 8 101,-1-2 1,0 1-1,0-1 1,-1-1-1,0 0 1,-1 0-1,-1 0 1,0-1-1,0 0 1,-1-1-1,-1 1 0,0-1 1,-1 0-1,-1-1 1,0 1-1,-1 0 1,-1-1-1,0 0 1,0 1-1,-2-1 1,-1-11-102,1 20 82,-1 1 0,1 0 1,-1 0-1,0 0 0,0 0 0,-1 0 1,1 0-1,-1 0 0,0 1 1,-1-1-1,1 1 0,-1 0 1,1 0-1,-1 0 0,-1 1 1,1-1-1,0 1 0,-1 0 0,0 0 1,1 1-1,-1 0 0,-5-2-82,-5-2-128,-1 1 0,1 0 0,-1 2 0,0 0 0,0 0-1,0 2 1,-2 0 128,16 1-161,-15-4-1441,16 4 1334,1 0 1,-1-1-1,1 1 0,0 0 0,-1-1 0,1 1 1,0-1-1,0 1 0,-1-1 0,1 1 0,0-1 1,0 1-1,0-1 0,0 1 0,-1-1 1,1 1-1,0-1 0,0 1 0,0-1 0,0 0 1,0 1-1,0-1 0,1 1 0,-1-1 1,0 1-1,0-1 0,0 1 0,0-1 0,1 1 1,-1-1-1,0 1 0,0-1 0,1 1 1,-1-1 267,9-12-11500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5 6753,'0'0'5714,"0"0"-3136,0 0-707,0 0-216,0 0-342,0 0-311,-12-1-79,-41-2-94,49 3-750,0 0 0,0 0-1,0 1 1,0 0 0,0 0 0,0 0-1,0 0 1,0 1 0,0-1 0,0 1-1,1 0 1,-1 0 0,1 0 0,0 1-1,-1-1 1,1 1 0,0 0 0,0 0-1,1 0 1,-1 0 0,1 0 0,-1 1 0,1-1-1,-1 2-78,-3 6 107,1 1 0,-1-1 0,2 1 1,0 0-1,0 0 0,-1 9-107,1 4 246,1 1 0,0-1 1,3 0-1,0 1 1,1-1-1,1 1-246,10 54 954,6 19-954,6 35 446,-6-18-189,-5 2 1,-6-1 0,-6 71-258,-2-171 66,-2-1 0,0 1-1,-1-1 1,-1 0 0,0 0 0,-1-1-1,-1 1 1,0-1 0,-1-1 0,-1 1-1,0-1 1,-1-1 0,0 0 0,-1 0-1,-1-1 1,0-1 0,-7 6-66,16-15 11,0 1 0,0 0 0,-1-1 0,1 0 0,-1 0 0,1 0 0,-1 0 0,0-1 0,0 1 0,0-1 0,0 0 0,0 0 0,0 0 0,0-1 0,0 0 0,0 1 0,-1-2 1,1 1-1,0 0 0,0-1 0,0 1 0,0-1 0,0 0 0,0-1 0,0 1 0,0-1 0,1 0 0,-1 0 0,0 0 0,1 0 0,-2-1-11,1-1-148,1 1 0,0 0-1,-1-1 1,1 0 0,0 0 0,1 0-1,-1 0 1,1 0 0,0-1 0,0 1-1,0-1 1,0 1 0,1-1 0,0 1-1,0-1 1,0 0 0,0-3 148,1-22-3179,0 3-3080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2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13499,'0'0'3835,"0"0"-2156,0 0-185,0 0-151,0 0-412,0 0-103,5 1 86,79 3 1086,-82-1-1999,0-1 1,-1 0-1,1 1 1,0-1-1,-1 1 0,0 0 1,1-1-1,-1 1 1,0 0-1,0 0 0,-1 0 1,1-1-1,-1 1 1,1 0-1,-1 0 0,0 0 1,0 1-2,0-2 3,4 50 152,-2 0 0,-3 21-155,-1-2-3794,4-82-1029,7-7-3114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6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7394,'0'0'1884,"0"0"-562,0 0-440,0 0-221,0 0 115,0 0 147,-17 18 126,0 0-841,-19 19 688,2 3 1,-23 32-897,57-69 1196,5-6-488,15-12-310,25-25-508,-38 33 110,8-10 6,1 1-1,1 1 0,0 0 1,1 1-1,0 1 0,19-9-5,-24 13 3,-13 9-26,0 0 6,5 23-3,-4 14 283,-2 0 1,-2 0-1,-1-1 0,-8 31-263,0 11 588,10-71 144,3-13-300,3-35-185,8-62-247,-9-9 1821,8 120-1852,-5 12 34,-1 1 0,0 0 0,-2 0 0,0 1 0,-1-1 0,-2 1 0,0-1 0,-1 4-3,2 54 8,7 84 3,-8-162-9,0-1-4,0 0 16,0 0 42,0 0 4,0 0-63,0-1-1,0 1 0,0 0 0,1 0 0,-1 0 0,0-1 0,0 1 0,0 0 1,0 0-1,0 0 0,0-1 0,0 1 0,0 0 0,0 0 0,0 0 0,0-1 0,0 1 1,0 0-1,0 0 0,0 0 0,0-1 0,-1 1 0,1 0 0,0 0 0,0 0 1,0-1-1,0 1 0,0 0 0,0 0 0,0 0 0,-1 0 0,1-1 0,0 1 0,0 0 1,0 0-1,0 0 0,-1 0 0,1 0 0,0 0 0,0 0 0,0 0 0,-1-1 1,1 1-1,0 0 4,-13 4-56,-21 15 75,25-13-49,-10 1-16,1 0 1,-1-1-1,0-1 0,-16 2 46,80-11-138,-1-2 0,0-2-1,0-1 1,-1-3 0,14-7 138,-26 10-694,-156 22-1908,84-7-1646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12899,'0'0'2039,"0"0"-472,23 1 132,75 6-607,-92-6-999,0 1-1,0-1 0,0 1 1,-1 0-1,1 1 0,0-1 1,-1 1-1,0 0 1,1 1-1,-1-1 0,-1 1 1,1 0-1,0 0 0,-1 0 1,0 1-1,0 0 1,0 0-1,-1 0 0,0 0 1,2 3-93,-1 1 165,0 1 0,0 0 0,-1 0 0,0 0 0,0 0 0,-1 1 0,-1-1 0,0 1 0,0-1 0,-1 1-165,-1-2 114,-1 0 0,1-1 0,-2 0 0,1 1 0,-1-1 0,0 0 0,-1 0-1,0 0 1,0-1 0,-1 1 0,0-1 0,0 0 0,0-1 0,-1 1 0,0-1 0,0 0 0,-1-1 0,0 1-1,-1 0-113,-2 2 23,0-1-1,-1 0 1,0-1-1,0 0 0,0-1 1,-1 0-1,0 0 0,1-1 1,-2-1-1,1 0 1,0-1-1,-1 0 0,-3 0-22,15-2-62,-1 0 0,1-1-1,-1 1 1,1 0 0,-1 0-1,1-1 1,-1 1 0,1-1-1,-1 1 1,1-1 0,0 0-1,-1 1 1,1-1 0,0 0-1,-1 0 1,1 0 0,0 0-1,0 0 1,0 0 0,0 0-1,0 0 1,0-1 0,0 1-1,0 0 1,1-1 0,-1 1-1,0 0 1,1-1 0,-1 1-1,1-1 1,0 1 0,-1-1-1,1 1 1,0-2 62,-1-5-1046,1 0 0,0 0 1,0 0-1,0 1 0,1-1 1,2-6 1045,8-22-7454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13931,'0'0'2807,"0"0"-754,0 0-258,0 0-636,-21 28-550,-71 98-85,83-112-375,0 1 0,1 1-1,1-1 1,1 1 0,0 0-1,1 1 1,1-1 0,0 1 0,1 0-1,1 0 1,1 0 0,0 0-1,1 0 1,1 5-149,-1-14 23,0-3 10,0 1 0,0-1 0,0 0 0,1 0 0,0 0 1,0 0-1,0 0 0,1 0 0,-1 0 0,1 0 0,0 0 1,1-1-1,-1 1 0,1-1 0,1 2-33,-1-3 16,0 0 0,1 0 0,-1-1 0,1 0-1,-1 1 1,1-1 0,0 0 0,0-1 0,0 1 0,0-1 0,0 0-1,0 0 1,0 0 0,0 0 0,0-1 0,1 0 0,-1 0 0,0 0-1,0 0-14,6 0-167,-1-1 1,0 0 0,0 0 0,0-1-1,0 0 1,-1 0 0,1-1 0,0-1-1,-1 1 1,0-1 0,0-1 0,0 1 0,-1-1-1,1-1 1,-1 1 0,0-1 0,-1-1-1,1 1 1,2-5 165,29-32-3747,-9 2-1529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8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12163,'0'0'2830,"0"0"-1055,0 0-174,25-7-282,78-20-283,-99 26-968,-1 0-1,1 1 0,-1-1 0,0 1 1,1 0-1,-1-1 0,1 2 1,-1-1-1,1 0 0,-1 1 0,4 0-67,-6 0 25,0-1 0,1 1 0,-1 0 0,0-1 0,1 1 0,-1 0 0,0 0 0,0 0 0,0 0 0,0 0 0,0 0 0,0 0 0,0 0 0,0 0-1,-1 1 1,1-1 0,0 0 0,-1 0 0,1 1-25,0 4 58,1 0-1,-1 0 0,-1-1 0,1 1 1,-1 0-1,0 0 0,-1 0 0,1 0 0,-2 4-57,0 13 185,1-9-136,-1 1 0,0-1 0,-1 1 0,-1-1-1,0 0 1,-1-1 0,-2 5-49,1-4 186,1-1-1,1 1 1,0 1 0,1-1-1,0 1 1,1-1 0,1 6-186,5-19 154,0 0 1,0-1-1,0 1 1,0-1-1,0 0 1,0 0-1,0 0 0,2 0-154,0-1 124,16 0-227,0-2 1,-1-1 0,1-1-1,19-7 103,37-7-3006,-31 12-3328,-3-2-8387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8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171 376 8010,'0'0'7023,"0"0"-3865,0 0-894,0 0-994,0 0-796,-24 13-287,-9 5-83,1 1 0,-4 5-104,32-20 35,-1 0 0,1 1 0,1-1 0,-1 1 0,1-1 0,0 1 0,0 0 0,0 1 0,1-1 0,-1 0 0,1 1 0,1-1 0,-1 1 0,1 0 0,0-1 0,0 1 0,1 0 0,0 0 0,0 0 0,0 0 0,0-1 0,1 1 0,1 2-35,-1 16 290,-2-15-189,2 0 0,-1 0 0,1 0-1,1 0 1,-1 0 0,1 0 0,1 0 0,0-1 0,0 1 0,4 7-101,-4-12 33,0 0 0,0 1-1,1-1 1,-1-1 0,1 1 0,-1 0 0,1-1 0,0 0 0,1 0 0,-1 0 0,0 0 0,1-1 0,0 0 0,-1 0 0,1 0 0,0 0 0,0-1 0,0 0 0,5 1-33,-2 0 27,0-1 1,0 0-1,0 0 1,0-1-1,0 0 0,0-1 1,-1 1-1,1-1 1,0-1-1,0 0 0,0 0 1,-1 0-1,1-1 1,5-3-28,-8 3-11,-1 0 1,1-1 0,-1 1 0,0-1-1,-1 0 1,1 0 0,-1 0 0,1-1 0,-1 1-1,-1-1 1,1 0 0,-1 0 0,1 1 0,-1-2-1,-1 1 1,1 0 0,-1 0 0,0 0-1,0-1 1,0 1 0,-1-1 0,0 0 10,1-13-19,-2-1 0,0 0 1,-1 0-1,-1 0 0,0 1 1,-2-1-1,0 1 0,-2 0 1,-2-6 18,-18-36-7,-2 2 1,-9-8 6,-5-12 1,15 27 79,8 16 1230,2-1 0,-5-15-1310,116 256 1017,-65-118-934,-18-51-88,1 0 0,2-1 0,2-1 1,11 20 4,-23-48-146,0-1 0,1 1 0,-1-1 0,1 0 0,0 0 1,0 0-1,0-1 0,0 0 0,1 1 0,0-1 0,-1-1 1,3 2 145,39 10-5816,-13-10-2819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9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11803,'0'0'4741,"0"0"-2202,0 0-103,26-12-903,86-34-849,-108 44-661,1 0 0,-1 1 0,0-1 0,1 1 0,-1 1 0,1-1 0,-1 0 0,1 1 0,-1 0 0,1 0 0,0 1 0,-1-1 0,1 1 0,-1 0 0,0 0 0,1 0 0,-1 1 0,3 0-23,-4 0 7,0 1 0,0-1 0,0 1 0,0-1 0,0 1 0,-1 0 0,1 0 0,-1 0 0,0 0 0,0 0 1,0 1-1,0-1 0,0 1 0,-1-1 0,1 1 0,-1-1 0,0 2-7,1 4 57,0 0 1,-1 0-1,0 0 0,0 0 0,-1 0 0,-1 0 1,1 0-1,-1 0 0,-1 0 0,1 0 0,-2 0 0,1-1 1,-1 1-1,-1-1 0,0 2-57,-7 7 139,-1-1 0,-1 0 1,-1-1-1,0 0 0,-1-1 0,0-1 0,-1-1 0,0 0 1,-1 0-1,-1-2 0,-4 2-139,39-40-829,65-67-4116,-46 54-15,5-5-5796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29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13635,'0'0'3922,"0"0"-1407,0 0-229,0 0-884,0 0-575,-25 27-119,-77 91-1,97-112-638,1 0 0,-1 1 0,1-1 0,0 1 0,1 0 0,0 0 0,0 0 0,0 0 0,1 1 0,0-1 0,1 1 0,-1-1 0,2 1 0,-1 0 0,1 0 0,0-1 0,0 1 0,1 3-69,1 17 187,-3-24-175,1 1 0,0-1 0,0 1 0,0-1-1,1 0 1,0 1 0,-1-1 0,1 0 0,1 1 0,-1-1 0,1 0 0,0 0-1,-1 0 1,2 0 0,-1-1 0,0 1 0,1 0 0,0-1 0,0 0-1,0 1 1,0-1 0,0-1 0,1 1 0,-1 0 0,1-1 0,0 1-1,0-1 1,0 0 0,0-1 0,0 1 0,0-1 0,0 1 0,0-1-1,1-1 1,-1 1 0,0 0 0,2-1-12,7 2-212,1 0 0,-1-1 0,0 0 0,0-1 0,1-1 0,-1 0 0,0 0 0,0-2 0,0 1 0,0-2-1,0 0 1,-1 0 0,5-3 212,66-47-6716,-50 28 402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6513,'0'0'9899,"0"0"-7939,0 0 488,0 0-1135,0 0-977,0 0-240,167-41-96,-116 31 8,-6 5-8,-10 3-376,-8-1-1321,-13 3-2279,-12 0-4930</inkml:trace>
  <inkml:trace contextRef="#ctx0" brushRef="#br0" timeOffset="1">67 208 12411,'0'0'2000,"0"0"-528,0 0 97,0 0-745,0 0-264,0 0-304,0 0-184,170 7-72,-114-7-352,-10 0-1008,-14 0-3321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14483,'0'0'1756,"0"0"-615,24-16 534,79-51-539,-94 61-997,1 2 1,0-1-1,0 1 0,0 1 1,1-1-1,-1 2 1,1 0-1,-1 0 0,1 1 1,0 0-1,0 1 0,0 0 1,0 0-1,-1 2 0,1-1 1,3 2-140,-8-2 52,0 1-1,-1 0 1,1 0 0,-1 1 0,0-1 0,0 1 0,0 0-1,0 0 1,0 1 0,0 0 0,-1 0 0,0 0 0,0 0 0,0 0-1,0 1 1,-1 0 0,0 0 0,0 0 0,0 0 0,0 0-1,-1 1 1,0-1 0,0 1 0,1 3-52,-1-1 62,0-1 1,-1 1-1,1 0 0,-2 0 0,1-1 1,-1 1-1,0 0 0,0 0 1,-1 0-1,0-1 0,-1 1 1,0 0-1,0-1 0,0 0 1,-1 1-1,0-1 0,-1 0 1,-3 6-63,-6 2 95,-1 1 1,-1-2-1,0 0 1,0-1-1,-2 0 1,0-2-1,0 1 1,-1-2 0,0-1-1,-1 0 1,0-1-1,0-1 1,-1-1-1,-12 2-95,31-8-39,0 1 0,1-1 0,-1 0 0,0 0 0,0 0 0,0 0 0,0 0 0,0 0 0,1 0 0,-1 0-1,0 0 1,0 0 0,0 0 0,0-1 0,1 1 0,-1 0 0,0-1 0,0 1 0,1 0 0,-1-1 0,0 1 0,0-1 0,1 1-1,-1-1 1,1 0 0,-1 1 0,0-1 0,1 0 0,-1 1 0,1-1 0,0 0 0,-1 1 0,1-1 0,-1 0 0,1 0 0,0 0 0,0 1-1,-1-1 1,1 0 0,0 0 0,0 0 0,0 0 0,0 1 0,0-1 0,0 0 0,0 0 0,0 0 0,1 0 0,-1 1 0,0-1 0,0 0-1,1 0 1,-1 0 0,0 1 0,1-2 39,1-4-851,0-1-1,1 1 0,-1-1 1,1 1-1,1 0 0,3-6 852,23-26-6598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14547,'0'0'2833,"0"0"-881,0 0 297,0 0-1377,-153 135-296,127-77 80,7 0-48,8-2-224,11-13-120,0-4-144,16-10-40,19-12 56,8-10-32,3-7-104,5 0-344,13-17-984,-10-14-1441,-9 2-2248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11402,'0'0'2498,"0"0"-401,24-4-457,79-10-717,-101 13-893,1 1 0,0 0 0,0 0-1,0 0 1,0 0 0,0 0 0,0 1 0,-1-1 0,1 1 0,0 0 0,0 0-1,-1 0 1,1 0 0,0 0 0,-1 0 0,1 1 0,-1-1 0,0 1 0,1 0-1,-1 0 1,0 0 0,0 0 0,0 0 0,0 0 0,0 0 0,-1 1 0,1-1-1,-1 1 1,0-1 0,1 1 0,-1 0 0,0-1 0,0 1 0,-1 0-1,1 1-29,0 2 65,0 1-1,0 0 1,-1 0-1,0 0 0,0-1 1,-1 1-1,1 0 0,-1 0 1,-1-1-1,0 1 0,0-1 1,-2 6-65,0-5 59,-1 0 0,1-1 0,-1 1 0,-1-1 0,1 0 0,-1 0 1,0-1-1,-3 3-59,-22 20 81,65-24 230,-27-4-304,2-1 3,0 1-1,0 1 0,0-1 1,1 1-1,-1 1 0,-1 0 1,1 0-1,1 1-9,-8-2 56,1 0 0,-1 1 0,0-1 0,0 1-1,1 0 1,-1 0 0,0 0 0,-1 0 0,1 0 0,0 0 0,-1 0-1,1 1 1,-1-1 0,1 0 0,-1 1 0,0-1 0,0 1-1,0 0 1,-1-1 0,1 1 0,-1 0 0,1-1 0,-1 1 0,0 0-1,0 0 1,0-1 0,0 1 0,-1 0 0,1 1-56,-1-1 97,0 1 0,0-1 0,0 1 0,0-1 1,0 0-1,-1 0 0,1 0 0,-1 0 0,0 0 0,0 0 0,0 0 0,-1 0 1,1-1-1,-1 1 0,1-1 0,-1 0 0,0 0 0,-2 2-97,-66 38 246,26-18-665,5 5-1953,12-9-2118,0 4-4102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14459,'0'0'3606,"0"0"-1899,0 0 48,36 0-212,-7 0-1246,89-1 1813,21-6-2110,158-31 2082,-125 14-1979,41 4-103,-180 15 113,-7 1-2453,-9 4-6789,-17 0 433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3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129 124 15019,'0'0'1949,"0"0"-232,31-7-98,98-18-765,-118 22-700,0 1 0,0 1 0,0 0 0,0 0 0,0 1-1,1 0 1,8 2-154,-18-1 29,-1-1 0,1 0-1,-1 0 1,1 1 0,-1-1-1,0 1 1,1-1-1,-1 1 1,0 0 0,0 0-1,1-1 1,-1 1 0,0 0-1,0 0 1,0 0 0,0 0-1,0 0 1,0 0-1,0 1 1,0-1 0,0 0-1,-1 0 1,1 1 0,-1-1-1,1 0 1,-1 1-1,1-1 1,-1 1 0,1-1-1,-1 1 1,0-1 0,0 0-1,0 1 1,0-1 0,0 1-1,0-1 1,-1 1-1,1-1 1,0 1 0,-1-1-1,1 0 1,-1 1 0,1-1-1,-1 0 1,1 1-1,-2 0-28,0 4 178,-1-1-1,1 1 0,-1-1 1,0 0-1,-1 0 0,1 0 1,-1 0-1,0 0 0,0-1 0,-4 4-177,-5 0 124,0 0 0,0-1 0,0 0 0,-1-1-1,0-1 1,-1 0 0,1-1 0,-1 0-1,0-1 1,0-1 0,0 0 0,0-1 0,0-1-1,0 0 1,0-1 0,-8-2-124,17 2 23,0-1 1,0 0-1,0-1 0,1 1 1,-1-1-1,1 0 1,0-1-1,-1 1 0,1-1 1,1 0-1,-1 0 0,1-1 1,-1 0-1,1 1 1,1-1-1,-1 0 0,-2-5-23,2 4 5,0-1 0,1 0 0,0-1 0,0 1-1,0-1 1,1 1 0,0-1 0,1 0 0,-1 0-1,1 0 1,1 1 0,0-1 0,0-5-5,1 10-19,0 0 0,0 0 0,0 0 0,0 0 0,0 1 0,1-1 0,-1 0 0,1 1 0,-1-1 0,1 1 0,0 0 0,0-1 0,0 1 0,1 0 0,-1 0 0,0 1 0,1-1 0,0 0 0,-1 1 0,1-1 0,0 1 0,-1 0 0,1 0 0,1 0 19,8-3-223,0 0 0,1 1-1,-1 0 1,1 1 0,3 0 223,95-3-4973,-69 5-957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137 1 12459</inkml:trace>
  <inkml:trace contextRef="#ctx0" brushRef="#br0" timeOffset="1">137 1 12459,'61'139'2502,"-61"-137"-2434,1 0 0,0 0 0,0-1 0,0 1 0,0 0 0,1 0 0,-1-1 0,0 1 1,1-1-1,-1 1 0,1-1 0,-1 0 0,1 1 0,0-1 0,0 0 0,-1 0 0,1 0 1,0 0-1,0 0 0,0-1 0,0 1 0,0-1 0,0 1 0,0-1 0,0 0 0,0 0 1,1 1-1,-1-2 0,0 1 0,0 0 0,0 0 0,0-1 0,0 1 0,1-1-68,9 0 457,-7 0-349,1 1-1,0 1 1,0-1-1,0 1 1,-1 0 0,1 0-1,0 1 1,-1 0-1,1 0 1,-1 0 0,0 0-1,1 1 1,-1 0-1,-1 0 1,3 2-108,-4-2 85,1 1 0,-1 0 1,0 0-1,0 0 0,0 0 1,-1 0-1,0 1 0,1-1 0,-1 1 1,-1-1-1,1 1 0,-1 0 0,0 0 1,0 0-1,0 0 0,-1-1 1,1 1-1,-2 3-85,1 0 212,0 0 1,-1 0-1,0 0 0,0 0 1,-1 0-1,0-1 0,-1 1 1,0-1-1,0 1 1,0-1-1,-1 0 0,0 0 1,-2 2-213,-2 1 235,0 1 0,-1-1 0,0 0 0,0-1 0,-1 0 0,-1-1 0,1 0 0,-4 1-235,2-1 149,0-1 0,0 0 0,-1-1 1,0 0-1,0-1 0,-1-1 1,0 0-1,1-1 0,-1 0 1,0-1-1,0-1 0,-1 0 0,1-1 1,0 0-1,0-1 0,-1-1-149,12 1 16,0-1-1,1 1 0,-1-1 0,1 1 0,-1-1 1,1 0-1,0 0 0,0 0 0,0 0 0,0-1 1,0 1-1,0 0 0,0-1 0,1 1 1,-1-1-1,1 0 0,0 1 0,0-1 0,0 0 1,0 0-1,1 0 0,-1 0 0,1 0 0,-1 0 1,1 0-1,0 0 0,0 0 0,0 0-15,0-7-26,0-1-1,0 1 1,1 0-1,0-1 0,1 1 1,0 0-1,2-8 27,2 6-184,0 1-1,1-1 1,0 1-1,0 0 1,1 0-1,1 1 1,0 0-1,0 1 1,1 0-1,4-3 185,28-20-7220,44-27 7220,-68 47-2305,26-16-8539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0 18396,'0'0'2544,"0"0"-1271,0 0 823,-113 123-1056,72-79-463,1 4-145,3-12-104,4 3-240,7-15-32,4-5-56,3-9-216,3-8-1233,3-4-815,2-20-2465,3-7-2457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15315,'0'0'4209,"0"0"-3033,0 0 385,0 0 279,0 0-304,0 0-615,56 157-361,-42-118-344,-1-3-120,1-4-88,2-11-8,8-9-360,-3-7-1769,1-5-4224</inkml:trace>
  <inkml:trace contextRef="#ctx0" brushRef="#br0" timeOffset="0.98">468 92 17956,'0'0'2576,"0"0"-1215,0 0 247,0 0-1176,156 0-296,-118 0-136,-1 0-936,-7 0-2113,-12 0-2592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7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14091,'0'0'2449,"0"0"-473,0 0 945,0 0-985,0 0-1208,0 0-560,0 0-168,139 5-128,-90-15-1528,-9-4-3433,-5-1-6202</inkml:trace>
  <inkml:trace contextRef="#ctx0" brushRef="#br0" timeOffset="1">449 0 19324,'0'0'3113,"0"0"-1705,0 0 280,0 0-615,0 0-673,3 157-264,-9-116-80,-2-9-56,0-8-56,0-15-880,0-9-2081,3 0-3584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73 10386,'0'0'3877,"0"0"-1995,0 0 334,0 0 81,0 0-311,0 0-488,0 0-149,-3-15-318,3 9-856,-7-35 207,4 31-123,2 23 194,-32 589 1449,18-427-1522,5 115-219,9-166-3829,2-117-1112,4 4-2307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10242,'0'0'5777,"0"0"-3912,0 0-881,0 0 448,0 0 761,0 0-769,107 157-416,-72-116-432,-8-5-215,0-5-241,-8-6-64,-3-6-56,-5-7 0,-3-2-649,-6-10-1135,-2 0-2649,0 0-3665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18724,'0'0'3665,"0"0"-2865,-72 126 1368,32-61-1127,5-2-393,2-5-400,7-10-80,4-7-168,6-12 8,5-10 0,6-9-8,5-10-296,0 0-336,24-22-993,11-9-1183,5-5-3618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8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16051,'0'0'2897,"0"0"-1929,0 0-56,0 0-615,0 0-297,0 0-225,161 0-1815,-139 0-3729</inkml:trace>
  <inkml:trace contextRef="#ctx0" brushRef="#br0" timeOffset="1">116 174 12603,'0'0'3224,"0"0"-495,0 0 96,0 0-1185,0 0-1296,0 0-344,153-58-2425,-102 32-6488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8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108 184 14539,'0'0'2130,"0"0"-495,0 0 345,0 0-610,0-24-497,-3-135 2240,3 158-2754,0 4-251,9 339-147,-10-341 18,0 0 0,1 0 1,-1 1-1,0-1 0,1 0 0,-1 0 0,0 0 0,0-1 0,0 1 0,0 0 0,0 0 0,0 0 0,0-1 1,0 1-1,0 0 0,0-1 0,0 1 0,-1-1 0,1 1 0,0-1 0,0 0 0,-1 0 0,1 1 1,0-1-1,-2 0 21,-41 6-333,36-5 324,-24 1 84,31-2 83,1 0 41,3 0-40,20 0-196,0-1 1,0-1-1,0-1 0,0-1 1,0-1-1,-1-1 1,9-4 36,-16 4-1684,0-1 0,-1 0 1,0-1-1,3-3 1684,12-10-9178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9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13571,'0'0'2672,"0"0"-119,0 0 1152,0 0-2481,0 131-648,0-107-352,0-5-136,0-12-88,13-2-928,6-5-4033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25 10642,'0'0'1345,"0"0"-647,0 0-351,0 0-264,12-4-65,3-1-188,12-5 1396,-34 6-37,-25 3 158,24 1-1144,0 1-1,0 0 1,1 0 0,-1 1-1,0 0 1,1 0-1,-1 1 1,1 0 0,0 0-1,0 1 1,0 0 0,0 0-1,1 1 1,-1 0 0,1 0-203,3-2 22,-1 0-1,1 0 1,0 1 0,0 0 0,0-1 0,0 1 0,1 0 0,-1 0 0,1 0 0,0 0-1,1 1 1,-1-1 0,1 1 0,0-1 0,0 1 0,0-1 0,0 1 0,1 0 0,0-1-1,0 1 1,0 0 0,0-1 0,1 1 0,0-1 0,0 1 0,1 3-22,2-1 18,1 1-1,0-1 1,0 0 0,1-1 0,0 1 0,0-1 0,0 0 0,1-1 0,-1 1 0,1-1-1,7 3-17,41 37 60,-51-40 99,0 0 0,1 0 1,-2 0-1,1 0 1,-1 1-1,0-1 0,0 1 1,0 0-1,-1 0 0,0 0 1,0 0-1,0 0 1,-1 1-1,0-1 0,0 1 1,-1 2-160,0-8 72,0-1 1,-1 1-1,1 0 0,-1 0 1,1 0-1,-1 0 1,1-1-1,-1 1 1,1 0-1,-1-1 1,0 1-1,1 0 0,-1-1 1,0 1-1,0-1 1,1 1-1,-1-1 1,0 1-1,0-1 1,0 0-1,1 1 0,-1-1 1,0 0-1,0 0 1,0 0-1,0 0 1,-1 1-73,-30 3 503,26-3-374,-8 0-377,-33 7 953,27 2-2240,7 9-3335,12-9-2219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3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15267,'0'0'4009,"0"0"-3225,0 0 1137,0 0-1073,0 0-544,153-5-208,-116 3-24,-4 2-64,-4 0-8,1 0-144,-11 0-1672,-6 0-4858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1:4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13339,'0'0'1880,"0"0"105,0 0 1039,0 0-1703,0 0-785,175 8-392,-127-16 48,-7-1-120,-4 4-72,-5-5-88,-10 5-1713,-11 3-4920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2:0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8890,'0'0'0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0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83 14195,'0'0'2501,"0"0"-468,0 0-198,-13 23-752,-1-2-833,8-12-122,-1 1 1,1 0-1,1 1 1,0-1 0,0 1-1,1 0 1,0 0 0,1 0-1,0 1 1,1-1 0,0 1-1,1 0 1,0 5-129,1-4 287,0 0 0,1 0 0,1 1 0,0-1 0,0 0 0,1 0 0,1 0 0,3 8-287,-4-16 63,-1-1 0,1 1 0,0 0 0,0-1 0,0 0 0,1 0 0,-1 0 0,1 0 0,0 0 0,1-1 0,-1 1 0,0-1-1,1 0 1,0-1 0,-1 1 0,1-1 0,0 0 0,0 0 0,1 0 0,-1-1 0,0 0 0,4 0-63,2 1 63,0-1 0,0 0 0,0-1 0,0 0 0,0-1 0,0 0 0,0-1 0,0 0 0,-1 0 0,1-1 0,-1-1 0,1 0 0,-1 0 0,0-1 0,-1-1 0,1 1 0,-1-1 0,0-1 0,0 0 0,-1 0 0,1-2-63,1-1 76,-1 0-1,-1-1 1,0 0 0,0 0 0,-1-1 0,-1 0-1,0-1 1,0 1 0,-1-1 0,-1 0-1,0 0 1,-1 0 0,0-1 0,-1 1-1,-1-1 1,0 0 0,-1 1-76,0 5 55,0 1 0,0 0 0,-1 0 0,0-1 0,-1 1 0,0 0 0,0 0-1,0 0 1,-1 1 0,0-1 0,0 0 0,-1 1 0,0 0 0,0 0 0,-4-5-55,2 5 51,-1-1 0,-1 1-1,1 0 1,-1 1 0,0-1 0,0 2 0,0-1-1,-1 1 1,1 0 0,-1 1 0,0 0 0,-2 0-51,-2-1-149,-1 1 0,1 1 1,-1 0-1,0 0 0,0 1 1,0 1-1,0 1 0,-13 1 149,23-1-72,-1-1 1,1 1-1,0 0 1,-1 1-1,1-1 0,0 0 1,0 1-1,0 0 0,0 0 1,0 0-1,1 1 0,-1-1 1,1 1-1,-1 0 0,1 0 1,0 0-1,0 1 0,0-1 1,1 0-1,-1 1 0,1 0 1,0 0-1,0 0 1,0 0-1,1 0 0,-1 0 1,1 0-1,0 0 0,-1 4 72,3 28-2559,0-33 1947,0 1 0,0-1-1,1 0 1,-1 0-1,0 0 1,1-1-1,0 1 1,0 0 0,0-1-1,1 3 613,25 18-8438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0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14771,'0'0'3113,"0"0"-233,-38 126 873,6-61-2168,-3 3-1025,3-1-88,5-9-320,8-5-56,6-9-96,8-13-136,5-7-696,0-24-1785,16 0-3040,2-17-6146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00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13835,'0'0'2407,"0"0"16,28-11 63,94-32-1108,-109 38-1278,1 1 0,-1 1 0,1 0 0,0 1-1,0 0 1,0 2 0,0-1 0,7 2-100,7-1 120,-26 0-104,0 0 0,0 0 1,-1 0-1,1 0 0,0 0 1,0 0-1,-1 1 0,1-1 1,0 0-1,0 1 0,-1-1 1,1 1-1,0 0 0,-1 0 1,1 0-1,-1 0 0,1 0 1,-1 0-1,0 0 0,1 0 1,-1 0-1,0 0 0,0 1 1,0-1-1,0 1 0,1 0-16,-1 1 57,0 0-1,-1-1 1,1 1 0,-1 0-1,0 0 1,0 0-1,0 0 1,0 0-1,0 0 1,-1-1-1,1 1 1,-1 0-1,0 0 1,1 0-1,-2 0-56,-3 10 184,0 0-1,-2 0 1,1-1 0,-2 0-1,1 0 1,-4 2-184,-28 35 269,15-23-163,2 2 1,1 0-1,1 1 0,1 2 0,2 0 0,-10 24-106,26-52 57,0 0 0,0 0 0,0-1 0,0 1 0,1 0 0,-1 1 0,1-1 0,-1 0-1,1 0 1,0 0 0,1 0 0,-1 0 0,1 0 0,-1 1-57,1-2 47,0-1 1,0 0-1,0 1 1,0-1-1,0 0 0,0 0 1,0 0-1,0 0 1,0 0-1,1 0 0,-1 0 1,0 0-1,1 0 1,-1-1-1,1 1 0,-1 0 1,0-1-1,1 1 1,0-1-1,-1 0 0,1 1 1,-1-1-1,1 0 1,-1 0-1,1 0 0,-1 0 1,1 0-48,61 0 654,0-3 1,-1-3-1,0-2 1,27-8-655,31-15-3683,-43 3-3430,-26 6-2992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01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12443,'0'0'3483,"0"0"-1042,-25 1 589,-80 7-1617,98-6-1297,-1 0 0,1 1 0,0 0 0,0 0 0,1 1 0,-1-1 0,1 1 0,0 1 0,0-1 0,0 1 0,0 0 0,1 0 0,0 1 0,0 0 0,0 0 0,1 0 0,0 0 0,0 1-1,1-1 1,-1 1 0,1 0-116,0 1 98,-1-1 0,1 1-1,0-1 1,0 1-1,1 0 1,0 0 0,1 0-1,0 0 1,0 1-1,1 2-97,0-9 14,0 0 0,0 1-1,0-1 1,0 1 0,1-1-1,-1 0 1,1 1-1,-1-1 1,1 0 0,0 0-1,0 1 1,0-1-1,0 0 1,1 0 0,-1 0-1,1 0 1,-1-1-1,1 1 1,-1 0 0,1 0-1,0-1 1,0 1-1,0-1 1,0 0 0,0 0-1,0 1 1,0-1-1,1-1 1,-1 1 0,0 0-1,0 0 1,1-1 0,-1 1-1,1-1 1,0 0-14,9 2-13,-1-2-1,1 1 1,0-1 0,-1-1 0,1 0 0,-1-1 0,1 0 0,-1 0-1,0-1 1,0-1 0,0 0 0,7-4 13,-12 5-31,-1 0-1,0-1 1,0 1-1,-1-1 1,1 0 0,-1 0-1,1-1 1,-1 1-1,-1-1 1,1 0 0,-1 0-1,0 0 1,0 0-1,0-1 1,-1 1-1,1-1 1,-1 0 0,-1 0-1,1 0 1,-1 0-1,0 0 1,-1 0 0,1 0-1,-1 0 1,0 0 31,0-24 280,0 21 346,0 21 362,2 59 39,4 1 1,3-1 0,17 61-1028,-26-127-319,1-1 0,1 1 0,-1-1-1,1 1 1,-1-1 0,1 0 0,0 1 0,1-1 0,-1 0 0,1 0-1,1 2 320,-1-5-436,-1 1 0,0 0 0,1 0 0,-1-1 0,1 1 0,-1-1 0,1 0 0,0 0 0,0 0 0,0 0 0,-1 0 0,1-1 0,0 1-1,0-1 1,0 0 0,0 0 0,3 0 436,13 0-9686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0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17540,'0'0'2542,"0"0"-291,-12 28-141,-41 98-832,47-109-1025,1-1 0,0 2-1,1-1 1,1 0 0,1 1-1,0 0 1,1-1 0,1 1-1,1 4-252,0 14 335,-2-32-319,1 1-1,0 0 1,1 0 0,-1 0-1,1 0 1,0-1 0,0 1-1,1 0 1,-1-1 0,1 1-1,0-1 1,0 1 0,1-1-1,-1 0 1,1 0 0,0 0-1,0 0 1,0 0 0,0-1-1,1 0 1,-1 1 0,1-1-1,0-1 1,0 1 0,0 0-1,1-1 1,-1 0 0,1 0-1,-1 0 1,1-1 0,-1 1-1,1-1 1,0 0 0,0 0-1,0-1 1,4 0-16,2 1 3,0 0-1,0-2 1,1 1 0,-1-1-1,0-1 1,0 0-1,0-1 1,0 0 0,-1 0-1,1-1 1,-1 0 0,0-1-1,0-1 1,7-4-3,-11 6 5,0-1 1,0 1-1,0-2 1,0 1-1,-1-1 0,0 1 1,0-1-1,-1-1 1,0 1-1,0-1 1,0 1-1,-1-1 0,1 0 1,-2-1-1,1 1 1,-1 0-1,0-1 1,-1 1-1,0-1 0,0 0 1,0-6-6,-2 12 10,1-1 0,-1 1 0,1-1 1,-1 1-1,0-1 0,0 1 0,0 0 0,0 0 0,0-1 0,0 1 1,-1 0-1,1 0 0,-1 0 0,1 0 0,-1 1 0,0-1 1,0 0-1,0 1 0,0-1 0,0 1 0,0 0 0,0-1 1,0 1-1,0 0 0,-1 0 0,1 1 0,0-1 0,-1 0 0,1 1 1,-1-1-1,0 1-10,-13-3 24,0 1 0,1 1 0,-1 0 0,-7 1-24,19 0-2,-21-1 18,12 1-36,1-1 1,-1 1 0,1 1 0,-1 0-1,1 1 1,0 1 0,0-1 0,-10 5 19,10 1-855,18-3-2075,23-3-3992,3-2-2701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0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72 15739,'0'0'2801,"0"0"82,25-3-704,80-7-905,-100 10-1201,0 1 1,0-1-1,1 1 0,-1 0 1,0 0-1,0 0 0,-1 1 1,1-1-1,0 1 0,0 0 1,-1 1-1,1-1 0,-1 1 0,0 0 1,0 0-1,0 0 0,0 1 1,0-1-1,-1 1 0,1 0 1,-1 0-1,0 0 0,-1 1 1,1-1-1,-1 1 0,1-1 1,-1 1-1,-1 0 0,1 0 1,-1 0-1,0 0 0,0 0 1,0 0-1,-1 0 0,1 0 1,-1 0-1,-1 0 0,1 1 1,-1-1-1,0 0 0,0 0 1,0 0-1,0 0 0,-1-1 0,0 1 1,0 0-1,-1-1 0,1 1 1,-3 2-74,-2 1 40,-1 0 0,-1 0 1,0-1-1,0 0 0,0-1 1,-1 1-1,0-2 0,0 1 0,0-2 1,-1 1-1,0-1 0,-1-1-40,-4 2 15,0-1-1,-1 0 0,1-2 0,-1 0 0,0 0 1,1-2-1,-1 0 0,-2-1-14,15 0 3,1 1 1,-1-1-1,1 0 0,0 0 0,-1-1 0,1 1 0,0-1 1,0 1-1,0-1 0,0 0 0,0 0 0,0 0 0,1-1 1,-1 1-1,1-1 0,-1 1 0,1-1 0,0 0 1,0 0-1,0 0 0,1 0 0,-1 0 0,1 0 0,-1-1 1,1 1-1,0 0 0,0-1 0,0-1-3,-2-14-44,0 1-1,1 0 1,1-1-1,1-18 45,0 27-52,1 3 15,-1 0 0,1 0 0,1 1 0,-1-1 0,1 1 0,0-1 0,1 1 1,0 0-1,0 0 0,0 0 0,0 0 0,1 0 0,0 1 0,1 0 0,-1 0 0,1 0 0,0 0 0,0 1 0,0 0 1,1 0-1,4-3 37,-4 3-271,0 1 0,0 0 0,1 0 0,-1 1 0,0-1 0,1 2 0,0-1 0,-1 1 0,1 0 0,2 0 271,-4 1-655,0-1 1,1 2 0,-1-1 0,0 1-1,0 0 1,0 0 0,0 0 0,1 1-1,-2-1 1,1 1 0,0 1 0,0-1-1,2 3 655,17 15-11373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0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58 1 12427</inkml:trace>
  <inkml:trace contextRef="#ctx0" brushRef="#br0" timeOffset="1">58 1 12427,'138'118'4145,"-95"-92"-2301,-23-26-567,-8-2-484,-6 2-639,0 1 0,0 0 1,-1 0-1,1 1 0,-1-1 1,1 1-1,-1 1 0,0-1 1,1 1-1,-1-1 0,0 1 1,-1 1-1,1-1 0,0 1 1,-1 0-1,0 0 0,0 0 1,0 0-1,-1 1 0,1 0 1,-1 0-1,0 0 0,-1 0 1,1 0-1,-1 0 0,0 1 0,0-1 1,0 1-1,-1-1 0,0 4-154,2-1 128,-1 1-1,-1 0 0,0 0 0,0 0 0,-1 0 0,0 0 0,0 0 1,-1 0-1,0 0 0,-1 0 0,0 0 0,0 0 0,-1-1 0,0 1 1,-1-1-1,1 0 0,-2 0 0,1 0 0,-5 5-127,-3 0 75,-1 0 0,0 0-1,-1-1 1,0-1 0,-1-1-1,0 0 1,-1-1 0,0 0-1,0-1 1,-1-1 0,0-1-1,0 0 1,-1-1 0,1-1-1,-1-1 1,0 0 0,0-2 0,-15 0-75,31-1 4,0 0 0,0 0 0,1-1 0,-1 1 0,0-1 1,1 1-1,-1-1 0,1 0 0,-1 0 0,0 1 0,1-1 1,0 0-1,-1 0 0,1-1 0,0 1 0,-1 0 0,1 0 1,0-1-1,0 1 0,0-1 0,0 1 0,0-1-4,-1-3-1,0 1 0,0-1 0,0 0-1,1 0 1,0 0 0,0 0 0,0 0 0,0-3 1,0-8-54,2 0 0,-1-1 0,2 1 0,0 0-1,1 0 55,-1 5-169,1 1 0,1 0 0,0 0 0,0 0 0,1 0 0,0 1 0,0 0 0,1 0 0,4-4 169,17-15-3021,3 8-3514,-15 14-5554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3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23 219 13987,'0'0'3677,"0"0"-1470,0 0 339,0 0-664,0 0-621,13 7-331,-2-1-739,-3-2-72,0 1 1,0-2-1,0 1 1,0-1 0,0 0-1,1-1 1,-1 0-1,1 0 1,-1-1 0,8 0-120,3 0 184,0-1 1,0-1-1,0-1 1,0-1-1,0-1 1,-1 0 0,15-6-185,-25 7 11,0 0 1,0-1-1,0 0 1,-1 0-1,1-1 1,-1 0-1,0 0 1,0-1-1,-1 0 1,0 0-1,0-1 1,0 1-1,-1-1 1,0-1-1,0 1 1,-1-1-1,0 1 1,1-4-12,-3 8 5,-1 0-1,1-1 1,-1 0 0,0 1 0,0-1 0,0 0 0,0 0 0,-1 0 0,0 1 0,1-1 0,-1 0 0,-1 0 0,1 0 0,0 0-1,-1 0 1,0 1 0,0-1 0,0 0 0,-1 1 0,1-1 0,-1 0 0,0 1-5,-1-1 6,0 1-1,0 0 1,0 0-1,0 0 1,-1 0 0,0 1-1,1-1 1,-1 1-1,0 0 1,0 0 0,0 0-1,-1 1 1,1 0-1,0-1 1,0 1 0,-1 1-1,1-1 1,-1 1-1,0-1-5,-10 0-1,0 0-1,0 0 0,0 2 0,0 0 0,-1 0 0,1 2 1,0 0-1,1 0 0,-1 2 0,1-1 0,-1 2 0,2 0 1,-10 6 1,13-6-3,0 1 1,1 0 0,0 0-1,1 1 1,-1 0 0,1 1-1,1 0 1,0 0 0,0 0-1,1 1 1,0 0 0,1 0 0,0 1-1,0 0 1,1-1 0,1 2-1,0-1 1,-1 5 2,0 3-4,1 0-1,1-1 1,1 1-1,0 0 1,1 0 0,1 0-1,1 0 1,1 0-1,0-1 1,2 1 0,4 11 4,-6-22-2,0 0 1,1 0 0,0 0 0,0-1 0,1 0 0,0 0-1,0 0 1,0 0 0,1-1 0,0 0 0,1 0 0,-1-1-1,1 0 1,0 0 0,0 0 0,1-1 0,-1 0 0,1 0-1,0-1 1,0 0 0,0-1 0,1 0 0,-1 0 0,0 0-1,1-1 1,6 0 1,-1-1-280,0 0 0,0-1 0,0 0-1,0-1 1,0-1 0,-1 0 0,1-1-1,-1 0 1,0-1 0,0-1 0,0 0-1,10-7 281,15-12-2436,-1-2-1,-1-1 0,9-11 2437,-23 19-1204,38-31-8219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3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11690,'0'0'5762,"0"0"-4914,0 0 792,0 0 585,156 177-985,-116-81-208,-13 15 321,-13 5-313,-14-14-488,0 6-392,-22-8-136,-10-11 24,-8-7-96,-36 17-496,9-19-1537,0-17-4504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5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14299,'0'0'2554,"0"0"-42,0 0-536,27-4-600,8-2-985,152-20 1616,-10 20-1246,-169 8-2216,-7 4-4146,-1-5 4964,0 3-6936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14539,'0'0'3049,"0"0"142,0 0-1540,0 0-785,0 0-466,-16 21-52,-48 71 29,61-85-320,-1 0 0,1 0 0,0 0 0,0 0 0,1 1 0,0 0 0,1-1 0,0 1 0,0 0 0,0 0 0,1-1 0,0 1 0,1 6-57,0 10 210,0 4-75,2 0 1,1 0-1,1 0 0,1 0 0,1-1 1,2 0-1,0-1 0,2 0 0,1 0 1,1-1-1,5 5-135,-8-14 30,2 0 0,-1-1 0,2 0 0,0-1 0,0 0 0,2-1 1,-1-1-1,2 0-30,-6-5 15,1 0 1,0-1 0,0 0 0,0-1 0,1 0 0,0-1 0,0-1 0,0 1 0,0-2-1,0 0 1,1 0 0,6-1-16,-10 0 10,1-1 0,-1 0 0,0-1 1,1 0-1,-1 0 0,0-1 0,0 0 0,1-1 0,1-1-10,-7 2-48,-1 1 1,0-2-1,1 1 0,-1 0 1,0-1-1,0 0 0,0 1 1,-1-1-1,1 0 0,-1-1 1,1 1-1,-1 0 0,0-1 1,0 1-1,-1-1 0,1 1 1,-1-1-1,0 0 0,0 0 1,0 0-1,0 0 0,0 0 1,-1-3 47,2-83-5947,-2 50-1029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5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14307,'0'0'4305,"0"0"-1680,0 0-1265,0 0-832,0 0-336,0 0-144,0 0-40,148-97-8,-94 66-616,-6 7-3097,-5-1-4049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3:5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6977,'0'0'6729,"0"0"-3631,0 0-1206,0 0-674,-14 28-309,-1-1-661,4-8-65,1 0-1,1 1 0,0 0 1,1 1-1,2 0 0,0 0 1,1 1-1,0 11-182,-5 71 1468,5 1-1,6 28-1467,0-114 56,0 1-1,2 0 0,1-1 0,0 0 1,1 0-1,8 18-55,-9-26 0,0-1-1,1 0 1,0 0-1,1-1 1,0 1 0,0-2-1,1 1 1,0 0 0,1-1-1,-1-1 1,2 1 0,-1-1-1,3 1 1,-7-6-82,0 0 1,0 0-1,1-1 0,-1 1 0,1-1 0,-1 0 1,1 0-1,0 0 0,-1-1 0,1 1 0,0-1 1,-1 0-1,5-1 82,36-10-3579,-8-11-2800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0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0 12859,'0'0'2454,"0"0"-691,0 0-358,0 0-199,-25 24-135,-9 7-707,-8 8 390,1 2 0,-3 8-754,-95 91 2126,83-87-1694,2 3 0,-20 29-432,58-61 292,13-19-7213,3-5 5571,4-11-4200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0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7154,'0'0'8089,"0"0"-6776,0 0-481,0 0 704,0 0-56,118 162-503,-80-107-265,-6 1-304,0-8-232,-5-5-56,-3-4-104,-5-7 32,0-6-48,2-7-304,-2-9-2057,-6-8-2192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0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6833,'0'0'4469,"0"0"-2077,18 24-656,-1-1-1267,4 3 196,-2 1-1,0 0 1,-2 2 0,-1 0 0,3 12-665,0 8 1198,-2 1 1,-2 0-1,-2 1 1,4 41-1199,-9-27 409,-3 1 0,-2-1 0,-6 43-409,3-100-43,0 0 0,-1 0 0,0-1 0,0 1 0,-1 0 1,0-1-1,0 1 0,-1-1 0,0 1 0,-1-1 0,1 0 0,-1 0 0,-1-1 0,1 1 0,-1-1 0,-1 1 43,6-6-114,-1-1-1,1 0 1,0 0-1,0 1 1,-1-1-1,1 0 1,0 0-1,0 0 0,-1 0 1,1 1-1,0-1 1,-1 0-1,1 0 1,0 0-1,-1 0 1,1 0-1,0 0 1,-1 0-1,1 0 1,0 0-1,-1 0 1,1 0-1,0 0 0,0 0 1,-1 0-1,1 0 1,0 0-1,-1 0 1,1 0-1,0 0 1,-1 0-1,1-1 1,0 1-1,-1 0 1,1 0-1,0 0 1,0-1-1,-1 1 0,1 0 1,0 0-1,0-1 1,0 1-1,-1 0 1,1 0-1,0-1 1,0 1-1,0 0 1,0-1-1,0 1 1,-1 0-1,1 0 115,-1-19-6225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0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13299,'0'0'2056,"0"0"-1312,0 0 1089,0 0 175,0 0-823,0 0-529,153 19-304,-118-19-224,-3 0-64,-5 0-56,-3 0-16,-2 0-1040,-6 0-1841,-11 0-3680</inkml:trace>
  <inkml:trace contextRef="#ctx0" brushRef="#br0" timeOffset="1">73 218 12443,'0'0'1704,"0"0"-304,0 0-71,0 0-65,0 0-200,0 0-624,0 0-192,126 12-184,-86-17-64,-8-4-1328,-10 4-5001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1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75 8066,'0'0'2364,"0"0"7,0 0-283,0 0-573,0-4-193,0 2-1132,1 0 0,-1 0-1,0 0 1,0 0-1,0 0 1,0-1 0,-1 1-1,1 0 1,-1 0-1,1 0 1,-1 0 0,0 0-1,1 0 1,-1 0-1,0 0 1,0 0 0,-1 1-1,1-1 1,0 0-1,-1 1 1,1-1-1,-1 0-189,-2-1 218,0 1 0,0-1-1,0 1 1,0 0 0,-1 0 0,1 1-1,-1-1 1,1 1 0,-1 0-1,1 0 1,-2 0-218,-1 0 52,0-1 1,0 2 0,0-1-1,0 1 1,0 0-1,0 0 1,0 1-1,0 0 1,0 0 0,-1 1-53,5-1 1,-1 0 1,1 1 0,1-1 0,-1 1 0,0 0-1,0 0 1,0 0 0,1 0 0,0 0 0,-1 1-1,1-1 1,0 1 0,0-1 0,0 1 0,0 0-1,1 0 1,-1 0 0,1 0 0,-1 0 0,1 0 0,0 1-1,0 0-1,-2 9 5,0 1 0,1 0-1,0 0 1,1 1 0,1-1-1,0 0 1,1 0-1,1 0 1,0 0 0,3 10-5,8 23 1,1 0 0,11 20-1,-19-53 3,116 332 919,-92-243-566,-4 0 0,3 50-356,-23-107 152,-1 0 0,-3 1-1,-2-1 1,-2 1 0,-2 5-152,0-34 85,-1 0 1,0 0-1,-1-1 0,-1 0 1,0 0-1,-2-1 0,0 0 1,0-1-1,-2 1 0,0-2 1,0 0-1,-1 0 0,-6 4-85,14-15 35,-1 0 0,0 1 0,1-1-1,-1-1 1,-1 1 0,1-1-1,0 0 1,0 0 0,-1 0-1,1-1 1,-1 0 0,0 0 0,1 0-1,-1-1 1,0 0 0,1 0-1,-4-1-34,-16-1-1167,0-2-1,0 0 0,-10-4 1168,15 3-3105,15 5-2716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1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8410,'0'0'6393,"0"0"-4704,0 0 2111,0 0-1863,0 0-385,0 0-632,145-4-480,-105-11-320,-3 1 0,1-3-104,-3 0-32,5-3-296,11-9-1168,-8 5-2313,-8 2-1704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17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0 273 11082,'0'0'3843,"0"0"-2354,0 0-541,0 0-448,0 0-281,0 0-119,4 14-44,13 41-9,-16-54-44,0 1 0,0-1 0,0 0 0,0 0 0,0 1 0,0-1 0,1 0 0,-1 0 0,0 0 0,1 0 0,-1 0 0,0-1 0,1 1 0,-1 0 0,1-1 0,-1 1 0,1-1 0,0 1 0,-1-1 0,1 0 0,0 0 0,-1 0 0,1 1 0,-1-2 0,1 1-3,35-5 16,-29 2-65,-1-1 1,1 0 0,-1 0-1,0 0 1,-1-1 0,1 0 0,-1 0-1,0-1 1,0 0 0,-1 0-1,1 0 1,-1-1 0,-1 0 0,1 0-1,-1 0 1,-1 0 0,1-1-1,-1 1 1,0-2 48,-3 8 987,0 12 581,0-2-1199,0 1-1,1 0 1,0 0-1,1 0 0,0-1 1,1 1-1,0-1 1,0 1-1,1-1 1,0 0-1,3 4-368,-4-8 112,0-1 0,1 1 0,-1-1 0,1 1-1,0-1 1,1 0 0,-1-1 0,1 1 0,-1-1 0,1 0 0,0 0 0,0 0 0,1-1 0,-1 0 0,0 0-1,1 0 1,-1-1 0,1 1 0,0-1 0,0-1 0,1 1-112,-1 0 62,1-1-1,0 0 1,-1 0-1,1 0 1,-1-1-1,1 0 1,-1 0 0,1-1-1,-1 0 1,0 0-1,1 0 1,-1-1-1,0 0 1,-1 0-1,1-1 1,-1 1 0,1-1-1,-1 0 1,0-1-1,0 1-61,0-3 19,0 1 0,0-1-1,0 0 1,-1 0 0,0-1-1,-1 1 1,1-1-1,-1 0 1,-1 0 0,0 0-1,0 0 1,0 0 0,-1 0-1,0-1 1,-1-7-19,1 9 7,-1 1 1,-1-1-1,1 0 0,-1 0 1,0 1-1,-1-1 1,0 1-1,0-1 0,0 1 1,0-1-1,-1 1 0,0 0 1,-1 0-1,1 1 0,-1-1 1,0 1-1,-1 0 0,1 0 1,-1 0-1,0 0 1,0 1-1,-5-3-7,-10-6-356,-1 2 1,0 0-1,-1 2 1,0 0-1,-21-5 356,-54-23-7141,72 23 2327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17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23 10138,'0'0'3518,"0"0"-1592,0 0-856,0 0-252,-3 23 152,-2 0-662,1-4 4,0 0 1,1 0 0,1 0-1,1 1 1,1-1 0,0 0-1,3 12-312,-3-28 68,1-1 0,0 1-1,0-1 1,0 0 0,0 1-1,1-1 1,-1 0 0,0 0-1,1 0 1,0 0 0,0 0 0,-1 0-1,1 0 1,0 0 0,0-1-1,1 1 1,-1-1 0,0 1-1,0-1 1,1 0 0,-1 0-1,1 0 1,-1 0 0,1-1-1,-1 1 1,1-1 0,0 1-1,-1-1 1,1 0 0,0 0-68,2 0 111,0 1 0,0-2 0,-1 1 0,1 0 0,0-1 0,-1 0 0,1 0 0,0 0 0,-1-1 0,1 0 0,-1 0 0,0 0 0,0 0 0,0 0 0,0-1 0,3-2-111,-1-2 39,0 1 1,0-1-1,-1 0 1,0 0-1,-1 0 1,1-1-1,-2 0 1,1 0-1,-1 0 1,0 0-1,0 0 1,-1-1-1,0 1 1,-1-1-1,0 1 1,0-1 0,-1 0-1,0 1 1,-1-1-1,1 0 1,-2 1-1,1-1-39,0 6 43,0 0 0,-1 1 0,1-1-1,-1 0 1,1 1 0,-1-1 0,0 1-1,0-1 1,0 1 0,0 0 0,-1-1-43,-13-17-2362,12 3-5540,4 14-2492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18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7282,'5'6'982,"1"-1"1,1 1 0,-1-1 0,1 0 0,0-1 0,0 0 0,0 0 0,1 0 0,-1-1 0,1 0 0,4 1-983,-4-2 382,0 0 0,1-1 1,-1 0-1,1 0 0,0-1 0,-1 0 0,1 0 1,-1-1-1,1 0 0,4-1-382,-7 0 78,0 1 0,-1-1-1,1 0 1,0 0 0,-1-1 0,1 0 0,-1 0-1,0 0 1,0 0 0,0-1 0,0 0 0,-1 0-1,1 0 1,-1-1 0,0 1 0,-1-1 0,1 0-1,-1 0 1,0-1 0,0 1 0,0 0 0,-1-1-1,0 0 1,0 0 0,0 1 0,-1-1 0,0 0-1,0 0 1,-1 0 0,1 0 0,-1-4-78,0 6 35,0 0 0,0-1 0,-1 1 1,1 0-1,-1 0 0,0 0 0,0 0 0,0 0 1,-1 0-1,1 0 0,-1 1 0,0-1 0,0 0 1,0 1-1,-1-1 0,1 1 0,-1 0 0,0 0 1,0 0-1,-2-2-35,0 2 3,0 0 0,0 1 0,0-1 0,0 1 0,0 0 0,0 1 0,0-1 0,-1 1 0,1 0 0,-1 0 0,1 0 0,-1 1 0,1 0 0,-1 0 0,-3 1-3,5 0-43,0 0 0,0 0 0,0 0-1,1 0 1,-1 1 0,0-1-1,1 1 1,-1 0 0,1 0 0,0 0-1,-1 1 1,1-1 0,0 1 0,1 0-1,-1-1 1,0 1 0,1 1 0,0-1-1,-1 0 1,1 0 0,0 2 43,-6 11-1236,0 0 1,1 0-1,1 1 1,0 2 1235,5-18-74,-13 47-4932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18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9818,'0'0'2241,"0"0"180,0 0-712,0 0-297,29-11-393,98-31-164,-119 40-790,0 0 1,0 0-1,1 1 1,-1 0-1,0 1 1,0-1-1,0 1 1,1 1-1,-1 0 1,0 0-1,0 1 1,0-1-1,0 2 1,7 2-66,-9-2 27,0 0 0,0 1 0,-1-1 0,1 1 1,-1 1-1,0-1 0,0 1 0,0 0 0,0 0 0,-1 0 1,0 1-1,0-1 0,-1 1 0,3 5-27,-2-2 52,0 0 1,-1 0-1,0 0 0,0 1 1,-1-1-1,0 1 0,-1 0 1,0 0-1,-1 0 0,0-1 1,0 1-1,-1 0 1,-1 0-1,1-1 0,-1 1 1,-1-1-1,0 1 0,0-1 1,-1 0-1,0 0 0,-2 2-52,-6 8 173,-2-1 0,1 0-1,-2-1 1,0-1 0,-1 0 0,-1-1-1,-1-1 1,1 0 0,-2-1-1,0-1 1,-1-1 0,-17 7-173,33-17 13,1 0 1,-1 1-1,1-2 1,-1 1 0,0 0-1,1-1 1,-1 0-1,0 1 1,1-1-1,-1-1 1,0 1 0,-3-1-14,6 0-8,-1 1 1,0-1 0,1 0-1,-1 0 1,1 1-1,-1-1 1,1 0 0,0 0-1,-1-1 1,1 1 0,0 0-1,0 0 1,-1-1 0,1 1-1,0 0 1,0-1 0,1 1-1,-1-1 1,0 0 7,-1-5-197,0 0 0,1 1 0,0-1 0,0 0 0,1 0 0,-1 0 0,2 0 0,-1 0 1,1 0-1,0 0 0,1-4 197,15-38-3220,6 2-2542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1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13051,'0'0'2191,"0"0"-591,0 0-333,0 0-639,-16 27-192,-51 94 263,61-109-500,1 2 1,0-1-1,0 0 0,2 1 0,0 0 1,0 0-1,1 0 0,1 0 0,0 0 1,1 0-1,1 8-199,0 7 454,-2-23-382,1 0 0,0 0 0,1 0 0,-1 0 0,1 1 0,1-1 1,-1 0-1,1 0 0,0-1 0,0 1 0,1 0 0,0-1 0,0 1 0,0-1 0,0 0 0,1 0 0,0 0 0,0-1 0,1 1 0,-1-1 0,1 0 0,0 0 0,0 0 0,0-1 0,0 0 1,1 0-1,-1 0 0,1-1 0,0 0 0,0 0 0,-1 0 0,2-1 0,-1 1 0,0-1 0,0-1 0,6 1-72,10 0 31,1 0 1,-1-1-1,11-2-31,13-10-2178,-2-11-4555,-30 12-224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296 146 7482,'0'0'2388,"0"0"-15,0 0-84,0 0-823,0 0-463,0 0-135,-13-15-45,4 5-724,0-2 213,-1 1 0,0 0-1,-1 0 1,0 1 0,0 1 0,-1 0 0,0 1 0,-1 0 0,0 0 0,-8-2-312,11 7 107,0 0 0,0 1 0,0 0 1,-1 0-1,-5 1-107,13 1 2,1 0 1,0 0 0,-1 0 0,1 0-1,0 0 1,0 0 0,-1 1 0,1-1-1,0 1 1,0 0 0,0-1 0,0 1-1,0 0 1,0 0 0,0 0-1,0 1 1,0-1 0,0 0 0,0 1-1,1 0 1,-1-1 0,1 1 0,-1 0-1,1-1 1,0 1 0,-2 2-3,-2 15 152,1-1-1,0 1 1,1 0 0,1 0 0,1 0-1,1 1 1,1-1 0,0 0 0,1 0-1,2 4-151,6 17 303,2 0-1,1 0 0,3-2 0,9 18-302,20 49 657,-14-7-196,-4 0-1,-5 2 1,8 90-461,-28-175 11,6 23 7,-7-37-11,-5-3-237,1 0 1,0 0-1,-1 0 1,1-1-1,0 0 0,0 1 1,1-1-1,-1 0 1,1 0-1,-1-1 0,1 1 1,0 0-1,0-1 1,0 0 229,-2-3-900,-19-25-4819,-1 1-4284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12779,'0'0'3849,"0"0"-1729,0 0 313,0 0-889,0 0-888,150-124-128,-99 103-264,-2 4-160,2 5-104,-3 4-232,22 1-1112,-11 0-2737,-8 2-4785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4457,'0'0'8079,"0"0"-5068,0 0-1377,-7 24-31,-1-1-1172,1-4-31,1 0-1,1 1 1,1 0-1,0-1 1,2 2 0,0 15-400,0 9 381,0-10 140,2-1-1,1 1 1,4 18-521,-4-43 61,1-1 1,0 1-1,1-1 0,0 0 0,0 1 0,1-2 1,0 1-1,0 0 0,1-1 0,1 0 1,-1 0-1,1 0 0,0-1 0,7 6-61,-10-10-133,0-1-1,-1 0 1,1-1-1,0 1 1,0 0-1,0-1 1,0 0-1,0 1 0,0-1 1,1 0-1,-1-1 1,0 1-1,1-1 1,-1 1-1,0-1 1,1 0-1,-1 0 1,0-1-1,1 1 1,-1-1-1,0 1 1,2-1 133,1-1-616,-1 0 0,1 0 1,-1-1-1,1 0 0,-1 0 1,0 0-1,0 0 0,0-1 0,0 0 1,-1 0-1,4-3 616,14-20-9742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3793,'0'0'9044,"0"0"-5807,0 0-1631,0 0-409,0 0-351,30-9-402,7-2-331,0 1 1,14 0-114,-47 10 10,0-1 1,0 1 0,-1 0 0,1 0 0,0 1 0,0-1-1,0 1 1,0 0 0,0 0 0,-1 0 0,1 0-1,0 1 1,-1 0 0,1-1 0,-1 1 0,0 1-1,1-1 1,-1 0 0,0 1 0,0-1 0,-1 1-1,1 0 1,0 0 0,-1 0 0,0 0 0,2 3-11,3 3 68,0 2 90,0 0 0,0 0 0,-1 0 0,0 1-1,-1 0 1,-1 0 0,0 0 0,0 1 0,-1-1 0,-1 1 0,0 0-1,-1 0 1,0 0 0,-1 0 0,0 0 0,-2 1-158,2-8 44,-1-1 0,1 0 0,-2 0 0,1 0 0,0-1 0,-1 1 0,0 0 0,0 0 0,0-1 0,-1 1 0,0-1 0,0 0 0,0 0 1,0 0-1,0 0 0,-1 0 0,0-1 0,0 0 0,0 1 0,0-2 0,0 1 0,-5 2-44,1 0-17,-1-2 1,1 1-1,-1-1 0,0 0 1,1-1-1,-1 0 1,-1 0-1,1-1 0,0 0 1,0 0-1,0-1 0,-4-1 17,11 1-149,1-1-1,0 0 0,0 1 0,0-1 0,1 1 0,-1-1 1,0 0-1,0 0 0,0 0 0,0 1 0,1-1 0,-1 0 0,0 0 1,1 0-1,-1 0 0,1 0 0,-1 0 0,1 0 0,-1 0 0,1-1 1,0 1-1,0 0 0,-1 0 0,1 0 0,0 0 0,0 0 1,0-1-1,0 1 0,0 0 0,1 0 0,-1 0 0,0 0 0,0 0 1,1-1 149,-1-5-1858,0-12-5066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1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49 126 2833,'0'0'10375,"0"0"-6581,0 0-2064,0 0-748,0 0-512,-8 23 66,1-4-358,0-2 1,1 0 0,1 0 0,1 0 0,0 1 0,1 0 0,1 0 0,0 0 0,2 0-179,0-1 193,0-1-1,2 1 1,0 0-1,1-1 1,0 1-1,2-1 1,0 0 0,0 0-1,6 8-192,-8-17 30,0-1 1,1 0-1,0 0 1,0-1-1,0 1 0,1-1 1,0 0-1,0 0 0,0 0 1,0-1-1,1 0 1,0 0-1,0 0 0,0-1 1,0 0-1,0 0 0,1-1 1,-1 1-1,1-1 0,0-1 1,0 1-1,0-1 1,0 0-1,1-1-30,4 0 7,0 0 1,0-1-1,0-1 0,0 0 1,-1 0-1,1-1 0,-1-1 1,1 0-1,-1 0 0,-1-1 1,1-1-1,1 0-7,-4 1-345,0 0 0,0 0 0,-1-1 0,0 0 0,0-1 0,0 1 0,-1-1 0,0 0 0,0-1 0,-1 0-1,0 1 1,0-2 0,-1 1 0,0 0 0,2-10 345,-4 11-615,0-1 0,-1 1 0,0-1 0,0 0 0,-1 0 0,0 0 0,-1 1 0,0-1 0,0 0 0,0 1 0,-1-1-1,0 1 1,-1-1 0,1 1 0,-5-7 615,-6-12-600,-2 2-1,-1 0 0,-14-18 601,-11-15 2750,29 39-820,6 11-1231,1 0 0,0 0 0,1-1 1,0 0-1,0 1 0,0-1 0,1-1 1,0 1-1,1 0 0,0-1 0,-1-7-699,3 15 47,1 0 0,-1 1 1,1-1-1,0 0 0,-1 1 0,1-1 0,0 0 0,0 1 0,-1-1 1,1 1-1,0-1 0,0 1 0,0-1 0,-1 1 0,1 0 0,0-1 0,0 1 1,0 0-1,0 0 0,0 0 0,0 0 0,0 0 0,0 0 0,0 0 1,0 0-1,0 0 0,0 0 0,0 0 0,0 1-47,34 3 314,-26 0-253,-1 0 0,1 1 1,-1 0-1,0 0 1,0 1-1,-1 0 0,0 0 1,0 1-1,0 0 1,-1 0-1,0 0 0,0 1 1,-1 0-1,1 1-61,9 15 305,-2 1 1,0 1-1,-1 0 0,0 5-305,-3-3 225,-1 0 1,-1 1-1,-1-1 1,-2 2-1,0 17-225,-1 36 67,-5 26-67,-6-33-2294,11-71-684,10-4-2389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1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139 312 10058,'0'0'2195,"0"0"54,0 0-704,0 0-794,0 0-161,-21 25 321,-13 17 214,-18 27-1125,48-63 132,0 1 0,0 0-1,1 0 1,0 0 0,0 1-1,0-1 1,1 1 0,1 0 0,-1 0-1,1-1 1,0 1 0,1 0-1,0 0 1,0 0 0,1 3-132,-1 12 306,0-11-115,0 0-1,1 0 1,0-1-1,1 1 1,0 0-1,1 0 1,2 6-191,-3-14 56,0 0 0,0 0 0,0 0 1,0 0-1,1-1 0,0 1 0,-1-1 1,1 0-1,1 0 0,-1 0 0,0 0 1,1 0-1,-1-1 0,1 0 0,0 0 1,0 0-1,0 0 0,0 0 0,0-1 1,0 1-1,0-1 0,2 0-56,3 1 28,0 0 0,0 0 0,1-1 0,-1-1 0,0 1 0,0-1 0,0-1-1,1 0 1,-1 0 0,0-1 0,0 0 0,0 0 0,0-1 0,-1 0 0,1-1 0,-1 0 0,0 0-1,0-1 1,0 0 0,-1 0 0,1-1 0,-1 0 0,-1 0 0,1-1 0,-1 0 0,0 0 0,-1 0-1,1-1 1,-1 1 0,-1-1 0,0-1 0,0 1 0,0-1 0,-1 1 0,-1-1 0,1 0 0,-1 0-1,0-8-27,0-15 59,-1 0-1,-2 0 1,-1 0-1,-2 0 0,-1 0 1,-1 1-1,-2-1 0,-1 1 1,-2 1-1,0 0 0,-2 1 1,-2 0-1,0 1 1,-2 0-1,-1 2 0,-1 0 1,-22-23-59,26 35 624,15 14-615,-1 0 0,1 0 0,0 0 0,0 0 0,0 0-1,0 0 1,0 0 0,0 0 0,0 0 0,0 0 0,0 0 0,-1 0 0,1 0 0,0 0 0,0 0 0,0 0 0,0 0 0,0 0 0,0 0 0,0 0-1,0 0 1,-1 0 0,1 0 0,0 0 0,0 0 0,0 0 0,0 0 0,0 0 0,0 0 0,0 0 0,0 0 0,0 0 0,0 0 0,-1 0 0,1 1 0,0-1-1,0 0 1,0 0 0,0 0 0,0 0 0,0 0 0,0 0 0,0 0 0,0 0 0,0 0 0,0 1 0,0-1 0,0 0 0,0 0 0,0 0 0,0 0-1,0 0 1,0 0 0,0 0 0,0 0 0,0 1 0,0-1 0,0 0 0,0 0 0,0 0 0,0 0 0,0 0 0,0 0 0,0 0 0,0 0 0,0 1-9,14 31 263,46 92 239,-5 3-1,-1 17-501,19 46-188,-70-183-9,0-1 1,0 0-1,1 1 0,-1-1 1,1 0-1,1-1 0,-1 1 1,1-1-1,2 2 197,-2-3-571,-1 0 0,1-1 0,0 0 0,0 0 0,0 0 0,0-1 1,3 2 570,19 2-5948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14843,'0'0'1843,"0"0"-38,0 0 0,23-7-682,80-20-487,-96 25-602,0 1 0,0 0-1,-1 0 1,1 1 0,0-1 0,0 2-1,0-1 1,0 1 0,0 0-1,0 1 1,0-1 0,-1 1-1,1 1 1,-1-1 0,1 1 0,-1 0-1,0 0 1,0 1 0,-1 0-1,1 0 1,-1 1 0,1-1-1,-1 1 1,-1 0 0,1 0 0,-1 1-1,0-1 1,0 1 0,0 0-1,-1 0 1,0 1 0,0-1-1,-1 0 1,1 3-34,1 2 90,-1 1-1,0-1 0,0 0 1,-1 1-1,-1 0 1,0-1-1,0 1 0,-1 0 1,-1-1-1,0 1 1,-1 0-1,0-1 1,0 1-1,-1-1 0,-1 0 1,0 0-1,-1 0 1,0-1-1,-1 2-89,-4 2 112,0 0 0,-2-1-1,0 0 1,0-1 0,-1 0 0,-5 2-112,12-8-51,-1-1-1,-1 0 1,1-1 0,-1 0 0,1 0 0,-1 0-1,0-1 1,0 0 0,-1-1 0,1 0 0,-1 0 0,1-1-1,-5 1 52,9-9-1419,4 2 773,0 1 0,1-1 0,0 0 0,-1 0-1,2 0 1,-1 0 0,0 1 0,1-1 0,0 1-1,0-1 1,1 1 0,-1 0 0,3-4 646,24-28-9613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2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12363,'0'0'2698,"0"0"-625,0 0-148,0 0-717,0 0-640,-12 21 291,0-2-573,5-9-129,1 0-1,0 0 1,0 1 0,1 0-1,0 0 1,1 1 0,1-1-1,0 1 1,0 0-1,1 0 1,0 0 0,1 8-157,0 6 423,1 1 0,1 0 0,1-1 0,1 1 1,7 22-424,-8-42 28,0-1 0,0 1 0,1-1 1,-1 1-1,2-1 0,-1 0 1,1 0-1,0 0 0,0-1 1,0 0-1,1 1 0,0-1 0,0-1 1,0 1-1,0-1 0,1 0 1,0 0-1,0-1 0,0 1 1,0-1-1,1-1 0,-1 1 0,1-1 1,0 0-1,2 0-28,4 0-22,0 0 0,0 0 0,1-2 0,-1 1 0,0-2-1,1 0 1,-1-1 0,0 0 0,0 0 0,1-2 22,22-7-3157,0-3 0,27-13 3157,-54 23-805,38-18-5103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2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10490,'0'0'5585,"0"0"-3696,0 0 1007,0 0-1359,0 0-937,0 0-200,0 0 312,88 3-360,-39-3-120,-4 0-224,-2-3 48,-10-1-56,-7 1-424,-9 1-880,-15 2-1481,-2 0-1360,0 12-3544</inkml:trace>
  <inkml:trace contextRef="#ctx0" brushRef="#br0" timeOffset="1">68 254 8010,'0'0'5473,"0"0"-3785,0 0 697,0 0-1313,0 0 8,0 0 232,0 0-647,89 27-625,-41-39-40,3-3-1121,13-1-695,-13 1-2593,-8 3-8546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3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81 10682,'0'0'2191,"0"0"-250,0 0-119,0 0-477,0 0-558,0 0-260,-15 1 168,-48 6 94,60-6-725,0 0 1,0 0-1,0 0 0,0 0 1,1 0-1,-1 1 0,1-1 1,-1 1-1,1 0 0,-1 0 1,1 0-1,0 0 0,0 0 1,0 0-1,0 0 0,0 1 1,0-1-1,1 1 0,-1 0 1,1-1-1,0 1 0,0 0 1,0 0-1,0 0-64,-4 7 263,-1 3-77,0 1 0,0-1 0,1 1 0,1-1 0,0 2 0,1-1 0,1 0 0,0 0 1,1 1-1,0-1 0,1 1 0,1 3-186,0-16 31,0-1 0,-1 1 0,1-1 0,0 1 0,0-1 0,0 0 0,0 1 1,0-1-1,0 0 0,0 0 0,1 0 0,-1 0 0,0 0 0,0 0 0,1 0 1,-1 0-1,1-1 0,-1 1 0,1 0 0,-1-1 0,1 1 0,0-1 0,-1 0 1,1 1-1,-1-1 0,1 0 0,0 0 0,-1 0 0,2 0-31,51-4 878,-46 1-847,1 0-1,-1 0 1,1-1-1,-1 0 1,-1 0 0,1-1-1,0 0 1,-1 0-1,0-1 1,-1 0 0,1 0-1,-1 0 1,0-1-1,0 0 1,-1 0-1,0-1 1,1-1-31,-1-1 18,0 0 1,0 1-1,-1-2 0,0 1 0,0 0 1,-2-1-1,1 0 0,-1 0 0,-1 0 1,0 0-1,0 0 0,-1 0 1,-1-10-19,0 17 7,-1-1 0,1 1 1,-1 0-1,0-1 1,0 1-1,0 0 1,0 0-1,-1 0 1,0 1-1,0-1 1,0 0-1,0 1 1,0 0-1,-1 0 1,1 0-1,-1 0 1,0 1-1,0-1 1,0 1-1,0 0 0,0 0 1,-1 0-1,1 1 1,-1 0-1,-1-1-7,-11-3-210,-1 1 0,1 1-1,-1 0 1,0 1 0,0 1 0,0 1 210,15 0-103,-46 4-3492,47-3 2997,0 0 0,0 0 0,0 0 0,0 0 0,0 0 0,0 0 0,0 0 0,0 1-1,1-1 1,-1 1 0,0-1 0,0 2 598,-5 10-9294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32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40 6905,'0'0'1913,"0"0"-73,0 0-130,0 0-399,0 0-278,-19-21 2359,11 17-2954,-1 1 0,1 0 0,-1 1 0,0 0 0,0 0 0,0 1 1,0 0-1,0 1 0,0 0 0,0 0 0,-4 1-438,8 0-8,0 1 0,0-1 0,0 1 0,0 0 0,0 1 1,0-1-1,1 1 0,-1-1 0,1 2 0,0-1 0,0 0 0,0 1 0,0 0 0,0-1 0,1 2 0,0-1 1,0 0-1,0 1 0,0-1 0,0 2 8,-5 10 115,1 0 1,1 1 0,0 0-1,1 0 1,1 0-1,1 0 1,0 1 0,0 14-116,1 30 1382,5 54-1382,-1-69 149,9 70 635,4-1-1,25 89-783,-21-115 202,1 4-25,-5-28 1,-2 1 1,-4 0-1,-2 0 1,-3 1-179,-3 5 236,1-37-143,-1 0 0,-2 1 1,-2-1-1,-1 0 0,-1 0 1,-11 34-94,15-68 8,-1 1 1,1-1 0,-1 0-1,0 1 1,0-1 0,0 0-1,0 0 1,0 0 0,0-1-1,0 1 1,-1 0 0,1-1 0,-1 1-1,1-1 1,-1 0 0,0 0-1,1 0 1,-1 0 0,0 0-1,0-1 1,1 1 0,-1-1-1,0 0 1,0 0 0,0 0-1,0 0 1,0 0 0,-1-1-9,-3 1 12,0-1 0,0 0 0,0 0 0,0-1 0,0 1 0,0-2 0,1 1 0,-1-1 0,1 0 0,-7-3-12,9 3-114,0 0 0,0 1 0,1-1 0,-1-1 0,1 1 0,-1 0 0,1-1 0,0 0 0,1 0 0,-1 1 0,0-2 0,1 1 0,0 0 0,0 0 0,0-1 0,1 1 0,0-1 0,-1 0 114,3 5-267,-1 0 0,0-1 0,1 1 0,-1 0 0,0-1 0,1 1 0,-1 0 0,0 0 0,1-1 0,-1 1 0,0 0 0,1 0 0,-1 0 0,1 0 0,-1 0 0,0-1 0,1 1 0,-1 0 0,1 0 0,-1 0 0,1 0 0,-1 0 0,0 0 0,1 0 0,-1 0 0,1 1 0,-1-1 0,1 0 0,-1 0 267,2 0-2000,14 0-10028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3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7418,'0'0'4870,"0"0"-1711,0 0-810,0 0-752,0 0-842,0 0-249,10-13 174,35-42 52,-39 49-663,-1 1-1,1 0 1,0 1 0,1-1-1,-1 1 1,1 0-1,0 1 1,0 0 0,0 0-1,0 0 1,0 1-1,1 0 1,-1 0 0,1 1-1,-1 0 1,1 1 0,-1-1-1,1 1 1,0 1-1,2 0-68,-9-1 0,0 0-1,1 0 0,-1 0 1,0 0-1,1 1 0,-1-1 1,1 1-1,-1-1 0,0 1 1,0-1-1,1 1 0,-1 0 1,0-1-1,0 1 0,0 0 1,0 0-1,0 0 0,0 0 1,0 0-1,0 0 0,0 0 1,0 0-1,0 2 1,1 0 9,-1 1 1,1 0-1,-1 0 1,1 0-1,-1 0 0,-1 0 1,1 0-1,0 0 1,-1 0-10,1 3 22,-1 0 0,0-1 0,-1 1 0,1-1 0,-1 1 0,0-1 0,-1 1 0,1-1 0,-1 0 0,-1 1 0,0 0-22,-47 55 47,41-54-42,1 0 1,1 1 0,-1 0-1,1 0 1,1 1-1,0 0 1,0 0 0,1 1-1,0 0 1,0 1-6,4-11 6,1 1 0,-1 0 0,0-1 0,1 1 0,0 0 0,-1 0 0,1-1 0,0 1 0,0 0 0,0 0 0,0 0 0,0-1 0,0 1 0,0 0 0,1 0 0,-1 0-1,0-1 1,1 1 0,0 0 0,-1-1 0,1 1 0,0 0 0,0-1 0,0 1 0,0-1 0,0 1 0,1-1 0,-1 0 0,0 1 0,0-1 0,1 0 0,-1 0 0,1 0 0,-1 0 0,1 0 0,0 0 0,1 0-6,5 1 41,1-1 1,-1 0 0,1 0-1,0-1 1,-1 0-1,1 0 1,5-2-42,4 1 19,24-1-352,98-3-6192,-99 5-2319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37.03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66 55 8810,'0'0'1618,"0"0"-702,0 0 23,-10 24-79,-1-1-626,4-10-94,1 0-1,1 1 0,0 0 1,0 1-1,1-1 0,1 1 0,1-1 1,0 1-1,0 13-139,1 3 581,0-8-240,0 0 0,1 0 0,1 0 0,2-1 0,0 1-1,3 9-340,-4-27 56,-1-1-1,0 0 0,1 0 0,0 0 0,0 0 1,0 0-1,1-1 0,-1 1 0,1-1 1,0 1-1,0-1 0,0 0 0,1 0 0,-1 0 1,2 0-56,0-1 48,-1 0 1,0 0-1,1 0 0,-1-1 1,1 0-1,-1 0 1,1 0-1,0-1 1,0 1-1,-1-1 1,1 0-1,0-1 1,-1 1-1,1-1 0,0 0 1,-1 0-1,3-1-48,3-1 58,1-2 0,0 1 0,-1-1 0,0-1 0,0 0 0,0 0 0,-1-1-1,0 0 1,0-1 0,-1 0 0,0 0 0,-1-1 0,1 0 0,-2 0 0,6-9-58,-3 4 6,-1-1 0,0 1 1,-1-2-1,0 1 1,-2-1-1,1 0 0,-2 0 1,0-1-1,-1 1 1,0-13-7,-2 19 13,-1-1 0,-1 1 0,0 0 0,0 0 0,-1 0 0,0 0 1,-1 0-1,0 0 0,0 0 0,-1 1 0,-1 0 0,1 0 0,-5-6-13,4 9 5,1 0 0,-1 0 0,0 0 0,-1 1 0,1 0 0,-1 0 0,0 0 0,0 1-1,-1 0 1,1 0 0,-1 1 0,0 0 0,0 0 0,0 0 0,0 1 0,-1 0-1,1 0 1,-7 0-5,11 2-1,0 0 1,0-1-1,0 1 0,0 0 0,0 0 0,0 1 0,0-1 0,0 1 1,0-1-1,0 1 0,0 0 0,0 0 0,0 1 0,0-1 0,1 0 1,-1 1-1,0 0 0,1-1 0,-1 1 0,0 1 1,-1 2-3,1-1 0,-1 0 1,1 1-1,1-1 0,-1 1 0,0 0 0,1 0 0,0 0 1,0 0-1,1 1 0,-1 1 3,-3 19-18,2 0-1,1 0 1,0 0 0,3 20 18,-1-24-12,0-8 11,1 1 0,0-1 0,1 0 0,0 0 0,1 0-1,1 0 1,0 0 0,1 0 0,0-1 0,1 0 0,1 0 0,3 4 1,-6-11 0,0 0 0,1-1 0,-1 0 0,1 0 0,0 0 0,1-1 0,-1 1 0,1-1 0,0-1 0,0 1 0,0-1 0,0 0 0,1 0 0,-1-1 0,1 0 0,-1 0 0,1 0 0,0-1 0,0 0 0,0 0 0,0-1 0,0 0 0,0 0 0,0-1 0,0 0 0,2 0 0,-5 0 4,0 0 0,0 0 0,0 0 0,-1-1 0,1 1 1,-1-1-1,1 0 0,-1 0 0,1 0 0,-1 0 0,0 0 1,0-1-1,0 0 0,0 1 0,-1-1 0,1 0 0,-1-1 1,0 1-1,1 0 0,-2-1 0,1 1 0,0-1 0,-1 1 0,1-1 1,-1 0-1,0 0 0,0 1 0,-1-1 0,1 0 0,-1 0 1,0 0-1,0 0 0,0 0 0,0 0 0,-1-3-4,0 2-18,1 0-1,-1 0 1,0 0-1,0-1 1,-1 1-1,1 0 1,-1 0-1,0 1 0,-1-1 1,1 0-1,-1 1 1,0-1-1,0 1 1,0 0-1,-1 0 1,1 0-1,-1 1 1,0-1-1,0 1 1,0 0-1,-1 0 1,1 0-1,-1 0 1,1 1-1,-1 0 1,-5-2 18,-38 0-2160,34 4-583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3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15211,'0'0'2450,"0"0"-1188,29-11-195,3-3-709,-11 5-105,1 0-1,0 1 1,0 1-1,1 1 1,-1 2-1,1 0 0,5 0-252,-13 3 143,0 0 1,0 0-1,1 2 0,-1 0 0,0 1 0,1 0 0,-1 1 0,4 2-143,-14-3 47,1 0 0,0 1 0,0-1 0,-1 1 0,0 1 0,0-1 0,0 1 0,0 0 0,0 0 0,-1 0 0,1 1 0,-1-1 0,0 1 1,-1 0-1,1 0 0,-1 1 0,0-1 0,0 1 0,-1 0 0,0-1 0,2 5-47,-2 0 67,0 0 1,0 0 0,0 1-1,-1-1 1,-1 1-1,0-1 1,0 0-1,-1 1 1,-1-1-1,0 0 1,0 1 0,-1-1-1,0 0 1,0-1-1,-1 1 1,-1-1-1,1 1 1,-2-1 0,1 0-1,-5 4-67,-3 4 89,0-1 0,-1-1 0,-1 0 0,0 0-1,-1-1 1,-1-2 0,0 1 0,-1-2 0,-14 7-89,28-15 9,0-1 1,0 0-1,-1 0 1,1-1-1,0 0 1,-1 1-1,1-1 1,-4 0-10,7-1-14,0 0-1,0 0 1,0-1 0,0 1-1,0 0 1,0 0-1,0-1 1,0 1 0,0-1-1,1 1 1,-1 0 0,0-1-1,0 0 1,0 1 0,1-1-1,-1 1 1,0-1 0,1 0-1,-1 0 1,0 1 0,1-1-1,-1 0 1,1 0-1,-1 0 1,1 0 0,0 0-1,-1 1 1,1-1 0,0 0-1,0 0 1,-1 0 0,1 0-1,0 0 1,0 0 0,0 0-1,0 0 1,0 0 0,1 0-1,-1 0 1,0 0 0,0 0-1,1 0 15,-1-9-532,2 1 0,0-1 0,0 0 0,0 1 0,2 0 0,-1 0 0,1 0 0,0 0 0,1 0 0,1-1 532,25-41-8053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39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16075,'0'0'3833,"0"0"-1712,0 0-689,-94 128-448,84-65 176,10 0-559,0 0 31,8-10-112,18-10-160,7-9-168,4-15 48,4-9-136,-1-10-88,8 0-16,6-12-520,24-27-1128,-14 3-3049,-10 2-5962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3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16932,'0'0'2739,"0"0"-284,0 0-715,0 0-731,0 0-360,0 0-253,-2 17-125,-5 51-108,6-63 993,1-10-859,11-14-207,-5 14-84,0 1 1,0 0-1,0 0 1,1 0-1,0 1 1,1 0-7,-6 1 0,1 1 1,-1 0 0,1 0 0,0 0 0,-1 1 0,1-1 0,0 1 0,-1-1-1,1 1 1,0 0 0,-1 0 0,1 0 0,0 1 0,-1-1 0,1 0 0,0 1-1,-1 0 1,2 0-1,-3 0 5,-1-1-1,1 1 0,-1 0 1,1 0-1,-1-1 0,0 1 0,1 0 1,-1 0-1,0 0 0,0-1 1,1 1-1,-1 0 0,0 0 1,0 0-1,0 0 0,0 0 1,0-1-1,0 1 0,0 0 0,0 0 1,-1 0-1,1 0 0,0-1 1,0 1-1,-1 0 0,1 0 1,-1 0-1,1-1 0,0 1 1,-1 0-1,0-1 0,1 1-4,-17 23 100,15-23-90,1 0 1,-1 1 0,1-1 0,-1 0 0,0 0-1,0 0 1,1 0 0,-1 0 0,0-1 0,0 1-1,0-1 1,0 1 0,0-1 0,0 1 0,0-1-1,0 0 1,-2 0-11,-4-9 124,12-14-89,15 2 404,-21 1-5492,2 16-12,0-2-9650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4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 6553,'0'0'2868,"0"0"-160,0 0-201,0 0-533,0 0-236,0 0-175,-6 1-69,-15 2-390,19-2 72,6-2-105,16-5-464,-13 4-566,0 1 0,0-1 0,1 1 0,-1 0 0,0 1 0,0 0 0,0 0 0,0 0 0,1 1 0,-1 0 0,0 1 0,2 0-41,-6-1 4,-1 0 1,1 1-1,-1-1 0,0 0 1,1 1-1,-1 0 0,0-1 1,0 1-1,0 0 0,0 0 1,-1 0-1,1 0 1,0 1-1,-1-1 0,1 0 1,-1 1-1,0-1 0,0 1 1,0-1-1,0 1 0,0-1 1,-1 1-1,1 0 1,-1-1-1,0 1 0,1 0 1,-1 0-1,-1-1 0,1 1 1,0 0-1,-1-1 1,1 1-1,-1 1-4,-1 1 4,1 0-1,-1 1 1,0-1 0,0 0 0,-1 0-1,0 0 1,0 0 0,0-1 0,0 1-1,-1-1 1,0 0 0,0 0 0,-1 1-4,-64 53 52,37-34-42,17-8-31,16-8-27,28-7-61,-8-2 87,-11 1 22,0 0 1,-1 1-1,1 0 1,-1 1-1,1 0 1,-1 0-1,0 1 1,0 0-1,0 1 1,3 2-1,-7-4 0,-1 1 0,0 0 1,0 0-1,0 0 0,0 0 0,0 1 1,-1 0-1,1-1 0,-1 1 1,0 1-1,0-1 0,-1 0 0,1 1 1,-1-1-1,0 1 0,0 0 0,-1 0 1,1-1-1,-1 1 0,0 4 0,0-2 14,0-1 0,-1 1 0,1 0-1,-2 0 1,1-1 0,-1 1 0,0 0 0,0-1-1,-1 1 1,0-1 0,0 1 0,0-1 0,-1 0-1,0 0 1,0 0 0,-1 0 0,0-1 0,0 1 0,-1 0-14,-6 6 84,-1 0 1,0-1-1,-1 0 1,-1-1 0,0 0-1,0-1 1,-3 0-85,15-7 1,-1 0 0,0-1 1,0 1-1,0-1 0,0 0 0,0 0 1,0 0-1,0 0 0,0 0 0,-1-1 0,-1 1-1,4-1-422,1 0-971,4-1-8298,3-1-4455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43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13835,'0'0'4569,"0"0"-3105,0 0 937,0 0-649,0 0-440,0 0-231,190-26-313,-133 16-96,-6 3-456,-14 2-128,-4 3-88,-7 2-144,-4 0-480,-3 0-760,2 0-825,-5 12-2448,-8 0-4105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43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76 4537,'0'0'7656,"0"0"-4384,0 0-798,0 0-381,-12 24-796,-34 78-497,44-100-725,1 0 1,0 1-1,1-1 1,-1 1-1,0-1 1,1 1-1,-1-1 0,1 1 1,0-1-1,0 1 1,0-1-1,0 1 1,0-1-1,1 1-75,-1-2 47,1 0-1,-1 0 0,1 1 1,-1-1-1,1 0 0,-1 0 1,1 0-1,0-1 0,0 1 1,-1 0-1,1 0 0,0 0 1,0 0-1,0-1 0,0 1 1,0-1-1,0 1 0,0 0 1,0-1-1,1 1-46,3 0 161,1 0 1,-1 0-1,1 0 0,0-1 0,-1 1 1,1-1-1,0-1 0,4 0-161,1 0 202,-1 1-111,0-1 0,0-1-1,0 0 1,0 0 0,-1-1 0,1 0 0,-1-1-1,0 0 1,1 0 0,-2-1 0,1 0-1,-1 0 1,1-2-91,-5 4 42,0 1-1,0-2 1,0 1 0,-1 0 0,1-1-1,-1 0 1,0 1 0,0-1-1,0-1 1,-1 1 0,1 0-1,-1-1 1,0 1 0,0-1 0,-1 1-1,1-1 1,-1 0 0,0 0-1,0 0 1,-1 0 0,0 1-1,0-1 1,0 0 0,0 0 0,-1 0-1,1 0 1,-2-4-42,0 5 9,0 0 0,0 0 0,-1 1 0,1-1 0,-1 0 0,0 1 0,0-1 0,0 1 0,-1 0 0,1 0 0,-1 1 0,1-1 0,-1 0-1,0 1 1,0 0 0,0 0 0,0 1 0,-1-1 0,1 1 0,-1-1-9,-17-5-6,-1 1 1,0 2-1,-6-1 6,23 4-2,-33-4-179,21 5-9028,23 0 67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44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50 160 14387,'0'0'2510,"0"0"82,-8 24-786,-26 80-1020,32-99-763,0 0 0,1 0 0,0 1 1,0-1-1,1 0 0,-1 0 0,1 1 0,1-1 1,-1 0-1,0 1 0,1-1 0,0 0 1,1 0-1,-1 0 0,1 0 0,2 5-23,-2-7 25,0 1 0,1-1 1,-1 0-1,1 0 0,0 0 0,0 0 0,0-1 0,0 1 0,1-1 0,-1 0 0,1 0 1,-1 0-1,1 0 0,0-1 0,-1 1 0,1-1 0,1 0-25,5 1 62,1 0 0,-1-1 1,1 0-1,-1 0 0,1-1 0,-1-1 0,1 0 1,-1 0-1,1-1 0,-1-1 0,0 0 1,0 0-1,9-4-62,-7 1 72,-1-1 1,0 0 0,0-1 0,0 0-1,-1-1 1,0 0 0,0-1-1,-1 0 1,-1 0 0,0-1 0,6-9-73,-11 16 55,-1 0 1,1 0 0,-1 0 0,0-1 0,0 1 0,-1-1 0,1 1 0,-1-1 0,0 1 0,0-1-1,0 0 1,-1 1 0,0-1 0,0 0 0,0 1 0,0-1 0,-1 0 0,0 1 0,0-1 0,0 0 0,0 1-1,-1-1 1,0 1 0,0 0 0,0 0 0,0-1 0,-1 1 0,0 1 0,1-1 0,-1 0 0,-1 1-1,1-1 1,0 1 0,-3-1-56,-8-6 9,-2 0-1,1 1 0,-1 1 0,-1 0 1,1 1-1,-1 1 0,0 0 1,-1 2-1,-4-1-8,2 0-32,19 5-76,0-1 0,-1 1 0,1-1 0,0 1 0,-1-1 0,1 1 0,0-1 0,-1 0-1,1 1 1,0-1 0,0 0 0,0 0 0,0 0 0,0 0 0,0 0 0,0 0 0,0 0 0,0 0 0,0-1 0,1 1 0,-1 0 0,0 0 0,1-1 0,-1 1 0,1 0-1,0-1 1,-1 1 0,1-1 0,0 1 0,0 0 0,0-1 0,0 1 0,0-1 0,0 1 0,0-1 0,0 1 0,1 0 0,-1-1 0,0 1 0,1 0 108,1-20-5641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44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16331,'0'0'3995,"0"0"-1999,0 0-354,0 0-171,29 11-526,-4-3-757,-11-4-105,-1 1 0,0 0 0,1 0 0,-2 1 0,1 1 0,-1 0 0,0 1-1,0 0 1,-1 1 0,0 0 0,-1 1 0,9 10-83,20 32 361,-2 2-1,3 10-360,0 1 55,15 15-55,-36-62-130,-7-18-1386,-10-1 1056,-1-1-1,0 0 0,1 0 1,-1 0-1,0 0 0,0 0 1,0 0-1,-1 0 0,1 0 1,0 0-1,-1 0 0,0-1 1,1 1-1,-1 0 0,0 0 1,0-1 460,1-28-10761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4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7514,'0'0'9522,"0"0"-7866,0 0-944,0 0 1257,-67 141-561,37-76-288,-5-2-224,3-5-304,5-10-280,3-14-239,8-10-65,5-10-8,6-9-145,5-5-911,0 0-664,0-12-2457,5-5-4369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4:45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14419,'0'0'3945,"0"0"-1150,0 0-858,0 0-1012,0 0-329,25-6 19,77-17-128,-99 22-457,1 0 0,-1 0 0,1 1 0,-1-1 0,1 1 1,-1 0-1,1-1 0,-1 2 0,1-1 0,-1 0 0,1 1 0,-1-1 0,1 1 1,0 0-31,-3 0 8,0 0 1,-1 0 0,1 0 0,0 0 0,-1 0 0,1 0 0,-1 1 0,1-1-1,-1 0 1,0 0 0,1 0 0,-1 0 0,0 0 0,0 1 0,0-1-1,0 0 1,0 0 0,0 0 0,0 1 0,0-1 0,0 0 0,-1 1-9,1 11 16,-2-1 1,1 0 0,-2 0 0,1-1 0,-2 1 1,1-1-1,-2 1 0,1-1 0,-7 9-17,6-9-1,-1 1 1,1-1 0,1 1-1,0 0 1,1 0 0,0 0-1,1 1 1,0-1 0,1 1 0,1-12-1,-1 0 1,1 0-1,0 0 0,0 0 1,0 0-1,0 0 1,0 0-1,1 0 1,-1 0-1,0 0 1,0 0-1,1 0 0,-1 0 1,1 0-1,-1 0 1,1 0-1,-1 0 1,1 0-1,-1 0 1,1 0-1,0 0 0,0-1 1,-1 1-1,1 0 1,0-1-1,0 1 1,0 0-1,0-1 1,0 1-1,0-1 1,35 0 214,-29-1-182,92-21 274,-19 2-1118,-25 15-3315,-45 5-1263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06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383 499 6385,'0'0'5710,"0"0"-3366,0 0-530,0 0-339,0 0-364,0 0-39,-9-12 32,-27-40-142,34 48-825,-1 1 1,0 0-1,0 0 1,-1 0 0,1 1-1,0-1 1,-1 1-1,0 0 1,0 0 0,1 0-1,-1 0 1,0 1-1,-1-1 1,1 1-1,0 0 1,0 0 0,0 1-1,-1-1 1,1 1-1,0 0 1,-1 0 0,-1 1-138,-3-1 24,-1 2 0,1-1 0,-1 1 0,1 1 1,0-1-1,0 1 0,0 1 0,-4 2-24,0 2 42,1 0 0,0 0 0,1 2 0,0-1 0,0 1 0,1 1-1,1-1 1,-1 2 0,2-1 0,0 2 0,-6 9-42,9-13 25,1 0 1,0 0-1,0 0 1,0 0-1,1 1 1,1-1-1,0 1 1,0 0-1,0 0 1,2 0-1,-1 0 1,1 0-1,1 0 1,-1 0-1,2-1 0,-1 1 1,4 8-26,-3-13 2,1 0 0,0 0 0,0 0 0,0-1 0,0 1 0,1-1 0,0 0 0,0 0 0,0 0 0,1 0 0,-1-1 0,1 0 0,0 0 1,0 0-1,0 0 0,0-1 0,0 0 0,1 0 0,-1 0 0,1-1 0,-1 1 0,1-1 0,3 0-2,2 0 4,-1 1 1,1-2-1,0 1 0,0-1 0,-1-1 1,1 0-1,0-1 0,-1 0 1,0 0-1,1-1 0,-1 0 1,3-2-5,-4 0 5,0-1 1,-1 0 0,0 0 0,0-1 0,0 1 0,-1-2 0,0 1 0,0-1-1,-1 0 1,0-1 0,-1 1 0,1-1 0,-2 0 0,1-1 0,-1 1-1,-1-1 1,0 0 0,0 0 0,-1 0 0,1-8-6,3-26 22,-2 0 0,-2 0 1,-2-1-1,-2-11-22,0 19-6,1 6 181,-2 0 1,0-1-1,-3 2 1,0-1-1,-2 0 1,-2 1-1,0 1 1,-2 0-1,-1 0 1,-11-15-176,24 44 15,0 1 0,-1-1 0,1 0 0,-1 1 0,1-1 0,0 0 0,-1 1 0,1-1 0,0 1 0,-1-1 0,1 1 0,0-1 0,0 0 1,-1 1-1,1-1 0,0 1 0,0-1 0,0 1 0,0-1 0,0 1 0,0-1 0,0 1 0,0-1 0,0 1 0,0-1 0,0 1 0,0-1 0,0 1 0,0-1 0,0 1 1,0-1-1,0 1 0,1-1 0,-1 1-15,-1 30-67,1 16-27,2-1 0,2 0 1,1 0-1,3 0 0,2-1 0,2 0 0,2-1 0,12 25 94,-19-53-779,1-1 1,1-1-1,1 0 0,0 0 0,0-1 0,11 10 779,16 7-6106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0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16644,'0'0'3072,"0"0"-1752,0 0 209,0 0-369,0 0-320,161 164-144,-121-111-119,-5-2-385,0-5-8,-8-5-184,-8-10 0,-3-7-168,-5-9-777,-1-10-879,4-5-929,-6-17-1199,0-7-11556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0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15859,'0'0'1969,"0"0"-137,0 0 265,-132 177-921,89-107-568,1-3-104,7-6-184,2-11-312,12-11-8,10-12-384,11-15-1256,0-5-1425,8-7-1504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0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15171,'0'0'2513,"0"0"-1105,0 0 721,0 0-769,0 0-736,172 7 32,-121-9-440,-6-13-216,-4 1-552,-12-1-1824,-15 8-3066</inkml:trace>
  <inkml:trace contextRef="#ctx0" brushRef="#br0" timeOffset="1">81 348 14251,'0'0'1976,"0"0"-583,0 0 471,0 0-1128,0 0-568,0 0-168,205-12-528,-146 5-1272,-8-3-6258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11827,'0'0'1831,"0"0"-135,0 0-189,0 0-642,30-10-252,97-29 131,-120 37-628,1 0 0,-1 0 1,1 0-1,-1 1 0,1 0 1,0 0-1,-1 1 0,1 0 1,0 1-1,-1-1 0,1 1 1,-1 1-1,1 0 0,2 1-116,-7-2 96,-1 1-1,0 0 1,0-1-1,0 1 1,0 0-1,0 0 1,0 1-1,-1-1 1,1 0-1,0 1 1,-1-1 0,0 1-1,0-1 1,0 1-1,0-1 1,0 1-1,0 0 1,-1-1-1,1 1 1,-1 0-1,0 0 1,0 0-1,0-1 1,0 1-1,0 0 1,-1 0-1,1-1 1,-1 1 0,0 0-1,0 2-95,-1 1 135,0 0 0,0 0-1,-1 0 1,1 0 0,-1-1 0,-1 1-1,1-1 1,-1 1 0,0-1 0,0 0-1,0-1 1,-1 1 0,-1 1-135,-15 12 315,-1-1 1,-15 9-316,-25 20 142,61-45-101,28-4 6,-17 2-57,-1-1 1,1 1-1,-1 1 1,1 0-1,0 0 1,-1 1-1,1 0 1,-1 0-1,1 1 1,5 3 9,-11-4 2,-1 1-1,0 0 1,1 0 0,-1 0 0,0 0 0,0 0-1,-1 1 1,1-1 0,0 1 0,-1 0 0,0 0 0,1 0-1,-1 0 1,0 0 0,-1 1 0,1-1 0,-1 0-1,1 1 1,-1 0 0,0-1 0,0 1 0,0-1 0,-1 1-1,1 0 1,-1 0 0,0-1 0,0 1 0,-1 2-2,0-1 28,0 0 0,0 0 0,-1 0 1,0 0-1,0 0 0,0-1 1,0 1-1,-1-1 0,0 1 0,0-1 1,0 0-1,0 0 0,-1-1 0,1 1 1,-1-1-1,0 1 0,0-1 1,0 0-1,-1-1 0,1 1 0,-5 1-28,-9 6 138,-2 0 0,1-2 0,-1 0 0,-15 3-138,28-9-1006,-1 0-1,0-1 1,0 0-1,0 0 0,-1-1 1,0-1 1006,3 1-1056,3 0-5433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3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8810,'0'0'5849,"0"0"-3584,0 0 679,0 0-951,0 0-505,161-22-488,-110 10-264,3-3-424,0 1-312,13 7-72,-14 4-1664,-7 3-3985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3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34 10122,'0'0'3724,"0"0"-1443,0 0-184,0 0-525,0 0-393,-18 24-300,-53 79-93,69-101-725,0 1 1,1-1 0,-1 1 0,1 0 0,0 0 0,0 0-1,0 0 1,0 0 0,0 0 0,1 0 0,-1 3-62,1-5 23,0 0 0,0 0 1,0 0-1,0 0 0,1 0 1,-1 0-1,0 0 0,1 0 1,-1 0-1,1 0 0,-1-1 1,1 1-1,-1 0 0,1 0 1,-1 0-1,1 0 0,0-1 1,0 1-1,-1 0 0,1-1 1,1 2-24,2-1 70,0 1 0,0 0 0,0-1 0,0 0 1,0 0-1,0 0 0,0-1 0,1 1 0,-1-1 0,2 0-70,1 0 133,9 1 13,1 0 1,-1-2-1,0 0 1,0-1-1,0 0 1,0-2-1,0 1 1,5-4-147,-12 4 32,0 0 0,0-1 0,-1-1-1,0 1 1,1-1 0,-2 0 0,1-1 0,-1 0 0,1 0 0,-2-1 0,1 0 0,-1 0 0,0 0 0,0-1 0,0-3-32,-4 9 32,-1 0-1,1 0 1,-1 0-1,0 0 1,0 0 0,0 0-1,0 0 1,-1-1-1,1 1 1,-1 0-1,1-1 1,-1 1 0,0-1-1,0 1 1,0 0-1,0-1 1,0 1 0,0-1-1,-1 1 1,1 0-1,-1-1 1,0 1 0,1 0-1,-1 0 1,0 0-1,-1-1 1,1 1 0,0 0-1,0 0 1,-1 0-1,1 1 1,-1-1 0,0 0-1,0 1 1,1-1-1,-1 1 1,0-1-1,0 1 1,0 0 0,-1 0-1,1 0 1,0 0-1,0 0 1,-2 0-32,-11-5 31,0 2-1,0 0 1,-1 1-1,1 0 1,-1 1 0,-6 0-31,2 1-426,-86-3 585,54 12-3122,46-7 1564,0 1 0,0 0 0,1 0 0,-1 1 0,1 0 0,-5 3 1399,-6 8-15141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14291,'0'0'2331,"0"0"155,0 0-1010,5 20-861,-2-7-527,-2-5-57,0 0 0,1 0 1,0-1-1,1 1 0,0-1 0,3 6-31,-5-11 16,0 0 0,1 1 0,-1-1 0,1 0 0,-1 0 0,1 0 0,0-1 0,0 1 1,0 0-1,0-1 0,0 1 0,0-1 0,1 0 0,-1 1 0,0-1 0,1 0 0,-1-1 0,1 1 0,-1 0 0,1-1 0,-1 1 0,1-1 0,-1 0 0,1 0 0,0 0 0,1 0-16,10-2 67,-1 0-1,1-1 0,-1-1 0,0 0 0,0 0 0,0-2 1,-1 1-1,0-2 0,0 0 0,0 0 0,-1-1 1,10-8-67,-13 10 103,-1-1 0,0 1 0,0-1 0,-1-1 0,1 1 0,-2-1 0,1 0 0,-1 0 0,0-1 0,-1 1 1,0-1-1,0 0 0,-1 0 0,0-1 0,-1 1 0,0-1 0,0 1 0,-1-8-103,-1 14 66,-1 0-1,1 1 1,-1-1-1,0 0 1,0 1-1,0-1 1,0 1-1,-1-1 1,1 1-1,-1-1 1,1 1-1,-1 0 1,0 0-1,0 0 1,0 0-1,0 0 1,0 0-1,-1 1 1,1-1-1,0 1 1,-1-1-1,1 1 1,-1 0-1,0 0 1,1 0-1,-1 0 1,0 1-1,1-1 1,-1 1-1,-3-1-65,-11-2 26,-1 0-1,0 2 1,-1 0-1,-3 1-25,5-1-217,-33 4-87,49-3 35,-1 0 1,0 1-1,1-1 1,-1 1 0,0 0-1,1-1 1,-1 1-1,1 0 1,0 0-1,-1 0 1,1 0 0,-1 0-1,1 0 1,0 0-1,0 1 1,0-1-1,0 0 1,0 1 0,0-1-1,0 1 1,0-1-1,1 1 1,-1-1 0,0 1-1,1 1 269,-2 12-5437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7 331 13035,'0'0'2079,"0"0"-357,0 0-194,-2 24-499,-1 3-737,1 1-1,3 15-291,-1-41 29,0 0-1,0 1 0,1-1 1,-1 0-1,1 0 0,-1 0 0,1 0 1,0 0-1,0 0 0,0 0 1,0 0-1,1 0 0,-1 0 1,0 0-1,1-1 0,-1 1 1,1-1-1,0 1 0,-1-1 1,1 1-1,0-1 0,0 0 1,0 0-1,0 0 0,0 0 1,0 0-1,1 0-28,4 1 131,1-1 0,-1 0 0,0 0 1,1-1-1,-1 1 0,6-2-131,-3 1 155,-2 0-3,1-1 0,-1 0 0,0-1 0,0 1 0,-1-2 0,1 1 0,0-1 0,-1 0 0,1 0-1,-1-1 1,0 0 0,0-1 0,-1 1 0,1-1 0,-1-1 0,0 1 0,0-1 0,-1 0 0,1 0 0,-2-1-1,1 1 1,-1-1 0,1 0 0,-2 0 0,1-1 0,-1 1 0,0-1 0,-1 0 0,0 0 0,0 1 0,-1-1-1,0-1 1,0 0-152,-1 5 74,-1 1 0,1-1 0,-1 1 0,0 0 0,0 0-1,0-1 1,0 1 0,-1 0 0,1 0 0,-1 0 0,0 0 0,0 1-1,0-1 1,0 0 0,-1 1 0,1-1 0,0 1 0,-3-2-74,-59-39 84,17 13-272,43 26 32,0 1-1,0-1 1,0 0-1,1 0 1,-1 0-1,1 0 1,0-1-1,0 1 1,0-1 0,1 0-1,0 0 1,0 0-1,0 0 1,0-1 156,0-8-1364,0 0 0,0-1 0,2 1 0,0-12 1364,0-22-4777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11266,'0'0'4607,"0"0"-1805,0 0-510,29-10-753,95-27-608,-115 34-853,1 0 0,-1 0 0,1 1 0,0 1 0,-1 0 0,1 0 0,0 1 1,0 0-1,0 1 0,9 1-78,-15-2 3,-4 1 1,1-1 0,0 0-1,0 0 1,0 0 0,0 1 0,0-1-1,-1 1 1,1-1 0,0 0-1,0 1 1,0 0 0,-1-1 0,1 1-1,0-1 1,-1 1 0,1 0 0,-1-1-1,1 1 1,-1 0 0,1 0-1,-1-1 1,1 1 0,-1 0 0,0 0-1,1 0 1,-1 0-4,1 31 267,-2-25-164,-1 1 1,0-1-1,0 1 1,0-1-1,-1 0 0,-4 7-103,-34 43 393,25-36-251,0 1-1,-7 16-141,19-31 60,0 1 1,1 0-1,0 0 0,0 0 0,1 0 0,0 0 0,0 1 1,1-1-1,0 1 0,0 3-60,2-11 26,-1 0 1,1 0-1,-1 0 0,1 0 1,0-1-1,-1 1 0,1 0 1,0 0-1,0-1 0,-1 1 1,1 0-1,0-1 1,0 1-1,0 0 0,0-1 1,0 0-1,0 1 0,0-1 1,0 1-1,0-1 0,0 0 1,0 0-1,0 0 0,0 1 1,0-1-1,0 0 0,0 0 1,0-1-1,0 1-26,42 1 400,-35-1-324,113-4 174,-42 1-4407,16 4 4157,-50 3-5748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8 8106,'0'0'2290,"0"0"-65,0 0-196,0 0-734,0 0-462,0 0 38,-7-1 23,-6-2-212,0 2 1,1-1 0,-1 2-1,0 0 1,0 0-1,-11 3-682,20-3 17,1 1 0,0 0 0,0 0 0,0 0-1,0 0 1,0 0 0,0 0 0,0 1-1,0 0 1,1-1 0,-1 1 0,0 0 0,1 0-1,0 1 1,-1-1 0,1 0 0,0 1 0,0 0-1,0-1 1,1 1 0,-1 0 0,1 0 0,-1 0-1,1 0 1,0 0 0,0 0 0,0 0-1,1 0 1,-1 0 0,1 1 0,-1-1 0,1 1-17,0 18 120,1 0 0,0-1 0,1 1 1,2-1-1,0 0 0,1 0 1,2 0-1,4 11-120,16 32 360,2-2-1,5 1-359,5 12 108,-1-2 152,7 15 61,14 43-321,-48-102 16,-1 1 1,-1 0-1,-2 0 0,-1 1 1,-1 0-1,0 21-16,-4-19-7,1 6 84,-1 1-1,-4 22-76,2-51 103,0-1 0,-1 1-1,0-1 1,-1 0 0,0 0 0,-1 0-1,0-1 1,0 1 0,-1-1 0,0 0-1,-1 0 1,0 0-103,4-7 45,0 1 0,0-1 0,0 0 0,-1 0 0,1 0 0,0 0 0,-1 0 0,1-1 0,-1 1 1,0-1-1,1 0 0,-1 1 0,0-1 0,0-1 0,0 1 0,0 0 0,0-1 0,0 1 0,0-1 0,0 0 0,0 0 0,0 0 0,0 0 0,0-1 0,0 1 0,0-1 0,1 0 0,-1 0 0,0 0 0,0 0 0,0 0 0,1 0 0,-1-1 1,0 0-1,1 1 0,0-1 0,-1 0 0,1 0-45,-3-3-108,-1 1 1,2-1 0,-1 0-1,0 0 1,1 0 0,0 0 0,0-1-1,0-1 108,2 3-545,0 0-1,-1-1 1,2 1 0,-1-1-1,0 0 1,1 1-1,0-1 1,0 0 0,1 0-1,-1-2 546,1 1-6611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6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13019,'0'0'2514,"0"0"-122,0 0 1026,0 0-1228,16 24-687,56 79-407,-45-70-528,1 0-1,5 1-567,-18-19 63,-1 0-1,-1 0 1,0 1 0,-1 1 0,-1 0-1,0 1-62,-2-1-107,0 0-1,-1 0 1,-1 1 0,-1 0-1,0 0 1,-1 1-1,-1-1 1,-1 1-1,0 13 108,-3-31-956,0-4-408,0-13-2077,0-6-3255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6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14299,'0'0'2337,"0"0"-337,0 0 328,-112 155-751,69-87-265,2-1 128,4-4-623,7-7-457,11-13-312,9-9 24,2-10-72,2-5-344,-15-4-1209,2-5-2392,-8-8-1904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6129,'0'0'5225,"0"0"-3000,0 0-922,25-10-380,78-29-250,-99 38-637,0-1 1,0 1-1,1 0 0,-1 0 0,0 0 1,0 0-1,1 1 0,-1 0 0,0 0 1,1 0-1,-1 0 0,0 1 0,1-1 1,-1 1-1,3 1-36,-6-1 43,1 0 0,-1 0 0,1 0 0,-1 0 0,1 0 1,-1 1-1,0-1 0,1 0 0,-1 1 0,0-1 0,0 1 0,0-1 0,0 1 1,0 0-1,0-1 0,-1 1 0,1 0 0,0 0 0,-1-1 0,0 1 1,1 0-1,-1 0 0,0 1-43,0 4 197,0 0 0,0 0 0,-1-1 1,0 1-1,-1 0 0,1 0 0,-1-1 1,-1 1-1,1-1 0,-1 1 0,0-1 1,-1 0-1,-3 5-197,-7 6 256,-1 0 1,-1-1 0,-16 12-257,11-9 146,20-19 43,47 0-11,-37 0-181,-1 0 0,1 0 0,0 1 0,-1 0 0,1 0 0,-1 1 0,1 0 0,-1 1 0,0 0 0,2 1 3,-7-2-5,0 0 0,0 0 0,-1 1 0,1-1 0,-1 0 0,1 1 0,-1 0-1,0-1 1,0 1 0,0 0 0,-1 0 0,1 0 0,-1 1 0,1-1 0,-1 0 0,0 0 0,0 1 0,-1-1 0,1 1 0,-1-1-1,0 0 1,1 1 0,-2-1 0,1 1 0,0-1 0,-1 1 0,0 0 5,0 1 48,0 0 1,-1 0-1,1 0 0,-1 0 1,-1-1-1,1 1 1,-1-1-1,0 1 0,0-1 1,0 0-1,0 0 0,-1 0 1,1-1-1,-1 1 1,0-1-1,0 0 0,0 0 1,-1 0-1,1-1 0,-3 2-48,-2 1 89,0-1 0,-1 0-1,1 0 1,-1 0 0,0-1-1,0-1 1,0 0-1,0 0 1,0-1 0,-2 0-89,12-1-150,-1 0 0,1 0 0,-1 0 0,1 0 0,0 0 0,-1-1 0,1 1 0,0 0 0,-1 0 1,1 0-1,-1 0 0,1 0 0,0-1 0,-1 1 0,1 0 0,0 0 0,-1-1 0,1 1 0,0 0 0,0-1 0,-1 1 1,1 0-1,0 0 0,0-1 0,0 1 0,-1-1 0,1 1 0,0 0 0,0-1 0,0 1 0,0 0 0,0-1 0,0 1 1,0-1-1,0 1 0,0 0 0,0-1 0,0 1 0,0-1 0,0 1 0,0 0 0,0-1 0,0 1 150,0-2-1031,0-4-7277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8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257 375 3777,'0'0'9034,"0"0"-5534,0 0-1387,0 0-667,0 0-788,-26-7-454,-82-18-121,106 24-81,0 0-1,-1 1 0,1-1 1,0 1-1,-1 0 1,1 0-1,0 0 1,0 0-1,-1 0 1,1 0-1,0 0 0,-1 1 1,1-1-1,0 1 1,0 0-1,0 0 1,-1 0-1,1 0 1,0 0-1,0 0 1,0 0-1,1 0 0,-1 1 1,0-1-1,0 1 1,1 0-1,-1-1 1,1 1-1,-1 0 1,1 0-1,0 0 0,0 0 1,-1 2-2,-3 5 8,-3 3 64,2 1-1,-1 0 1,2 0 0,-1 1-1,2 0 1,0 0 0,1 0-1,0 0 1,1 1 0,0-1-1,2 0 1,-1 1 0,2 0-1,0-1 1,1 2-72,-2-12 28,1-1 0,0 0 0,0 0 0,0 0 0,0 0 0,0 1 0,1-1 0,-1-1 0,1 1-1,0 0 1,0 0 0,0-1 0,0 1 0,0-1 0,1 1 0,-1-1 0,1 0 0,-1 0 0,2 0-28,1 1 25,0 0 1,0-1-1,1 1 1,-1-1-1,1 0 1,0-1-1,-1 0 1,1 0-1,0 0 1,6 0-26,-5 0-5,0-1 1,0 0 0,0-1-1,-1 1 1,1-1 0,0 0-1,0-1 1,0 0-1,-1 0 1,1-1 0,-1 1-1,1-1 1,-1-1 0,0 1-1,0-1 1,-1 0 0,1 0-1,-1-1 1,1-1 4,-2 1-18,0-1-1,0 0 1,-1-1 0,0 1 0,-1-1-1,1 1 1,-1-1 0,0 0 0,-1 1-1,0-1 1,1-4 18,-1-81-12,-2 62 7,-3-14 98,-1-1-1,-3 1 1,-1 0-1,-15-37-92,-14-73 4335,35 136-3075,7 26-423,6 19-685,9 22-119,-2 1 1,-1 0-1,-4 2 0,0 7-33,11 43-3499,6-4-6030,-15-65-3328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14363,'0'0'2441,"0"0"-697,0 0 512,0 0-879,83 123-689,-46-85 8,-4-4-328,-7-5-232,-1-5-136,-9-9 0,-3-5-72,1-3-1024,-4-5-2537,-4-2-3336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15051,'0'0'2745,"0"0"247,0 0-519,0 0-1417,-140 160-424,116-114-120,5-5-296,6-3-168,2-6-40,1-6 41,-1-4-41,5-3-16,4-7-345,2-7-759,13-2-1640,14-3-2498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19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3089,'0'0'12626,"0"0"-10665,0 0 1055,0 0-1751,0 0-897,0 0-224,0 0 128,54 17-32,-17-15-128,3 0-56,1-2-48,-1 0-8,-2 0-632,-12 0-2233,-9 0-3128</inkml:trace>
  <inkml:trace contextRef="#ctx0" brushRef="#br0" timeOffset="1">20 257 13419,'0'0'2880,"0"0"-1231,0 0 383,0 0-143,0 0-1073,0 0-624,0 0-192,177-5-328,-115 0-1313,-14 3-2423,-10-3-8491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5049,'0'0'2395,"0"0"602,0 0 592,0 0-1230,0 0-815,0 0-282,13-7 909,17-4-1700,0 1 0,27-5-471,-45 12 76,1 1 0,-1 0-1,1 1 1,-1 1-1,1 0 1,-1 0 0,1 1-1,-1 1 1,3 0-76,-14-2-1,1 1 0,0-1 0,0 1 0,0 0 0,0 0 0,-1-1 0,1 1 0,0 0 0,-1 0 0,1 1 0,-1-1 0,1 0 0,-1 0 0,0 1 0,1-1 0,-1 1 0,0-1 0,0 1 0,0 0 0,0-1 0,0 1 0,0 0 0,-1 0 0,1-1 0,0 1 0,-1 0 0,0 0 0,1 0 0,-1 0 0,0 0 0,0 0 0,0 0 0,0 0 0,0-1 0,-1 1 0,1 0 1,0 0-1,-1 0 0,0 0 0,1 0 0,-1-1 0,0 1 0,0 0 1,-2 6-5,-1-1 0,1 0 0,-1 1 0,-1-2 0,1 1 0,-1 0 0,0-1 0,-1 0 0,-3 3 5,-9 6-55,0-1 0,-1-1-1,0 0 1,-21 9 55,90-54-1352,-42 30 1321,-1-1 1,1 1 0,0 1 0,-1-1 0,1 1 0,0 1 0,0-1-1,0 1 1,7 1 30,-12 0-3,0-1-1,-1 1 1,1-1-1,0 1 1,-1 0-1,1 0 1,-1 0-1,0 0 1,1 1-1,-1-1 1,0 1-1,0-1 1,0 1-1,0 0 1,0 0-1,0 0 0,0 0 1,-1 0-1,1 0 1,-1 0-1,1 1 1,-1-1-1,0 1 1,0-1-1,0 1 1,0-1-1,0 1 1,-1-1-1,1 3 4,0 2 83,0-1 0,-1 1 0,0-1-1,0 0 1,0 1 0,-1-1 0,0 1-1,0-1 1,-1 0 0,0 0 0,0 0 0,0 0-1,-1 0 1,0 0 0,0 0 0,0-1 0,-1 0-1,0 1 1,0-1 0,0-1 0,0 1 0,-1-1-1,0 1-82,-8 5 210,0 0-1,-1-1 1,0 0 0,0-1-1,-1-1 1,0 0-1,0-1 1,-12 2-210,21-6-129,0 0-1,-1-1 1,1 0-1,-1 0 1,1 0 0,-1-1-1,-1 0 130,-12-7-7563,12 0-1318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13203,'0'0'2824,"0"0"73,0 0 0,153-7-1313,-78-10-656,0-2-24,0 0-207,-7-1-409,-9 3-192,-8 8-88,-3 2-16,-2 4-488,10 3-1145,-10 5-991,-11 9-4834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90 14403,'0'0'3131,"0"0"-354,0 0-671,-23 20-918,-71 63-628,90-80-507,1 1 0,0-1 0,0 0 0,1 1 0,-1 0 0,1 0 0,-1-1 0,1 2 0,0-1 0,0 3-53,1-6 31,1 0 0,0 0 0,0 0 0,0 0 0,-1 0 0,1 0 1,0 0-1,1 1 0,-1-1 0,0 0 0,0 0 0,0 0 0,1 0 0,-1 0 0,0 0 1,1 0-1,-1 0 0,1 0 0,-1 0 0,1 0 0,0 0 0,-1 0 0,1-1 0,0 2-31,3 0 93,-1 0-1,1 0 1,0 0-1,-1 0 1,1-1-1,0 1 0,0-1 1,0 0-1,0 0 1,0-1-1,0 1 1,1-1-1,1 0-92,14 0 80,-1-2 0,1 0 0,0-1 0,-1-1 0,0 0 0,1-2 0,-2 0 0,1-1 0,-1-1 0,0-1 0,-1 0 0,0-2 0,0 0 0,-1 0 0,-1-2 0,0 0 0,11-12-80,-23 21 34,1-1 1,-1 0-1,0 0 0,0 0 0,0 0 0,-1-1 0,1 1 1,-1-1-1,-1 1 0,1-2-34,-1 5 21,-1 0-1,1 0 1,-1 0 0,0 0 0,0 0 0,1 0-1,-1 0 1,-1 0 0,1 0 0,0 0-1,0 0 1,-1 0 0,1 1 0,-1-1-1,0 0 1,1 0 0,-1 0 0,0 0 0,0 1-1,0-1 1,0 1 0,0-1 0,-1 0-1,1 1 1,0 0 0,-1-1 0,1 1 0,-1 0-1,0 0 1,1 0 0,-1 0-21,-9-4 13,-1 1 0,1 0 1,-1 1-1,0 0 0,0 1 1,0 1-1,-11-1-13,-93 3-670,54 1-792,56-2 1064,-15 2-1593,15 4-1529,5 5-3454,4-1-3732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1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78 9482,'20'95'3929,"-19"-88"-3416,0 0 0,-1-1 0,0 1 0,0 0 0,0-1 0,-1 1 0,0 0 0,0-1 0,-1 1 0,1-1 0,-1 1 0,-2 1-513,-5 24 1675,6-19-1235,1-1 0,1 1 0,0-1 0,0 1 1,2 5-441,-1-15 42,0 0 0,1 0 0,-1 0 0,1 0 0,0 0 0,0 0 0,0 0 0,0 0 0,0-1 0,0 1 0,1 0 0,-1-1 0,1 1 0,0-1 0,0 0 0,0 0 0,0 1 0,0-1 0,1 0 0,-1-1 0,0 1 0,1 0 0,0-1 0,2 2-42,7 1 85,0 0 1,0-1 0,1 0 0,-1-1 0,1 0 0,-1-1 0,1-1-1,0 0 1,-1-1 0,1 0 0,0 0 0,5-3-86,1 0 45,1-1 1,-2-1 0,1-1-1,-1-1 1,0 0 0,0-2-1,9-6-45,-16 9 39,0 0 1,-1-1-1,0-1 0,0 1 1,-1-2-1,0 1 0,-1-1 0,1-3-39,-5 7 70,0 1-1,-1-1 1,0 0-1,0-1 1,-1 1-1,0-1 1,0 1-1,0-1 1,-1 1-1,0-1 1,0 0-1,-1 0 0,0 0 1,0 1-1,0-1 1,-2-4-70,1 7 31,0-1-1,0 1 1,-1 0 0,0-1 0,0 1 0,0 0 0,0 0-1,-1 0 1,1 0 0,-1 1 0,0-1 0,0 1 0,-1 0-1,1-1 1,-1 1 0,1 1 0,-1-1 0,0 1 0,-3-2-31,-13-7 22,-1 2 1,0 0-1,-17-4-22,-28-12-101,66 25 23,-1 0-1,0-1 1,1 1 0,-1 0-1,0 0 1,0-1 0,1 1-1,-1-1 1,0 1 0,1-1-1,-1 1 1,1-1 0,-1 1-1,1-1 1,-1 1 0,1-1-1,-1 1 1,1-1 0,-1 0-1,1 1 1,0-1 0,-1 0-1,1 0 1,0 1 0,0-1-1,0 0 1,-1 0 0,1 1-1,0-1 1,0 0 0,0 0-1,0 1 1,0-1 0,0 0-1,1 0 1,-1 1 0,0-1-1,0 0 1,0 0 0,1 1-1,-1-1 1,0 0 0,1 1 0,-1-1-1,1 0 1,-1 1 0,0-1-1,1 1 1,0-1 0,-1 1-1,1-1 1,-1 1 0,1-1-1,0 1 1,-1-1 0,1 1-1,0 0 1,-1-1 0,1 1-1,0 0 79,26-14-5674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12635,'0'0'5113,"0"0"-2265,0 0-1711,0 0 215,0 0 440,0 0-535,151 169-577,-111-121-232,-5-2-296,-3-7-80,-8-8-64,-5-7-8,-8-9-40,0-8-560,-3-7-969,-3 0-1183,0-12-2625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9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0 9690,'0'0'8378,"0"0"-6338,0 0-679,0 0-73,0 0-624,-131 169-184,88-113 384,0-3-160,3-5-367,5-9-217,11-8-112,10-9-8,11-12-273,3-8-903,22-2-1696,13-22-1737,2-4-6698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14539,'0'0'4212,"0"0"-1972,0 0-1289,0 0-476,0 0 132,-13 24-58,-7 10-389,2-5-23,1 1-1,2 1 0,-6 18-136,20-48 27,1 0-1,-1 0 1,1 0-1,-1 0 1,0 0-1,1 0 1,0 1-1,-1-1 0,1 0 1,0 0-1,-1 0 1,1 0-1,0 1 1,0-1-1,0 0 0,0 0 1,0 0-1,0 1 1,1-1-1,-1 0 1,0 0-1,1 0 0,-1 0 1,0 0-1,1 1 1,0-1-1,-1 0 1,1 0-1,0 0-26,1 0 106,1 0 1,0 0-1,-1-1 1,1 1-1,-1-1 1,1 1-1,0-1 0,-1 0 1,1 0-1,0 0 1,1-1-107,12 1-169,-8 0 134,23 0-369,0-1-1,21-4 405,2-10-3209,-46 12 1758,0-1 1,0 0 0,-1 0 0,1-1 0,3-3 1450,6-6-7878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16436,'0'0'2736,"0"0"-1304,0 0 1185,0 0-1097,-22 164-816,19-116-319,3-4-249,-2-6-136,-12 8-729,4-10-1807,-4-9-5202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15315,'0'0'4273,"0"0"-2752,0 0 295,0 0 232,0 0-743,140 116-649,-100-77-32,-3-1-288,-4-6-128,-4-8-152,-7-5-48,-6-7-8,-5-2-168,-1-8-512,-4 1-792,-6-3-1345,0 0-1984,0 0-1753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2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 7802,'0'0'10370,"0"0"-7650,0 0-1751,0 0 151,0 0 152,-126 145-232,83-82-55,-3-3-329,6-4-296,5-8-256,11-9-40,8-10-64,10-13-264,6-8-768,6-8-1089,18-3-1560,3-16-2024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13899,'0'0'3214,"0"0"192,0 0-797,0 0-1016,0 0-926,0 0-431,-6 14 106,-4 9-148,-33 77 546,38-86-689,0 1 0,1-1-1,1 1 1,0 0 0,1 0-1,0 8-50,2-21 2,0-1 0,1 0-1,-1 1 1,0-1-1,1 0 1,-1 1-1,1-1 1,-1 0-1,1 1 1,0-1-1,-1 0 1,1 0-1,0 0 1,0 0-1,0 0 1,0 0-1,0 0 1,0 0-1,0 0 1,0 0 0,0-1-1,1 1 1,-1 0-1,0-1 1,0 1-1,1-1 1,-1 1-1,0-1 1,1 1-1,-1-1 1,0 0-1,1 0 1,0 0-2,58 1 27,-41-2-109,-9 1-357,0-1-1,0 0 1,0-1-1,-1 0 1,1-1-1,0 0 1,-1 0-1,0-1 1,1 0-1,-1-1 1,-1 0 439,3-1-1923,-1-1 0,0 0 1,-1-1-1,0 0 0,5-5 1923,4-11-7735</inkml:trace>
  <inkml:trace contextRef="#ctx0" brushRef="#br0" timeOffset="1">277 15 12219,'0'0'3960,"0"0"-1039,0 0 888,0 0-2345,0 0-1040,0 0-216,0 0 761,-25 111-441,23-58-216,-4 0-312,4-2 0,-1-3 0,0-2-504,-2 12-1249,-3-10-2952,0-4-2328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0 201 8954,'0'0'6665,"0"0"-4488,0 0-9,0 0-335,186-17-985,-92-7-512,2-7-24,-7-1-184,-14 3-104,-10 3-24,-6 7-80,-8 7-112,0 2-808,11 10-40,-17 0-1425,-10 0-3168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3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1 800,'0'0'13054,"0"0"-8271,0 0-2880,0 0-321,0 0-399,-8 21-459,-62 158 1034,56-151-1604,10-20-130,-1 0-1,1 1 1,1-1 0,0 1-1,0 0 1,1 0-1,0 0 1,0 0 0,1 1-24,29-10 456,-7-1-417,-1-1 1,0-1 0,0-1 0,-1-1-1,1 0 1,-1-2 0,12-5-40,1-2-1302,-1-1 0,10-9 1302,-37 22-311,0 0-1,0-1 1,-1 0 0,0 1 0,1-1-1,-1-1 1,0 1 0,0 0 0,-1-1-1,1 1 1,-1-1 0,0 0-1,0 0 1,0 0 0,0 0 0,0 0-1,-1-2 312,5-40-2006,-6 13 4634,0 13 1295,0 19-2287,0 10-735,-3 391 488,7-369-1988,-3-30 431,0 0 0,0-1 1,-1 1-1,1 0 1,0 0-1,0-1 0,0 1 1,0 0-1,0-1 1,0 1-1,0-1 0,0 1 1,0-1-1,0 0 0,0 1 1,0-1-1,0 0 1,1 0-1,-1 0 0,0 0 1,0 0-1,0 0 1,0 0-1,1 0 168,19 0-5477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13171,'0'0'3913,"0"0"-2257,0 0 16,0 0-943,0 0-481,0 0 672,0 0-72,126 4-216,-83-11-56,-5-3-288,-9-2-200,-7 5-88,-9 5-720,-5 2-1968,-8 0-3922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12379,'0'0'2328,"0"0"-119,0 0 543,0 0-1359,0 0-1033,161-17-232,-105 5-80,0-1-32,12 4-32,-17 2-424,-14 2-3313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4217,'0'0'2939,"0"0"-1058,0 0 451,0 0-227,0 0-644,0 0-137,6-7-197,5-2-910,0 0 1,1 1-1,-1 0 0,1 0 0,1 2 0,0 0 0,0 0 0,0 1 0,0 0 1,1 1-1,-1 1 0,1 0 0,0 1 0,0 1 0,9 0-217,-22 1 2,0 1 0,0 0-1,0-1 1,0 1 0,0 0-1,-1 0 1,1-1 0,0 1 0,-1 0-1,1 0 1,0 0 0,-1 0 0,1 0-1,-1 0 1,0 0 0,1 0-1,-1 0 1,0 0 0,1 0 0,-1 0-1,0 0 1,0 0 0,0 1 0,0-1-1,0 0 1,0 0 0,0 0-1,-1 0 1,1 0 0,0 1-2,-7 36 36,-2-22 59,-1 0-1,0 0 1,-1-1 0,-1-1-1,0 0 1,-1 0 0,-1-1-1,-3 1-94,-26 28 101,43-42-106,0 0 1,0 1-1,-1-1 1,1 0-1,0 0 1,0 0-1,0 1 1,-1-1-1,1 0 1,0 0-1,0 0 1,0 1-1,0-1 1,-1 0-1,1 0 1,0 1-1,0-1 1,0 0-1,0 1 1,0-1-1,0 0 1,0 0 0,0 1-1,0-1 1,0 0-1,0 1 1,0-1-1,0 0 1,0 0-1,0 1 1,0-1-1,0 0 1,0 1-1,0-1 1,1 0-1,-1 0 1,0 1-1,0-1 1,0 0-1,0 0 1,1 0-1,-1 1 1,0-1-1,0 0 5,19 5-209,35-5-135,-40 0 277,-3 0 44,1-1-9,0 1 1,0 1 0,-1 0-1,1 1 1,0 0 0,9 3 31,-19-5-1,0 1 1,-1 0 0,1 0 0,0 0 0,0 0 0,0 0 0,0 0 0,-1 0 0,1 1-1,-1-1 1,1 1 0,-1-1 0,1 1 0,-1 0 0,0-1 0,0 1 0,0 0 0,0 0-1,0 0 1,0 0 0,0 0 0,-1 0 0,1 0 0,-1 0 0,1 0 0,-1 0 0,0 0-1,0 0 1,0 0 0,0 0 0,0 1 0,0-1 0,-1 0 0,1 0 0,-1 0 0,1 0-1,-1 0 1,0 0 0,0 0 0,0 0 0,0 0 0,-1 2 106,-1 0-1,1-1 1,-1 1-1,0 0 1,0-1-1,0 0 1,0 0-1,0 0 1,-1 0 0,0 0-1,1-1 1,-1 0-1,0 1 1,0-1-1,0-1-105,-67 28 804,63-26-738,-7 2-23,0 0 1,-1-2-1,1 1 1,-1-2-1,1 0 1,-11-1-44,25-1-23,1 0 0,-1 0 0,1 0 0,-1 0 0,1 0 0,-1 0 0,1 0 0,-1 0 0,1-1 0,-1 1 0,1 0 0,-1 0 0,1-1 0,-1 1 0,1 0 0,-1-1 0,1 1 0,0 0 0,-1-1 0,1 1 0,0-1 0,-1 1 0,1 0 0,0-1 0,0 1 0,-1-1 0,1 1 0,0-1 0,0 1 0,0-1 0,0 1 0,-1-1 0,1 0 0,0 1 0,0-1 0,0 0 23,3-21-3081,3 4-1532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0 144 8490,'0'0'4134,"0"0"-1609,0 0-620,0 0-458,0 0-137,0 0 194,21 0 9,61-5 165,0-4 0,40-10-1678,156-25 1568,87-16-2310,-349 58 409,2 0-1557,-10-1-10040,-17 9 945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3089,'0'0'10206,"0"0"-6529,0 0-1918,0 0-600,0 0-673,24-9-239,76-24 192,-94 31-381,0 0 0,1 0 0,-1 1 1,1 0-1,-1 0 0,1 1 0,-1 0 0,1 0 1,-1 0-1,1 1 0,3 1-58,-9-2 4,0 1 0,0-1 0,0 1 0,1-1 1,-1 1-1,0-1 0,0 1 0,0 0 0,0-1 0,-1 1 1,1 0-1,0 0 0,0 0 0,0 0 0,-1 0 0,1 0 0,0 0 1,-1 0-1,1 0 0,-1 0 0,1 0 0,-1 0 0,0 0 0,1 0 1,-1 1-1,0-1 0,0 0 0,0 0 0,0 0 0,0 1 0,0-1 1,0 0-1,0 0 0,0 0 0,-1 1 0,1-1 0,0 0 0,-1 0 1,1 0-1,-1 0 0,1 0 0,-1 0 0,0 0 0,1 0 0,-1 0 1,0 0-1,0 0-4,-4 5 27,0-1 0,0 0 0,0 0 0,-1 0 0,1-1 0,-1 1-1,0-1 1,-1-1 0,1 1 0,0-1 0,-1 0 0,-2 0-27,-38 22 26,82-21-70,-3-5 90,-18-1 44,1 2 0,-1 0 1,1 0-1,13 3-90,-26-2 7,1-1 0,-1 0 1,0 1-1,1 0 1,-1-1-1,0 1 0,0 0 1,0 0-1,0 0 1,1 1-1,-1-1 0,-1 0 1,1 1-1,0-1 0,0 1 1,0 0-1,-1-1 1,1 1-1,-1 0 0,0 0 1,1 0-1,-1 0 1,0 0-1,0 1 0,0-1 1,0 0-1,-1 0 0,1 1 1,-1-1-1,1 2-7,-1 1 41,0 0 0,0-1 0,-1 1-1,0 0 1,1 0 0,-2 0 0,1 0 0,0-1 0,-1 1-1,0-1 1,0 1 0,-1-1 0,1 0 0,-1 0-1,0 0 1,0 0 0,0 0 0,0 0 0,-1-1-1,1 0 1,-1 0 0,0 0 0,0 0 0,0 0-1,-1-1 1,1 0 0,-3 1-41,-2 2 52,0-1 1,0-1-1,-1 1 0,0-2 1,1 1-1,-1-1 0,0-1 0,0 0 1,0 0-1,0-1 0,-1 0 1,1-1-1,-4-1-52,12 2-12,1 0 0,0-1 0,0 1 0,0-1 0,0 1 0,-1-1 0,1 1 1,0-1-1,0 0 0,0 1 0,0-1 0,0 0 0,1 0 0,-1 0 0,0 0 0,0 0 0,0 0 0,1 0 0,-1 0 0,1 0 0,-1 0 1,1 0-1,-1 0 0,1-1 0,-1 1 0,1 0 0,0 0 0,0-1 0,0 1 0,0 0 0,0 0 0,0-1 0,0 1 0,0 0 0,0 0 1,0 0-1,1-1 0,-1 1 0,1 0 0,-1 0 0,1-1 12,0-3-377,1 1 0,0-1 0,0 0 0,0 0 0,0 1 0,1-1 0,0 1 0,0 0 0,1-1 377,25-22-5159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2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 13595,'0'0'2578,"0"0"-850,0 0-446,0 0-661,0 0-343,21-3-198,65-4-118,-85 7 36,0 0 0,0 0 0,0 0 0,0 0 0,0 0 0,0 0 0,0 0 0,-1 0 0,1 1-1,0-1 1,0 0 0,0 1 0,0-1 0,0 1 0,-1-1 0,1 1 0,0-1 0,-1 1 0,1 0 0,0-1-1,-1 1 1,1 0 0,0-1 0,-1 1 0,1 0 0,-1 0 0,0-1 0,1 1 0,-1 0 0,1 0 0,-1 0 0,0 0-1,0 0 1,0 0 2,-3 26-18,2-23 19,-4 10 4,0 0 0,-2 0 0,1-1 0,-2 0 0,1-1-1,-2 1 1,0-1 0,-8 8-5,5-6 238,1 0 1,1 1-1,0 1 0,1 0 0,0 0 1,1 1-239,5-9 232,-5 25 1544,39-32 371,-16-2-1899,0-1 0,1 0 0,-1-1 0,0-1 1,-1 0-1,11-4-248,11-4 61,24 2-5072,-36 5-608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1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10162,'0'0'2529,"0"0"-672,0 0-172,0 0-612,0 0-643,0 0-209,0 4 202,0 39 470,2 1 0,1-1 0,3 0 0,1 0 0,11 30-893,26 104 3056,20 176-3056,-28-135 121,-25-140-58,-7-43-840,2 1 0,1-1 0,3 2 777,-2-14-5014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0 11506,'0'0'3605,"0"0"-1534,0 0-350,0 0-688,0 0-599,-16 27-96,-97 159 935,56-89 1127,-39 47-2400,86-135-652,4-12-2014,1-22-3360,5 22 5589,-3-25-7194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11642,'0'0'2241,"0"0"-89,0 0 449,0 0-769,0 0-1031,110 157-449,-86-116-240,0-7-112,0-3-112,1-4-1089,2 4-1103,-3-4-2985,-8-3-3297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6553,'0'0'5618,"0"0"-2754,0 0-639,0 0-1073,0 0-144,0 0 568,0 0-95,8 5-513,16-5-400,0 0-344,-2-5-160,2 3-64,-2-1-248,4 1-1224,-4 2-3089,-9 0-3617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3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8794,'0'0'2512,"0"0"33,0 0-273,0 0-1055,0 0-721,0 0-160,0 0-240,145-24-88,-116 16-8,9 1-144,-6 2-1625,-5-2-4840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25 102 13243,'0'0'2094,"0"0"-375,0 0-394,-4 23-609,-12 73-230,16-94-463,-1 0-1,1 0 1,0 0 0,0 0-1,0 0 1,0 0 0,0 0 0,0 0-1,0-1 1,1 1 0,-1 0-1,1 0 1,-1 0 0,1 0 0,0 0-1,0-1 1,0 1 0,0 0-1,0-1 1,0 1 0,0-1 0,0 1-1,1-1 1,-1 1 0,1-1-1,-1 0 1,1 0 0,-1 0 0,1 0-23,2 1 43,0-1 0,1 0 0,-1 0 0,0-1 0,0 1 0,1-1 0,-1 0 0,0 0 0,4 0-43,2-1 103,-4 2-63,1-1-1,-1 0 0,0-1 0,1 1 0,-1-1 0,0-1 0,1 1 1,-1-1-1,0 0 0,0 0 0,-1-1 0,1 0 0,0 0 0,-1 0 1,1-1-1,-1 1 0,0-1 0,-1-1 0,1 1 0,-1-1 0,1 0 1,-1 1-1,-1-2 0,1 1 0,-1 0 0,0-1 0,0 0 0,0 0 1,-1 0-1,0 0 0,0 0 0,-1 0 0,1 0 0,-1 0 0,-1-1 1,1 1-1,-1-1 0,0 1 0,-1 0 0,0-6-39,0 8 23,0 1 1,-1-1-1,1 1 0,-1 0 1,1 0-1,-1 0 0,0 0 1,0 0-1,0 0 0,0 0 1,-1 1-1,1-1 0,-1 1 0,0-1 1,1 1-1,-1 0 0,0 0 1,0 1-1,-1-1 0,1 0 1,0 1-1,-3-1-23,-12-5-143,0 1 0,-1 1 0,-13-2 143,13 3-311,-23-5-1630,8 1-2034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3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6513,'0'0'8850,"0"0"-6265,0 0 183,0 0-1495,0 0-913,0 0-136,0 0 256,-129 157 56,99-111-280,6-5-8,5-10-136,3-7-112,6-11 0,4-13-120,6 0-2248,0-17-4850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14635,'0'0'3961,"0"0"-3545,0 0 504,0 0 481,0 0-721,124 131-512,-89-100-120,-6-2-48,1-5-152,2-4-1393,-8-8-2471,0-5-5466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12411,'0'0'2632,"0"0"-1416,0 0-87,0 0-761,0 0-248,150-51-120,-139 49-408,-11 2-945,0 0-1351,-6 0-2881</inkml:trace>
  <inkml:trace contextRef="#ctx0" brushRef="#br0" timeOffset="1">1 54 9762,'16'96'3265,"-16"-96"-857,0 0-23,13 0-129,19-14-1592,22-8-664,-8 3-1008,-6 4-3729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4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10002,'0'0'3990,"0"0"-1772,0 0-492,0 0-727,0 0-610,0 0-266,13 4 5,-7-3-36,30 11 122,-35-11-176,0-1-1,0 1 1,0-1 0,0 1-1,0 0 1,0 0 0,0-1-1,0 1 1,0 0-1,0 0 1,-1 0 0,1 0-1,0 0 1,-1 0 0,1 0-1,0 0 1,-1 0 0,0 1-1,1-1 1,-1 0 0,0 0-1,1 0 1,-1 1 0,0-1-1,0 0 1,0 0 0,0 0-1,0 1 1,0-1 0,0 0-1,-1 0 1,1 1-38,-15 30 711,13-27-658,-1-1-1,1 1 0,0 0 0,0 0 1,0 0-1,0 0 0,1 0 0,0 0 0,0 3-52,2-7 74,1 0-1,0-1 0,-1 1 0,1-1 0,-1 0 0,1 1 1,0-1-1,0 0 0,-1 0 0,1 0 0,0 0 0,-1 0 0,2-1-73,1 1 150,139-4 492,-4 1-5423,-89 3-2990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5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0 15507,'0'0'2217,"0"0"-145,0 0 193,-161 174-1313,126-123-584,11-13-304,8-6-8,10-15-56,4-17-752,2 0-2097,0-10-4008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15659,'0'0'4985,"0"0"-3296,0 0-505,0 0 136,0 0-15,0 0-513,51 125-424,-35-91-232,0-5-64,-5-2-64,0-8-8,-3-5-152,3-6-600,15-8-1305,1 0-2776,0-5-3889</inkml:trace>
  <inkml:trace contextRef="#ctx0" brushRef="#br0" timeOffset="1">368 56 14123,'0'0'2625,"0"0"-1825,0 0-152,0 0-648,0 0-952,137-9-4818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6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11138,'13'169'4145,"-13"-166"-976,0-3-56,0 0-865,19 0-1104,8-3-720,11-11-424,23-18-136,-4 3-1776,-9 5-3769</inkml:trace>
  <inkml:trace contextRef="#ctx0" brushRef="#br0" timeOffset="1">372 182 13243,'0'0'1576,"0"0"-210,0 0 66,0 0-174,0 0-119,25 4-119,7 0-748,0-2 0,11 0-272,-40-2 12,1-1 0,-1 1 1,0-1-1,0 1 0,1-1 0,-1 0 0,0 0 1,0 0-1,0 0 0,0-1 0,0 1 0,0-1 1,-1 0-1,1 0 0,-1 0 0,1 0 0,-1 0 0,1-1 1,-1 1-1,0-1 0,0 1 0,0-1 0,-1 0 1,1 0-1,-1 0 0,1-1-12,1-4 17,-1 0-1,1 0 1,-2 0 0,1 0 0,-1-1-1,-1 1 1,0 0 0,0-1-17,0 6 2,0 0-1,-1 0 1,1 0 0,-1 0 0,0 0 0,0 0 0,0 1 0,0-1 0,0 0-1,0 1 1,-1-1 0,0 1 0,1-1 0,-1 1 0,0 0 0,0 0 0,0 0-1,0 0 1,-1 0 0,1 0 0,0 1 0,-1-1 0,0 1 0,1-1-1,-1 1 1,0 0 0,1 0 0,-1 0 0,0 0 0,0 1 0,0-1 0,0 1-1,0 0-1,-18-3-92,0 1-1,0 1 0,0 1 0,-12 2 93,1-1-529,11-1-2859,11 0-3892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12939,'0'0'3134,"0"0"-88,0 0-407,0 0-1044,0 0-848,0 0-408,-1 13 157,4 15 15,0 0 0,2 0 1,1-1-1,1 1 0,10 24-511,29 100 436,-7 2 0,-7 1 0,-6 2 0,-7 0-1,-3 111-435,-8-183-116,-5-83-301,0-1 0,0 0 0,1 0 0,-1 0 0,0 0 0,1-1 0,-1 1 0,0-1 0,1 0 0,-1 0 0,1 0 0,-1 0 0,1-1 0,-1 1 417,13 0-4931,3 4-4300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7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13019,'0'0'5017,"0"0"-2305,0 0-1463,0 0-617,0 0-72,0 0-248,131 133 24,-93-95-80,-3-1-88,-6-3-112,-5-5-16,-8-5-32,-2-10-16,-3-4-416,-3-10-1000,0 0-2969,-3 0-2121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6121,'0'0'9930,"0"0"-8657,0 0 207,0 0 296,-150 159-831,112-106-121,11-7-248,11-7-368,8-15-208,8-7-64,14-17-1072,15 0-2625,3 0-2528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8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15491,'0'0'4097,"0"0"-2360,0 0-545,0 0-736,0 0-368,0 0-88,0 0-784,116-14-1177,-98 14-887,-12 0-3562</inkml:trace>
  <inkml:trace contextRef="#ctx0" brushRef="#br0" timeOffset="1">0 15 7258,'22'99'2176,"-25"-94"849,0 0 191,3-3-1007,0-2-25,14 0-551,21 0-977,10-5-656,17-7-776,-8 0-3233,-14 3-6794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38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14507,'0'0'2591,"0"0"-961,0 0-343,23-8-491,73-27-276,-90 33-480,0 0-1,0 0 1,0 1-1,0-1 1,0 1 0,0 1-1,1-1 1,-1 1-1,3 0-39,6 1 82,-14 0-80,1 0 0,-1 0 0,0 0 1,0 0-1,0 0 0,0 0 0,-1 1 0,1-1 1,0 0-1,0 1 0,-1-1 0,1 0 1,-1 1-1,1-1 0,-1 1 0,0-1 1,1 1-1,-1-1 0,0 1 0,0-1 0,0 1 1,0-1-1,0 1 0,0-1 0,-1 1 1,1 0-3,-4 46 104,0-34 25,-1 0-1,0 0 0,-1-1 1,-1 1-1,0-1 0,-6 6-128,7-9 116,-1-1-1,2 1 1,-1 1-1,1-1 1,1 1-1,0 0 1,1 0-1,0 0 1,0 0-1,1 0 1,0 4-116,2-14 44,1 0 1,-1-1-1,0 1 1,0 0-1,1 0 1,-1-1-1,1 1 0,-1 0 1,1 0-1,-1-1 1,1 1-1,-1-1 1,1 1-1,-1-1 1,1 1-1,0-1 0,-1 1 1,1-1-1,0 1 1,0-1-1,-1 0 1,1 1-1,0-1 1,0 0-1,-1 0 1,1 1-1,0-1 0,0 0 1,0 0-1,0 0 1,-1 0-1,1 0 1,0 0-45,37-1 552,-27 1-432,42-2-131,43 1 120,-88 1-671,0 1-1,0 0 1,-1 0-1,1 1 1,-1-1-1,1 2 1,-1-1-1,0 1 1,0 1-1,2 0 563,8 8-4245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20 15755,'0'0'4305,"0"0"-1848,0 0-201,0 0-535,0 0-601,0 0-544,-8 12-224,35-12-80,8 0 104,5-2-376,3-10 0,3 2-8,5 5-592,-14 3-1568,-10 2-4498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15307,'0'0'2137,"0"0"-257,0 0 121,0 0-1305,0 0-424,142-19-272,-32-6-744,-16 6-3009,-8 0-7370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73 16067,'0'0'2276,"0"0"383,0 0-983,0 0-1081,24-12-428,78-36-141,-98 46-19,1 0-1,0 0 0,0 0 0,0 1 1,-1 0-1,1 0 0,0 1 1,0-1-1,0 1 0,0 0 1,1 0-1,-1 1 0,0-1 0,3 2-6,-6-1 11,0 0-1,0 0 1,1 0-1,-1 0 1,0 0-1,0 1 1,0-1-1,-1 1 1,1-1-1,0 1 1,0 0-1,-1 0 1,1 0-1,-1 0 1,0 0-1,0 0 1,1 0-1,-1 0 1,0 0-1,0 3-10,1 2 29,-1 0 0,0 0 0,-1 0 0,1 0 0,-1 0 0,-1 0 0,1 0-1,-1 0 1,0 0 0,-1 0 0,0-1 0,0 1 0,0 0 0,-1-1 0,0 1 0,0-1-29,-6 9 92,-1 0 0,-1-1 1,0-1-1,-3 2-92,-29 38 53,43-53-55,0 0 0,0 1 0,0-1-1,0 1 1,0-1 0,0 1 0,0-1-1,0 1 1,0-1 0,0 0 0,0 1-1,0-1 1,0 1 0,1-1 0,-1 1-1,0-1 1,0 0 0,0 1 0,1-1 0,-1 1-1,0-1 1,0 0 0,1 1 0,-1-1-1,0 0 1,1 1 0,-1-1 0,0 0-1,1 0 1,-1 1 0,0-1 0,1 0-1,-1 0 1,1 0 0,-1 0 0,0 1 0,1-1-1,-1 0 1,1 0 0,-1 0 0,1 0 2,28 10 3,-10-4 1,-12-2 18,0 0-1,0 0 0,0 1 1,-1 0-1,1 1 1,-1-1-1,-1 1 0,1 0 1,-1 1-1,0-1 1,2 4-22,-5-7 56,-1-1 0,1 1 0,-1 0 0,1 0 0,-1 1 0,0-1 0,0 0 0,0 0 0,-1 0 0,1 1 0,-1-1-1,1 0 1,-1 1 0,0-1 0,-1 0 0,1 1 0,-1-1 0,1 0 0,-1 1 0,0-1 0,0 0 0,0 0 0,-1 0 0,1 0 0,-1 0 0,1 0 0,-1 0 0,0-1 0,-2 3-56,-7 6 154,0-1 0,0 0 0,-1-1 1,0 0-1,0-1 0,-1-1 0,0 0 0,-1-1 0,1 0 0,-12 3-154,11-4-424,-1-1 0,0-1 0,0 0 0,0-1 0,0-1 0,-3 0 424,37-1-4346,4 0-3094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18276,'0'0'3471,"0"0"-1557,0 0-732,30-5-289,344-64 737,-361 66-1712,185-35 1157,37 5-1075,-151 27-4965,21 3 4965,-108 3-5714,-13 2-5069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94 15051,'0'0'2706,"0"0"-588,0 0-848,24-15-357,79-45-242,-98 57-632,0 1-1,-1-1 1,1 1 0,0 1-1,0-1 1,0 1 0,0-1 0,0 1-1,0 1 1,0-1 0,1 1-1,-1 0 1,0 0 0,1 1-39,4-1 83,-9 0-77,0 0-1,0 1 0,1-1 0,-1 0 0,0 1 0,0-1 1,0 0-1,0 1 0,0-1 0,0 1 0,0 0 1,0-1-1,0 1 0,0 0 0,0-1 0,0 1 1,-1 0-1,1 0 0,0 0 0,0 0 0,-1 0 1,1 0-1,-1 0 0,1 0 0,-1 0 0,1 0 0,-1 0 1,0 0-1,1 0 0,-1 1 0,0-1 0,0 0 1,0 0-1,0 0 0,0 0 0,0 0 0,0 1 1,0-1-1,0 0 0,-1 0 0,1 1-5,-1 3 25,0-1-1,0 1 0,0 0 0,-1 0 1,0 0-1,0-1 0,0 1 1,0-1-1,-1 0 0,0 1-24,-7 6 46,1-1 0,-2 0 0,0 0 0,0-1-1,-11 6-45,8-5 17,-1 2-1,1-1 0,-6 8-16,18-14 5,25-4 109,7-2 8,-17 0-9,0 0 0,0 1 0,0 1 0,-1 0-1,8 2-112,-17-2 23,0 0-1,0-1 0,-1 1 0,1 0 0,0 1 0,-1-1 1,1 0-1,-1 1 0,1-1 0,-1 1 0,0 0 0,0 0 0,1 0 1,-1 0-1,-1 0 0,1 0 0,0 1 0,0-1 0,-1 1 1,0-1-1,1 1 0,-1-1 0,0 1 0,0 0 0,0 0 0,-1 0-22,2 5 90,-2 0 0,1-1 0,-1 1-1,0 0 1,-1 0 0,1-1 0,-2 1 0,1 0-1,-1-1 1,0 1 0,-1-1 0,0 0-1,0 0 1,0 0 0,-1 0 0,0 0-1,0-1 1,-1 0 0,0 1 0,0-2-1,-2 3-89,-6 5 86,1-2-1,-1 1 0,-1-2 0,0 1 0,0-2 0,-1 0 0,0-1 1,-1 0-1,-4 0-85,16-6 13,0 0 0,0-1 1,0 1-1,0-1 0,-1 0 0,1-1 1,0 1-1,0-1 0,-1 0 0,1 0 1,0 0-1,-4-1-13,7 1-5,0-1 1,0 1-1,0 0 1,0-1-1,0 1 0,0-1 1,0 1-1,0-1 1,1 0-1,-1 1 1,0-1-1,0 0 0,1 0 1,-1 0-1,1 1 1,-1-1-1,0 0 0,1 0 1,0 0-1,-1 0 1,1 0 4,-1-2-55,0 0 0,1 0 0,0 0 0,0 0 0,0 0 0,0 0 0,0 0 0,0 0 0,1 0 0,-1 0 0,1 0 55,2-5-439,-1 0-1,1 1 0,0 0 0,1-1 1,0 1-1,0 1 0,0-1 1,1 0-1,0 1 0,5-4 440,26-27-5706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4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16716,'0'0'2621,"0"0"-205,0 0-593,25-8-848,78-22-574,-101 29-395,1 0 0,-1 0-1,1 1 1,-1-1 0,1 1 0,0 0-1,-1 0 1,1 0 0,0 0 0,-1 0-1,1 0 1,0 1 0,-1-1 0,1 1 0,-1 0-1,1 0 1,-1 0 0,3 1-6,-4 0 4,1-1 1,0 0-1,-1 1 0,0 0 1,1-1-1,-1 1 0,0 0 1,0 0-1,0 0 1,0 0-1,0-1 0,0 1 1,-1 0-1,1 1 0,-1-1 1,1 0-1,-1 0 1,0 0-5,1 7 56,-1 0 1,-1 0 0,1 0 0,-1 1 0,-1-1 0,0-1 0,0 1-1,-1 2-56,-5 8 183,-1 0-1,0 0 0,-2-1 0,0-1 0,-5 7-182,5-10 108,1 1-1,1 0 1,0 0-1,1 1 1,1 0-1,0 0 1,1 1 0,-1 6-108,7-22 21,0-1 0,0 1 0,0-1 0,0 1 0,0-1 0,0 1 0,0-1 0,0 1 0,0-1 0,0 1 0,0 0 0,0-1 0,0 1 0,0-1 1,0 1-1,0-1 0,1 1 0,-1-1 0,0 1 0,0-1 0,1 1 0,-1-1 0,0 0 0,1 1 0,-1-1 0,0 1 0,1-1 0,-1 0 0,1 1 1,-1-1-1,1 0 0,-1 1-21,21-1 239,22-14-136,13-13-87,-1-1 0,1-5-16,47-38-6418,-57 34-5939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14779,'0'0'5161,"0"0"-2856,0 0-529,142-61-896,-62 35-432,1 4 65,-6 5-329,-13 5 16,-16 5-192,-17 4 0,-13 3-8,-5 0-504,-6 0-817,-5 0-911,0 0-1865,-10 0-2361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45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13435,'0'0'2906,"0"0"-100,0 0-922,0 0-638,0 0 311,0 0-226,-1 24-550,-4 78-207,5-83-382,1 1 0,1-1 0,1 1 0,0-1-1,2 0 1,0 0 0,3 7-192,7 21 262,32 154 354,-9 2 1,0 69-617,-22-151 288,-1-10 123,-3 41-411,-11-114 50,-2 1-1,-1 0 1,-2-1 0,-2 1-1,-9 31-49,-3-9 50,3 1 1,3 0-1,3 1 1,-2 54-51,11-117 49,0 0-21,0 0 1,97-4-88,-1-5 1,30-9 58,20-2-11,-38 8 621,-56 6-1668,-1 0-5309,-42 4-3452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5 121 12883,'0'0'2876,"0"0"-339,0 0 233,0 0-594,0 0-778,0 0-1378,0 0 0,0 0 0,-1 0 0,1 0 1,0 0-1,0 0 0,0 0 0,-1 0 0,1 1 0,0-1 0,0 0 0,0 0 1,-1 0-1,1 0 0,0 0 0,0 0 0,0 1 0,-1-1 0,1 0 0,0 0 1,0 0-1,0 1 0,0-1 0,0 0 0,0 0 0,0 0 0,-1 1 0,1-1 1,0 0-1,0 0 0,0 0 0,0 1 0,0-1 0,0 0 0,0 0 0,0 1 1,0-1-1,0 0 0,0 0 0,0 0 0,0 1 0,0-1 0,1 0 0,-1 0 1,0 1-1,0-1 0,0 0 0,0 0 0,0 0 0,0 1 0,0-1 1,1 0-1,-1 0 0,0 0 0,0 0 0,0 1 0,0-1 0,1 0 0,-1 0 1,0 0-1,0 0 0,1 0 0,-1 0 0,0 0 0,0 0 0,0 0-20,7 0 76,0 0-1,-1-1 1,1 1-1,0-2 1,-1 1-1,0-1 1,1 0-1,4-2-75,62-27 398,-56 23-324,32-18 107,31-14 68,-74 37-238,1 1 0,-1 0 0,0 0-1,1 0 1,-1 1 0,0 0 0,1 1-1,0-1 1,-1 1 0,1 0 0,2 1-11,-8-1 6,0 1 1,0 0 0,0-1-1,0 1 1,0 0 0,0-1-1,0 1 1,0 0 0,-1 0-1,1 0 1,0 0 0,0 0-1,-1 0 1,1 0 0,-1 0-1,1 0 1,-1 0 0,1 0-1,-1 0 1,1 0 0,-1 0-1,0 0 1,0 1 0,0-1 0,0 0-1,0 0 1,0 0-7,1 41 190,-1-32-102,-16 344 710,13-253-781,3-101-202,0 0-306,19-2-2926,3-11-1528,2-6-2720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15363,'0'0'3040,"0"0"130,0 0-1614,0 0-953,0 0-431,-19 28-11,-12 19 179,-17 34-340,43-70 86,1-1 0,0 1 0,0 0 0,1 0 0,0 1 0,1-1 0,1 1 0,0-1-1,0 1 1,1-1 0,0 1 0,1 1-86,0 18 248,-1-13-130,1 0-1,0 1 0,1-1 1,1 0-1,1 0 1,0 0-1,1-1 1,1 1-1,3 2-117,-6-14 13,0 1 0,1-1 0,0 0 0,0 0 0,1 0 0,-1-1-1,1 1 1,1-1 0,-1 0 0,1-1 0,0 1 0,0-1 0,0 0 0,0-1 0,1 0 0,-1 0 0,1 0 0,0 0 0,0-1-1,0-1 1,0 1 0,0-1 0,1 0 0,1 0-13,-2-1 7,0 0 0,0 0-1,0-1 1,0 1 0,0-2-1,0 1 1,0-1 0,0 0 0,0 0-1,-1-1 1,1 0 0,-1 0-1,1 0 1,-1-1 0,0 0 0,4-4-7,-6 4 13,0 1 0,-1-1 0,0 0 0,1 0 0,-1 0 0,0 0 0,-1 0 1,1-1-1,-1 1 0,0-1 0,0 0 0,-1 0 0,1 0 0,-1 0 1,0 0-1,0 0 0,-1 0 0,1 0 0,-1 0 0,0 0 0,-1 0 0,1 0 1,-2-5-14,1 8 3,0 0 0,0 0 0,0 1 0,0-1 0,-1 0 0,1 0 0,0 1 0,-1-1 0,0 0 0,1 1 0,-1 0 0,0-1 1,0 1-1,0 0 0,0 0 0,0 0 0,0 0 0,0 0 0,0 1 0,0-1 0,0 0 0,-1 1 0,1 0 0,0 0 0,-2-1-3,-64-3 4,61 4-4,-7 1 13,0-1 0,0 2 0,1-1 0,-1 2 0,-6 2-13,17-5-70,1 1 0,-1-1 0,1 1 0,-1 0 0,1-1 0,0 1-1,0 0 1,-1 1 0,1-1 0,0 0 0,0 1 0,0-1 0,0 1 0,0-1 0,1 1 0,-1 0-1,0 0 1,1 0 0,-1 0 0,1 0 0,0 0 0,0 0 0,0 1 0,0-1 0,0 0 0,0 1-1,0-1 1,1 0 0,-1 1 0,1-1 0,0 1 0,0-1 0,0 1 0,0 0 70,1 0-350,0 0 1,0-1-1,0 1 1,0-1-1,1 0 1,-1 1-1,1-1 1,-1 0-1,1 0 0,0 0 1,0 0-1,0 0 1,0 0-1,0 0 1,0-1-1,1 1 1,-1-1-1,0 1 1,1-1-1,0 0 1,-1 0-1,1 0 1,1 0 349,35 12-8062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67 11779,'0'0'2533,"0"0"-470,29-6-103,70-14 1199,28-13-3159,-105 25 513,-33 10 562,-37 10-25,23-4-1437,-39 13 1656,-38 5-1269,45-17-1994,-1-5-3380,52-4-4822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65 12347,'0'0'3056,"0"0"-839,0 0-666,0 0-450,0 0-350,0 0 43,-15 25-202,-42 82 93,55-104-639,1 1 0,-1-1-1,1 1 1,-1 0 0,1-1-1,0 1 1,1 0 0,-1 0 0,1 0-1,-1 0 1,1 0 0,0-1-1,1 1 1,-1 0 0,1 0-1,-1 0 1,1 0 0,0 0 0,1-1-1,-1 1 1,1 0 0,-1-1-1,1 0 1,0 1 0,0-1-1,1 0 1,-1 0 0,1 0 0,0 0-1,-1 0 1,1-1-46,4 3 75,-1 0 0,1-1 0,0 1 0,1-2 0,-1 1 0,0-1 1,1 0-1,0-1 0,0 0 0,-1 0 0,1 0 0,2-1-75,3 0 44,-1-1 0,0 0 0,1-1 0,-1 0 0,0-1 0,0 0 0,0-1 0,0-1 0,0 0 0,-1 0 0,1-1 0,-1 0 0,0-1 0,0-1-44,-3 2 13,-1 0-1,-1 0 0,1 0 0,-1-1 1,0 0-1,0 0 0,0-1 1,-1 0-1,0 0 0,-1 0 0,1 0 1,-1-1-1,-1 1 0,1-1 0,-2 0 1,1 0-1,-1-1 0,0 1 0,0 0 1,-1-8-13,0 10 18,0 1 1,-1-1 0,0 0 0,-1 0-1,1 0 1,-1 1 0,0-1 0,-1 0-1,1 1 1,-1-1 0,0 1 0,0-1-1,-1 1 1,0 0 0,0 0 0,0 0-1,0 0 1,-1 1 0,0-1 0,0 1-1,0 0 1,0 0 0,-1 0-1,1 1 1,-1 0 0,0 0 0,0 0-1,0 0 1,-1 1 0,1-1 0,0 2-1,-1-1 1,0 0 0,1 1 0,-1 0-1,-3 0-18,5 1-292,-38-2 1017,23 6-2134,18-3 1166,1-1 0,-1 0 0,1 1 0,-1-1 0,1 0 0,-1 1 0,1-1 0,0 1 0,-1-1 0,1 1 0,0-1-1,-1 1 1,1-1 0,0 1 0,-1-1 0,1 1 0,0 0 0,0-1 0,0 1 0,0-1 0,-1 1 0,1 0 0,0-1 0,0 1 243,0 5-6520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10698,'0'0'4528,"0"0"-2917,0 0-910,0 0-227,22-4 239,378-59 4608,-313 55-4855,-86 8-461,0 1 0,-1 0 0,1 0 0,-1-1 0,1 1 0,-1 0 0,1 0-1,-1 0 1,1 0 0,-1 0 0,0 0 0,1 0 0,-1 0 0,0 0 0,0 0 0,0 0 0,0 0 0,0 0 0,0 0 0,0 0 0,0 0 0,0 0-5,-1 34 77,1-26-44,0 123 525,5-1 1,15 76-559,41 103 1001,27 51-1001,33 154 1221,-121-514-1192,1 0 1,-1 0-1,0 0 1,1 0-1,-1 0 0,0 0 1,0 0-1,0 0 1,0 0-1,0 0 0,0 0 1,0 0-1,0 0 1,-1 0-1,1 0 1,0 0-1,0 0 0,-1-1 1,1 1-1,-1 0 1,1 0-1,-1 0 0,1 0 1,-1 0-1,0-1 1,1 1-1,-1 0 0,0 0-29,-27 4 873,13-5-1099,-63 3 199,-11-3 27,-28 0-1482,2 10-3773,51 1-1190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12171,'0'0'5801,"0"0"-3729,0 0 745,0 0-1505,0 0-496,0 0-576,0 0-232,75-27 16,-32 10 24,-5 3-80,-6-1 32,-8 8-112,-16 4-1720,-5 3-3177,-3 0-6994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12203,'0'0'2672,"0"0"-607,0 0-97,0 0-824,158-12-456,-101 2-424,2 0-264,29 1 0,-15-1-2128,-9 5-7226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6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4153,'0'0'1884,"0"0"-783,0 0-175,0 0-412,0 0-225,0 0 554,0 1 6967,0 1-3683,9-5-2810,1-3-1247,44-25 582,29-10-652,-67 33 78,2 1 1,-1 1-1,1 1 0,0 1 1,0 0-1,0 1 1,8 0-79,-25 3 3,0 0 1,0 0 0,1 0 0,-1 0-1,0 0 1,0 0 0,1 0 0,-1 0 0,0 0-1,1 0 1,-1 1 0,0-1 0,0 1 0,0-1-1,1 1 1,-1-1 0,0 1 0,0 0 0,0-1-1,0 1 1,0 0 0,0 0 0,0 0 0,-1 0-1,1 0 1,0 0-4,0 1 5,-1 0-1,1 0 1,-1-1 0,0 1-1,1 0 1,-1 0 0,0 0 0,0-1-1,-1 1 1,1 0 0,0 0-1,-1 0 1,1-1 0,-1 1-1,1 0 1,-1 1-5,-3 5 14,0 1 0,-1-1 1,0 1-1,0-1 0,-1-1 0,-4 6-14,-45 43 85,-17 9-85,56-50 11,93-39 195,-65 20-220,1 1-1,0 1 1,-1 0 0,1 1 0,0 0 0,0 1 0,4 1 14,-14-1-3,0 0 0,0 0 0,0 1 0,-1-1 0,1 1 0,0 0-1,0 0 1,0 0 0,0 0 0,0 0 0,-1 0 0,1 1 0,-1 0 0,1-1 0,-1 1 0,1 0 0,-1 0 0,0 0-1,0 0 1,0 1 0,0-1 0,-1 1 0,1-1 0,0 1 0,-1-1 0,0 1 0,0 0 0,0 0 0,0 0-1,0 0 1,0 0 0,-1 1 3,1 2 3,-1 0-1,0 1 1,0-1 0,-1 0-1,0 0 1,0 0-1,-1 1 1,1-1-1,-1-1 1,-1 1-1,1 0 1,-1 0 0,0-1-1,0 0 1,0 1-1,-1-1 1,0 0-1,0-1 1,0 1-3,-7 6 72,-1 0 1,1-1-1,-2-1 0,1 0 0,-1 0 1,-1-2-1,-2 2-72,14-8 34,-1 1-1,1-1 1,-1 0 0,1 0-1,-1 0 1,0 0-1,0 0 1,1 0 0,-1-1-1,0 0 1,0 1-1,0-1 1,0 0 0,1 0-1,-1-1 1,0 1 0,0 0-1,0-1 1,1 0-1,-1 0 1,0 0 0,1 0-1,-1 0 1,1 0-1,-1-1 1,1 1 0,-1-1-1,1 0 1,0 1 0,0-2-34,-1 1-136,1-1 0,0 0 1,0 0-1,1 0 1,-1 0-1,1 0 1,-1 0-1,1-1 1,0 1-1,0 0 1,1-1-1,-1 1 0,1 0 1,-1-1-1,1 1 1,0-2 135,0 5-144,0 0 1,0 0-1,1 0 1,-1-1-1,0 1 1,0 0-1,0 0 1,0 0 0,0 0-1,0-1 1,0 1-1,0 0 1,0 0-1,0 0 1,1 0-1,-1-1 1,0 1-1,0 0 1,0 0-1,0 0 1,1 0-1,-1 0 1,0 0-1,0-1 1,0 1-1,0 0 1,1 0 0,-1 0-1,0 0 1,0 0-1,0 0 1,1 0-1,-1 0 1,0 0-1,0 0 1,0 0-1,1 0 1,-1 0-1,0 0 1,0 0-1,0 0 1,1 0-1,-1 0 1,0 0-1,0 1 144,3-1-2189,12 0-8932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6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14027,'0'0'2441,"0"0"-624,0 0-70,0 0-433,39 0-395,100-2 1116,94-15-2035,26-17 2856,229-60-2856,-444 82-118,0 2-1,0 2 0,1 2 1,0 3-1,1 1 0,13 2 119,-56 0-301,-1 0-1,0 0 0,0 1 0,1-1 0,-1 1 1,0-1-1,0 1 0,0 0 0,0-1 0,0 1 1,0 0-1,0 1 0,0-1 0,0 0 0,0 0 1,0 1-1,-1-1 0,1 1 0,-1 0 0,2 1 302,2 14-5389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14947,'0'0'2527,"0"0"-997,0 0 462,31-25-797,104-78-537,-124 95-608,0 1-1,1 0 1,-1 1 0,1 0-1,1 0 1,-1 1 0,1 1 0,0 0-1,0 1 1,0 1 0,0 0-1,1 0 1,-1 1 0,14 1-50,-26 0 0,1 0 0,0 0 0,0-1 0,0 1 0,0 0 0,0 0-1,0 1 1,0-1 0,0 0 0,0 1 0,0-1 0,0 1 0,-1-1 0,1 1 0,0 0 0,0 0 0,0 0-1,-1 0 1,1 0 0,0 0 0,-1 1 0,1-1 0,-1 0 0,1 2 0,-1-1 8,0 0 0,-1 0 0,1 0 0,-1-1 0,1 2 0,-1-1 0,0 0 0,0 0 0,0 0 0,0 0 0,0 0 0,0 0 0,-1 0 0,1 0 0,-1 0 0,1 0 0,-1-1 0,0 1 0,0 0-8,-3 8 34,-1 0-1,-1-1 0,0 0 0,0 0 0,0 0 1,-1-1-1,-8 8-33,-11 5 68,0 0 0,-27 14-68,-14 11 45,67-46-46,0 0 1,0 0-1,0 1 0,-1-1 0,1 0 1,0 0-1,0 0 0,0 0 0,0 1 1,0-1-1,0 0 0,0 0 0,0 0 1,0 1-1,0-1 0,0 0 0,0 0 1,0 0-1,0 1 0,0-1 1,0 0-1,0 0 0,0 1 0,0-1 1,0 0-1,0 0 0,0 0 0,1 0 1,-1 1-1,0-1 0,0 0 0,0 0 1,0 0-1,0 0 0,0 1 0,1-1 1,-1 0-1,0 0 0,0 0 0,0 0 1,0 0-1,1 0 0,-1 0 0,0 0 1,0 1-1,0-1 0,1 0 0,-1 0 1,0 0-1,0 0 0,0 0 0,1 0 1,-1 0-1,0 0 0,0 0 0,1 0 1,-1 0-1,0 0 0,0 0 1,0-1-1,0 1 0,1 0 0,-1 0 1,19 3-54,-18-3 54,101 18 56,-93-16-46,0 1 0,-1-1 0,1 2 0,-1-1 0,0 2 0,0-1 0,0 1 0,0 0 0,-1 0 0,1 2-10,-5-5 23,-1 0 1,0 1-1,0-1 0,0 0 1,0 1-1,0-1 0,-1 1 1,1 0-1,-1 0 1,0-1-1,0 1 0,0 0 1,0 0-1,0 0 0,0 0 1,-1 0-1,0 1 1,1-1-1,-1 0 0,0 0 1,-1 0-1,1 0 0,0 0 1,-1 0-1,0 0 1,0 0-1,0 0 0,0 0 1,0 0-1,0 0 0,-1-1 1,0 1-1,1-1 1,-1 1-1,0-1 0,0 1-23,-7 7 186,0 0 0,0-1 0,-1 0 0,0 0 0,0-1 0,-1-1 0,-9 5-186,6-3 74,-1-1-1,-1-1 1,1-1 0,-1 0 0,-1-1-1,1 0 1,-1-2 0,1 0-1,-1 0 1,0-2 0,-9 0-74,25-1-25,-1 0-1,1 0 1,-1 0 0,1-1 0,0 1-1,-1 0 1,1-1 0,0 1 0,-1-1-1,1 1 1,0-1 0,-1 0 0,1 1-1,0-1 1,0 0 0,0 0 0,0 0 0,0 0-1,0 0 1,0 0 0,0 0 0,0 0-1,0-1 1,1 1 0,-1 0 0,0 0-1,1-1 1,-1 1 0,1 0 0,0-1-1,-1 1 1,1-1 0,0 1 0,0 0-1,0-1 1,0 1 0,0-1 0,0 1 0,0-1-1,0 1 1,1 0 0,-1-1 0,0 1-1,1 0 1,-1-1 0,1 1 0,0 0-1,-1-1 1,1 1 0,0 0 0,0 0-1,0 0 1,0-1 25,9-7-1223,0 0-1,1 1 1,-1 0 0,2 0-1,-1 1 1,10-4 1223,35-20-7974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70 15987,'0'0'2433,"0"0"-1425,0 0 625,0 0-73,0 0-712,0 0-488,0 0 312,-67 20-376,67-20 56,0 0 513,8-3-265,8-11-472,8-3-128,16-5-824,-7 5-1825,-1 0-5217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3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9354,'0'0'3633,"0"0"-1115,0 0-503,0 0-71,0 0-89,0 0-489,3-9-499,2-4-621,0 1 0,1 0 0,0 1 0,1 0 0,5-7-246,-9 14 86,0 0-1,0-1 0,0 1 0,1 0 1,0 1-1,0-1 0,0 1 0,0 0 0,0-1 1,0 2-1,1-1 0,0 1 0,-1-1 0,1 1 1,0 1-1,0-1 0,0 1 0,1-1-85,-4 3 5,0-1-1,0 0 1,0 1-1,0 0 1,0-1-1,0 1 1,0 0-1,0 0 1,0 0-1,0 0 1,0 1 0,-1-1-1,1 0 1,0 1-1,-1-1 1,1 1-1,-1-1 1,1 1-1,-1 0 1,0 0-1,0 0 1,0 0-1,0 0 1,0 0-1,0 0 1,-1 0-1,1 0 1,-1 0-1,1 1-4,15 71 30,-15-65-20,2 11 4,-1 0 1,0 1-1,-2-1 0,0 0 1,-1 1-1,-4 19-14,2-28 12,-1 0-1,1 1 1,-2-1 0,0-1-1,0 1 1,-1-1 0,0 0 0,-1 0-1,-1-1 1,0 1 0,-5 4-12,-40 46 77,53-61-77,-1 0 0,1 1 0,0-1 0,0 0 0,0 0 0,0 1 0,0-1 0,0 0 0,0 0 0,0 1 0,0-1 0,0 0 0,0 1 0,0-1 0,0 0 0,0 0 0,0 1 0,0-1 0,0 0 0,0 0 0,0 1-1,1-1 1,-1 0 0,0 0 0,0 1 0,0-1 0,0 0 0,1 0 0,-1 0 0,0 1 0,0-1 0,0 0 0,1 0 0,-1 0 0,0 0 0,0 0 0,0 1 0,1-1 0,-1 0 0,0 0 0,1 0 0,-1 0 0,0 0 0,0 0 0,1 0 0,-1 0 0,0 0 0,0 0 0,1 0 0,-1 0 0,0 0 0,1 0 0,13 3 54,10-1 13,0-2-1,0 0 0,-1-2 0,1-1 0,-1 0 1,1-2-1,-1-1 0,8-3-66,85-18-300,6 9-3454,-73 12-1870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3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1445 0 10802,'0'0'1689,"0"0"151,-174 118-424,74-48-1112,-37 30-168,-42 23-120,7-3 0,19-13-8,21-13-8,41-22-24,-30 30-960,16-13-5065,25-16-2641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0 256 264,'0'0'12591,"0"0"-8492,0 0-2005,3-22-571,18-180 2491,-15 174-2613,-6 28-1383,0 0 0,0 0 1,0 0-1,0-1 0,0 1 0,0 0 0,0 0 1,0 0-1,0 0 0,0 0 0,0-1 0,0 1 1,0 0-1,0 0 0,0 0 0,0 0 0,0 0 1,0 0-1,1 0 0,-1-1 0,0 1 0,0 0 1,0 0-1,0 0 0,0 0 0,0 0 0,0 0 1,1 0-1,-1 0 0,0 0 0,0 0 0,0 0 1,0 0-1,0 0 0,1-1 0,-1 1 0,0 0 1,0 0-1,0 0 0,0 0 0,0 0 0,1 1 1,-1-1-1,0 0 0,0 0 0,0 0 0,0 0 1,0 0-1,0 0 0,1 0 0,-1 0 0,0 0 1,0 0-1,0 0 0,0 0 0,0 0 0,0 1 1,0-1-1,1 0 0,-1 0 0,0 0 0,0 0 1,0 0-1,0 0 0,0 0-18,13 47 620,4 72-184,-5 0 0,-3 83-436,-9-201 0,0 3-45,0 0 0,0 0 0,0 0-1,1 0 1,-1 0 0,1 0 0,0 0 0,1 0 0,-1 0 0,1-1 0,-1 1 0,3 3 45,-3-6-174,1 0 0,-1 0 0,0 0 0,1 0 1,-1-1-1,1 1 0,-1 0 0,1-1 0,-1 1 0,1-1 0,0 1 1,-1-1-1,1 0 0,0 0 0,-1 1 0,1-1 0,0-1 1,-1 1-1,1 0 0,0 0 0,-1 0 0,1-1 0,0 1 1,-1-1-1,1 1 0,-1-1 0,1 0 0,-1 0 0,1 0 0,-1 0 1,0 0-1,2-1 174,28-22-6434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5:5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16644,'0'0'2555,"0"0"-1030,-15 29 387,-45 98-410,55-115-1357,1 0 0,0 0-1,1 0 1,1 0-1,0 1 1,0-1-1,1 1 1,1-1-1,0 1 1,0-1-1,1 1 1,1-1-1,0 1 1,1-1-1,1 0 1,2 8-145,-3-13 16,0 0 0,0 0 0,1 0 1,0 0-1,0 0 0,0-1 0,1 1 0,0-1 0,0-1 1,1 1-1,0-1 0,0 0 0,0 0 0,0 0 0,1-1 1,0 0-1,0-1 0,0 1 0,0-1 0,0-1 0,1 1 0,-1-1 1,1 0-1,0-1 0,0 0 0,1 0-16,-7-2 1,0 1-1,0-1 1,0 0-1,0 1 1,0-1 0,0 0-1,0 0 1,-1-1-1,1 1 1,0 0 0,0 0-1,-1-1 1,1 1-1,-1-1 1,1 0-1,-1 1 1,0-1 0,0 0-1,1 0 1,-1 0-1,-1 0 1,1 0 0,0 0-1,0 0 1,-1 0-1,1 0 1,-1 0-1,0 0 1,1 0 0,-1-1-1,0 1 1,0-1-1,0 0-10,0 0 1,1 0 0,-1 1-1,0-1 1,0 0 0,0 0-1,-1 0 1,1 1-1,-1-1 1,1 0 0,-1 1-1,0-1 1,0 1-1,0-1 1,-1 1 0,1-1-1,-1 1 1,1-1-1,-1 1 1,0 0 0,1 0-1,-1 0 1,0 0-1,0 0 1,-1 1 0,1-1 9,-3 0-113,0 1 0,0 0 0,-1 0 0,1 0 0,0 0 0,0 1 0,-1 0 0,1 0 0,0 1 1,0-1-1,-1 1 0,1 0 0,0 0 0,0 1 0,0 0 0,0 0 0,0 0 0,-4 3 113,-10 5-1069,1 2 0,-1 1 0,-15 14 1069,17-13-1139,-50 40-4421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4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900 0 9274,'0'0'3217,"0"0"-2425,-180 90-520,78-27-264,-32 23 72,-49 40-80,28-15-360,10-12-2673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4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14075,'0'0'3809,"0"0"-2505,0 0 673,0 0-441,0 0-520,0 0-320,196 3-568,-137-11 8,-8 6-136,-10 2 0,-9 0 0,-8 0-520,-24 10-1536,0 7-2809,0 2-3489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12411,'0'0'1656,"0"0"841,0 0-785,0 0-432,0 0-688,143 34-328,-79-53-264,33-13-312,-14 6-2208,-16 2-6554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5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5873,'0'0'6608,"0"0"-3523,0 0-922,28-12-711,92-38-501,-115 47-897,1 1 0,0 0 1,0 0-1,1 0 0,-1 1 0,0 0 0,0 0 0,1 1 0,-1 0 0,0 0 0,1 0 0,0 1-54,1 0 39,-7-1-27,0 0-1,0 0 0,0 1 0,0-1 0,0 0 0,0 1 0,0-1 0,0 1 0,0-1 0,0 1 0,0-1 1,0 1-1,0-1 0,-1 1 0,1 0 0,0 0 0,0-1 0,-1 1 0,1 0 0,0 0 0,-1 0 1,1 0-1,-1 0 0,1 0 0,-1 0 0,0 0 0,1 0 0,-1 0 0,0 0 0,0 0 0,1 0 0,-1 0 1,0 0-1,0 0 0,0 0 0,0 1 0,-1-1 0,1 0 0,0 0 0,0 0 0,-1 0 0,1 0-11,-1 3 72,0 1-1,-1-1 0,1 0 1,-1 1-1,0-1 0,0 0 0,0 0 1,-1-1-1,1 1 0,-2 0-71,-11 12 185,-2-2 0,1 0 0,-2-1 0,-2 1-185,-18 13 42,38-27-64,0 0 1,-1 0-1,1 0 0,0 0 1,0 0-1,-1 1 0,1-1 1,0 0-1,0 0 0,-1 0 1,1 1-1,0-1 0,0 0 1,-1 0-1,1 1 0,0-1 1,0 0-1,0 1 0,0-1 1,0 0-1,-1 0 0,1 1 1,0-1-1,0 0 0,0 1 1,0-1-1,0 0 0,0 1 1,0-1-1,0 0 0,0 1 1,0-1-1,0 0 1,0 1-1,0-1 0,0 0 1,1 0-1,-1 1 0,0-1 1,0 0-1,0 1 0,0-1 1,0 0-1,1 0 0,-1 1 1,0-1-1,0 0 0,1 0 1,-1 0-1,0 1 0,0-1 1,1 0-1,-1 0 0,0 0 1,0 0-1,1 1 0,-1-1 1,0 0-1,1 0 0,-1 0 1,0 0-1,1 0 0,-1 0 1,0 0-1,1 0 0,-1 0 1,0 0-1,1 0 0,-1 0 1,0 0 21,41 5-7,-10-1-21,-25-2 68,0 0 0,0 1 1,0 0-1,0 0 0,0 0 0,-1 0 1,0 1-1,1 0 0,-1 0 0,-1 1 1,1-1-1,3 6-40,-6-8 55,0 0 0,-1 0 0,0 1 0,1-1 1,-1 0-1,0 1 0,0-1 0,0 0 0,-1 1 0,1-1 0,0 1 1,-1-1-1,0 1 0,1-1 0,-1 1 0,0 0 0,0-1 0,-1 1 1,1-1-1,-1 1 0,1-1 0,-1 1 0,0-1 0,0 1 0,0-1 1,0 0-1,0 1 0,0-1 0,-1 0 0,1 0 0,-1 0 0,1 0 1,-1 0-1,-1 0-55,-8 9 133,-1-1 1,0-1 0,-1 0-1,0-1 1,0 0-1,-1-1 1,0-1 0,0 0-1,-1-1 1,1 0-1,-1-2 1,0 1 0,0-2-1,-1 0 1,1 0 0,-1-2-135,15 0-16,1 0-1,-1 0 1,0 0-1,1 0 1,-1-1-1,0 1 0,1 0 1,-1 0-1,0-1 1,1 1-1,-1 0 1,1-1-1,-1 1 0,0 0 1,1-1-1,-1 1 1,1-1-1,-1 1 1,1-1-1,0 1 0,-1-1 1,1 0-1,-1 1 1,1-1-1,0 1 1,0-1-1,-1 0 0,1 1 1,0-1-1,0 0 1,0 0-1,0 1 1,-1-1-1,1 0 0,0 1 1,1-2 17,0-16-7054,1 11-1239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5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13435,'0'0'4454,"0"0"-1657,0 0-219,0 0-470,27-2-641,-5 1-1212,37-4 511,-1-1 0,16-7-766,43-13 716,-36 7-496,0 4-1,13 2-219,-86 12-314,22 0 666,-18 4-2081,-7 7-3303,-4 2-214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66 15283,'0'0'2670,"0"0"-355,0 0-218,0 0-734,0 0-586,0 0-227,19-13-233,58-35-170,-76 48-146,0-1 0,-1 1-1,1-1 1,0 1 0,0 0 0,0-1 0,-1 1 0,1 0 0,0 0 0,0-1-1,0 1 1,-1 0 0,1 0 0,0 0 0,0 0 0,0 0 0,0 0 0,0 0-1,-1 0 1,1 0 0,0 1 0,0-1 0,0 0 0,-1 1 0,1-1-1,0 0 1,0 1 0,-1-1 0,1 1 0,0-1 0,0 1 0,-1-1 0,1 1-1,-1 0 1,1-1 0,-1 1 0,1 0 0,0 0-1,4 29 17,-5-24-6,0 14 11,-1 0-1,0 0 0,-2 0 1,0-1-1,-1 1 1,-1-1-1,-1 0 1,-1 0-1,0 0 0,-10 16-21,-13 19 258,-2-1 0,-35 44-258,66-95 10,0-1 1,0 1 0,0 0 0,-1-1 0,1 1 0,0-1-1,0 0 1,-1 1 0,1-1 0,-1 0 0,0 0-1,1 0 1,-1 0 0,0 0 0,0 0-11,2-1 10,-1 0 1,1-1-1,-1 1 1,1 0-1,0 0 0,-1 0 1,1 0-1,-1-1 1,1 1-1,0 0 0,-1 0 1,1-1-1,0 1 1,-1 0-1,1-1 1,0 1-1,-1 0 0,1-1 1,0 1-1,0-1 1,-1 1-1,1 0 1,0-1-1,0 1 0,0-1 1,0 1-1,-1-1 1,1 1-1,0-1 0,0 1 1,0 0-1,0-1 1,0 1-1,0-1 1,0 1-11,0-6 37,0 0 0,0 1 0,1-1 0,0 0 0,0 1 0,0-1 1,0 0-1,3-4-37,-2 7-2,0 0 0,0 0 1,1 0-1,0 0 0,0 0 0,0 0 0,0 1 1,0-1-1,0 1 0,0 0 0,1 0 1,-1 0-1,1 1 0,0-1 0,0 1 1,-1 0-1,1 0 0,0 0 0,0 0 1,0 1-1,0-1 0,0 1 0,0 0 1,0 1-1,0-1 2,9 0-6,1 1-1,-1 0 1,1 0 0,-1 2 0,1 0-1,10 4 7,28 14-13,-32-12 20,0-1 1,0-1-1,1 0 0,-1-2 0,12 2-7,-26-6 5,0-1 0,0 0 0,0 0 0,-1 0-1,1 0 1,0-1 0,0 0 0,-1-1-1,1 1 1,0-1 0,-1 0 0,0 0 0,1 0-1,-1-1 1,0 0 0,0 0 0,-1-1-1,1 1 1,0-1 0,-1 0 0,0 0-1,2-2-4,-1-1-90,0 0-1,0-1 0,0 1 0,-1-1 0,0 0 0,0 0 0,-1 0 0,1-6 91,9-41-6555,-10 33-564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14547,'0'0'3801,"0"0"-1793,0 0-103,0 0-721,0 0-776,171-12-296,-125 5-64,-11 2-48,-5 0-576,-9 2-1072,-8 3-1177,-10 0-2752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7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12779,'0'0'2864,"0"0"25,0 0-1089,0 0-1071,147-65-529,-98 51-192,23-3-16,-10 5-2121,-11 2-8601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7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195 260 16956,'0'0'2740,"0"0"-606,-2-27-28,-1-14-1471,-15-128 1689,13 146-1806,3 26 115,0 39 127,5 35-753,12 59-7,-6-58-107,-1 63 107,-9-138-36,0-1 0,0 0 0,0 0 0,0 0 0,0 0 0,-1 0 1,1 0-1,-1 0 0,1-1 0,-1 1 0,0-1 0,0 1 0,1-1 0,-1 1 0,0-1 0,-1 0 0,1 0 0,0 0 0,0 0 0,0 0 0,0-1 0,-1 1 1,1-1-1,0 1 0,-1-1 0,-1 0 36,-67 10-47,39-8-65,-12 1 551,78-9-37,101-16-291,-84 13-2441,0 1-4261,-20 3-4459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7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7538,'0'0'10626,"0"0"-8314,0 0 1361,0 0-2273,0 0-703,0 0-529,-13 123-168,13-108-288,8-15-1561,11 0-3912,0 0-7898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0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102 160 17092,'0'0'4025,"0"0"-1710,0 0-738,24-18-643,78-58-306,-92 69-476,1 0-1,0 1 1,0 1 0,0-1 0,11-2-152,-16 6 68,-1 0 1,0 0 0,0 0-1,-1 0 1,1-1 0,0 0 0,-1 0-1,4-4-68,-7 7 12,-1 0-36,-8 0-74,0 2-1,0-1 0,1 1 0,-1 0 0,0 1 1,1-1-1,-1 1 0,1 1 0,0 0 1,-4 2 98,-67 49 79,74-52-104,3-3 24,-65 56 32,61-51-24,-1 1-1,1 0 1,0 0-1,0 0 0,1 1 1,-1 0-1,1 0 0,1 0 1,-2 4-7,5-10 0,-1 0 1,1-1-1,0 1 1,0-1-1,0 1 1,0-1-1,0 1 1,0 0 0,0-1-1,0 1 1,0-1-1,0 1 1,0-1-1,0 1 1,1 0-1,-1-1 1,0 1-1,0-1 1,0 1-1,1-1 1,-1 1-1,0-1 1,1 1 0,-1-1-1,0 1 1,1-1-1,-1 0 1,1 1-1,-1-1 1,1 0-1,-1 1 1,1-1-1,-1 0 1,1 1-1,-1-1 1,1 0-1,-1 0 1,1 0-1,-1 0 1,1 1 0,0-1-1,-1 0 1,1 0-1,-1 0 1,1 0-1,35 0 50,-24-1-36,175 1 34,-184 0-51,1 0-1,0 1 1,-1-1 0,1 1 0,0-1 0,-1 1-1,1 0 1,-1 1 0,1-1 0,-1 0-1,0 1 1,0 0 0,0 0 0,0 0 0,0 0-1,0 0 1,0 1 0,-1-1 0,1 1-1,-1 0 1,1 0 0,-1 0 0,0 0 0,0 0-1,-1 0 1,1 1 0,-1-1 0,1 0 0,-1 1-1,0 0 4,0 2-3,0-1 0,0 1 0,0-1 0,-1 1 0,1 0 0,-1-1 0,-1 1 0,1 0 0,-1-1 0,0 1 0,-1 0 0,1-1-1,-1 0 1,0 1 0,0-1 0,-1 0 0,1 0 0,-1 0 0,-3 3 3,-1 1 35,0-1 0,0 0 0,-1 0 0,-1 0 0,1-1 0,-1 0 0,-1-1 0,1 0 1,-4 1-37,8-5 17,1 1 0,-1-1-1,0 0 1,0-1-1,0 1 1,0-1-1,-1 0 1,1 0 0,0-1-1,0 0 1,0 0-1,-1 0 1,1 0-1,0-1 1,0 0 0,-1 0-1,1 0 1,0-1-1,0 1 1,-4-3-16,3 1-230,0 1 0,0 0 0,-1 0 0,1 0 0,0 1 0,-1 0 0,1 0 0,-1 1-1,1 0 1,-4 0 230,-1 1-971,1 0-1,-1 0 1,1 1-1,0 1 1,-1 0-1,1 0 972,-26 11-8658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5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183 346 12947,'0'0'3328,"0"0"237,0 0-1043,0 0-1038,0 0-382,2-7-171,3-18-475,-1-1 1,-1 0-1,-2 0 1,0 0 0,-2 1-1,-2-15-456,2 30 19,-2 1 1,1-1-1,-2 1 0,1 0 1,-1 0-1,0 0 0,-1 0 1,0 1-1,-1 0 0,1 0 1,-1 0-1,-1 1 0,0 0 1,-5-5-20,11 11 3,-1-1 0,0 1 0,1 0 0,-1 0 1,0 0-1,0 0 0,0 0 0,0 1 0,0-1 0,0 0 0,0 1 1,0-1-1,0 1 0,0 0 0,0 0 0,0 0 0,0 0 0,0 0 0,0 0 1,0 1-1,0-1 0,0 0 0,0 1 0,0 0 0,0-1 0,0 1 1,0 0-1,1 0 0,-1 0 0,0 0 0,1 1 0,-1-1 0,0 0 1,1 1-1,-1-1 0,1 1 0,0-1 0,0 1 0,-1 0 0,1 0 1,0-1-1,1 1 0,-1 0 0,0 0 0,0 0 0,1 0 0,-1 0 0,1 0-2,-8 23 8,2 1 1,1-1-1,1 1 1,1 0 0,1 6-10,2 135 171,2-113-124,4 31 20,4 0 1,3-1-1,9 16-67,-5-21 65,-3 1 0,-4 1-1,-1 53-64,-8-133-51,-1 0-1,0 0 0,1 0 1,-1 0-1,0 0 0,0 1 1,0-1-1,0 0 0,0 0 1,0 0-1,0 0 0,-1 0 1,1 1-1,0-1 0,-1 0 1,1 0-1,-1 0 0,1 0 1,-1 0-1,1 0 0,-1 0 1,0 0-1,1 0 0,-1-1 1,0 1-1,0 0 0,0 0 1,1-1-1,-1 1 0,0 0 1,0-1-1,0 1 0,0-1 1,-1 1 51,-2-1-321,1-1 1,0 0 0,-1 0 0,1 0-1,-1 0 1,1 0 0,0-1-1,0 1 1,0-1 0,0 0 0,-1-1 320,-29-20-4851,3-1-1974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5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14403,'0'0'4865,"0"0"-3553,0 0 1089,0 0-1337,0 0-640,0 0-168,188-85-200,-131 64 8,-6 1-64,0 1 0,13-5-496,-13 2-1888,-8 5-2817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6:54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13691,'0'0'2232,"0"0"-239,0 0 71,0 0 17,153 138-753,-116-56-24,-7 12-223,-14 8-281,-11 2-272,-5-3-280,0-2-184,-18-5-64,-9 0 0,-3 1-184,-15 28-568,7-19-1809,8-20-4008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0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9522,'0'0'2681,"0"0"-92,0 0-227,0 0-493,0 0-329,-1 1 3196,1 10-4598,9 11-16,0 0 1,2 0-1,0-1 0,6 6-122,10 19 346,5 15-1,-17-29-253,1-2 0,1 0 0,2-1 0,1-1 0,1 0-1,11 9-91,-30-35 6,0 0 0,0 1-1,1-1 1,-1 0 0,1 0-1,-1-1 1,1 1 0,0 0-1,0-1 1,0 0 0,-1 1-1,2-1 1,-1 0 0,0-1-1,0 1 1,0-1 0,0 1-1,0-1 1,0 0 0,1 0-1,0 0-5,-1-1 15,1 0-1,0-1 0,-1 1 0,0-1 0,1 0 0,-1 1 0,0-2 1,0 1-1,0 0 0,0-1 0,0 1 0,-1-1 0,1 0 0,-1 0 1,2-2-15,8-14 89,0-1 1,-2 0 0,0-1 0,-1 0 0,2-12-90,-5 18 42,4-13 30,-1 0-1,-1-1 0,-1 0 0,-2-1 1,-1 1-1,-1-1 0,-1-14-71,-1 42-391,0-1-1,0 1 1,0 0 0,0-1-1,1 1 1,-1 0-1,1 0 1,-1 0 0,1 0-1,0 0 1,0 0-1,0 0 1,0 1 0,0-1-1,0 1 1,0-1 0,1 1-1,1-1 392,3-2-2072,22-17-6499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0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11562,'0'0'2193,"0"0"605,0 27 725,0 223 1250,-8 70-2558,8-374-2153,-2-4-49,3-1 0,2 1-1,3 0 1,2 0 0,9-26-13,-15 78 0,-1 0 0,2 1 0,-1-1 0,0 0-1,1 1 1,0 0 0,1-1 0,-1 1 0,1 0 0,-3 4-2,1-1 0,-1 1 0,0 0 0,1 0 0,-1 0-1,0 0 1,1 0 0,0 0 0,-1 0 0,1 1 0,0-1 0,-1 0-1,1 1 1,0 0 0,-1-1 0,1 1 0,0 0 0,0 0 0,0 0-1,-1 0 1,1 0 0,0 0 0,0 0 0,-1 1 0,1-1 0,0 1-1,0-1 1,-1 1 0,1 0 0,-1-1 0,1 1 0,0 0 0,-1 0-1,1 0 3,5 5-2,1 0 0,-1 0 0,0 0-1,-1 1 1,0 0 0,0 0 0,0 1-1,3 6 3,41 73 108,-37-61-23,96 162-150,-130-186-7229,-5-6 709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0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15779,'0'0'3057,"0"0"912,0 0-2017,0 0-847,0 0-793,0 0-168,0 0-144,163-131 8,-114 93-8,7-10-1065,-16 9-1903,-10 10-3386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08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11747,'0'0'3752,"0"0"-895,0 0-161,9 23-758,0 2-1545,6 19 838,2-1-1,18 31-1230,-4-30 588,-25-37-534,0 2-1,0-1 1,0 1 0,-1 0-1,0 0 1,3 10-54,-30-28 310,14 3-304,-1 0 0,1-1 0,1 0 0,0-1 0,0 1 0,0-1 0,1-1 0,0 1 0,0-1 0,1 0-1,1 0 1,-1-1 0,1 1 0,1-1 0,-1-3-6,2 6 3,0-1-1,0 0 1,1 1 0,0-1-1,1 0 1,0 0 0,0 0-1,0 0 1,1 0-1,0 1 1,1-1 0,0 0-1,0 1 1,1-1 0,-1 1-1,2 0 1,-1-1 0,1 2-1,0-1 1,1 0-3,0-1-6,0 1 0,1 0 1,0 0-1,0 0 0,0 1 1,1 0-1,0 1 0,0-1 1,1 1-1,-1 0 0,1 1 1,0 0-1,1 0 0,-1 1 1,0 0-1,1 1 0,0-1 1,0 2-1,0-1 0,6 1 6,-13 1-2,0 0-1,-1 0 1,1 0-1,-1 0 1,1 1-1,0-1 1,-1 1-1,1-1 1,-1 1-1,1 0 1,-1-1-1,1 1 1,-1 0-1,0 0 1,1 0-1,-1 0 1,0 0-1,0 0 1,0 1-1,0-1 1,0 0-1,0 1 1,1 0 2,0 2-2,0 0 1,0 1 0,-1-1 0,1 0 0,-1 1-1,0-1 1,0 1 0,-1 0 0,1 1 1,-1 7 1,0-1-1,-1 0 1,0 1 0,0-1 0,-1 1-1,-4 9 0,-2-1-2,-2 0-1,0-1 1,-1 0-1,-6 7 3,2-3 7,0 2 0,-7 20-7,19-38 19,0-1 1,0 1-1,1 0 0,0 0 0,1 0 0,0 0 0,0 0 1,1 0-1,0 0 0,0 0 0,1 8-19,0-15 14,0 1-1,0-1 0,0 1 1,0-1-1,0 1 1,0-1-1,0 0 0,0 1 1,1-1-1,-1 0 1,0 0-1,1 0 0,-1 0 1,1 0-1,-1 0 1,1 0-1,-1 0 0,1-1 1,0 1-1,-1-1 1,1 1-1,0-1 0,0 0 1,-1 1-1,1-1 1,0 0-1,1 0-13,56 0 386,-49 0-336,2-2-23,1 1 1,-1-2-1,0 0 1,0 0 0,0-1-1,0 0 1,-1-1-1,0-1 1,1 0-1,-2 0 1,3-2-28,50-39-1577,-6-3-4307,-16 12-5373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0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16347,'0'0'2756,"0"0"-995,0 0 115,-10 26-271,0-2-1257,1-2-86,1-1 1,0 1 0,2 0 0,0 1 0,2 0 0,-1 15-263,4-28 110,-4 28 246,2 1-1,1-1 1,3 1-1,1 0 1,3 15-356,-1-41 35,0-1 1,1 1-1,0-1 1,1 1-1,1-2 1,0 1-1,0-1 1,1 0-1,0 0 0,1-1 1,0 0-1,1-1 1,0 0-1,6 4-35,-7-6-224,0 0-1,0-1 1,1 1 0,0-2-1,0 0 1,1 0 0,-1 0-1,1-2 1,0 1 0,0-1-1,1-1 1,-1 0-1,0-1 1,1 0 0,-1 0-1,1-1 1,0-1 224,26-11-5074,-2-8-3330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0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14027,'0'0'3729,"0"0"-1875,0 0-505,0 0 85,28 22-155,12 9-856,24 18 1246,25 28-1669,-64-55 335,-2 1 0,-1 0 0,0 2 0,11 19-335,-26-33-118,0 0 0,0 1 0,-1 0-1,-1 0 1,0 1 0,0 0 0,-1 0-1,-1 0 1,0 0 0,-1 0 0,-1 0-1,1 10 119,-21-34-8300,3-9-2356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0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1 18164,'0'0'3001,"0"0"-2105,0 0 1600,-145 135-1039,99-70-881,3 3-200,6-5-184,7-3-176,9-9 56,7-8-144,9-9 24,2-10-488,3-7-857,11-17-943,19-7-1833,2-17-5769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0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8554,'0'0'7723,"0"0"-4555,0 0-908,0 0-321,26 29-532,84 99-432,-103-119-900,-1 1 0,1 0 1,-2 0-1,1 1 0,-2 0 1,1 0-1,-1 0 1,-1 0-1,0 1 0,-1-1 1,0 1-1,0 0 0,-2 0 1,1-1-1,-1 1 0,-2 8-75,2 8 77,0-2-47,0 0 0,-2 1 0,0-2 0,-2 1 0,-1 0 0,-1-1 0,-10 25-30,-20 36-656,34-83-1017,4-6-1453,10-11-2189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0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15227,'0'0'2257,"0"0"-1289,0 0 944,0 0-1272,0 0-391,159 0-17,-122 0-104,-2 0-120,3 0-8,-9 0-1905,-13-3-5464</inkml:trace>
  <inkml:trace contextRef="#ctx0" brushRef="#br0" timeOffset="1">137 254 14243,'0'0'2921,"0"0"-569,0 0-383,0 0-1241,0 0-472,0 0-136,0 0-120,204-48-688,-137 21-2065,-7 1-6497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13827,'0'0'3081,"0"0"-577,0 0 369,0 0-1345,139-12-784,-85-3-144,-3-2-240,-8 3-232,-5 2-128,-9 5 0,-7 2-648,-9 0-1656,-2 3-3009,-8-1-7154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14755,'0'0'2537,"0"0"-585,0 0 429,-11 21-793,-3 0-1228,7-10-185,0 0 1,1 0-1,0 1 1,0 0-1,1 0 1,1 0-1,0 1 1,1-1 0,0 1-1,0 8-175,0 5 347,1 0-1,1 0 1,1 1 0,1-1-1,1 0 1,2 0 0,3 13-347,-4-30 31,-1 0 0,1-1 0,1 1 0,-1-1-1,2 0 1,-1 0 0,1-1 0,0 1 0,0-1 0,1 0 0,0 0 0,1-1 0,-1 0 0,1 0 0,0 0 0,0-1 0,1 0-1,0-1 1,0 1 0,0-1 0,0-1 0,1 0 0,4 1-31,6 1 35,0 0 0,1-2 0,-1-1 0,1 0 0,0-1 0,0-1-35,-13 0-95,1 0-1,0-1 0,0 0 1,0 0-1,0 0 0,-1-1 1,1-1-1,0 1 0,-1-1 1,0 0-1,0-1 0,0 1 1,0-2-1,0 1 0,-1-1 1,1 0 95,-5 2-286,0 1 0,1-1 1,-1 0-1,0 0 0,-1 0 0,1-1 0,0 1 1,-1 0-1,0-1 0,0 1 0,0 0 1,0-3 285,2-25-6151,-2 6-3045</inkml:trace>
  <inkml:trace contextRef="#ctx0" brushRef="#br0" timeOffset="1">62 474 13171,'0'0'5569,"0"0"-2992,0 0-449,0 0-960,0 0-864,0 0-184,0 0-112,172-43 0,-108 16-8,-10 3-688,-11 2-4657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1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14819,'0'0'3889,"0"0"-1204,0 0-1221,0 0-680,0 0 26,-8 30 122,-25 99-172,27-100-462,1 0 0,1 0-1,2 0 1,1 1 0,1-1 0,2 1-298,-1 3 95,-1-27-80,1-1 0,-1 1 0,1 0 0,1-1 0,-1 1 0,1-1 0,0 0 0,0 1 0,1-1 0,-1 0 0,1 0 0,0 0 0,0-1 0,1 1 0,0-1 0,-1 0 0,2 1 0,-1-2 0,0 1 0,1 0 0,-1-1 0,1 0 0,0 0 0,0-1-1,0 1 1,1-1 0,-1 0 0,1 0 0,1-1-15,2 2-175,1-1 0,0 0 0,-1-1 0,1 0 0,0-1 0,0 0 0,9-1 175,-10 0-645,0 0 0,0-1 0,-1 0-1,1-1 1,-1 0 0,1 0 0,-1-1 0,4-2 645,29-20-6406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13987,'0'0'2737,"0"0"-1009,0 0 969,0 0-721,94 131-736,-67-85-104,2-5-407,-5-3-401,-2-4-176,-3-5-144,-3-2 0,-5-6 32,-1-4-40,-4-5-232,2-9-1353,0-3-2600,-6 0-2424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2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13779,'0'0'2216,"0"0"769,0 0-176,-51 145-961,29-96-912,-4-1-88,-1-5-319,0-4-289,3-5-144,5-5-88,3-7-8,8-10-8,2-5-128,6-7-897,3-5-519,18-19-2377,6-7-3336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12803,'0'0'2812,"0"0"-542,0 0-336,0 0-709,0 0-616,0 0-237,15 0-156,47 0-122,-61 0-93,0 0 0,0 0 0,1 1 0,-1-1 0,0 1-1,0-1 1,0 1 0,0 0 0,0-1 0,0 1 0,0 0 0,0 0-1,0 0 1,-1 0 0,1-1 0,0 1 0,0 0 0,-1 0-1,1 0 1,-1 1 0,1-1 0,-1 0 0,1 0 0,-1 0-1,0 0 1,1 0 0,-1 1 0,0-1 0,0 0 0,0 0 0,0 0-1,0 1 1,0-1 0,0 0 0,0 0 0,-1 1 0,1-1-1,0 0 1,-1 0 0,1 0-1,-1 6 13,-1 3 1,0 1-1,-1-1 1,0 0 0,0 0-1,-2 0 1,1-1 0,-1 1-1,0-1 1,-1 0-1,0 0 1,0-1 0,-1 0-1,-1 1-13,-2 2 10,2 1 0,-1 0 0,1 0 0,1 1 0,0 0 1,-4 12-11,11-24 24,-1 0 0,0 0 1,1 0-1,-1 0 1,1 0-1,0 0 1,-1 1-1,1-1 0,0 0 1,0 0-1,0 0 1,0 1-1,0-1 1,0 0-1,0 0 1,0 0-1,0 1 0,0-1 1,1 0-1,-1 0 1,0 0-1,1 0 1,-1 0-1,1 0 0,-1 0 1,1 0-1,0 0 1,0 0-1,-1 0 1,1 0-1,0 0 1,0 0-1,0 0 0,0-1 1,0 1-1,0 0 1,0-1-25,4 2 107,-1-1 1,1-1-1,0 1 1,0-1-1,0 1 1,0-1-1,0-1 1,2 0-108,12 1-80,4 0 63,0 0-647,0 0-1,0-2 1,10-2 664,5-5-4610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5393,'0'0'7706,"0"0"-4840,0 0-918,15 27 229,1 2-1614,1 2 127,-1 0 0,-1 0 0,-2 2 0,7 23-690,-11-21 494,0 0-1,-3 1 1,-1-1-1,-1 1 1,-2 0 0,-2 1-1,-1-1 1,-2 0-1,-5 23-493,1-35 28,-1 0 0,-1-1-1,-1 0 1,0-1-1,-2 0 1,-1-1 0,-14 19-28,27-40-144,0 0 1,0 0-1,0-1 1,0 1-1,0 0 1,0 0-1,0 0 0,0 0 1,0 0-1,0 0 1,0 0-1,0 0 1,0 0-1,0 0 1,-1 0-1,1 0 1,0 0-1,0 0 1,0 0-1,0-1 1,0 1-1,0 0 1,0 0-1,0 0 1,0 0-1,0 0 0,0 0 1,0 0-1,0 0 1,0 0-1,0 0 1,-1 0-1,1 0 1,0 0-1,0 0 1,0 0-1,0 0 1,0 0-1,0 0 1,0 0-1,0 0 144,3-10-3500,11-10-5650</inkml:trace>
  <inkml:trace contextRef="#ctx0" brushRef="#br0" timeOffset="1">392 607 16067,'0'0'2489,"0"0"-1601,0 0 777,0 0-913,0 0-576,188-24-176,-123-1-392,-14 9-2513,-8-4-13378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17532,'0'0'5097,"0"0"-3857,0 0 400,202-7-783,-122-3-465,-2 5-200,-14 0-136,-10 5-56,-16 0 0,-9 0-488,-10 0-1209,-8 0-2968,-9 0-3064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16860,'0'0'3992,"0"0"-1780,0 0-600,0 0-418,-12 26-469,-2 0-520,6-14-105,2 0 1,-1 1 0,2 0-1,0 0 1,0 0 0,1 1-1,1 0 1,0-1 0,1 1 0,0 0-1,1 9-100,0-2 135,1-1-1,2 0 1,0 1 0,0-1-1,2 0 1,1-1-1,0 1 1,5 8-135,-7-20 11,1-1 0,-1 0 0,2 1 0,-1-1 0,1 0 0,0-1 1,0 1-1,1-1 0,0 0 0,0-1 0,0 1 0,1-1 0,0-1 0,0 1 0,0-1 0,0 0 0,1-1 0,-1 1 0,1-2 0,0 1 1,0-1-1,2 0-11,0 0-1,0 0 0,0 0 0,0-2 0,0 1 0,1-1 0,-1 0 1,0-1-1,0-1 0,0 1 0,0-2 0,-1 1 0,1-1 1,8-4 0,-12 4-290,1-1 0,-1 0 0,0 0 0,0 0 0,-1 0 0,1-1 0,-1 0 1,3-5 289,-2 4-924,-1-1 0,-1 0 1,1 0-1,-1-1 0,0 0 1,-1 1-1,0-1 0,0-2 924,4-22-7978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4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11 406 10138,'0'0'8714,"0"0"-4689,0 0-2073,0 0-383,0 0-409,0 0-608,0 0-200,-11 25-152,54-25 32,14-8-224,5-9 80,5-4-80,-3-1-16,11-10-232,-13 8-1656,-16 0-5490</inkml:trace>
  <inkml:trace contextRef="#ctx0" brushRef="#br0" timeOffset="1">661 1 15779,'0'0'2937,"0"0"-1025,0 0-247,0 0-121,0 0-80,-11 176-455,11-113-113,0-1-288,11-8-208,5-8-304,3-10 48,2-12-144,6-10 0,22-14-176,-6 0-1040,-6-9-4537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4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17556,'0'0'4281,"0"0"-3113,0 0 152,0 0 32,0 0-431,0 0 15,123 150-288,-83-114-144,-2-2-312,-6-5 24,-8-5-216,-5-4 48,-5-6-48,-6-4-320,-8-5-856,0-3-1537,0-2-3784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15899,'0'0'2273,"0"0"151,0 0 561,-97 166-1385,65-108-735,2-5-537,6-4-136,6-11-184,7-9-16,5-7-72,6-15-1161,0-7-1295,8 0-2489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13499,'0'0'2528,"0"0"-1047,0 0 1103,88 135-391,-72-65-769,-5 10-312,-11-3-328,0-2-439,0-5-161,-11-10-184,-10-9 0,-25 2-1377,6-14-4120,-3-13-7098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5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13835,'0'0'2472,"0"0"-1767,0 0 911,0 0 416,30 198-655,-14-111-57,0 7-24,-3-2-280,3-3-423,1-9-369,4-10-136,3-10-40,8-12-32,11-6-16,8-16-384,57-14-1073,-14-7-1543,3-5-2073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15667,'0'0'4297,"0"0"-2664,0 0-353,0 0-688,0 0-240,0 0 56,140 184 304,-118-99-16,-12 4-335,-7 5-145,-3-7-200,0-5 56,0-9-72,-8-18 0,-11-11-1025,3-20-1711,5-14-4450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1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13155,'0'0'2650,"0"0"-306,0 0-310,26-7-751,82-24-718,-106 30-555,0 0-1,0 0 1,0 1-1,0-1 0,1 1 1,-1-1-1,0 1 1,0 0-1,1-1 0,-1 1 1,0 1-1,1-1 1,-1 0-1,0 0 0,0 1 1,1-1-1,-1 1 1,0 0-1,0 0 0,0 0 1,0 0-1,0 0 1,0 0-1,0 0 0,0 1 1,0-1-1,-1 1 1,1-1-1,-1 1 0,1 0 1,-1 0-1,1-1 1,-1 1-1,0 0 0,0 0 1,0 0-1,0 1 1,0-1-1,0 0 0,-1 0 1,1 0-1,-1 1 1,0-1-1,1 0 0,-1 2-9,0 5 53,1 0-1,-2-1 1,1 1-1,-1 0 1,-1 0-1,1 0 0,-1-1 1,-1 1-1,-1 2-52,-33 53 264,31-56-232,0 0-1,1 0 0,0 0 1,1 1-1,-1 0 1,2 0-1,-1 0 1,1 0-1,1 0 1,-1 1-1,2-1 1,-2 10-32,4-18 11,-1 0 1,0-1-1,1 1 1,-1 0-1,1-1 1,-1 1-1,0 0 1,1-1-1,-1 1 1,1-1-1,0 1 1,-1-1-1,1 1 1,-1-1-1,1 1 1,0-1-1,-1 0 1,1 1-1,0-1 1,0 0 0,-1 0-1,1 1 1,0-1-1,0 0 1,-1 0-1,1 0 1,0 0-1,0 0 1,-1 0-1,1 0-11,30 1 242,-26-1-196,101 0 248,-61 0-6472,-38 0-585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8850,'0'0'2840,"0"0"-1167,0 0-329,0 0-544,0 0-264,0 0-264,14-5-111,-14 5 15,2 0-64,-2 0-16,6 0-88,-1 2-8,6-2 48,8 0-48,10 0-168,36-31-817,-6-3-2191,0-4-3298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12843,'0'0'4761,"0"0"-3185,0 0 1041,164 0-793,-94-7-664,2 2-208,-2 0-439,-8 0-297,-11 3-72,-6-1-128,-12 1-32,-7 2 8,-7 0-520,-8 0-953,-11 0-1143,0 0-2929,-19 0-5954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2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16371,'0'0'2341,"0"0"-387,-4 22 334,-9 63-332,4 1 0,3 35-1956,6-106 112,-1 16 78,1 0-1,2 0 1,1-1-1,2 1 1,6 21-190,-10-45 25,1-1 1,0 1 0,1-1-1,0 0 1,-1 0-1,2 0 1,-1 0 0,1-1-1,0 1 1,0-1 0,1 0-1,-1 0 1,1 0-1,0-1 1,0 0 0,1 0-1,-1 0 1,1-1 0,0 1-1,0-1 1,0-1-1,0 1 1,1-1 0,-1 0-1,1 0 1,-1-1 0,1 0-1,0 0 1,0-1-26,7 1 23,-1-1 0,1-1 0,-1 0 0,1 0 0,-1-2 0,0 1 0,0-2 0,0 0 0,0 0 0,-1-1 0,5-3-23,-11 5-102,1-1 0,-1 0 0,-1 0 0,1 0 0,0-1 0,-1 0 0,0 0 0,0 0 0,-1 0 0,1-1 1,-1 0-1,0 0 0,-1 0 0,1 0 0,-1-1 0,0 0 0,-1 1 0,0-1 0,0 0 0,0 0 0,-1 0 0,0-4 102,0 6-542,-1-1 1,0 0-1,0 1 1,0-1-1,0 1 1,-1-1-1,0 1 1,-1-1-1,1 1 1,-1 0-1,0-1 1,0 1-1,0 0 0,-3-3 542,-22-22-7775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11562,'0'0'4657,"0"0"-2896,0 0 815,0 0-751,0 0-273,0 0-512,145-36-496,-88 7-368,5-2-176,26-20-152,-15 10-1704,-9 0-4009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3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15171,'0'0'2647,"0"0"-513,-13 21 147,-3 1-1753,4-6-255,2 0-1,-1 0 0,2 1 1,0 0-1,1 0 1,1 1-1,-1 7-272,-1 4 274,2 0 0,1 0-1,2 1 1,1 0 0,1-1 0,1 1 0,2 0 0,1 0-1,2 8-273,-3-31-2,1-1 0,0 1 0,0-1 0,1 1-1,0-1 1,0 0 0,0 0 0,1-1 0,0 1-1,0-1 1,0 1 0,1-1 0,0 0 0,0-1 0,0 1-1,0-1 1,1 0 0,0-1 0,-1 1 0,1-1-1,1 0 1,-1-1 0,0 1 0,1-1 0,-1 0-1,4 0 3,-3-1-456,-1 0 0,1-1 0,-1 1-1,1-1 1,-1-1 0,1 1-1,-1-1 1,1 0 0,-1-1 0,0 0-1,1 0 1,-1 0 0,0 0 0,0-1-1,0 0 1,-1 0 0,6-4 456,22-22-6900</inkml:trace>
  <inkml:trace contextRef="#ctx0" brushRef="#br0" timeOffset="1">341 148 15443,'0'0'2873,"0"0"-1329,0 0 1481,0 0-1193,185 84-583,-129-50-321,-7 2-448,-4-4-224,-7-1-176,-6-2-64,-5-5-8,-8-4-8,-6-3-48,-5-5-616,-8-12-1073,0 0-2423,0 0-1202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6889,'0'0'10299,"0"0"-9155,0 0 472,0 0 433,0 0-937,-99 167-216,66-117-264,4 1-160,2-8-232,3-6-136,8-11-64,8-11-40,8-13-96,0-2-1160,27-26-1120,8-13-2441,2-5-11219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6977,'0'0'2830,"0"0"-252,0 0-439,0 0-937,24-7-723,71-16-231,-94 22-233,0 1 0,0 0 0,1 0 0,-1-1 0,0 1 0,0 0 0,1 0 0,-1 1 0,0-1 0,0 0 0,1 0 0,-1 1-1,0-1 1,0 0 0,0 1 0,1-1 0,-1 1 0,0 0 0,0-1 0,0 1 0,0 0 0,0 0 0,0-1 0,0 1 0,0 0 0,-1 0 0,1 0 0,0 0 0,0 0 0,-1 0 0,1 1 0,-1-1 0,1 0 0,0 1-15,1 37 782,-3-30-510,0 11 270,-1 1-1,-1-1 1,-1 1 0,-3 10-542,-10 57 607,17-87-565,0 0 0,0 0 1,0 0-1,0 0 0,0 0 1,0 0-1,1-1 0,-1 1 1,0 0-1,1 0 0,-1 0 1,0-1-1,1 1 0,-1 0 0,1 0 1,-1-1-1,1 1 0,-1 0 1,1-1-1,0 1 0,-1-1 1,1 1-1,0-1 0,0 1 1,-1-1-1,1 1 0,0-1 0,0 0 1,-1 1-1,1-1 0,0 0 1,1 0-43,40 4 456,-25-5-675,-1-1 1,0-1-1,0 0 1,4-2 218,14-8-2574,-6-1-2023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12603,'0'0'2230,"10"22"121,13 29-214,-3 1-1,-2 1 1,10 49-2137,-16-29 896,-4 0-1,-2 1 0,-4 0 0,-3 9-895,-2-63 13,0 0-1,0 1 1,-2-1 0,-1-1-1,0 1 1,-7 13-13,-4 11-153,14-30-2201,13-21-6136,7-11-1227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12963,'0'0'3897,"0"0"-2145,0 0-248,0 0-415,0 0 39,0 0-120,0 0-504,129 41-208,-92-41-208,-4 0-40,-4 0-48,-7 0-880,-9 3-1873,-10 1-2760</inkml:trace>
  <inkml:trace contextRef="#ctx0" brushRef="#br0" timeOffset="1">36 331 13051,'0'0'1584,"0"0"32,0 0-47,0 0-217,0 0-320,0 0-520,0 0-312,121 3-200,-78-3-216,-8 0-2320,-3 0-7346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10298,'0'0'2866,"0"0"-623,0 0-464,0 0-585,0 0-413,22-17-22,74-53-120,-50 43-144,-20 24-244,-16 4-238,-9-1-7,0 0 0,-1 1 1,1-1-1,0 0 0,-1 1 1,1-1-1,0 1 0,-1-1 0,1 1 1,-1-1-1,1 1 0,-1 0 1,1-1-1,-1 1 0,1 0 0,-1-1 1,0 1-1,1 0 0,-1 0 1,0-1-1,1 1 0,-1 0 0,0 0 1,0 0-1,0-1 0,0 1 0,0 0 1,0 0-1,0 0 0,0 0-6,0 34 167,0-27-113,-1 5 17,0-1-1,-1 1 1,-1-1 0,0 1-1,0-1 1,-1 0-1,-1 0 1,0 0-1,-2 2-70,-13 34 446,20-47-424,0-1 0,0 1 1,-1 0-1,1-1 0,0 1 0,0 0 1,0 0-1,0-1 0,0 1 1,0 0-1,0 0 0,0-1 1,0 1-1,0 0 0,0-1 1,0 1-1,1 0 0,-1 0 1,0-1-1,0 1 0,1 0 1,-1-1-1,1 1 0,-1 0 1,0-1-1,1 1 0,-1-1 1,1 1-1,-1-1 0,1 1 1,0-1-1,-1 1 0,1-1 1,0 0-1,-1 1 0,1-1 1,0 0-1,-1 1 0,1-1 1,0 0-1,-1 0 0,1 0 1,0 0-1,0 0 0,-1 1 1,2-2-23,42 2 777,-32-2-606,43 3 458,-33 0-601,0-1-1,0-1 1,0-2 0,11-1-28,-28 1-486,0 0 0,0 0 0,0-1 0,0 1 0,0-1 0,-1 0 0,0 0 0,4-4 486,11-6-5702,-3 3-5958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31 7922,'0'0'2179,"0"0"340,0 0-693,0 0-495,0 0 49,0 0-336,-3-5-25,1 3-889,0 0 0,1 0 0,-1 0 0,0 0 0,0 1 0,-1-1 0,1 0 0,0 1 0,0 0 0,-1-1 0,1 1 0,-1 0 0,1 0 0,-1 0 0,0 1 0,1-1 0,-1 1 0,0-1 0,1 1 0,-1 0 0,0 0 0,0 0 0,1 0 0,-1 1 0,0-1 0,1 1 0,-1-1 0,0 1 0,1 0 0,-1 0 0,1 0 0,-3 2-130,1 0 38,0 0 0,-1 0 0,2 1 1,-1-1-1,0 1 0,1 0 0,-1 0 1,1 1-1,0-1 0,1 1 0,-1-1 1,1 1-1,0 0 0,0 0 0,0 0 1,1 0-1,0 0 0,-1 2-38,0 13 182,0-1 0,2 0 1,0 0-1,1 9-182,0-8 204,0-7-66,1 0-1,1-1 1,0 1-1,0-1 0,1 0 1,1 0-1,0 0 1,6 9-138,13 22 850,22 27-850,-24-37 255,7 12 115,-2 2 0,-2 1 0,10 28-370,-23-45 70,-2 0 1,-1 0 0,-1 0-1,-2 1 1,-1 0-1,0 20-70,-1 14 201,-3 0-1,-7 54-200,3-99 73,0 0 0,-1 0 0,-1-1 1,-1 1-1,0-1 0,-2-1 0,0 0 0,-2 0 1,0 0-1,-11 14-73,19-30 23,0 0 0,0 0 0,-1 0 0,1-1 0,-1 1 0,0-1 0,0 0 0,1 0 0,-1 0 0,-1 0 0,1 0 0,0-1 0,0 1 0,-1-1 0,1 0 0,-1 0 0,1 0 0,-1 0 0,1-1 0,-1 1 0,1-1 1,-1 0-1,1 0 0,-1-1 0,0 1 0,1-1 0,-1 1-23,1-1-109,0 0 0,0-1 1,0 1-1,1 0 0,-1-1 0,0 1 1,1-1-1,-1 0 0,1 0 1,-1 0-1,1 0 0,0-1 1,0 1-1,0-1 0,0 1 0,1-1 1,-1 1-1,0-1 0,1 0 1,0 0-1,0 0 0,0 0 0,0 0 1,0 0-1,1 0 0,-1 0 1,1 0-1,0 0 0,0 0 0,0-1 109,0-10-4226,0 3-2400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2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34 180 8978,'0'0'5959,"0"0"-3867,0 0-162,0 0-663,-6 25-403,-17 82-21,21-101-756,1 0 0,0 1 0,1-1 1,-1 0-1,1 0 0,1 0 0,-1 0 0,1 1 1,0-1-1,0 0 0,1 0 0,-1 0 1,3 4-88,-2-7 72,-1 0 1,1-1-1,0 1 1,0-1-1,0 0 1,0 1-1,0-1 1,0 0 0,1 0-1,-1 0 1,1 0-1,-1-1 1,1 1-1,0-1 1,0 1-1,-1-1 1,1 0 0,0 0-1,2 0-72,1 0 88,0-1-1,1 1 1,-1-1-1,1 0 1,-1-1-1,1 0 1,-1 0-1,1 0 0,-1-1 1,0 0-1,0 0 1,0 0-1,0-1 1,0 0-1,0 0 1,-1 0-1,1-1 1,-1 0-1,0 0 1,1-1-88,2-3 39,0 0 1,-1 0-1,1-1 0,-2 0 1,1 0-1,-1-1 0,-1 0 1,1 0-1,-2 0 0,1-1 1,-2 0-1,1 1 0,-1-1 1,-1 0-1,0-1 0,-1 1 1,0 0-1,0 0 0,-2-1 1,0-8-40,0 16 21,0 0 0,0 0 0,-1 1 1,1-1-1,-1 0 0,0 1 0,0-1 0,0 1 1,0 0-1,-1 0 0,0 0 0,1 0 1,-1 0-1,0 1 0,0-1 0,0 1 0,-1-1 1,1 1-1,-1 0 0,1 1 0,-4-2-21,-13-6-108,0 1-1,-1 1 1,-11-2 108,17 5-220,6 2-240,-29-14-1948,36 15 1948,0 0 0,1-1 1,-1 1-1,1-1 0,0 0 1,-1 1-1,1-1 0,0 0 1,0 0-1,0 0 0,0 0 1,0 0-1,0 0 0,1 0 0,-1 0 1,1 0-1,0-1 0,-1 0 460,0-18-8938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14027,'0'0'2687,"0"0"631,0 0-1563,0 0-906,0 0 253,23 14 124,38 26 278,12 12-1504,-51-35 326,0 2-1,-1 0 1,-1 1-1,-1 1 0,15 21-325,-18-16 76,-2 1 0,0 1 0,-2 0 0,-1 1-1,-1 0 1,-1 1 0,0 8-76,-6-33-1280,-2-15-253,0-16-3017,-1-2-2286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4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14995,'0'0'2537,"0"0"-561,0 0 129,0 0-953,-143 183-128,106-115-256,-1-3-208,3-4-136,8-13-304,6-12-72,10-12 73,6-12-242,5-7-15,0-5-568,0-2-568,13-20-2361,1-5-2976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13363,'0'0'2278,"0"0"-353,0 0-823,0 0-450,26-13-262,82-40-192,-105 51-192,1 1-1,-1-1 0,0 1 1,0 0-1,1 0 0,-1 0 1,0 0-1,1 1 0,-1-1 1,1 1-1,-1 0 1,1 0-1,-1 0 0,1 0 1,-1 1-1,1-1 0,-1 1 1,3 1-6,-4-1 26,0 0-1,0 1 1,-1-1 0,1 1 0,-1-1 0,1 1 0,-1-1 0,0 1 0,0 0 0,1 0 0,-1-1 0,0 1 0,-1 0 0,1 0-1,0 0 1,0 0 0,-1 0 0,1 0 0,-1 1 0,0-1 0,0 1-26,1 6 116,-1 0 0,-1 0 0,1-1 0,-1 1 0,-1 0 0,0-1 0,0 1 0,-1-1 0,0 1 0,-3 5-116,-22 33 524,20-35-384,0-1 0,1 1 0,0 1 0,1-1 0,0 1 0,1 0 0,1 0 0,0 1 0,1-1 0,0 1 0,1 0 0,0 7-140,2-20 14,0 1-1,0-1 0,1 1 1,-1-1-1,0 1 1,0-1-1,1 1 0,-1-1 1,1 1-1,-1-1 1,1 0-1,0 1 1,0-1-1,-1 0 0,1 0 1,0 1-1,0-1 1,0 0-1,0 0 0,0 0 1,1 0-1,-1 0 1,0 0-1,0-1 1,1 1-1,-1 0 0,1 0-13,3 0 73,0 1-1,0-1 0,-1 0 0,1-1 0,0 1 0,0-1 0,0 0 0,0 0 0,3 0-72,8-2 180,1-1-1,-1 0 1,0-1-1,0-1 1,7-3-180,-11 2-678,1 2 1,1 0 0,-1 0 0,0 1 0,1 1 0,0 0 0,0 1-1,7 0 678,4 1-5033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6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44 13259,'0'0'2272,"0"0"-123,0 0-325,0 0-874,0 0-562,0 0-55,0-1-258,0 0 1,0 1-1,0-1 0,0 0 0,0 1 1,0-1-1,0 0 0,0 1 0,0-1 1,0 0-1,-1 1 0,1-1 0,0 1 1,-1-1-1,1 0 0,0 1 1,-1-1-1,1 1 0,-1-1 0,1 1 1,-1-1-76,-12 10 498,23-9 1449,-38 11 246,21-8-2076,0-1 0,0 1 0,0-1-1,0 0 1,0-1 0,0 0-1,-7 1-116,13-5 15,0 0-1,0 0 0,0 1 1,0-1-1,1 0 0,-1 0 1,1 0-1,0 0 1,0 0-1,0 0 0,0 0 1,0 0-1,1 0 0,-1 1 1,1-1-1,0 0 0,0 0 1,0 0-1,0 1 0,0-1 1,1 0-15,16 1-1001,4 14-7040,-11 0 709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7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11442,'0'0'2488,"0"0"-413,0 0-367,0 0-722,25-16-82,83-50 97,-101 62-912,0 0 0,0 1-1,1 0 1,-1 0 0,1 0 0,0 1-1,0 0 1,0 1 0,0 0-1,0 0 1,0 0 0,0 1-1,7 1-88,6 0 117,-20-1-99,0 0 0,0 0 0,0 0 0,0 0 0,0 0 0,0 1 0,0-1 0,0 1 0,1-1 0,-1 1 0,0-1 0,-1 1 0,1-1 0,0 1 0,0 0 0,0-1 0,0 1 0,0 0 0,-1 0 0,1 0 0,0 0 0,-1 0 0,1 0 0,0 0 0,-1 0 0,1 0 0,-1 0 0,0 0 0,1 0 0,-1 0 0,0 0 0,0 0 0,0 0 0,0 1 0,0-1 0,0 0 0,0 0 1,0 0-1,0 0 0,0 0 0,0 0 0,-1 1-18,0 4 85,0-1 0,0 1-1,0 0 1,-1-1 0,0 1 0,0-1 0,-1 0 0,-1 4-85,-11 11 92,0-1 0,-1-1-1,-1-1 1,-1 0 0,0-1-1,-5 3-91,-21 18 88,52-43-97,1 0 0,-1 0 0,1 1 0,0 0 0,1 1 0,-1-1 0,1 2 0,0 0 0,0 0 0,10-2 9,2 2-8,0 0 1,0 1-1,1 1 1,11 2 7,-32-1 11,-1 0 0,1 0 0,0 1 1,0-1-1,0 0 0,0 1 0,0 0 0,0-1 1,-1 1-1,1 0 0,0 0 0,-1 0 1,1 0-1,0 0 0,-1 1 0,0-1 0,1 0 1,-1 1-1,0-1 0,1 1 0,-1-1 0,0 1 1,0 0-1,0-1 0,0 1 0,-1 0 1,1 0-1,0-1 0,-1 1 0,1 0 0,-1 0 1,0 0-1,0 0 0,0 0 0,0 0 0,0 0 1,0 0-1,0 0 0,0 0-11,-1 4 77,1-1 0,-1 0 0,0 1 0,-1-1-1,1 0 1,-1 0 0,0 1 0,0-1 0,-1-1 0,1 1-1,-1 0 1,0-1 0,-3 4-77,-2 1 32,1-2 0,-1 1-1,-1-1 1,0 0 0,0-1 0,0 0-1,-1-1 1,1 0 0,-1 0-1,0-1 1,-1 0 0,-4 1-32,3-3-823,0 0 0,1 0 0,-1-2 0,-7 1 823,-3-1-5173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14835,'0'0'3017,"0"0"-561,0 0 169,0 0-1145,0 0-504,174-37-327,-109 16-241,-1-4-200,-10 6-144,-11 7-64,-8 2 8,-8 10-16,-9 0-1177,-7 5-1127,-3 15-2793,-5-1-3873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110 169 12635,'0'0'2246,"0"0"-754,0 0-224,0 0-558,0 0-386,0 0-103,-8-14 1547,3-8-874,4 20-741,0-1 1,0 1 0,1 0-1,-1 0 1,0-1 0,1 1-1,0-1 1,-1 1-1,1-1 1,0 1 0,0 0-1,1-1 1,-1 1 0,0-1-1,1 1 1,-1 0 0,1-1-1,0 1 1,0 0 0,0 0-1,0-1 1,0 1 0,1 0-1,-1 0 1,0 0 0,1 0-1,0 1 1,-1-1 0,1 0-154,12-10 86,-4 3 22,-13 13-42,-6 6-29,0 2 0,1-1 0,1 1 0,0 0 1,0 1-1,1-1 0,1 1 0,0 1 0,1-1 1,1 0-1,0 1 0,0 0 0,1 0 0,1 0 1,1 0-1,0 0 0,1 0 0,0 0 0,1 0-37,-2-12 8,1 0 1,0 0-1,0-1 0,0 1 0,0 0 0,0-1 0,0 1 0,0-1 0,1 1 0,-1-1 0,0 0 0,1 0 0,-1 1 0,1-1 0,0 0 0,-1 0 0,1-1 0,0 1 0,-1 0 0,1 0 0,0-1 1,0 1-1,0-1 0,0 0 0,-1 1 0,1-1 0,0 0 0,0 0 0,0 0 0,0 0 0,1-1-8,4 1 19,-1-1 0,1 0 1,-1 0-1,1 0 0,-1-1 0,0 0 1,0 0-1,0 0 0,1-2-19,2-2 13,0 0 0,0-1-1,-1 0 1,0-1 0,0 0 0,0 0-1,-1 0 1,-1-1 0,1 0 0,-2-1-1,1 1 1,2-8-13,-4 9 17,0-1 0,-1 1 0,0-1 0,0 0 0,-1 0 0,0 0 0,-1 0 0,0 0 0,0 0 0,-1-1 0,0 1 0,-1 0 0,0 0 0,0 0 0,-3-6-17,3 11 14,-1 1 0,1 0 0,-1-1 0,-1 1 0,1 0 0,0 0 0,-1 0-1,1 0 1,-1 1 0,0-1 0,0 1 0,0-1 0,0 1 0,0 0 0,-1 0 0,1 1 0,-1-1-1,1 1 1,-1-1 0,1 1 0,-1 0 0,0 0 0,-2 0-14,-14-2-1,1 1 0,-1 1 1,1 0-1,-3 1 1,10 0 7,2 0 4,0 1 0,0-1-1,1 2 1,-1-1 0,0 1-1,-4 2-10,12-3-102,0-1-1,0 1 1,1 0-1,-1 0 1,1 0-1,-1 0 0,1 0 1,-1 0-1,1 0 1,-1 0-1,1 1 1,0-1-1,0 0 1,0 1-1,0-1 0,0 1 1,0-1 102,0 1-299,1 0 1,-1 0-1,1-1 0,0 1 1,0 0-1,0 0 0,0-1 1,0 1-1,0 0 0,0 0 1,1-1-1,-1 1 0,1 0 1,-1-1-1,1 1 1,-1 0-1,1-1 0,0 1 1,0-1-1,0 1 0,0 0 299,17 15-7685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42 13411,'0'0'2043,"0"0"160,-4 23 775,-14 76-1484,17-92-1394,0 0-1,0-1 1,1 1 0,0-1 0,0 1-1,1 0 1,0-1 0,0 1-100,0-5 40,-1 0 0,1 1 0,0-1 1,0 0-1,0 0 0,0 0 0,0 0 0,1 0 1,-1 0-1,0 0 0,1 0 0,0 0 0,-1-1 0,1 1 1,1 0-41,1 0 44,1 0 1,0 0-1,0 0 1,0 0 0,1-1-1,-1 0 1,0 0 0,0 0-1,1-1 1,-1 0 0,0 0-1,1 0 1,-1-1-1,4 0-44,4-2 25,0 0-1,0-1 0,0-1 0,0 0 0,-1 0 0,0-1 0,0-1 0,0 0 0,-1-1 0,0 0 0,0-1 1,-1 0-1,0 0 0,-1-1 0,0-1 0,7-11-24,-14 20 85,0 0 0,-1 0 1,1 0-1,-1 0 0,0-1 1,0 1-1,0-1 0,0 1 1,0-1-1,0 1 0,-1-1 0,1 0 1,-1 1-1,0-1 0,0 0 1,0 1-1,0-3-85,-1 3 38,1 0 1,-1 1-1,0-1 1,0 1-1,0-1 1,0 1-1,0-1 1,0 1 0,0 0-1,0-1 1,0 1-1,-1 0 1,1 0-1,-1 0 1,1 0-1,0 0 1,-1 0-1,0 1 1,1-1-1,-2 0-38,-10-3 50,0 1-1,0 0 1,0 1-1,-1 1 1,1 0-1,-6 0-49,-3 0-43,12 1-145,-23-6 311,32 6-297,0-1 0,0 1 1,0-1-1,0 1 0,1-1 0,-1 0 0,0 0 0,0 1 1,0-1-1,1 0 0,-1 0 0,0 0 0,1 0 0,-1 0 0,1 0 1,-1 0-1,1 0 0,0 0 0,-1 0 0,1 0 0,0 0 1,0-1-1,0 1 0,-1 0 0,1 0 0,0 0 0,1-1 174,-1-14-5715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9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10850,'0'0'6602,"0"0"-4234,0 0-991,0 0 103,0 0-104,0 0-456,0 0-39,145 145-657,-124-114 32,-2-4-248,-5-5-16,-4-5-272,-2-3-985,-8-4-1375,0-3-2089,0-7-4553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16067,'0'0'2889,"0"0"-1689,0 0 1065,0 0-713,-104 179-776,74-119 208,3-7-383,3-7-457,8-10-96,8-12 40,2-11-176,6-9-448,0-4-825,27-21-727,5-13-2513,3-5-7986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3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2529,'0'0'8971,"0"0"-5334,0 0-1426,0 0-616,0 0-844,0 0-391,19-6-267,54-12 143,-72 19-202,0-1 1,1 1-1,-1-1 1,0 1-1,0-1 1,0 1-1,0 0 1,0 0-1,0 0 1,0-1-1,0 1 0,0 0 1,0 0-1,0 0 1,0 0-1,-1 1 1,1-1-1,0 0 1,-1 0-1,1 0 1,-1 0-1,0 1 0,1-1 1,-1 0-1,0 1 1,1-1-1,-1 0 1,0 0-1,0 1 1,0-1-1,0 0 0,-1 1 1,1-1-1,0 0 1,0 1-35,-5 49 793,0-36-694,1-1-1,-2 1 1,0-1-1,-5 8-98,6-12 137,-1 0 0,2 0 0,0 1 0,0-1 0,0 1 0,2 0 0,-1 0 0,2 0 0,-2 9-137,8-18 178,-1-1-1,1 0 0,-1 0 1,1 0-1,-1 0 0,1-1 1,0 0-1,-1 0 1,1 0-1,-1 0 0,3-1-177,1 0 176,119 1 45,-43 0-4183,-48 0-1125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203 324 5313,'0'0'6694,"0"0"-3708,0 0-973,0 0-520,-27 13-264,-84 42 103,107-52-1188,-1 1 0,0-1 0,1 1 0,-1 0-1,1 1 1,0-1 0,1 1 0,-1 0-1,1 0 1,0 0 0,0 0 0,0 1 0,1-1-1,0 1 1,0-1 0,0 1 0,1 0-1,-1 0 1,2 0 0,-1 0 0,1-1-1,-1 1 1,2 4-144,-2 0 241,1-3-93,-1 1 0,1 0 0,0-1 0,0 1 1,1 0-1,0 0 0,1-1 0,0 1 0,0-1 0,1 2-148,-1-6 21,0 0-1,0 0 0,0 0 0,0 0 0,0-1 1,0 1-1,1-1 0,0 0 0,-1 0 1,1 0-1,0 0 0,0 0 0,0 0 1,0-1-1,0 0 0,0 1 0,1-1 1,-1 0-1,0-1 0,1 1 0,-1 0 1,0-1-1,1 0 0,-1 0-20,6 1-36,0 0 1,0-1-1,0 0 1,0-1-1,0 0 1,0 0-1,0-1 1,-1 0-1,1-1 1,0 0-1,-1 0 1,0 0-1,0-1 0,0-1 1,0 1-1,-1-1 1,0-1-1,0 1 1,0-1-1,-1 0 1,1-1-1,-1 0 1,-1 0-1,0 0 1,0 0-1,0-1 0,-1 0 1,0 0-1,0 0 1,-1-1-1,0 1 1,0-1-1,-1 1 1,-1-1-1,1 0 1,-1 0-1,-1 0 36,2-16-303,-2 1 0,-1 0 0,-1 0 0,-1 0 0,0 1 0,-2-1 0,-1 1 0,-1 0 0,-3-6 303,-25-77 252,0-2 4405,34 107-4061,1 6-395,2 14-161,1 0 0,0 0 0,2 0 0,0 0 0,2 3-40,11 42 124,-10-29-426,5 23 429,15 41-127,-21-80-1602,1 0 0,0-1 0,2 0-1,2 4 1603,4-1-7120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0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19548,'0'0'3993,"0"0"-3377,0 0 232,0 0 73,0 0-393,0 0-232,142 143 40,-107-114-264,-8-3 144,-3-4-208,-8-3 32,-5 1-40,-3-1-272,-5 3-616,2 0-1097,-2-3-4128,-3-9-6930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 16436,'0'0'2160,"0"0"-200,0 0 617,-73 153-1337,49-88-432,0-2 73,0-5-513,8-8-200,2-9-160,6-12-8,5-7-8,3-17-1073,6-5-1759,10 0-3193</inkml:trace>
  <inkml:trace contextRef="#ctx0" brushRef="#br0" timeOffset="1">481 29 13635,'0'0'2937,"0"0"-953,0 0 585,0 0-1321,0 0-792,0 0-48,150-24-144,-125 21-64,-4 1-200,-8 2-176,-4 0-1904,-7 0-2994,-2 0-8840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10218,'0'0'1529,"0"0"-865,0 0 896,0 0-928,155-26-560,-106 9-64,12-5 0,-15 5-8,-8 2-1744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2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12643,'0'0'2045,"0"0"-746,0 0-342,0 0-576,0 0 72,29-16 142,90-52-117,-109 61-347,0 2 1,0 0 0,1 0 0,-1 0 0,9-1-132,-7 3 258,-11 2-47,-9 13 238,-12 8-152,-18 18 95,36-36-380,0 0 1,0 0-1,0 1 0,1-1 0,-1 1 0,0 0 0,1-1 0,0 1 1,0 0-1,0 0 0,0-1 0,0 1 0,0 3-12,3-5 6,0 1 0,1 0 1,-1-1-1,0 1 0,1-1 0,-1 0 0,1 0 0,-1 0 0,1 0 0,0 0 0,-1-1 0,1 1 1,0-1-1,-1 0 0,2 1-6,5 0-2,9 4 11,0 0 0,0 1 0,0 1 0,-1 1 0,0 0 0,11 8-9,-25-14 1,0-1-1,0 1 0,0 0 1,0 1-1,0-1 0,-1 0 1,1 1-1,-1-1 0,1 1 1,-1 0-1,0 0 0,0 0 1,0 0-1,-1 0 0,1 1 1,-1-1-1,1 0 0,-1 1 1,0-1-1,-1 1 0,1-1 1,-1 1-1,1-1 0,-1 1 1,0 0-1,0-1 0,-1 1 1,1-1-1,-1 1 1,1-1-1,-1 1 0,0-1 1,-1 1-1,1-1 0,-1 0 1,1 1-1,-1-1 0,0 0 1,-1 1-1,-4 5 118,0 0 0,-1-1 0,-1 0 1,1 0-1,-1-1 0,0 0 1,-1 0-1,0-1 0,0-1 1,0 1-1,-1-2 0,1 1 0,-1-1 1,0-1-1,-1 0 0,1-1 1,0 0-1,-1-1 0,1 0 0,-12 0-118,22-2-5,0 1 0,0-1 0,0 1 0,0-1 0,0 1-1,0-1 1,0 1 0,0-1 0,0 0 0,0 0-1,0 0 1,0 1 0,1-1 0,-1 0 0,0 0 0,1 0-1,-1 0 1,0 0 0,1 0 0,-1 0 0,1-1 0,0 1-1,-1 0 1,1 0 0,0 0 0,0 0 0,0 0 0,0-1 5,-1-1-593,0 0 0,1-1 1,0 1-1,0 0 1,0-1-1,0 1 1,1 0-1,-1 0 0,1-1 1,0 1 592,5-7-7518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2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12499,'0'0'2728,"0"0"-623,0 0 359,0 0-191,0 0-697,148 0-232,-94-10-383,2-7-249,-8 0-256,-2 0-264,-8 3-120,-6 2-56,-3 2-32,-2 3-608,0 7-777,-5 0-1327,-12 0-3898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93 10234,'0'0'4110,"0"0"-1913,-7 22 179,-24 73-447,30-93-1853,1-1-1,-1 1 1,1 0 0,-1 0-1,1 0 1,0 0 0,-1-1 0,1 1-1,0 0 1,0 0 0,1 0-1,-1 0 1,0 0 0,1-1 0,-1 1-1,1 0 1,-1 0 0,1-1 0,0 1-1,-1 0 1,1-1 0,0 1-1,0 0 1,1 0-76,0-1 75,0 1-1,0-1 1,1 0 0,-1 1-1,0-1 1,0 0 0,1-1-1,-1 1 1,1 0 0,-1-1-1,0 1 1,1-1-1,-1 0 1,1 0 0,2 0-75,6 0 195,1-1 1,-1-1-1,1 0 1,-1-1-1,0 0 1,7-3-196,-3 0 109,0-2 0,-1 0-1,0 0 1,0-2 0,-1 1 0,0-2-1,-1 0 1,1-1-109,-7 6 100,-1 1 0,1-1-1,-1 0 1,0-1 0,-1 1 0,1-1-1,-1 0 1,-1 0 0,1 0 0,-1 0-1,-1-1 1,1 1 0,-1-1 0,0 0-1,-1 1 1,0-1 0,0-6-100,-1 13 13,-1-1 0,1 0 0,-1 1 0,1-1 0,-1 1 0,0 0 0,0-1 1,1 1-1,-1 0 0,0-1 0,0 1 0,0 0 0,-1 0 0,1 0 0,0 0 0,0 0 0,-1 0 0,1 0 0,0 0 1,-1 0-1,1 1 0,-1-1 0,1 1 0,-1-1 0,1 1 0,-1-1 0,1 1 0,-1 0 0,0 0 0,0 0-13,-57-4 196,49 4-188,-22-1-220,13 0-464,-1 0 0,0 2 0,-16 2 676,32-3-143,1 0 1,0 1-1,0-1 0,0 1 1,0 0-1,0-1 1,1 2-1,-1-1 0,0 0 1,0 0-1,1 1 1,-1 0-1,1-1 0,-1 1 1,1 0-1,0 0 1,-1 0-1,1 1 0,0-1 1,0 1-1,1-1 1,-1 1-1,1-1 0,-1 1 1,0 3 142,0 6-6310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29 245 14371,'-5'10'713,"1"0"0,0 1-1,0 0 1,1 0 0,0 0 0,1 0-1,1 0 1,0 0 0,0 1 0,1-1 0,0 1-1,1-1 1,2 11-713,-2-20 56,1 1 0,0-1 0,-1 0 0,1 0 1,0 0-1,0 0 0,0 0 0,0 0 0,0 0 0,0-1 0,1 1 0,-1-1 0,1 0 0,-1 0 1,1 0-1,-1 0 0,1 0 0,-1 0 0,1-1 0,0 1 0,0-1 0,-1 1 0,1-1 0,0 0 1,0 0-1,1-1-56,8 1 92,1-1 0,-1 0 0,0 0 0,0-1 0,9-4-92,-5 1 27,-1-1 1,0 0-1,0-1 0,-1-1 0,1-1 0,-2 0 1,1-1-1,-1 0 0,1-2-27,-8 7 8,-1 0 1,1-1 0,-1 1-1,-1-1 1,1 0-1,-1 0 1,0-1-1,0 1 1,-1-1-1,1 0 1,-2 0-1,1 0 1,-1 0-1,0-1 1,0 1 0,-1 0-1,0-1 1,-1 1-1,1-1 1,-1 0-1,-1 1-8,1 3-11,-1 0 0,0 0 0,0 1 0,-1-1-1,1 1 1,-1-1 0,1 1 0,-1-1 0,0 1 0,-1 0 0,1 0-1,0 0 1,-1 0 0,0 0 0,-1-1 11,-51-33 660,0 0-2158,52 34 1059,1 1 0,-1-1 1,1 0-1,-1 0 0,1 0 1,0 0-1,0 0 0,0 0 1,1-1-1,-1 1 0,1-1 1,-1 1-1,1-1 0,1 0 1,-1-1 438,0-14-8145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41 213 13971,'0'0'2575,"0"0"-333,0 0 56,-7 22-782,-22 72-633,28-90-810,0-1 0,0 1 0,0 0 0,1 0 0,0-1 0,-1 1 0,1 0 0,0 0 0,1 0 0,-1-1 0,1 1 0,0 0 0,0 0 0,0-1 0,0 1 0,1 0-73,-1-2 39,0 0 1,1 0-1,-1 0 1,1 0-1,0 0 1,-1 0-1,1-1 0,0 1 1,0-1-1,0 1 1,0-1-1,0 0 1,1 0-1,-1 0 0,0 0 1,0 0-1,1 0 1,0-1-40,3 1 37,0 0 0,0 0 0,0-1 0,0 0 1,0 0-1,0-1 0,0 0 0,0 0 0,0 0 0,0 0 1,-1-1-1,1 0 0,0-1 0,-1 1 0,5-3-37,-1-2 46,0 1 0,0-1-1,-1 0 1,0-1-1,0 0 1,-1 0 0,0-1-1,-1 0 1,1 0 0,-2 0-1,1-1 1,-1 0 0,-1 0-1,0-1 1,0 1 0,-1-1-1,0 1 1,-1-1-1,0 0 1,-1 0 0,0 0-1,-1-3-45,-1 11 19,1 0-1,-1 0 1,0-1 0,0 1-1,-1 0 1,1 0-1,0 0 1,-1 0-1,0 0 1,0 1-1,0-1 1,0 0-1,0 1 1,0-1-1,-1 1 1,1 0-1,-1 0 1,0 0 0,0 0-1,1 0 1,-1 1-1,0-1 1,0 1-1,-2-1-18,-14-5-33,-1 0 0,0 1 0,-16-3 33,-6-2-430,41 10 282,-1 1 0,1-1 0,-1 0 1,1 0-1,-1 0 0,1-1 0,-1 1 0,1 0 0,0 0 0,0-1 0,0 1 0,0-1 0,0 1 0,0-1 0,0 1 0,0-1 0,0 0 0,1 1 0,-1-1 0,1 0 0,-1 0 0,1 1 0,0-1 0,0 0 0,-1 0 0,1 0 0,1 1 0,-1-1 0,0 0 0,0 0 0,1 0 0,-1 1 148,0-6-1121,0-21-4436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3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11378,'0'0'2213,"0"0"-701,0 0-221,0 0-468,0 0-115,0 0 131,-15 9 261,-45 30-26,58-37-989,0 0 0,0 0 0,-1 1 0,1-1 0,1 1 0,-1 0 0,0-1 0,1 1 0,-1 0 0,1 0 0,0 0 0,0 0 0,0 0 0,1 0 0,-1 0 0,1 1 0,-1-1 0,1 0 0,0 0 0,0 0 0,1 1-1,-1-1 1,0 0 0,1 1-85,0 10 365,1 15-31,1 0 1,1-1-1,2 1 0,0-1 0,2-1 0,10 24-334,-11-32 86,17 60 80,-4 1-1,-3 1 1,-3 1-1,-4 0 0,-4 1 1,-3-1-1,-7 67-165,4-136 115,-1 1-1,-1 0 1,0-1-1,0 1 1,-2-1 0,1 0-1,-2 0 1,0 0-1,0-1 1,-1 1-1,-1-1 1,0-1 0,-7 9-115,13-18 28,0-1 0,-1 0 0,1 0 0,-1 1 0,1-1 0,-1 0 0,0 0 0,0 0 0,1-1 0,-1 1 0,0 0 0,0-1 0,0 1 0,0-1 1,0 1-1,-1-1-28,2 0-117,0 0 1,1 0-1,-1 0 1,0 0-1,0 0 1,1 0-1,-1 0 1,0-1-1,1 1 1,-1 0-1,0 0 1,1-1-1,-1 1 1,0 0-1,1-1 1,-1 1-1,1-1 1,-1 1-1,1 0 1,-1-1-1,1 0 1,-1 1-1,1-1 1,-1 1-1,1-1 1,0 1-1,-1-1 1,1 0-1,0 1 1,-1-1-1,1 0 1,0 1-1,0-1 1,0 0-1,0 0 1,0 1-1,0-1 1,0 0-1,0 0 117,0-4-5742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5401,'0'0'6120,"0"0"-3219,0 0-917,0 0-363,23-22-539,75-67-268,-91 83-597,0 0 0,1 0 1,0 0-1,0 1 0,6-2-217,18 2 686,-26 5-651,-5 1-28,0 0 0,0 0-1,0 0 1,0 0 0,0 0 0,-1 0-1,1 0 1,0 0 0,-1 1 0,1-1-1,-1 0 1,1 1 0,-1-1 0,0 0 0,1 1-1,-1-1 1,0 0 0,0 1 0,0-1-1,0 0 1,0 1 0,0-1 0,0 0-1,-1 1 1,1-1 0,-1 1-7,1 4 95,0 15 68,-2 0 0,0-1 0,-1 1 0,-1-1 0,-1 0 0,-1 0 0,0 0 0,-2-1 0,0 0 0,-1 0 0,-7 10-163,-6 23 1029,58-52-61,-23-2-654,1 1 0,0-1 0,-1-1 0,13-4-314,-16 3-143,1 1 0,-1 1 0,1 0-1,0 0 1,0 1 0,-1 0 0,1 1 0,0 0 0,0 1 143,-3 1-787,-1 0 0,0 1 0,0 0 1,0 0-1,0 0 0,0 1 0,0 1 787,13 6-3806,7 3-4277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9762,'0'0'6415,"0"0"-2841,0 0-1112,0 0-1090,0 0-665,0 0 8,15 23-19,4 5-510,3 2 85,-2 1 0,-2 0 0,6 15-271,-13-23 132,7 11-2,-1 1 1,-2 1-1,-2 0 0,8 35-130,-20-60 942,-2-8-2843,0-6-9313,-2-9-2904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16275,'0'0'3759,"0"0"-2326,0 0-398,-16 22-84,4-7-774,-94 139 1422,57-82-396,18-27-717,2 2-1,-9 21-485,32-45 17,6-22-27,0-1 0,0 1 0,1-1 0,-1 0 0,0 1 0,0-1 0,0 1 0,0-1 0,0 0 0,1 1 0,-1-1 0,0 0 0,0 1 0,1-1 0,-1 0 1,0 1-1,0-1 0,1 0 0,-1 0 0,0 1 0,1-1 0,-1 0 0,1 0 0,-1 0 0,0 0 0,1 1 0,-1-1 0,0 0 0,1 0 0,-1 0 0,1 0 10,2 0-108,0-1 0,0 1 0,0-1 0,0 0 0,0 1 0,0-2 0,-1 1 0,1 0 0,0 0 0,-1-1 0,1 1 0,0-1 0,-1 0 0,1 0 108,43-38-3125,-12 9-1836,1-5-3774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16315,'0'0'4384,"0"0"-2091,0 0-921,0 0-713,0 0-471,0 0 100,-2 20 72,-26 158 169,28-177-522,-1 0 0,1 0-1,0 0 1,0 0 0,-1 1-1,1-1 1,0 0 0,0 0-1,0 0 1,0 1 0,0-1-1,0 0 1,0 0 0,1 0-1,-1 1 1,0-1 0,1 0-1,-1 0 1,1 0 0,-1 0-1,1 0 1,0 0 0,-1 0-1,1 0 1,0 0 0,0 0-1,0 0 1,-1 0 0,1 0-1,0-1 1,0 1 0,1 0-7,2 0 55,0 0 1,0 0-1,0-1 1,1 0-1,-1 0 1,0 0-1,0 0 1,4-1-56,9 0 76,-8 0 12,0-1 0,0 1 0,0-2 0,0 1 0,0-1 0,5-3-88,28-8-1303,-12 10-3233,-23 3-595,-3-3-3379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6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14483,'0'0'4641,"0"0"-2905,0 0-1127,0 0 415,0 0 264,0 164-128,0-101-127,0-3-409,0-2-328,0-7-248,3-10-48,2-7-32,6-10-696,-3-10-2177,3-11-3752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254 301 14563,'0'0'2795,"0"0"-267,0 0-340,0 0-906,0 0-770,-27-5-264,-8-2-116,0 2 0,-9 1-132,41 4 22,0 0-1,0 0 1,-1 0 0,1 1 0,0-1-1,0 1 1,0 0 0,0 0 0,0 0 0,1 0-1,-1 0 1,0 1 0,0-1 0,1 1-1,-1 0 1,1 0 0,-1 0 0,1 0 0,0 0-1,0 0 1,0 1 0,0-1 0,0 1-1,0-1 1,1 1 0,-1 0 0,1 0-1,0 0 1,-1 1-22,-3 7 94,-1 3 73,0 1 0,1 0-1,0 0 1,1 0-1,1 0 1,1 1-1,0 0 1,1-1-1,0 1 1,2 0 0,0 2-167,-1-16 21,0 2-2,0-1 1,0 0-1,0 1 0,1-1 0,-1 0 0,1 1 1,0-1-1,0 0 0,0 0 0,0 1 0,1-1 1,0 0-1,-1 0 0,1-1 0,0 1 1,0 0-1,0-1 0,1 1 0,-1-1 0,1 1 1,-1-1-1,1 0 0,0 0 0,-1 0 0,1-1 1,0 1-1,1-1 0,-1 0 0,0 1 0,0-1 1,0-1-1,1 1 0,-1 0 0,0-1 1,3 1-20,0-1-17,1 0 1,-1 0-1,0 0 1,1-1-1,-1 0 0,0 0 1,1 0-1,-1-1 1,0 0-1,0 0 1,0-1-1,0 1 1,-1-1-1,1-1 1,-1 1-1,0-1 1,0 0-1,0 0 1,0 0 16,2-4-99,-1 0-1,0-1 1,0 0 0,-1 0-1,0 0 1,0 0 0,-1-1-1,-1 0 1,0 0 0,0 0-1,0 0 1,-2 0 0,1-2 99,2-25-358,-2 1-1,-2-1 1,-2-4 358,2 7-156,-2-4 1,-1 0 1,-2 1-1,-8-29 155,-9-7 3063,23 78-2964,0 0-1,-1 0 1,1 0 0,-1 0-1,0 0 1,0 0-1,-1 5-98,0 23 32,48 282 337,-42-278-1314,2-1-1,2-1 0,2 4 946,0-8-5405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16163,'0'0'3785,"0"0"-2817,0 0 1305,0 0-881,0 0-624,137 99 81,-113-51-49,-5 5-352,-3-4-120,-5-8-320,-3-10-16,-3-9 8,-2-8-408,-3-14-1441,0 0-3424,0-7-6649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7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6177,'0'0'11779,"0"0"-9171,0 0-615,0 0-105,-110 137-744,78-86-463,2 0-81,6-10-160,5-5-432,6-9 56,5-6-64,8-6-408,0-8-1281,16-7-2463,8 0-2554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7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20 14123,'0'0'2953,"0"0"-1441,0 0 104,0 0-471,0 0-793,0 0-184,151-19-160,-138 19-8,-10 0-288,-3 0-1473,-8 14-111,-19 6-1921,0-1-9714</inkml:trace>
  <inkml:trace contextRef="#ctx0" brushRef="#br0" timeOffset="1">0 276 14163,'0'0'2313,"0"0"-897,0 0 776,0 0-831,0 0-857,0 0-504,156-14-656,-97-3-1097,-11 2-295,-13 1-2801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2777,'0'0'10431,"0"0"-6509,0 0-2059,0 0-905,0 0-610,28-18-271,91-55 10,-111 69 36,-1 0 0,0 1 0,1-1 0,0 2 0,0-1 1,0 1-1,0 1 0,0-1 0,0 1 0,0 0 0,0 1 0,1 0 0,-1 1 0,0-1 0,0 2 0,0-1 0,4 2-123,-10-3 48,0 1-1,0 0 1,0-1-1,0 1 1,0 0-1,-1 0 1,1 0-1,0 0 1,0 1-1,-1-1 1,1 0-1,-1 1 1,1-1-1,-1 1 1,1 0-1,-1-1 1,0 1-1,0 0 1,0 0-1,0 0 1,0 0-1,0 0 1,-1 0-1,1 0 1,-1 0-1,1 0 1,-1 0-1,0 0 1,0 0-1,0 0 1,0 0-1,0 0 0,0 1 1,0-1-1,-1 0 1,1 0-1,-1 0 1,0 1-48,0 3 48,-1 1 0,0-1 0,0 1 0,-1-1 0,1 0 0,-1 0 0,-1 0 0,1 0 0,-1 0 0,0-1 0,-2 2-48,-12 10 64,0-2 1,0 0-1,-2-2 0,0 0 0,-19 9-64,43-23 19,0 1 0,0-1 0,0 0 0,0 1-1,0 0 1,1 0 0,-1 0 0,0 1-1,3 0-18,10 0 41,-11 0-47,1-1 0,-1 1 0,0 0 0,0 0-1,0 1 1,0-1 0,0 1 0,4 3 6,-9-5 5,0 0-1,0 1 0,0 0 0,0-1 1,0 1-1,0 0 0,1 0 0,-2-1 1,1 1-1,0 0 0,0 0 0,0 0 1,0 0-1,0 0 0,-1 0 1,1 0-1,-1 1 0,1-1 0,-1 0 1,1 0-1,-1 0 0,1 1 0,-1-1 1,0 0-1,0 0 0,0 1 0,0-1 1,0 0-1,0 1 0,0-1 1,0 0-1,0 0 0,0 1 0,-1-1 1,1 0-1,-1 0 0,1 0 0,-1 1 1,1-1-1,-1 0 0,0 0 0,1 0 1,-1 0-1,0 0 0,0 0 0,0 0 1,0 0-5,-6 6 122,-1 1 0,1-2-1,-1 1 1,-1-1 0,1-1 0,-1 1 0,0-1 0,-5 2-122,-81 30 272,87-34-428,0-1 0,-1-1 0,1 1 0,-1-2 0,1 1 0,-7-1 156,14-1-2366,1-5-2642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16772,'0'0'5425,"0"0"-3585,0 0 81,0 0-705,0 0-520,161 0 0,-93 0-456,-7-9 88,-2-1-184,-5 5-72,-11 0-72,-3 3 0,-2 2-216,0 0-384,2 0-656,3 10-1417,-11 7-1192,-13-1-9337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9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87 16091,'0'0'3370,"0"0"-1476,0 0-39,-16 20-821,-51 69-393,64-86-587,1 0 0,0 1 0,-1-1 0,1 1 0,1-1 0,-1 1 0,0 0 0,1 0 0,0 0 0,0 0 0,0 0 0,1 0 0,-1 0 0,1 0 0,0 0 0,0 0 0,0 0 0,1 3-54,0 0 127,-1-5-102,1 0-1,0 0 0,0 0 1,0 0-1,0 0 0,0 0 1,1 0-1,-1 0 1,0-1-1,1 1 0,-1-1 1,1 1-1,0-1 0,0 1 1,-1-1-1,1 0 0,0 0 1,0 0-1,0 0 1,0 0-1,0 0 0,0-1 1,1 1-1,-1-1 0,0 1 1,0-1-1,0 0 0,1 0 1,-1 0-1,0 0 1,1 0-25,9 0 58,1 0 0,-1-1 0,0 0 0,0 0 0,6-3-58,-3 0 21,-1-1 1,0-1 0,0 0-1,0-1 1,-1 0-1,0-1 1,0 0 0,-1-1-1,0-1 1,7-7-22,-12 10 66,-1 1 0,1-1 0,-1 0 0,-1 0 0,1-1 0,-1 1 0,0-1 0,-1 0 0,0-1 0,0 1 0,-1-1 0,0 1 0,-1-1 0,0 0 0,0 0 0,-1 0 0,0-1 0,0-1-66,-2 8 11,1 0 0,-1 1 0,0-1 0,0 0 0,0 0 0,0 1 0,0-1 0,-1 1 0,1-1 1,-1 1-1,0-1 0,1 1 0,-1 0 0,0 0 0,0 0 0,-1 0 0,1 0 0,0 1 0,-1-1 0,1 0 0,-1 1 0,1 0 0,-1 0 0,0 0 0,1 0 0,-1 0 0,0 0 0,0 1 0,0-1 0,0 1 1,0 0-12,-18-3-53,0 1 1,1 1 0,-1 1 0,-4 1 52,1-1-175,14 0 0,0 1 1,0-1-1,-1 2 0,1-1 1,0 1-1,-6 3 175,-17 13-2523,5 11-4283,19-9-2432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4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11346,'0'0'1750,"0"0"-52,3 21 216,12 65-457,-14-83-1413,0 0 0,0 0 0,1 0 0,-1 0 0,1 0 0,-1 0 0,1 0 0,0 0 0,0-1 0,1 1 0,-1-1 0,0 0-1,1 1 1,-1-1 0,1 0 0,0-1 0,0 1 0,0 0 0,0-1 0,0 1 0,0-1 0,0 0 0,0 0 0,3 0-44,5 1 94,0-1 0,0 0 0,0-1 0,-1 0 0,1-1 0,2 0-94,-5 0 98,5-1-74,0-1 0,1-1 0,-2 0 0,1-1 0,-1 0 0,1-1 0,-1 0 0,-1-1 0,1-1 0,-1 1 1,-1-2-1,0 0 0,0 0 0,0 0 0,-1-2 0,3-4-24,-10 14 10,-1-1 1,1 1-1,0-1 1,-1 0-1,0 0 0,1 0 1,-1 0-1,0 0 0,0 0 1,0 0-1,0-1 1,-1 1-1,1 0 0,0-1 1,-1 1-1,0 0 1,1-1-1,-1 1 0,0 0 1,0-1-1,-1 1 0,1 0 1,0-1-1,-1 1-10,0 0 10,-1 0 0,1 0 0,-1 0-1,1 0 1,-1 0 0,0 0 0,0 1 0,0-1-1,0 1 1,0-1 0,0 1 0,-1 0 0,1 0-1,0 0 1,-1 0 0,1 0 0,0 1 0,-3-1-10,-15-3-120,-1 1 0,0 1 1,1 1-1,-21 1 120,29 0-239,-56 0-2606,6 0-4163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13779,'0'0'5530,"0"0"-2638,0 0-1048,0 0-513,0 0-681,26-15-316,1-1-175,1 1 0,26-9-159,-51 23 23,0 0 0,0 0 1,1 0-1,-1 1 0,0-1 1,0 1-1,1 0 0,-1 0 1,0 1-1,1-1 0,-1 0 0,0 1 1,0 0-1,1 0 0,-1 0 1,0 0-1,0 0 0,0 1 1,0 0-1,0-1 0,-1 1 1,1 0-1,0 0 0,-1 0 1,0 1-1,1-1 0,-1 1 0,0-1 1,1 3-24,7 5 101,50 62 343,-48-54-514,1-2 0,1 1 0,1-2 0,10 9 70,-25-24-51,14 8-1237,-13-8 1159,-1 0 1,0 0-1,1 0 1,-1 0-1,0 0 1,1 0-1,-1 0 1,0 0-1,0 0 1,1-1-1,-1 1 0,0 0 1,1 0-1,-1 0 1,0 0-1,0-1 1,1 1-1,-1 0 1,0 0-1,0 0 0,0-1 1,1 1-1,-1 0 1,0 0-1,0-1 1,0 1-1,0 0 1,0-1-1,0 1 0,1 0 1,-1-1-1,0 1 1,0 0-1,0 0 1,0-1 128,2-16-5970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0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0 17188,'0'0'4585,"0"0"-3745,0 0 280,0 0 208,-102 126-447,67-73-273,0-2-8,6-3-352,7-9-176,9-8-72,8-9-56,5-10-960,10-12-1649,20 0-2624,-1-15-7194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9394,'0'0'3057,"0"0"-794,0 0-445,0 0-190,-27 4-113,-81 15-300,104-18-1118,0 0 0,0 0 0,0 0 0,1 0 0,-1 0 0,1 1 0,-1 0 0,1 0 0,-1 0 0,1 0 0,0 0 0,0 1 0,0-1 0,0 1 0,0 0 0,1 0 0,-1 0 1,1 0-1,0 0 0,0 0 0,0 1 0,0-1 0,1 1 0,-1 0 0,1-1 0,0 1 0,0 0 0,0 0 0,1 0 0,-1-1 0,1 1 0,0 0 0,0 0 0,1 1-97,-1-3 17,1-1-1,-1 1 1,1-1-1,-1 1 1,1-1-1,0 0 1,0 1-1,-1-1 1,1 0-1,0 0 1,0 0-1,0 0 1,1 0-1,-1 0 1,0 0-1,0 0 1,0 0-1,1 0 1,0 0-17,35 19 25,-18-10 12,-8-4-34,-1 0 0,0 1 1,0 1-1,-1 0 0,0 0 0,0 0 0,5 8-3,-10-10 21,0-1-1,0 1 1,-1 0 0,0 0-1,0 0 1,-1 0 0,1 1-1,-1-1 1,-1 1-1,1-1 1,-1 1 0,0 0-1,-1 0 1,0 3-21,0-8 23,-1 1 1,0-1-1,1 0 0,-1 1 1,-1-1-1,1 0 1,0 0-1,0 0 0,-1 0 1,1 0-1,-1 0 0,1 0 1,-1 0-1,0-1 1,0 1-1,0-1 0,0 1 1,0-1-1,0 0 0,0 1 1,-1-1-1,1-1 1,0 1-1,-1 0 0,1 0 1,0-1-1,-1 1 0,1-1 1,-1 0-24,-12 3 139,1 0 0,-1-2 0,0 0 0,-5 0-139,17-1-233,0 0 0,0 0 1,0 0-1,0 1 1,0-1-1,0 1 1,1 0-1,-1 0 0,0 0 1,0 0-1,0 1 233,1-1-639,-1 1 1,1 0-1,0 0 0,-1 0 0,1 0 0,0 0 0,0 1 0,1-1 0,-1 0 0,-1 3 639,-5 10-9232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1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14699,'0'0'2897,"0"0"-1001,212-41 497,-53-5-1209,-3 3-240,-22-1 432,-29 10-223,-44 13-737,-7-1-200,-8 3-152,-17 9-64,-10 3-168,-8 4-288,5 3-961,-5 0-2191,-1 0-2842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1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81 131 12363,'0'0'1749,"0"0"-475,0 0 406,0 0-367,0 0-192,25-20 94,76-63-205,-71 56-6,-30 27-580,-4 0-137,-4 1-240,0 0 0,0 0 0,-1 1 0,1 1 1,1-1-1,-1 1 0,0 1 0,1-1 0,-1 1 1,1 1-1,-6 4-47,1 0 73,0 0 1,1 0-1,0 1 1,1 1-1,0-1 1,-5 9-74,14-18 4,0 0 0,0 1 1,0-1-1,0 1 0,0-1 0,0 1 1,1-1-1,-1 1 0,0-1 0,1 1 1,0 0-1,-1-1 0,1 1 0,0 0 1,0-1-1,0 1 0,0 0 0,0-1 1,0 1-1,0 0 0,0-1 1,1 1-1,-1 0 0,1-1 0,-1 1 1,1 0-1,0-1 0,0 1 0,0-1 1,0 0-1,0 1 0,0-1 0,1 1-4,4 4 27,1 0-1,0 0 0,0-1 0,1-1 1,-1 1-1,5 1-26,23 15 43,-26-14-36,-1 1 0,0-1 0,0 1 0,5 8-7,-11-14 3,0 1 0,-1-1 0,1 1 0,0-1 0,-1 1 0,0 0 0,0-1-1,0 1 1,0 0 0,0 0 0,-1 0 0,1 0 0,-1 0 0,1 0 0,-1 0 0,0 0 0,0 0 0,-1 0 0,1 0 0,-1-1 0,0 2-3,0-1 16,-1-1 0,0 0 0,0 0 0,0 1 0,0-1 0,0-1 0,0 1 0,0 0 0,-1 0 0,1-1 0,-1 0 0,1 1 0,-1-1 0,1 0 0,-1 0 0,0 0 0,0-1 0,1 1 0,-1-1 1,0 1-1,0-1-16,-64 6-69,46-7-633,-23 2-5703,26 3 120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12915,'0'0'4209,"0"0"-491,0 0-1019,0 0-1335,0 0-864,0 0-248,0 30 306,2 39 139,3-1 1,12 65-698,7 26 881,-7 0 0,-7 32-881,-4 333 537,-6-370-1100,0-139-672,1 0 0,1 0 0,0 0 0,2 1 1235,16 55-10163,-9-41 17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15283,'0'0'3906,"0"0"-1889,0 0-418,0 0-199,-9 22-332,-35 83 67,-5-2 0,-22 30-1135,39-75 208,-10 15-1681,41-72 984,0-8-2857,-2-68-7320,3 34 1217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13419,'0'0'4785,"0"0"-2993,0 0-375,0 0 191,0 0-160,0 0-248,37 143-239,-26-107-561,-3-2 24,0-5-368,-5-8 48,2-6-104,1-3-264,2-5-824,8-7-1409,0 0-2520,0 0-3865</inkml:trace>
  <inkml:trace contextRef="#ctx0" brushRef="#br0" timeOffset="0.99">425 85 16003,'0'0'4297,"0"0"-2544,0 0 287,0 0-760,0 0-783,164-62-425,-129 50-72,-11 4-120,-8 6-673,-8 2-1111,-8 0-3089,0 0-11803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3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14859,'0'0'4593,"0"0"-2416,0 0 47,0 0-1552,0 0-432,0 0-240,169-104-480,-113 63-976,-13 7-2809,-11 8-2945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3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12259,'0'0'3790,"0"0"-1514,0 0-350,0 0-446,13 21-431,46 68-23,-57-86-947,1 0 0,0 0 0,0-1 0,0 1-1,0-1 1,0 1 0,0-1 0,1 0 0,-1 0-1,1 0 1,-1-1 0,1 0 0,0 1 0,-1-1 0,1 0-1,0-1 1,0 1 0,0-1 0,0 1 0,0-1-1,0 0 1,0-1 0,0 1 0,0-1 0,-1 0-1,1 0 1,0 0 0,2-1-79,-1 1 71,1-1-68,0 0 0,0 0 0,-1-1 0,1 1 0,-1-1 0,0 0-1,0-1 1,0 1 0,0-1 0,-1 0 0,1 0 0,-1-1 0,0 1 0,0-1-1,-1 0 1,1 0 0,-1 0 0,0-1 0,0 1 0,-1-1 0,0 0 0,1-1-3,-1 1-14,0 0 0,-1 0 0,1-1 0,-1 1 1,-1-1-1,1 1 0,-1 0 0,0-1 1,0 1-1,-1-1 0,0 1 0,0-1 1,0 1-1,-1 0 0,0 0 0,0-1 1,-1 1-1,0 1 0,0-1 0,-3-5 14,-8-4-494,0 0 0,-1 1 0,-1 1 1,0 0-1,0 1 0,-1 1 0,-1 1 0,-4-2 494,-36-23-6431,21 8-6226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0 17436,'0'0'5161,"0"0"-4201,0 0 472,0 0-207,-70 123-521,46-72-400,3-3-256,5-2 8,0-7-40,-1-5-32,7-8-32,-1-6-456,6-8-953,-1-12-759,1 0-1489,-1-15-1640</inkml:trace>
  <inkml:trace contextRef="#ctx0" brushRef="#br0" timeOffset="1">0 167 13475,'0'0'4577,"0"0"-3001,0 0 577,0 0-601,0 0-224,75 133-784,-32-97-272,3-2-192,0-8-80,21-6-632,-13-8-1608,-6-7-3145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15795,'0'0'5330,"0"0"-3450,0 0-440,0 0-504,0 0-503,0 0-369,150-10-64,-109 8-265,-9 2-791,-8 0-1064,-11 0-841,-5 0-1648,-8 0-2544</inkml:trace>
  <inkml:trace contextRef="#ctx0" brushRef="#br0" timeOffset="1">178 124 7922,'0'0'5025,"0"0"-2489,0 0 153,0 0-65,0 0-575,0 0-361,0 0-528,6 48-119,28-50-753,4-6-80,-3 1-208,13 2-456,-7 5-1785,-9-2-4416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14131,'0'0'2223,"0"0"-701,0 0-6,0 0-429,0 0-555,20-7-328,62-23-146,-81 30-41,1 0 0,0-1 0,-1 1 0,1 0 0,0 0 0,0 0 0,-1 0 0,1 1 0,0-1 0,-1 0 0,1 1 0,0-1 0,-1 1 0,1-1 0,0 1 0,-1 0 0,1 0 0,-1 0 0,1 0 0,-1 0 0,0 0 0,0 0 0,1 0 0,-1 1 0,0-1 0,0 0 1,0 1-1,0-1 0,0 1 0,0-1 0,-1 1 0,1-1 0,0 1 0,-1 0 0,1-1 0,-1 1 0,0 0 0,1-1 0,-1 1 0,0 0 0,0 1-17,1 1 60,2 11 90,-1-1 0,-1 0 0,0 1-1,-1-1 1,0 1 0,-1-1 0,-1 0-1,0 1 1,-1-1 0,0 0 0,-6 13-150,-10 53 1668,19-77-1569,-1 1 1,0-1 0,1 1-1,0-1 1,0 1 0,0-1-1,0 1 1,0 0-1,1 2-99,0-5 28,0 0 0,0 0 0,-1 0 0,1 0 0,0 0 0,0 0 0,0 0 0,0-1 0,0 1 0,0 0 0,0-1 0,0 1 0,1 0 0,-1-1-1,0 0 1,0 1 0,0-1 0,1 0 0,-1 1 0,0-1 0,1 0 0,-1 0 0,0 0 0,0 0 0,1 0 0,-1 0 0,1-1-28,152 1-908,-52 0-5251,-53 0 1343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5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16508,'0'0'3904,"0"0"-2903,0 0 775,0 0-832,0 0-800,0 0 0,0 0-136,154 0-16,-125-5-136,-5 0-1008,-5 1-1745,-8 1-1072,-9 3-3496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15067,'0'0'2025,"0"0"-649,0 0 1329,0 0-1817,0 0-792,178-36-96,-130 19-816,6 0-705,-17 5-991,-7 0-7450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6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72 14011,'0'0'3759,"0"0"-1183,0 0-441,0 0-1204,0 0-711,24-12-152,78-40-95,-100 51 27,0 0-1,1 0 1,-1 0-1,0 0 1,1 0 0,-1 1-1,1-1 1,-1 1-1,1-1 1,-1 1 0,1 0-1,0 0 1,-1 0-1,1 1 1,-1-1-1,1 1 1,2 0 0,-4 0 0,1 0 0,-1 0-1,1 0 1,-1 0 0,0 0 0,1 0-1,-1 0 1,0 1 0,0-1 0,0 1 0,0-1-1,0 1 1,0-1 0,0 1 0,0-1-1,0 1 1,-1 0 0,1 1 0,1 6-1,-1-1 0,0 1 0,0 0 0,-1 0 0,0 0 0,0-1 0,-2 4 1,2-11-1,-1 7 1,0-1 0,-1 1 0,0-1 0,0 0 0,-1 1-1,1-1 1,-2-1 0,1 1 0,-1 0 0,0-1 0,-3 4 0,-9 9 4,0 0 0,-17 14-4,2-2 12,93-7 7,-56-21-23,0 1 1,-1 0-1,0 0 0,0 0 1,0 1-1,0-1 1,-1 1-1,0 0 1,0 1-1,0-1 1,-1 1-1,0 0 0,0 0 1,1 2 3,-2-5 30,-1 1 0,0-1-1,0 1 1,0-1 0,0 1 0,0-1 0,-1 1 0,0-1 0,1 1 0,-1 0-1,-1-1 1,1 1 0,0 0 0,-1-1 0,0 1 0,0-1 0,0 1 0,0-1-1,-1 1 1,1-1 0,-1 0 0,0 0 0,0 0 0,0 0 0,0 0 0,-3 3-30,-8 5 187,0-1 1,-1 0-1,0 0 1,-1-1-1,0-1 1,-1-1 0,0 0-1,0-1 1,-2 0-188,3-1-799,-1-1 0,0 0 0,0-1 1,-1-1-1,-15 0 799,26-2-5293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6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16988,'0'0'3720,"0"0"-1559,199-27-633,-94 5-936,5 1-272,-11-1 225,-13 7-465,-21 3-80,-14 5-289,-3 7-1191,-11 0-2593,-10 0-1008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0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29 10474,'0'0'2373,"0"0"131,0 0-526,0 0-774,0 0-324,0 0-69,22-5-303,63-16 118,-85 21-595,0 0 0,0 0 0,0 0 0,0 0 1,0 0-1,0 0 0,0 0 0,0 0 0,0 0 0,0 0 0,0-1 1,0 1-1,0 0 0,0 0 0,0 0 0,0 0 0,0 0 0,0 0 1,0 0-1,0 0 0,0 0 0,0 0 0,0 0 0,0-1 0,0 1 1,0 0-1,0 0 0,0 0 0,0 0 0,1 0 0,-1 0-31,-19 0 470,-26 3-78,-61 23-174,60-13-183,-36 4-35,286-23 339,-179 3-622,24-2 2069,-44 4-814,-29 0-536,-102 1-1294,43 0-4501,40 0 3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0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81 13691,'0'0'3555,"0"0"-1141,0 0 527,0 0-1355,0 0-961,0 0-438,-12 8-19,7-4-135,0-2 4,1 1 1,0 0-1,0 0 0,1 0 0,-1 0 0,1 0 1,-1 1-1,1 0 0,0 0 0,0 0 0,1 0 1,-1 0-1,1 0 0,0 1 0,0-1 0,0 1 1,1-1-1,0 1 0,0 0 0,-1 2-37,2 1 94,-1-1 0,1 1 0,0-1 0,0 1 0,1-1 0,0 0 0,1 1-1,1 3-93,-2-9 21,0 0-1,0 1 1,1-1-1,-1 0 1,1 0-1,0 0 0,-1 1 1,1-2-1,0 1 1,0 0-1,0 0 1,1-1-1,-1 1 0,0-1 1,1 0-1,-1 0 1,0 1-1,1-2 1,0 1-1,-1 0 1,1 0-1,-1-1 0,1 1 1,2-1-21,6 1 32,0 0 0,0 0 1,1-1-1,-1 0 0,0-1 0,0-1 0,0 1 1,0-2-1,0 0 0,0 0 0,9-5-32,-15 6 11,0 0-1,0-1 1,0 0-1,0 0 1,0-1-1,-1 1 1,0-1-1,1 0 0,-1 0 1,-1 0-1,1-1 1,-1 1-1,1-1 1,-1 0-1,-1 0 1,1 0-1,-1 0 1,0 0-1,0-1 0,0 1 1,-1-1-1,0 1 1,0-1-1,0-2-10,0 3 13,-1 0 0,0-1-1,0 1 1,0 0-1,-1 0 1,1-1 0,-1 1-1,0 0 1,-1 0 0,0 0-1,1 0 1,-2 0 0,1 1-1,0-1 1,-1 0-1,0 1 1,-1-1-13,-3-3-8,0 2 0,0-1 0,-1 1 0,0 0 0,0 0 0,-1 1 0,0 0 0,-6-2 8,5 0-1751,20 6-7118,10 1-2396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07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49 17180,'0'0'2105,"0"0"-244,0 0-388,23-6-944,-23 6-529,65-15 337,0 3 0,20 0-337,43 9 758,-128 3-747,1 1 0,0-1 0,-1 1-1,1-1 1,0 1 0,-1 0 0,1-1 0,-1 1 0,1 0 0,-1-1 0,1 1-1,-1 0 1,0-1 0,1 1 0,-1 0 0,0 0 0,1 0 0,-1 0 0,0-1-1,0 1 1,0 0 0,0 0 0,0 0 0,0 0 0,0-1 0,0 2-11,1 27 320,-1-27-272,-10 424 2856,1-159-2502,-1-16-188,-1 93-127,16-123-23,-7-220-58,0 1 0,-1-1 0,1 0 0,-1 0 0,0-1 0,1 1-1,-1 0 1,0-1 0,1 0 0,-1 1 0,0-1 0,1 0 0,-1-1 0,-2 1-6,3 0-1,-157 10-812,88-6-1739,-1 0-3819,6-1-6972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0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13851,'0'0'3809,"0"0"-1417,0 0 553,0 0-1913,0 0-512,0 0-72,67 10 224,-21-10-207,5 0 95,0 0-272,-3 0-96,0-5-128,1-5-64,-9 3-480,-5 7-1617,-11 0-2920,-16 0-4153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08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13379,'0'0'1928,"0"0"-1032,0 0 953,0 0-585,0 0 104,0 0 33,0 0-625,140 36-400,-76-53-376,6-5-216,32 0-1584,-19 8-2449,-10 4-9250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7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16315,'0'0'1793,"0"0"503,0 0 457,16 128-1713,-3-84-456,1-3-16,-4-2-280,-4-6-192,-6-6-87,0-5-9,0-3-49,-6-12-1199,-10-4-1760,0-3-3250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36 13499,'0'0'2970,"0"0"-774,0 0 298,0 0-764,0 0-990,0 0-420,1-8-203,5-16-10,-6 20 77,-5 20 206,-5 4-130,0-1 0,-1 0 0,-1 0 1,-1-1-1,-1-1 0,0 0 1,-10 7-261,1 2 185,-156 201 252,179-227-414,0 1-1,0-1 1,0 0-1,0 1 1,0-1-1,0 0 0,0 1 1,0-1-1,0 0 1,1 1-1,-1-1 1,0 0-1,0 0 1,0 1-1,0-1 1,0 0-1,1 1 1,-1-1-1,0 0 1,0 0-1,0 1 1,1-1-1,-1 0 0,0 0 1,0 0-1,1 1 1,-1-1-1,0 0 1,0 0-1,1 0 1,-1 0-1,0 1 1,1-1-1,-1 0 1,0 0-1,1 0 1,-1 0-1,0 0 1,1 0-1,-1 0 0,0 0 1,1 0-1,-1 0 1,0 0-1,1 0 1,-1 0-1,0-1 1,1 1-1,-1 0 1,0 0-1,1 0-22,27 0 50,-21 0 102,18-1 29,0-1 0,1-2-1,-1 0 1,-1-2-1,7-2-180,124-45-493,-93 30-1002,-14 5-1606,-4-1-3024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70 12947,'0'0'3437,"0"0"-1682,-2 24 288,-7 82-404,8-99-1516,0 0 0,1-1 0,0 1 1,0 0-1,0 0 0,1 0 0,0 0 0,1 0 1,0 0-1,0 0 0,0-1 0,0 1 1,1-1-1,1 0 0,-1 0 0,1 0 0,0 0 1,0 0-1,0-1 0,1 0 0,4 5-123,-3-7 79,0 1 1,0-1-1,0 0 0,0-1 0,0 1 0,1-1 0,-1 0 0,1-1 0,0 0 1,-1 0-1,1 0 0,0-1 0,-1 0 0,1 0 0,0 0 0,0-1 1,-1 0-1,1-1 0,-1 1 0,6-3-79,-2 0-9,1-1 1,-1 0-1,0 0 1,0-1-1,-1-1 1,0 1-1,0-2 1,0 1-1,-1-1 1,0 0-1,-1-1 1,0 0-1,0 0 1,-1 0-1,0-1 1,0 0-1,-1 0 1,-1-1-1,0 1 1,0-1-1,-1 0 1,0 0-1,-1 0 1,0-1-1,-1 1 1,0 0-1,-1-12 10,-1 19-45,0-1 1,0 1 0,0 0 0,0 0 0,-1 0 0,1 0 0,-1 0 0,0 0 0,0 0 0,-1 0 0,1 1 0,-1 0 0,0-1 0,0 1 0,0 0 0,0 0 0,0 0 0,-1 1 0,1-1-1,-1 1 1,0 0 0,0 0 0,0 0 0,0 0 0,0 1 0,0-1 0,0 1 0,-1 0 43,-17-4-336,1 1 0,0 0 1,-1 2-1,0 0 0,-1 2 336,-297-1-8538,251 3 2681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1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968 1 13899,'0'0'1768,"-143"101"-1456,44-26 529,-19 15-585,-8 6-208,-60 56-48,31-24-1545,15-12-3744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8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15195,'0'0'2993,"0"0"-193,0 0-439,0 0-777,0 0-792,0 0-471,0 0-273,159-56 0,-98 47 160,-12 1-136,-12 6-48,-10 2 48,-5 0-144,-9 0-256,0 0-825,-7 0-1295,-3 0-1945,-3 0-2049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8:58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13203,'0'0'2166,"0"0"-506,0 0 311,0 0-449,0 0-769,0 0-130,-2 10 219,0 0-701,1 0 1,0 1 0,0-1 0,1 1 0,1-1 0,0 1 0,0-1 0,1 0 0,0 1 0,1-1 0,0 0-142,24 85 462,-4 0-1,-4 2 1,-5 1-1,-2 24-461,-4 32 397,-7-1-1,-11 58-396,4 157 402,6-247-265,1-120-134,0 1 0,-1-1 0,1 1-1,0-1 1,0 0 0,0 1 0,0-1 0,0 0-1,0 1 1,0-1 0,0 0 0,0 0 0,1 0-1,-1 0 1,0 0 0,1 0 0,-1-1 0,1 1-1,-1 0 1,1-1 0,-1 1 0,1-1-1,-1 1 1,1-1 0,-1 0 0,1 0 0,0 0-1,-1 0 1,1 0 0,0 0-3,60 3 129,-55-3-122,-5 0-2,44 2 94,0-3 1,0-1-1,0-3 0,-1-2 0,0-1 0,15-7-99,-52 12-568,-10 1-2408,-14 4-3286,-8 6-3573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0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 10114,'0'0'4088,"0"0"-1812,0 0-550,0 0-674,0 0-232,28-14 44,93-45-37,-108 52-673,0 0 0,1 1 0,0 1-1,0 0 1,0 1 0,1 0 0,0 1-1,-1 1 1,1 0 0,2 1-154,-17 1 1,1 0 1,-1 0-1,1 0 0,-1 0 0,0 0 1,1 0-1,-1 0 0,0 0 1,1 0-1,-1 1 0,1-1 0,-1 0 1,0 0-1,1 0 0,-1 0 1,0 0-1,1 1 0,-1-1 1,0 0-1,0 0 0,1 1 0,-1-1 1,0 0-1,0 0 0,1 1 1,-1-1-1,0 0 0,0 1 0,1-1 1,-1 0-1,0 1 0,0-1 1,0 0-1,0 1 0,0-1 1,0 1-3,-4 15 42,-17 14 29,3-14 23,-1-1 0,-1 0 0,-4 0-93,4-1 23,0 0 1,1 1 0,-7 8-24,26-23 1,-1 0 0,1 1 0,0-1 0,0 1 0,0-1 1,0 0-1,0 1 0,0-1 0,-1 0 0,1 1 0,0-1 0,0 1 0,0-1 1,0 0-1,1 1 0,-1-1 0,0 1 0,0-1 0,0 0 0,0 1 0,0-1 1,0 0-1,0 1 0,1-1 0,-1 0 0,0 1 0,0-1 0,1 0 0,-1 1 1,0-1-1,0 0 0,1 0 0,-1 1 0,0-1 0,1 0 0,-1 0 1,0 0-1,1 1 0,-1-1 0,0 0 0,1 0 0,-1 0 0,1 0 0,-1 0 1,0 0-1,1 0 0,-1 0 0,0 0 0,1 0 0,-1 0 0,1 0 0,-1 0 1,0 0-1,1 0-1,38 8 76,-15-3-37,-16-3-2,0 2 0,-1-1 0,1 1 0,0 0 0,-1 1 0,0 0 0,0 0 0,5 6-37,-10-10 11,-1 0 0,1 1 0,-1-1 1,1 1-1,-1-1 0,0 1 0,0 0 1,1 0-1,-1-1 0,-1 1 0,1 0 1,0 0-1,0 0 0,-1 0 0,1 0 1,-1 0-1,1 0 0,-1 0 0,0 0 0,0 0 1,0 1-1,0-1 0,0 0 0,-1 0 1,1 0-1,-1 0 0,1 0 0,-1 0 1,0 0-1,1 0 0,-1 0 0,0-1 1,0 1-1,-1 0 0,1 0 0,0-1 1,0 1-1,-1-1 0,1 1 0,-1-1-11,-11 9 116,0 0-1,-1-1 1,0-1-1,-1 0 1,0-1 0,0-1-1,-1 0 1,1-1-1,-1-1 1,0 0-1,0-1 1,-1-1-1,1 0 1,-10-1-116,26-1-19,-1 0-1,1 0 1,-1 0 0,0 0 0,1 0-1,-1 0 1,1 0 0,-1 0 0,0 0-1,1 0 1,-1-1 0,1 1 0,-1 0-1,1 0 1,-1 0 0,1-1-1,-1 1 1,1 0 0,-1-1 0,1 1-1,-1 0 1,1-1 0,-1 1 0,1-1-1,0 1 1,-1-1 0,1 1 0,0 0-1,-1-1 1,1 0 0,0 1 0,0-1-1,-1 1 1,1-1 0,0 1-1,0-1 1,0 1 0,0-1 0,0 0-1,0 1 1,0-1 0,0 1 0,0-1-1,0 1 1,0-1 0,0 0 0,0 1-1,0-1 1,1 1 0,-1-1 0,0 1-1,1-1 20,16-27-3048,9 10-1671,3 1-2789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03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42 6057,'0'0'7943,"0"0"-4507,0 0-1249,0 0-862,0 0-810,0 0-176,19-7 169,62-22-184,-79 28-306,0 0 0,1 0 0,-1 0 0,0 1-1,1-1 1,-1 1 0,1 0 0,-1 0 0,1 0 0,0 0-1,-1 0 1,1 0 0,-1 1 0,0-1 0,1 1 0,-1-1-1,1 1 1,-1 0 0,1 0-18,-2 1 19,1-1-1,-1 0 1,0 0-1,0 1 1,1-1-1,-1 1 1,0-1-1,0 1 1,0-1-1,-1 1 1,1-1 0,0 1-1,0 0 1,-1 0-1,1-1 1,-1 1-1,0 0 1,0 0-1,1 1-18,-1 3 39,0 0 0,0 0 0,-1 0 0,0 0 0,0 0 0,0 0 0,-1-1 0,1 1 0,-1 0 0,-1-1 0,1 1 0,-1-1-39,-13 17 128,-1-2 0,-1 0 0,-1-1 0,-1-1 0,-18 13-128,12-10 174,0 2 0,2 1 0,-4 5-174,28-28 4,-1-1 1,1 0 0,-1 1 0,1-1-1,0 0 1,0 1 0,-1-1 0,1 1 0,0-1-1,0 0 1,-1 1 0,1-1 0,0 1-1,0-1 1,0 1 0,0-1 0,0 1-1,-1-1 1,1 1 0,0-1 0,0 1-1,0-1 1,0 0 0,0 1 0,1-1-1,-1 1 1,0-1 0,0 1 0,0-1 0,0 1-1,0-1 1,1 1 0,-1-1 0,0 0-1,0 1 1,1-1-5,18 8 140,30-5 374,-46-3-391,40-1 79,-1-1 0,1-3-1,36-8-201,-37 4-351,45-9-8518,-60 10 1607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12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876 1 1840,'0'0'8274,"-260"157"-7338,34-32-936,17-9-520,29-22-8818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0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5145,'0'0'1352,"0"0"-543,0 0-249,0 0-496,0 0 8,0 0-72,0 0-1769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16796,'0'0'2895,"0"0"-84,0 0-360,0 0-1246,0 0-741,0 0-343,1 10 112,17 120 831,-5-52-433,-2 21-631,-10-77-15,-2-13-31,2-1-1,-1 0 0,1 1 1,1-1-1,-1 0 1,1 0-1,2 3 47,-4-10-107,1 0-1,-1 0 1,0-1-1,1 1 1,-1 0-1,1-1 1,-1 1-1,1-1 1,-1 1-1,1 0 1,0-1-1,-1 1 1,1-1-1,0 1 1,-1-1-1,1 0 1,0 1-1,0-1 1,-1 0-1,1 0 1,0 1-1,0-1 1,0 0-1,-1 0 1,1 0-1,0 0 1,0 0-1,0 0 108,14-8-6507,-4-15-6281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14715,'0'0'1879,"0"0"-104,0 0-341,27-10-838,86-32-447,-109 40-149,1 1 0,-1 0 0,0 0-1,1 0 1,-1 0 0,1 1-1,-1-1 1,1 1 0,-1 0 0,3 1 0,-5-1 7,-1 0 1,0 1-1,0-1 1,0 1 0,0-1-1,0 0 1,0 1 0,0 0-1,0-1 1,0 1 0,0 0-1,0 0 1,0-1 0,0 1-1,0 0 1,0 0 0,-1 0-1,1 0 1,0 0-1,-1 0 1,1 0 0,-1 0-1,1 0-7,0 4 63,0 0 0,-1 0 0,0 0 0,1 0 0,-2 0 0,1 0-1,0 0 1,-1 0 0,0 0 0,0 0 0,-1 1-63,1-3 53,-3 11 45,-1 0 1,-1 0-1,0-1 1,-1 0-1,0 0 1,-8 9-99,8-12 55,1-1 1,0 1 0,0 0-1,1 1 1,0-1 0,1 1-1,0 0 1,1 0 0,0 1-1,1-1 1,0 1 0,0 0-56,8-11 284,-1 1-1,0-2 1,0 1-1,0-1 1,0 0 0,0 0-1,1 0 1,-1 0-284,1-1 225,11 0-26,0-1 1,0-1 0,0 0-1,-1-1 1,13-5-200,28-7-1931,0 9-6216,-49 7-1727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5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14635,'0'0'2430,"0"0"-663,0 0-32,0 0 211,34-5-175,0 0-1352,26-4 602,1-2 1,40-15-1022,-21 3 661,160-43 320,-191 56-1098,1 2 1,0 2-1,50 1 117,-49-2-762,-3-1-4051,-48 8 176,0 0-2379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6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96 9874,'0'0'2125,"0"0"-461,0 0 211,0 0-583,27-12-370,16-9-630,92-38 725,-135 59-954,0 0 0,0 0-1,0 0 1,0 0 0,0 0-1,0 0 1,0 0 0,-1 0-1,1 0 1,0 0 0,0 0-1,0 0 1,0 0 0,0-1-1,0 1 1,0 0 0,0 0-1,0 0 1,0 0 0,0 0-1,0 0 1,0 0 0,0 0-1,0 0 1,0 0 0,0 0-1,0 0 1,0-1 0,0 1-1,0 0 1,0 0 0,0 0-1,0 0 1,0 0 0,0 0-1,0 0 1,0 0 0,0 0-1,0 0 1,0 0 0,0 0-1,0 0 1,1-1 0,-1 1-1,0 0-62,-16 0 508,-23 4-748,27-1 238,1 1 1,-1 0 0,1 1-1,0 0 1,1 1-1,-1 0 1,1 1-1,0 0 1,1 0 0,0 1-1,0 1 1,0-1-1,1 1 1,1 1 0,-1-1-1,2 1 1,-1 1-1,1-1 1,-2 7 1,7-16 7,1 0 1,-1 1-1,1-1 0,-1 0 0,1 1 1,-1-1-1,1 0 0,0 1 1,-1-1-1,1 0 0,0 1 0,0-1 1,0 1-1,0-1 0,1 0 0,-1 1 1,0-1-1,0 0 0,1 1 1,-1-1-1,1 0 0,-1 1 0,1-1 1,0 0-1,-1 0 0,1 0 1,0 0-1,0 1 0,0-1 0,0 0 1,0 0-1,0-1 0,0 1 0,0 0 1,0 0-1,1 0 0,-1-1-7,5 3 68,1-1-1,0 0 1,0-1 0,0 1-1,0-1 1,-1 0-1,2-1-67,17 3 149,-10-1-116,0 1 0,-1 0 1,1 1-1,-1 0 0,0 1 0,0 1 1,-1 0-1,0 1 0,0 1 0,0 0 1,-1 1-1,0 0 0,8 8-33,-18-14 35,0 0 0,0 0 0,0 0 1,0 0-1,-1 0 0,1 0 0,-1 1 0,0-1 0,0 0 1,0 1-1,0-1 0,-1 1 0,1-1 0,-1 1 0,0-1 1,0 1-1,-1-1 0,1 1 0,0 0 0,-1-1 0,0 0 1,0 1-1,0-1 0,0 0 0,-1 1 0,0-1 0,1 0 0,-1 0 1,0 0-1,0 0 0,-1 1-35,-1 0 69,1 1-1,-1-1 1,0 0 0,0 0 0,0 0 0,-1 0-1,1-1 1,-1 0 0,0 0 0,0 0-1,0 0 1,0-1 0,0 0 0,-1 0-1,1 0 1,-1-1 0,1 0 0,-1 0 0,-2 0-69,-7-1-33,0 0 1,0-1 0,0 0-1,0-2 1,-15-3 32,24 4-355,0-1 0,0 1 0,0-1 1,1 0-1,-1-1 0,1 1 0,0-1 0,0 0 0,0-1 0,0 1 0,1-1 0,-1 0 0,1 0 0,1 0 0,-2-2 355,-11-22-4451,4 2-2532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11947,'0'0'2472,"0"0"-1360,0 0-63,0 0-841,0 0-8,148-60-144,-108 55-16,14 0-40,-14 5-1201,-5 0-5840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8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10778,'0'0'5529,"0"0"-3488,0 0 247,0 0-111,0 0-729,0 0-816,0 0-176,32 0 81,3 0-209,6 0-320,1 0-16,-1-5-64,-6 3-1065,-6 2-1607,-7 0-2601,-14 0-5490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9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9482,'0'0'5137,"0"0"-3833,0 0 433,0 0-17,0 0-320,0 0-1015,0 0-281,150-2-104,-83-13-1105,-10 3-1719,-6-2-8675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10882,'0'0'7698,"0"0"-5081,0 0-1793,0 0 208,0 0 400,0 0-416,-5 140-367,15-101-409,1-3 0,0-7-240,0-7 136,-3-3-128,-3-4-16,-2-6 8,-1 1-536,4-5-793,-1-3-2399,1-2-1290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2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2897,'0'0'8732,"0"0"-5134,0 0-2053,0 0-220,0 0-657,23-9-392,73-28-212,-94 36-61,0 0-1,1 0 0,-1 1 0,1-1 0,-1 1 0,1-1 1,-1 1-1,1 0 0,-1 0 0,1 0 0,-1 0 0,1 0 1,-1 1-1,3 0-2,-3-1 24,-1 1 0,0 0 0,0-1 1,0 1-1,0 0 0,0 0 0,0-1 1,0 1-1,0 0 0,0 0 0,0 0 1,0 0-1,-1 1 0,1-1 0,0 0 1,-1 0-1,1 0 0,-1 0 0,1 2-24,0 3 167,0 0-1,0 1 0,0-1 0,-1 1 0,0-1 0,0 1 1,-1-1-1,0 3-166,-1 2 283,1-3-225,-1 1 1,0-1-1,-1 0 1,0 0-1,-1 0 1,1 0-1,-1 0 1,-1-1 0,0 0-1,0 0 1,0 0-1,-3 2-58,-1 3 40,1 0 0,0 0 0,0 1 0,1 0-40,7-13 25,0 1 0,-1 0 0,1 0 0,-1 0 0,1 0 1,0 0-1,0 0 0,-1 0 0,1-1 0,0 1 0,0 0 0,0 0 0,0 0 0,0 0 0,0 0 0,0 0 0,1 0 0,-1 0 0,0 0 0,0 0 0,1 0 0,-1-1 0,1 1 0,-1 0 0,0 0 0,1 0 0,0-1 0,-1 1 0,1 0 0,-1 0 0,1-1 0,0 1 0,0-1 0,-1 1 0,1 0 0,0-1 0,0 0 0,0 1 0,-1-1 0,1 1 0,0-1 0,0 0 0,0 0 0,0 1 0,0-1 1,0 0-1,0 0 0,0 0 0,0 0 0,0 0-25,63-1 587,-42 0-581,46 1-407,-25 0-6758,-33 0-691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0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13395,'0'0'2982,"0"0"-746,0 0 18,23-3-671,72-13 51,-2-4 1,19-10-1635,-65 16 180,1 2 0,1 2 0,-1 3 0,6 1-180,27-7-266,-29-1-5923,-43 12 1176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0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29 10898,'0'0'2018,"0"0"-594,0 0-219,0 0-483,0 0-299,0 0 173,0-4-54,1 3-525,-1 0-1,0 0 1,0 0 0,0 1 0,1-1-1,-1 0 1,0 0 0,0 0 0,0 1 0,0-1-1,-1 0 1,1 0 0,0 0 0,0 1-1,0-1 1,-1 0 0,1 0 0,0 1-1,0-1 1,-1 0 0,1 1 0,-1-1 0,1 0-1,-1 1 1,1-1 0,-1 1 0,1-1-1,-1 0 1,0 1 0,1-1 0,-1 1-1,0 0 1,1-1 0,-1 1 0,0 0 0,0-1-17,-1 1 159,-1 0 1,1 1 0,0-1 0,-1 0 0,1 1 0,0-1 0,-1 1 0,1 0 0,0 0 0,0 0 0,0 0-1,0 0 1,-1 1-160,-7 4 519,0 1 0,1 0 0,0 1 0,0 0 0,0 0 0,0 2-519,7-8 65,1 0 1,-1 1 0,0-1 0,0 1-1,1-1 1,0 1 0,-1 0-1,1-1 1,0 1 0,0 2-66,1-4 15,0-1-1,0 1 1,0 0-1,0 0 1,1-1 0,-1 1-1,0 0 1,0-1 0,1 1-1,-1 0 1,0-1 0,1 1-1,-1-1 1,1 1 0,-1 0-1,1-1 1,-1 1-1,1-1 1,-1 1 0,1-1-1,-1 0 1,1 1 0,0-1-1,-1 1 1,1-1 0,-1 0-1,1 0 1,0 1 0,0-1-1,-1 0 1,1 0 0,0 0-1,-1 0 1,1 0-1,0 0 1,0 0 0,-1 0-1,1 0 1,0 0 0,-1 0-1,1 0 1,0-1 0,0 1-15,10 0 10,0 0 1,0 1 0,0 0 0,0 1-1,-1 0 1,1 1 0,0 0-1,-1 1 1,8 3-11,-14-4-3,0-1 0,0 1 0,0-1-1,0 1 1,-1 0 0,1 0 0,-1 1 0,1-1-1,-1 1 1,0 0 0,-1-1 0,1 1-1,-1 1 1,0-1 0,0 0 0,0 0 0,0 1-1,-1-1 1,0 1 0,1 0 0,-2-1 0,1 1-1,0 4 4,-1-3 35,1 0-1,-1 0 0,0 0 0,-1-1 0,0 1 0,1 0 1,-2 0-1,1-1 0,-1 1 0,1-1 0,-2 1 1,1-1-1,-1 0 0,1 0 0,-2 1-34,1-2 131,0-1 0,-1 0 0,1 0 0,-1 0 0,1 0 0,-1-1 0,0 1 0,0-1 0,0 0 0,-1 0-1,1 0 1,0-1 0,-1 0 0,1 1 0,-1-2 0,1 1 0,-1 0 0,1-1 0,-4 0-131,-144 3 616,151-3-816,6-9-2038,12-16-4739,2 8-1436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74 12563,'0'0'3512,"0"0"-1535,0 0-335,27-7-340,200-55 1084,-218 58 220,-22 4-2131,-25 8-635,1 8 206,0-2 0,-2-1-1,-13 1-45,-20-6-9364,68-8-2519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12899,'0'0'2252,"0"0"-579,0 0 310,0 0-730,0 0-783,23-21-106,76-68 408,-91 82-643,1 1 0,-1 0 0,1 0 0,0 1 0,0 0 0,0 1 0,1 0 0,0 0-1,0 1 1,0 0 0,0 1 0,0 0 0,0 1 0,1 0 0,-1 1 0,6 0-129,-15 0 8,-1 0 0,1 0 1,0 0-1,-1 0 0,1 0 0,-1 0 0,1 1 0,-1-1 1,1 0-1,-1 0 0,1 1 0,0-1 0,-1 0 0,0 1 1,1-1-1,-1 0 0,1 1 0,-1-1 0,1 1 0,-1-1 1,0 0-1,1 1 0,-1-1 0,0 1 0,1-1 0,-1 1 1,0 0-1,0-1 0,0 1 0,1-1 0,-1 1 0,0 0-8,-1 27 232,-17 25 134,5-35-284,0 0 1,-1 0-1,-13 12-82,-26 31 77,53-61-76,0 1 0,0-1 0,-1 0-1,1 1 1,0-1 0,0 0 0,-1 1 0,1-1 0,0 1 0,0-1-1,0 1 1,0-1 0,0 0 0,0 1 0,0-1 0,0 1 0,0-1-1,0 1 1,0-1 0,0 1 0,0-1 0,0 0 0,0 1 0,0-1-1,0 1 1,0-1 0,1 1 0,-1-1 0,0 0 0,0 1 0,0-1-1,1 0 1,-1 1 0,0-1 0,1 0 0,-1 1 0,0-1 0,1 0-1,-1 1 1,0-1 0,1 0 0,-1 0 0,1 0 0,-1 1 0,0-1-1,1 0 1,-1 0 0,1 0 0,-1 0 0,1 0-1,29 7 72,-19-5-51,-7-1-20,14 4 7,1 0 0,-1 2 1,0 0-1,0 1 1,6 5-9,-21-12 1,1 1-1,-1 0 1,0 0 0,0 0 0,0 1 0,0-1 0,0 1-1,-1-1 1,1 1 0,-1 0 0,0 0 0,0 0-1,0 1 1,0-1 0,0 0 0,-1 1 0,1-1-1,-1 1 1,0-1 0,0 1 0,-1 0 0,1-1 0,-1 1-1,1 0 1,-1 0 0,0-1 0,-1 1 0,1 0-1,-1 0 1,1-1 0,-2 2-1,0-1 11,0 1-1,-1 0 1,0-1 0,0 1 0,0-1-1,0 0 1,-1 0 0,1 0-1,-1 0 1,0-1 0,-1 1-1,1-1 1,0 0 0,-1 0-1,-2 0-10,-12 8 64,0-2-1,-1 0 1,-4 0-64,16-6 8,0 0 0,-1 0 0,1-1 0,0 0 0,-1-1 0,0 0 0,1 0 0,-1-1 0,0 0 0,1 0 0,-9-2-8,16 2-141,1-1 1,-1 0-1,0 1 1,0-1-1,0 0 1,0 1-1,1-1 1,-1 0-1,0 0 1,1 0-1,-1 0 1,0 0-1,1 0 1,0 0-1,-1 0 1,1 0-1,-1 0 1,1 0-1,0 0 1,0 0-1,0 0 1,0 0-1,-1 0 1,1-1-1,1 1 1,-1 0 0,0 0-1,0-1 141,0-7-4047,-2-3-3661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8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13851,'0'0'2809,"0"0"-161,0 0 201,0 0-985,167 3-824,-97-13-295,2-7-441,1 0-208,-9 5-96,-10 5-400,-11 4-849,-8 3-1255,-16 8-1409,-9 4-1376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13595,'0'0'3473,"0"0"-1541,0 0-229,0 0-765,0 0-621,25-1-226,78 1-54,-101 0-37,0 0 1,0 0-1,0 1 0,0-1 0,0 0 1,0 1-1,0 0 0,0-1 0,0 1 1,-1 0-1,1 0 0,0 0 0,0 0 1,-1 0-1,1 0 0,-1 1 0,1-1 1,-1 1-1,1-1 0,-1 1 0,0-1 1,0 1-1,0 0 0,0-1 0,0 1 1,0 0-1,0 0 0,-1 0 0,1 0 1,0 0-1,-1 0 0,0 0 0,1 0 1,-1 0-1,0 2 0,0 2 9,-1 0-1,1 0 1,-1 0-1,0 0 1,0 0 0,-1-1-1,0 1 1,0 0 0,0 0-9,-8 10 131,1 0 0,-2-1 0,0-1 0,-1 1 0,0-2 0,-8 7-131,5-5 364,0 0 1,2 2-1,0-1 0,-10 18-364,22-34 33,1 1 1,0-1-1,-1 1 1,1-1-1,-1 1 0,1-1 1,0 1-1,0-1 1,-1 1-1,1-1 0,0 1 1,0 0-1,0-1 1,0 1-1,-1-1 0,1 1 1,0 0-1,0-1 1,0 1-1,0-1 1,0 1-1,1 0 0,-1-1 1,0 1-1,0-1 1,0 1-1,0-1 0,1 1 1,-1-1-1,0 1 1,1-1-1,-1 1 1,0-1-1,1 1 0,-1 0-33,23 0 721,29-16-9,-22 4-668,-1-2 0,-1-1 1,0-2-1,20-14-44,-47 29-86,0 0-1,0 1 1,0-1-1,0 0 1,0 0-1,0 0 1,0 0-1,0 0 1,0-1-1,-1 1 1,1 0-1,0 0 1,-1-1-1,1 1 1,-1 0-1,1 0 1,-1-1-1,1 1 1,-1-1-1,0 1 1,0 0-1,0-1 87,0 0-288,0 1 0,-1-1 0,1 1 0,-1-1-1,1 1 1,-1-1 0,0 1 0,0 0 0,0-1-1,1 1 1,-1 0 0,0 0 0,0 0-1,-1-1 1,1 1 0,0 0 0,0 1 0,0-1-1,-1 0 1,0 0 288,-23-14-6125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10098,'0'0'3569,"0"0"-1759,0 0-829,0 0 261,0 0 273,0 28 109,5 382 2741,-5-407-4352,0 66 308,2 1 0,11 59-321,-9-107 4,1 0 1,0 0-1,2-1 0,0 0 1,2 0-1,0 0 1,1-1-1,1-1 0,1 0 1,14 18-5,-6-14-268,0-1 1,2-1-1,0-1 1,1-1-1,1 0 1,1-2-1,1-1 0,0-1 1,9 3 267,-7-6-1438,1-1 0,0-1 0,1-1 0,0-1 0,21 1 1438,26-2-7463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15155,'0'0'3845,"0"0"-2329,14 25-210,44 80 914,-5 2 0,27 84-2220,-65-146 213,-3 2 1,-1 0-1,-3 0 1,-2 1-1,-1 0 1,-3 0-1,-2 0 1,-3 10-214,2-43-14,-1-1 1,0 1-1,-1-1 0,-1 0 0,0 0 1,-1 0-1,-1 0 0,0-1 1,0 0-1,-2 0 0,1-1 0,-2 0 1,1 0-1,-7 5 14,14-16-105,0 0 0,0 0 1,0 0-1,0 0 0,0 0 0,0-1 0,0 1 1,0 0-1,0-1 0,0 1 0,0-1 0,0 0 1,0 1-1,-1-1 0,1 0 0,0 1 0,0-1 1,0 0-1,-2 0 105,2-1-349,0 1 0,0-1 1,-1 1-1,1-1 0,0 1 0,0-1 0,0 0 1,0 0-1,0 0 0,0 0 0,0 0 1,0 0-1,0 0 0,0 0 0,1 0 1,-1 0-1,0 0 0,1-1 0,-1 1 0,1 0 1,-1 0-1,1-1 0,-1 0 349,-7-22-6995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3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13171,'0'0'2366,"0"0"-258,0 0 175,0 0-621,29-19-639,89-57-440,-111 71-540,0 1 0,0 1 1,0-1-1,1 1 1,-1 0-1,1 1 0,1 0-43,-6 1 9,0 1-1,1 0 0,-1 0 0,1 0 0,-1 0 1,0 1-1,1 0 0,-1-1 0,2 2-8,-1-1 0,-3-1-1,1 1 1,-1 0-1,0 0 0,0-1 1,0 1-1,0 0 0,0 0 0,0 0 1,0 0-1,0 0 0,0 0 1,-1 1-1,1-1 0,0 0 1,-1 0-1,1 0 0,-1 1 0,1-1 1,-1 0-1,0 1 0,1-1 1,-1 0-1,0 1 0,0-1 1,0 0-1,0 1 1,0 45-8,0-33 43,-1 7-29,-1 1-1,-1-1 1,0 0-1,-2 0 1,0 0 0,-1-1-1,-3 5-5,8-24 17,0 0 0,0 1 1,1-1-1,-1 0 0,1 0 0,-1 1 0,1-1 0,0 0 1,-1 1-1,1-1 0,0 0 0,0 1 0,0-1 0,0 1 1,0-1-1,0 0 0,0 1 0,1-1 0,-1 0 0,0 1 1,1-1-1,-1 0 0,1 1 0,-1-1 0,1 0 0,0 0 1,-1 0-1,1 1 0,0-1 0,0 0 0,0 0 0,0 0 1,0 0-1,0-1 0,0 1 0,0 0 0,1 0 0,-1-1 1,0 1-1,1 0-17,5 0 207,0 0 1,0 0-1,0 0 1,0-1-1,0 0 1,0 0-1,4-1-207,13 0 179,-7 0-38,0-1-1,-1-1 1,1 0 0,11-4-141,-12 2-827,1 2 0,-1 0 0,1 0 0,12 1 827,-13 2-4098,-4 0-2275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4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12219,'0'0'5737,"0"0"-3841,0 0-191,0 0-353,0 0-1080,185-5-32,-134 5-184,-5 0-112,-9 0-40,-7 2-1480,-14 8-2153,-13-1-4689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8426,'0'0'8002,"0"0"-5122,0 0-367,0 0-1033,0 0-1224,172-83-120,-100 57-136,3 2 0,33-10-416,-20 7-2593,-15 3-7969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19012,'0'0'4457,"0"0"-3809,0 0 456,0 0 129,0 0-345,3 174-48,2-113-504,-2-6 120,2-7-456,1-6 72,2-9-72,0-8-160,2-9-520,17-16-1096,-5 0-3169,2 0-5906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0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13019,'0'0'2370,"0"0"-90,0 0-22,26-6-991,81-18-600,-104 23-640,0 0 1,0 1-1,0-1 1,0 1-1,0-1 1,0 1-1,-1 0 1,1 0-1,0 1 0,0-1 1,0 0-1,0 1 1,0 0-1,0-1 1,0 1-1,-1 0 1,1 1-1,0-1-27,-2 0 30,0 0 0,0 0 0,-1 0-1,1 0 1,0 1 0,-1-1-1,1 0 1,0 0 0,-1 0 0,0 1-1,1-1 1,-1 0 0,0 1 0,1-1-1,-1 0 1,0 1 0,0-1 0,0 0-1,0 1 1,-1-1 0,1 0-1,0 1 1,0-1 0,-1 0 0,1 1-30,-3 6 229,0 1 1,-1-1 0,0 0-1,0 0 1,-1-1 0,0 1 0,-5 5-230,-13 14 312,-1 0-198,1 1 0,2 0-1,-5 12-113,21-31 27,-1 0-1,2 1 1,-1 0 0,2 0-1,-1 1 1,1-1-1,1 1 1,0-1-1,0 1 1,1 0-1,0 0 1,1 0-1,1 0-25,-1-9 19,1-1 1,-1 1 0,1 0-1,0-1 1,0 1 0,0-1-1,0 0 1,0 1 0,0-1-1,0 0 1,0 1 0,1-1 0,-1 0-1,0 0 1,1 0 0,-1 0-1,1 0 1,-1-1 0,1 1-1,-1 0 1,1-1 0,-1 1-1,1-1 1,0 1 0,-1-1 0,1 0-1,0 0 1,0 0 0,-1 0-1,2 0-20,66 1 383,-50-2-381,78-6-49,-50 2-1721,-1 2-3811,-30 3-431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1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16107,'0'0'4177,"0"0"-1808,0 0 71,0 0-1191,193-19-289,-102-6-112,3-1-472,0-6-8,-8 6-296,-11 2-32,-13 4-40,-11 11-120,-11 6-360,-5 3-352,-5 0-112,-1 15-1545,-4 2-1200,-9 2-2368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66 12515,'0'0'1889,"0"0"-352,0 0 286,0 0-691,0 0-196,0 0 465,2-13-713,-2 9-658,1 0-9,-1 1 0,1-1 0,-1 1 0,0-1 0,0 1 1,0-1-1,-1 1 0,1 0 0,-1-1 0,-1-2-21,2 6 2,0-1 1,-1 1-1,1-1 1,0 1-1,-1-1 0,1 1 1,-1-1-1,1 1 1,-1-1-1,1 1 0,-1 0 1,1-1-1,-1 1 0,0 0 1,1-1-1,-1 1 1,1 0-1,-1 0 0,0 0 1,1 0-1,-1 0 1,0-1-1,1 1 0,-1 0-2,-29 9 44,4 4 84,0 2 0,1 0 0,-14 13-128,33-24 31,0 0 1,1 0-1,0 1 0,0 0 1,0 0-1,0 0 0,1 1 1,0 0-1,0-1 0,0 1 1,1 1-1,0-1 0,0 0 1,1 1-1,0 0 0,0-1 1,-1 8-32,3-13 11,0 1 0,0-1 0,0 1 0,0 0 0,1-1 0,-1 1 0,0-1 0,1 0 0,-1 1 0,1-1 1,0 1-1,-1-1 0,1 0 0,0 1 0,0-1 0,0 0 0,0 0 0,0 0 0,0 0 0,0 0 0,0 0 1,0 0-1,0 0 0,1 0 0,-1 0 0,0-1 0,1 1 0,-1 0 0,1-1 0,-1 1 0,2-1-11,52 8 123,-41-7-60,20 1-15,57 7-33,-84-8-16,-1 0 0,0 1 0,0-1-1,0 2 1,0-1 0,0 0 0,-1 1 0,1 0 0,-1 1 0,0-1 0,0 1-1,2 2 2,-6-5 34,0 0-1,0 0 0,0 0 0,0 1 1,0-1-1,-1 0 0,1 1 1,0-1-1,-1 0 0,1 1 0,-1-1 1,0 1-1,1-1 0,-1 1 0,0-1 1,0 0-1,0 1 0,0-1 0,0 1 1,0-1-1,-1 1 0,1-1 0,0 1 1,-1-1-1,1 1 0,-1-1 1,1 0-1,-1 1 0,0-1 0,1 0 1,-1 0-1,0 0 0,0 1 0,0-1 1,0 0-1,0 0 0,0 0 0,-1 0 1,1 0-1,0-1 0,0 1 1,-1 0-34,-9 7 320,0 0 0,-1-1 0,0 0 0,-6 2-320,6-3 115,-41 23 361,10-4-272,-2-2 0,-4-1-204,42-21-348,11-12-509,6-4-1096,1 0 0,1 1 0,10-10 1953,13-10-4752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22 112 6329,'0'0'6514,"0"0"-3271,28-13-689,13-5-1653,28-12 2048,16-12-2949,-78 35 2254,-17 5-1508,-19 5-549,12 1-194,0 0 0,1 2 0,0 0 0,-1 0 0,2 2 0,-1 0 0,0 2-3,6-4-697,-1 1 1,2 0-1,-1 1 1,1 0-1,0 0 1,-4 6 696,3 0-3593,8-5-2781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2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13 15683,'0'0'2221,"-25"4"55,11-1-1862,-11 1 718,1 2 1,-24 7-1133,40-10 196,0 0 0,0 0 0,0 1 1,0 0-1,1 0 0,-1 1 0,1 0 1,0 1-1,1-1 0,-1 1 0,1 0 0,-2 4-196,6-7 50,0-1-1,0 1 0,0-1 0,1 1 0,0 0 0,-1-1 0,1 1 0,0 0 1,0 0-1,1 0 0,-1 0 0,0 0 0,1 0 0,0 0 0,0 0 0,0 0 1,0 0-1,0 0 0,1 0 0,-1 0 0,2 3-49,-1-4 24,0 0 0,0 1 0,1-1 0,-1 0 0,1 0 0,0 0 0,-1 0 0,1 0 0,0 0 0,0 0 0,1-1 0,-1 1 0,0-1 0,0 1 1,1-1-1,-1 0 0,1 0 0,-1 0 0,1 0 0,-1-1 0,1 1 0,-1 0 0,4-1-24,11 2 25,1 0 1,-1-1-1,1-1 0,0-1 1,-1-1-1,1 0 1,-1-1-1,1-1 0,-1-1 1,-1 0-1,9-5-25,-16 7-15,-1-1-1,0 0 1,0-1 0,0 0-1,0 0 1,-1-1 0,0 1-1,0-2 1,-1 1-1,1-1 1,-2 0 0,1 0-1,-1-1 1,0 1 0,0-1-1,-1 0 1,0-1 0,0 1-1,-1-1 1,0 0-1,-1 0 1,2-8 15,-1-1 468,-2 22-250,-3 41-95,1-9 214,1 238 867,0-215-4939,0 0-4059,0-53-2300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2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14323,'0'0'4113,"0"0"-2345,0 0 1217,0 0-1921,178-41-504,-100 22-136,2-3 56,3 0-335,-5 1-137,-8 1-8,-8 6-112,-17 11-905,-18 3-2023,-16 0-4146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3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8482,'0'0'8384,"0"0"-5262,0 0-1439,0 0-497,-10 26-597,4-11-526,-13 33 484,2 0 1,2 2 0,-1 10-548,16-58 34,-1-1-1,1 0 1,0 0-1,-1 0 1,1 1-1,0-1 1,0 0-1,0 0 1,0 1-1,0-1 1,0 0 0,0 1-1,0-1 1,0 0-1,0 0 1,1 1-1,-1-1 1,1 0-1,-1 0 1,1 0 0,-1 0-1,1 1 1,0-1-1,-1 0 1,1 0-1,0 0 1,0 0-1,0-1 1,0 1-1,1 1-33,1-1 100,1-1-1,-1 1 1,1 0-1,-1-1 0,1 0 1,0 0-1,-1 0 1,1 0-1,3-1-99,6-1 7,9 0-17,0-2 0,-1-1-1,0 0 1,0-2-1,0 0 1,7-5 10,-8 3-1304,0-1-1,0-1 1,12-10 1304,-29 19-432,0-1 0,-1 1 1,0-1-1,1 0 0,-1 0 0,0 0 0,0 0 1,0 0-1,-1 0 0,1-1 0,-1 1 1,0 0-1,1-1 0,-2 1 0,1-1 0,0 0 1,-1 1-1,1-1 0,-1 1 0,0-1 0,-1 0 1,1 1-1,0-1 0,-1 1 0,-1-4 432,-5-12 1342,-6 4 3805,12 19 1053,-1 19-5377,2 350 1568,0-372-2567,0 0 0,0-1 0,0 1 0,0 0 0,0 0 0,0-1 0,0 1 0,0 0 0,0-1 1,0 1-1,0 0 0,0 0 0,0-1 0,1 1 0,-1 0 0,0-1 0,1 1 0,-1-1 0,0 1 0,1 0 0,-1-1 1,1 1-1,-1-1 0,1 1 0,-1-1 0,1 1 0,0-1 0,-1 1 0,1-1 0,-1 0 0,1 1 0,0-1 0,0 0 176,10 2-7016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15251,'0'0'5457,"0"0"-3136,0 0-169,0 0-271,0 0-1089,0 0-168,180-7-232,-126-3-184,-8 1-208,-9 4 0,-13 5-240,-13 0-616,-11 0-904,-5 22-1257,-25 2-2248,1 0-3993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2761,'0'0'9258,"0"0"-6066,0 0-671,0 0-121,0 0-159,0 0-1273,0 0-736,185-10-232,-115-12-584,10 3-1369,-15 4-831,-17 6-5610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0 13635,'0'0'2607,"0"0"-494,0 0-485,3 22-28,69 351 2644,-64-342-4154,-2-1 0,-1 1 0,-2 0 0,0 20-90,-3-52-11,0 1-1,-1 0 1,1 0 0,0 0 0,0-1-1,0 1 1,0 0 0,0 0-1,0 0 1,0 0 0,0-1 0,0 1-1,-1 0 1,1 0 0,0 0 0,0 0-1,0 0 1,0 0 0,0-1 0,-1 1-1,1 0 1,0 0 0,0 0-1,0 0 1,0 0 0,-1 0 0,1 0-1,0 0 1,0 0 0,0 0 0,-1 0-1,1 0 1,0 0 0,0 0-1,0 0 1,-1 0 0,1 0 0,0 0-1,0 0 1,0 0 0,0 0 0,-1 0-1,1 0 1,0 0 0,0 0-1,0 0 1,0 1 0,-1-1 0,1 0-1,0 0 1,0 0 0,0 0 0,0 0-1,0 1 1,-1-1 0,1 0-1,0 0 1,0 0 0,0 0 0,0 1-1,0-1 1,0 0 0,0 0 0,0 0-1,0 1 1,0-1 0,0 0-1,0 0 1,0 0 0,0 1 11,-10-13-749,-3-9-731,1-1-1,1-1 0,1 0 1,1 0-1,1-1 1,1 0 1480,-14-62-1274,3-6 1274,1 8 2029,12 62-1099,1 4 1390,0 0 0,1 0 0,0-17-2320,-8 37 1304,-88 126-1016,71-98-274,13-15-11,0 1 0,2 0-1,-1 1 1,2 0 0,0 1 0,2 0-1,-4 8-2,13-25 7,1 0 1,-1 1-1,0-1 0,1 0 1,-1 0-1,1 1 0,-1-1 0,1 1 1,-1-1-1,1 1 0,0-1 0,0 0 1,0 1-1,0-1 0,0 1 1,0-1-1,0 1 0,0-1 0,1 1 1,-1-1-1,1 0 0,-1 1 0,1-1 1,-1 0-1,1 1 0,0-1 0,-1 0 1,1 0-1,0 1 0,0-1 1,0 0-1,0 0 0,0 0 0,0 0 1,0 0-1,1-1 0,-1 1 0,0 0 1,0 0-1,1-1 0,-1 1 0,1-1-7,6 2 101,1-1-1,-1 0 0,1 0 0,-1-1 0,1 0 0,-1 0 0,1-1-100,15 0 154,10-2-204,0 0 0,-1-2 0,0-2-1,0-1 1,0-2 0,2-2 50,59-23-6496,-53 16-1836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20 8858,'0'0'6721,"0"0"-4088,0 0-575,-5 23-673,-10 76-633,15-96-710,-1-1 0,1 1 0,0 0 0,0 0 0,0 0 0,1-1 0,-1 1 0,1 0 0,0 0 0,-1-1 0,1 1 0,1 0 0,-1-1 0,0 1 0,0-1 0,1 1 0,0-1 0,-1 0 0,1 0 0,0 0 0,0 0 0,0 0 0,0 0 0,0 0 0,1-1 0,-1 1 0,0-1 0,1 1 0,0-1 0,-1 0 0,2 0-42,5 2 183,1-1 1,0 0-1,0-1 0,0 0 0,-1 0 0,1-1 0,2 0-183,-4 0 182,1 0-79,0-1-1,0 1 1,-1-1-1,1-1 1,0 0-1,-1 0 1,0 0-1,1-1 1,-1 0-1,0-1 1,0 0-1,-1 0 1,8-6-103,-11 7 26,-1 0-1,1-1 1,-1 0 0,1 1-1,-1-2 1,0 1 0,0 0 0,-1 0-1,1-1 1,-1 1 0,0-1 0,0 0-1,-1 0 1,1 0 0,-1 0-1,0 0 1,-1 0 0,1 0 0,-1 0-1,0 0 1,0 0 0,0 0-1,-1 0 1,0-4-26,0 6 3,0 0-1,-1-1 1,1 1 0,0 0-1,-1 0 1,0 0 0,0 0-1,0 0 1,0 0 0,0 0-1,0 1 1,-1-1 0,1 1-1,-1 0 1,0-1 0,0 1-1,1 0 1,-2 1 0,1-1-1,0 0 1,0 1 0,0 0-1,-1 0 1,1 0 0,-1 0-3,-45-7-1362,4 14-3333,18 8-1691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7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12243,'0'0'3935,"0"0"-954,0 0-522,0 0-896,0 0-456,25 15-98,81 43-272,-98-56-713,-1 1 0,1-1 0,0-1 0,0 1 0,0-1 0,0-1 0,0 0 0,0 0 1,0 0-1,0-1 0,0 0 0,0-1 0,-1 1 0,1-2 0,0 1 0,-1-1 0,1 0 0,-1-1 1,0 1-1,0-1 0,-1-1 0,1 0 0,-1 0 0,0 0 0,0 0 0,3-5-24,-7 8-1,0 1 0,0-1 0,-1 0 0,1 1 0,-1-1 0,0 0 0,1 0 0,-1 0 0,0 0 0,0-1 0,0 1 0,0 0 0,-1 0 0,1 0 0,-1-1 0,1 1 0,-1 0 0,0-1 0,0 1 0,0 0 0,0-1 0,0 1 0,0-1 0,-1 1 0,1 0 0,-1 0 0,0-1 0,0 1 0,0 0 0,0 0 0,0 0 0,0 0 0,0 0 0,-1 0 0,1 0 0,0 0 0,-1 0 0,0 1 0,0-1 0,1 1 0,-1-1 0,0 1 0,0 0 0,0 0 0,0 0 0,0 0 0,-1 0 0,1 0 0,0 0 0,0 1 0,-1-1 0,0 1 1,-25-5-651,0 3 0,0 0-1,0 1 1,0 2 0,-10 2 651,28-1-3004,8 3-1885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10 13883,'0'0'2853,"0"0"-565,0 0 271,0 0-660,0 0-693,0 0-326,-23 7-380,-6-1-377,14-3-68,-1 1-1,1 1 1,0 0 0,0 1-1,-1 1-54,21-8 18,-1 0-1,1 0 1,0 0-1,0 1 1,-1 0-1,1 0 0,0 0 1,0 1-1,1 0-17,28-1 19,6-7 26,-1-3 0,0-1 0,15-7-45,-71 16 172,1 0-1,-1 2 1,0 0 0,0 0-172,5 1-162,0 1 1,0 0 0,0 1-1,0 0 1,1 1 0,-1 0-1,1 1 1,-8 4 161,12-1-1464,6-2-2905,1-1-1454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8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14899,'0'0'1806,"0"0"69,0 0 256,-3 27-664,-11 85-405,12-103-921,0 0 0,-1 0 0,1 0 0,-2 0 1,0 0-1,0-1 0,0 0 0,-4 4-141,6-8 38,-1 0-1,1-1 1,0 1-1,0 0 0,0 1 1,1-1-1,-1 0 1,1 0-1,0 1 1,0-1-1,1 1 1,-1 3-38,32-7 1125,-10-2-1062,0-1 0,-1-1 0,1-1 0,-1-1 0,1-1 0,16-7-63,-19 6-1009,1-1-1,-2-1 1,1-1 0,7-5 1009,-20 11-896,0 0 0,-1 0 0,1-1 0,-1 1 0,0-1 0,0 0 0,2-3 896,1-10-6659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8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14539,'0'0'4569,"0"0"-2616,0 0-937,0 0 272,0 0 208,-16 159-431,8-103-177,2-3-352,1-7-320,-1-7-160,6-8-56,0-9-176,0-8-960,6-11-1097,10-3-2832,3 0-6465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21 8490,'0'0'2959,"0"0"-241,0 0-524,0 0-921,0 0-584,0 0 216,-3-4-325,2 2-569,-1 1-1,1-1 0,-1 1 1,0 0-1,0 0 0,0-1 0,1 1 1,-1 0-1,0 0 0,0 1 1,-1-1-1,1 0 0,0 1 1,0-1-1,0 1 0,0 0 1,0 0-1,-1-1 0,1 1 1,0 1-1,-1-1-10,-6 1 84,0 0 0,1 1 0,-1 0 0,1 1 0,0 0 0,-5 2-84,-3 2 272,1 0 1,0 2-1,0 0 1,0 0-1,1 2 0,-6 6-272,14-13 92,1 2 0,0-1 0,0 0 0,0 1 0,1 0 1,0 0-1,0 0 0,1 1 0,-1-1 0,1 1 0,1 0 0,-1-1 0,1 1 0,0 1 0,1-1 0,0 0 0,-1 4-92,3-9 20,-1 1 1,1-1-1,0 0 1,0 1-1,0-1 1,0 0-1,0 0 1,0 1-1,0-1 1,1 0-1,-1 0 1,1-1-1,0 1 1,-1 0-1,1 0 1,0-1-1,0 1 1,0-1 0,0 0-1,0 1 1,1-1-1,-1 0 1,0 0-1,0 0 1,2 0-21,75 22 147,-42-13-119,-30-8-30,-1 1-1,1-1 1,0 2 0,-1-1-1,1 1 1,-1 0 0,0 0-1,-1 1 1,1-1 0,-1 1-1,1 1 1,1 2 2,-4-4 6,0 1 0,-1-1 0,0 0 0,0 0 0,0 1 1,0-1-1,-1 1 0,0 0 0,0-1 0,0 1 0,0 0 0,-1 0 0,0-1 0,0 1 0,0 0 1,-1 0-1,1-1 0,-1 1 0,-1 3-6,0-3 64,0 0-1,-1 0 1,1 0 0,-1-1-1,0 1 1,-1-1 0,1 1-1,-1-1 1,0 0 0,0-1-1,0 1 1,0-1 0,-1 1-1,1-1 1,-1-1 0,0 1-1,-2 0-63,-17 10 90,-1-2 0,-23 6-90,-33 9-3727,-19 1 3727,70-19-2044,-46 10-4572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19:59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14123,'0'0'2374,"0"0"82,0 0-191,41 1-870,59 1-402,0-4 0,85-14-993,364-66 2043,515-65 144,-345 63-3938,-785 121-8470,27-19 2286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0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13339,'0'0'3159,"0"0"-217,0 0-253,28-6-1040,3-2-1320,5-1 126,0 1 0,1 2 0,0 1 0,14 1-455,-50 4-2,0 0 1,-1 0-1,1 0 0,-1 0 1,1 0-1,0 0 1,-1 0-1,1 0 0,0 1 1,-1-1-1,1 0 0,-1 0 1,1 1-1,-1-1 1,1 0-1,0 1 0,-1-1 1,1 0-1,-1 1 0,0-1 1,1 1-1,-1-1 1,1 1-1,-1-1 0,0 1 1,1-1-1,-1 1 1,0-1-1,1 1 0,-1 0 1,0-1-1,0 1 0,0 0 1,0-1-1,1 1 2,-6 29-14,-22 26 28,11-33-9,-4 5 94,2 0 0,-8 17-99,21-36 153,0 1 0,1 1 0,1-1 0,-1 1 0,2-1 0,0 1 0,0 0 0,1 0 0,-1 9-153,3-19 30,0 0 1,0 1-1,0-1 0,0 0 1,0 0-1,0 0 0,0 0 1,0 0-1,0 0 0,0 0 1,0 0-1,1 0 0,-1 0 1,0-1-1,1 1 0,-1 0 1,1-1-1,-1 0 0,1 1 1,-1-1-1,1 0 0,-1 1 1,1-1-1,-1 0 0,1 0 1,-1 0-1,1-1 0,-1 1 1,1 0-1,-1-1-30,54-2 83,-42 0-361,0-1-1,-1 0 1,1 0-1,-1-1 1,0-1-1,0 0 0,6-5 279,45-31-6510,-28 15-1542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0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76 5033,'0'0'9211,"0"0"-5750,0 0-1322,0 0-637,-9 22-651,1-2-579,0 0 0,2 0 0,-2 11-272,7-30 28,1 0 0,0 1 0,0-1 0,0 1 0,0-1 0,0 1 0,0-1 0,0 1 0,0-1 1,1 1-1,-1-1 0,1 0 0,-1 1 0,1-1 0,-1 1 0,1-1 0,0 0 0,-1 0 0,1 1 0,0-1 0,0 0 0,0 0 0,0 0 0,0 0 0,0 0 1,1 0-1,-1 0 0,0-1 0,0 1 0,1 0 0,-1-1 0,1 1-28,3 1 89,1 0 0,0-1 1,-1 0-1,1 0 0,0 0 1,5-1-90,-3 0 98,19 2 137,0-1-1,1-2 1,-1-1-1,0-1 1,0-1-1,12-4-234,-25 4 38,-1 0 0,1 0 0,-1-1 0,0-1 0,-1 0 1,1-1-1,-1-1 0,0 0 0,-1 0 0,0-1 0,0 0 0,-1-1 0,4-6-38,-11 14 4,-1-1 0,0 0 0,-1 0 0,1 1 0,0-1 0,-1-1 0,0 1 1,0 0-1,1 0 0,-2 0 0,1-1 0,0 1 0,-1 0 0,0-1 0,1 1 0,-2-3-4,1 3 0,0 1-1,-1 0 1,1 0-1,-1 0 1,0 0-1,1 0 1,-1 0-1,0 0 1,0 0-1,-1 0 1,1 1-1,0-1 1,-1 0-1,1 1 1,-1-1 0,1 1-1,-1-1 1,0 1-1,1 0 1,-1 0-1,0 0 1,0 0-1,0 0 1,0 0-1,0 0 1,-14-4-69,0 1 0,0 0 0,-1 2 0,1-1 0,-1 2 0,1 0 0,-1 2 0,-4 0 69,-9 1-1114,0 2 0,0 1 0,-27 8 1114,-17 11-5301,11 0-3682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0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15811,'0'0'3713,"0"0"-2657,0 0 1081,0 0-1065,164 0-376,-92-12-168,-2-5-328,-13 0-200,-9 3-200,-16 6-1192,-16 8-3801,-13 0-7002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1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7666,'0'0'7049,"0"0"-4200,0 0 1400,0 0-2409,0 0-536,156 19-616,-81-38-439,6-5-249,-1-5-104,28-15-1321,-22 10-3808,-17 1-7098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13555,'0'0'2462,"24"-7"-495,-7 3-1553,17-6 373,1 2 1,1 1-1,-1 2 0,6 1-787,-24 3 287,-1 0-113,1 0 1,-1 1-1,0 0 0,1 2 1,14 3-175,-28-5 9,0 1 0,0-1-1,-1 1 1,1 0 0,0 0 0,-1 1 0,1-1 0,-1 0 0,1 1 0,-1-1 0,0 1 0,0 0-1,1 0 1,-1 0 0,0 0 0,-1 0 0,1 0 0,0 1 0,-1-1 0,1 1 0,-1-1 0,0 1 0,0-1-1,0 1 1,0 0 0,0-1 0,0 1 0,-1 0 0,0 0 0,1 0 0,-1 0 0,0-1 0,0 1-1,0 0 1,-1 0 0,1 1-9,-2 2 43,-1 1 1,1-1-1,-1 0 0,0 0 0,0 0 0,-1 0 0,0-1 1,0 1-1,0-1 0,-1 0 0,0 0 0,1 0 0,-2-1 1,1 0-1,0 0 0,-1 0 0,0-1 0,-5 3-43,-19 10 80,0-1 0,-1-1-1,-5 0-79,11-4 110,24-10 21,17 3-37,-1 0-82,-1 1 1,1 0-1,0 2 0,-1-1 0,3 3-12,-11-5 29,0 0 0,0 1 0,0-1 0,0 1 0,-1 0 0,1 1 0,-1 0 0,0-1 1,0 2-1,-1-1 0,1 0 0,1 5-29,-5-8 43,0 0 1,0 0 0,0 1-1,-1-1 1,1 0 0,-1 0 0,1 1-1,-1-1 1,0 1 0,0-1-1,0 0 1,0 1 0,0-1-1,-1 0 1,1 1 0,-1-1 0,1 0-1,-1 1 1,0-1 0,0 0-1,0 0 1,0 0 0,0 0-1,-1 0 1,1 0 0,-1 0 0,1 0-1,-1-1 1,0 1 0,1 0-1,-1-1 1,0 0 0,0 1-1,0-1 1,0 0 0,0 0-44,-13 8 187,1-2 1,-1 1-1,0-2 0,-16 5-187,15-5-6,-11 3-243,0-1 0,-28 4 249,-19 0-6899,42-7-964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16580,'0'0'3920,"0"0"-1919,150-13 215,-64-3-815,8-1-481,-3 0-248,-2 5-432,-6 2-48,-5 5-192,-5 3-176,-9 2-760,-8 0-1089,-13 0-2728,-13 9-576,-19 3-2432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67 14979,'0'0'4472,"0"0"-1517,0 0-716,0 0-1291,0 0-481,23-10-151,73-31-114,-91 38-193,0 1-1,0 0 1,0 0 0,0 0 0,1 1 0,-1 0 0,1 0 0,-1 0 0,1 1 0,0 0 0,4 0-9,4 1 0,-13-1-1,-1 0-1,1 0 1,0 0-1,-1 1 1,1-1-1,-1 0 1,1 0-1,-1 1 1,1-1-1,-1 1 1,1-1-1,-1 0 1,1 1-1,-1-1 1,1 1-1,-1-1 1,0 1-1,1-1 1,-1 1-1,0-1 1,0 1-1,1 0 1,-1-1-1,0 1 1,0-1-1,0 1 1,0 0-1,1-1 1,-1 1-1,0-1 1,0 1-1,0 0 0,0-1 1,-1 1-1,1-1 1,0 1 1,-4 27 10,-4-10 7,-1 0 0,-1-1 0,-1 0 0,0 0 0,-1-1 0,-1 0-1,0-1 1,-5 3-17,-29 35 220,46-51-198,-42 60 131,41-58-67,-1 0 0,1 0 0,1 0 0,-1 1 0,0-1 0,1 1 0,0-1 0,0 1 0,0-1 0,1 1 0,0 0 1,0-1-1,0 1 0,0 0 0,1 0-86,0-4 45,1 0 1,-1 0-1,1 0 1,0 0-1,-1 0 1,1-1-1,0 1 1,0-1-1,0 1 1,-1-1-1,1 1 1,0-1-1,0 0 1,0 0 0,0 0-1,0 0 1,0 0-1,0-1 1,-1 1-1,1 0-45,4-1 82,15 1-70,1-1 0,-1-2 0,0 0 0,0-1 0,-1-1 0,1-1 0,-1-1 0,0-1 0,2-2-12,41-26-2689,-6-9-3849,-27 14-4434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2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18396,'0'0'2372,"0"0"-611,-7 20 14,1-3-1429,-2 3-50,2 0 0,0 1 1,1-1-1,1 1 0,1 0 0,1 7-296,1-15 142,0 0 0,2 0 0,-1 0 0,2 0-1,0 0 1,0 0 0,1 0 0,1-1 0,0 1-142,-2-7 49,1-1 0,0 0 0,0 0 0,0 0 0,1-1 0,0 1 0,-1-1 0,2 0 0,-1 0 0,0 0 0,1 0 0,0-1 0,0 0 0,0 0 0,0 0 0,0 0 0,0-1 0,1 0 0,-1 0 0,1-1 0,3 1-49,-1 0 19,0 0 1,1-1 0,0 0-1,-1 0 1,1-1 0,-1 0-1,1 0 1,0-1-1,-1 0 1,1-1 0,-1 0-1,0 0 1,1-1 0,-1 0-1,0 0 1,-1-1 0,1 0-1,-1 0 1,1-1-1,-1 0 1,4-4-20,-4 2 7,0-1 1,0 1-1,-1-1 1,0-1-1,0 1 0,-1-1 1,0 0-1,-1 0 1,0 0-1,0-1 0,-1 1 1,0-1-1,-1 0 1,0 0-1,-1 0 0,0 0 1,0 0-1,-1-4-7,0 9 3,0 0 0,0 0 0,0 0-1,-1 0 1,0 0 0,0 0 0,0 0-1,-1 0 1,1 0 0,-1 0 0,0 0-1,-1 1 1,0-2-3,0 3-11,1 0-1,-1 0 1,0 1 0,0-1-1,0 1 1,-1 0 0,1 0-1,0 0 1,-1 0 0,1 0 0,-1 1-1,0 0 1,0 0 0,1 0-1,-1 0 1,0 0 0,0 1-1,-1-1 12,-14-1-316,0 1 0,0 0 0,0 2 0,0 0 0,0 1 0,-1 1 316,-66 19-4350,13 5-3095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0 433 11570,'0'0'4000,"0"0"-610,0 0 480,0 0-1739,0 0-1266,22-17-496,-12 9-317,2-2-4,1 0 0,-1 1 1,2 0-1,-1 1 1,1 1-1,0 0 0,1 1 1,-1 0-1,1 1 0,0 1 1,1 0-1,9 0-48,7 1 138,-1 2 0,1 1 0,-1 2 0,1 1 0,-1 1 0,0 2 0,0 0 0,-1 3 1,2 1-139,-21-7 4,-1 2 1,1-1-1,0 1 1,-1 1-1,0 0 1,0 0-1,-1 1 1,0 0-1,0 1 1,-1 0-1,0 0 1,0 1-1,-1 0 1,0 0-1,0 1 1,-1 0 0,0 0-1,-1 1 1,0-1-1,-1 1 1,0 0-1,-1 0 1,0 1-1,-1-1 1,0 0-1,-1 1-4,0 2 10,-1-1 0,-1 0 1,0 1-1,-1-1 0,-1 0 0,0 0 0,0 0 0,-1 0 0,-1-1 0,0 1 0,-1-1 0,0-1 0,-1 1 0,0-1 0,-1 0 0,0 0 0,-1-1 0,0 0 0,0-1 0,-1 0 0,-1-1 0,1 0 1,-1 0-1,0-1 0,-1 0 0,0-1 0,0-1 0,-1 0-10,2 0 7,-2 0 0,1-2 0,0 1 0,-1-1 0,1-1 0,-1-1 1,0 0-1,0 0 0,1-1 0,-1-1 0,0 0 0,0 0 0,1-2 0,-1 0 1,1 0-1,0-1 0,-1 0 0,2-1 0,-1-1 0,1 1 0,0-2 0,0 0 1,0 0-1,-4-5-7,2 1 28,0-2 0,0 1 0,1-2 1,0 1-1,2-2 0,-1 1 0,2-2 1,0 1-1,1-1 0,0 0 0,2-1 0,0 0 1,0 0-1,2 0 0,0-1 0,1 1 1,0-8-29,1 0 32,1-1 0,1 1 0,2-1 0,2-14-32,-2 27 15,1 0-1,0 0 1,1 1-1,1-1 0,0 1 1,0 0-1,1 1 1,1-1-1,7-9-14,4-2 43,2 1 1,0 1-1,1 0 0,1 2 0,1 0 0,1 2 0,4-2-43,9-4 22,2 1-1,0 3 1,1 1-1,20-6-21,-45 20-123,-1-1-1,0 2 1,1 0-1,0 0 1,0 2-1,0 0 1,0 0-1,0 2 0,0-1 1,0 2-1,12 3 124,-6 0-1424,-1 1 0,0 1 0,0 0 1,18 11 1423,19 11-6613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 15875,'0'0'2889,"0"0"-1777,0 0 1833,-121 183-1577,76-108-296,-1 7-47,-5 3-417,3-6-200,2-11-240,11-10-136,8-22 80,11-12-224,8-14-136,8-22-328,0-19-1305,0-18-4208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18220,'0'0'3977,"0"0"-3081,0 0 1368,0 0-935,78 126-417,-48-78-600,-1 0 128,-2 1-376,-3-1-32,0-9-32,0-3-416,1-2-464,12 2-1145,-7-5-2880,-6-14-392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0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15667,'0'0'3113,"0"0"-784,0 0-633,0 0-968,0 0-416,0 0 96,188-37-336,-137 30 104,-11 2-176,-13 5-488,-11 0-1520,-8 0-2041,-8 12-1928</inkml:trace>
  <inkml:trace contextRef="#ctx0" brushRef="#br0" timeOffset="1">76 368 12683,'0'0'2192,"0"0"-111,0 0 663,0 0-815,0 0-1153,0 0-488,167-32-216,-106 15 0,1 3-72,16 6-56,-19 8-1528,-11 0-4330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1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1 979 8306,'0'0'2564,"0"0"-179,0 0 481,0 0-155,0 0-478,0 0-716,7 0-770,-3 1-675,0-1 0,0 1 0,0 0 0,0 1 0,0-1 0,0 1 0,-1 0 0,1 0 0,-1 0 0,1 0 0,-1 0 0,0 1 1,0-1-1,0 1 0,0 0 0,0 0 0,-1 0 0,1 1 0,-1-1 0,2 4-72,10 16 322,-1 0 0,-1 1 0,-1 1-322,3 5 312,184 410 1733,-192-428-2042,-5-8 4,1 0-1,-1 0 1,1 0-1,0 0 1,0 0-1,1 0 1,-1 0-1,1-1 1,0 1 0,0-1-1,0 0 1,0 0-1,0 0 1,1 0-1,0 0 1,0 0-7,-4-3 1,0 0 1,1 0-1,-1 0 1,0 0-1,0 0 1,0 0-1,1-1 1,-1 1-1,0 0 1,0 0-1,0 0 1,0 0-1,1 0 1,-1 0-1,0 0 1,0 0-1,0 0 1,0-1-1,1 1 1,-1 0-1,0 0 1,0 0-1,0 0 1,0 0-1,0-1 1,0 1-1,0 0 1,1 0-1,-1 0 1,0 0-1,0-1 1,0 1-1,0 0 1,0 0-1,0 0 1,0-1-1,0 1 1,0 0-1,0 0 1,0 0-1,0-1 1,0 1-1,0 0 1,0 0-1,0 0 1,0-1-1,0 1 1,-1 0-1,1 0 1,0 0-1,0 0 1,0-1-1,0 1 1,0 0-2,0-5 36,0-9 22,1-26-27,-2 1 1,-2-1 0,-1 1-1,-2 0 1,-4-8-32,-60-160 28,1 8-37,59 162 4,1-1 0,2 0 1,2 0-1,0-18 5,4-260 16,1 314-21,1 0 1,-1 0-1,1 0 1,0 0-1,0 0 0,0 0 1,0 0-1,0 0 0,0 0 1,0 1-1,1-1 0,-1 0 1,1 1-1,-1-1 0,1 1 1,-1 0-1,1-1 1,0 1-1,0 0 0,0 0 1,0 0-1,0 0 0,0 0 1,0 1-1,0-1 0,1 0 5,63-15-150,-57 14 144,90-13 4,16 3 2,56-8-1,572-101 34,130-18 23,-375 74-90,-442 55-263,-53 9 264,0 0 0,0 1-1,0-1 1,0 0 0,0 0 0,0-1 0,-1 1 0,1-1 0,-1 1 0,1-1 0,-1 0 0,1 0-1,-1 0 1,0 0 0,1 0 33,-3 1-248,-2 3-1137,-8 11-2198,-10 3-1944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1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14523,'0'0'3694,"0"0"-1745,0 0-594,31-16-534,102-48-194,-121 57-551,0 1 1,0 0-1,0 1 1,1 1-1,-1 0 1,1 1-1,0 0 1,0 1-1,1 0 1,-1 1-1,9 1-76,-21-1 9,0 1-1,0 0 0,1 0 1,-1 0-1,0 0 0,0 0 1,0 0-1,0 0 0,0 0 1,0 0-1,0 0 0,0 1 0,0-1 1,0 1-1,0-1 0,0 0 1,0 1-1,0 0 0,0-1 1,0 1-1,0-1 0,0 1 1,0 0-1,-1 0 0,1 0 0,0-1 1,-1 1-1,1 0 0,0 0 1,-1 0-1,1 0 0,-1 0 1,0 0-1,1 0 0,-1 0 1,0 0-1,1 0 0,-1 0 1,0 0-1,0 0 0,0 1 0,0-1 1,0 0-1,0 0 0,0 0 1,-1 0-1,1 0 0,0 0 1,-1 0-1,1 0 0,0 0 1,-1 0-1,0 1-8,-1 4 68,-1 0 1,0 0-1,-1-1 1,1 1-1,-1-1 1,0 0-1,0 1 1,-3 1-69,-22 17 147,21-19-143,1 1 0,0 0 0,0 0 0,1 1 0,-1 0 0,1 0 0,1 0-1,-1 1 1,1-1-4,6-6-15,-1-1 0,0 1 0,1-1 0,-1 1 0,1-1 0,-1 1 0,1-1 0,-1 0 0,1 1 0,-1-1 0,1 0 0,-1 1 0,1-1 0,0 0 0,-1 0-1,1 0 1,-1 1 0,1-1 0,0 0 0,-1 0 0,1 0 0,0 0 0,-1 0 0,1 0 0,-1 0 0,1 0 0,0-1 0,0 1 15,27 1 66,-23-1-89,168 0 339,-171-1-309,0 1 1,0 0 0,0 0-1,0 1 1,-1-1 0,1 0 0,0 1-1,0-1 1,0 1 0,-1-1-1,1 1 1,0 0 0,0 0-1,-1 0 1,1 0 0,-1 0-1,1 0 1,-1 0 0,1 0 0,-1 1-1,0-1 1,0 1 0,1 0-8,-1 0 37,0 0 0,-1 0 0,1 0 0,-1 0 0,0 0 0,0 0 0,1 0 0,-1 0 0,-1 0 0,1 0 0,0 0 0,0 0 0,-1 0 0,1 0 0,-1 0 0,1 0 0,-1 0 0,0 0 0,0-1 0,0 1 0,0 0 0,0-1 0,0 1 0,-1 0-37,-13 14 148,0 0 0,-1-2 0,0 0 0,-2 0 0,1-2 0,-2 0-1,1-1 1,-2-1 0,-8 3-148,27-12-18,0-1-1,0 1 1,0 0 0,0-1-1,0 1 1,0-1-1,0 0 1,0 1 0,0-1-1,-1 0 1,1 0-1,0 0 1,0 0 0,0 1-1,0-2 1,-1 1-1,1 0 1,0 0 0,0 0-1,0 0 1,0-1-1,0 1 1,-1-1 0,1 1-1,0-1 19,0 0-102,1 0-1,-1 0 1,1 0-1,0 0 1,-1 0-1,1 0 1,0 0-1,0 0 1,0 0-1,0-1 1,0 1-1,0 0 1,0 0-1,0 0 1,0 0-1,1 0 1,-1 0-1,0 0 1,1 0-1,-1-1 103,4-7-1410,0 0 0,0 0 0,0 1 0,1-1-1,4-4 1411,22-25-8288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1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1 15859,'0'0'4149,"0"0"-2351,-10 22 373,-176 343 2908,175-346-4940,-112 200 962,-75 94-1101,160-262-1240,35-48-807,6-10 67,9-12-1895,13-12-3348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11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14603,'0'0'3812,"0"0"-1547,24-11-21,79-35-641,-91 41-1515,-1 0 1,1 1-1,1 0 0,-1 1 1,0 0-1,1 1 1,0 0-1,-1 1 1,1 0-1,0 1 1,-1 1-1,9 1-88,-20-1 2,0-1-1,0 1 1,1 0-1,-1 0 1,0-1-1,0 1 1,0 0-1,0 0 1,0 0-1,0 0 1,-1 0-1,1 1 1,0-1-1,0 0 1,-1 0-1,1 0 1,-1 1-1,1-1 1,-1 0-1,0 1 1,1-1 0,-1 0-1,0 1 1,0-1-1,0 0 1,0 1-1,0-1 1,0 1-1,0-1 1,0 0-1,-1 1 1,1-1-1,-1 0-1,-10 50 160,-85 118 880,88-153-875,0 0 0,2 1 1,0 0-1,1 0 1,1 0-1,1 1 0,0-1 1,1 1-1,0 17-165,3-35 5,-1 1-1,0 0 1,1-1-1,-1 1 1,0 0 0,1-1-1,-1 1 1,1-1 0,-1 1-1,1-1 1,-1 1-1,1-1 1,0 1 0,-1-1-1,1 0 1,-1 1-1,1-1 1,0 0 0,-1 1-1,1-1 1,0 0-1,0 0 1,-1 0 0,1 1-1,0-1 1,0 0 0,-1 0-1,1 0 1,0 0-1,-1 0 1,1-1 0,0 1-1,0 0-4,29-4-323,-22 1 116,0-1 0,0 1-1,0-2 1,-1 1-1,1-1 1,-1 0 0,0 0-1,-1-1 1,1 0 0,3-5 207,7-5-930,43-39-5153,-6-3-4688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1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15051,'0'0'2707,"-3"21"-66,0-1-1861,-1 4-67,1 1-1,1-1 0,1 1 0,1 0 0,1 0 0,2 6-712,-2-26 34,-1 0 1,1-1-1,0 1 0,0-1 0,1 1 0,-1-1 0,1 0 0,0 1 0,0-1 1,0 0-1,1 0 0,0 0 0,-1-1 0,1 1 0,1-1 0,-1 1 0,0-1 1,1 0-1,-1 0 0,1-1 0,0 1 0,0-1 0,0 0 0,1 0 0,-1 0 0,0 0 1,1-1-1,-1 0 0,1 0 0,-1 0 0,1 0 0,0-1 0,-1 0 0,1 0 1,0 0-1,-1 0 0,1-1 0,-1 0 0,2 0-34,1-1 10,1 0 1,-1 0-1,1-1 0,-1 0 0,0-1 1,0 0-1,-1 0 0,1 0 0,-1 0 1,0-1-1,0-1 0,0 1 0,-1-1 1,1 1-1,-2-2 0,1 1 1,-1 0-1,4-6-10,-2 1 9,1-1-1,-2 1 1,1-1 0,-2 0 0,0 0 0,0 0-1,-1-1 1,0 0 0,-1 1 0,-1-1-1,0-1-8,-1 11 5,1 1 0,-1 0 0,-1 0-1,1 0 1,0-1 0,0 1 0,-1 0-1,1 0 1,-1 0 0,0 0 0,0 0 0,0 0-1,0 0 1,0 0 0,0 0 0,0 0-1,-1 0 1,1 0 0,0 1 0,-1-1-1,0 1 1,1-1 0,-1 1 0,0 0-1,0-1 1,0 1 0,0 0 0,0 0-1,0 1 1,0-1 0,-1 0-5,-7-1 12,0 0 0,0 1 0,0 1 0,0-1 0,0 2 0,-6 0-12,-14 0 17,19-1 6,0 1 1,0 0 0,0 1 0,0 0-1,0 1 1,0 0 0,1 0 0,0 1 0,-1 1-1,-5 3-23,11-5-178,0 0-1,1 0 1,-1 1-1,1 0 0,-1 0 1,1 0-1,1 0 1,-1 0-1,-2 4 179,4-4-486,0 0 0,0-1-1,0 1 1,1 0 0,-1 0-1,1 0 1,0 0 0,0 0 0,1 1-1,-1-1 1,1 0 0,0 0 0,0 4 486,2 9-4767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12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15347,'0'0'3177,"0"0"-1801,0 0 993,0 0-761,0 0-928,0 0 72,147 16-159,-101-16-329,-3 0-192,-8 0-72,-8 0-304,-8 0-1297,-6 3-2376,-10 4-1664</inkml:trace>
  <inkml:trace contextRef="#ctx0" brushRef="#br0" timeOffset="1">1 409 15035,'0'0'3049,"0"0"-617,0 0 137,0 0-1521,188-41-736,-137 29-216,-11 4 0,-5 6-192,-8 2-992,-6 0-3577,-10 0-5105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2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0 12339,'0'0'2171,"0"0"-311,0 0 90,0 0-306,0 0-403,-22 4 75,-75 17-51,90-18-1149,0 0 0,1 0 0,-1 0 1,1 1-1,0 0 0,0 0 0,0 1 0,1 0 0,0 0 0,-1 0 0,2 0 0,-1 1 0,1 0 0,0 0 0,0 0 0,0 0 0,1 1 0,0 0 0,0 0-116,-4 7 157,0-1-70,1 0 0,0 0 0,1 1 0,1 0 0,0 1 0,1-1-1,1 0 1,0 1 0,0 0 0,2-1 0,0 1 0,0 0 0,2 3-87,-1-15 10,-1 0 0,1 0 1,0 0-1,0 0 0,0 0 0,1 0 1,-1 0-1,1 0 0,0 0 0,-1-1 1,1 1-1,0-1 0,1 1 0,-1-1 1,0 0-1,1 0 0,-1 0 1,1 0-12,3 2 16,-1-1-1,1-1 1,0 1-1,0-1 0,0 0 1,0 0-1,0 0 1,0-1-1,3 0-14,4 1 20,0-2 0,0 1-1,0-2 1,0 1 0,0-2 0,0 0-1,0 0 1,0-1 0,2-2-20,-6 2 23,-1-1 1,1 0-1,0 0 1,-1-1-1,0 0 1,0-1-1,-1 1 0,1-2 1,-1 1-1,-1-1 1,1 0-1,-1 0 1,0-1-1,-1 1 1,0-1-1,0-1 0,-1 1 1,0-1-1,0 0 1,-1 0-1,0 0 1,0 0-1,-1 0 1,-1-1-1,1 1 0,-1-5-23,-1 11 14,0 0-1,-1 0 0,1 0 1,-1 0-1,1 1 0,-1-1 1,0 0-1,0 0 0,0 1 0,0-1 1,-1 0-1,1 1 0,-1 0 1,0-1-1,1 1 0,-1 0 1,0 0-1,-2-2-13,-2 0 40,1 0 1,-1 0 0,1 1-1,-1 0 1,0 0-1,0 0 1,0 1-1,-5-2-40,-13-2 107,-2 1 0,1 1 0,0 1 0,-3 1-107,24 2 1,-34-3-269,-1 2-1,0 1 1,-16 4 268,53-4-223,0 0-1,0 1 1,0-1-1,0 0 1,0 1-1,0-1 0,1 1 1,-1 0-1,0 0 1,0 0-1,0-1 0,1 2 1,-1-1-1,0 0 1,1 0-1,-1 0 1,1 1-1,0-1 0,-1 1 1,0 1 223,0 7-6292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2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16187,'0'0'4329,"0"0"-1968,0 0 479,-35 145-1431,19-97-937,5-4-296,3-6-128,5-6-48,3-6-208,0-11-680,6-15-1529,13 0-2136,2-10-568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2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10298,'0'0'5281,"0"0"-2741,25-9-244,83-24-784,-100 30-1442,-1 1-1,1 0 0,0 1 1,-1 0-1,1 0 1,0 1-1,0 0 0,0 0 1,0 1-1,-1-1 0,6 3-69,-11-2 30,1 0 0,-1 0-1,0 0 1,0 0-1,0 1 1,0-1-1,0 1 1,-1-1-1,1 1 1,0 0 0,-1 0-1,1 0 1,-1 0-1,1 0 1,-1 0-1,0 0 1,0 0 0,0 0-1,0 0 1,-1 1-1,1-1 1,0 0-1,-1 1 1,0-1-1,1 1 1,-1-1 0,0 0-1,0 1 1,-1 1-30,1-1 57,0 0 1,-1-1-1,1 1 0,-1-1 1,1 1-1,-1-1 1,0 0-1,0 1 1,0-1-1,0 0 1,-1 1-1,1-1 0,0 0 1,-1 0-1,0 0 1,1 0-1,-1-1 1,-2 2-58,-42 28 594,11-9-366,29-12-236,13-10-11,-6 0 17,30-1 6,-13 0-6,0 1 1,0 0-1,-1 2 1,1 0 0,15 3 1,-29-4 8,-1 0 1,1 0 0,0 1 0,-1-1 0,1 1-1,-1 0 1,1 0 0,-1 0 0,0 0 0,0 0-1,0 1 1,0-1 0,0 1 0,-1 0 0,1 0-1,-1 0 1,0 0 0,0 1 0,0-1 0,0 0-1,0 1 1,-1-1 0,0 1 0,0 0 0,0 0-1,0-1 1,0 1 0,-1 0 0,1 1-9,-1 0 87,0-1 0,0 1 0,0 0 0,-1-1 1,1 1-1,-1-1 0,0 1 0,-1-1 0,1 0 0,-1 1 0,1-1 1,-1 0-1,-1 0 0,1 0 0,-1 0 0,1-1 0,-2 2-87,-2 2 91,-1-1 0,1 1-1,-2-1 1,1-1 0,-1 1-1,0-1 1,0 0 0,-4 1-91,-19 7-85,-1-1 0,1-1 1,-2-2-1,-15 2 85,48-11-47,0 0 0,0 1-1,0-1 1,-1 0 0,1 0-1,0 0 1,0 0 0,0 0-1,-1 0 1,1 0 0,0 0 0,0 0-1,0 0 1,-1 0 0,1 0-1,0 0 1,0 0 0,-1 0-1,1 0 1,0 0 0,0 0-1,0 0 1,-1 0 0,1 0 0,0 0-1,0 0 1,0-1 0,-1 1-1,1 0 1,0 0 0,0 0-1,0 0 1,0 0 0,-1-1-1,1 1 1,0 0 0,0 0 0,0 0-1,0 0 1,0-1 0,0 1-1,0 0 1,0 0 0,-1-1-1,1 1 1,0 0 47,5-12-2858,11-8-3159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3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3 11450,'0'0'2560,"0"0"-595,0 0-322,0 0-558,0 0-194,-25-1 175,-79-1-24,94 3-932,1 0-1,-1 0 1,1 1-1,-1 0 1,1 1 0,0 0-1,0 1 1,0-1-1,0 2 1,1-1-1,-1 1 1,1 1 0,0-1-1,1 1 1,0 1-1,0-1 1,0 1 0,-3 4-110,-2 2 127,5-7-99,1-1-1,-1 2 0,2-1 1,-1 1-1,1 0 0,0 0 1,0 0-1,1 1 0,0 0 0,0 0 1,1 0-1,0 0 0,0 0 1,1 1-1,0-1 0,1 1 1,-1 3-28,2-11 3,1 1 1,-1-1-1,1 1 1,-1-1-1,1 1 1,-1-1-1,1 1 1,0-1-1,0 1 1,0-1-1,0 0 1,0 1 0,0-1-1,0 0 1,0 0-1,0 0 1,0 0-1,1 0 1,-1 0-1,0 0 1,1 0-1,-1-1 1,1 1 0,-1 0-1,1-1 1,-1 1-1,1-1 1,0 0-1,-1 0 1,1 1-1,-1-1 1,1 0-1,0 0 1,0 0-4,65-1 130,-56 0-124,0-1 19,1 1 0,-1-2 0,1 1 0,-1-2 0,0 0 0,-1 0 0,1-1 1,0 0-1,-1 0 0,0-1 0,-1-1 0,1 0 0,-1 0 0,-1-1 0,1 0 0,-1 0 1,-1-1-1,1 0 0,-2-1 0,1 1 0,-1-1 0,-1 0 0,0-1 0,0 0 0,-1 1 1,0-1-1,-1-1 0,0 1 0,-1 0 0,1-7-25,13 214 2759,-10 81-3348,-15-277-3928,-4 0-1632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1344 14683,'0'0'2675,"0"0"-29,0 0-535,0 0-660,0 0-184,24-5-148,-7 2-926,-8 1-125,0 1 0,1-1 0,-1 0-1,0-1 1,0 0 0,0-1 0,0 0-1,-1 0 1,0-1 0,0 0 0,0 0 0,0-1-1,-1 0 1,0 0 0,0 0 0,4-6-68,11-18 126,-1-2-1,-2-1 1,-1 0 0,-1-1-1,-2-1 1,-1 0 0,-2-1 0,-2-1-1,-1 0 1,1-17-126,6-70 75,-5-2-1,-4-64-74,-2 20 3,8-67 105,-13 235-37,2 10-62,-1-1-1,-1 0 1,1 0-1,-1 0 1,-1 0 0,0 6-9,-1 17-2,-3 525 102,5-538-100,0 0 0,2-1 1,0 1-1,1 0 1,0-1-1,1 0 1,1 0-1,6 14 0,-9-26 1,0 1-1,1-1 1,-1 0-1,1 1 1,0-1 0,0 0-1,0 0 1,1-1-1,0 1 1,-1-1-1,1 0 1,0 0 0,0 0-1,1 0 1,-1-1-1,1 1 1,-1-1-1,1 0 1,0-1 0,-1 1-1,1-1 1,0 0-1,0 0 1,0 0-1,0-1 1,0 0 0,0 0-1,0 0 1,0-1-1,0 1 1,1-2-1,3 0 1,-1-1 1,1 0 0,-1 0-1,1-1 1,-1 0-1,0-1 1,-1 0-1,1 0 1,-1-1 0,0 0-1,0 0 1,-1 0-1,0-1 1,0 0-1,0 0 1,-1-1 0,3-4-2,5-10 7,0 0 0,-2-1 1,0-1-1,-1 1 1,4-21-8,0-19-16,-2-1-1,-4 0 1,-2 0 0,-3 0 0,-3-1 0,-5-31 16,5 82 5,-1 1 0,-1 0 0,-1-1 0,1 1 1,-2 0-1,0 0 0,-1 1 0,0-1 0,-1 1 1,-3-6-6,6 17-34,3 6 8,0-2 18,-1 75-31,2 81 22,6 10 17,-2-119 5,1-1 1,3 0-1,2-1 0,2 0 0,11 27-5,-17-58-167,1-1-1,0 0 1,1 0-1,0-1 1,2 0-1,-1 0 1,5 2 167,-2-2-1941,2-1 1,0-1 0,15 11 1940,13 4-6202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6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10122,'0'0'2679,"0"0"-167,0 0-103,0 0-303,0 0-580,0 0-591,1 5-132,19 104 1457,-4 1 1,0 101-2261,-10-119 292,-5-69-321,0 1-51,1 0 0,0 0 0,2 0 0,1-1-1,0 1 1,2-1 0,3 5 80,-7-59-8256,-3-4 968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1456,'0'0'17628,"0"0"-15083,0 0-1041,0 0-624,0 0 232,142-14-552,-67-3-327,3 0-161,0 0-72,-3 5 0,-5 0-809,2 7-1623,-15 2-2801,-17 3-7794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7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14251,'0'0'2016,"0"0"-551,0 0 295,0 0-416,196-10-567,-110-12-369,5-2-8,-11-2-240,4-1-160,-25 10-1312,-19 5-3850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7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69 11963,'0'0'0,"0"0"-1489,0 0 321,-161-68 784,143 68-2337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176 445 16700,'0'0'2256,"0"0"91,26-8-728,-4 1-1347,-4 1-140,0 0 1,0 1-1,0 1 1,0 1 0,1 0-1,-1 2 1,1 0 0,18 1-133,-23 3 44,0-1 1,-1 1 0,1 1 0,0 1 0,-1 0-1,0 0 1,0 1 0,-1 1 0,1 0 0,-1 1-1,-1 1 1,0-1 0,0 2 0,0-1-1,-1 2 1,-1-1 0,0 1 0,5 9-45,-8-13 43,-1 1 0,-1 0 1,1 1-1,-1-1 0,-1 1 0,0 0 1,0-1-1,0 1 0,-1 1 1,-1-1-1,1 0 0,-2 0 0,1 1 1,-1-1-1,-1 0 0,1 1 0,-2-1 1,1 0-1,-1 0 0,-1 0 0,1 0 1,-2 0-1,1 0 0,-1-1 0,0 0 1,-1 1-1,0-2 0,-4 6-43,-9 10 71,0-2-1,-2 0 1,0-1-1,-2-1 0,0-1 1,-1-1-1,-7 4-70,16-12 50,-1-1 0,0 0-1,0-1 1,-1-1 0,0 0-1,0-1 1,0-1 0,0 0-1,-1-1 1,0-1 0,1-1-1,-1 0 1,-1-1-50,11-1 42,0 0 1,-1 0-1,1 0 0,1-1 1,-1 0-1,0-1 0,0 0 0,1 0 1,-1 0-1,1-1 0,0 1 0,0-2 1,-2-1-43,-2-3 32,1 0-1,1 0 1,-1 0 0,1-1 0,1 0 0,0-1 0,-3-7-32,-3-7 32,2 0 0,1-1 0,1 0 0,1-1-1,2 1 1,-4-28-32,7 29 60,0 0-1,2 0 1,1-1-1,1 1 1,1-3-60,0 15 27,0 0 0,1 1 0,0-1 1,1 0-1,1 1 0,0 0 0,1 0 0,0 0 1,0 1-1,6-7-27,12-12 29,2 0-1,1 2 1,1 1 0,1 1 0,1 1-1,2 2 1,7-3-29,13-7 35,2 3-1,1 2 0,2 3 1,11-2-35,-43 18-18,0 1 1,1 1 0,-1 2 0,2 0 0,-1 2 0,0 1 0,10 1 17,-31 1-210,0 0 1,0 1-1,0 0 1,0 1-1,0-1 1,0 1-1,0 0 1,-1 0-1,1 0 1,-1 0-1,1 1 1,-1 0-1,0 0 0,0 0 1,0 1-1,0-1 1,-1 1-1,0 0 1,1 0-1,-1 0 1,0 1 209,19 24-5632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0 19524,'0'0'3681,"0"0"-2921,0 0 904,-155 194-751,101-115-369,3 4-240,2-6-32,9-7-256,5-12 32,11-12-48,5-17 0,6-12-176,2-15-440,-2-2-312,-6-46-1425,3-7-2208,0-10-2344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4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13915,'0'0'2553,"0"0"1887,0 0-2863,108 186-441,-84-102-512,0 5-392,3 35-232,-5-23-728,-6-14-4161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9458,'0'0'1903,"0"0"-535,0 0 474,29-8-591,95-26-688,-120 33-534,0 0 1,1 0-1,-1 0 1,1 1-1,-1-1 1,1 1-1,-1 0 1,1 1-1,0-1 1,-1 1-1,0 0 1,1 0 0,-1 0-1,1 0 1,-1 1-1,0 0 1,0 0-30,0 0 46,-1 1 1,0-1-1,0 1 1,-1-1 0,1 1-1,0 0 1,-1 0-1,0 0 1,0 1 0,0-1-1,0 0 1,0 1-1,-1-1 1,1 1 0,0 3-47,0 4 242,0-1 1,-1 0 0,0 1 0,0-1 0,-1 1-1,0-1 1,-1 1 0,-1-1 0,1 0 0,-2 0-1,-2 9-242,-2-4 172,0 1 0,-1-1 0,-1-1 0,0 0 1,-1 0-1,-1-1 0,0 0 0,-1 0 0,-3 1-172,13-12 80,16-12 22,-5 4-107,1 0 0,-1 0-1,2 1 1,-1 0 0,1 0-1,-1 1 1,1 1 0,0 0-1,0 0 1,1 1 0,-1 1-1,1 0 1,-1 0 0,0 1-1,5 1 6,-12 0 7,0-1 0,-1 1 0,1 0-1,0 1 1,-1-1 0,1 1 0,-1-1 0,1 1-1,-1 0 1,0 0 0,0 1 0,0-1-1,0 1 1,0-1 0,0 1 0,-1 0 0,1 0-1,-1 0 1,0 0 0,0 0 0,0 1-1,0-1 1,-1 1 0,1-1 0,-1 1 0,0 0-1,0 0 1,0-1 0,-1 1 0,1 2-7,0 3 173,0-1 0,0 1 0,0 0 0,-1 0 0,-1-1 0,0 1 1,0 0-1,0-1 0,-1 1 0,-1-1 0,1 1 0,-1-1 0,-3 5-173,-3 2 258,-1-1 0,-1 0 0,0 0 0,0-1 0,-2 0 0,0-1 1,0 0-1,-2-1-258,4-2 50,-1 0 1,0-2 0,0 1-1,-1-1 1,0-1 0,0 0-1,0-1 1,-1-1 0,0 0-1,-2 0-50,11-3-44,0 0-1,0 0 1,0-1-1,-1 0 0,1 0 1,0 0-1,0-1 1,0 1-1,0-1 1,0 0-1,0-1 0,0 1 1,-3-2 44,-11-11-2758,1-6-3377,9 8-2243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6065,'0'0'10891,"0"0"-8667,0 0 2041,0 0-2825,188-17-311,-110-2-625,5-5 32,-5 2-288,-6 3-40,-10 4-160,-11 8-48,-11 2 0,-5 5-344,-5 0-1128,-9 0-2601,-7 12-2153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2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82 179 13835,'0'0'3761,"0"0"-1909,0 0 318,0 0-359,0 0-1090,0 0-526,12-19-109,39-65 56,-47 76-57,1 1 0,1 0 0,-1 0 0,1 1 0,0-1 0,1 1 0,6-4-85,-9 7 59,-1 1 1,1 0-1,0 0 0,0 1 1,0-1-1,0 1 0,0 0 0,0 0 1,0 0-1,0 0 0,0 1 1,1 0-1,0-1-59,-3 2 3,0-1 0,0 1 0,0-1 1,0 1-1,0-1 0,0 1 0,0 0 0,0 0 1,0 0-1,0 0 0,-1 0 0,1 1 0,0-1 0,-1 0 1,1 1-1,-1-1 0,0 1 0,1 0 0,-1-1 1,0 1-1,0 0 0,0 0 0,0 0 0,0 0 0,0 0 1,-1 0-1,1 0 0,-1 0 0,1 0 0,-1 0 0,0 1-3,3 13 1,-1 0 0,0 0 0,-2 0 0,0 1-1,0-5 5,1 20 38,-1 0 1,-2 0-1,-1 1 1,-2-1-1,-1-1 1,-8 27-44,5-31 143,-4 15 414,-3 0-1,-7 12-556,19-44 127,-1 0 0,-1-1 1,1 1-1,-2-1 0,1-1 0,-1 1 0,0-1 1,-1 0-1,0-1 0,0 0 0,-10 6-127,16-11 34,0 0 0,-1 0 0,1-1 0,-1 1 0,1-1 0,-1 0 0,0 0 0,0 0 0,0 0 0,1 0 0,-1-1 0,0 1 0,0-1 0,0 0 0,0 1-1,0-1 1,0-1 0,0 1 0,0 0 0,0-1 0,0 0 0,1 1 0,-1-1 0,0 0 0,0-1 0,1 1 0,-1 0 0,1-1 0,-1 1 0,1-1 0,-1 0 0,1 0 0,0 0 0,0 0-34,-2-3 12,0-1-1,1 1 1,0-1 0,0 0 0,0 0 0,1 0 0,0 0 0,0 0 0,1-1 0,-1 1 0,2 0 0,-1-1 0,0 1 0,1-5-12,0 8-7,0 1 0,0-1 0,0 1 0,0-1 1,0 1-1,0-1 0,1 1 0,-1-1 0,1 1 0,0 0 1,-1-1-1,1 1 0,0 0 0,1-1 0,0 0 7,0 1-5,0 1-1,0 0 0,1 0 0,-1 0 1,0 0-1,1 0 0,-1 1 0,1-1 0,-1 1 1,1-1-1,-1 1 0,1 0 0,-1 0 1,1 0-1,-1 0 0,2 1 6,35 1-12,0 1 1,22 6 11,-36-4 0,1-1 0,1-1 0,-1-1-1,0-2 1,0 0 0,1-2 0,-1-1 0,-17 0 12,0 1 0,0-2 0,-1 1-1,1-1 1,-1 0 0,0-1 0,0 0 0,-1 0 0,1-1-1,-1 0 1,0 0 0,-1-1 0,1 0 0,-1 0 0,-1 0-1,1-2-11,1 0-174,-1-1 0,0 0 0,-1 0 0,0 0 0,-1-1 0,0 0-1,0 0 1,-1 0 0,0-1 0,-1 1 0,-1 0 0,1-10 174,-2 20-183,0 1 1,0-1-1,0 1 1,0-1-1,0 1 1,0-1-1,0 1 1,0-1-1,0 1 1,0-1-1,-1 1 1,1-1-1,0 1 0,0-1 1,0 1-1,-1-1 1,1 1-1,0-1 1,-1 1-1,1-1 1,0 1-1,-1-1 1,1 1-1,0 0 1,-1-1-1,1 1 1,-1 0-1,1-1 1,-1 1-1,1 0 1,-1 0-1,1 0 1,-1-1-1,1 1 1,-1 0 182,-13-5-7334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3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8010,'0'0'1800,"0"0"-360,0 0 198,0 0-587,0 0-327,0 0 234,-1-6 711,2 4-428,0 5 5395,142 556-4863,-137-519-2622,-6-39-318,-2-5-412,-28-38-6148,11 18 567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14075,'0'0'3961,"0"0"-2905,0 0 656,140-41-703,-62 24-569,5 2-216,0 3-216,-7 3-16,-9 1-24,-8 6-1016,0 2-1633,-14 0-2160,-10 0-2593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98 9634,'0'0'2087,"25"-3"470,-9 2-2105,28-4 695,-1-2 0,0-1 0,2-4-1147,-11 4 992,-16 4-323,0-1 1,0-1-1,-1 0 0,1-1 0,-1-1 0,3-3-669,-33 7 3017,-11 3-3044,-130-1 192,-192 5-566,249 9-1948,33 3-2355,7 3-4021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 10122,'0'0'2815,"0"0"-130,0 0-310,0 0-325,0 0-434,0 0-407,-19 0-199,6-1-829,8 1-121,0-1-1,-1 1 1,1 0 0,-1 0-1,1 0 1,-1 1-1,1-1 1,0 1-1,0 1 1,-1-1 0,1 1-1,0 0 1,0 0-1,0 0 1,0 1-1,1 0 1,-1 0 0,1 0-1,0 0 1,-1 1-1,2 0 1,-1 0-1,-1 1-59,-12 20 275,1 2 0,1 0-1,1 0 1,2 1-1,-6 19-274,12-27 73,0 1-1,1 0 0,0 0 1,2 1-1,1-1 0,1 1 0,0-1 1,2 8-73,0-26 2,-1 0 1,1-1-1,-1 1 1,1 0 0,0-1-1,0 1 1,0-1 0,0 1-1,1-1 1,-1 0 0,1 1-1,-1-1 1,1 0 0,0 0-1,0 0 1,0 0-1,0 0 1,0-1 0,0 1-1,0 0 1,1-1 0,-1 0-1,1 0 1,-1 1 0,1-1-1,-1-1 1,1 1 0,0 0-1,-1-1 1,1 1 0,0-1-1,0 0 1,-1 0-1,1 0 1,2 0-3,7-1 11,0 1 0,0-2 0,-1 0 0,1 0 1,-1-1-1,1 0 0,-1-1 0,2-1-11,7-4 13,0-2-1,0 0 1,-1-1 0,0 0 0,-1-2-1,-1 0 1,0-1 0,1-3-13,-10 10 11,0-1 0,-1 1 0,0-1 0,0-1 0,-1 1 0,-1-1 0,1 0 0,-2 0 0,1-1 0,-1 1 0,-1-1 0,0 0 0,-1 0 0,0 0 0,0 0 0,-1-1 0,-1 0-11,0 8 13,0 0-1,-1 0 1,1 0 0,-1 0-1,0 1 1,0-1-1,0 0 1,-1 1 0,0-1-1,1 1 1,-1-1-1,0 1 1,-1 0 0,1 0-1,0 0 1,-1 0-1,0 0 1,-1 0-13,-2-2 41,0 0-1,-1 1 1,0 0 0,0 0 0,0 0-1,-1 1 1,1 0 0,-1 1-1,0 0-40,-20-5 123,0 2 0,-1 2 0,1 0 0,-21 1-123,26 1-31,-46 1-286,66 0 285,0 0-1,0 0 0,0 1 1,0-1-1,0 1 0,1 0 1,-1 0-1,0 0 0,0 0 1,1 0-1,-1 1 0,1-1 0,-1 1 1,1-1-1,-1 1 0,1 0 1,0 0-1,0 0 0,0 1 33,1-2-128,0 0-1,1 0 0,-1 1 1,1-1-1,-1 0 0,1 1 0,0-1 1,0 0-1,-1 1 0,1-1 1,0 0-1,0 1 0,0-1 1,0 1-1,0-1 0,1 0 1,-1 1-1,0-1 0,1 0 1,-1 1-1,1-1 0,-1 0 0,1 0 1,0 1-1,-1-1 0,1 0 1,0 0-1,0 0 0,0 0 1,0 0-1,0 0 0,0 0 1,0 0 128,38 25-6933,3-8-3858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17932,'0'0'2992,"0"0"1233,-62 172-3048,30-95-257,5-4-352,3-6-328,5-6-88,3-11-136,8-9-32,2-12-16,4-14-496,-1-13-600,3-11-849,0-23-3544,0-9-7682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18956,'0'0'2986,"0"0"-404,26-15-1060,84-43-848,-106 56-655,0 0 0,0 0 0,1 0 0,-1 1-1,0 0 1,1-1 0,-1 2 0,1-1 0,-1 0 0,1 1-1,-1 0 1,1 0 0,-1 0 0,1 1 0,0-1-1,-1 1-18,-2 0 3,0 0-1,0 0 0,0 0 0,-1 0 0,1 0 0,0 1 1,-1-1-1,1 0 0,-1 1 0,1-1 0,-1 1 0,0 0 1,1-1-1,-1 1 0,0 0 0,0 0 0,-1 0 0,1 0 1,0 0-1,0 0 0,-1 0 0,1 0 0,-1 0-2,1 6 8,-1 1 0,1-1 0,-1 1-1,-1-1 1,0 0 0,0 1 0,-1-1-1,1 0 1,-2 0 0,1 0 0,-1 0-1,-3 4-7,-7 9 51,0-1 0,-1 0 0,-1-1 0,-13 11-51,-3 7 57,29-36-49,16-3-10,5-3 2,68-18-5,-80 22 3,0 0 1,1 0-1,-1 1 0,0 0 0,1 0 0,-1 1 0,0 0 0,1 0 0,-1 1 0,0-1 0,1 2 2,-6-2 1,1 0 0,-1 0 1,0 0-1,0 1 0,0-1 1,0 0-1,0 1 0,-1 0 1,1-1-1,0 1 1,-1 0-1,1 0 0,-1 0 1,1 0-1,-1 0 0,0 0 1,0 0-1,0 1 0,0-1 1,0 0-1,-1 0 1,1 1-1,-1-1 0,1 1 1,-1-1-1,0 0 0,0 1 1,0-1-1,0 1 0,-1-1 1,1 1-1,-1-1 1,1 0-1,-1 1 0,0-1 1,0 0-1,0 0-1,-2 7 61,0-1 0,0-1 0,-1 1 0,-1 0 0,1-1 0,-1 0-1,0 0 1,-1 0 0,-4 4-61,-21 14 80,-1-1-1,-1-1 1,-1-2-1,-1-2 0,-2 0-79,8-3-117,32-16-4565,22-2-1677,5-13-5434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0:5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20 15955,'0'0'2904,"-26"5"322,-84 16-1497,103-20-1643,0 1 0,0 0-1,0 1 1,1-1-1,-1 1 1,1 1 0,0-1-1,0 1 1,0 0-1,0 0 1,1 1-1,0 0 1,0 0 0,0 0-1,0 0 1,1 1-1,0 0 1,0 0 0,0 0-1,1 0 1,0 1-1,0-1 1,1 1 0,-1 0-1,2-1 1,-1 1-1,1 0 1,-1 7-86,2-12 9,0 0 0,0 1 0,0-1 0,0 1 0,0-1-1,1 0 1,-1 1 0,1-1 0,0 0 0,-1 1 0,1-1 0,0 0 0,0 0 0,0 0 0,1 0 0,-1 0 0,0 0-1,1 0 1,0 0 0,-1 0 0,1-1 0,0 1 0,0-1 0,0 1 0,0-1 0,0 0 0,0 0 0,0 0-1,0 0 1,0 0 0,1 0 0,-1 0 0,2 0-9,10 1 17,0 1 0,1-2 1,-1 0-1,0 0 0,8-2-17,-6 1 15,6-1-103,0 0 0,0-2 0,-1-1 1,1 0-1,-1-1 0,0-2 0,0 0 1,-1-1-1,0-1 0,0-1 0,-1-1 0,0-1 1,-1 0-1,-1-1 0,0-1 0,6-7 88,-18 17-69,-1-1-1,0 0 1,0 0-1,0 0 1,0-1-1,-1 1 0,0-1 1,0 0-1,0 0 1,-1 0-1,0 0 1,0 0-1,0-1 0,-1 1 1,0 0-1,0-1 1,-1 1-1,0-1 70,0 6 39,0 1 0,0-1 0,0 1 0,0 0 0,0-1 0,0 1 0,-1-1 0,1 1 0,0 0 0,0-1 0,0 1 0,-1-1 0,1 1 0,0 0 0,0-1 0,-1 1 0,1 0 0,0 0 1,-1-1-1,1 1 0,0 0 0,-1 0 0,1-1 0,0 1 0,-1 0 0,1 0 0,-1 0 0,1 0 0,-1-1 0,1 1 0,0 0 0,-1 0 0,1 0 0,-1 0 0,1 0 0,0 0 0,-1 0 0,1 0 0,-1 0 0,1 1 0,-1-1 0,1 0 0,0 0 0,-1 0 0,1 0 0,-1 1 0,1-1 0,0 0 0,-1 0 0,1 0 0,0 1 0,-1-1 0,1 0 0,0 1 0,0-1 0,-1 0 0,1 1 0,0-1-39,-4 7 83,0 0-1,1 0 1,0 0-1,1 0 1,-1 1-1,1-1 0,1 1 1,0 0-1,0-1 1,0 1-1,1 0 1,0 1-83,-2 12 201,-13 170 1159,8 1 1,10 54-1361,1-206 170,-1-14-1585,-2-8-2787,-3-18-2496,-4 0-5024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06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13555,'0'0'3785,"0"0"-2209,0 0 376,0 0 313,0 0-697,0 0-576,193-2-615,-131-6-209,-3-1-112,-5 2-48,-3-1-8,-8 3 0,-6 1-312,-10 4-1193,-21 0-1327,-6 0-2017,0 12-4881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06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13947,'0'0'2858,"0"0"-246,0 0-186,0 0-277,0 0-673,34-6-421,209-41 249,38-13-1841,48-26 537,-269 63-2288,-28-4-2732,-22 11 649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0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19796,'0'0'3462,"0"0"-1248,0 0-405,0 0-624,0 0-590,0 0-348,5 4-107,31 18 42,2-2 0,0-1 0,1-2 0,1-2 0,0-1 0,3-2-182,31 12 236,12 9-236,-57-20 7,0 2-1,0 1 1,-2 1-1,0 1 1,9 9-7,-23-16 5,-1-1-1,0 2 1,-1 0-1,0 0 1,-1 1 0,0 0-1,-1 1 1,-1 0 0,0 0-1,-1 1 1,3 8-5,-8-16 3,0 0-1,-1 0 1,0 1-1,0-1 1,0 0-1,-1 1 1,-1-1 0,1 0-1,-1 0 1,0 1-1,0-1 1,-1 0-1,0 0 1,-1 0 0,1-1-1,-1 1 1,0 0-1,-4 5-2,-8 11 15,-1-1-1,-1 0 0,-1-1 0,-8 6-14,3-1 4,-61 63-209,46-52-89,3 2 1,1 1-1,1 1 0,3 2 0,-8 17 294,0-4-4942,30-46 2232,-3 5-4048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15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16035,'0'0'2001,"-56"206"-953,35-81 1961,7 1-1649,14-20-568,0-29-168,16 3-216,14 2-192,2-17-144,6-14-72,-1-12-88,6-13-688,24-21-744,-8-5-1497,-5-2-2768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1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122 350 17420,'0'0'2967,"-6"-21"-430,-6-33-1351,2 0 0,2-1 0,1-44-1186,5 61 554,0 9 636,11 54-791,21 66 25,33 71-424,-32-88 31,-2-5-21,-14-38-8,-1 1-1,-2 0 1,-2 1 0,-1 0-1,2 16-1,-10-46-5,0 0-1,-1 1 0,0-1 1,0 0-1,0 0 1,0 0-1,0 0 0,-1 1 1,1-1-1,-1 0 1,0 0-1,0 0 1,0 0-1,0 0 0,-1 0 1,1-1-1,-2 3 6,-1-1-8,0 0 1,0-1-1,0 0 0,-1 0 1,1 0-1,-1 0 0,1-1 1,-1 0-1,0 0 0,-2 1 8,0 0 0,-20 9 14,-1-1-1,0-1 0,-1-1 1,0-2-1,0-1 0,0-1 1,-10-1-14,38-4-19,1 0-61,22 0-115,-4-1 210,0 0 1,0-2-1,-1 0 0,1-2 0,-1 1 0,11-6-15,103-46-1479,-76 32-944,7-3-4304,-10 2-5012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16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13691,'0'0'2769,"0"0"1023,0 0-1095,-14 142-1185,6-93-440,3-6-607,5-2-377,0-9-88,19-11-553,10-6-1679,1-15-3665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1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4 393 680,'0'0'13698,"0"0"-8756,-1-23-2357,-1-344 2859,2 367-5430,1 0 1,-1-1-1,0 1 1,1 0-1,-1 0 1,0-1 0,1 1-1,-1 0 1,0 0-1,1 0 1,-1 0 0,1 0-1,-1-1 1,1 1-1,-1 0 1,0 0 0,1 0-1,-1 0 1,1 0-1,-1 0 1,1 0-1,-1 0 1,0 0 0,1 1-1,-1-1 1,1 0-1,-1 0 1,0 0 0,1 0-1,-1 1 1,1-1-1,-1 0 1,0 0 0,1 1-1,-1-1 1,0 0-1,0 1 1,1-1-1,-1 0 1,0 1 0,0-1-1,1 0 1,-1 1-1,0-1 1,0 0 0,0 1-1,1-1 1,-1 1-1,0-1 1,0 1-15,19 31 3,-2 2 0,-1 0 1,7 21-4,-5-12 3,14 34 29,15 60-32,-38-108 4,-2 0 1,-2 0-1,0 1 1,-2-1-1,-2 1 1,0 19-5,-2-46 0,0 0 0,0 1 0,0-1 0,0 0 0,0 0 0,0 0 0,-1 0 0,0 0 0,1 0 0,-1 0 0,0 0 0,0-1 0,-1 1 0,1-1 0,-1 0 0,1 0 0,-1 1 0,0-1 0,1-1 0,-1 1 0,0 0 0,0-1 0,-1 0 0,0 1 0,-15 6 2,-1-1 0,0-1 0,-15 2-2,0 1 7,17-1 6,35-6 6,36-7 91,-3-7-362,0-2 1,0-2 0,18-10 251,3 0-1851,5 0-3975,-10 3-6166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1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128 278 13691,'0'0'1998,"0"0"-342,0-23-242,0-178 2441,-4 160-1993,1 28-815,2 29 229,5 49-1215,2-1-1,3 1 1,5 10-61,2 14 113,-2 21-113,-12-99-5,-1 0 1,-1 0-1,0 0 1,0 0 0,-1 0-1,-1 0 1,-1 8 4,1-14-2,0-1-1,0 1 1,-1-1 0,1 1 0,-1-1 0,0 0 0,0 0-1,0 0 1,-1-1 0,1 1 0,-1-1 0,0 0-1,0 0 1,0 0 0,0 0 0,0-1 0,-4 2 2,-16 8 77,0-1 0,-1-2 1,-17 5-78,42-14 9,0 0 1,1 0-1,-1 1 1,0-1-1,0 0 0,0 0 1,0 0-1,0 0 1,0 0-1,0 1 1,1-1-1,-1 0 1,0 0-1,0 0 0,0 0 1,0 1-1,0-1 1,0 0-1,0 0 1,0 0-1,0 1 0,0-1 1,0 0-1,0 0 1,0 0-1,0 0 1,0 1-1,0-1 1,0 0-1,0 0 0,0 0 1,0 0-1,0 1 1,-1-1-1,1 0 1,0 0-1,0 0 1,0 0-1,0 1 0,0-1 1,0 0-1,-1 0 1,1 0-1,0 0 1,0 0-1,0 0 0,0 0 1,0 1-1,-1-1 1,1 0-1,0 0 1,0 0-1,0 0 1,0 0-1,-1 0 0,1 0 1,0 0-1,0 0-9,16 4 252,-1-4-206,0 0-1,1-1 1,-1 0 0,0-2 0,0 0 0,0 0 0,0-1-1,0-1 1,-1-1 0,10-4-46,12-10-1765,-1-1 0,0-1 0,10-11 1765,10-9-6865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1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83 20308,'0'0'4104,"0"0"-1958,0 0-1282,0 0-524,-25 1-253,-110 1-66,135-2-22,-1-1-1,1 1 1,0-1 0,-1 1 0,1-1-1,0 1 1,-1-1 0,1 1-1,0-1 1,-1 1 0,1-1 0,0 1-1,0-1 1,0 0 0,-1 1 0,1-1-1,0 1 1,0-1 0,0 0-1,0 1 1,0-1 0,0 1 0,0-1-1,0 0 1,1 1 0,-1-1-1,0 1 1,0-1 0,0 0 0,1 1 1,4-21-49,-2 17 50,0 1 0,0-1 0,0 1 0,0 0 0,1 0 0,-1 0 0,1 1 0,0-1 0,0 1 0,0 0 0,0 0-1,0 0 1,0 1 0,1-1 0,-1 1 0,1 0 0,2 0-1,5-1 162,1 0 1,0 1-1,-1 0 0,1 1 0,10 2-162,-22-2 18,-1 0 1,1 0-1,0 1 0,0-1 0,-1 0 1,1 1-1,0-1 0,-1 0 0,1 1 0,-1-1 1,1 1-1,0-1 0,-1 1 0,1-1 1,-1 1-1,1 0 0,-1-1 0,1 1 1,-1-1-1,0 1 0,1 0 0,-1 0 0,0-1 1,0 1-1,1 0 0,-1-1 0,0 1 1,0 0-1,0 0 0,0 0 0,0-1 1,0 1-1,0 0 0,0 0 0,0-1 1,0 1-1,-1 0 0,1 0 0,0-1 0,0 1 1,-1 0-19,1 1 32,-1 1 1,1-1-1,-1 0 1,0 1-1,0-1 1,0 0-1,0 0 1,-1 0-1,1 0 1,0 0-1,-1 0 1,0 1-33,-3 0 17,0 0 0,0-1-1,0 0 1,0 1 0,0-2 0,-1 1 0,1-1 0,0 0 0,-1 0 0,1 0 0,-1-1 0,1 1 0,-6-2-17,11 1-24,0 0 1,0 0 0,1 0-1,-1 0 1,0 0 0,0-1 0,0 1-1,0 0 1,0 0 0,1 0-1,-1 0 1,0 0 0,0-1-1,0 1 1,0 0 0,0 0-1,0 0 1,0-1 0,0 1-1,1 0 1,-1 0 0,0 0 0,0-1-1,0 1 1,0 0 0,0 0-1,0 0 1,0-1 0,0 1-1,0 0 1,0 0 0,-1 0-1,1-1 1,0 1 0,0 0-1,0 0 1,0 0 0,0-1-1,0 1 1,0 0 0,0 0 0,-1 0-1,1 0 1,0-1 0,0 1-1,0 0 1,0 0 0,0 0-1,-1 0 1,1 0 0,0 0-1,0 0 1,0-1 0,-1 1 23,70 0-7424,-31 2-986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18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42 19340,'0'0'3908,"0"0"-1756,0 0-1026,0 0-522,0 0-192,0 0 52,20-8-247,59-23-77,-79 31-134,1-1 0,-1 1-1,1 0 1,0-1-1,-1 1 1,1 0-1,0 0 1,-1-1 0,1 1-1,-1 0 1,1 0-1,0 0 1,-1 0 0,1 0-1,0 0 1,-1 0-1,1 0 1,0 0-1,-1 1 1,1-1 0,0 0-1,-1 0 1,1 0-1,0 1 1,-1-1-1,1 0 1,-1 1 0,1-1-1,-1 1 1,1-1-1,-1 0 1,1 1 0,-1-1-1,1 1 1,-1-1-1,0 1 1,1 0-1,-1-1 1,0 1 0,1-1-1,-1 2-5,-1 21 260,1-18-155,0-3-88,0 0-1,-1 0 1,1 0-1,0 0 1,-1 0 0,1-1-1,-1 1 1,1 0 0,-1 0-1,0 0 1,0-1 0,0 1-1,0 0 1,0-1 0,0 1-1,0-1 1,0 1 0,-1-1-1,1 0 1,-1 1 0,1-1-1,-1 0 1,1 0 0,-1 0-1,0 0 1,0 0 0,1-1-1,-1 1 1,0 0 0,0-1-1,0 0 1,0 1-1,1-1 1,-1 0 0,0 0-1,0 0 1,0 0 0,0 0-1,0 0 1,0-1 0,0 1-1,0 0 1,0-1-17,1 0 16,1 0-1,-1 1 1,0-1 0,0 0 0,1 0-1,-1 0 1,1 0 0,-1 0 0,1 0-1,-1 0 1,1 0 0,0 0 0,0 0-1,-1 0 1,1 0 0,0 0-1,0 0 1,0-1-16,-1-2 138,2 15-76,-2 11-44,0 0 1,-2 0 0,0 0-1,-1 0 1,-1 0 0,-2-1-1,0 0 1,-1 0 0,-1-1-1,-2 2-18,-12 22-57,-2-2 0,-2-1-1,-2-1 1,-8 6 57,-78 79-3179,43-57-3743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26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16019,'0'0'4961,"0"0"-2680,0 0-893,0 0-215,0 0-472,23-8-190,-20 6-491,61-22 977,47-26-997,-105 46 39,0 1-1,0 0 0,1 1 0,-1-1 0,1 1 1,0 1-1,-1-1 0,1 1 0,2 0-38,-7 1 8,0 0 0,0 0 0,0 1-1,0-1 1,1 1 0,-1-1-1,0 1 1,0-1 0,0 1 0,0 0-1,0 0 1,0 0 0,0 0 0,-1 1-1,1-1 1,0 0 0,0 1-1,-1-1 1,1 1 0,-1 0 0,0-1-1,1 1 1,-1 0 0,0 0 0,0 0-1,0 0 1,0 0 0,0 0-1,-1 0-7,7 23 75,-1-1-1,-1 1 0,-2 0 1,0 0-1,-2 0 0,-1 0 1,-2 25-75,1 7 142,-10 175 395,0 3-895,27-256-1849,0-10-2625,-2-1-5043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2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16796,'0'0'3112,"0"0"-1159,0 0 463,-38 145-855,25-94-569,2-5-624,3-10-248,5-12-120,3-9-72,0-15-968,19 0-2025,3-10-3592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2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14 114 16540,'0'0'4332,"0"0"-2058,0 0-911,0 0-333,-4 21-177,1-5-695,0 1-1,1 0 0,1 1 1,0 3-158,2-18 25,0 0 1,-1 0-1,1 0 0,0 1 1,1-1-1,-1 0 1,1 0-1,-1 0 1,1-1-1,0 1 0,0 0 1,0-1-1,0 1 1,0-1-1,1 0 0,-1 1 1,1-1-1,-1 0 1,1-1-1,0 1 1,0 0-1,0-1 0,0 0 1,1 1-26,7 2 69,-1-1 0,1 0 1,0 0-1,-1-1 0,1 0 0,2-1-69,-1 0 61,0 0 0,1-1 0,-1 0-1,1-1 1,-1-1 0,0 0 0,1 0-1,-1-1 1,11-5-61,-18 6 46,1-1 0,-1 1 0,0-1 0,0 0 0,0-1 0,-1 1 0,1-1 0,-1 0 0,0 0 0,0 0 0,0-1 0,-1 0 0,0 1 0,1-1 0,-2 0 0,1 0 0,0-1 0,-1 1 0,0-1 0,-1 1 0,1-1 0,0-2-46,-1 2 25,0 1 0,0 0 0,-1-1 0,1 1 0,-1-1 0,-1 0 0,1 1 0,-1-1 0,0 1 0,0 0 0,0-1 0,-1 1 0,0 0 0,0 0 0,0 0 0,0 0 0,-1 0 0,0 0 0,0 1 0,-1-1 0,1 1 0,-1 0 0,0-1-25,-4-1 1,0-1 0,-1 1-1,0 1 1,0-1-1,0 2 1,0-1-1,-1 1 1,0 1 0,0-1-1,0 2 1,-9-2-1,3 1-216,1 1 1,-1 1 0,1 0-1,-6 2 216,20-1-95,-1 0-1,1 0 0,-1 0 1,1 0-1,-1 0 0,1 1 1,-1-1-1,1 1 0,-1-1 1,1 1-1,-1 0 0,1-1 1,0 1-1,0 0 0,-1 0 1,1 0-1,0 0 0,0 0 1,0 0-1,0 0 0,0 1 1,0-1-1,0 0 0,0 0 1,0 1-1,1-1 0,-1 1 1,0 0 95,-5 45-6746,6-39 5040,-1 31-8608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2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65 107 13795,'0'0'3743,"0"0"-735,-11 23-874,-32 77-724,41-96-1334,1 0 0,-1 1 0,1-1 0,-1 1 0,1-1 0,1 1 0,-1 0 0,1 0 0,-1-1 0,1 1 0,1 0 0,-1-1 0,1 1-1,0 0 1,0-1 0,0 1 0,0 0 0,1-1-76,0-1 41,0 0-1,0 0 0,0-1 0,0 1 1,1-1-1,-1 1 0,1-1 1,-1 0-1,1 0 0,0 0 1,0 0-1,0-1 0,0 1 1,0-1-1,0 0 0,0 0 1,1 0-1,-1 0 0,1 0-40,7 0 38,0 1 0,1-2 0,-1 0 0,1 0 0,-1-1 0,1 0 0,-1-1 0,0 0 0,0-1 0,0 0 0,0-1 0,1 0-38,0-2 12,-1 0 0,0-1 0,0 0-1,-1 0 1,0-1 0,0-1 0,-1 0 0,0 0 0,0 0-1,5-9-11,-9 11 42,0-1 0,0 1-1,-1-1 1,0 0 0,-1 0 0,1 0-1,-1-1 1,-1 1 0,0-1-1,0 0 1,-1 1 0,0-1-1,0 0 1,-1 0 0,0 0 0,-1 0-42,0 4 22,0 1 0,-1-1 1,0 1-1,0 0 0,0 0 1,0 0-1,-1 0 0,1 0 1,-1 0-1,0 1 0,0-1 1,-1 1-1,1 0 0,-1 0 1,1 0-1,-1 0 0,0 1 1,0 0-1,0-1 0,0 1 1,-1 1-1,1-1 0,-3 0-22,-6-3-40,-1 1 0,0 0 0,0 1 0,0 0 0,0 1 0,-1 1 0,-1 1 40,55 16-8015,-2-6 1255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27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16660,'0'0'2775,"-26"0"-667,-88 3-254,108-3-1760,0 1 1,0-1-1,0 1 1,0 1-1,0-1 1,0 1-1,0 0 1,1 0-1,-1 0 0,1 1 1,0 0-1,0 0 1,0 1-1,0-1 1,0 1-1,1 0 1,-1 0-1,1 0 1,0 1-1,1 0 0,-1 0 1,1 0-1,0 0 1,0 0-1,0 0 1,1 1-1,0 0 1,0-1-1,0 1 0,1 0 1,0 0-1,0 0 1,0 0-1,1 0 1,0 0-1,0 0 1,0 0-1,1 0 0,0 2-94,0-5 21,-1 0-1,1 0 0,0 0 0,0 0 0,0-1 0,0 1 0,1 0 0,-1-1 0,1 1 0,-1-1 1,1 1-1,0-1 0,0 0 0,0 0 0,0 0 0,1 0 0,-1 0 0,0 0 0,1 0 0,0-1-20,2 2 18,1 0 0,0-1 0,1 1-1,-1-1 1,0-1 0,1 1-1,-1-1 1,1 0 0,3-1-18,1 1-19,-1-1-1,0 0 1,1-1 0,-1 0 0,0-1-1,0 0 1,0 0 0,0-1 0,0-1 0,0 1-1,-1-2 1,2 0 19,-4 0 28,0 1 0,0-1-1,-1 0 1,0-1 0,0 0 0,0 0-1,-1 0 1,0 0 0,0-1 0,0 0-1,-1 0 1,0 0 0,-1-1 0,1 1-1,-1-1 1,-1 0 0,0 0 0,0 0-1,0 0 1,-1 0 0,0-5-28,-1 12 556,1 14-90,23 175 1006,-11-100-776,0 33-696,-13-70-548,-5 52 548,1-48-2965,2 1-5172,2-47 566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1:28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14163,'0'0'3446,"0"0"-1851,0 0 407,0 0 18,24 24-506,79 83-459,-89-92-899,-2 1 1,0 0 0,-1 0-1,0 1 1,-1 1 0,-2 0-1,1 0 1,-2 0-1,-1 1 1,0 1 0,0 4-157,1 19 141,-2 1 1,-2 0-1,-2 44-141,-1-85 4,-2 59 21,-4 0 1,-1 0-1,-4-1 0,-2 0 1,-3-1-1,-2-1 0,-3-1 1,-3 0-1,-2-2 0,-15 23-25,27-56-684,-1 0 0,-14 17 684,-18 9-4657,23-29-897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0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17268,'0'0'3664,"0"0"-2975,0 0 679,0 0-1368,0 0-720,0 0-3673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0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7298,'0'0'12442,"0"0"-11025,0 0-1201,0 0-216,0 0-4185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12019,'0'0'4159,"0"0"-1176,0 0-306,0 0-838,0 0-792,0 0-224,18-19-298,134-132 207,-113 105-62,-39 46-664,1 0 0,-1 0 0,1 0 1,-1 0-1,1 0 0,-1 0 0,1 0 0,-1 1 0,1-1 1,-1 0-1,0 0 0,1 0 0,-1 1 0,1-1 0,-1 0 1,1 1-1,-1-1 0,0 0 0,1 1 0,-1-1 0,0 0 1,1 1-1,-1-1 0,0 1 0,1-1 0,-1 0 0,0 1 1,0-1-1,0 1 0,0-1 0,1 1 0,-1-1 0,0 1 1,0-1-1,0 1 0,0-1 0,0 1 0,0-1 0,0 1 1,0-1-1,0 1-6,6 26-15,-6-26 26,5 34 129,-2 1-1,-1-1 0,-2 6-139,0-10 27,0 0-1,3-1 1,0 1-1,6 19-26,-9-48-60,1-1 0,-1 0-1,0 1 1,1-1-1,0 0 1,-1 0 0,1 0-1,-1 1 1,1-1 0,0 0-1,0 0 1,0 0-1,0 0 1,0 0 0,0 0-1,0-1 1,0 1 0,0 0-1,0 0 1,0-1-1,1 1 1,-1-1 0,0 1-1,0-1 1,2 1 60,33-1-6314,-35 0 6068,21-4-7033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14483,'0'0'2089,"0"0"911,0 0-615,0 0-1457,-17 152-464,17-123-448,0-2-32,3-8-720,13-9-3601,-2-5-5409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7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0 218 13451,'0'0'2132,"0"0"-50,0 0-395,3-25-629,-1-2-756,1-7 459,1 1 0,1-1 1,8-22-762,-13 56 20,0-1 0,0 1 0,0 0 0,0-1 0,0 1 0,0 0 0,0-1 0,0 1 0,0 0 0,0-1 0,1 1 0,-1 0 0,0-1 0,0 1 0,0 0 0,0-1 0,1 1 0,-1 0 1,0 0-1,0-1 0,1 1 0,-1 0 0,0 0 0,0 0 0,1-1 0,-1 1 0,0 0 0,1 0 0,-1 0 0,0 0 0,1 0 0,-1 0 0,0-1 0,1 1 0,-1 0 0,0 0 0,1 0 0,-1 0 1,0 0-1,1 0 0,-1 0 0,0 1 0,1-1 0,-1 0 0,0 0 0,1 0 0,-1 0 0,0 0 0,1 0 0,-1 1 0,0-1 0,1 0 0,-1 0 0,0 0 0,1 1-20,12 17 183,-5 9 6,-2 0 1,0 1-1,-2-1 0,-1 1 0,-1 0 0,-2 0 0,0 0 1,-3 7-190,4 101 136,0-133-146,-1 0 0,0 0 0,1 0 1,0 0-1,0 0 0,0 0 0,0 0 0,0-1 1,0 1-1,1 0 0,-1-1 0,1 1 10,19 13-3535,-7-15-2564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11947,'0'0'5649,"0"0"-2802,0 0-884,4-22-1063,-3 17-868,5-26 61,1-1-1,1 1 0,2 1 1,13-29-93,-16 55 1162,-2 14-804,2 24-373,-6-29 166,10 59-401,2 0 0,4-1 0,2-1 0,10 16 250,-2-26-6906,-18-38 434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422 129 4641,'0'0'7016,"0"0"-4613,0 0-994,0 0-348,0 0-343,0 0 11,-7-16 289,-21-48 230,26 61-1105,-1-1 0,1 1 0,-1-1 0,0 1 0,0 0 0,0 0 0,0 0 0,-1 1 0,1-1 0,-1 1 0,1 0 0,-1 0 0,0 0 0,0 0 0,0 0 0,0 1 0,0 0 0,0 0 0,-1 0 0,1 1 0,0-1 0,0 1 0,-1 0 0,1 0 0,0 0 0,0 1 0,-3 0-143,-6-1 131,9 1-120,1-1 1,0 1 0,0 0 0,-1 0 0,1 0 0,0 1 0,0-1 0,0 1 0,0-1 0,0 1-1,1 0 1,-1 0 0,0 0 0,1 1 0,0-1 0,-1 0 0,1 1 0,0 0 0,0 0 0,1-1-1,-1 1 1,0 0 0,1 0 0,0 0 0,0 1 0,-1 2-12,-3 7 108,1 0 0,1 0 0,0 0 0,1 0 0,1 1 0,0 5-108,0 28 330,2 1 0,2-1 0,2 0-1,3 0 1,1 0 0,9 21-330,11 45 285,-4 2-1,-5 0 1,-5 1 0,-5 0-1,-6 18-284,-2-62 138,1-3 14,-4 0 0,-3 7-152,2-56 27,-1-1 1,0 0 0,-2 0 0,0 0 0,-1 0 0,-1-1 0,0 0-1,-2 0 1,-6 9-28,13-23 28,-1 0-1,1 0 1,-1 0-1,0 0 1,0 0-1,-1-1 1,1 0 0,-1 0-1,1 0 1,-1 0-1,0 0 1,0-1-1,-1 1 1,1-1-1,0 0 1,-1-1-1,1 1 1,-1-1-1,0 0 1,1 0 0,-1 0-1,0-1 1,0 1-1,1-1 1,-1 0-1,0-1 1,0 1-1,1-1 1,-1 0-1,0 0 1,1 0-1,-1-1 1,1 0-1,-1 0 1,-3-2-28,0 0-119,-1-1 0,1 0 0,1-1 0,-1 0 0,1 0-1,0-1 1,0 1 0,-2-5 119,3 4-730,1-1 0,-1 1 0,1-1-1,1 0 1,0 0 0,0-1 0,0 1 0,0-6 730,1 1-9517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7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12563,'0'0'1905,"0"0"504,0 0-511,0 0-193,0 0-423,25-4-438,78-14-301,-100 17-520,-1 1 0,1-1 0,-1 1-1,1-1 1,-1 0 0,0 0 0,1 0 0,-1 0 0,0-1 0,0 1-1,0-1 1,0 1 0,0-1 0,0 0 0,0 0 0,0 1 0,-1-1-1,1-1 1,-1 1 0,1 0 0,-1 0 0,0 0 0,0-1 0,0 1-1,0-1 1,0 1 0,0-2-23,-1 3 41,0-1-1,1 0 0,-1 1 1,1-1-1,-1 1 1,1-1-1,0 1 1,0-1-1,0 1 0,-1 0 1,1-1-1,1 1 1,-1 0-1,0 0 0,0 0 1,0 0-1,0 0 1,1 0-1,-1 0 1,2-1-41,-2 2 5,-1 0 1,1 0 0,0 1 0,0-1 0,0 0 0,-1 0 0,1 0 0,0 1 0,0-1-1,-1 0 1,1 1 0,0-1 0,-1 1 0,1-1 0,0 1 0,-1-1 0,1 1 0,-1-1-1,1 1 1,-1-1 0,1 1 0,-1 0 0,1 0 0,-1-1 0,1 1 0,-1 0 0,0-1-1,0 1 1,1 0 0,-1 0 0,0 0 0,0-1 0,0 1 0,0 0-6,10 34 102,-9-31-54,18 113 535,-14-80-508,1-1 0,1 0-1,7 17-74,-13-50-93,0 0-1,0-1 0,0 0 1,0 1-1,0-1 1,1 1-1,-1-1 1,1 0-1,-1 0 0,1 0 1,0 0-1,0 0 1,0 0-1,0-1 0,0 1 1,0-1-1,0 1 1,1-1-1,-1 0 0,0 1 1,2-1 93,-1 0-562,0-1 0,0 1 0,0-1 0,0 0 0,0 0 0,0 0 1,0 0-1,0-1 0,0 1 0,0-1 0,-1 0 0,1 1 0,1-2 562,20-12-9573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11859,'0'0'3088,"0"0"-351,0 0 95,0 0-1479,0 0-937,-11 140-264,11-123-152,21-12-1112,4-5-2873,-4 0-4905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8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32 15683,'0'0'2063,"0"0"-7,0 0-743,-8 24-715,-20 78-302,27-100-290,1 0 1,-1 0-1,1 0 1,0-1-1,0 1 1,0 0-1,0 0 1,0 0-1,0 0 1,1 0-1,-1-1 1,1 1-1,-1 0 1,1 0-1,0-1 1,-1 1-1,1 0 1,0-1-1,0 1 1,0-1-1,0 1 1,0-1-1,1 1 1,-1-1-1,0 0 1,1 0-1,-1 0 1,1 0-1,-1 0 1,1 0-1,0 0 1,-1 0-1,1 0 0,0-1 1,0 1-1,-1-1 1,1 1-1,0-1 1,0 0-1,0 1 1,0-1-1,-1 0 1,2-1-7,4 2 25,2 2-8,0-2 0,1 0 1,-1 0-1,1-1 0,-1 0 0,1 0 1,-1-1-1,1 0 0,-1-1 1,0 0-1,1-1 0,-1 1 1,7-5-18,-12 5 12,1-1 1,0 0-1,-1 0 1,0-1 0,0 1-1,0-1 1,0 0 0,0 0-1,-1 0 1,0 0 0,0-1-1,0 1 1,0-1-1,-1 0 1,0 0 0,0 0-1,0 0 1,0 0 0,-1 0-1,0 0 1,0-1 0,-1 1-1,1 0 1,-1-5-13,0 7 68,1-1 0,-1 0 0,0 1 0,0-1 0,-1 0 0,1 1 0,-1-1 0,0 1 0,0-1 0,0 1 0,0-1 0,-1 1 0,1-1 0,-1 1 0,0 0 0,0 0 0,0 0 0,-2-2-68,1 3 22,-1-1 1,1 1-1,-1 0 0,1 0 1,-1 0-1,0 1 1,1-1-1,-1 1 1,0 0-1,0 0 1,0 0-1,0 1 1,0-1-1,0 1 0,0 0 1,-3 1-23,6-2-93,0 1-1,0 0 1,0 0-1,0 0 1,-1 1 0,1-1-1,0 0 1,0 0-1,0 1 1,0-1 0,0 0-1,0 1 1,1-1 0,-1 1-1,0-1 1,0 1-1,0-1 1,0 1 0,0 0-1,1 0 1,-2 0 93,-4 22-6117,6-4-2347</inkml:trace>
  <inkml:trace contextRef="#ctx0" brushRef="#br0" timeOffset="1">225 237 11258,'0'0'3101,"0"0"-307,0 0-348,0 0-1159,0 0-686,0 0-94,11 15-220,-2-3-241,0 0 0,1 0 1,1-2-1,1 3-46,-10-12 4,0 0 1,0 0-1,1 0 1,-1 0-1,0 0 0,0 0 1,1 0-1,-1-1 0,0 1 1,1-1-1,-1 0 0,1 0 1,-1 0-1,0 0 0,1 0 1,-1 0-1,1-1 1,-1 1-1,0-1 0,1 1 1,-1-1-1,0 0 0,0 0 1,0 0-1,1 0-4,6-4 15,0 0-1,-1-1 1,0 0-1,8-6-14,-11 7 5,-2 3 40,0 0 0,-1 1 0,1-1 0,-1-1 0,0 1 0,1 0 0,-1 0 0,0-1 0,0 1 0,-1-1 0,1 0 0,0 0 0,-1 0 0,0 1 0,1-1 0,-1 0 0,0-1 0,-1 1 0,1 0 0,-1 0 0,1 0 0,-1 0 0,0 0 0,0-2-45,-1 4 33,0 0 0,0 0-1,0 0 1,0 0 0,0 0 0,0 0-1,0 0 1,0 0 0,0 1-1,0-1 1,-1 0 0,1 1-1,0-1 1,-1 1 0,1-1 0,0 1-1,-1 0 1,1 0 0,0-1-1,-1 1 1,1 0 0,0 0-1,-1 0 1,1 1 0,-1-1-33,-48 0-56,37 1 35,1-6-1495,15-8-4329,13-1-4099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3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18 14475,'0'0'2279,"0"0"24,-10 20-382,-31 67-722,40-85-1179,0-1 0,0 1 0,0-1 0,0 1 0,1 0 0,-1 0 0,0-1 1,1 1-1,0 0 0,-1 0 0,1 0 0,0 0 0,0-1 0,0 1 0,0 0 0,0 0 0,0 0 1,1 0-1,-1 0 0,1-1 0,-1 1 0,1 0 0,0 0 0,-1-1 0,1 1 0,0 0 1,0-1-1,0 1 0,0-1 0,1 1 0,-1-1 0,0 0 0,1 1 0,-1-1 0,1 0 0,-1 0 1,1 0-1,-1 0 0,1 0 0,0-1 0,-1 1 0,1 0 0,0-1 0,0 1 0,0-1 0,-1 1 1,1-1-1,0 0 0,0 0 0,0 0 0,1 0-20,7 0-39,-1 0-1,1 0 1,-1-1-1,1 0 1,-1 0-1,1-1 1,-1-1-1,4-1 40,-8 2-90,0 0-1,-1-1 1,1 0-1,-1 1 1,0-1-1,0-1 0,0 1 1,0-1-1,0 1 1,-1-1-1,0 0 1,0-1-1,0 1 1,0 0-1,-1-1 1,1 1-1,-1-1 1,0 0-1,0-1 91,1-7 208,0-1-1,0 0 1,-1 0-1,-1 0 1,0 0-1,-1-7-207,0 20 871,0 5-505,-1 21-273,2 1 0,1 0-1,1 0 1,1-1 0,2 1 0,0-1 0,2-1 0,0 1 0,2-1 0,0-1 0,2 0 0,8 12-93,5 8-2227,-8-14-2733,-1 1-6335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95 7346,'0'0'2063,"0"0"-339,0 0 231,0 0-492,0 0-756,0 0-335,2-1-712,5-3 8209,-5 2-6966,-2-2-880,0 1 0,0-1-1,-1 1 1,1-1-1,-1 1 1,1 0 0,-1-1-1,0 1 1,0 0-1,-1-1 1,1 1-1,-1 0 1,1 0 0,-1 0-1,0 0 1,0 0-1,-1 1 1,1-1 0,0 1-1,-2-2-22,0 1 7,-1 1-1,1-1 1,0 1-1,-1 0 1,0 1-1,1-1 1,-1 1-1,0 0 1,0 0-1,0 0 1,0 0-1,1 1 1,-1 0-1,-1 0-6,4 1-3,1-1 0,0 0 0,0 1 0,0-1 0,0 1-1,-1 0 1,1-1 0,0 1 0,0 0 0,0 0 0,0-1 0,0 1-1,1 0 1,-1 0 0,0 0 0,0 0 0,1 0 0,-1 0 0,0 1-1,1-1 1,-1 0 0,1 0 0,-1 0 0,1 1 0,0-1 0,0 0-1,0 0 1,-1 1 0,1-1 0,0 0 0,0 1 3,-2 48-65,2-42 50,3 35 201,3 1 0,1-1 0,2 0 0,2-1-1,2 0 1,6 11-186,7 26 1096,-2 8-1096,-15-47 130,-1 0 0,-2 1 0,-2 0 0,-1 4-130,-32-46-2974,20-2 1635,1 0 1,0 0-1,0-1 0,0 0 1,0-1-1,-2-2 1339,-15-10-6143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1 563 6041,'0'0'6418,"0"0"-4202,0 0-327,0 0-25,0 0-208,0 0-752,0 0-431,156-145-337,-92 99-72,22-21-64,-11 11-2713,-13 6-7465</inkml:trace>
  <inkml:trace contextRef="#ctx0" brushRef="#br0" timeOffset="1">718 0 15307,'0'0'2385,"0"0"-105,-57 126 89,36-68-1137,10 2-304,11-2-424,0-9-64,3-8-432,16-12 152,5-10-160,3-12-200,13-7-1312,-2-9-2481,-12-13-3808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17540,'0'0'2904,"0"0"-1519,0 0 615,0 0-672,0 0-575,156 102-473,-119-76-160,-4 1-64,-1-5-56,-3-8-8,-4-2-1009,1-12-1143,-9 0-3185,-7-14-10002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191 116 17308,'0'0'2920,"0"0"-1527,0 0 671,0 0-760,-134 145-664,110-101-343,5-6-289,8-11 56,8-8-64,3-7-881,0-12-1279,3 0-825,11-14-103,-4-10-6282</inkml:trace>
  <inkml:trace contextRef="#ctx0" brushRef="#br0" timeOffset="1">309 0 14051,'0'0'4801,"0"0"-4001,0 0 1777,0 0-1081,0 0-360,84 174-488,-74-116-119,-4-2-313,-4-6-112,-2-9-104,0-7-72,0-12-1033,0-8-2983,0-11-2450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208 223 14107,'0'0'2623,"0"0"-569,-28 18 400,-89 58-1218,112-73-1199,1 0-1,-1 1 0,1-1 1,0 1-1,0 0 1,0 0-1,0 1 0,1-1 1,-1 1-1,1-1 1,1 1-1,-1 0 0,0 0 1,1 1-1,0-1 0,1 0 1,-1 1-1,1-1 1,0 1-1,0-1 0,1 1 1,-1 0-1,1-1 1,1 1-1,-1 3-36,1 5 82,-1-10-62,0 0 0,0 0-1,0-1 1,1 1 0,0 0 0,-1 0-1,1-1 1,1 1 0,-1-1-1,1 1 1,-1-1 0,1 1-1,0-1 1,0 0 0,0 0-1,1 0 1,-1 0 0,1 0 0,0-1-1,2 3-19,1-1 19,-1-1 1,1 0-1,0 0 0,-1-1 0,2 1 0,-1-1 1,0 0-1,0-1 0,0 0 0,1 0 0,-1 0 0,1-1-19,6 1 0,-1-1-1,1 0 0,-1-1 1,1-1-1,-1 0 0,0 0 0,1-1 1,-1-1-1,-1 0 0,1-1 1,-1 0-1,1-1 0,-1 0 1,-2-1-61,-1 0 0,1-1 0,-1 0 1,0 0-1,-1-1 0,0 0 0,-1 0 0,1-1 0,-2 0 0,1 0 0,-2 0 0,1-1 1,-1 1-1,-1-1 0,0 0 0,0 0 0,-1 0 0,-1-1 0,0 1 0,0 0 1,-1-1-1,-1 1 0,0 0 0,0-1 0,-1 1 0,-1 0 0,0 0 0,0 0 0,-4-7 61,0-2 297,-2 0 0,0 0 0,-1 1 0,-1 1 0,0-1 0,-2 2 0,0 0 0,-1 0 0,0 1 0,-10-7-297,24 23 26,0 0 0,-1 0-1,1 0 1,0 0-1,0 0 1,-1 0 0,1 0-1,0 0 1,0 0 0,-1 0-1,1 0 1,0 0-1,0 0 1,0 0 0,-1 0-1,1 0 1,0 0-1,0 0 1,0 0 0,-1 0-1,1 1 1,0-1-1,0 0 1,0 0 0,-1 0-1,1 0 1,0 0-1,0 1 1,0-1 0,0 0-1,0 0 1,-1 0 0,1 1-1,0-1 1,0 0-1,0 0 1,0 0 0,0 1-1,0-1 1,0 0-1,0 0 1,0 1 0,0-1-1,0 0 1,0 0-1,0 0 1,0 1 0,0-1-1,0 0 1,0 0 0,0 1-1,0-1 1,0 0-1,0 0 1,0 0 0,0 1-1,1-1 1,-1 0-1,0 0 1,0 0-26,2 19-54,9 19 198,3-1 1,0-1-1,14 23-144,2 4 27,-12-21 61,2-1 0,10 12-88,15 8-1419,-36-51 100,1 0 1,1 0 0,0-1-1,3 2 1319,16 6-8972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18860,'0'0'2641,"0"0"-753,0 0-248,0 0-511,0 0-865,137 164 32,-99-123-288,-6-7-16,8-2-584,-8-13-1697,-7-14-4232</inkml:trace>
  <inkml:trace contextRef="#ctx0" brushRef="#br0" timeOffset="1">271 0 16668,'0'0'4513,"0"0"-3905,0 0 1480,-112 157-736,74-87-639,6 3-353,8-8-304,13-9-56,11-13-440,5-21-1937,22-15-3304,3-7-6898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2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11747,'0'0'5377,"0"0"-4009,0 0 104,0 0 281,0 0-1041,161 2-496,-110-2-216,8-2-248,-16-5-1961,-10 2-4448</inkml:trace>
  <inkml:trace contextRef="#ctx0" brushRef="#br0" timeOffset="1">132 308 14227,'0'0'2697,"0"0"-793,0 0 969,0 0-1697,0 0-1176,142-49-840,-75 20-3113,-10 5-4689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11763,'0'0'2515,"0"0"-451,0 0-294,0 0-615,24-16-416,79-48-35,-96 60-637,-1 0 1,2 0-1,-1 1 1,0 0-1,1 1 1,0-1 0,-1 1-1,1 1 1,0 0-1,0 0 1,0 0-1,0 1 1,0 0-1,0 1 1,0-1-1,0 2 1,2 0-68,-8-2 15,1 1 1,-1 0-1,0 0 1,0 0-1,1 1 0,-1-1 1,0 0-1,0 1 1,0-1-1,0 1 1,0 0-1,-1 0 0,1 0 1,-1 0-1,1 0 1,-1 0-1,1 0 0,-1 0 1,0 0-1,0 1 1,0-1-1,0 0 0,-1 1 1,1-1-1,-1 1 1,1-1-1,-1 1 0,0-1 1,0 1-1,0-1 1,0 3-16,0 2 42,-1 0 0,1 0 0,-1 0 1,-1 0-1,1 0 0,-1 0 0,0 0 1,-1 0-1,1-1 0,-4 7-42,-6 4 63,-1-1 1,0 0-1,-1-1 0,-1 0 0,-2 0-63,17-15 99,6 0-64,0-1 1,0 0-1,0-1 1,0 1-1,0-1 1,0 0-1,0-1 1,0 0-36,34-10-44,-27 11 32,1 0 0,-1 0 0,0 2-1,1-1 1,-1 2 0,1 0 0,-1 0 0,0 2 0,5 0 12,-14-2-2,-1 1 1,1-1 0,-1 0 0,1 1 0,-1 0 0,0 0 0,0 0-1,0 0 1,0 0 0,0 1 0,0-1 0,-1 1 0,1 0 0,-1-1-1,0 1 1,0 0 0,0 1 0,0-1 0,0 0 0,-1 1 0,1-1-1,-1 1 1,0-1 0,0 1 0,0-1 0,-1 1 0,1 0 0,-1-1-1,0 1 1,0 0 0,0 0 0,0-1 0,-1 1 0,0 0 0,0 1 1,-1 1 49,0 1 0,-1-1 1,1 1-1,-2-1 1,1 0-1,-1-1 0,1 1 1,-2 0-1,1-1 1,0 0-1,-1 0 0,0 0 1,0-1-1,-1 0 1,1 0-1,-1 0 0,-4 1-49,-11 8 106,0-1 0,-1-2 0,0 0 0,-9 2-106,21-9-4,0 0 1,0-1-1,0 0 1,0 0-1,-1-1 1,1-1 0,-3 1 3,13-2-130,-1 1 1,0 0 0,1-1 0,-1 1 0,0 0 0,1-1 0,-1 1 0,1-1-1,-1 1 1,0-1 0,1 1 0,-1-1 0,1 1 0,0-1 0,-1 0 0,1 1 0,-1-1-1,1 0 1,0 1 0,0-1 0,-1 0 0,1 0 0,0 1 0,0-1 0,0 0-1,0 1 1,0-1 0,0 0 0,0 0 0,0 1 0,0-1 0,0 0 0,0 0 0,0 1-1,1-1 1,-1 0 0,0 0 0,1 0 129,-1-5-2607,0-9-5876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4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14507,'0'0'2809,"0"0"-249,0 0 289,0 0-1233,185-46-856,-101 17-352,1 0-288,-4 2-48,-8 8-72,12 12-968,-17 2-1624,-17 5-3514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4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68 114 12739,'0'0'2504,"0"0"-134,-7 22-403,-22 69-535,28-86-1305,-1-1-1,1 1 0,0 0 0,1-1 0,-1 1 0,1 0 0,0-1 0,0 1 0,0 0 0,1-1 0,0 1 0,0 0 0,0-1 0,0 1 0,2 3-126,-1-5 74,-1-1-1,1 0 1,0 0-1,0 1 1,0-1-1,0 0 0,0 0 1,0-1-1,0 1 1,1 0-1,-1-1 1,1 1-1,-1-1 1,1 0-1,-1 0 0,1 0 1,0 0-1,0 0 1,0-1-74,5 2 90,1-2 0,0 1 1,-1-1-1,1-1 1,0 1-1,-1-1 0,1-1 1,-1 0-1,1 0 0,-1-1 1,0 0-1,0 0 0,7-4-90,0-2 49,0 0-1,-1-1 1,0-1-1,0 0 1,-1-1-1,-1 0 1,0-1-1,2-4-48,-9 11 63,-1 1 0,1-1 0,-2 0 0,1 0 0,-1 0 0,1-1 0,-2 1 0,1-1 0,-1 0 0,0 0 0,0 1 0,-1-1 0,0 0 0,0-1 0,-1 1 0,0 0 0,0 0 0,0 0 0,-1 0 0,0 0 0,-2-6-63,1 10 22,0-1 0,0 1-1,0 0 1,0 0-1,0 0 1,-1 0 0,0 0-1,1 0 1,-1 1-1,0-1 1,-1 1 0,1 0-1,0 0 1,0 0-1,-1 0 1,1 1 0,-1-1-1,0 1 1,0 0-1,1 0 1,-1 0 0,0 0-22,-13-2 0,0 1 1,0 0 0,0 1 0,-7 1-1,8-1-73,0 1-1,-1 1 0,1 1 0,0 0 1,0 1-1,0 1 74,11-3-311,0 1-1,0 1 1,0-1 0,0 1-1,1-1 1,-1 1 0,1 1 0,-3 1 311,2 0-882,1 0 1,-1 0-1,1 0 1,1 0-1,-1 0 0,1 1 1,-1 0-1,1 2 882,-7 19-8756</inkml:trace>
  <inkml:trace contextRef="#ctx0" brushRef="#br0" timeOffset="1">54 387 12483,'0'0'2646,"0"0"-319,-2 22-68,-9 73-623,11-92-1544,0 1 0,0 0 0,0-1 0,0 1 0,0 0 0,1-1 0,-1 1 0,1-1 0,0 1 0,0-1 0,1 1 0,-1-1 0,1 1 0,-1-1 0,1 0 0,0 0 0,0 0 0,1 0 0,-1 0 0,1-1 0,-1 1 0,1-1 0,0 1 0,0-1 0,0 0 0,0 0 0,0 0 0,0-1 0,1 1 0,-1-1 0,1 0 0,-1 1 0,1-1-92,12 2 208,0 1 1,1-2-1,-1 0 1,1-1-1,-1-1 0,6 0-208,-9 0 106,-1 0-49,1-1-1,-1 0 1,0-1 0,0 0-1,0 0 1,0-1 0,-1-1-1,1 0 1,-1-1 0,4-2-57,-11 5 13,1-1 0,-1 0 1,0 0-1,1 0 1,-2 0-1,1-1 1,0 1-1,-1-1 1,1 0-1,-1-1 1,0 1-1,0 0 0,-1-1 1,1 0-1,-1 1 1,0-1-1,-1 0 1,1 0-1,-1 0 1,0 0-1,0 0 0,0-1 1,-1 1-1,0-4-13,0 5 12,-1 0-1,0 0 0,0 0 0,0 0 1,0 1-1,0-1 0,-1 0 0,0 1 1,0-1-1,0 1 0,0 0 0,-1 0 1,1-1-1,-1 1 0,0 1 0,1-1 1,-1 0-1,-1 1 0,1 0 0,0-1 1,-1 1-1,1 0 0,-1 1 0,1-1 1,-1 1-1,0 0 0,-1-1-11,-9-3-40,-1 1 0,0 0 0,-1 1-1,1 0 1,0 2 0,-11-1 40,17 2-284,0 1 0,0-1 0,0 1 0,0 1 0,0 0 0,0 0-1,0 1 1,1 0 0,-1 0 0,1 1 0,-7 4 284,-49 38-6981,17-5-4967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18836,'0'0'3309,"0"0"-1628,0 0-103,0 0-578,0 0-725,21-16-186,64-52-62,-82 66-31,0 0 1,-1 0-1,1 0 0,1 0 1,-1 0-1,0 1 1,0-1-1,0 1 0,1 0 1,-1 0-1,1 0 0,-1 1 1,1-1 3,-3 1-2,1 0 1,-1 0-1,0 1 0,0-1 1,1 0-1,-1 0 1,0 1-1,0-1 0,0 1 1,0-1-1,0 1 1,1 0-1,-1-1 1,0 1-1,0 0 0,0 0 1,-1-1-1,1 1 1,0 0-1,0 0 1,0 0-1,-1 0 0,1 1 2,2 4 3,0 1 0,-1-1-1,0 1 1,-1 0 0,1 0-1,-1-1 1,0 1 0,-1 0-1,0 1-2,1 6 43,2 20 71,-2 0 1,-1 14-115,0 45 41,1-92-98,-1 0 0,0 0-1,0 0 1,0 0 0,1 0-1,-1 0 1,0 0 0,1 0-1,-1 0 1,1 0 0,-1 0-1,1 0 1,-1 0 0,1-1-1,0 1 1,0 0 0,-1 0-1,1-1 1,0 1 0,0 0-1,0-1 1,0 1 0,0-1-1,0 1 1,0-1 0,0 1-1,0-1 1,0 0 0,0 1-1,0-1 58,2 0-734,0 1-1,0-1 0,0 0 0,0 0 1,0 0-1,0 0 0,0-1 0,0 1 1,0-1-1,0 0 0,-1 0 735,20-11-10068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6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11987,'0'0'4264,"0"0"-2615,0 0-273,0 0-168,0 0 153,0 0-537,0 0-392,5 160-88,-5-121-344,0-8 0,0-7-176,0-9-1808,0-11-2073,11-4-4897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15931,'0'0'2804,"0"0"-839,0 0-340,0 0-840,0 0-547,10-25-140,6-9-49,-5 11 180,-1 0 0,-1 0 0,-1-1 0,0-6-229,8 88 1508,-11-9-1364,-3 1 0,-2 18-144,-1-16-45,3 0 1,2 2 44,-4-53-67,0 0-1,0 0 1,1 0 0,-1 0 0,0 0 0,1 0 0,-1 0 0,1-1 0,-1 1 0,1 0 0,-1 0 0,1 0 0,0 0 0,-1-1 0,1 1 0,0 0 0,0-1-1,-1 1 1,1-1 0,0 1 0,0-1 0,0 1 0,0-1 0,0 1 0,0-1 0,0 0 0,0 0 0,0 1 0,0-1 0,0 0 0,0 0 0,0 0 67,37-3-6028,-9-5-1946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7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12099,'0'0'5022,"0"0"-2588,0 0-504,0 0-657,0 0-718,0 0-370,11-16-87,38-47-20,-49 63-72,0-1-1,0 1 0,1 0 1,-1-1-1,0 1 0,1-1 1,-1 1-1,0 0 0,1 0 1,-1-1-1,0 1 0,1 0 1,-1-1-1,1 1 0,-1 0 1,1 0-1,-1 0 0,1 0 1,-1-1-1,0 1 0,1 0 1,-1 0-1,1 0 0,-1 0 1,1 0-1,-1 0 0,1 0 1,-1 0-1,1 0 0,-1 0 0,1 1 1,-1-1-1,1 0 0,-1 0 1,0 0-1,1 1 0,-1-1 1,1 0-1,-1 0 0,0 1 1,1-1-1,-1 0 0,0 1 1,1-1-1,-1 0 0,0 1 1,1-1-1,-1 0 0,0 1 1,0 0-6,8 26 306,-6-20-196,9 49 407,-3 1-1,-2-1 1,-2 19-517,2 13 264,-6-86-371,0 0 0,0 1 0,1-1 0,-1 0 0,1 0 0,-1 0 0,1 0 0,-1 1 0,1-1 0,0 0 0,0 0 0,0 0 0,1-1 0,-1 1 0,0 0 0,1 1 107,10-4-1756,2-17-257,-3-12-3242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31 11522,'0'0'2160,"0"0"-172,0 0 335,0 0-306,0 0-618,0 0-654,-24-8-186,8 2-484,-1 1 0,0 1 0,0 1 0,-13-2-75,28 5 7,1 1 0,-1-1 0,1 0 0,0 0-1,-1 1 1,1-1 0,-1 0 0,1 1 0,0 0 0,-1-1 0,1 1 0,0 0 0,-1-1 0,1 1 0,0 0 0,0 0-1,0 0 1,0 0 0,0 0 0,0 1 0,0-1 0,0 0 0,0 0 0,1 0 0,-1 1 0,0-1 0,1 0 0,-1 1-1,1-1 1,0 1 0,-1-1 0,1 1 0,0-1 0,0 1 0,0-1 0,0 1 0,0-1 0,0 2-7,-6 55 168,3 0 1,3 0-1,1 0 1,4 0 0,3 7-169,58 288 1116,-63-339-1055,20 88 219,39 202 454,-50-222-321,-3 0-1,-2 65-412,-7-102 301,-2 1 0,-5 25-301,3-50 94,-1 0-1,0 0 1,-2 0-1,0-1 1,-1 0-1,-6 10-93,5-13 57,0-1 0,0 0-1,-2 0 1,0-1 0,-10 10-57,18-21 11,-1-1 1,0 1-1,0-1 0,0 0 1,0 1-1,0-2 0,-1 1 1,1 0-1,-1-1 0,0 0 1,0 0-1,0-1 0,0 1 1,0-1-1,0 0 0,0 0 1,0-1-1,0 1 0,-1-1 1,1-1-1,0 1 0,-5-1-11,8 0-42,0 1 0,0-1-1,0 0 1,0 0 0,0 0-1,0 0 1,0 0-1,0 0 1,0 0 0,0 0-1,1-1 1,-1 1-1,0-1 1,1 0 0,0 1-1,-1-1 1,1 0 0,0 0-1,0 0 1,0 1-1,0-1 1,0-1 0,0 1-1,0 0 1,1 0-1,-1 0 1,1 0 0,0 0-1,-1-1 1,1 1 0,0 0 42,0 0-297,1 0 1,-1 0-1,0 0 1,0 0-1,1 0 1,0 0-1,-1 0 1,1 1-1,0-1 1,0 0-1,-1 0 1,1 1-1,1-1 1,-1 0-1,0 1 1,0-1 0,1 1-1,-1 0 1,1-1-1,-1 1 1,1 0-1,0-1 297,24-11-6888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8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1720,'0'0'10876,"0"0"-6855,0 0-2789,0 0-596,22-27-226,69-87-32,-76 94 103,-2 1-1,0-2 1,4-8-481,13-19 2317,-29 48-2292,-1 0 1,0-1-1,0 1 1,0 0 0,0 0-1,0 0 1,1-1-1,-1 1 1,0 0-1,0 0 1,1 0 0,-1 0-1,0 0 1,0-1-1,0 1 1,1 0 0,-1 0-1,0 0 1,0 0-1,1 0 1,-1 0-1,0 0 1,1 0 0,-1 0-1,0 0 1,0 0-1,1 0 1,-1 0 0,0 0-1,0 0 1,1 0-1,-1 0 1,0 0-1,0 0 1,1 1 0,-1-1-1,0 0 1,0 0-1,1 0 1,-1 0-26,8 13 250,4 20-402,-11-30 251,44 184 184,-44-185-294,-1 0 1,1 0 0,-1 0-1,1 0 1,0 0 0,0-1-1,0 1 1,0 0-1,0 0 1,0-1 0,0 1-1,0 0 1,1-1 0,-1 1-1,1-1 1,-1 0 0,1 1-1,-1-1 1,1 0 0,1 1 10,2-1-527,-1 0 1,1 0 0,-1 0-1,1 0 1,-1-1-1,1 0 1,-1 0 0,2 0 526,3 0-1566,20 0-6471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8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12499,'0'0'5385,"0"0"-4553,0 0 2057,0 0-1769,0 0-816,-84 150-184,84-126-120,8-4-688,14-8-2185,-1-10-3160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87 14523,'0'0'2359,"0"0"-648,-11 22 68,-32 70-489,42-89-1234,0 0 0,-1-1 0,1 1 0,0 0 0,1 0 1,-1 0-1,0 0 0,1 0 0,0 0 0,0 0 0,0 0 0,0 0 0,0 0 0,0 0 0,1 0 1,0 0-1,-1 0 0,1 0 0,1 0-56,-1-1 29,0 0 0,0-1 1,1 1-1,-1-1 0,1 0 1,-1 1-1,1-1 0,0 0 0,-1 0 1,1 0-1,0 0 0,0 0 1,-1-1-1,1 1 0,0 0 0,0-1 1,0 0-1,0 1 0,0-1 1,2 0-30,5 0 48,0 0 0,1-1 0,-1 0 1,0 0-1,0-1 0,0 0 0,0-1 1,-1 0-1,5-2-48,-4 1 12,-1-1 0,1-1 1,-1 1-1,0-1 0,-1 0 1,0-1-1,0 0 1,0 0-1,-1-1 0,0 1 1,0-1-1,-1-1 0,0 1 1,0-2-13,-3 6 22,0 0 0,-1 0 1,1 0-1,-1 0 0,0 0 1,0 0-1,0-1 0,0 1 0,-1 0 1,0-1-1,0 1 0,0 0 1,0-1-1,-1 1 0,0 0 1,0-1-1,0 1 0,0 0 1,-1 0-1,1 0 0,-1 0 0,0 0 1,0 0-1,-1 0 0,1 1 1,-1-1-1,0 1 0,0 0 1,0 0-1,0 0 0,0 0 1,-1 0-23,-2-2-150,3 2-18,0 0-1,0 1 1,-1-1 0,1 1-1,0 0 1,-1 0-1,0 0 1,1 0 0,-1 1-1,0-1 1,0 1 168,3 3-5300,1 8-3495</inkml:trace>
  <inkml:trace contextRef="#ctx0" brushRef="#br0" timeOffset="1">192 341 10266,'0'0'3773,"0"0"-828,0 0-942,0 0-664,0 0-626,0 0-183,26 14-241,9 5-197,1-2 0,3 0-92,-35-16 5,0 0 1,-1 0-1,1 0 0,0-1 1,0 1-1,-1-1 0,1 0 0,0 0 1,0 0-1,0-1 0,-1 0 1,1 1-1,0-1 0,-1 0 1,1-1-1,0 1 0,-1-1 0,0 0 1,1 1-1,-1-1 0,0-1 1,0 1-1,0 0 0,0-1 1,0 0-1,-1 1 0,1-1 1,-1 0-1,0 0 0,0-1 0,1 0-5,-1 1 13,0-1-1,0 0 0,-1 1 1,1-1-1,-1 0 0,0 0 1,0 0-1,0 0 0,-1 0 1,1 0-1,-1 0 0,0-1-12,0 4 8,0-1 0,0 0 0,0 0 0,-1 0 0,1 0 0,0 1-1,-1-1 1,0 0 0,1 0 0,-1 1 0,0-1 0,0 0 0,0 1 0,0-1-1,0 1 1,0-1 0,-1 1 0,1-1 0,0 1 0,-1 0 0,1 0 0,-1 0 0,0 0-9,-2-1 13,0 0 0,0 1-1,0-1 1,0 1-1,-1 0 1,1 1-1,0-1 1,-1 1-1,-1 0-11,-28-6-1442,30 3-1383,4-3-2584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9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14595,'0'0'3001,"0"0"-470,0 0-416,-24 9-992,-77 30-634,98-38-468,1 0 0,-1 1-1,0 0 1,1-1 0,0 1-1,-1 0 1,1 0 0,0 0-1,0 1 1,0-1-1,0 0 1,0 1 0,1-1-1,-1 1 1,1 0 0,-1-1-1,1 1 1,0 0 0,0 0-1,1 0 1,-1 0-1,0 0 1,1 0 0,0 0-1,0 0 1,0 0 0,0 0-1,0 0 1,0 0 0,1 0-1,0 0 1,-1 0-1,2 1-20,-2-3 18,1 1-2,0 0 0,0 0-1,0 0 1,0-1 0,1 1 0,-1 0-1,1-1 1,-1 0 0,1 1 0,-1-1-1,1 0 1,0 1 0,0-1 0,-1 0-1,1 0 1,0-1 0,0 1 0,0 0-1,0-1 1,0 1 0,0-1 0,0 1-1,0-1 1,1 0 0,-1 0-1,0 0 1,1 0-16,6 0 24,0 0 0,0 0 0,0-1 0,0 0 0,0 0-1,1-1-23,-4 0 19,-1 0 0,0-1-1,0 1 1,1-1 0,-2 0-1,1 0 1,0-1 0,-1 0-1,1 1 1,-1-1 0,0-1-1,0 1 1,-1 0 0,1-1-1,-1 0 1,0 0 0,0 0-1,-1 0 1,1 0 0,-1-1-1,-1 1 1,1-1 0,-1 0-1,1 1 1,-2-1 0,1 0-1,-1 1 1,0-1 0,0 0-19,0 4 467,0 11 255,0 12-573,0 37 675,6 42-824,-3-80 10,0 1 0,2-1-1,0 0 1,1 0 0,1 0-1,8 14-9,62 131-4309,-56-105-1197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4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17124,'0'0'3104,"0"0"-2119,0 0 55,0 0 216,0 0-408,183 169-48,-146-109-520,-5-2 57,-8-5-289,-7-7 32,-4-9-80,-5-11-144,-3-7-1057,-2-19-1543,-3 0-1793,0-2-3737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 17900,'0'0'3865,"0"0"-2865,0 0 272,0 0 160,-142 174-567,99-107-313,8-4-216,8-10-216,8-12-112,11-9-8,6-15-72,2-10-784,0-7-721,35-7-799,-1-22-2585,-1-5-7242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10402,'0'0'6231,"0"0"-3552,0 0-910,0 0-805,0 0-620,0 0-282,21-6-26,-1-1-24,1 2 0,0 0-1,1 1-11,-21 4 9,0 0 1,0 1-1,0-1 0,0 0 0,1 1 1,-1-1-1,0 0 0,0 1 0,0-1 1,0 1-1,0 0 0,0-1 0,0 1 1,-1 0-1,1 0 0,0-1 0,0 1 1,0 0-1,-1 0 0,1 0 0,0 0 1,-1 0-1,1 0 0,-1 0 0,1 0 0,-1 0 1,0 0-1,1 1 0,-1-1 0,0 0 1,0 0-1,0 0 0,0 0 0,0 1 1,0-1-1,0 0 0,0 0 0,0 0 1,-1 0-1,1 1-9,-10 48 786,-16 1-149,21-44-543,1 1 0,0 0 0,0-1 0,0 1 0,1 0 0,0 1 1,1-1-1,0 0 0,0 1 0,1-1 0,0 1 0,0 0 0,1-1 0,0 2-94,1-9 27,-1 0-1,1 0 1,-1 0-1,1 0 1,-1-1-1,1 1 1,0 0-1,-1 0 1,1-1 0,0 1-1,-1 0 1,1-1-1,0 1 1,0-1-1,0 1 1,0-1-1,0 1 1,-1-1-1,1 0 1,0 1 0,0-1-1,0 0 1,0 0-1,0 1 1,0-1-1,0 0 1,1 0-27,34 1 257,-30-1-239,118 3-499,-43 1-3657,-34 1-2216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172 425 16916,'0'0'3314,"0"0"-1583,0 0-266,-24 9-611,24-9-854,-29 10 199,1 2 1,-15 9-200,40-19 23,0 0 1,0 0-1,0 1 1,0-1-1,0 1 1,0 0-1,1 0 1,-1 0 0,1 0-1,0 1 1,0-1-1,0 0 1,0 1-1,1 0 1,-1-1 0,1 1-1,0 0 1,0 0-1,0-1 1,1 1-1,-1 0 1,1 0-1,0 0 1,0 0 0,1 0-24,-2 8 99,1-9-82,-2 17 138,1 0 0,1-1 0,0 1 0,2 0-1,1 1-154,-3-17 33,1 1 0,0-1 0,0 0 0,0-1 0,0 1 0,1 0 0,-1 0-1,1 0 1,0-1 0,1 1 0,-1-1 0,0 0 0,1 0 0,0 0-1,0 0 1,0 0 0,0 0 0,0-1 0,0 1 0,1-1 0,-1 0-1,1 0 1,0 0 0,-1-1 0,1 1 0,0-1 0,0 0-33,5 1 10,-1-1 1,0 0-1,0 0 1,0-1-1,0 0 1,1 0 0,-1-1-1,0 0 1,0-1-1,0 1 1,0-2-1,0 1 1,-1-1-1,1 0 1,-1-1-1,1 0 1,-1 0-1,0 0 1,-1-1 0,1 0-1,-1 0 1,0-1-1,1-1-10,2-3-46,-1 0 0,0 0 0,0-1 1,-2 0-1,1 0 0,-1-1 0,-1 0 0,0 0 0,0 0 0,-1-1 0,-1 1 0,0-1 1,-1 0-1,0-8 46,-1-10-14,-1 0-1,-1 1 1,-2-1 0,-1 0 0,-2 1 0,0 0-1,-6-13 15,-19-46 670,-31-63-670,50 124 253,4 13 288,4 15 13,6 27-304,11 29-130,3-1-1,2 0 0,3-1 1,7 10-120,-6-10 1,-11-30-95,0 1 0,1-1 0,4 4 94,-10-19-493,0-1 1,0 0-1,0-1 0,1 0 0,0 0 0,1 0 0,0-1 0,0 0 0,0 0 0,1 0 493,24 8-7630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53 18516,'0'0'4377,"0"0"-3937,0 0 720,0 0-176,0 0-423,185 140-377,-142-79-64,-8-3-120,-11-5 0,-5-10-384,0-14-745,-8-12-1527,-3-17-3650</inkml:trace>
  <inkml:trace contextRef="#ctx0" brushRef="#br0" timeOffset="1">344 0 16484,'0'0'4504,"0"0"-3039,0 0-697,0 0 336,-94 147-224,51-67-400,-2 7-263,2 0-217,-6 19-8,9-21-1873,11-20-4256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2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14371,'0'0'4209,"0"0"-2385,0 0 545,0 0-921,0 0-672,0 0 17,0 0-361,88 0 120,-42 0-376,5 0-40,5 0-136,1-12 0,-1 0-600,3-2-1401,-16 4-2592,-13 0-4025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13363,'0'0'2376,"0"0"-543,0 0 1215,0 0-1151,0 0-785,0 0-736,164-7-232,-113-7-136,-6 4-16,1 10-1528,-16 0-2441,-9 0-4745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13731,'0'0'1968,"0"0"33,0 0 495,110 162-1079,-72-100-209,-1 1-192,-5-5-272,-2-7-240,-3-13-424,-6-9 152,-5-12-224,-5-7-16,0-8-24,-6-2-712,-5-12-704,0-17-3857,0-4-9554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15443,'0'0'2881,"0"0"-1921,0 0 1857,-112 148-1025,69-73-600,-3-1-383,6-3-225,8-9-272,7-13-304,12-11-8,8-14-72,5-14-608,16-12-1345,19-22-783,0-10-2898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57 15603,'0'0'2154,"0"0"-968,27-10-165,88-28-455,-109 36-551,0 0 1,0 1 0,0-1-1,0 2 1,0-1 0,0 1-1,0 0 1,0 0 0,1 0 0,-1 1-1,0 0 1,0 0 0,0 1-1,0 0 1,-1 0 0,2 1-16,-3-1 9,0 0 1,-1 0-1,1 1 1,-1 0-1,0 0 1,0 0-1,0 0 1,0 0 0,-1 1-1,1-1 1,-1 1-1,0 0 1,0 0-1,0 0 1,0 0-1,-1 0 1,2 3-10,-1 1 56,-1 0 0,0 1 1,0-1-1,0 1 0,-1 0 0,0-1 1,-1 1-1,0-1 0,0 1 0,-1-1 1,0 1-1,-1-1 0,1 0 0,-2 0 0,1 0 1,-1 0-1,0-1 0,-1 1 0,0-1-56,4-6 11,-5 8 72,0 0 1,-1-1 0,0 0 0,-1 0-1,0-1 1,0 0 0,-1 0 0,1-1 0,-6 2-84,13-7 293,7-4-222,-1 0 0,1 1 0,0 0 0,0 0 1,0 0-1,2 0-71,-3 1 28,0-1 0,0 1 0,0 1 0,0-1-1,-1 1 1,1 0 0,0 0 0,0 0 0,0 0 0,0 1 0,0 0 0,0 0 0,1 1-28,-4-1 26,0 1 0,0-1 0,0 1-1,0-1 1,-1 1 0,1 0 0,0-1 0,-1 1 0,1 0-1,-1 0 1,0 0 0,0 1 0,0-1 0,0 0-1,0 0 1,0 0 0,0 1 0,-1-1 0,1 1 0,-1-1-1,0 0 1,1 1 0,-1-1 0,0 1 0,-1-1 0,1 2-26,-1 1 86,0-1 1,0 1 0,0 0-1,-1-1 1,0 0 0,0 1 0,0-1-1,0 0 1,0 0 0,-1 0 0,0 0-1,0-1 1,0 1 0,0-1-1,-1 0 1,1 0 0,-1 0 0,0 0-1,0 0 1,-2 1-87,-17 9 109,1 0-1,-2-1 1,-4 1-109,23-11 8,-43 18-53,21-8-481,0 0-1,-17 11 527,33-16-1732,1 0 0,0 1 0,0 0 0,-8 9 1732,-6 8-6434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14371,'0'0'3745,"0"0"-953,0 0-23,0 0-945,183-3-759,-94-16-121,5-5-328,2-3-224,-4-2-344,-9 5 72,-13 7-112,-17 7-16,-10 6-368,-13 4-296,-9 0-480,-13 19-1505,-5 0-2968,-3 1-5081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8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7009,'0'0'8648,"0"0"-4890,-24 20-1200,-74 70-790,93-87-1695,1 2 0,0-1 1,0 0-1,0 1 0,0 0 0,1 0 0,-1 0 1,1 0-1,1 1 0,-1-1 0,1 1 0,0-1 0,0 1 1,0 0-1,1 0 0,0 0 0,0 0 0,1 0 1,0 0-1,0 0 0,0 0 0,1 0 0,-1 0 0,2 3-73,-1-6 28,0 1 0,1 0 0,-1-1 0,1 1 0,0-1 0,0 0-1,0 0 1,0 1 0,1-1 0,-1-1 0,1 1 0,0 0 0,0-1-1,0 1 1,0-1 0,0 0 0,0 0 0,1 0 0,-1 0 0,1-1-1,-1 1 1,1-1 0,0 0 0,-1 0 0,1 0 0,0-1 0,0 1-1,1-1-27,8 2 42,0-1-1,0 0 0,0-1 0,0 0 0,0-1 0,0-1 0,0 0 0,2-1-41,-7 0 15,1 0 1,-1 0 0,0-1 0,-1 0-1,1 0 1,-1-1 0,1 0 0,-1 0-1,-1-1 1,1 0 0,-1 0 0,0 0-1,0-1 1,1-2-16,-4 4 35,1 0 1,-1 0-1,0-1 0,0 1 1,-1-1-1,1 1 1,-1-1-1,-1 0 0,1 0 1,-1 0-1,0 0 0,0 0 1,-1 0-1,1 0 0,-2 0 1,1 0-1,-1 0 0,1 0 1,-2 0-1,1 0 1,-1-2-36,0 3 12,-1 0 1,0 1-1,0-1 1,0 1 0,0-1-1,-1 1 1,0 0 0,0 0-1,0 1 1,0-1 0,-1 1-1,1 0 1,-1 0 0,0 0-1,0 0 1,0 1-1,0 0 1,0 0 0,0 1-1,0-1 1,-1 1 0,1 0-1,-1 1 1,-4-1-13,0 0-231,1 1 0,0 0 1,-1 0-1,1 1 0,0 0 1,0 1-1,-2 0 231,6 0-548,-1-1 0,1 1 0,0 0 0,-1 1 0,1-1 0,0 1 0,0 0 0,1 0-1,-1 1 1,-2 2 548,-22 27-5869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12499,'0'0'3692,"0"0"-606,0 0-729,0 0-875,0 0-610,0 0-103,21 16-79,-21-16-690,17 13 132,1-1 0,0 0 0,0-1 0,6 1-132,-20-11 14,1 0 1,-1-1 0,1 1-1,-1-1 1,1 0-1,0 0 1,-1 0-1,1-1 1,-1 1-1,1-1 1,-1 0 0,1-1-1,-1 1 1,0-1-1,0 0 1,0 0-1,0 0 1,0 0 0,0-1-1,0 0 1,-1 0-1,1 0 1,-1 0-1,1-2-14,6-2 27,0-1 9,0 0 0,-1 0 1,-1-1-1,1 0 0,0-3-36,-7 9 23,1 0 1,-1 0-1,0 0 1,0-1-1,0 1 1,-1-1-1,1 1 1,-1-1-1,0 0 1,0 1 0,0-1-1,0 0 1,-1 0-1,0 0 1,1 0-1,-1 0 1,-1 0-1,1 1-23,-1 1 6,0 0 1,0 0-1,0 0 0,0 1 1,0-1-1,0 0 0,-1 1 1,1-1-1,0 1 0,-1 0 0,1-1 1,-1 1-1,0 0 0,1 0 1,-1 0-1,0 0 0,0 0 1,0 1-1,0-1 0,0 0 0,0 1 1,0 0-1,1-1 0,-1 1 1,0 0-1,-1 0 0,1 0-6,-68-2-23,52 3 28,8-1 8,-1 0 0,0 1 0,0 0 0,0 1-1,1 0 1,-5 2-13,12-3-142,0 0 0,0 0 0,0 1 0,0-1 0,1 1 0,-1-1 0,0 1 0,1 0 0,0 0 0,-3 3 142,4-3-374,-1 0 0,1 0-1,0 0 1,0 0 0,0 0-1,0 0 1,0 0 0,0 1 0,0-1-1,1 0 1,-1 1 0,1-1-1,0 1 1,0-1 0,0 2 374,0 11-4867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15875,'0'0'2282,"0"0"56,0 0 780,0 0-1376,0 0-1021,0 0-255,13 25 263,-8-15-650,15 27 264,-2 1 1,-2 1 0,-2 0 0,4 20-344,1 25 490,-5 1 0,-3 0 0,-2 24-490,-2 259 414,-7-326-414,-19 165-2142,19-205 1806,1 7-2517,2-2-2191,7 2-5324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9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16251,'0'0'2929,"0"0"-1633,0 0 1129,0 0-769,-75 135-704,40-72-151,-3 7 15,4-3-384,4-4-192,6-10-232,5-9 80,11-15-88,0-10-264,3-12-528,-6-12-537,-3-19-1567,1-12-4442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3:5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14075,'0'0'5353,"0"0"-3392,0 0-465,0 0 512,0 0-759,72 140-497,-47-91-416,-4-4-160,1-4-104,-6-2-72,0-7-48,-3-3-696,6 2-1361,-3-7-3648,-2-7-3305</inkml:trace>
  <inkml:trace contextRef="#ctx0" brushRef="#br0" timeOffset="1">422 152 14995,'0'0'3801,"0"0"-2369,0 0 553,0 0-1305,0 0-376,0 0-256,183-29 16,-143 24-64,-7 3-328,-12 2-1368,-10 0-2041,-9 0-4913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13003,'0'0'3064,"0"0"-351,0 0 992,0 0-2577,0 0-784,0 0-344,150-51-192,-90 22-1216,-15 8-2889,-7-1-5185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15131,'0'0'3733,"0"0"-1207,0 0-600,0 0-745,0 0-539,0 0-220,5-12-250,-4 7-170,0 2 2,0 0-1,0 0 1,0 0 0,0 0-1,0 0 1,1 0-1,-1 1 1,1-1-1,0 1 1,0-1-1,0 1 1,0-1-4,-2 3 1,1 0 0,-1 0 0,1 0 0,-1 0-1,1 0 1,-1 0 0,1 0 0,-1 0 0,1 0 0,-1 0 0,0 0 0,1 0-1,-1 0 1,1 1 0,-1-1 0,1 0 0,-1 0 0,0 0 0,1 1 0,-1-1-1,0 0 1,1 0 0,-1 1 0,0-1 0,1 0 0,-1 1 0,0-1 0,1 0-1,-1 1 1,0-1 0,0 1 0,0-1-1,17 34 24,-1 13 4,-2 0 0,6 43-28,-20-88-74,1 0 0,-1-1-1,0 1 1,1 0 0,-1 0 0,0 0 0,0-1 0,-1 1 0,1 0 0,0 0 0,0 0 0,-1-1 0,1 1 0,-1 0 0,0-1 0,1 1 0,-1 0 0,0-1 0,0 1 0,0-1 0,0 1 0,0-1 0,-1 0 0,1 1 0,0-1 0,-1 0 0,1 0 0,0 0 0,-1 0 0,0 0 0,1 0 0,-1 0 0,1 0 0,-1-1 0,0 1 0,-1 0 74,-13 7-288,15-7 334,1-1 0,0 1 0,-1 0-1,1-1 1,-1 1 0,1-1 0,0 1 0,-1 0 0,1-1 0,0 1 0,0 0 0,0 0 0,-1-1-1,1 1 1,0 0 0,0-1 0,0 1 0,0 0 0,0 0 0,0-1 0,1 1 0,-1 0-1,0-1 1,0 1 0,0 0 0,1 0 0,-1-1 0,0 1 0,1-1 0,-1 1 0,0 0 0,1-1-1,-1 1 1,1-1 0,-1 1 0,1-1 0,-1 1 0,1-1 0,0 1 0,-1-1 0,1 1-46,13-1 124,-1-1 0,0 0 0,0-1 0,0 0 0,10-4-124,36-16-2669,-26 8-2917</inkml:trace>
  <inkml:trace contextRef="#ctx0" brushRef="#br0" timeOffset="1">312 274 16051,'0'0'4065,"0"0"-2088,0 0-337,0 0-960,-38 150-528,33-123-152,5-6-1336,0-6-3641,0-13-4697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68 194 5129,'0'0'10369,"0"0"-6431,0 0-1381,0-24-676,-2-8-1386,1 13-161,0 0-1,1 0 0,1 1 1,3-16-334,-4 32 98,0 0 1,1 0 0,-1 0-1,1 0 1,-1 0 0,1 0-1,0 0 1,-1 0 0,1 1-1,0-1 1,0 0-1,1 0 1,-1 1 0,1-2-99,7 3 559,-1 17-504,0 26 79,-1 0 0,-2 0 1,-3 0-1,-1 1 0,-2 15-134,0 0-52,1-58 21,0 1 1,-1-1-1,1 1 0,-1-1 1,1 1-1,-1-1 1,1 1-1,-1-1 0,0 0 1,1 1-1,-1-1 1,0 0-1,0 0 0,0 0 1,0 1-1,0-1 1,-1 0-1,1 0 0,0-1 1,0 1-1,-1 0 1,1 0-1,0-1 0,-1 1 1,1 0-1,-1-1 1,1 1-1,-1-1 0,0 0 31,-55 10-475,29-7 501,25-1-16,3-2 19,22 0 108,6-1-222,0-1-1,-1-1 1,1-1-1,13-5 86,22-9-3793,-32 7-4073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1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15987,'0'0'3908,"0"0"-1762,0 0-438,0 0-380,0 0-570,0 0-358,48 100-108,-38-75-317,0 1-1,-2 0 1,-1 1 0,-2 0-1,0 0 1,-1 0 0,-2 16 25,-2-42-41,0 1 1,-1-1-1,0 1 1,1-1 0,-1 0-1,0 0 1,0 1-1,0-1 1,0 0 0,0 0-1,0 0 1,0 0-1,0 0 1,0 0-1,0 0 1,-1 0 0,1-1-1,0 1 1,-1 0-1,1-1 1,0 1 0,-1-1-1,1 1 1,-1-1-1,1 0 1,-1 1 0,1-1-1,-1 0 1,1 0-1,-1 0 1,0-1 40,-28 12-282,79-9 759,-9-1-142,0 3-1,28 5-334,-6 2-2198,-53-9 1596,3 0-4979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12827,'0'0'5530,"0"0"-1626,0 0-1777,0 0-1134,0 0-661,0 0 61,-18 24-12,-30 42-112,3 2 1,-8 20-270,28-38 36,9-17-379,-1-1 0,-13 17 343,29-49-126,1 1-1,0 0 1,0-1 0,0 1-1,-1-1 1,1 1-1,0-1 1,-1 1 0,1-1-1,0 0 1,-1 1-1,1-1 1,-1 1 0,1-1-1,0 0 1,-1 1-1,1-1 1,-1 0-1,1 1 1,-1-1 0,1 0-1,-1 0 1,0 1-1,1-1 1,-1 0 0,1 0-1,-1 0 1,1 0-1,-1 0 1,0 0 0,1 0-1,-1 0 1,1 0-1,-1 0 1,1 0-1,-1 0 1,1-1 0,-1 1-1,0 0 1,1 0-1,-1 0 1,1-1 0,-1 1-1,1 0 1,-1-1-1,1 1 1,0-1 0,-1 1-1,0-1 127,-11-25-6698,4-5-1361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8858,'0'0'4209,"0"0"-1481,0 0 1153,0 0-2264,0 0-241,0 0-144,0 0-328,153 58-136,-115-15-479,-3 1-97,3-3-192,-4-5-96,9-2-1153,-8-8-1543,-5-11-2994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6793,'0'0'6066,"0"0"-3306,0 0-271,0 0-1009,0 0-784,0 0-568,0 0-128,113-39-496,-100 39-1736,-8 0-5066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10970,'43'157'4065,"-43"-157"-1888,21 0 79,9-5-1304,5-10-664,21-11-288,-8 2-1688,-7 4-3873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88 162 13115,'0'0'2536,"0"0"-801,0 0-209,0-22-550,0-105 151,-1 114 757,-2 22-684,1 27-830,6-14-240,1 0 1,1-1-1,1 0 0,6 14-130,-5-18 43,-2 1 1,0 0-1,-1 0 0,0 0 1,-2 1-1,0 0 0,0 9-43,-4-26 0,0 0-1,1 0 1,-1 0-1,0 0 1,0 0-1,0 0 0,0-1 1,0 1-1,-1 0 1,1-1-1,-1 1 1,1-1-1,-1 1 0,1-1 1,-1 0-1,0 1 1,1-1-1,-1 0 1,0 0-1,0 0 1,-47 23-28,37-19 9,-6 3 9,11-5 19,0 0 1,0 1-1,0-1 0,1 1 0,-6 5-9,9-8 14,13-2-18,0 0 0,-1 0-1,1-1 1,0-1 0,-1 1 0,0-1-1,0-1 1,0 0 0,3-2 4,77-47-4880,-64 37 1081,14-9-5655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4993,'0'0'8362,"0"0"-5826,0 0 353,0 0-368,0 0-697,0 0-824,16 123-272,-16-99-432,0-4-224,3-4-72,5-3-656,13-11-1736,-2-2-2657,2 0-10595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4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40 107 11282,'0'0'5362,"0"0"-3015,0 0-287,-7 21-442,-22 64-745,28-83-851,1-1 0,-1 1-1,1 0 1,-1-1 0,1 1-1,0-1 1,-1 1 0,1 0 0,0-1-1,0 1 1,0 0 0,0-1-1,1 1 1,-1 0 0,0-1-1,1 1 1,-1-1 0,1 1-1,0-1 1,-1 1 0,1-1-1,0 1 1,0-1 0,0 1-1,0-1 1,0 0 0,0 0 0,0 1-1,0-1 1,1 0 0,-1 0-1,0 0 1,1 0 0,-1-1-1,1 1 1,-1 0 0,1-1-1,-1 1 1,1-1 0,-1 1-1,1-1 1,0 0 0,-1 1 0,1-1-1,1 0-21,8 1 58,0-1-1,0 0 1,-1 0-1,1-1 1,10-2-58,-17 2 26,4 0-1,-1-1 1,1 0-1,0 0 0,-1-1 0,1 0 1,-1-1-1,0 1 0,0-1 1,0-1-1,-1 1 0,0-1 1,1 0-1,-2 0 0,1-1 0,-1 0 1,1 0-1,-2 0 0,1-1 1,-1 0-1,0 0 0,0 0 1,-1 0-1,1 0 0,-2-1 0,1 1 1,-1-1-1,-1 0 0,1 0 1,-1 0-1,0 0 0,-1 0 1,0 1-1,-1-9-25,1 13 5,-1 0-1,0 1 1,0-1 0,1 0 0,-2 0-1,1 1 1,0-1 0,0 1-1,-1-1 1,0 1 0,1 0 0,-1-1-1,0 1 1,0 0 0,0 0 0,0 0-1,-1 1 1,1-1 0,0 0 0,-1 1-1,1-1 1,-1 1 0,1 0 0,-1 0-1,-2 0-4,-5-2-640,-1 1 1,1 0-1,0 1 0,-1 0 0,0 1 0,-2 0 640,-15 0-5639</inkml:trace>
  <inkml:trace contextRef="#ctx0" brushRef="#br0" timeOffset="1">96 332 13619,'0'0'2596,"0"0"-94,0 0 208,0 0-804,6 21-842,23 65-445,-28-84-589,1 1 1,-1-1-1,1 1 1,0-1-1,0 1 1,0-1-1,0 0 1,0 0-1,0 0 1,1 0-1,-1-1 0,0 1 1,1-1-1,0 1 1,-1-1-1,1 0 1,0 0-1,0 0 1,-1 0-1,2 0-30,5 0 68,-1 0 0,1 0 0,0-1 0,-1 0 0,6-1-68,4 0 73,-10 1-64,-1-1 0,1 1 0,0-1 0,-1-1 0,1 1 1,-1-1-1,0-1 0,1 1 0,-1-1 0,-1 0 1,1-1-1,0 0 0,2-2-9,-5 3-16,0 0 0,0-1 0,0 1 0,-1-1-1,1 0 1,-1 0 0,0 0 0,0-1 0,-1 1 0,1-1 0,-1 0 0,0 0 0,0 0-1,-1 1 1,1-2 0,-1 1 0,0 0 0,-1 0 0,1-5 16,0 6-11,-1 1 0,0-1-1,0 0 1,0 1 0,0-1 0,0 0 0,-1 1 0,0-1-1,0 1 1,0-1 0,0 1 0,0-1 0,-1 1 0,1 0-1,-1 0 1,-2-3 11,1 3-335,0 0-1,-1 1 1,0-1-1,1 1 0,-1 0 1,0 0-1,0 0 1,0 1-1,0 0 1,0-1-1,0 1 0,0 0 1,-4 0 335,-6-1-4490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18404,'0'0'3275,"0"0"-2014,0 0-381,0 0-319,0 0-295,0 0-137,8 18-32,-8-18-97,7 15 5,0-1 0,1 0 0,1 0 0,2 1-5,-9-12-17,0-1-1,1 0 0,-1 0 0,1 0 0,0-1 1,0 1-1,0-1 0,0 1 0,0-1 0,0 0 1,0 0-1,0 0 0,0-1 0,0 1 0,0-1 1,1 1-1,-1-1 0,0 0 0,0-1 0,1 1 1,-1 0-1,0-1 0,1 0 18,2 0-162,0-1 1,0 1-1,-1-1 1,1 0-1,-1-1 0,1 0 1,-1 1-1,0-2 0,0 1 1,-1 0-1,2-2 162,-5 4 86,1-1-1,0 0 1,-1 1-1,1-1 1,-1 0 0,1 0-1,-1 0 1,0 0-1,0-1 1,0 1-1,0 0 1,0 0-1,0-1 1,-1 1 0,1 0-1,-1-1 1,0 1-1,1-1 1,-1 1-86,0 1 1357,0 12 193,-1 42-1088,3 0 0,2-1 0,2 1 1,12 43-463,-1-61-1863,-10-23-3763,-4-5-3474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5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17132,'0'0'3720,"0"0"-1703,0 0 375,0 0-1327,0 0-825,0 0-192,188-55-48,-127 38-40,-9 5-360,-7 2-1049,-15 3-1551,-14 4-3162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5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1456,'0'0'13043,"0"0"-10674,0 0 543,0 0-279,0 0-641,0 0-1080,183-17-504,-108-10-408,-5 1 0,0 6-936,-19 8-4081,-22 5-6673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09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13219,'0'0'4327,"0"0"-1423,0 0-353,0 0-839,0 0-746,12-13-562,61-74 223,-62 73-388,-2 0-1,0 0 1,-1-1-1,0-1 0,-1 1 1,4-15-239,-6 17 735,1 14-294,3 25-166,3 45-206,-12-70-41,11 135 415,-9-86-367,3-1 1,1 1-1,3-1 0,11 37-76,-17-78-477,3 22-6146,-6-23 1178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0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14995,'0'0'4153,"0"0"-1536,0 0 111,0 0-1191,0 0-425,0 0-504,204-33-88,-129 13-512,-2 1 104,-9 4-112,-7 8-272,-14 5-832,-8 2-1449,-11 12-3752,-13 7-6834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60 16051,'0'0'2576,"0"0"40,0 0-727,-10 25-929,-28 81-265,37-105-670,1 1 1,-1-1 0,0 1-1,1 0 1,0-1 0,-1 1-1,1 0 1,0-1 0,-1 1 0,1 0-1,0-1 1,0 1 0,1 0-1,-1-1 1,0 1 0,0 0-1,1-1 1,-1 1 0,1 0-1,0-1 1,-1 1 0,1-1-1,0 1 1,0-1 0,0 0 0,0 1-1,0-1 1,0 0 0,0 1-1,0-1 1,1 0 0,-1 0-1,0 0 1,1 0 0,-1 0-1,2 0-25,3 0 54,-1 1-1,1-1 0,-1-1 0,1 1 0,-1-1 0,1 0 0,0 0 0,3-1-53,2 0 48,1 1-20,0-1-1,0 0 1,-1-1-1,1-1 1,-1 0 0,1 0-1,-1-1 1,0 0-1,0-1 1,-1-1-1,0 1 1,0-2-1,0 1 1,0-1-1,-1-1 1,0 0-1,-1 0 1,0-1 0,0 0-1,-1 0-27,-5 6 58,0 1 0,0-1 0,0 0 1,-1 1-1,1-1 0,-1 0 0,0 0 0,0 0 0,0 0 0,0 0 0,0 0 0,-1 0 1,1 0-1,-1-1 0,0 1 0,0 0 0,0 0 0,0 0 0,-1 0 0,1 0 0,-1-1 1,0 1-1,-1-2-58,0 1 32,-1 1 1,1 0 0,-1-1-1,0 1 1,0 0 0,0 1 0,-1-1-1,1 0 1,-1 1 0,1 0-1,-1 0 1,0 0 0,1 0-1,-1 1 1,-4-2-33,-12-3 17,-2 1-1,1 1 1,0 1 0,-1 1-1,1 0 1,-6 2-17,6-1-160,11 1 123,-1-1-1,1 2 1,0-1 0,-9 3 37,17-3-131,0 0 1,1 1 0,-1-1 0,1 0 0,-1 1 0,1-1 0,0 1 0,-1 0-1,1 0 1,-1-1 0,1 1 0,0 0 0,0 0 0,0 0 0,-1 0-1,1 1 1,0-1 0,0 0 0,0 0 0,1 1 0,-1-1 0,0 0 0,0 1-1,1-1 1,-1 1 0,1-1 0,-1 1 0,1-1 0,0 1 0,0-1 0,-1 1 130,1 18-6328,0-2-2501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16 107 12339,'0'0'2964,"0"0"-232,-3 22-557,-8 70-843,11-89-1283,-1 1 0,1-1 0,0 0 1,0 0-1,0 0 0,0 0 0,1 0 0,-1 0 1,1 1-1,0-1 0,0 0 0,0 0 0,0 0 0,0-1 1,1 1-1,-1 0 0,1 0 0,0-1 0,-1 1 0,1-1 1,1 0-1,-1 1 0,0-1 0,0 0 0,1 0 0,-1 0 1,1-1-1,0 1 0,0-1 0,-1 1 0,1-1 1,0 0-1,0 0 0,0 0 0,0 0 0,1-1-49,9 2 88,0 0 0,-1-1 1,1-1-1,0 0 0,0-1 0,0 0 0,4-2-88,-3 1 27,0-2 1,-1 0-1,0-1 0,0 0 1,0-1-1,-1 0 0,1-1 1,-2 0-1,1-1 0,-1 0 1,0-1-1,0-2-27,-5 6 93,0 0 0,0-1 0,-1 0-1,1 0 1,-2 0 0,1-1 0,-1 1 0,0-1 0,0 0 0,-1-1-1,0 1 1,0 0 0,0-1 0,-1 0 0,-1 0 0,1 1-1,-1-1 1,-1 0 0,1 0 0,-1 0 0,-1-6-93,0 10 29,0 1 0,0 0 0,-1 0 0,1 0 1,-1 0-1,1 0 0,-1 0 0,0 1 0,0-1 0,-1 0 0,1 1 1,0 0-1,-1-1 0,0 1 0,1 0 0,-1 0 0,0 1 0,0-1 1,0 1-1,0-1 0,0 1 0,0 0 0,-1 0 0,1 0 0,0 1 1,-1-1-1,0 1-29,-16-4-19,-1 2 0,1 1 1,-1 0-1,-2 2 19,5-1-99,15 0-15,2 0-150,0 0-1,-1 0 1,1 0 0,-1 0 0,1 0 0,-1 0 0,1 0 0,-1 1-1,1-1 1,0 0 0,-1 1 0,1-1 0,0 1 0,-1 0 0,1 0 264,0 1-5820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1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15251,'0'0'4561,"0"0"-2312,0 0-625,0 0-448,201-53-207,-123 38-441,-8 1-264,-14 4-144,-13 3-240,-13 5 96,-11 2-336,-14 0-793,-5 0-903,-21 0-425,-17 12-1295,0 0-5826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1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12307,'0'0'4111,"0"0"-1493,0 0-563,0 0-533,0 0-193,0 0-274,8 22-180,28 84 1334,13 72-2209,-22-39 329,-7 2 0,-4 34-329,-3 286 781,-13 53 395,0-510-1168,0-1-1,-1 0 1,2 0 0,-1 0-1,0 0 1,1 1 0,-1-1-1,1 0 1,0 0 0,0 0-1,0 0 1,0 0 0,1 0-1,-1-1 1,1 1 0,0 0-1,0-1 1,0 1 0,0-1-1,0 1 1,0-1 0,1 0-1,-1 0 1,1 0 0,2 1-8,4 1 7,0-1 0,1-1 0,-1 1 1,1-1-1,0-1 0,0 0 0,7 0-7,-12 0-1,452 13 77,-456-14-92,-1 0-33,0 0-158,-2 3-60,1 0 1,-1 0-1,0 0 0,1 0 0,-1 0 1,-1 0-1,1 0 0,0 0 0,-1-1 0,0 0 1,1 1-1,-1-1 0,0 0 0,0 0 1,-2 0 266,-5 6-1056,-18 16-3471,3-2-2131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7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12707,'0'0'2670,"0"0"32,0 0 22,0 0-1073,0 0-609,-28 16-102,28-16-940,-40 24 828,-37 27-828,69-44 91,1 0 1,0 0-1,0 1 1,0-1-1,1 2 0,0-1 1,0 1-1,1-1 0,1 1 1,-1 1-1,1-1 0,1 1 1,-1 3-92,-5 10 179,-2 6 79,2 0 1,0 1-1,-1 16-258,8-33 49,0 1 0,0-1 0,2 1 0,0-1 0,0 1 0,1-1 0,1 0 0,0 1 0,2 4-49,-3-14 7,1 1-1,0-1 1,0 0 0,0 0-1,1 0 1,0 0-1,-1 0 1,1-1 0,1 1-1,-1-1 1,0 1-1,1-1 1,0 0 0,-1-1-1,1 1 1,2 0-7,2 1 6,0 0 1,0 0 0,1-1-1,-1 0 1,1-1 0,0 0-1,0 0 1,0-1 0,0 0-7,-1 0 4,0 0 0,1-1 0,-1 0 0,0 0 1,0-1-1,0 0 0,0-1 0,0 1 0,0-2 1,0 1-1,-1-1 0,1 0 0,-1 0 0,0-1 1,1 0-1,-2-1 0,1 1 0,0-1 0,-1-1 1,2-1-5,-6 5 5,-1 0 0,1 0 0,0 0 0,-1-1 0,1 1 0,-1-1 0,1 1 0,-1-1-1,0 1 1,0-1 0,0 0 0,-1 1 0,1-1 0,-1 0 0,1 0 0,-1 1 0,0-1 0,0 0 0,0 0 0,0 0 0,-1 1 0,1-1 0,-1 0 0,0 0 0,0 1 0,0-1 0,0 1 0,0-1 0,0 1 0,-1-1 0,1 1 0,-1 0 0,1-1 0,-1 1 0,0 0 0,0 0 0,0 0 0,0 1 0,-1-1 0,1 0 0,0 1 0,-1-1 0,1 1 0,-1 0 0,0 0 0,1 0 0,-1 0 0,0 0 0,0 1-5,-22-4-10,0 1 1,1 1-1,-24 2 10,36 0-21,12 0-4,-1 0 0,1 0 0,0 0 0,0 0-1,-1-1 1,1 1 0,0 0 0,-1 0 0,1 0-1,0 0 1,0 0 0,-1 0 0,1 0 0,0 0-1,0 0 1,-1 0 0,1 0 0,0 0-1,-1 0 1,1 0 0,0 0 0,0 1 0,-1-1-1,1 0 1,0 0 0,0 0 0,-1 0 0,1 0-1,0 1 1,0-1 0,0 0 0,-1 0 0,1 0-1,0 1 1,0-1 0,0 0 0,0 0 0,0 1-1,-1-1 1,1 0 0,0 0 0,0 1 0,0-1-1,0 0 26,11 9-1803,24 7-2633,2-9-624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14507,'0'0'2913,"0"0"904,0 0-1561,-3 138-1096,-2-93-624,2-1-328,0-8-104,3-9-208,0-15-608,8-5-2152,6-7-4098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7770,'0'0'7683,"0"0"-4329,0 0-880,0 0-961,0 0-906,29-10-256,92-30 18,-119 39-352,1 0 1,0 0-1,0 0 0,0 0 0,-1 0 0,1 1 1,0 0-1,0-1 0,0 1 0,0 0 0,0 0 0,0 1 1,0-1-1,0 1 0,0-1 0,0 1 0,0 0 1,-1 0-1,1 0 0,0 1 0,-1-1 0,1 1 1,-1-1-1,1 1 0,-1 0 0,0 0 0,1 0 1,-1 0-1,0 0 0,-1 1 0,1-1 0,0 0 1,-1 1-1,1 0 0,0 0-17,1 7 117,0 0-1,0 1 1,-1-1 0,0 1-1,-1 0 1,0-1 0,0 11-117,-1-12 153,1 25 28,-2 0 0,-1-1 0,-1 1 0,-3-1 0,0 1 0,-2-2 0,-6 16-181,-34 106 64,58-198-9040,3 10-1414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12459,'0'0'7521,"0"0"-5552,0 0 87,0 0-1248,145-65-544,-94 41-264,13-5-368,-15 7-1888,-9 3-3393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1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83 107 13771,'0'0'2873,"0"0"-549,0 0-170,0 0-1051,0 0-596,0 0-233,19-11-110,176-82 638,-244 90-242,38 4-514,0 1-1,0 0 1,0 0-1,0 1 1,0 1 0,0 0-1,1 0 1,-1 1-1,1 1 1,1-1-1,-1 2 1,1-1 0,0 1-1,0 0 1,-7 9-46,9-9 17,0 0 0,0 0 0,0 1 0,1 0-1,1 0 1,-1 1 0,1 0 0,1-1 0,-1 2 0,2-1 0,-1 0 0,1 1 0,0 0 0,1-1-1,1 1 1,-1 0 0,1 0 0,1 1-17,0-9 9,1-1 0,0 1 0,-1-1-1,1 1 1,0-1 0,-1 0 0,1 1 0,0-1-1,0 0 1,0 0 0,0 0 0,0 1 0,1-1 0,-1 0-1,0 0 1,0-1 0,1 1 0,-1 0 0,1 0-1,-1-1 1,0 1 0,1-1 0,-1 1 0,1-1 0,0 1-1,-1-1 1,1 0 0,1 0-9,55 5 315,-44-4-230,8 0-63,-1 0-1,1 2 1,-1 1-1,0 0 1,0 2 0,10 4-22,-26-8 0,1 0 1,-2 0-1,1 1 0,0-1 1,0 1-1,-1 0 1,0 1-1,1-1 1,-1 1-1,-1-1 1,1 1-1,0 1 1,-1-1-1,0 0 1,0 1-1,0-1 1,-1 1-1,1 0 0,-1 0 1,0 0-1,-1 0 1,1 1-1,-1-1 1,0 0-1,0 1 1,-1-1-1,0 1 1,0 0-1,0-2 35,-1 0 1,-1 1 0,1-1-1,0 0 1,-1 0 0,0 1 0,0-1-1,0-1 1,-1 1 0,1 0-1,-1 0 1,0-1 0,0 0-1,0 0 1,-1 1 0,1-2 0,-1 1-1,1 0 1,-1-1 0,0 0-1,0 1 1,0-2 0,0 1-1,-1 0-35,-6 3 64,0 0 0,-1-1 0,0 0 0,0-1 0,0 0 0,0-1 0,0-1 0,-6 1-64,-41-9-89,30-4-2563,28 10 2063,-1 0 1,1 0-1,0 0 0,-1 0 1,1 0-1,0 0 0,0 0 1,0 0-1,0-1 0,0 1 1,0 0-1,0-1 0,0 1 1,0-2 588,0-4-6918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2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12411,'0'0'2301,"0"0"-595,0 0-202,0 0-609,0 0-491,0 0-196,0-6-131,0-26 585,0 32 557,-1 1 3314,2 21-4550,13 111 728,6 89 37,-18-174-698,-2-16-9,2-1 0,3 14-41,-6-45-60,1 0 1,0 1-1,0-1 1,0 0-1,0 1 0,0-1 1,0 0-1,0 1 1,0-1-1,0 0 0,0 0 1,0 1-1,0-1 1,0 0-1,0 1 0,0-1 1,0 0-1,0 1 1,0-1-1,0 0 0,0 1 1,1-1-1,-1 0 1,0 0-1,0 1 1,0-1-1,1 0 0,-1 0 1,0 1-1,0-1 1,1 0-1,-1 0 0,0 0 1,0 0-1,1 1 1,-1-1-1,0 0 0,0 0 1,1 0-1,-1 0 1,0 0-1,1 0 1,-1 0-1,0 0 0,1 0 1,-1 0-1,0 0 1,1 0-1,-1 0 0,0 0 1,1 0-1,-1 0 1,0 0-1,0 0 0,1 0 1,-1 0-1,0 0 1,1 0-1,-1-1 0,0 1 60,6-12-5602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2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14443,'0'0'2431,"0"0"-48,0 0-195,28-11-1123,88-34-647,-112 43-404,-1 1 0,1-1 1,-1 1-1,1 0 1,0 0-1,0 0 0,-1 1 1,1-1-1,0 1 1,0 0-1,0 0 0,0 1 1,0-1-1,-1 1 1,1-1-1,0 1 1,0 0-1,0 1-14,-3-1 4,1 0 1,-1 1-1,0-1 0,0 0 1,0 1-1,1-1 0,-1 1 1,-1-1-1,1 1 1,0-1-1,0 1 0,-1 0 1,1 0-1,-1-1 0,1 1 1,-1 0-1,0 0 0,1-1 1,-1 1-1,0 0 0,0 0 1,0 0-1,-1 0 0,1-1 1,0 1-5,-3 11 103,0 0 0,-1 0 1,0-1-1,-1 0 0,0 0 0,-1 0 0,-3 4-103,-18 28 344,9-14-7,1 0 1,-2 8-338,14-28 95,1 1 0,0 0 0,1 0 1,0 0-1,1 1 0,0-1 1,1 1-1,0 7-95,0-15 45,1 1 1,0-1 0,0 0-1,1 0 1,-1 1-1,1-1 1,0 0 0,0 0-1,0 0 1,1 0-1,-1 0 1,1 1-46,0-3 41,1 0 1,-1 0-1,0 0 1,0-1-1,1 1 1,-1-1-1,0 1 1,1-1-1,0 0 1,-1 0-1,1 0 1,0 0-1,0-1 1,-1 1-1,1-1 1,0 1-1,0-1 0,2 0-41,16 2 162,0 0-1,0-2 0,0 0 1,0-1-1,0-1 0,8-3-161,-18 3-264,-1-1-1,1-1 0,-1 1 1,1-2-1,7-4 265,-10 4-1102,0 0-1,0-1 1,0 0-1,-1 0 1,0-1-1,0 0 1,1-1 1102,10-14-9474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2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16564,'0'0'2028,"0"0"-229,-17 32 53,-53 108-625,63-126-1050,2 1-1,-1-1 0,2 1 1,0 1-1,1-1 0,1 0 0,0 1 1,1-1-1,0 1 0,1 0 1,1-1-1,1 1 0,0-1-176,-1-5 56,0-5-45,-1 0 1,1 0 0,1-1 0,-1 1 0,1 0 0,0 0-1,0-1 1,0 1 0,0-1 0,1 0 0,0 0 0,0 0 0,0 0-1,0 0 1,1-1 0,-1 1 0,1-1 0,0 0 0,0 0 0,0 0-1,0-1 1,1 1 0,-1-1 0,1 0 0,-1 0 0,1-1-1,0 0 1,0 1 0,0-1 0,-1-1 0,1 1 0,0-1 0,0 0-1,0 0 1,2-1-12,-1 1 1,-1 0 0,1 0 0,-1-1-1,0 0 1,1 0 0,-1-1 0,0 0-1,0 1 1,0-2 0,0 1 0,0 0-1,0-1 1,0 0 0,-1 0 0,0-1-1,0 1 1,0-1 0,0 0 0,0 0-1,-1 0 1,1-1 0,-1 1 0,0-1-1,-1 1 1,1-1 0,-1 0 0,0 0-1,0-1 1,0 1 0,-1 0-1,0 0 1,1-3-1,-2 6 10,0 0 0,1 0 0,-1 0-1,0 0 1,0 0 0,0 0 0,0 0 0,0 0-1,0 1 1,0-1 0,-1 0 0,1 0 0,-1 0-1,1 0 1,-1 0 0,0 1 0,0-1-1,0 0 1,0 1 0,0-1 0,0 0 0,0 1-1,-1-1 1,1 1 0,0 0 0,-1-1 0,1 1-1,-1 0 1,-1-1-10,-3 0 34,-1 1-1,1-1 1,-1 1-1,1 0 1,-1 1-1,1-1 1,-1 1-1,-2 1-33,9-1 0,-43 0-233,40 0-1443,5 0-4036,12 0-4537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2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18244,'0'0'2615,"0"0"-692,0 0 122,-27 28-918,-83 94-513,103-114-550,1 0 0,1 0-1,-1 1 1,1 0 0,1-1-1,0 2 1,0-1 0,-2 9-64,4-13 33,1 0-1,1 1 1,-1-1 0,1 1 0,0-1 0,0 0 0,0 1 0,1-1-1,0 0 1,0 1 0,2 3-33,-2-8 4,0 1-1,0-1 1,0 1-1,0 0 1,0-1-1,0 0 1,1 1-1,-1-1 0,1 0 1,-1 0-1,1 1 1,0-1-1,-1 0 1,1-1-1,0 1 1,-1 0-1,1 0 1,0-1-1,0 1 1,0-1-1,0 0 1,0 1-1,0-1 1,0 0-1,-1 0 1,1 0-1,1-1-3,53-4 84,-46 2-98,-1 0 1,0-1-1,0 0 1,-1 0 0,1-1-1,-1 0 1,0 0-1,0-1 1,-1 0 0,1-1-1,-1 0 1,-1 0-1,1 0 1,-1-1 0,-1 1-1,1-2 1,0-2 13,2-2-14,-1 0 1,0 0 0,-1-1-1,-1 0 1,0 0 0,-1 0-1,-1 0 1,0-1 0,-1 0-1,0 1 1,-1-3 13,-1 16 273,0 28-37,-7 92 571,-6 0 0,-4-1 0,-19 58-807,25-125 38,11-46-465,1-6 60,5-19-562,15-41-5208,2 11-7331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21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8554,'0'0'10026,"0"0"-8114,0 0 417,0 0-1321,0 0-568,151-4-440,-103-1-56,6-2-1624,-11 2-2889,-11 0-11707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69 13947,'0'0'3627,"0"0"-1694,0 0 481,0 0-810,0 0-573,-8 14-60,-19 44-28,27-57-918,0-1 0,-1 0 0,1 1 0,0-1 1,0 0-1,0 1 0,0-1 0,-1 1 0,1-1 1,0 0-1,0 1 0,0-1 0,0 1 0,0-1 1,0 0-1,0 1 0,0-1 0,0 1 0,0-1 1,0 0-1,0 1 0,1-1 0,-1 1 0,0-1 1,0 0-1,0 1 0,0-1 0,1 0 0,-1 1 1,0-1-1,0 0 0,1 1 0,-1-1 0,0 0 1,1 0-1,-1 1 0,0-1 0,1 0 0,-1 0 1,0 1-1,1-1 0,-1 0 0,0 0 0,1 0 1,-1 0-1,1 0 0,-1 0 0,0 0 0,1 0 0,-1 1 1,1-2-26,19 0 419,-17 0-256,6-1-49,0 0 0,1-1 0,-1 0 0,0-1 0,0 0 0,0 0-1,-1-1 1,0 0 0,1 0-114,72-59 161,-18 13-22,-62 51-139,-1 0-1,0 0 1,1 0 0,-1-1-1,0 1 1,1 0-1,-1 0 1,1 0-1,-1 0 1,1 0-1,-1 0 1,0 0-1,1 0 1,-1 0 0,1 0-1,-1 0 1,1 0-1,-1 0 1,1 0-1,-1 0 1,0 0-1,1 0 1,-1 1-1,1-1 1,-1 0 0,0 0-1,1 0 1,-1 1-1,0-1 1,1 0-1,-1 1 1,0-1-1,1 0 1,-1 1-1,0-1 1,0 0 0,1 1-1,-1-1 1,0 0-1,0 1 1,0-1-1,1 1 1,-1-1-1,0 1 1,0-1-1,0 0 1,0 1 0,0-1-1,0 1 1,0-1-1,0 1 1,0-1-1,0 0 1,0 1-1,0-1 1,0 1 0,-1-1-1,1 1 1,0 39-54,0-29 46,0 62 194,-2 0-1,-4 0 0,-15 67-185,-10 33-566,31-173 407,0 1 1,0-1 0,0 1-1,-1-1 1,1 1 0,0-1-1,0 0 1,-1 1-1,1-1 1,0 0 0,-1 1-1,1-1 1,0 0 0,-1 1-1,1-1 1,0 0 0,-1 1-1,1-1 1,-1 0-1,1 0 1,-1 0 0,1 0-1,-1 1 1,1-1 0,-1 0-1,1 0 1,0 0 0,-1 0-1,1 0 1,-1 0 0,1 0-1,-1 0 1,1 0-1,-1 0 1,1-1 0,-1 1 158,-3 0-2528,-1 0-4636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16259,'0'0'3897,"0"0"-136,0 0-2177,-24 140-999,11-99-321,2-2-264,5-8 0,4-5-344,2-11-1721,0-5-3376,8-10-6818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15091,'0'0'2470,"0"0"-616,24-11 496,77-31-1155,-95 40-1158,0 0 0,0 1 0,-1-1 0,1 1 0,0 0 0,0 0 0,0 1 0,0 0 0,0 0 0,0 0 0,2 1-37,-6 0 5,0-1 0,0 1 0,0-1 0,0 1 0,-1 0 1,1 0-1,0 0 0,0 0 0,0 0 0,-1 0 0,1 1 0,-1-1 0,1 0 0,-1 1 0,1-1 0,-1 1 0,0 0 0,0-1 0,0 1 0,0 0 0,0 0-5,1 3 19,-1 0 0,0 0-1,-1 0 1,1 0 0,-1 0 0,0 0 0,0 0-1,-1 0 1,1 0 0,-1 0 0,0 0 0,-1 0 0,1-1-1,-1 1 1,0 0 0,0-1 0,0 1 0,-1-1-1,-3 4-18,-9 14 248,-1-2 1,-1 0-1,-16 14-248,-28 32 144,66-65-119,0 0 0,-1 0-1,1 0 1,0-1 0,0 0 0,0 0 0,2 0-25,20-4 8,-16 2-8,-1 1 0,0 0-1,1 1 1,-1 0 0,7 1 0,-15-1 1,0 0-1,0 0 1,0 1-1,-1-1 1,1 1-1,0-1 1,0 1-1,-1 0 1,1 0 0,-1-1-1,1 1 1,0 0-1,-1 1 1,0-1-1,1 0 1,-1 0-1,0 1 1,1-1-1,-1 0 1,0 1-1,0-1 1,0 1 0,0 0-1,-1-1 1,1 1-1,0 0 1,-1-1-1,1 1 1,-1 0-1,0 0 1,1 0-1,-1 0 0,0 5 96,0 0 1,-1-1-1,1 1 0,-1 0 0,-1-1 0,1 1 0,-1-1 0,0 1 1,-1-1-1,1 0 0,-1 0 0,-1 0 0,1 0 0,-1-1 0,0 0 0,0 1 1,-1-1-1,1 0 0,-1-1 0,0 1 0,-4 2-96,-3 2 100,0-1 0,0 0 0,-1 0 0,1-1 0,-2-1 0,1 0 1,-1-1-1,0-1 0,-11 3-100,23-6-40,0-1 1,0 1-1,0-1 1,0 0 0,0 0-1,1 0 1,-1 0-1,0 0 1,0 0-1,0 0 1,0 0 0,0-1-1,1 1 1,-2-1 39,3 0-145,-1 0 0,1 1 0,-1-1 0,1 0 0,0 0-1,-1 1 1,1-1 0,0 0 0,0 0 0,0 0 0,-1 1 0,1-1 0,0 0 0,0 0 0,0 0 0,0 0 0,1 0 0,-1 1 0,0-1 0,0 0 0,0 0 0,1 0 0,-1 1 0,0-1 0,1 0-1,-1 0 1,1 1 0,-1-1 0,1 0 0,-1 1 0,1-1 0,-1 0 0,1 1 145,16-22-6118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17436,'0'0'2844,"0"0"-729,0 0-406,-10 24-769,2-5-767,-1 1 33,1 0 0,1 1 0,1 0 0,0 1 1,2-1-1,-2 22-206,2 155 1068,4-195-1060,0 1 0,0 0 0,0 0 0,1 0 0,-1 0 1,1 0-1,0 0 0,0-1 0,0 1 0,1 0 0,-1-1 0,1 1 0,0-1 0,0 1 1,0-1-1,0 0 0,1 0 0,0 1-8,0-1 5,1-1-1,-1 0 1,1 0 0,0 0-1,-1 0 1,1-1 0,0 1 0,0-1-1,0 0 1,0 0 0,0-1-1,1 1 1,-1-1 0,0 0 0,0 0-1,4 0-4,-2-1-9,-1 1 0,1-1 0,-1 0 0,1-1-1,-1 1 1,0-1 0,0 0 0,1-1 0,-1 1-1,-1-1 1,1 0 0,0 0 0,-1 0 0,1-1 0,-1 1-1,0-1 1,0 0 0,0-1 0,-1 1 0,0 0-1,0-1 1,0 0 0,0 0 0,-1 0 0,1 0 0,-1-1 9,-2 6-4,0-1 1,0 1-1,-1-1 1,1 1-1,0-1 1,0 1 0,0-1-1,-1 1 1,1-1-1,0 1 1,0 0-1,-1-1 1,1 1 0,0-1-1,-1 1 1,1 0-1,-1-1 1,1 1-1,-1 0 1,1 0 0,0-1-1,-1 1 1,1 0-1,-1 0 1,1 0-1,-1-1 1,1 1 0,-1 0-1,1 0 1,-1 0-1,1 0 1,-1 0-1,1 0 1,-1 0 0,1 0-1,-1 0 1,1 0-1,-1 0 1,1 1-1,-1-1 1,0 0 3,-25 4-56,13 0-113,2 0-1,-1 1 0,0 1 0,1 0 0,0 1 0,1 0 0,-1 0 0,1 1 0,-5 6 170,-9 5-1757,-15 11-4069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3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15899,'0'0'2992,"0"0"-540,0 0-167,25-4-842,201-35 142,-217 38-1539,-1 0-1,1 0 1,0 0-1,-1 1 0,1 0 1,0 1-1,-1 0 1,1 1-1,6 1-45,-11-1 15,-1-1-1,1 1 0,-1 0 1,0 0-1,0 1 0,0-1 1,0 1-1,0-1 0,0 1 1,0 0-1,-1 0 0,0 0 1,1 1-1,-1-1 0,0 0 1,-1 1-1,1-1 0,-1 1 0,1 0 1,-1-1-1,0 1 0,0 1-13,5 28 230,-1 1 0,-2 0 0,-1 0 0,-2 0 0,-3 24-231,1-9 195,-1 3 35,-3 1 0,-9 33-230,2-13 29,13-72-50,0-1 1,0 0-1,0 0 1,0 0-1,0 0 1,0 0-1,0 0 1,0 1-1,0-1 1,0 0-1,0 0 1,0 0-1,0 0 1,0 0-1,0 0 1,0 0-1,0 1 1,0-1-1,0 0 1,-1 0-1,1 0 1,0 0-1,0 0 1,0 0-1,0 0 1,0 0-1,0 1 1,0-1-1,0 0 1,0 0-1,0 0 1,-1 0-1,1 0 1,0 0-1,0 0 1,0 0-1,0 0 1,0 0-1,0 0 1,-1 0-1,1 0 1,0 0-1,0 0 1,0 0-1,0 0 1,0 0-1,0 0 1,0 0-1,-1 0 1,1 0 0,0 0-1,0 0 1,0 0-1,0 0 1,0 0-1,0 0 1,0 0-1,-1 0 1,1-1-1,0 1 21,-7-9-1322,-5-13-2530,-1-4-3881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3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15051,'0'0'7074,"0"0"-5930,0 0 1096,0 0-1455,161-44-489,-97 22-248,6-4-48,21-25-320,-18 10-1969,-14-2-5745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4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15779,'0'0'2884,"0"0"-535,-8 23 24,5-16-2209,-7 19 333,1 1 0,1-1 0,1 1-1,2 0 1,1 1 0,-1 20-497,5-42 36,-1 0 1,2 1 0,-1-1 0,1 1 0,0-1-1,0 0 1,1 0 0,-1 1 0,2-1-1,-1 0 1,1 0 0,1 2-37,-2-5 5,1-1 0,-1 1 1,1-1-1,0 1 0,0-1 0,0 0 0,0 0 1,0 0-1,1 0 0,-1-1 0,0 1 1,1-1-1,-1 0 0,1 0 0,0 0 0,-1 0 1,1-1-1,0 0 0,-1 0 0,1 0 1,0 0-1,0 0-5,4 0 11,-1-1 0,0 0 0,0 0 0,0-1-1,0 0 1,0 0 0,0 0 0,-1-1 0,1 0 0,3-2-11,-7 3 7,0 1-1,0-1 1,0 0 0,-1 0-1,1 0 1,-1-1-1,1 1 1,-1-1 0,0 1-1,0-1 1,0 0-1,0 0 1,0 0 0,0 0-1,-1 0 1,0 0 0,0 0-1,0 0 1,0-1-1,0 1 1,0 0 0,-1-1-1,1 0-6,-2 3 8,0 0 1,-1 0-1,1 1 0,0-1 1,0 0-1,0 1 0,0-1 0,-1 1 1,1-1-1,0 1 0,0 0 0,-1-1 1,1 1-1,0 0 0,0 0 1,-1 0-1,1 0 0,0 0 0,-1 0 1,1 1-1,-1-1-8,-33 2-15,35-2 16,-12 1 44,1 1 1,0 0-1,0 1 0,0 0 0,0 1 0,-1 0-45,9-3-205,0 1 0,0-1 0,0 1 0,0-1 0,0 1 0,0 0 0,1 0 0,-1 0 0,0 0 0,1 0 0,0 1 0,-1-1 0,1 1 0,0 0 0,0 0 0,1 0 0,-1 0 0,1 0 0,-1 0 0,1 0 0,0 0 0,0 1 205,0 3-6152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3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7842,'0'0'4254,"0"0"-1898,0 0-513,0 0-734,0 0-668,0 0-294,6-1 6544,22-3-5592,330-1 496,-356 7-1593,0-1 1,-1 1-1,1 0 1,-1 0 0,1 0-1,-1 0 1,0 0-1,1 0 1,-1 0 0,0 0-1,0 0 1,-1 0-1,1 0 1,0 1 0,-1-1-1,1 2-2,1 2 4,9 27 68,-2 0 0,-1 0 0,-2 1 0,0 13-72,7 142 485,-7-92-343,4 642 1877,-12-457-2018,2-237 19,1 75 27,-6 0 1,-7 13-48,6-79 212,2 1 0,3 12-212,-34-66 616,-11-2-639,-89 2-1016,46 4-2621,45-1-2470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4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11931,'0'0'4737,"0"0"-1370,0 0-520,-1 2-2380,1-1 0,0 1 0,0 0 0,0-1 0,0 1-1,0-1 1,0 1 0,0 0 0,1-1 0,-1 1 0,0 0 0,1-1 0,0 2-467,62-5 1333,31 0-1129,-34 9-3226,-54-2-4607,-6-1 618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4:49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13275,'0'0'2152,"0"0"2105,0 0-1600,0 0-937,0 0-160,0 0-543,0 0-297,102 39-136,-62-56-352,0-5-56,1 0-128,-4 6-32,-5 1-16,-2 5-360,-3 3-592,0 7-1481,-9-5-2992,-4 5-5081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164 151 14523,'0'0'3161,"0"0"421,0 0-1326,29-9-942,176-52 52,21-16-538,-224 77-750,-8-2 2,0 1-1,-1 1 0,1-1 0,0 1 0,0 0 0,0 1 0,0-1 1,0 1-1,-2 1-79,-4-1 46,-36 9-13,0 1 0,0 3-1,1 2 1,-32 16-33,46-19-7,9-4 3,-18 7 11,-32 18-7,64-30-6,1 2 0,0-1 0,0 1 0,1 0 0,-1 1-1,1 0 1,1 0 0,-1 1 0,2 0 0,-3 3 6,7-9-3,0 1 1,1-1-1,-1 1 1,1-1 0,0 1-1,0 0 1,0-1-1,0 1 1,0 0 0,0 0-1,1 0 1,-1-1-1,1 1 1,0 0 0,0 0-1,0 0 1,0 0-1,1 0 1,-1 0 0,1 0-1,-1-1 1,1 1-1,0 0 1,0 0 0,0-1-1,1 1 1,-1-1-1,1 1 1,-1-1 0,1 0-1,0 1 1,0-1-1,0 0 1,0 0 0,0 0-1,1 0 1,-1-1-1,0 1 1,1-1 0,0 1-1,-1-1 1,2 1 2,15 6 18,-1 0 0,1 0 1,1-2-1,0-1 0,11 2-18,-23-5 2,30 7 11,26 5 9,35 15-22,-82-24-3,0 2 0,0 0 0,-1 1 0,0 0-1,0 2 1,-1 0 0,-1 0 0,2 2 3,-14-10 10,0 0-1,0 0 0,1 0 1,-2 0-1,1 0 1,0 0-1,0 0 0,0 0 1,-1 1-1,0-1 0,1 1 1,-1 0-1,0-1 1,0 1-1,0 0 0,-1-1 1,1 1-1,-1 0 0,1 0 1,-1 0-1,0-1 1,0 1-1,0 0 0,0 0 1,-1 0-1,1-1 0,-1 1 1,0 0-1,0 0 1,0-1-1,0 1 0,0 0 1,0-1-1,-1 1 0,1-1 1,-1 0-1,0 0 1,1 1-1,-1-1 0,0 0 1,-2 1-10,-7 7 122,0-1 1,-1 0-1,0 0 1,0-1-1,-1-1 0,0 0 1,-4 1-123,-7 3 8,0-1-1,0 0 1,-1-2 0,0-1-1,0-1 1,0-1 0,-1-1 0,0-2-1,-3 0-7,28-2-43,0 0 0,1-1 0,-1 1 0,1 0-1,-1 0 1,1-1 0,-1 1 0,0 0 0,1-1 0,-1 1-1,1-1 1,-1 1 0,1-1 0,0 1 0,-1-1-1,1 1 1,0-1 0,-1 1 0,1-1 0,0 0 0,-1 1-1,1-1 1,0 1 0,0-1 0,0 0 0,0 1 0,-1-1-1,1 0 1,0 1 0,0-1 0,0 0 0,1 1-1,-1-1 1,0 0 0,0 1 0,0-1 0,0 0 43,7-28-3074,11-4-3081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0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18460,'0'0'4009,"0"0"-208,-48 123-2681,34-70-496,6-11-392,8-4-136,0-6-48,0-11-48,0-4-480,22-17-688,2 0-2689,0 0-2240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15507,'0'0'2540,"0"0"528,0 0-1817,24-3-705,1 1-238,0 0 1,24 2-309,-47 1 45,0-1 0,-1 0 1,1 1-1,0 0 0,0-1 0,-1 1 1,1 0-1,0 0 0,-1 0 0,1 0 1,-1 0-1,1 0 0,-1 1 0,0-1 0,0 0 1,1 1-1,-1-1 0,0 1 0,0-1 1,0 1-1,0-1 0,-1 1 0,1 0 1,0 0-1,-1-1 0,1 1 0,-1 0 0,1 0 1,-1 0-1,0 0 0,0-1 0,0 3-45,0 5 283,0 1 0,-1-1 0,0 1 0,0-1-1,-1 3-282,1-10 58,-2 8 70,0 0 0,-1-1-1,-1 1 1,0-1-1,0 0 1,-1 0 0,0 0-1,0-1 1,-1 0 0,-7 7-128,-4 5 76,17-18-56,1-2 21,36 0-25,-22-1-18,1 1 0,-1 1 0,1 1 1,-1 0-1,0 1 0,12 3 2,-23-5 1,0 0 0,0 0 0,0 1 0,0-1 0,-1 1-1,1 0 1,0-1 0,-1 1 0,0 0 0,1 1 0,-1-1 0,0 0 0,0 1 0,0-1 0,0 1 0,0-1-1,-1 1 1,1 0 0,-1 0 0,0 0 0,0 0 0,0 0 0,0 0 0,0 0 0,-1 0 0,1 0 0,-1 0-1,0 0 1,0 1 0,0-1 0,-1 0 0,1 0 0,-1 0 0,0 2-1,0 0 31,-1 0 0,0 0 0,0-1 0,-1 1 0,0 0 0,1-1 0,-2 1 0,1-1 0,0 0 0,-1 0 0,0-1 0,0 1 0,0-1 0,0 1 0,0-1 0,-1 0 0,1-1 0,-2 1-31,-16 9 85,-1-1 0,0 0 0,-3-1-85,17-6 7,-1-1-1,1 0 1,0-1-1,-1 0 1,1 0-1,-1-1 1,-7 0-7,19-10-1080,6-7-1272,0 1-1,2 0 1,9-13 2352,13-12-8457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 2593,'0'0'11214,"0"0"-6574,0 0-2172,25 0-1286,0 1-801,1 0 1,24 5-382,-48-5 43,0 0 1,1-1 0,-1 1 0,0 1 0,0-1 0,0 0 0,0 0 0,0 1-1,0-1 1,0 1 0,0 0 0,-1-1 0,1 1 0,0 0 0,-1 0 0,0 0-1,1 0 1,-1 0 0,0 1 0,0-1 0,0 0 0,0 1 0,-1-1 0,1 0-1,-1 1 1,1-1 0,-1 1 0,0-1 0,0 0 0,0 1 0,0-1 0,0 1 0,-1-1-1,1 1-43,0 7 220,0 1-140,-1 0 1,0 0-1,-1 0 1,0 0-1,0-1 1,-1 1-1,-1-1 1,0 0-1,0 0 1,-1 0-1,0 0 1,-1-1 0,0 1-1,0-2 1,-1 1-1,-1-1 1,1 0-1,-1 0 1,0-1-1,-1 0 1,0 0-1,0-1 1,0-1-1,-1 1 1,1-1-1,-1-1 1,-1 0-1,1 0 1,-1-1 0,1 0-1,-9 0-80,17-3 8,1 0 0,-1 0 0,0 0-1,0 0 1,0 0 0,1 0 0,-1-1 0,0 1-1,1-1 1,-1 1 0,0-1 0,1 0 0,-1 0-1,0 1 1,1-1 0,-1 0 0,1-1 0,0 1-1,-1 0 1,1 0 0,0 0 0,0-1 0,-1 1-8,0-3 10,0 0 1,0 1 0,0-1 0,1 0 0,-1 0 0,1 0-1,0 0 1,0 0 0,0 0 0,0-2-11,0-7 7,0 1 1,1-1-1,1 0 0,0 1 1,0-1-1,3-9-7,-1 13-35,0 0 1,0 0-1,1 1 0,0-1 1,0 1-1,1-1 0,0 1 1,0 1-1,1-1 0,0 1 1,1 0-1,-1 0 0,1 1 0,1 0 1,-1 0-1,4-1 35,0 0-424,0 1-1,0 0 1,1 1-1,-1 0 1,7-1 424,-5 2-1568,1 0 0,-1 2 0,1-1 1,12 1 1567,18 1-9017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9 15523,'0'0'2421,"0"0"629,0 0-1431,0 0-656,28-3-267,-28 3-696,24-3 189,1 2 0,0 0 0,18 3-189,-40-2 19,0 1 0,0-1 0,0 1 0,0 0 0,0 0 0,0 1 0,-1-1 0,1 0 0,0 1 0,-1 0 0,1 0 1,-1-1-1,0 1 0,1 1 0,-1-1 0,0 0 0,-1 0 0,1 1 0,0-1 0,0 1 0,-1 0-19,3 5 77,-1-1 0,0 1 0,-1 0 0,0 0 0,0 1 0,-1 0-77,2 1 111,1 13 63,-1 0-1,0 0 1,-2 0-1,-1 1 0,0-1 1,-2 0-1,-1 0 1,0 0-1,-2 0 1,-1 0-1,-3 7-173,5-18 34,-1-1 0,0 1 0,0-1 0,-1 0 0,0-1 0,-1 1 0,-1-1 0,1-1 0,-1 1 0,-1-1 0,0-1 0,0 0 0,-1 0 0,0 0 1,0-1-1,-1-1 0,0 0 0,0-1 0,0 0 0,-1 0 0,1-1 0,-2 0-34,5-2 8,1-1-1,-1 1 1,1-1 0,-1-1 0,0 0 0,0 0 0,1 0-1,-1-1 1,1 0 0,-1 0 0,0-1 0,1 0-1,0 0 1,-1-1 0,1 0 0,0 0 0,1-1 0,-1 0-1,1 0 1,-1 0 0,-3-5-8,-3-3-132,1-1 0,0 0 0,1-1 1,0 0-1,2-1 0,-1 0 0,2 0 0,-7-17 132,13 28-344,0-1-1,0 1 1,0-1-1,1 0 1,0 0 0,0 0-1,0 1 1,0-1-1,1 0 1,0 0 0,0 0-1,0 0 1,1-2 344,3 5-5170,10 8 354,-3 12-5618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0 597 11058,'0'0'4633,"24"-2"-2325,87-11 1329,92-25-3637,138-44 1519,-211 50-708,789-202 2437,-430 108-2775,-442 114-395,-17 5 160,0-1 1,-1-1 0,0-1-1,1-2-238,-23 4 2830,-5 5-3425,2 3-5338,-4 0-1804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3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233 249 15619,'0'0'1751,"0"0"-370,0 0-126,0 0-386,0 0-34,0 0 239,15 12 262,-15-12-1336,10 7 227,-1 0 0,1 1 0,-2 1 0,1-1 0,1 4-227,-10-11 19,1 0 0,-1 0 0,0-1-1,1 1 1,-1 0 0,0 0 0,0 0 0,0 0 0,1 0 0,-1 0 0,0 0 0,0 0 0,0 0 0,-1 0 0,1 0 0,0 0 0,0 0 0,0 0 0,-1 0-1,1 0 1,-1 0 0,1 0 0,-1 0 0,1-1 0,-1 1 0,1 0 0,-1 0 0,1-1 0,-1 1 0,0 0 0,0-1 0,1 1 0,-1 0 0,0-1 0,-1 1-19,-35 19 356,29-16-286,-6 3-7,0-1 0,-1-1 0,0 0 0,0-1 0,0 0 0,0-1 0,-1-1 0,-2 0-63,14-2 39,0 0-1,-1 0 1,1 0 0,0 0 0,0-1 0,0 1-1,-1-1 1,1 0 0,0 0 0,0-1 0,0 1 0,1-1-1,-1 0 1,0 0 0,1 0 0,-1-1 0,1 1 0,-1-1-1,1 0 1,0 1 0,0-2 0,1 1 0,-1 0 0,0 0-1,1-1 1,0 0 0,0 1 0,0-1 0,0 0-1,1 0 1,-1-2-39,0-4 13,0 0 0,1 0 0,0 0-1,0 0 1,1-1 0,1 1 0,0 0 0,0 0-1,1 0 1,0 0 0,0 0 0,1 1-1,1-1 1,0 1 0,0 0 0,1 0-1,0 0 1,0 0 0,1 1 0,0 0 0,1 0-1,1 0-12,1-3-69,1 0-1,1 1 0,-1 0 1,2 1-1,-1 1 0,1-1 1,1 2-1,0 0 0,0 0 1,0 2-1,0-1 0,1 1 1,0 1-1,0 1 0,5-1 70,-15 4-249,1-1-1,0 1 1,0 0-1,0 0 1,0 0-1,0 1 1,0 0-1,0 0 1,0 0-1,-1 0 1,1 1 0,0 0-1,-1 0 1,4 2 249,-5-2-580,1 1 1,-1-1-1,0 1 1,-1-1-1,1 1 1,0 0-1,-1 0 1,0 1-1,1-1 1,-1 0-1,-1 1 1,1 0 579,12 38-10216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71 293 12947,'0'0'6217,"0"0"-3888,0 0-517,0 0-697,31-21-463,99-63-220,-124 81-415,-1 0-1,1 0 1,-1 1-1,1 0 0,0 0 1,0 0-1,0 0 1,0 1-1,0 0 1,0 1-1,0-1 1,0 1-1,0 0 1,0 1-1,2 0-16,-4 0 8,0 0 1,0 0-1,-1 1 0,1 0 0,-1-1 0,1 1 0,-1 0 0,0 1 1,0-1-1,0 1 0,0-1 0,0 1 0,0 0 0,-1 0 0,0 0 1,1 0-1,0 3-8,2 2 59,-2 1 1,1-1-1,-1 1 1,0 0-1,-1 0 1,0 0 0,0 0-1,-1 0 1,-1 1-1,1-1 1,-1 0-1,-1 0 1,0 1 0,0-1-1,-2 5-59,0-4 56,-1 0-1,0 0 1,-1 0-1,0-1 1,-1 1-1,1-1 1,-2-1-1,1 1 1,-1-1-1,-1 0 1,1-1-1,-1 0 1,-1 0-1,1-1 1,-1 0-1,-5 3-55,2-2 73,-1 0-1,0-1 1,0 0-1,0-1 1,-1-1-1,0 0 0,1 0 1,-1-2-1,-1 0 1,1 0-1,0-1 1,-4-1-73,13-1 26,0 1 1,0-1-1,1 0 1,-1-1-1,0 1 1,1-1-1,-1 0 1,1 0-1,-1 0 1,1 0-1,0-1 1,0 0-1,0 0 1,1 0-1,-1 0 1,1-1-1,-1 1 0,1-1 1,0 0-1,1 0 1,-1 0-1,0 0 1,1-1-1,0 1 1,0-1-1,1 1 1,-1-1-1,0-2-26,0-2-10,0 0-1,0 0 0,1-1 0,0 1 1,1 0-1,0 0 0,1-1 0,-1 1 0,2 0 1,-1 0-1,1 0 0,1 0 0,-1 0 1,2 0-1,1-3 11,2-1-163,1 0 1,1 0-1,0 1 1,1 0-1,0 1 1,1 0-1,7-6 163,85-62-2268,-83 65 1549,75-51-6572,-5 9-8582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17188,'0'0'4121,"0"0"-2641,0 0 1176,0 0-1439,180-27-793,-119 10-184,-7 3-184,-14 6-40,-7-1-16,-9 6-328,-19 3-1409,-5 0-3520,0 3-5097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4625,'0'0'13139,"0"0"-11467,0 0 1281,0 0-793,0 0-1184,0 0-631,167-27-225,-122 18-120,4 4-168,-14 5-2105,-11 0-3864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11226,'0'0'3764,"0"0"-1348,0 0 164,0 0-941,0 0-270,-26 4-100,-82 17-112,104-20-1094,1 0 0,-1 0 1,1 0-1,-1 1 0,1-1 0,0 1 0,-1 0 0,1 0 0,0 0 1,0 0-1,0 1 0,1-1 0,-1 1 0,1 0 0,-1 0 0,1 0 0,0 0 1,0 0-1,0 0 0,0 0 0,1 1 0,-1-1 0,1 3-63,-5 6 194,-2 10-2,0 0 1,1 1-1,2 0 1,0 0-1,1 0 1,2 0-1,0 1 1,1-1-1,2 15-192,-1-33 18,0 1 1,0-1-1,0 0 0,1 0 0,-1 1 1,1-1-1,0 0 0,1 0 0,-1 0 0,1 0 1,0 0-1,0 0 0,1-1 0,-1 1 1,1-1-1,0 1 0,1-1 0,-1 0 0,1 0 1,-1-1-1,1 1 0,0-1 0,1 1 1,-1-1-1,0-1 0,1 1 0,0 0 0,-1-1 1,1 0-1,0 0 0,0-1 0,0 0 1,1 1-1,-1-2 0,0 1 0,1 0-18,3 0 20,1-1-1,-1 1 1,1-1-1,-1-1 0,0 0 1,1 0-1,-1-1 1,0 0-1,0-1 0,0 0 1,0 0-1,-1-1 1,1 0-1,-1 0 0,0-1 1,0 0-1,0-1 1,-1 1-1,0-2 0,0 1 1,0-1-1,-1 0 1,0 0-1,0 0 0,-1-1 1,0 0-1,-1 0 1,1-1-1,-1 1 0,-1-1 1,0 0-1,0 0 1,-1 0-1,0 0 0,0-1 1,-1 1-1,-1 0 1,1-1-1,-1 1 0,-2-7-19,2 11 22,-2 0 0,1 0 0,-1 0 0,1 0 0,-1 0 0,-1 1 0,1-1 0,-1 0 0,1 1 0,-2 0 0,1 0 0,0 0 0,-1 0 0,1 0 0,-1 1 0,0-1 0,0 1 0,-1 0 0,1 0 0,-1 1 0,1-1 0,-1 1 0,0 0 0,0 0 0,0 1 0,0-1 0,0 1 0,0 0-22,-21-4 2,-1 1-1,1 1 1,-1 1-1,-23 2-1,49 0 0,-2 0-72,0 0 1,0 0-1,-1 0 0,1 0 1,0 0-1,0 1 1,0 0-1,0 0 0,0 0 1,0 0-1,0 0 0,0 0 1,0 1-1,0-1 1,1 1-1,-1 0 0,1 0 1,-1 0-1,1 0 1,0 0-1,-1 1 0,1-1 1,-1 3 71,1-1-560,0 0 1,1 0-1,0 0 1,-1 0-1,1 1 1,1-1-1,-1 1 0,1-1 1,-1 0-1,1 1 1,1-1-1,-1 1 1,1-1-1,-1 1 1,1-1-1,1 1 560,9 19-10034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16275,'0'0'5226,"0"0"-1034,0 0-2919,-30 179-529,20-116-304,7-8-424,0-2 112,3-12-128,0-7-16,0-12-472,0-22-688,6 0-1385,4-5-3272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0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9234,'0'0'8246,"0"0"-5167,-16 24-840,-3 1-1747,9-13-303,0 1 0,1 1 0,1 0 0,0 0-1,0 0 1,2 1 0,0 0 0,0 0 0,2 1 0,-2 8-189,1 0 363,1 0 0,2 1 0,0-1 0,1 0 0,2 10-363,0-27 40,-1-1 1,1 0-1,0 1 1,0-1-1,1 0 1,-1 0-1,2 0 1,-1 0-1,0 0 1,1 0-1,0-1 1,1 1-1,-1-1 1,1 0-1,0 0 1,1 0-1,-1 0 1,1-1-1,-1 0 1,1 0-1,1 0 1,2 1-41,5 1 29,0-1 0,0 0 0,0-1-1,1 0 1,-1-1 0,1-1 0,0 0 0,1-1-29,21 0 65,-1-1 0,21-3-65,-54 3-2,1 0 0,-1 0 0,1-1 0,-1 1 0,1-1 0,-1 1 0,1-1 0,-1 0 0,0 0 0,1 0 0,1-2 2,-4 3 24,1-1-1,0 1 0,-1-1 0,1 1 0,-1-1 0,1 0 1,-1 1-1,1-1 0,-1 0 0,1 0 0,-1 1 1,0-1-1,1 0 0,-1 0 0,0 1 0,0-1 1,1 0-1,-1 0 0,0 0 0,0 1 0,0-1 0,0 0 1,0 0-24,-1-2 41,0 1 0,0 0 0,0 0 0,0-1 0,0 1 0,0 0 0,-1 0 0,1 0 0,-1 0-1,1 1 1,-1-1 0,0 0 0,0 1 0,1-1 0,-1 1 0,0-1 0,-1 1 0,1 0 0,0 0 0,0 0 0,-2 0-41,-14-7 22,-1 1-1,0 1 1,0 1-1,0 1 1,-1 0-1,0 2 1,0 0-1,0 1 1,-2 1-22,20 0-31,0 0 0,-1 0 0,1 0 0,0 0 0,-1 1 0,1-1 0,0 0 0,-1 1 0,1 0 0,0-1 1,0 1-1,-1 0 0,1 0 0,0 0 0,0 1 0,0-1 0,0 0 0,0 1 0,1 0 0,-1-1 0,-1 2 31,2 0-377,0-1-1,-1 0 0,1 1 1,0-1-1,1 1 0,-1-1 1,0 1-1,1 0 1,-1-1-1,1 1 0,0 0 1,0 2 377,0 6-6467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5T01:25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15307,'0'0'3074,"0"0"782,0 0-1452,0 0-1314,0 0-275,0 0-251,23 0-133,-3-1-302,1 2 0,-1 1 1,17 3-130,-33-4 31,1 1 1,-1 0 0,0 1 0,0-1-1,0 1 1,0-1 0,-1 1 0,1 0-1,-1 1 1,0-1 0,0 0 0,0 1-1,0 0 1,0 0 0,-1 0-1,0 0 1,0 0 0,0 0 0,0 0-1,-1 1 1,1-1 0,-1 1 0,0 0-32,4 9 100,10 39 133,-1 2-1,-4-1 0,-1 2 0,-3-1 1,-2 9-233,-5 29-4562,4-110-1305</inkml:trace>
  <inkml:trace contextRef="#ctx0" brushRef="#br0" timeOffset="1">11 363 18436,'0'0'2793,"0"0"-9,0 0-1784,178-41-688,-117 31-312,15 5-816,-17 0-3913,-11 1-7361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5A364-75DF-4425-A213-CA7ECA067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275D37-96B9-4A69-8A35-9C5A810B4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7E89D2-F892-40C8-9C82-6B7E91431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1FF0B6-622B-4E0D-AA04-AB3F4D90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71C51D-E45A-41B4-876A-6390742C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78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98932-9F11-4843-BEF8-E68A9909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639F0F-4B72-4CC7-B612-B8E896B5B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77A05-6E11-4A1A-93D1-110A9B2B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A23398-1E5F-4ABC-BFE3-0FCA6E51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39AC27-39EB-482F-9918-3529FD44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458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114FB-9EC3-4CD3-89EA-B8256149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457273-189C-4130-B9D5-FB70A4BE1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5DE609-9990-4E6D-BBFB-23964EB3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36058-2B1B-4656-8D8B-8EC63BAD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12460D-B088-4149-86E9-4573C8AA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197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4C90D-75A8-4BA9-B287-F0D39DEE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5FCF15-7C2A-4BE8-9792-B929F8231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F45146-D607-475C-B066-50C0A5661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C5518F-6CF6-4635-964A-468BFE6E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C701CA-011F-4179-A62B-17DEC585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AFF7AB-64E8-4A1A-BB0A-504D92ED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685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D222E-B5F0-4B0E-8FFF-4DC3D93F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2EE242-8201-44ED-B0EC-E5FBF91C3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B1FC5D-B6F1-47ED-BDEE-0CF66E534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C8842F-0C75-4E20-B5A4-464B026E2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7E35FF-0A7E-466D-A2DF-26E431911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8007F5-6A5C-45BD-896C-047CC872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6993A7-438B-43D6-9115-9B36A76C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BC7D3E5-AAFB-48BB-9CBB-0FEC0B77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963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33A5A-36EF-4D19-8D44-8D2B464B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23C4754-6A13-44D0-B528-8A784073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410E98-E773-4560-974E-482E2525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917F75-598B-4D13-914D-640B73CE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42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0BAB18-A4DA-4F87-BD24-F5FC00C9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236D7D-311A-477B-8BBA-2F4173F5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BF0ED2-D0D8-462B-A485-85C3BAAF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820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04DDF-5B33-4741-8496-3C4D50B2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222952-C4E2-4EC6-80CA-7A05D20FC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D2C8E6-936F-4BFB-B507-82CAB7E03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4958E9-2A07-4FC2-B847-3F428C28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539566-BC2A-4115-B83B-74DFBB1A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3DAAEB-142C-47BD-A306-ECC909B5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387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2586D-14B1-444B-B673-0DEAB6BD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502674-8DE1-4826-BA70-5BD74B0E0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740B48-7405-43AA-9FEA-765095381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D39F07-80CB-4F5F-A217-623BBF8C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076ADC-C049-4740-ACD4-E9C65EDF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FF1E15-0E24-460D-9D73-3C42AE8D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847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43C08-864D-4437-ACF7-75A9D10A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EC91C8-5C42-448C-8568-7E8FA04C7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D6FFDE-5311-4C11-B9DF-A5ECD7F7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DCAD92-D671-4902-8941-B4B5C5A6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786D8F-3749-40D4-BC5E-5810B8AF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480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EBD952-A8F5-4123-B22C-3412581702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C08CD65-46FC-40BA-A0D7-D38A88F55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E98110-DDD5-4EF0-AE91-15A9234D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08F16-7388-4BF6-AC23-6607FCA0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563251-9EA3-45EE-9077-A515AD55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372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112832-2068-4FF1-B526-9C794661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CDDF1A-0ECC-42F8-9F44-619C5E8CD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D0A7DE-3188-4960-9E88-A82A6CEBC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306DC-94D5-4890-9954-8A5F380A9C6F}" type="datetimeFigureOut">
              <a:rPr lang="es-ES" smtClean="0"/>
              <a:t>04/05/2020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6A602-F22E-4A2E-8E6E-FFB2859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68637-1340-42B8-B40D-D8F1FAE5B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4AA3D-C2EF-4EC5-8C01-6A50F507C6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349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customXml" Target="../ink/ink150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24" Type="http://schemas.openxmlformats.org/officeDocument/2006/relationships/customXml" Target="../ink/ink163.xml"/><Relationship Id="rId366" Type="http://schemas.openxmlformats.org/officeDocument/2006/relationships/customXml" Target="../ink/ink184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433" Type="http://schemas.openxmlformats.org/officeDocument/2006/relationships/image" Target="../media/image215.png"/><Relationship Id="rId268" Type="http://schemas.openxmlformats.org/officeDocument/2006/relationships/customXml" Target="../ink/ink134.xml"/><Relationship Id="rId475" Type="http://schemas.openxmlformats.org/officeDocument/2006/relationships/image" Target="../media/image236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6.png"/><Relationship Id="rId377" Type="http://schemas.openxmlformats.org/officeDocument/2006/relationships/image" Target="../media/image187.png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402" Type="http://schemas.openxmlformats.org/officeDocument/2006/relationships/customXml" Target="../ink/ink202.xml"/><Relationship Id="rId279" Type="http://schemas.openxmlformats.org/officeDocument/2006/relationships/customXml" Target="../ink/ink140.xml"/><Relationship Id="rId444" Type="http://schemas.openxmlformats.org/officeDocument/2006/relationships/customXml" Target="../ink/ink223.xml"/><Relationship Id="rId486" Type="http://schemas.openxmlformats.org/officeDocument/2006/relationships/customXml" Target="../ink/ink244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290" Type="http://schemas.openxmlformats.org/officeDocument/2006/relationships/image" Target="../media/image144.png"/><Relationship Id="rId304" Type="http://schemas.openxmlformats.org/officeDocument/2006/relationships/image" Target="../media/image151.png"/><Relationship Id="rId346" Type="http://schemas.openxmlformats.org/officeDocument/2006/relationships/customXml" Target="../ink/ink174.xml"/><Relationship Id="rId388" Type="http://schemas.openxmlformats.org/officeDocument/2006/relationships/customXml" Target="../ink/ink195.xml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5.png"/><Relationship Id="rId248" Type="http://schemas.openxmlformats.org/officeDocument/2006/relationships/customXml" Target="../ink/ink124.xml"/><Relationship Id="rId455" Type="http://schemas.openxmlformats.org/officeDocument/2006/relationships/image" Target="../media/image226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8.xml"/><Relationship Id="rId357" Type="http://schemas.openxmlformats.org/officeDocument/2006/relationships/image" Target="../media/image177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217" Type="http://schemas.openxmlformats.org/officeDocument/2006/relationships/image" Target="../media/image108.png"/><Relationship Id="rId399" Type="http://schemas.openxmlformats.org/officeDocument/2006/relationships/image" Target="../media/image198.png"/><Relationship Id="rId259" Type="http://schemas.openxmlformats.org/officeDocument/2006/relationships/image" Target="../media/image129.png"/><Relationship Id="rId424" Type="http://schemas.openxmlformats.org/officeDocument/2006/relationships/customXml" Target="../ink/ink213.xml"/><Relationship Id="rId466" Type="http://schemas.openxmlformats.org/officeDocument/2006/relationships/customXml" Target="../ink/ink234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326" Type="http://schemas.openxmlformats.org/officeDocument/2006/relationships/customXml" Target="../ink/ink164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5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435" Type="http://schemas.openxmlformats.org/officeDocument/2006/relationships/image" Target="../media/image216.png"/><Relationship Id="rId477" Type="http://schemas.openxmlformats.org/officeDocument/2006/relationships/image" Target="../media/image237.png"/><Relationship Id="rId281" Type="http://schemas.openxmlformats.org/officeDocument/2006/relationships/customXml" Target="../ink/ink141.xml"/><Relationship Id="rId337" Type="http://schemas.openxmlformats.org/officeDocument/2006/relationships/image" Target="../media/image167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8.png"/><Relationship Id="rId7" Type="http://schemas.openxmlformats.org/officeDocument/2006/relationships/image" Target="../media/image3.png"/><Relationship Id="rId183" Type="http://schemas.openxmlformats.org/officeDocument/2006/relationships/image" Target="../media/image91.png"/><Relationship Id="rId239" Type="http://schemas.openxmlformats.org/officeDocument/2006/relationships/image" Target="../media/image119.png"/><Relationship Id="rId390" Type="http://schemas.openxmlformats.org/officeDocument/2006/relationships/customXml" Target="../ink/ink196.xml"/><Relationship Id="rId404" Type="http://schemas.openxmlformats.org/officeDocument/2006/relationships/customXml" Target="../ink/ink203.xml"/><Relationship Id="rId446" Type="http://schemas.openxmlformats.org/officeDocument/2006/relationships/customXml" Target="../ink/ink224.xml"/><Relationship Id="rId250" Type="http://schemas.openxmlformats.org/officeDocument/2006/relationships/customXml" Target="../ink/ink125.xml"/><Relationship Id="rId292" Type="http://schemas.openxmlformats.org/officeDocument/2006/relationships/image" Target="../media/image145.png"/><Relationship Id="rId306" Type="http://schemas.openxmlformats.org/officeDocument/2006/relationships/image" Target="../media/image152.png"/><Relationship Id="rId488" Type="http://schemas.openxmlformats.org/officeDocument/2006/relationships/customXml" Target="../ink/ink245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5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6.png"/><Relationship Id="rId457" Type="http://schemas.openxmlformats.org/officeDocument/2006/relationships/image" Target="../media/image227.png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59.xml"/><Relationship Id="rId359" Type="http://schemas.openxmlformats.org/officeDocument/2006/relationships/image" Target="../media/image178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image" Target="../media/image81.png"/><Relationship Id="rId219" Type="http://schemas.openxmlformats.org/officeDocument/2006/relationships/image" Target="../media/image109.png"/><Relationship Id="rId370" Type="http://schemas.openxmlformats.org/officeDocument/2006/relationships/customXml" Target="../ink/ink186.xml"/><Relationship Id="rId426" Type="http://schemas.openxmlformats.org/officeDocument/2006/relationships/customXml" Target="../ink/ink214.xml"/><Relationship Id="rId230" Type="http://schemas.openxmlformats.org/officeDocument/2006/relationships/customXml" Target="../ink/ink115.xml"/><Relationship Id="rId468" Type="http://schemas.openxmlformats.org/officeDocument/2006/relationships/customXml" Target="../ink/ink235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328" Type="http://schemas.openxmlformats.org/officeDocument/2006/relationships/customXml" Target="../ink/ink165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image" Target="../media/image189.png"/><Relationship Id="rId241" Type="http://schemas.openxmlformats.org/officeDocument/2006/relationships/image" Target="../media/image120.png"/><Relationship Id="rId437" Type="http://schemas.openxmlformats.org/officeDocument/2006/relationships/image" Target="../media/image217.png"/><Relationship Id="rId479" Type="http://schemas.openxmlformats.org/officeDocument/2006/relationships/image" Target="../media/image238.png"/><Relationship Id="rId36" Type="http://schemas.openxmlformats.org/officeDocument/2006/relationships/customXml" Target="../ink/ink18.xml"/><Relationship Id="rId283" Type="http://schemas.openxmlformats.org/officeDocument/2006/relationships/customXml" Target="../ink/ink142.xml"/><Relationship Id="rId339" Type="http://schemas.openxmlformats.org/officeDocument/2006/relationships/image" Target="../media/image168.png"/><Relationship Id="rId490" Type="http://schemas.openxmlformats.org/officeDocument/2006/relationships/customXml" Target="../ink/ink246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customXml" Target="../ink/ink176.xml"/><Relationship Id="rId406" Type="http://schemas.openxmlformats.org/officeDocument/2006/relationships/customXml" Target="../ink/ink204.xml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customXml" Target="../ink/ink197.xml"/><Relationship Id="rId448" Type="http://schemas.openxmlformats.org/officeDocument/2006/relationships/customXml" Target="../ink/ink225.xml"/><Relationship Id="rId252" Type="http://schemas.openxmlformats.org/officeDocument/2006/relationships/customXml" Target="../ink/ink126.xml"/><Relationship Id="rId294" Type="http://schemas.openxmlformats.org/officeDocument/2006/relationships/image" Target="../media/image146.png"/><Relationship Id="rId308" Type="http://schemas.openxmlformats.org/officeDocument/2006/relationships/image" Target="../media/image153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image" Target="../media/image179.png"/><Relationship Id="rId196" Type="http://schemas.openxmlformats.org/officeDocument/2006/relationships/customXml" Target="../ink/ink98.xml"/><Relationship Id="rId417" Type="http://schemas.openxmlformats.org/officeDocument/2006/relationships/image" Target="../media/image207.png"/><Relationship Id="rId459" Type="http://schemas.openxmlformats.org/officeDocument/2006/relationships/image" Target="../media/image228.png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image" Target="../media/image131.png"/><Relationship Id="rId319" Type="http://schemas.openxmlformats.org/officeDocument/2006/relationships/customXml" Target="../ink/ink160.xml"/><Relationship Id="rId470" Type="http://schemas.openxmlformats.org/officeDocument/2006/relationships/customXml" Target="../ink/ink236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6.xml"/><Relationship Id="rId165" Type="http://schemas.openxmlformats.org/officeDocument/2006/relationships/image" Target="../media/image82.png"/><Relationship Id="rId372" Type="http://schemas.openxmlformats.org/officeDocument/2006/relationships/customXml" Target="../ink/ink187.xml"/><Relationship Id="rId428" Type="http://schemas.openxmlformats.org/officeDocument/2006/relationships/customXml" Target="../ink/ink215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39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69.png"/><Relationship Id="rId383" Type="http://schemas.openxmlformats.org/officeDocument/2006/relationships/image" Target="../media/image190.png"/><Relationship Id="rId439" Type="http://schemas.openxmlformats.org/officeDocument/2006/relationships/image" Target="../media/image218.png"/><Relationship Id="rId201" Type="http://schemas.openxmlformats.org/officeDocument/2006/relationships/image" Target="../media/image100.png"/><Relationship Id="rId243" Type="http://schemas.openxmlformats.org/officeDocument/2006/relationships/image" Target="../media/image121.png"/><Relationship Id="rId285" Type="http://schemas.openxmlformats.org/officeDocument/2006/relationships/customXml" Target="../ink/ink143.xml"/><Relationship Id="rId450" Type="http://schemas.openxmlformats.org/officeDocument/2006/relationships/customXml" Target="../ink/ink226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54.png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customXml" Target="../ink/ink177.xml"/><Relationship Id="rId394" Type="http://schemas.openxmlformats.org/officeDocument/2006/relationships/customXml" Target="../ink/ink198.xml"/><Relationship Id="rId408" Type="http://schemas.openxmlformats.org/officeDocument/2006/relationships/customXml" Target="../ink/ink205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image" Target="../media/image147.png"/><Relationship Id="rId461" Type="http://schemas.openxmlformats.org/officeDocument/2006/relationships/image" Target="../media/image229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59.png"/><Relationship Id="rId363" Type="http://schemas.openxmlformats.org/officeDocument/2006/relationships/image" Target="../media/image180.png"/><Relationship Id="rId419" Type="http://schemas.openxmlformats.org/officeDocument/2006/relationships/image" Target="../media/image208.png"/><Relationship Id="rId223" Type="http://schemas.openxmlformats.org/officeDocument/2006/relationships/image" Target="../media/image111.png"/><Relationship Id="rId430" Type="http://schemas.openxmlformats.org/officeDocument/2006/relationships/customXml" Target="../ink/ink216.xml"/><Relationship Id="rId18" Type="http://schemas.openxmlformats.org/officeDocument/2006/relationships/customXml" Target="../ink/ink9.xml"/><Relationship Id="rId265" Type="http://schemas.openxmlformats.org/officeDocument/2006/relationships/image" Target="../media/image132.png"/><Relationship Id="rId472" Type="http://schemas.openxmlformats.org/officeDocument/2006/relationships/customXml" Target="../ink/ink237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customXml" Target="../ink/ink167.xml"/><Relationship Id="rId374" Type="http://schemas.openxmlformats.org/officeDocument/2006/relationships/customXml" Target="../ink/ink188.xml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image" Target="../media/image137.png"/><Relationship Id="rId441" Type="http://schemas.openxmlformats.org/officeDocument/2006/relationships/image" Target="../media/image219.png"/><Relationship Id="rId483" Type="http://schemas.openxmlformats.org/officeDocument/2006/relationships/image" Target="../media/image240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customXml" Target="../ink/ink151.xml"/><Relationship Id="rId343" Type="http://schemas.openxmlformats.org/officeDocument/2006/relationships/image" Target="../media/image170.png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image" Target="../media/image191.png"/><Relationship Id="rId245" Type="http://schemas.openxmlformats.org/officeDocument/2006/relationships/image" Target="../media/image122.png"/><Relationship Id="rId287" Type="http://schemas.openxmlformats.org/officeDocument/2006/relationships/customXml" Target="../ink/ink144.xml"/><Relationship Id="rId410" Type="http://schemas.openxmlformats.org/officeDocument/2006/relationships/customXml" Target="../ink/ink206.xml"/><Relationship Id="rId452" Type="http://schemas.openxmlformats.org/officeDocument/2006/relationships/customXml" Target="../ink/ink227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image" Target="../media/image155.png"/><Relationship Id="rId354" Type="http://schemas.openxmlformats.org/officeDocument/2006/relationships/customXml" Target="../ink/ink178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9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image" Target="../media/image148.png"/><Relationship Id="rId421" Type="http://schemas.openxmlformats.org/officeDocument/2006/relationships/image" Target="../media/image209.png"/><Relationship Id="rId463" Type="http://schemas.openxmlformats.org/officeDocument/2006/relationships/image" Target="../media/image230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0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65" Type="http://schemas.openxmlformats.org/officeDocument/2006/relationships/image" Target="../media/image181.png"/><Relationship Id="rId386" Type="http://schemas.openxmlformats.org/officeDocument/2006/relationships/customXml" Target="../ink/ink19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288" Type="http://schemas.openxmlformats.org/officeDocument/2006/relationships/image" Target="../media/image143.png"/><Relationship Id="rId411" Type="http://schemas.openxmlformats.org/officeDocument/2006/relationships/image" Target="../media/image204.png"/><Relationship Id="rId432" Type="http://schemas.openxmlformats.org/officeDocument/2006/relationships/customXml" Target="../ink/ink217.xml"/><Relationship Id="rId453" Type="http://schemas.openxmlformats.org/officeDocument/2006/relationships/image" Target="../media/image225.png"/><Relationship Id="rId474" Type="http://schemas.openxmlformats.org/officeDocument/2006/relationships/customXml" Target="../ink/ink238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customXml" Target="../ink/ink1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334" Type="http://schemas.openxmlformats.org/officeDocument/2006/relationships/customXml" Target="../ink/ink168.xml"/><Relationship Id="rId355" Type="http://schemas.openxmlformats.org/officeDocument/2006/relationships/image" Target="../media/image176.png"/><Relationship Id="rId376" Type="http://schemas.openxmlformats.org/officeDocument/2006/relationships/customXml" Target="../ink/ink189.xml"/><Relationship Id="rId397" Type="http://schemas.openxmlformats.org/officeDocument/2006/relationships/image" Target="../media/image197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image" Target="../media/image138.png"/><Relationship Id="rId401" Type="http://schemas.openxmlformats.org/officeDocument/2006/relationships/image" Target="../media/image199.png"/><Relationship Id="rId422" Type="http://schemas.openxmlformats.org/officeDocument/2006/relationships/customXml" Target="../ink/ink212.xml"/><Relationship Id="rId443" Type="http://schemas.openxmlformats.org/officeDocument/2006/relationships/image" Target="../media/image220.png"/><Relationship Id="rId464" Type="http://schemas.openxmlformats.org/officeDocument/2006/relationships/customXml" Target="../ink/ink233.xml"/><Relationship Id="rId303" Type="http://schemas.openxmlformats.org/officeDocument/2006/relationships/customXml" Target="../ink/ink152.xml"/><Relationship Id="rId485" Type="http://schemas.openxmlformats.org/officeDocument/2006/relationships/image" Target="../media/image241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1.png"/><Relationship Id="rId387" Type="http://schemas.openxmlformats.org/officeDocument/2006/relationships/image" Target="../media/image192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412" Type="http://schemas.openxmlformats.org/officeDocument/2006/relationships/customXml" Target="../ink/ink207.xml"/><Relationship Id="rId107" Type="http://schemas.openxmlformats.org/officeDocument/2006/relationships/image" Target="../media/image53.png"/><Relationship Id="rId289" Type="http://schemas.openxmlformats.org/officeDocument/2006/relationships/customXml" Target="../ink/ink145.xml"/><Relationship Id="rId454" Type="http://schemas.openxmlformats.org/officeDocument/2006/relationships/customXml" Target="../ink/ink228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56.png"/><Relationship Id="rId356" Type="http://schemas.openxmlformats.org/officeDocument/2006/relationships/customXml" Target="../ink/ink179.xml"/><Relationship Id="rId398" Type="http://schemas.openxmlformats.org/officeDocument/2006/relationships/customXml" Target="../ink/ink200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0.png"/><Relationship Id="rId258" Type="http://schemas.openxmlformats.org/officeDocument/2006/relationships/customXml" Target="../ink/ink129.xml"/><Relationship Id="rId465" Type="http://schemas.openxmlformats.org/officeDocument/2006/relationships/image" Target="../media/image231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1.png"/><Relationship Id="rId367" Type="http://schemas.openxmlformats.org/officeDocument/2006/relationships/image" Target="../media/image182.png"/><Relationship Id="rId171" Type="http://schemas.openxmlformats.org/officeDocument/2006/relationships/image" Target="../media/image85.png"/><Relationship Id="rId227" Type="http://schemas.openxmlformats.org/officeDocument/2006/relationships/image" Target="../media/image113.png"/><Relationship Id="rId269" Type="http://schemas.openxmlformats.org/officeDocument/2006/relationships/image" Target="../media/image134.png"/><Relationship Id="rId434" Type="http://schemas.openxmlformats.org/officeDocument/2006/relationships/customXml" Target="../ink/ink218.xml"/><Relationship Id="rId476" Type="http://schemas.openxmlformats.org/officeDocument/2006/relationships/customXml" Target="../ink/ink239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39.png"/><Relationship Id="rId336" Type="http://schemas.openxmlformats.org/officeDocument/2006/relationships/customXml" Target="../ink/ink169.xml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90.xml"/><Relationship Id="rId403" Type="http://schemas.openxmlformats.org/officeDocument/2006/relationships/image" Target="../media/image200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1.png"/><Relationship Id="rId487" Type="http://schemas.openxmlformats.org/officeDocument/2006/relationships/image" Target="../media/image242.png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image" Target="../media/image172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3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image" Target="../media/image124.png"/><Relationship Id="rId414" Type="http://schemas.openxmlformats.org/officeDocument/2006/relationships/customXml" Target="../ink/ink208.xml"/><Relationship Id="rId456" Type="http://schemas.openxmlformats.org/officeDocument/2006/relationships/customXml" Target="../ink/ink229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316" Type="http://schemas.openxmlformats.org/officeDocument/2006/relationships/image" Target="../media/image157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80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1.png"/><Relationship Id="rId467" Type="http://schemas.openxmlformats.org/officeDocument/2006/relationships/image" Target="../media/image232.png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2.png"/><Relationship Id="rId369" Type="http://schemas.openxmlformats.org/officeDocument/2006/relationships/image" Target="../media/image183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1.xml"/><Relationship Id="rId436" Type="http://schemas.openxmlformats.org/officeDocument/2006/relationships/customXml" Target="../ink/ink219.xml"/><Relationship Id="rId240" Type="http://schemas.openxmlformats.org/officeDocument/2006/relationships/customXml" Target="../ink/ink120.xml"/><Relationship Id="rId478" Type="http://schemas.openxmlformats.org/officeDocument/2006/relationships/customXml" Target="../ink/ink240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40.png"/><Relationship Id="rId338" Type="http://schemas.openxmlformats.org/officeDocument/2006/relationships/customXml" Target="../ink/ink170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4.png"/><Relationship Id="rId405" Type="http://schemas.openxmlformats.org/officeDocument/2006/relationships/image" Target="../media/image201.png"/><Relationship Id="rId447" Type="http://schemas.openxmlformats.org/officeDocument/2006/relationships/image" Target="../media/image222.png"/><Relationship Id="rId251" Type="http://schemas.openxmlformats.org/officeDocument/2006/relationships/image" Target="../media/image125.png"/><Relationship Id="rId489" Type="http://schemas.openxmlformats.org/officeDocument/2006/relationships/image" Target="../media/image243.png"/><Relationship Id="rId46" Type="http://schemas.openxmlformats.org/officeDocument/2006/relationships/customXml" Target="../ink/ink23.xml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image" Target="../media/image17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1.xml"/><Relationship Id="rId416" Type="http://schemas.openxmlformats.org/officeDocument/2006/relationships/customXml" Target="../ink/ink209.xml"/><Relationship Id="rId220" Type="http://schemas.openxmlformats.org/officeDocument/2006/relationships/customXml" Target="../ink/ink110.xml"/><Relationship Id="rId458" Type="http://schemas.openxmlformats.org/officeDocument/2006/relationships/customXml" Target="../ink/ink230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image" Target="../media/image158.png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4.png"/><Relationship Id="rId427" Type="http://schemas.openxmlformats.org/officeDocument/2006/relationships/image" Target="../media/image212.png"/><Relationship Id="rId469" Type="http://schemas.openxmlformats.org/officeDocument/2006/relationships/image" Target="../media/image233.png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3.png"/><Relationship Id="rId480" Type="http://schemas.openxmlformats.org/officeDocument/2006/relationships/customXml" Target="../ink/ink241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1.xml"/><Relationship Id="rId200" Type="http://schemas.openxmlformats.org/officeDocument/2006/relationships/customXml" Target="../ink/ink100.xml"/><Relationship Id="rId382" Type="http://schemas.openxmlformats.org/officeDocument/2006/relationships/customXml" Target="../ink/ink192.xml"/><Relationship Id="rId438" Type="http://schemas.openxmlformats.org/officeDocument/2006/relationships/customXml" Target="../ink/ink220.xml"/><Relationship Id="rId242" Type="http://schemas.openxmlformats.org/officeDocument/2006/relationships/customXml" Target="../ink/ink121.xml"/><Relationship Id="rId284" Type="http://schemas.openxmlformats.org/officeDocument/2006/relationships/image" Target="../media/image141.png"/><Relationship Id="rId491" Type="http://schemas.openxmlformats.org/officeDocument/2006/relationships/image" Target="../media/image244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4.png"/><Relationship Id="rId393" Type="http://schemas.openxmlformats.org/officeDocument/2006/relationships/image" Target="../media/image195.png"/><Relationship Id="rId407" Type="http://schemas.openxmlformats.org/officeDocument/2006/relationships/image" Target="../media/image202.png"/><Relationship Id="rId449" Type="http://schemas.openxmlformats.org/officeDocument/2006/relationships/image" Target="../media/image223.png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60" Type="http://schemas.openxmlformats.org/officeDocument/2006/relationships/customXml" Target="../ink/ink231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1.xml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2.xml"/><Relationship Id="rId418" Type="http://schemas.openxmlformats.org/officeDocument/2006/relationships/customXml" Target="../ink/ink210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4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4.png"/><Relationship Id="rId373" Type="http://schemas.openxmlformats.org/officeDocument/2006/relationships/image" Target="../media/image185.png"/><Relationship Id="rId429" Type="http://schemas.openxmlformats.org/officeDocument/2006/relationships/image" Target="../media/image213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6.png"/><Relationship Id="rId440" Type="http://schemas.openxmlformats.org/officeDocument/2006/relationships/customXml" Target="../ink/ink221.xml"/><Relationship Id="rId28" Type="http://schemas.openxmlformats.org/officeDocument/2006/relationships/customXml" Target="../ink/ink14.xml"/><Relationship Id="rId275" Type="http://schemas.openxmlformats.org/officeDocument/2006/relationships/customXml" Target="../ink/ink138.xml"/><Relationship Id="rId300" Type="http://schemas.openxmlformats.org/officeDocument/2006/relationships/image" Target="../media/image149.png"/><Relationship Id="rId482" Type="http://schemas.openxmlformats.org/officeDocument/2006/relationships/customXml" Target="../ink/ink242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2.xml"/><Relationship Id="rId384" Type="http://schemas.openxmlformats.org/officeDocument/2006/relationships/customXml" Target="../ink/ink19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19.png"/><Relationship Id="rId286" Type="http://schemas.openxmlformats.org/officeDocument/2006/relationships/image" Target="../media/image142.png"/><Relationship Id="rId451" Type="http://schemas.openxmlformats.org/officeDocument/2006/relationships/image" Target="../media/image224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customXml" Target="../ink/ink156.xml"/><Relationship Id="rId353" Type="http://schemas.openxmlformats.org/officeDocument/2006/relationships/image" Target="../media/image175.png"/><Relationship Id="rId395" Type="http://schemas.openxmlformats.org/officeDocument/2006/relationships/image" Target="../media/image196.png"/><Relationship Id="rId409" Type="http://schemas.openxmlformats.org/officeDocument/2006/relationships/image" Target="../media/image203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1.xml"/><Relationship Id="rId255" Type="http://schemas.openxmlformats.org/officeDocument/2006/relationships/image" Target="../media/image127.png"/><Relationship Id="rId297" Type="http://schemas.openxmlformats.org/officeDocument/2006/relationships/customXml" Target="../ink/ink149.xml"/><Relationship Id="rId462" Type="http://schemas.openxmlformats.org/officeDocument/2006/relationships/customXml" Target="../ink/ink232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2.xml"/><Relationship Id="rId364" Type="http://schemas.openxmlformats.org/officeDocument/2006/relationships/customXml" Target="../ink/ink183.xml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4.png"/><Relationship Id="rId473" Type="http://schemas.openxmlformats.org/officeDocument/2006/relationships/image" Target="../media/image235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5.png"/><Relationship Id="rId72" Type="http://schemas.openxmlformats.org/officeDocument/2006/relationships/customXml" Target="../ink/ink36.xml"/><Relationship Id="rId375" Type="http://schemas.openxmlformats.org/officeDocument/2006/relationships/image" Target="../media/image186.png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customXml" Target="../ink/ink139.xml"/><Relationship Id="rId400" Type="http://schemas.openxmlformats.org/officeDocument/2006/relationships/customXml" Target="../ink/ink201.xml"/><Relationship Id="rId442" Type="http://schemas.openxmlformats.org/officeDocument/2006/relationships/customXml" Target="../ink/ink222.xml"/><Relationship Id="rId484" Type="http://schemas.openxmlformats.org/officeDocument/2006/relationships/customXml" Target="../ink/ink243.xml"/><Relationship Id="rId137" Type="http://schemas.openxmlformats.org/officeDocument/2006/relationships/image" Target="../media/image68.png"/><Relationship Id="rId302" Type="http://schemas.openxmlformats.org/officeDocument/2006/relationships/image" Target="../media/image150.png"/><Relationship Id="rId344" Type="http://schemas.openxmlformats.org/officeDocument/2006/relationships/customXml" Target="../ink/ink173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0.png"/><Relationship Id="rId671" Type="http://schemas.openxmlformats.org/officeDocument/2006/relationships/image" Target="../media/image571.png"/><Relationship Id="rId21" Type="http://schemas.openxmlformats.org/officeDocument/2006/relationships/image" Target="../media/image254.png"/><Relationship Id="rId324" Type="http://schemas.openxmlformats.org/officeDocument/2006/relationships/image" Target="../media/image400.png"/><Relationship Id="rId531" Type="http://schemas.openxmlformats.org/officeDocument/2006/relationships/image" Target="../media/image502.png"/><Relationship Id="rId629" Type="http://schemas.openxmlformats.org/officeDocument/2006/relationships/image" Target="../media/image550.png"/><Relationship Id="rId170" Type="http://schemas.openxmlformats.org/officeDocument/2006/relationships/customXml" Target="../ink/ink332.xml"/><Relationship Id="rId268" Type="http://schemas.openxmlformats.org/officeDocument/2006/relationships/image" Target="../media/image372.png"/><Relationship Id="rId475" Type="http://schemas.openxmlformats.org/officeDocument/2006/relationships/image" Target="../media/image475.png"/><Relationship Id="rId682" Type="http://schemas.openxmlformats.org/officeDocument/2006/relationships/customXml" Target="../ink/ink591.xml"/><Relationship Id="rId32" Type="http://schemas.openxmlformats.org/officeDocument/2006/relationships/customXml" Target="../ink/ink262.xml"/><Relationship Id="rId128" Type="http://schemas.openxmlformats.org/officeDocument/2006/relationships/customXml" Target="../ink/ink311.xml"/><Relationship Id="rId335" Type="http://schemas.openxmlformats.org/officeDocument/2006/relationships/customXml" Target="../ink/ink415.xml"/><Relationship Id="rId542" Type="http://schemas.openxmlformats.org/officeDocument/2006/relationships/customXml" Target="../ink/ink520.xml"/><Relationship Id="rId181" Type="http://schemas.openxmlformats.org/officeDocument/2006/relationships/customXml" Target="../ink/ink338.xml"/><Relationship Id="rId402" Type="http://schemas.openxmlformats.org/officeDocument/2006/relationships/image" Target="../media/image439.png"/><Relationship Id="rId279" Type="http://schemas.openxmlformats.org/officeDocument/2006/relationships/customXml" Target="../ink/ink387.xml"/><Relationship Id="rId486" Type="http://schemas.openxmlformats.org/officeDocument/2006/relationships/customXml" Target="../ink/ink491.xml"/><Relationship Id="rId693" Type="http://schemas.openxmlformats.org/officeDocument/2006/relationships/image" Target="../media/image582.png"/><Relationship Id="rId707" Type="http://schemas.openxmlformats.org/officeDocument/2006/relationships/image" Target="../media/image589.png"/><Relationship Id="rId43" Type="http://schemas.openxmlformats.org/officeDocument/2006/relationships/image" Target="../media/image265.png"/><Relationship Id="rId139" Type="http://schemas.openxmlformats.org/officeDocument/2006/relationships/image" Target="../media/image311.png"/><Relationship Id="rId346" Type="http://schemas.openxmlformats.org/officeDocument/2006/relationships/image" Target="../media/image411.png"/><Relationship Id="rId553" Type="http://schemas.openxmlformats.org/officeDocument/2006/relationships/customXml" Target="../ink/ink526.xml"/><Relationship Id="rId192" Type="http://schemas.openxmlformats.org/officeDocument/2006/relationships/image" Target="../media/image336.png"/><Relationship Id="rId206" Type="http://schemas.openxmlformats.org/officeDocument/2006/relationships/image" Target="../media/image343.png"/><Relationship Id="rId413" Type="http://schemas.openxmlformats.org/officeDocument/2006/relationships/image" Target="../media/image444.png"/><Relationship Id="rId497" Type="http://schemas.openxmlformats.org/officeDocument/2006/relationships/customXml" Target="../ink/ink497.xml"/><Relationship Id="rId620" Type="http://schemas.openxmlformats.org/officeDocument/2006/relationships/customXml" Target="../ink/ink560.xml"/><Relationship Id="rId718" Type="http://schemas.openxmlformats.org/officeDocument/2006/relationships/customXml" Target="../ink/ink610.xml"/><Relationship Id="rId357" Type="http://schemas.openxmlformats.org/officeDocument/2006/relationships/customXml" Target="../ink/ink426.xml"/><Relationship Id="rId54" Type="http://schemas.openxmlformats.org/officeDocument/2006/relationships/customXml" Target="../ink/ink273.xml"/><Relationship Id="rId217" Type="http://schemas.openxmlformats.org/officeDocument/2006/relationships/customXml" Target="../ink/ink356.xml"/><Relationship Id="rId564" Type="http://schemas.openxmlformats.org/officeDocument/2006/relationships/image" Target="../media/image518.png"/><Relationship Id="rId424" Type="http://schemas.openxmlformats.org/officeDocument/2006/relationships/customXml" Target="../ink/ink460.xml"/><Relationship Id="rId631" Type="http://schemas.openxmlformats.org/officeDocument/2006/relationships/image" Target="../media/image551.png"/><Relationship Id="rId270" Type="http://schemas.openxmlformats.org/officeDocument/2006/relationships/image" Target="../media/image373.png"/><Relationship Id="rId65" Type="http://schemas.openxmlformats.org/officeDocument/2006/relationships/image" Target="../media/image276.png"/><Relationship Id="rId130" Type="http://schemas.openxmlformats.org/officeDocument/2006/relationships/customXml" Target="../ink/ink312.xml"/><Relationship Id="rId368" Type="http://schemas.openxmlformats.org/officeDocument/2006/relationships/image" Target="../media/image422.png"/><Relationship Id="rId575" Type="http://schemas.openxmlformats.org/officeDocument/2006/relationships/customXml" Target="../ink/ink537.xml"/><Relationship Id="rId228" Type="http://schemas.openxmlformats.org/officeDocument/2006/relationships/image" Target="../media/image354.png"/><Relationship Id="rId435" Type="http://schemas.openxmlformats.org/officeDocument/2006/relationships/image" Target="../media/image455.png"/><Relationship Id="rId642" Type="http://schemas.openxmlformats.org/officeDocument/2006/relationships/customXml" Target="../ink/ink571.xml"/><Relationship Id="rId281" Type="http://schemas.openxmlformats.org/officeDocument/2006/relationships/customXml" Target="../ink/ink388.xml"/><Relationship Id="rId502" Type="http://schemas.openxmlformats.org/officeDocument/2006/relationships/image" Target="../media/image488.png"/><Relationship Id="rId76" Type="http://schemas.openxmlformats.org/officeDocument/2006/relationships/customXml" Target="../ink/ink284.xml"/><Relationship Id="rId141" Type="http://schemas.openxmlformats.org/officeDocument/2006/relationships/image" Target="../media/image312.png"/><Relationship Id="rId379" Type="http://schemas.openxmlformats.org/officeDocument/2006/relationships/customXml" Target="../ink/ink437.xml"/><Relationship Id="rId586" Type="http://schemas.openxmlformats.org/officeDocument/2006/relationships/customXml" Target="../ink/ink543.xml"/><Relationship Id="rId7" Type="http://schemas.openxmlformats.org/officeDocument/2006/relationships/image" Target="../media/image247.png"/><Relationship Id="rId239" Type="http://schemas.openxmlformats.org/officeDocument/2006/relationships/customXml" Target="../ink/ink367.xml"/><Relationship Id="rId446" Type="http://schemas.openxmlformats.org/officeDocument/2006/relationships/customXml" Target="../ink/ink471.xml"/><Relationship Id="rId653" Type="http://schemas.openxmlformats.org/officeDocument/2006/relationships/image" Target="../media/image562.png"/><Relationship Id="rId292" Type="http://schemas.openxmlformats.org/officeDocument/2006/relationships/image" Target="../media/image384.png"/><Relationship Id="rId306" Type="http://schemas.openxmlformats.org/officeDocument/2006/relationships/image" Target="../media/image391.png"/><Relationship Id="rId87" Type="http://schemas.openxmlformats.org/officeDocument/2006/relationships/image" Target="../media/image286.png"/><Relationship Id="rId513" Type="http://schemas.openxmlformats.org/officeDocument/2006/relationships/customXml" Target="../ink/ink505.xml"/><Relationship Id="rId597" Type="http://schemas.openxmlformats.org/officeDocument/2006/relationships/image" Target="../media/image534.png"/><Relationship Id="rId720" Type="http://schemas.openxmlformats.org/officeDocument/2006/relationships/image" Target="../media/image594.png"/><Relationship Id="rId152" Type="http://schemas.openxmlformats.org/officeDocument/2006/relationships/customXml" Target="../ink/ink323.xml"/><Relationship Id="rId457" Type="http://schemas.openxmlformats.org/officeDocument/2006/relationships/image" Target="../media/image466.png"/><Relationship Id="rId664" Type="http://schemas.openxmlformats.org/officeDocument/2006/relationships/customXml" Target="../ink/ink582.xml"/><Relationship Id="rId14" Type="http://schemas.openxmlformats.org/officeDocument/2006/relationships/customXml" Target="../ink/ink253.xml"/><Relationship Id="rId317" Type="http://schemas.openxmlformats.org/officeDocument/2006/relationships/customXml" Target="../ink/ink406.xml"/><Relationship Id="rId524" Type="http://schemas.openxmlformats.org/officeDocument/2006/relationships/customXml" Target="../ink/ink511.xml"/><Relationship Id="rId98" Type="http://schemas.openxmlformats.org/officeDocument/2006/relationships/image" Target="../media/image291.png"/><Relationship Id="rId163" Type="http://schemas.openxmlformats.org/officeDocument/2006/relationships/image" Target="../media/image155.png"/><Relationship Id="rId370" Type="http://schemas.openxmlformats.org/officeDocument/2006/relationships/image" Target="../media/image423.png"/><Relationship Id="rId230" Type="http://schemas.openxmlformats.org/officeDocument/2006/relationships/image" Target="../media/image355.png"/><Relationship Id="rId468" Type="http://schemas.openxmlformats.org/officeDocument/2006/relationships/customXml" Target="../ink/ink482.xml"/><Relationship Id="rId675" Type="http://schemas.openxmlformats.org/officeDocument/2006/relationships/image" Target="../media/image573.png"/><Relationship Id="rId25" Type="http://schemas.openxmlformats.org/officeDocument/2006/relationships/image" Target="../media/image256.png"/><Relationship Id="rId328" Type="http://schemas.openxmlformats.org/officeDocument/2006/relationships/image" Target="../media/image402.png"/><Relationship Id="rId535" Type="http://schemas.openxmlformats.org/officeDocument/2006/relationships/image" Target="../media/image504.png"/><Relationship Id="rId174" Type="http://schemas.openxmlformats.org/officeDocument/2006/relationships/image" Target="../media/image327.png"/><Relationship Id="rId381" Type="http://schemas.openxmlformats.org/officeDocument/2006/relationships/customXml" Target="../ink/ink438.xml"/><Relationship Id="rId602" Type="http://schemas.openxmlformats.org/officeDocument/2006/relationships/customXml" Target="../ink/ink551.xml"/><Relationship Id="rId241" Type="http://schemas.openxmlformats.org/officeDocument/2006/relationships/customXml" Target="../ink/ink368.xml"/><Relationship Id="rId479" Type="http://schemas.openxmlformats.org/officeDocument/2006/relationships/image" Target="../media/image477.png"/><Relationship Id="rId686" Type="http://schemas.openxmlformats.org/officeDocument/2006/relationships/customXml" Target="../ink/ink593.xml"/><Relationship Id="rId36" Type="http://schemas.openxmlformats.org/officeDocument/2006/relationships/customXml" Target="../ink/ink264.xml"/><Relationship Id="rId339" Type="http://schemas.openxmlformats.org/officeDocument/2006/relationships/customXml" Target="../ink/ink417.xml"/><Relationship Id="rId546" Type="http://schemas.openxmlformats.org/officeDocument/2006/relationships/customXml" Target="../ink/ink522.xml"/><Relationship Id="rId101" Type="http://schemas.openxmlformats.org/officeDocument/2006/relationships/customXml" Target="../ink/ink297.xml"/><Relationship Id="rId185" Type="http://schemas.openxmlformats.org/officeDocument/2006/relationships/customXml" Target="../ink/ink340.xml"/><Relationship Id="rId406" Type="http://schemas.openxmlformats.org/officeDocument/2006/relationships/image" Target="../media/image441.png"/><Relationship Id="rId392" Type="http://schemas.openxmlformats.org/officeDocument/2006/relationships/image" Target="../media/image434.png"/><Relationship Id="rId613" Type="http://schemas.openxmlformats.org/officeDocument/2006/relationships/image" Target="../media/image542.png"/><Relationship Id="rId697" Type="http://schemas.openxmlformats.org/officeDocument/2006/relationships/image" Target="../media/image584.png"/><Relationship Id="rId252" Type="http://schemas.openxmlformats.org/officeDocument/2006/relationships/image" Target="../media/image365.png"/><Relationship Id="rId47" Type="http://schemas.openxmlformats.org/officeDocument/2006/relationships/image" Target="../media/image267.png"/><Relationship Id="rId112" Type="http://schemas.openxmlformats.org/officeDocument/2006/relationships/image" Target="../media/image298.png"/><Relationship Id="rId557" Type="http://schemas.openxmlformats.org/officeDocument/2006/relationships/customXml" Target="../ink/ink528.xml"/><Relationship Id="rId196" Type="http://schemas.openxmlformats.org/officeDocument/2006/relationships/image" Target="../media/image338.png"/><Relationship Id="rId417" Type="http://schemas.openxmlformats.org/officeDocument/2006/relationships/image" Target="../media/image446.png"/><Relationship Id="rId624" Type="http://schemas.openxmlformats.org/officeDocument/2006/relationships/customXml" Target="../ink/ink562.xml"/><Relationship Id="rId263" Type="http://schemas.openxmlformats.org/officeDocument/2006/relationships/customXml" Target="../ink/ink379.xml"/><Relationship Id="rId470" Type="http://schemas.openxmlformats.org/officeDocument/2006/relationships/customXml" Target="../ink/ink483.xml"/><Relationship Id="rId58" Type="http://schemas.openxmlformats.org/officeDocument/2006/relationships/customXml" Target="../ink/ink275.xml"/><Relationship Id="rId123" Type="http://schemas.openxmlformats.org/officeDocument/2006/relationships/image" Target="../media/image303.png"/><Relationship Id="rId330" Type="http://schemas.openxmlformats.org/officeDocument/2006/relationships/image" Target="../media/image403.png"/><Relationship Id="rId568" Type="http://schemas.openxmlformats.org/officeDocument/2006/relationships/image" Target="../media/image520.png"/><Relationship Id="rId428" Type="http://schemas.openxmlformats.org/officeDocument/2006/relationships/customXml" Target="../ink/ink462.xml"/><Relationship Id="rId635" Type="http://schemas.openxmlformats.org/officeDocument/2006/relationships/image" Target="../media/image553.png"/><Relationship Id="rId274" Type="http://schemas.openxmlformats.org/officeDocument/2006/relationships/image" Target="../media/image375.png"/><Relationship Id="rId481" Type="http://schemas.openxmlformats.org/officeDocument/2006/relationships/image" Target="../media/image478.png"/><Relationship Id="rId702" Type="http://schemas.openxmlformats.org/officeDocument/2006/relationships/customXml" Target="../ink/ink601.xml"/><Relationship Id="rId69" Type="http://schemas.openxmlformats.org/officeDocument/2006/relationships/image" Target="../media/image278.png"/><Relationship Id="rId134" Type="http://schemas.openxmlformats.org/officeDocument/2006/relationships/customXml" Target="../ink/ink314.xml"/><Relationship Id="rId579" Type="http://schemas.openxmlformats.org/officeDocument/2006/relationships/customXml" Target="../ink/ink539.xml"/><Relationship Id="rId341" Type="http://schemas.openxmlformats.org/officeDocument/2006/relationships/customXml" Target="../ink/ink418.xml"/><Relationship Id="rId439" Type="http://schemas.openxmlformats.org/officeDocument/2006/relationships/image" Target="../media/image457.png"/><Relationship Id="rId646" Type="http://schemas.openxmlformats.org/officeDocument/2006/relationships/customXml" Target="../ink/ink573.xml"/><Relationship Id="rId201" Type="http://schemas.openxmlformats.org/officeDocument/2006/relationships/customXml" Target="../ink/ink348.xml"/><Relationship Id="rId285" Type="http://schemas.openxmlformats.org/officeDocument/2006/relationships/customXml" Target="../ink/ink390.xml"/><Relationship Id="rId506" Type="http://schemas.openxmlformats.org/officeDocument/2006/relationships/image" Target="../media/image490.png"/><Relationship Id="rId492" Type="http://schemas.openxmlformats.org/officeDocument/2006/relationships/customXml" Target="../ink/ink494.xml"/><Relationship Id="rId713" Type="http://schemas.openxmlformats.org/officeDocument/2006/relationships/image" Target="../media/image592.png"/><Relationship Id="rId145" Type="http://schemas.openxmlformats.org/officeDocument/2006/relationships/image" Target="../media/image314.png"/><Relationship Id="rId352" Type="http://schemas.openxmlformats.org/officeDocument/2006/relationships/image" Target="../media/image414.png"/><Relationship Id="rId212" Type="http://schemas.openxmlformats.org/officeDocument/2006/relationships/image" Target="../media/image346.png"/><Relationship Id="rId657" Type="http://schemas.openxmlformats.org/officeDocument/2006/relationships/image" Target="../media/image564.png"/><Relationship Id="rId296" Type="http://schemas.openxmlformats.org/officeDocument/2006/relationships/image" Target="../media/image386.png"/><Relationship Id="rId517" Type="http://schemas.openxmlformats.org/officeDocument/2006/relationships/image" Target="../media/image495.png"/><Relationship Id="rId60" Type="http://schemas.openxmlformats.org/officeDocument/2006/relationships/customXml" Target="../ink/ink276.xml"/><Relationship Id="rId156" Type="http://schemas.openxmlformats.org/officeDocument/2006/relationships/customXml" Target="../ink/ink325.xml"/><Relationship Id="rId363" Type="http://schemas.openxmlformats.org/officeDocument/2006/relationships/customXml" Target="../ink/ink429.xml"/><Relationship Id="rId570" Type="http://schemas.openxmlformats.org/officeDocument/2006/relationships/image" Target="../media/image521.png"/><Relationship Id="rId223" Type="http://schemas.openxmlformats.org/officeDocument/2006/relationships/customXml" Target="../ink/ink359.xml"/><Relationship Id="rId430" Type="http://schemas.openxmlformats.org/officeDocument/2006/relationships/customXml" Target="../ink/ink463.xml"/><Relationship Id="rId668" Type="http://schemas.openxmlformats.org/officeDocument/2006/relationships/customXml" Target="../ink/ink584.xml"/><Relationship Id="rId18" Type="http://schemas.openxmlformats.org/officeDocument/2006/relationships/customXml" Target="../ink/ink255.xml"/><Relationship Id="rId528" Type="http://schemas.openxmlformats.org/officeDocument/2006/relationships/customXml" Target="../ink/ink513.xml"/><Relationship Id="rId167" Type="http://schemas.openxmlformats.org/officeDocument/2006/relationships/image" Target="../media/image324.png"/><Relationship Id="rId374" Type="http://schemas.openxmlformats.org/officeDocument/2006/relationships/image" Target="../media/image425.png"/><Relationship Id="rId581" Type="http://schemas.openxmlformats.org/officeDocument/2006/relationships/customXml" Target="../ink/ink540.xml"/><Relationship Id="rId71" Type="http://schemas.openxmlformats.org/officeDocument/2006/relationships/image" Target="../media/image279.png"/><Relationship Id="rId234" Type="http://schemas.openxmlformats.org/officeDocument/2006/relationships/image" Target="../media/image357.png"/><Relationship Id="rId679" Type="http://schemas.openxmlformats.org/officeDocument/2006/relationships/image" Target="../media/image575.png"/><Relationship Id="rId2" Type="http://schemas.openxmlformats.org/officeDocument/2006/relationships/customXml" Target="../ink/ink247.xml"/><Relationship Id="rId29" Type="http://schemas.openxmlformats.org/officeDocument/2006/relationships/image" Target="../media/image258.png"/><Relationship Id="rId441" Type="http://schemas.openxmlformats.org/officeDocument/2006/relationships/image" Target="../media/image458.png"/><Relationship Id="rId539" Type="http://schemas.openxmlformats.org/officeDocument/2006/relationships/image" Target="../media/image506.png"/><Relationship Id="rId178" Type="http://schemas.openxmlformats.org/officeDocument/2006/relationships/image" Target="../media/image329.png"/><Relationship Id="rId301" Type="http://schemas.openxmlformats.org/officeDocument/2006/relationships/customXml" Target="../ink/ink398.xml"/><Relationship Id="rId82" Type="http://schemas.openxmlformats.org/officeDocument/2006/relationships/customXml" Target="../ink/ink287.xml"/><Relationship Id="rId203" Type="http://schemas.openxmlformats.org/officeDocument/2006/relationships/customXml" Target="../ink/ink349.xml"/><Relationship Id="rId385" Type="http://schemas.openxmlformats.org/officeDocument/2006/relationships/customXml" Target="../ink/ink440.xml"/><Relationship Id="rId592" Type="http://schemas.openxmlformats.org/officeDocument/2006/relationships/customXml" Target="../ink/ink546.xml"/><Relationship Id="rId606" Type="http://schemas.openxmlformats.org/officeDocument/2006/relationships/customXml" Target="../ink/ink553.xml"/><Relationship Id="rId648" Type="http://schemas.openxmlformats.org/officeDocument/2006/relationships/customXml" Target="../ink/ink574.xml"/><Relationship Id="rId245" Type="http://schemas.openxmlformats.org/officeDocument/2006/relationships/customXml" Target="../ink/ink370.xml"/><Relationship Id="rId287" Type="http://schemas.openxmlformats.org/officeDocument/2006/relationships/customXml" Target="../ink/ink391.xml"/><Relationship Id="rId410" Type="http://schemas.openxmlformats.org/officeDocument/2006/relationships/customXml" Target="../ink/ink453.xml"/><Relationship Id="rId452" Type="http://schemas.openxmlformats.org/officeDocument/2006/relationships/customXml" Target="../ink/ink474.xml"/><Relationship Id="rId494" Type="http://schemas.openxmlformats.org/officeDocument/2006/relationships/customXml" Target="../ink/ink495.xml"/><Relationship Id="rId508" Type="http://schemas.openxmlformats.org/officeDocument/2006/relationships/image" Target="../media/image491.png"/><Relationship Id="rId715" Type="http://schemas.openxmlformats.org/officeDocument/2006/relationships/customXml" Target="../ink/ink608.xml"/><Relationship Id="rId105" Type="http://schemas.openxmlformats.org/officeDocument/2006/relationships/customXml" Target="../ink/ink299.xml"/><Relationship Id="rId147" Type="http://schemas.openxmlformats.org/officeDocument/2006/relationships/image" Target="../media/image315.png"/><Relationship Id="rId312" Type="http://schemas.openxmlformats.org/officeDocument/2006/relationships/image" Target="../media/image394.png"/><Relationship Id="rId354" Type="http://schemas.openxmlformats.org/officeDocument/2006/relationships/image" Target="../media/image415.png"/><Relationship Id="rId51" Type="http://schemas.openxmlformats.org/officeDocument/2006/relationships/image" Target="../media/image269.png"/><Relationship Id="rId93" Type="http://schemas.openxmlformats.org/officeDocument/2006/relationships/image" Target="../media/image289.png"/><Relationship Id="rId189" Type="http://schemas.openxmlformats.org/officeDocument/2006/relationships/customXml" Target="../ink/ink342.xml"/><Relationship Id="rId396" Type="http://schemas.openxmlformats.org/officeDocument/2006/relationships/image" Target="../media/image436.png"/><Relationship Id="rId561" Type="http://schemas.openxmlformats.org/officeDocument/2006/relationships/customXml" Target="../ink/ink530.xml"/><Relationship Id="rId617" Type="http://schemas.openxmlformats.org/officeDocument/2006/relationships/image" Target="../media/image544.png"/><Relationship Id="rId659" Type="http://schemas.openxmlformats.org/officeDocument/2006/relationships/image" Target="../media/image565.png"/><Relationship Id="rId214" Type="http://schemas.openxmlformats.org/officeDocument/2006/relationships/image" Target="../media/image347.png"/><Relationship Id="rId256" Type="http://schemas.openxmlformats.org/officeDocument/2006/relationships/image" Target="../media/image367.png"/><Relationship Id="rId298" Type="http://schemas.openxmlformats.org/officeDocument/2006/relationships/image" Target="../media/image387.png"/><Relationship Id="rId421" Type="http://schemas.openxmlformats.org/officeDocument/2006/relationships/image" Target="../media/image448.png"/><Relationship Id="rId463" Type="http://schemas.openxmlformats.org/officeDocument/2006/relationships/image" Target="../media/image469.png"/><Relationship Id="rId519" Type="http://schemas.openxmlformats.org/officeDocument/2006/relationships/image" Target="../media/image496.png"/><Relationship Id="rId670" Type="http://schemas.openxmlformats.org/officeDocument/2006/relationships/customXml" Target="../ink/ink585.xml"/><Relationship Id="rId116" Type="http://schemas.openxmlformats.org/officeDocument/2006/relationships/customXml" Target="../ink/ink305.xml"/><Relationship Id="rId158" Type="http://schemas.openxmlformats.org/officeDocument/2006/relationships/customXml" Target="../ink/ink326.xml"/><Relationship Id="rId323" Type="http://schemas.openxmlformats.org/officeDocument/2006/relationships/customXml" Target="../ink/ink409.xml"/><Relationship Id="rId530" Type="http://schemas.openxmlformats.org/officeDocument/2006/relationships/customXml" Target="../ink/ink514.xml"/><Relationship Id="rId20" Type="http://schemas.openxmlformats.org/officeDocument/2006/relationships/customXml" Target="../ink/ink256.xml"/><Relationship Id="rId62" Type="http://schemas.openxmlformats.org/officeDocument/2006/relationships/customXml" Target="../ink/ink277.xml"/><Relationship Id="rId365" Type="http://schemas.openxmlformats.org/officeDocument/2006/relationships/customXml" Target="../ink/ink430.xml"/><Relationship Id="rId572" Type="http://schemas.openxmlformats.org/officeDocument/2006/relationships/image" Target="../media/image522.png"/><Relationship Id="rId628" Type="http://schemas.openxmlformats.org/officeDocument/2006/relationships/customXml" Target="../ink/ink564.xml"/><Relationship Id="rId225" Type="http://schemas.openxmlformats.org/officeDocument/2006/relationships/customXml" Target="../ink/ink360.xml"/><Relationship Id="rId267" Type="http://schemas.openxmlformats.org/officeDocument/2006/relationships/customXml" Target="../ink/ink381.xml"/><Relationship Id="rId432" Type="http://schemas.openxmlformats.org/officeDocument/2006/relationships/customXml" Target="../ink/ink464.xml"/><Relationship Id="rId474" Type="http://schemas.openxmlformats.org/officeDocument/2006/relationships/customXml" Target="../ink/ink485.xml"/><Relationship Id="rId127" Type="http://schemas.openxmlformats.org/officeDocument/2006/relationships/image" Target="../media/image305.png"/><Relationship Id="rId681" Type="http://schemas.openxmlformats.org/officeDocument/2006/relationships/image" Target="../media/image576.png"/><Relationship Id="rId31" Type="http://schemas.openxmlformats.org/officeDocument/2006/relationships/image" Target="../media/image259.png"/><Relationship Id="rId73" Type="http://schemas.openxmlformats.org/officeDocument/2006/relationships/image" Target="../media/image280.png"/><Relationship Id="rId169" Type="http://schemas.openxmlformats.org/officeDocument/2006/relationships/image" Target="../media/image325.png"/><Relationship Id="rId334" Type="http://schemas.openxmlformats.org/officeDocument/2006/relationships/image" Target="../media/image405.png"/><Relationship Id="rId376" Type="http://schemas.openxmlformats.org/officeDocument/2006/relationships/image" Target="../media/image426.png"/><Relationship Id="rId541" Type="http://schemas.openxmlformats.org/officeDocument/2006/relationships/image" Target="../media/image507.png"/><Relationship Id="rId583" Type="http://schemas.openxmlformats.org/officeDocument/2006/relationships/customXml" Target="../ink/ink541.xml"/><Relationship Id="rId639" Type="http://schemas.openxmlformats.org/officeDocument/2006/relationships/image" Target="../media/image555.png"/><Relationship Id="rId4" Type="http://schemas.openxmlformats.org/officeDocument/2006/relationships/customXml" Target="../ink/ink248.xml"/><Relationship Id="rId180" Type="http://schemas.openxmlformats.org/officeDocument/2006/relationships/image" Target="../media/image330.png"/><Relationship Id="rId236" Type="http://schemas.openxmlformats.org/officeDocument/2006/relationships/image" Target="../media/image358.png"/><Relationship Id="rId278" Type="http://schemas.openxmlformats.org/officeDocument/2006/relationships/image" Target="../media/image377.png"/><Relationship Id="rId401" Type="http://schemas.openxmlformats.org/officeDocument/2006/relationships/customXml" Target="../ink/ink448.xml"/><Relationship Id="rId443" Type="http://schemas.openxmlformats.org/officeDocument/2006/relationships/image" Target="../media/image459.png"/><Relationship Id="rId650" Type="http://schemas.openxmlformats.org/officeDocument/2006/relationships/customXml" Target="../ink/ink575.xml"/><Relationship Id="rId303" Type="http://schemas.openxmlformats.org/officeDocument/2006/relationships/customXml" Target="../ink/ink399.xml"/><Relationship Id="rId485" Type="http://schemas.openxmlformats.org/officeDocument/2006/relationships/image" Target="../media/image480.png"/><Relationship Id="rId692" Type="http://schemas.openxmlformats.org/officeDocument/2006/relationships/customXml" Target="../ink/ink596.xml"/><Relationship Id="rId706" Type="http://schemas.openxmlformats.org/officeDocument/2006/relationships/customXml" Target="../ink/ink603.xml"/><Relationship Id="rId42" Type="http://schemas.openxmlformats.org/officeDocument/2006/relationships/customXml" Target="../ink/ink267.xml"/><Relationship Id="rId84" Type="http://schemas.openxmlformats.org/officeDocument/2006/relationships/customXml" Target="../ink/ink288.xml"/><Relationship Id="rId138" Type="http://schemas.openxmlformats.org/officeDocument/2006/relationships/customXml" Target="../ink/ink316.xml"/><Relationship Id="rId345" Type="http://schemas.openxmlformats.org/officeDocument/2006/relationships/customXml" Target="../ink/ink420.xml"/><Relationship Id="rId387" Type="http://schemas.openxmlformats.org/officeDocument/2006/relationships/customXml" Target="../ink/ink441.xml"/><Relationship Id="rId510" Type="http://schemas.openxmlformats.org/officeDocument/2006/relationships/image" Target="../media/image492.png"/><Relationship Id="rId552" Type="http://schemas.openxmlformats.org/officeDocument/2006/relationships/customXml" Target="../ink/ink525.xml"/><Relationship Id="rId594" Type="http://schemas.openxmlformats.org/officeDocument/2006/relationships/customXml" Target="../ink/ink547.xml"/><Relationship Id="rId608" Type="http://schemas.openxmlformats.org/officeDocument/2006/relationships/customXml" Target="../ink/ink554.xml"/><Relationship Id="rId191" Type="http://schemas.openxmlformats.org/officeDocument/2006/relationships/customXml" Target="../ink/ink343.xml"/><Relationship Id="rId205" Type="http://schemas.openxmlformats.org/officeDocument/2006/relationships/customXml" Target="../ink/ink350.xml"/><Relationship Id="rId247" Type="http://schemas.openxmlformats.org/officeDocument/2006/relationships/customXml" Target="../ink/ink371.xml"/><Relationship Id="rId412" Type="http://schemas.openxmlformats.org/officeDocument/2006/relationships/customXml" Target="../ink/ink454.xml"/><Relationship Id="rId107" Type="http://schemas.openxmlformats.org/officeDocument/2006/relationships/customXml" Target="../ink/ink300.xml"/><Relationship Id="rId289" Type="http://schemas.openxmlformats.org/officeDocument/2006/relationships/customXml" Target="../ink/ink392.xml"/><Relationship Id="rId454" Type="http://schemas.openxmlformats.org/officeDocument/2006/relationships/customXml" Target="../ink/ink475.xml"/><Relationship Id="rId496" Type="http://schemas.openxmlformats.org/officeDocument/2006/relationships/customXml" Target="../ink/ink496.xml"/><Relationship Id="rId661" Type="http://schemas.openxmlformats.org/officeDocument/2006/relationships/image" Target="../media/image566.png"/><Relationship Id="rId717" Type="http://schemas.openxmlformats.org/officeDocument/2006/relationships/customXml" Target="../ink/ink609.xml"/><Relationship Id="rId11" Type="http://schemas.openxmlformats.org/officeDocument/2006/relationships/image" Target="../media/image249.png"/><Relationship Id="rId53" Type="http://schemas.openxmlformats.org/officeDocument/2006/relationships/image" Target="../media/image270.png"/><Relationship Id="rId149" Type="http://schemas.openxmlformats.org/officeDocument/2006/relationships/image" Target="../media/image316.png"/><Relationship Id="rId314" Type="http://schemas.openxmlformats.org/officeDocument/2006/relationships/image" Target="../media/image395.png"/><Relationship Id="rId356" Type="http://schemas.openxmlformats.org/officeDocument/2006/relationships/image" Target="../media/image416.png"/><Relationship Id="rId398" Type="http://schemas.openxmlformats.org/officeDocument/2006/relationships/image" Target="../media/image437.png"/><Relationship Id="rId521" Type="http://schemas.openxmlformats.org/officeDocument/2006/relationships/image" Target="../media/image497.png"/><Relationship Id="rId563" Type="http://schemas.openxmlformats.org/officeDocument/2006/relationships/customXml" Target="../ink/ink531.xml"/><Relationship Id="rId619" Type="http://schemas.openxmlformats.org/officeDocument/2006/relationships/image" Target="../media/image545.png"/><Relationship Id="rId95" Type="http://schemas.openxmlformats.org/officeDocument/2006/relationships/image" Target="../media/image290.png"/><Relationship Id="rId160" Type="http://schemas.openxmlformats.org/officeDocument/2006/relationships/customXml" Target="../ink/ink327.xml"/><Relationship Id="rId216" Type="http://schemas.openxmlformats.org/officeDocument/2006/relationships/image" Target="../media/image348.png"/><Relationship Id="rId423" Type="http://schemas.openxmlformats.org/officeDocument/2006/relationships/image" Target="../media/image449.png"/><Relationship Id="rId258" Type="http://schemas.openxmlformats.org/officeDocument/2006/relationships/image" Target="../media/image368.png"/><Relationship Id="rId465" Type="http://schemas.openxmlformats.org/officeDocument/2006/relationships/image" Target="../media/image470.png"/><Relationship Id="rId630" Type="http://schemas.openxmlformats.org/officeDocument/2006/relationships/customXml" Target="../ink/ink565.xml"/><Relationship Id="rId672" Type="http://schemas.openxmlformats.org/officeDocument/2006/relationships/customXml" Target="../ink/ink586.xml"/><Relationship Id="rId22" Type="http://schemas.openxmlformats.org/officeDocument/2006/relationships/customXml" Target="../ink/ink257.xml"/><Relationship Id="rId64" Type="http://schemas.openxmlformats.org/officeDocument/2006/relationships/customXml" Target="../ink/ink278.xml"/><Relationship Id="rId118" Type="http://schemas.openxmlformats.org/officeDocument/2006/relationships/customXml" Target="../ink/ink306.xml"/><Relationship Id="rId325" Type="http://schemas.openxmlformats.org/officeDocument/2006/relationships/customXml" Target="../ink/ink410.xml"/><Relationship Id="rId367" Type="http://schemas.openxmlformats.org/officeDocument/2006/relationships/customXml" Target="../ink/ink431.xml"/><Relationship Id="rId532" Type="http://schemas.openxmlformats.org/officeDocument/2006/relationships/customXml" Target="../ink/ink515.xml"/><Relationship Id="rId574" Type="http://schemas.openxmlformats.org/officeDocument/2006/relationships/image" Target="../media/image523.png"/><Relationship Id="rId171" Type="http://schemas.openxmlformats.org/officeDocument/2006/relationships/customXml" Target="../ink/ink333.xml"/><Relationship Id="rId227" Type="http://schemas.openxmlformats.org/officeDocument/2006/relationships/customXml" Target="../ink/ink361.xml"/><Relationship Id="rId269" Type="http://schemas.openxmlformats.org/officeDocument/2006/relationships/customXml" Target="../ink/ink382.xml"/><Relationship Id="rId434" Type="http://schemas.openxmlformats.org/officeDocument/2006/relationships/customXml" Target="../ink/ink465.xml"/><Relationship Id="rId476" Type="http://schemas.openxmlformats.org/officeDocument/2006/relationships/customXml" Target="../ink/ink486.xml"/><Relationship Id="rId641" Type="http://schemas.openxmlformats.org/officeDocument/2006/relationships/image" Target="../media/image556.png"/><Relationship Id="rId683" Type="http://schemas.openxmlformats.org/officeDocument/2006/relationships/image" Target="../media/image577.png"/><Relationship Id="rId33" Type="http://schemas.openxmlformats.org/officeDocument/2006/relationships/image" Target="../media/image260.png"/><Relationship Id="rId129" Type="http://schemas.openxmlformats.org/officeDocument/2006/relationships/image" Target="../media/image306.png"/><Relationship Id="rId280" Type="http://schemas.openxmlformats.org/officeDocument/2006/relationships/image" Target="../media/image378.png"/><Relationship Id="rId336" Type="http://schemas.openxmlformats.org/officeDocument/2006/relationships/image" Target="../media/image406.png"/><Relationship Id="rId501" Type="http://schemas.openxmlformats.org/officeDocument/2006/relationships/customXml" Target="../ink/ink499.xml"/><Relationship Id="rId543" Type="http://schemas.openxmlformats.org/officeDocument/2006/relationships/image" Target="../media/image508.png"/><Relationship Id="rId75" Type="http://schemas.openxmlformats.org/officeDocument/2006/relationships/image" Target="../media/image281.png"/><Relationship Id="rId140" Type="http://schemas.openxmlformats.org/officeDocument/2006/relationships/customXml" Target="../ink/ink317.xml"/><Relationship Id="rId182" Type="http://schemas.openxmlformats.org/officeDocument/2006/relationships/image" Target="../media/image331.png"/><Relationship Id="rId378" Type="http://schemas.openxmlformats.org/officeDocument/2006/relationships/image" Target="../media/image427.png"/><Relationship Id="rId403" Type="http://schemas.openxmlformats.org/officeDocument/2006/relationships/customXml" Target="../ink/ink449.xml"/><Relationship Id="rId585" Type="http://schemas.openxmlformats.org/officeDocument/2006/relationships/customXml" Target="../ink/ink542.xml"/><Relationship Id="rId6" Type="http://schemas.openxmlformats.org/officeDocument/2006/relationships/customXml" Target="../ink/ink249.xml"/><Relationship Id="rId238" Type="http://schemas.openxmlformats.org/officeDocument/2006/relationships/image" Target="../media/image359.png"/><Relationship Id="rId445" Type="http://schemas.openxmlformats.org/officeDocument/2006/relationships/image" Target="../media/image460.png"/><Relationship Id="rId487" Type="http://schemas.openxmlformats.org/officeDocument/2006/relationships/image" Target="../media/image481.png"/><Relationship Id="rId610" Type="http://schemas.openxmlformats.org/officeDocument/2006/relationships/customXml" Target="../ink/ink555.xml"/><Relationship Id="rId652" Type="http://schemas.openxmlformats.org/officeDocument/2006/relationships/customXml" Target="../ink/ink576.xml"/><Relationship Id="rId694" Type="http://schemas.openxmlformats.org/officeDocument/2006/relationships/customXml" Target="../ink/ink597.xml"/><Relationship Id="rId708" Type="http://schemas.openxmlformats.org/officeDocument/2006/relationships/customXml" Target="../ink/ink604.xml"/><Relationship Id="rId291" Type="http://schemas.openxmlformats.org/officeDocument/2006/relationships/customXml" Target="../ink/ink393.xml"/><Relationship Id="rId305" Type="http://schemas.openxmlformats.org/officeDocument/2006/relationships/customXml" Target="../ink/ink400.xml"/><Relationship Id="rId347" Type="http://schemas.openxmlformats.org/officeDocument/2006/relationships/customXml" Target="../ink/ink421.xml"/><Relationship Id="rId512" Type="http://schemas.openxmlformats.org/officeDocument/2006/relationships/image" Target="../media/image493.png"/><Relationship Id="rId44" Type="http://schemas.openxmlformats.org/officeDocument/2006/relationships/customXml" Target="../ink/ink268.xml"/><Relationship Id="rId86" Type="http://schemas.openxmlformats.org/officeDocument/2006/relationships/customXml" Target="../ink/ink289.xml"/><Relationship Id="rId151" Type="http://schemas.openxmlformats.org/officeDocument/2006/relationships/image" Target="../media/image317.png"/><Relationship Id="rId389" Type="http://schemas.openxmlformats.org/officeDocument/2006/relationships/customXml" Target="../ink/ink442.xml"/><Relationship Id="rId554" Type="http://schemas.openxmlformats.org/officeDocument/2006/relationships/image" Target="../media/image513.png"/><Relationship Id="rId596" Type="http://schemas.openxmlformats.org/officeDocument/2006/relationships/customXml" Target="../ink/ink548.xml"/><Relationship Id="rId193" Type="http://schemas.openxmlformats.org/officeDocument/2006/relationships/customXml" Target="../ink/ink344.xml"/><Relationship Id="rId207" Type="http://schemas.openxmlformats.org/officeDocument/2006/relationships/customXml" Target="../ink/ink351.xml"/><Relationship Id="rId249" Type="http://schemas.openxmlformats.org/officeDocument/2006/relationships/customXml" Target="../ink/ink372.xml"/><Relationship Id="rId414" Type="http://schemas.openxmlformats.org/officeDocument/2006/relationships/customXml" Target="../ink/ink455.xml"/><Relationship Id="rId456" Type="http://schemas.openxmlformats.org/officeDocument/2006/relationships/customXml" Target="../ink/ink476.xml"/><Relationship Id="rId498" Type="http://schemas.openxmlformats.org/officeDocument/2006/relationships/image" Target="../media/image486.png"/><Relationship Id="rId621" Type="http://schemas.openxmlformats.org/officeDocument/2006/relationships/image" Target="../media/image546.png"/><Relationship Id="rId663" Type="http://schemas.openxmlformats.org/officeDocument/2006/relationships/image" Target="../media/image567.png"/><Relationship Id="rId13" Type="http://schemas.openxmlformats.org/officeDocument/2006/relationships/image" Target="../media/image250.png"/><Relationship Id="rId109" Type="http://schemas.openxmlformats.org/officeDocument/2006/relationships/customXml" Target="../ink/ink301.xml"/><Relationship Id="rId260" Type="http://schemas.openxmlformats.org/officeDocument/2006/relationships/image" Target="../media/image369.png"/><Relationship Id="rId316" Type="http://schemas.openxmlformats.org/officeDocument/2006/relationships/image" Target="../media/image396.png"/><Relationship Id="rId523" Type="http://schemas.openxmlformats.org/officeDocument/2006/relationships/image" Target="../media/image498.png"/><Relationship Id="rId719" Type="http://schemas.openxmlformats.org/officeDocument/2006/relationships/customXml" Target="../ink/ink611.xml"/><Relationship Id="rId55" Type="http://schemas.openxmlformats.org/officeDocument/2006/relationships/image" Target="../media/image271.png"/><Relationship Id="rId97" Type="http://schemas.openxmlformats.org/officeDocument/2006/relationships/customXml" Target="../ink/ink295.xml"/><Relationship Id="rId120" Type="http://schemas.openxmlformats.org/officeDocument/2006/relationships/customXml" Target="../ink/ink307.xml"/><Relationship Id="rId358" Type="http://schemas.openxmlformats.org/officeDocument/2006/relationships/image" Target="../media/image417.png"/><Relationship Id="rId565" Type="http://schemas.openxmlformats.org/officeDocument/2006/relationships/customXml" Target="../ink/ink532.xml"/><Relationship Id="rId162" Type="http://schemas.openxmlformats.org/officeDocument/2006/relationships/customXml" Target="../ink/ink328.xml"/><Relationship Id="rId218" Type="http://schemas.openxmlformats.org/officeDocument/2006/relationships/image" Target="../media/image349.png"/><Relationship Id="rId425" Type="http://schemas.openxmlformats.org/officeDocument/2006/relationships/image" Target="../media/image450.png"/><Relationship Id="rId467" Type="http://schemas.openxmlformats.org/officeDocument/2006/relationships/image" Target="../media/image471.png"/><Relationship Id="rId632" Type="http://schemas.openxmlformats.org/officeDocument/2006/relationships/customXml" Target="../ink/ink566.xml"/><Relationship Id="rId271" Type="http://schemas.openxmlformats.org/officeDocument/2006/relationships/customXml" Target="../ink/ink383.xml"/><Relationship Id="rId674" Type="http://schemas.openxmlformats.org/officeDocument/2006/relationships/customXml" Target="../ink/ink587.xml"/><Relationship Id="rId24" Type="http://schemas.openxmlformats.org/officeDocument/2006/relationships/customXml" Target="../ink/ink258.xml"/><Relationship Id="rId66" Type="http://schemas.openxmlformats.org/officeDocument/2006/relationships/customXml" Target="../ink/ink279.xml"/><Relationship Id="rId131" Type="http://schemas.openxmlformats.org/officeDocument/2006/relationships/image" Target="../media/image307.png"/><Relationship Id="rId327" Type="http://schemas.openxmlformats.org/officeDocument/2006/relationships/customXml" Target="../ink/ink411.xml"/><Relationship Id="rId369" Type="http://schemas.openxmlformats.org/officeDocument/2006/relationships/customXml" Target="../ink/ink432.xml"/><Relationship Id="rId534" Type="http://schemas.openxmlformats.org/officeDocument/2006/relationships/customXml" Target="../ink/ink516.xml"/><Relationship Id="rId576" Type="http://schemas.openxmlformats.org/officeDocument/2006/relationships/image" Target="../media/image524.png"/><Relationship Id="rId173" Type="http://schemas.openxmlformats.org/officeDocument/2006/relationships/customXml" Target="../ink/ink334.xml"/><Relationship Id="rId229" Type="http://schemas.openxmlformats.org/officeDocument/2006/relationships/customXml" Target="../ink/ink362.xml"/><Relationship Id="rId380" Type="http://schemas.openxmlformats.org/officeDocument/2006/relationships/image" Target="../media/image428.png"/><Relationship Id="rId436" Type="http://schemas.openxmlformats.org/officeDocument/2006/relationships/customXml" Target="../ink/ink466.xml"/><Relationship Id="rId601" Type="http://schemas.openxmlformats.org/officeDocument/2006/relationships/image" Target="../media/image536.png"/><Relationship Id="rId643" Type="http://schemas.openxmlformats.org/officeDocument/2006/relationships/image" Target="../media/image557.png"/><Relationship Id="rId240" Type="http://schemas.openxmlformats.org/officeDocument/2006/relationships/image" Target="../media/image110.png"/><Relationship Id="rId478" Type="http://schemas.openxmlformats.org/officeDocument/2006/relationships/customXml" Target="../ink/ink487.xml"/><Relationship Id="rId685" Type="http://schemas.openxmlformats.org/officeDocument/2006/relationships/image" Target="../media/image578.png"/><Relationship Id="rId35" Type="http://schemas.openxmlformats.org/officeDocument/2006/relationships/image" Target="../media/image261.png"/><Relationship Id="rId77" Type="http://schemas.openxmlformats.org/officeDocument/2006/relationships/image" Target="../media/image282.png"/><Relationship Id="rId100" Type="http://schemas.openxmlformats.org/officeDocument/2006/relationships/image" Target="../media/image292.png"/><Relationship Id="rId282" Type="http://schemas.openxmlformats.org/officeDocument/2006/relationships/image" Target="../media/image379.png"/><Relationship Id="rId338" Type="http://schemas.openxmlformats.org/officeDocument/2006/relationships/image" Target="../media/image407.png"/><Relationship Id="rId503" Type="http://schemas.openxmlformats.org/officeDocument/2006/relationships/customXml" Target="../ink/ink500.xml"/><Relationship Id="rId545" Type="http://schemas.openxmlformats.org/officeDocument/2006/relationships/image" Target="../media/image509.png"/><Relationship Id="rId587" Type="http://schemas.openxmlformats.org/officeDocument/2006/relationships/image" Target="../media/image529.png"/><Relationship Id="rId710" Type="http://schemas.openxmlformats.org/officeDocument/2006/relationships/customXml" Target="../ink/ink605.xml"/><Relationship Id="rId8" Type="http://schemas.openxmlformats.org/officeDocument/2006/relationships/customXml" Target="../ink/ink250.xml"/><Relationship Id="rId142" Type="http://schemas.openxmlformats.org/officeDocument/2006/relationships/customXml" Target="../ink/ink318.xml"/><Relationship Id="rId184" Type="http://schemas.openxmlformats.org/officeDocument/2006/relationships/image" Target="../media/image332.png"/><Relationship Id="rId391" Type="http://schemas.openxmlformats.org/officeDocument/2006/relationships/customXml" Target="../ink/ink443.xml"/><Relationship Id="rId405" Type="http://schemas.openxmlformats.org/officeDocument/2006/relationships/customXml" Target="../ink/ink450.xml"/><Relationship Id="rId447" Type="http://schemas.openxmlformats.org/officeDocument/2006/relationships/image" Target="../media/image461.png"/><Relationship Id="rId612" Type="http://schemas.openxmlformats.org/officeDocument/2006/relationships/customXml" Target="../ink/ink556.xml"/><Relationship Id="rId251" Type="http://schemas.openxmlformats.org/officeDocument/2006/relationships/customXml" Target="../ink/ink373.xml"/><Relationship Id="rId489" Type="http://schemas.openxmlformats.org/officeDocument/2006/relationships/image" Target="../media/image482.png"/><Relationship Id="rId654" Type="http://schemas.openxmlformats.org/officeDocument/2006/relationships/customXml" Target="../ink/ink577.xml"/><Relationship Id="rId696" Type="http://schemas.openxmlformats.org/officeDocument/2006/relationships/customXml" Target="../ink/ink598.xml"/><Relationship Id="rId46" Type="http://schemas.openxmlformats.org/officeDocument/2006/relationships/customXml" Target="../ink/ink269.xml"/><Relationship Id="rId293" Type="http://schemas.openxmlformats.org/officeDocument/2006/relationships/customXml" Target="../ink/ink394.xml"/><Relationship Id="rId307" Type="http://schemas.openxmlformats.org/officeDocument/2006/relationships/customXml" Target="../ink/ink401.xml"/><Relationship Id="rId349" Type="http://schemas.openxmlformats.org/officeDocument/2006/relationships/customXml" Target="../ink/ink422.xml"/><Relationship Id="rId514" Type="http://schemas.openxmlformats.org/officeDocument/2006/relationships/customXml" Target="../ink/ink506.xml"/><Relationship Id="rId556" Type="http://schemas.openxmlformats.org/officeDocument/2006/relationships/image" Target="../media/image514.png"/><Relationship Id="rId721" Type="http://schemas.openxmlformats.org/officeDocument/2006/relationships/customXml" Target="../ink/ink612.xml"/><Relationship Id="rId88" Type="http://schemas.openxmlformats.org/officeDocument/2006/relationships/customXml" Target="../ink/ink290.xml"/><Relationship Id="rId111" Type="http://schemas.openxmlformats.org/officeDocument/2006/relationships/customXml" Target="../ink/ink302.xml"/><Relationship Id="rId153" Type="http://schemas.openxmlformats.org/officeDocument/2006/relationships/image" Target="../media/image318.png"/><Relationship Id="rId195" Type="http://schemas.openxmlformats.org/officeDocument/2006/relationships/customXml" Target="../ink/ink345.xml"/><Relationship Id="rId209" Type="http://schemas.openxmlformats.org/officeDocument/2006/relationships/customXml" Target="../ink/ink352.xml"/><Relationship Id="rId360" Type="http://schemas.openxmlformats.org/officeDocument/2006/relationships/image" Target="../media/image418.png"/><Relationship Id="rId416" Type="http://schemas.openxmlformats.org/officeDocument/2006/relationships/customXml" Target="../ink/ink456.xml"/><Relationship Id="rId598" Type="http://schemas.openxmlformats.org/officeDocument/2006/relationships/customXml" Target="../ink/ink549.xml"/><Relationship Id="rId220" Type="http://schemas.openxmlformats.org/officeDocument/2006/relationships/image" Target="../media/image350.png"/><Relationship Id="rId458" Type="http://schemas.openxmlformats.org/officeDocument/2006/relationships/customXml" Target="../ink/ink477.xml"/><Relationship Id="rId623" Type="http://schemas.openxmlformats.org/officeDocument/2006/relationships/image" Target="../media/image547.png"/><Relationship Id="rId665" Type="http://schemas.openxmlformats.org/officeDocument/2006/relationships/image" Target="../media/image568.png"/><Relationship Id="rId15" Type="http://schemas.openxmlformats.org/officeDocument/2006/relationships/image" Target="../media/image251.png"/><Relationship Id="rId57" Type="http://schemas.openxmlformats.org/officeDocument/2006/relationships/image" Target="../media/image272.png"/><Relationship Id="rId262" Type="http://schemas.openxmlformats.org/officeDocument/2006/relationships/image" Target="../media/image370.png"/><Relationship Id="rId318" Type="http://schemas.openxmlformats.org/officeDocument/2006/relationships/image" Target="../media/image397.png"/><Relationship Id="rId525" Type="http://schemas.openxmlformats.org/officeDocument/2006/relationships/image" Target="../media/image499.png"/><Relationship Id="rId567" Type="http://schemas.openxmlformats.org/officeDocument/2006/relationships/customXml" Target="../ink/ink533.xml"/><Relationship Id="rId99" Type="http://schemas.openxmlformats.org/officeDocument/2006/relationships/customXml" Target="../ink/ink296.xml"/><Relationship Id="rId122" Type="http://schemas.openxmlformats.org/officeDocument/2006/relationships/customXml" Target="../ink/ink308.xml"/><Relationship Id="rId164" Type="http://schemas.openxmlformats.org/officeDocument/2006/relationships/customXml" Target="../ink/ink329.xml"/><Relationship Id="rId371" Type="http://schemas.openxmlformats.org/officeDocument/2006/relationships/customXml" Target="../ink/ink433.xml"/><Relationship Id="rId427" Type="http://schemas.openxmlformats.org/officeDocument/2006/relationships/image" Target="../media/image451.png"/><Relationship Id="rId469" Type="http://schemas.openxmlformats.org/officeDocument/2006/relationships/image" Target="../media/image472.png"/><Relationship Id="rId634" Type="http://schemas.openxmlformats.org/officeDocument/2006/relationships/customXml" Target="../ink/ink567.xml"/><Relationship Id="rId676" Type="http://schemas.openxmlformats.org/officeDocument/2006/relationships/customXml" Target="../ink/ink588.xml"/><Relationship Id="rId26" Type="http://schemas.openxmlformats.org/officeDocument/2006/relationships/customXml" Target="../ink/ink259.xml"/><Relationship Id="rId231" Type="http://schemas.openxmlformats.org/officeDocument/2006/relationships/customXml" Target="../ink/ink363.xml"/><Relationship Id="rId273" Type="http://schemas.openxmlformats.org/officeDocument/2006/relationships/customXml" Target="../ink/ink384.xml"/><Relationship Id="rId329" Type="http://schemas.openxmlformats.org/officeDocument/2006/relationships/customXml" Target="../ink/ink412.xml"/><Relationship Id="rId480" Type="http://schemas.openxmlformats.org/officeDocument/2006/relationships/customXml" Target="../ink/ink488.xml"/><Relationship Id="rId536" Type="http://schemas.openxmlformats.org/officeDocument/2006/relationships/customXml" Target="../ink/ink517.xml"/><Relationship Id="rId701" Type="http://schemas.openxmlformats.org/officeDocument/2006/relationships/image" Target="../media/image586.png"/><Relationship Id="rId68" Type="http://schemas.openxmlformats.org/officeDocument/2006/relationships/customXml" Target="../ink/ink280.xml"/><Relationship Id="rId133" Type="http://schemas.openxmlformats.org/officeDocument/2006/relationships/image" Target="../media/image308.png"/><Relationship Id="rId175" Type="http://schemas.openxmlformats.org/officeDocument/2006/relationships/customXml" Target="../ink/ink335.xml"/><Relationship Id="rId340" Type="http://schemas.openxmlformats.org/officeDocument/2006/relationships/image" Target="../media/image408.png"/><Relationship Id="rId578" Type="http://schemas.openxmlformats.org/officeDocument/2006/relationships/image" Target="../media/image525.png"/><Relationship Id="rId200" Type="http://schemas.openxmlformats.org/officeDocument/2006/relationships/image" Target="../media/image340.png"/><Relationship Id="rId382" Type="http://schemas.openxmlformats.org/officeDocument/2006/relationships/image" Target="../media/image429.png"/><Relationship Id="rId438" Type="http://schemas.openxmlformats.org/officeDocument/2006/relationships/customXml" Target="../ink/ink467.xml"/><Relationship Id="rId603" Type="http://schemas.openxmlformats.org/officeDocument/2006/relationships/image" Target="../media/image537.png"/><Relationship Id="rId645" Type="http://schemas.openxmlformats.org/officeDocument/2006/relationships/image" Target="../media/image558.png"/><Relationship Id="rId687" Type="http://schemas.openxmlformats.org/officeDocument/2006/relationships/image" Target="../media/image579.png"/><Relationship Id="rId242" Type="http://schemas.openxmlformats.org/officeDocument/2006/relationships/image" Target="../media/image360.png"/><Relationship Id="rId284" Type="http://schemas.openxmlformats.org/officeDocument/2006/relationships/image" Target="../media/image380.png"/><Relationship Id="rId491" Type="http://schemas.openxmlformats.org/officeDocument/2006/relationships/image" Target="../media/image483.png"/><Relationship Id="rId505" Type="http://schemas.openxmlformats.org/officeDocument/2006/relationships/customXml" Target="../ink/ink501.xml"/><Relationship Id="rId712" Type="http://schemas.openxmlformats.org/officeDocument/2006/relationships/customXml" Target="../ink/ink606.xml"/><Relationship Id="rId37" Type="http://schemas.openxmlformats.org/officeDocument/2006/relationships/image" Target="../media/image262.png"/><Relationship Id="rId79" Type="http://schemas.openxmlformats.org/officeDocument/2006/relationships/image" Target="../media/image283.png"/><Relationship Id="rId102" Type="http://schemas.openxmlformats.org/officeDocument/2006/relationships/image" Target="../media/image293.png"/><Relationship Id="rId144" Type="http://schemas.openxmlformats.org/officeDocument/2006/relationships/customXml" Target="../ink/ink319.xml"/><Relationship Id="rId547" Type="http://schemas.openxmlformats.org/officeDocument/2006/relationships/image" Target="../media/image510.png"/><Relationship Id="rId589" Type="http://schemas.openxmlformats.org/officeDocument/2006/relationships/image" Target="../media/image530.png"/><Relationship Id="rId90" Type="http://schemas.openxmlformats.org/officeDocument/2006/relationships/customXml" Target="../ink/ink291.xml"/><Relationship Id="rId186" Type="http://schemas.openxmlformats.org/officeDocument/2006/relationships/image" Target="../media/image333.png"/><Relationship Id="rId351" Type="http://schemas.openxmlformats.org/officeDocument/2006/relationships/customXml" Target="../ink/ink423.xml"/><Relationship Id="rId393" Type="http://schemas.openxmlformats.org/officeDocument/2006/relationships/customXml" Target="../ink/ink444.xml"/><Relationship Id="rId407" Type="http://schemas.openxmlformats.org/officeDocument/2006/relationships/customXml" Target="../ink/ink451.xml"/><Relationship Id="rId449" Type="http://schemas.openxmlformats.org/officeDocument/2006/relationships/image" Target="../media/image462.png"/><Relationship Id="rId614" Type="http://schemas.openxmlformats.org/officeDocument/2006/relationships/customXml" Target="../ink/ink557.xml"/><Relationship Id="rId656" Type="http://schemas.openxmlformats.org/officeDocument/2006/relationships/customXml" Target="../ink/ink578.xml"/><Relationship Id="rId211" Type="http://schemas.openxmlformats.org/officeDocument/2006/relationships/customXml" Target="../ink/ink353.xml"/><Relationship Id="rId253" Type="http://schemas.openxmlformats.org/officeDocument/2006/relationships/customXml" Target="../ink/ink374.xml"/><Relationship Id="rId295" Type="http://schemas.openxmlformats.org/officeDocument/2006/relationships/customXml" Target="../ink/ink395.xml"/><Relationship Id="rId309" Type="http://schemas.openxmlformats.org/officeDocument/2006/relationships/customXml" Target="../ink/ink402.xml"/><Relationship Id="rId460" Type="http://schemas.openxmlformats.org/officeDocument/2006/relationships/customXml" Target="../ink/ink478.xml"/><Relationship Id="rId516" Type="http://schemas.openxmlformats.org/officeDocument/2006/relationships/customXml" Target="../ink/ink507.xml"/><Relationship Id="rId698" Type="http://schemas.openxmlformats.org/officeDocument/2006/relationships/customXml" Target="../ink/ink599.xml"/><Relationship Id="rId48" Type="http://schemas.openxmlformats.org/officeDocument/2006/relationships/customXml" Target="../ink/ink270.xml"/><Relationship Id="rId113" Type="http://schemas.openxmlformats.org/officeDocument/2006/relationships/customXml" Target="../ink/ink303.xml"/><Relationship Id="rId320" Type="http://schemas.openxmlformats.org/officeDocument/2006/relationships/image" Target="../media/image398.png"/><Relationship Id="rId558" Type="http://schemas.openxmlformats.org/officeDocument/2006/relationships/image" Target="../media/image515.png"/><Relationship Id="rId723" Type="http://schemas.openxmlformats.org/officeDocument/2006/relationships/image" Target="../media/image595.png"/><Relationship Id="rId155" Type="http://schemas.openxmlformats.org/officeDocument/2006/relationships/image" Target="../media/image319.png"/><Relationship Id="rId197" Type="http://schemas.openxmlformats.org/officeDocument/2006/relationships/customXml" Target="../ink/ink346.xml"/><Relationship Id="rId362" Type="http://schemas.openxmlformats.org/officeDocument/2006/relationships/image" Target="../media/image419.png"/><Relationship Id="rId418" Type="http://schemas.openxmlformats.org/officeDocument/2006/relationships/customXml" Target="../ink/ink457.xml"/><Relationship Id="rId625" Type="http://schemas.openxmlformats.org/officeDocument/2006/relationships/image" Target="../media/image548.png"/><Relationship Id="rId222" Type="http://schemas.openxmlformats.org/officeDocument/2006/relationships/image" Target="../media/image351.png"/><Relationship Id="rId264" Type="http://schemas.openxmlformats.org/officeDocument/2006/relationships/image" Target="../media/image371.png"/><Relationship Id="rId471" Type="http://schemas.openxmlformats.org/officeDocument/2006/relationships/image" Target="../media/image473.png"/><Relationship Id="rId667" Type="http://schemas.openxmlformats.org/officeDocument/2006/relationships/image" Target="../media/image569.png"/><Relationship Id="rId17" Type="http://schemas.openxmlformats.org/officeDocument/2006/relationships/image" Target="../media/image252.png"/><Relationship Id="rId59" Type="http://schemas.openxmlformats.org/officeDocument/2006/relationships/image" Target="../media/image273.png"/><Relationship Id="rId124" Type="http://schemas.openxmlformats.org/officeDocument/2006/relationships/customXml" Target="../ink/ink309.xml"/><Relationship Id="rId527" Type="http://schemas.openxmlformats.org/officeDocument/2006/relationships/image" Target="../media/image500.png"/><Relationship Id="rId569" Type="http://schemas.openxmlformats.org/officeDocument/2006/relationships/customXml" Target="../ink/ink534.xml"/><Relationship Id="rId70" Type="http://schemas.openxmlformats.org/officeDocument/2006/relationships/customXml" Target="../ink/ink281.xml"/><Relationship Id="rId166" Type="http://schemas.openxmlformats.org/officeDocument/2006/relationships/customXml" Target="../ink/ink330.xml"/><Relationship Id="rId331" Type="http://schemas.openxmlformats.org/officeDocument/2006/relationships/customXml" Target="../ink/ink413.xml"/><Relationship Id="rId373" Type="http://schemas.openxmlformats.org/officeDocument/2006/relationships/customXml" Target="../ink/ink434.xml"/><Relationship Id="rId429" Type="http://schemas.openxmlformats.org/officeDocument/2006/relationships/image" Target="../media/image452.png"/><Relationship Id="rId580" Type="http://schemas.openxmlformats.org/officeDocument/2006/relationships/image" Target="../media/image526.png"/><Relationship Id="rId636" Type="http://schemas.openxmlformats.org/officeDocument/2006/relationships/customXml" Target="../ink/ink568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364.xml"/><Relationship Id="rId440" Type="http://schemas.openxmlformats.org/officeDocument/2006/relationships/customXml" Target="../ink/ink468.xml"/><Relationship Id="rId678" Type="http://schemas.openxmlformats.org/officeDocument/2006/relationships/customXml" Target="../ink/ink589.xml"/><Relationship Id="rId28" Type="http://schemas.openxmlformats.org/officeDocument/2006/relationships/customXml" Target="../ink/ink260.xml"/><Relationship Id="rId275" Type="http://schemas.openxmlformats.org/officeDocument/2006/relationships/customXml" Target="../ink/ink385.xml"/><Relationship Id="rId300" Type="http://schemas.openxmlformats.org/officeDocument/2006/relationships/image" Target="../media/image388.png"/><Relationship Id="rId482" Type="http://schemas.openxmlformats.org/officeDocument/2006/relationships/customXml" Target="../ink/ink489.xml"/><Relationship Id="rId538" Type="http://schemas.openxmlformats.org/officeDocument/2006/relationships/customXml" Target="../ink/ink518.xml"/><Relationship Id="rId703" Type="http://schemas.openxmlformats.org/officeDocument/2006/relationships/image" Target="../media/image587.png"/><Relationship Id="rId81" Type="http://schemas.openxmlformats.org/officeDocument/2006/relationships/image" Target="../media/image27.png"/><Relationship Id="rId135" Type="http://schemas.openxmlformats.org/officeDocument/2006/relationships/image" Target="../media/image309.png"/><Relationship Id="rId177" Type="http://schemas.openxmlformats.org/officeDocument/2006/relationships/customXml" Target="../ink/ink336.xml"/><Relationship Id="rId342" Type="http://schemas.openxmlformats.org/officeDocument/2006/relationships/image" Target="../media/image409.png"/><Relationship Id="rId384" Type="http://schemas.openxmlformats.org/officeDocument/2006/relationships/image" Target="../media/image430.png"/><Relationship Id="rId591" Type="http://schemas.openxmlformats.org/officeDocument/2006/relationships/image" Target="../media/image531.png"/><Relationship Id="rId605" Type="http://schemas.openxmlformats.org/officeDocument/2006/relationships/image" Target="../media/image538.png"/><Relationship Id="rId202" Type="http://schemas.openxmlformats.org/officeDocument/2006/relationships/image" Target="../media/image341.png"/><Relationship Id="rId244" Type="http://schemas.openxmlformats.org/officeDocument/2006/relationships/image" Target="../media/image361.png"/><Relationship Id="rId647" Type="http://schemas.openxmlformats.org/officeDocument/2006/relationships/image" Target="../media/image559.png"/><Relationship Id="rId689" Type="http://schemas.openxmlformats.org/officeDocument/2006/relationships/image" Target="../media/image580.png"/><Relationship Id="rId39" Type="http://schemas.openxmlformats.org/officeDocument/2006/relationships/image" Target="../media/image263.png"/><Relationship Id="rId286" Type="http://schemas.openxmlformats.org/officeDocument/2006/relationships/image" Target="../media/image381.png"/><Relationship Id="rId451" Type="http://schemas.openxmlformats.org/officeDocument/2006/relationships/image" Target="../media/image463.png"/><Relationship Id="rId493" Type="http://schemas.openxmlformats.org/officeDocument/2006/relationships/image" Target="../media/image484.png"/><Relationship Id="rId507" Type="http://schemas.openxmlformats.org/officeDocument/2006/relationships/customXml" Target="../ink/ink502.xml"/><Relationship Id="rId549" Type="http://schemas.openxmlformats.org/officeDocument/2006/relationships/image" Target="../media/image511.png"/><Relationship Id="rId714" Type="http://schemas.openxmlformats.org/officeDocument/2006/relationships/customXml" Target="../ink/ink607.xml"/><Relationship Id="rId50" Type="http://schemas.openxmlformats.org/officeDocument/2006/relationships/customXml" Target="../ink/ink271.xml"/><Relationship Id="rId104" Type="http://schemas.openxmlformats.org/officeDocument/2006/relationships/image" Target="../media/image294.png"/><Relationship Id="rId146" Type="http://schemas.openxmlformats.org/officeDocument/2006/relationships/customXml" Target="../ink/ink320.xml"/><Relationship Id="rId188" Type="http://schemas.openxmlformats.org/officeDocument/2006/relationships/image" Target="../media/image334.png"/><Relationship Id="rId311" Type="http://schemas.openxmlformats.org/officeDocument/2006/relationships/customXml" Target="../ink/ink403.xml"/><Relationship Id="rId353" Type="http://schemas.openxmlformats.org/officeDocument/2006/relationships/customXml" Target="../ink/ink424.xml"/><Relationship Id="rId395" Type="http://schemas.openxmlformats.org/officeDocument/2006/relationships/customXml" Target="../ink/ink445.xml"/><Relationship Id="rId409" Type="http://schemas.openxmlformats.org/officeDocument/2006/relationships/image" Target="../media/image442.png"/><Relationship Id="rId560" Type="http://schemas.openxmlformats.org/officeDocument/2006/relationships/image" Target="../media/image516.png"/><Relationship Id="rId92" Type="http://schemas.openxmlformats.org/officeDocument/2006/relationships/customXml" Target="../ink/ink292.xml"/><Relationship Id="rId213" Type="http://schemas.openxmlformats.org/officeDocument/2006/relationships/customXml" Target="../ink/ink354.xml"/><Relationship Id="rId420" Type="http://schemas.openxmlformats.org/officeDocument/2006/relationships/customXml" Target="../ink/ink458.xml"/><Relationship Id="rId616" Type="http://schemas.openxmlformats.org/officeDocument/2006/relationships/customXml" Target="../ink/ink558.xml"/><Relationship Id="rId658" Type="http://schemas.openxmlformats.org/officeDocument/2006/relationships/customXml" Target="../ink/ink579.xml"/><Relationship Id="rId255" Type="http://schemas.openxmlformats.org/officeDocument/2006/relationships/customXml" Target="../ink/ink375.xml"/><Relationship Id="rId297" Type="http://schemas.openxmlformats.org/officeDocument/2006/relationships/customXml" Target="../ink/ink396.xml"/><Relationship Id="rId462" Type="http://schemas.openxmlformats.org/officeDocument/2006/relationships/customXml" Target="../ink/ink479.xml"/><Relationship Id="rId518" Type="http://schemas.openxmlformats.org/officeDocument/2006/relationships/customXml" Target="../ink/ink508.xml"/><Relationship Id="rId115" Type="http://schemas.openxmlformats.org/officeDocument/2006/relationships/customXml" Target="../ink/ink304.xml"/><Relationship Id="rId157" Type="http://schemas.openxmlformats.org/officeDocument/2006/relationships/image" Target="../media/image320.png"/><Relationship Id="rId322" Type="http://schemas.openxmlformats.org/officeDocument/2006/relationships/image" Target="../media/image399.png"/><Relationship Id="rId364" Type="http://schemas.openxmlformats.org/officeDocument/2006/relationships/image" Target="../media/image420.png"/><Relationship Id="rId61" Type="http://schemas.openxmlformats.org/officeDocument/2006/relationships/image" Target="../media/image274.png"/><Relationship Id="rId199" Type="http://schemas.openxmlformats.org/officeDocument/2006/relationships/customXml" Target="../ink/ink347.xml"/><Relationship Id="rId571" Type="http://schemas.openxmlformats.org/officeDocument/2006/relationships/customXml" Target="../ink/ink535.xml"/><Relationship Id="rId627" Type="http://schemas.openxmlformats.org/officeDocument/2006/relationships/image" Target="../media/image549.png"/><Relationship Id="rId669" Type="http://schemas.openxmlformats.org/officeDocument/2006/relationships/image" Target="../media/image570.png"/><Relationship Id="rId19" Type="http://schemas.openxmlformats.org/officeDocument/2006/relationships/image" Target="../media/image253.png"/><Relationship Id="rId224" Type="http://schemas.openxmlformats.org/officeDocument/2006/relationships/image" Target="../media/image352.png"/><Relationship Id="rId266" Type="http://schemas.openxmlformats.org/officeDocument/2006/relationships/image" Target="../media/image221.png"/><Relationship Id="rId431" Type="http://schemas.openxmlformats.org/officeDocument/2006/relationships/image" Target="../media/image453.png"/><Relationship Id="rId473" Type="http://schemas.openxmlformats.org/officeDocument/2006/relationships/image" Target="../media/image474.png"/><Relationship Id="rId529" Type="http://schemas.openxmlformats.org/officeDocument/2006/relationships/image" Target="../media/image501.png"/><Relationship Id="rId680" Type="http://schemas.openxmlformats.org/officeDocument/2006/relationships/customXml" Target="../ink/ink590.xml"/><Relationship Id="rId30" Type="http://schemas.openxmlformats.org/officeDocument/2006/relationships/customXml" Target="../ink/ink261.xml"/><Relationship Id="rId126" Type="http://schemas.openxmlformats.org/officeDocument/2006/relationships/customXml" Target="../ink/ink310.xml"/><Relationship Id="rId168" Type="http://schemas.openxmlformats.org/officeDocument/2006/relationships/customXml" Target="../ink/ink331.xml"/><Relationship Id="rId333" Type="http://schemas.openxmlformats.org/officeDocument/2006/relationships/customXml" Target="../ink/ink414.xml"/><Relationship Id="rId540" Type="http://schemas.openxmlformats.org/officeDocument/2006/relationships/customXml" Target="../ink/ink519.xml"/><Relationship Id="rId72" Type="http://schemas.openxmlformats.org/officeDocument/2006/relationships/customXml" Target="../ink/ink282.xml"/><Relationship Id="rId375" Type="http://schemas.openxmlformats.org/officeDocument/2006/relationships/customXml" Target="../ink/ink435.xml"/><Relationship Id="rId582" Type="http://schemas.openxmlformats.org/officeDocument/2006/relationships/image" Target="../media/image527.png"/><Relationship Id="rId638" Type="http://schemas.openxmlformats.org/officeDocument/2006/relationships/customXml" Target="../ink/ink569.xml"/><Relationship Id="rId3" Type="http://schemas.openxmlformats.org/officeDocument/2006/relationships/image" Target="../media/image245.png"/><Relationship Id="rId235" Type="http://schemas.openxmlformats.org/officeDocument/2006/relationships/customXml" Target="../ink/ink365.xml"/><Relationship Id="rId277" Type="http://schemas.openxmlformats.org/officeDocument/2006/relationships/customXml" Target="../ink/ink386.xml"/><Relationship Id="rId400" Type="http://schemas.openxmlformats.org/officeDocument/2006/relationships/image" Target="../media/image438.png"/><Relationship Id="rId442" Type="http://schemas.openxmlformats.org/officeDocument/2006/relationships/customXml" Target="../ink/ink469.xml"/><Relationship Id="rId484" Type="http://schemas.openxmlformats.org/officeDocument/2006/relationships/customXml" Target="../ink/ink490.xml"/><Relationship Id="rId705" Type="http://schemas.openxmlformats.org/officeDocument/2006/relationships/image" Target="../media/image588.png"/><Relationship Id="rId137" Type="http://schemas.openxmlformats.org/officeDocument/2006/relationships/image" Target="../media/image310.png"/><Relationship Id="rId302" Type="http://schemas.openxmlformats.org/officeDocument/2006/relationships/image" Target="../media/image389.png"/><Relationship Id="rId344" Type="http://schemas.openxmlformats.org/officeDocument/2006/relationships/image" Target="../media/image410.png"/><Relationship Id="rId691" Type="http://schemas.openxmlformats.org/officeDocument/2006/relationships/image" Target="../media/image581.png"/><Relationship Id="rId41" Type="http://schemas.openxmlformats.org/officeDocument/2006/relationships/image" Target="../media/image264.png"/><Relationship Id="rId83" Type="http://schemas.openxmlformats.org/officeDocument/2006/relationships/image" Target="../media/image284.png"/><Relationship Id="rId179" Type="http://schemas.openxmlformats.org/officeDocument/2006/relationships/customXml" Target="../ink/ink337.xml"/><Relationship Id="rId386" Type="http://schemas.openxmlformats.org/officeDocument/2006/relationships/image" Target="../media/image431.png"/><Relationship Id="rId551" Type="http://schemas.openxmlformats.org/officeDocument/2006/relationships/image" Target="../media/image512.png"/><Relationship Id="rId593" Type="http://schemas.openxmlformats.org/officeDocument/2006/relationships/image" Target="../media/image532.png"/><Relationship Id="rId607" Type="http://schemas.openxmlformats.org/officeDocument/2006/relationships/image" Target="../media/image539.png"/><Relationship Id="rId649" Type="http://schemas.openxmlformats.org/officeDocument/2006/relationships/image" Target="../media/image560.png"/><Relationship Id="rId190" Type="http://schemas.openxmlformats.org/officeDocument/2006/relationships/image" Target="../media/image335.png"/><Relationship Id="rId204" Type="http://schemas.openxmlformats.org/officeDocument/2006/relationships/image" Target="../media/image342.png"/><Relationship Id="rId246" Type="http://schemas.openxmlformats.org/officeDocument/2006/relationships/image" Target="../media/image362.png"/><Relationship Id="rId288" Type="http://schemas.openxmlformats.org/officeDocument/2006/relationships/image" Target="../media/image382.png"/><Relationship Id="rId411" Type="http://schemas.openxmlformats.org/officeDocument/2006/relationships/image" Target="../media/image443.png"/><Relationship Id="rId453" Type="http://schemas.openxmlformats.org/officeDocument/2006/relationships/image" Target="../media/image464.png"/><Relationship Id="rId509" Type="http://schemas.openxmlformats.org/officeDocument/2006/relationships/customXml" Target="../ink/ink503.xml"/><Relationship Id="rId660" Type="http://schemas.openxmlformats.org/officeDocument/2006/relationships/customXml" Target="../ink/ink580.xml"/><Relationship Id="rId106" Type="http://schemas.openxmlformats.org/officeDocument/2006/relationships/image" Target="../media/image295.png"/><Relationship Id="rId313" Type="http://schemas.openxmlformats.org/officeDocument/2006/relationships/customXml" Target="../ink/ink404.xml"/><Relationship Id="rId495" Type="http://schemas.openxmlformats.org/officeDocument/2006/relationships/image" Target="../media/image485.png"/><Relationship Id="rId716" Type="http://schemas.openxmlformats.org/officeDocument/2006/relationships/image" Target="../media/image593.png"/><Relationship Id="rId10" Type="http://schemas.openxmlformats.org/officeDocument/2006/relationships/customXml" Target="../ink/ink251.xml"/><Relationship Id="rId52" Type="http://schemas.openxmlformats.org/officeDocument/2006/relationships/customXml" Target="../ink/ink272.xml"/><Relationship Id="rId94" Type="http://schemas.openxmlformats.org/officeDocument/2006/relationships/customXml" Target="../ink/ink293.xml"/><Relationship Id="rId148" Type="http://schemas.openxmlformats.org/officeDocument/2006/relationships/customXml" Target="../ink/ink321.xml"/><Relationship Id="rId355" Type="http://schemas.openxmlformats.org/officeDocument/2006/relationships/customXml" Target="../ink/ink425.xml"/><Relationship Id="rId397" Type="http://schemas.openxmlformats.org/officeDocument/2006/relationships/customXml" Target="../ink/ink446.xml"/><Relationship Id="rId520" Type="http://schemas.openxmlformats.org/officeDocument/2006/relationships/customXml" Target="../ink/ink509.xml"/><Relationship Id="rId562" Type="http://schemas.openxmlformats.org/officeDocument/2006/relationships/image" Target="../media/image517.png"/><Relationship Id="rId618" Type="http://schemas.openxmlformats.org/officeDocument/2006/relationships/customXml" Target="../ink/ink559.xml"/><Relationship Id="rId215" Type="http://schemas.openxmlformats.org/officeDocument/2006/relationships/customXml" Target="../ink/ink355.xml"/><Relationship Id="rId257" Type="http://schemas.openxmlformats.org/officeDocument/2006/relationships/customXml" Target="../ink/ink376.xml"/><Relationship Id="rId422" Type="http://schemas.openxmlformats.org/officeDocument/2006/relationships/customXml" Target="../ink/ink459.xml"/><Relationship Id="rId464" Type="http://schemas.openxmlformats.org/officeDocument/2006/relationships/customXml" Target="../ink/ink480.xml"/><Relationship Id="rId299" Type="http://schemas.openxmlformats.org/officeDocument/2006/relationships/customXml" Target="../ink/ink397.xml"/><Relationship Id="rId63" Type="http://schemas.openxmlformats.org/officeDocument/2006/relationships/image" Target="../media/image275.png"/><Relationship Id="rId159" Type="http://schemas.openxmlformats.org/officeDocument/2006/relationships/image" Target="../media/image321.png"/><Relationship Id="rId366" Type="http://schemas.openxmlformats.org/officeDocument/2006/relationships/image" Target="../media/image421.png"/><Relationship Id="rId573" Type="http://schemas.openxmlformats.org/officeDocument/2006/relationships/customXml" Target="../ink/ink536.xml"/><Relationship Id="rId226" Type="http://schemas.openxmlformats.org/officeDocument/2006/relationships/image" Target="../media/image353.png"/><Relationship Id="rId433" Type="http://schemas.openxmlformats.org/officeDocument/2006/relationships/image" Target="../media/image454.png"/><Relationship Id="rId640" Type="http://schemas.openxmlformats.org/officeDocument/2006/relationships/customXml" Target="../ink/ink570.xml"/><Relationship Id="rId74" Type="http://schemas.openxmlformats.org/officeDocument/2006/relationships/customXml" Target="../ink/ink283.xml"/><Relationship Id="rId377" Type="http://schemas.openxmlformats.org/officeDocument/2006/relationships/customXml" Target="../ink/ink436.xml"/><Relationship Id="rId500" Type="http://schemas.openxmlformats.org/officeDocument/2006/relationships/image" Target="../media/image487.png"/><Relationship Id="rId584" Type="http://schemas.openxmlformats.org/officeDocument/2006/relationships/image" Target="../media/image528.png"/><Relationship Id="rId5" Type="http://schemas.openxmlformats.org/officeDocument/2006/relationships/image" Target="../media/image246.png"/><Relationship Id="rId237" Type="http://schemas.openxmlformats.org/officeDocument/2006/relationships/customXml" Target="../ink/ink366.xml"/><Relationship Id="rId444" Type="http://schemas.openxmlformats.org/officeDocument/2006/relationships/customXml" Target="../ink/ink470.xml"/><Relationship Id="rId651" Type="http://schemas.openxmlformats.org/officeDocument/2006/relationships/image" Target="../media/image561.png"/><Relationship Id="rId290" Type="http://schemas.openxmlformats.org/officeDocument/2006/relationships/image" Target="../media/image383.png"/><Relationship Id="rId304" Type="http://schemas.openxmlformats.org/officeDocument/2006/relationships/image" Target="../media/image390.png"/><Relationship Id="rId388" Type="http://schemas.openxmlformats.org/officeDocument/2006/relationships/image" Target="../media/image432.png"/><Relationship Id="rId511" Type="http://schemas.openxmlformats.org/officeDocument/2006/relationships/customXml" Target="../ink/ink504.xml"/><Relationship Id="rId609" Type="http://schemas.openxmlformats.org/officeDocument/2006/relationships/image" Target="../media/image540.png"/><Relationship Id="rId85" Type="http://schemas.openxmlformats.org/officeDocument/2006/relationships/image" Target="../media/image285.png"/><Relationship Id="rId150" Type="http://schemas.openxmlformats.org/officeDocument/2006/relationships/customXml" Target="../ink/ink322.xml"/><Relationship Id="rId595" Type="http://schemas.openxmlformats.org/officeDocument/2006/relationships/image" Target="../media/image533.png"/><Relationship Id="rId248" Type="http://schemas.openxmlformats.org/officeDocument/2006/relationships/image" Target="../media/image363.png"/><Relationship Id="rId455" Type="http://schemas.openxmlformats.org/officeDocument/2006/relationships/image" Target="../media/image465.png"/><Relationship Id="rId662" Type="http://schemas.openxmlformats.org/officeDocument/2006/relationships/customXml" Target="../ink/ink581.xml"/><Relationship Id="rId12" Type="http://schemas.openxmlformats.org/officeDocument/2006/relationships/customXml" Target="../ink/ink252.xml"/><Relationship Id="rId108" Type="http://schemas.openxmlformats.org/officeDocument/2006/relationships/image" Target="../media/image296.png"/><Relationship Id="rId315" Type="http://schemas.openxmlformats.org/officeDocument/2006/relationships/customXml" Target="../ink/ink405.xml"/><Relationship Id="rId522" Type="http://schemas.openxmlformats.org/officeDocument/2006/relationships/customXml" Target="../ink/ink510.xml"/><Relationship Id="rId96" Type="http://schemas.openxmlformats.org/officeDocument/2006/relationships/customXml" Target="../ink/ink294.xml"/><Relationship Id="rId161" Type="http://schemas.openxmlformats.org/officeDocument/2006/relationships/image" Target="../media/image322.png"/><Relationship Id="rId399" Type="http://schemas.openxmlformats.org/officeDocument/2006/relationships/customXml" Target="../ink/ink447.xml"/><Relationship Id="rId259" Type="http://schemas.openxmlformats.org/officeDocument/2006/relationships/customXml" Target="../ink/ink377.xml"/><Relationship Id="rId466" Type="http://schemas.openxmlformats.org/officeDocument/2006/relationships/customXml" Target="../ink/ink481.xml"/><Relationship Id="rId673" Type="http://schemas.openxmlformats.org/officeDocument/2006/relationships/image" Target="../media/image572.png"/><Relationship Id="rId23" Type="http://schemas.openxmlformats.org/officeDocument/2006/relationships/image" Target="../media/image255.png"/><Relationship Id="rId119" Type="http://schemas.openxmlformats.org/officeDocument/2006/relationships/image" Target="../media/image301.png"/><Relationship Id="rId326" Type="http://schemas.openxmlformats.org/officeDocument/2006/relationships/image" Target="../media/image401.png"/><Relationship Id="rId533" Type="http://schemas.openxmlformats.org/officeDocument/2006/relationships/image" Target="../media/image503.png"/><Relationship Id="rId172" Type="http://schemas.openxmlformats.org/officeDocument/2006/relationships/image" Target="../media/image326.png"/><Relationship Id="rId477" Type="http://schemas.openxmlformats.org/officeDocument/2006/relationships/image" Target="../media/image476.png"/><Relationship Id="rId600" Type="http://schemas.openxmlformats.org/officeDocument/2006/relationships/customXml" Target="../ink/ink550.xml"/><Relationship Id="rId684" Type="http://schemas.openxmlformats.org/officeDocument/2006/relationships/customXml" Target="../ink/ink592.xml"/><Relationship Id="rId337" Type="http://schemas.openxmlformats.org/officeDocument/2006/relationships/customXml" Target="../ink/ink416.xml"/><Relationship Id="rId34" Type="http://schemas.openxmlformats.org/officeDocument/2006/relationships/customXml" Target="../ink/ink263.xml"/><Relationship Id="rId544" Type="http://schemas.openxmlformats.org/officeDocument/2006/relationships/customXml" Target="../ink/ink521.xml"/><Relationship Id="rId183" Type="http://schemas.openxmlformats.org/officeDocument/2006/relationships/customXml" Target="../ink/ink339.xml"/><Relationship Id="rId390" Type="http://schemas.openxmlformats.org/officeDocument/2006/relationships/image" Target="../media/image433.png"/><Relationship Id="rId404" Type="http://schemas.openxmlformats.org/officeDocument/2006/relationships/image" Target="../media/image440.png"/><Relationship Id="rId611" Type="http://schemas.openxmlformats.org/officeDocument/2006/relationships/image" Target="../media/image541.png"/><Relationship Id="rId250" Type="http://schemas.openxmlformats.org/officeDocument/2006/relationships/image" Target="../media/image364.png"/><Relationship Id="rId488" Type="http://schemas.openxmlformats.org/officeDocument/2006/relationships/customXml" Target="../ink/ink492.xml"/><Relationship Id="rId695" Type="http://schemas.openxmlformats.org/officeDocument/2006/relationships/image" Target="../media/image583.png"/><Relationship Id="rId709" Type="http://schemas.openxmlformats.org/officeDocument/2006/relationships/image" Target="../media/image590.png"/><Relationship Id="rId45" Type="http://schemas.openxmlformats.org/officeDocument/2006/relationships/image" Target="../media/image266.png"/><Relationship Id="rId110" Type="http://schemas.openxmlformats.org/officeDocument/2006/relationships/image" Target="../media/image297.png"/><Relationship Id="rId348" Type="http://schemas.openxmlformats.org/officeDocument/2006/relationships/image" Target="../media/image412.png"/><Relationship Id="rId555" Type="http://schemas.openxmlformats.org/officeDocument/2006/relationships/customXml" Target="../ink/ink527.xml"/><Relationship Id="rId194" Type="http://schemas.openxmlformats.org/officeDocument/2006/relationships/image" Target="../media/image337.png"/><Relationship Id="rId208" Type="http://schemas.openxmlformats.org/officeDocument/2006/relationships/image" Target="../media/image344.png"/><Relationship Id="rId415" Type="http://schemas.openxmlformats.org/officeDocument/2006/relationships/image" Target="../media/image445.png"/><Relationship Id="rId622" Type="http://schemas.openxmlformats.org/officeDocument/2006/relationships/customXml" Target="../ink/ink561.xml"/><Relationship Id="rId261" Type="http://schemas.openxmlformats.org/officeDocument/2006/relationships/customXml" Target="../ink/ink378.xml"/><Relationship Id="rId499" Type="http://schemas.openxmlformats.org/officeDocument/2006/relationships/customXml" Target="../ink/ink498.xml"/><Relationship Id="rId56" Type="http://schemas.openxmlformats.org/officeDocument/2006/relationships/customXml" Target="../ink/ink274.xml"/><Relationship Id="rId359" Type="http://schemas.openxmlformats.org/officeDocument/2006/relationships/customXml" Target="../ink/ink427.xml"/><Relationship Id="rId566" Type="http://schemas.openxmlformats.org/officeDocument/2006/relationships/image" Target="../media/image519.png"/><Relationship Id="rId121" Type="http://schemas.openxmlformats.org/officeDocument/2006/relationships/image" Target="../media/image302.png"/><Relationship Id="rId219" Type="http://schemas.openxmlformats.org/officeDocument/2006/relationships/customXml" Target="../ink/ink357.xml"/><Relationship Id="rId426" Type="http://schemas.openxmlformats.org/officeDocument/2006/relationships/customXml" Target="../ink/ink461.xml"/><Relationship Id="rId633" Type="http://schemas.openxmlformats.org/officeDocument/2006/relationships/image" Target="../media/image552.png"/><Relationship Id="rId67" Type="http://schemas.openxmlformats.org/officeDocument/2006/relationships/image" Target="../media/image277.png"/><Relationship Id="rId272" Type="http://schemas.openxmlformats.org/officeDocument/2006/relationships/image" Target="../media/image374.png"/><Relationship Id="rId577" Type="http://schemas.openxmlformats.org/officeDocument/2006/relationships/customXml" Target="../ink/ink538.xml"/><Relationship Id="rId700" Type="http://schemas.openxmlformats.org/officeDocument/2006/relationships/customXml" Target="../ink/ink600.xml"/><Relationship Id="rId132" Type="http://schemas.openxmlformats.org/officeDocument/2006/relationships/customXml" Target="../ink/ink313.xml"/><Relationship Id="rId437" Type="http://schemas.openxmlformats.org/officeDocument/2006/relationships/image" Target="../media/image456.png"/><Relationship Id="rId644" Type="http://schemas.openxmlformats.org/officeDocument/2006/relationships/customXml" Target="../ink/ink572.xml"/><Relationship Id="rId283" Type="http://schemas.openxmlformats.org/officeDocument/2006/relationships/customXml" Target="../ink/ink389.xml"/><Relationship Id="rId490" Type="http://schemas.openxmlformats.org/officeDocument/2006/relationships/customXml" Target="../ink/ink493.xml"/><Relationship Id="rId504" Type="http://schemas.openxmlformats.org/officeDocument/2006/relationships/image" Target="../media/image489.png"/><Relationship Id="rId711" Type="http://schemas.openxmlformats.org/officeDocument/2006/relationships/image" Target="../media/image591.png"/><Relationship Id="rId78" Type="http://schemas.openxmlformats.org/officeDocument/2006/relationships/customXml" Target="../ink/ink285.xml"/><Relationship Id="rId143" Type="http://schemas.openxmlformats.org/officeDocument/2006/relationships/image" Target="../media/image313.png"/><Relationship Id="rId350" Type="http://schemas.openxmlformats.org/officeDocument/2006/relationships/image" Target="../media/image413.png"/><Relationship Id="rId588" Type="http://schemas.openxmlformats.org/officeDocument/2006/relationships/customXml" Target="../ink/ink544.xml"/><Relationship Id="rId9" Type="http://schemas.openxmlformats.org/officeDocument/2006/relationships/image" Target="../media/image248.png"/><Relationship Id="rId210" Type="http://schemas.openxmlformats.org/officeDocument/2006/relationships/image" Target="../media/image345.png"/><Relationship Id="rId448" Type="http://schemas.openxmlformats.org/officeDocument/2006/relationships/customXml" Target="../ink/ink472.xml"/><Relationship Id="rId655" Type="http://schemas.openxmlformats.org/officeDocument/2006/relationships/image" Target="../media/image563.png"/><Relationship Id="rId294" Type="http://schemas.openxmlformats.org/officeDocument/2006/relationships/image" Target="../media/image385.png"/><Relationship Id="rId308" Type="http://schemas.openxmlformats.org/officeDocument/2006/relationships/image" Target="../media/image392.png"/><Relationship Id="rId515" Type="http://schemas.openxmlformats.org/officeDocument/2006/relationships/image" Target="../media/image494.png"/><Relationship Id="rId722" Type="http://schemas.openxmlformats.org/officeDocument/2006/relationships/customXml" Target="../ink/ink613.xml"/><Relationship Id="rId89" Type="http://schemas.openxmlformats.org/officeDocument/2006/relationships/image" Target="../media/image287.png"/><Relationship Id="rId154" Type="http://schemas.openxmlformats.org/officeDocument/2006/relationships/customXml" Target="../ink/ink324.xml"/><Relationship Id="rId361" Type="http://schemas.openxmlformats.org/officeDocument/2006/relationships/customXml" Target="../ink/ink428.xml"/><Relationship Id="rId599" Type="http://schemas.openxmlformats.org/officeDocument/2006/relationships/image" Target="../media/image535.png"/><Relationship Id="rId459" Type="http://schemas.openxmlformats.org/officeDocument/2006/relationships/image" Target="../media/image467.png"/><Relationship Id="rId666" Type="http://schemas.openxmlformats.org/officeDocument/2006/relationships/customXml" Target="../ink/ink583.xml"/><Relationship Id="rId16" Type="http://schemas.openxmlformats.org/officeDocument/2006/relationships/customXml" Target="../ink/ink254.xml"/><Relationship Id="rId221" Type="http://schemas.openxmlformats.org/officeDocument/2006/relationships/customXml" Target="../ink/ink358.xml"/><Relationship Id="rId319" Type="http://schemas.openxmlformats.org/officeDocument/2006/relationships/customXml" Target="../ink/ink407.xml"/><Relationship Id="rId526" Type="http://schemas.openxmlformats.org/officeDocument/2006/relationships/customXml" Target="../ink/ink512.xml"/><Relationship Id="rId165" Type="http://schemas.openxmlformats.org/officeDocument/2006/relationships/image" Target="../media/image323.png"/><Relationship Id="rId372" Type="http://schemas.openxmlformats.org/officeDocument/2006/relationships/image" Target="../media/image424.png"/><Relationship Id="rId677" Type="http://schemas.openxmlformats.org/officeDocument/2006/relationships/image" Target="../media/image574.png"/><Relationship Id="rId232" Type="http://schemas.openxmlformats.org/officeDocument/2006/relationships/image" Target="../media/image356.png"/><Relationship Id="rId27" Type="http://schemas.openxmlformats.org/officeDocument/2006/relationships/image" Target="../media/image257.png"/><Relationship Id="rId537" Type="http://schemas.openxmlformats.org/officeDocument/2006/relationships/image" Target="../media/image505.png"/><Relationship Id="rId80" Type="http://schemas.openxmlformats.org/officeDocument/2006/relationships/customXml" Target="../ink/ink286.xml"/><Relationship Id="rId176" Type="http://schemas.openxmlformats.org/officeDocument/2006/relationships/image" Target="../media/image328.png"/><Relationship Id="rId383" Type="http://schemas.openxmlformats.org/officeDocument/2006/relationships/customXml" Target="../ink/ink439.xml"/><Relationship Id="rId590" Type="http://schemas.openxmlformats.org/officeDocument/2006/relationships/customXml" Target="../ink/ink545.xml"/><Relationship Id="rId604" Type="http://schemas.openxmlformats.org/officeDocument/2006/relationships/customXml" Target="../ink/ink552.xml"/><Relationship Id="rId243" Type="http://schemas.openxmlformats.org/officeDocument/2006/relationships/customXml" Target="../ink/ink369.xml"/><Relationship Id="rId450" Type="http://schemas.openxmlformats.org/officeDocument/2006/relationships/customXml" Target="../ink/ink473.xml"/><Relationship Id="rId688" Type="http://schemas.openxmlformats.org/officeDocument/2006/relationships/customXml" Target="../ink/ink594.xml"/><Relationship Id="rId38" Type="http://schemas.openxmlformats.org/officeDocument/2006/relationships/customXml" Target="../ink/ink265.xml"/><Relationship Id="rId103" Type="http://schemas.openxmlformats.org/officeDocument/2006/relationships/customXml" Target="../ink/ink298.xml"/><Relationship Id="rId310" Type="http://schemas.openxmlformats.org/officeDocument/2006/relationships/image" Target="../media/image393.png"/><Relationship Id="rId548" Type="http://schemas.openxmlformats.org/officeDocument/2006/relationships/customXml" Target="../ink/ink523.xml"/><Relationship Id="rId91" Type="http://schemas.openxmlformats.org/officeDocument/2006/relationships/image" Target="../media/image288.png"/><Relationship Id="rId187" Type="http://schemas.openxmlformats.org/officeDocument/2006/relationships/customXml" Target="../ink/ink341.xml"/><Relationship Id="rId394" Type="http://schemas.openxmlformats.org/officeDocument/2006/relationships/image" Target="../media/image435.png"/><Relationship Id="rId408" Type="http://schemas.openxmlformats.org/officeDocument/2006/relationships/customXml" Target="../ink/ink452.xml"/><Relationship Id="rId615" Type="http://schemas.openxmlformats.org/officeDocument/2006/relationships/image" Target="../media/image543.png"/><Relationship Id="rId254" Type="http://schemas.openxmlformats.org/officeDocument/2006/relationships/image" Target="../media/image366.png"/><Relationship Id="rId699" Type="http://schemas.openxmlformats.org/officeDocument/2006/relationships/image" Target="../media/image585.png"/><Relationship Id="rId49" Type="http://schemas.openxmlformats.org/officeDocument/2006/relationships/image" Target="../media/image268.png"/><Relationship Id="rId114" Type="http://schemas.openxmlformats.org/officeDocument/2006/relationships/image" Target="../media/image299.png"/><Relationship Id="rId461" Type="http://schemas.openxmlformats.org/officeDocument/2006/relationships/image" Target="../media/image468.png"/><Relationship Id="rId559" Type="http://schemas.openxmlformats.org/officeDocument/2006/relationships/customXml" Target="../ink/ink529.xml"/><Relationship Id="rId198" Type="http://schemas.openxmlformats.org/officeDocument/2006/relationships/image" Target="../media/image339.png"/><Relationship Id="rId321" Type="http://schemas.openxmlformats.org/officeDocument/2006/relationships/customXml" Target="../ink/ink408.xml"/><Relationship Id="rId419" Type="http://schemas.openxmlformats.org/officeDocument/2006/relationships/image" Target="../media/image447.png"/><Relationship Id="rId626" Type="http://schemas.openxmlformats.org/officeDocument/2006/relationships/customXml" Target="../ink/ink563.xml"/><Relationship Id="rId265" Type="http://schemas.openxmlformats.org/officeDocument/2006/relationships/customXml" Target="../ink/ink380.xml"/><Relationship Id="rId472" Type="http://schemas.openxmlformats.org/officeDocument/2006/relationships/customXml" Target="../ink/ink484.xml"/><Relationship Id="rId125" Type="http://schemas.openxmlformats.org/officeDocument/2006/relationships/image" Target="../media/image304.png"/><Relationship Id="rId332" Type="http://schemas.openxmlformats.org/officeDocument/2006/relationships/image" Target="../media/image404.png"/><Relationship Id="rId637" Type="http://schemas.openxmlformats.org/officeDocument/2006/relationships/image" Target="../media/image554.png"/><Relationship Id="rId276" Type="http://schemas.openxmlformats.org/officeDocument/2006/relationships/image" Target="../media/image376.png"/><Relationship Id="rId483" Type="http://schemas.openxmlformats.org/officeDocument/2006/relationships/image" Target="../media/image479.png"/><Relationship Id="rId690" Type="http://schemas.openxmlformats.org/officeDocument/2006/relationships/customXml" Target="../ink/ink595.xml"/><Relationship Id="rId704" Type="http://schemas.openxmlformats.org/officeDocument/2006/relationships/customXml" Target="../ink/ink602.xml"/><Relationship Id="rId40" Type="http://schemas.openxmlformats.org/officeDocument/2006/relationships/customXml" Target="../ink/ink266.xml"/><Relationship Id="rId136" Type="http://schemas.openxmlformats.org/officeDocument/2006/relationships/customXml" Target="../ink/ink315.xml"/><Relationship Id="rId343" Type="http://schemas.openxmlformats.org/officeDocument/2006/relationships/customXml" Target="../ink/ink419.xml"/><Relationship Id="rId550" Type="http://schemas.openxmlformats.org/officeDocument/2006/relationships/customXml" Target="../ink/ink524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3.png"/><Relationship Id="rId299" Type="http://schemas.openxmlformats.org/officeDocument/2006/relationships/image" Target="../media/image744.png"/><Relationship Id="rId21" Type="http://schemas.openxmlformats.org/officeDocument/2006/relationships/image" Target="../media/image605.png"/><Relationship Id="rId63" Type="http://schemas.openxmlformats.org/officeDocument/2006/relationships/image" Target="../media/image626.png"/><Relationship Id="rId159" Type="http://schemas.openxmlformats.org/officeDocument/2006/relationships/image" Target="../media/image674.png"/><Relationship Id="rId324" Type="http://schemas.openxmlformats.org/officeDocument/2006/relationships/customXml" Target="../ink/ink775.xml"/><Relationship Id="rId366" Type="http://schemas.openxmlformats.org/officeDocument/2006/relationships/customXml" Target="../ink/ink796.xml"/><Relationship Id="rId170" Type="http://schemas.openxmlformats.org/officeDocument/2006/relationships/customXml" Target="../ink/ink698.xml"/><Relationship Id="rId226" Type="http://schemas.openxmlformats.org/officeDocument/2006/relationships/customXml" Target="../ink/ink726.xml"/><Relationship Id="rId433" Type="http://schemas.openxmlformats.org/officeDocument/2006/relationships/image" Target="../media/image810.png"/><Relationship Id="rId268" Type="http://schemas.openxmlformats.org/officeDocument/2006/relationships/customXml" Target="../ink/ink747.xml"/><Relationship Id="rId475" Type="http://schemas.openxmlformats.org/officeDocument/2006/relationships/image" Target="../media/image831.png"/><Relationship Id="rId32" Type="http://schemas.openxmlformats.org/officeDocument/2006/relationships/customXml" Target="../ink/ink629.xml"/><Relationship Id="rId74" Type="http://schemas.openxmlformats.org/officeDocument/2006/relationships/customXml" Target="../ink/ink650.xml"/><Relationship Id="rId128" Type="http://schemas.openxmlformats.org/officeDocument/2006/relationships/customXml" Target="../ink/ink677.xml"/><Relationship Id="rId335" Type="http://schemas.openxmlformats.org/officeDocument/2006/relationships/image" Target="../media/image761.png"/><Relationship Id="rId377" Type="http://schemas.openxmlformats.org/officeDocument/2006/relationships/image" Target="../media/image782.png"/><Relationship Id="rId500" Type="http://schemas.openxmlformats.org/officeDocument/2006/relationships/customXml" Target="../ink/ink863.xml"/><Relationship Id="rId5" Type="http://schemas.openxmlformats.org/officeDocument/2006/relationships/image" Target="../media/image597.png"/><Relationship Id="rId181" Type="http://schemas.openxmlformats.org/officeDocument/2006/relationships/image" Target="../media/image685.png"/><Relationship Id="rId237" Type="http://schemas.openxmlformats.org/officeDocument/2006/relationships/image" Target="../media/image713.png"/><Relationship Id="rId402" Type="http://schemas.openxmlformats.org/officeDocument/2006/relationships/customXml" Target="../ink/ink814.xml"/><Relationship Id="rId279" Type="http://schemas.openxmlformats.org/officeDocument/2006/relationships/image" Target="../media/image734.png"/><Relationship Id="rId444" Type="http://schemas.openxmlformats.org/officeDocument/2006/relationships/customXml" Target="../ink/ink835.xml"/><Relationship Id="rId486" Type="http://schemas.openxmlformats.org/officeDocument/2006/relationships/customXml" Target="../ink/ink856.xml"/><Relationship Id="rId43" Type="http://schemas.openxmlformats.org/officeDocument/2006/relationships/image" Target="../media/image616.png"/><Relationship Id="rId139" Type="http://schemas.openxmlformats.org/officeDocument/2006/relationships/image" Target="../media/image664.png"/><Relationship Id="rId290" Type="http://schemas.openxmlformats.org/officeDocument/2006/relationships/customXml" Target="../ink/ink758.xml"/><Relationship Id="rId304" Type="http://schemas.openxmlformats.org/officeDocument/2006/relationships/customXml" Target="../ink/ink765.xml"/><Relationship Id="rId346" Type="http://schemas.openxmlformats.org/officeDocument/2006/relationships/customXml" Target="../ink/ink786.xml"/><Relationship Id="rId388" Type="http://schemas.openxmlformats.org/officeDocument/2006/relationships/customXml" Target="../ink/ink807.xml"/><Relationship Id="rId85" Type="http://schemas.openxmlformats.org/officeDocument/2006/relationships/image" Target="../media/image637.png"/><Relationship Id="rId150" Type="http://schemas.openxmlformats.org/officeDocument/2006/relationships/customXml" Target="../ink/ink688.xml"/><Relationship Id="rId192" Type="http://schemas.openxmlformats.org/officeDocument/2006/relationships/customXml" Target="../ink/ink709.xml"/><Relationship Id="rId206" Type="http://schemas.openxmlformats.org/officeDocument/2006/relationships/customXml" Target="../ink/ink716.xml"/><Relationship Id="rId413" Type="http://schemas.openxmlformats.org/officeDocument/2006/relationships/image" Target="../media/image800.png"/><Relationship Id="rId248" Type="http://schemas.openxmlformats.org/officeDocument/2006/relationships/customXml" Target="../ink/ink737.xml"/><Relationship Id="rId455" Type="http://schemas.openxmlformats.org/officeDocument/2006/relationships/image" Target="../media/image821.png"/><Relationship Id="rId497" Type="http://schemas.openxmlformats.org/officeDocument/2006/relationships/image" Target="../media/image842.png"/><Relationship Id="rId12" Type="http://schemas.openxmlformats.org/officeDocument/2006/relationships/customXml" Target="../ink/ink619.xml"/><Relationship Id="rId108" Type="http://schemas.openxmlformats.org/officeDocument/2006/relationships/customXml" Target="../ink/ink667.xml"/><Relationship Id="rId315" Type="http://schemas.openxmlformats.org/officeDocument/2006/relationships/image" Target="../media/image752.png"/><Relationship Id="rId357" Type="http://schemas.openxmlformats.org/officeDocument/2006/relationships/image" Target="../media/image772.png"/><Relationship Id="rId54" Type="http://schemas.openxmlformats.org/officeDocument/2006/relationships/customXml" Target="../ink/ink640.xml"/><Relationship Id="rId96" Type="http://schemas.openxmlformats.org/officeDocument/2006/relationships/customXml" Target="../ink/ink661.xml"/><Relationship Id="rId161" Type="http://schemas.openxmlformats.org/officeDocument/2006/relationships/image" Target="../media/image675.png"/><Relationship Id="rId217" Type="http://schemas.openxmlformats.org/officeDocument/2006/relationships/image" Target="../media/image703.png"/><Relationship Id="rId399" Type="http://schemas.openxmlformats.org/officeDocument/2006/relationships/image" Target="../media/image793.png"/><Relationship Id="rId259" Type="http://schemas.openxmlformats.org/officeDocument/2006/relationships/image" Target="../media/image724.png"/><Relationship Id="rId424" Type="http://schemas.openxmlformats.org/officeDocument/2006/relationships/customXml" Target="../ink/ink825.xml"/><Relationship Id="rId466" Type="http://schemas.openxmlformats.org/officeDocument/2006/relationships/customXml" Target="../ink/ink846.xml"/><Relationship Id="rId23" Type="http://schemas.openxmlformats.org/officeDocument/2006/relationships/image" Target="../media/image606.png"/><Relationship Id="rId119" Type="http://schemas.openxmlformats.org/officeDocument/2006/relationships/image" Target="../media/image654.png"/><Relationship Id="rId270" Type="http://schemas.openxmlformats.org/officeDocument/2006/relationships/customXml" Target="../ink/ink748.xml"/><Relationship Id="rId326" Type="http://schemas.openxmlformats.org/officeDocument/2006/relationships/customXml" Target="../ink/ink776.xml"/><Relationship Id="rId65" Type="http://schemas.openxmlformats.org/officeDocument/2006/relationships/image" Target="../media/image627.png"/><Relationship Id="rId130" Type="http://schemas.openxmlformats.org/officeDocument/2006/relationships/customXml" Target="../ink/ink678.xml"/><Relationship Id="rId368" Type="http://schemas.openxmlformats.org/officeDocument/2006/relationships/customXml" Target="../ink/ink797.xml"/><Relationship Id="rId172" Type="http://schemas.openxmlformats.org/officeDocument/2006/relationships/customXml" Target="../ink/ink699.xml"/><Relationship Id="rId228" Type="http://schemas.openxmlformats.org/officeDocument/2006/relationships/customXml" Target="../ink/ink727.xml"/><Relationship Id="rId435" Type="http://schemas.openxmlformats.org/officeDocument/2006/relationships/image" Target="../media/image811.png"/><Relationship Id="rId477" Type="http://schemas.openxmlformats.org/officeDocument/2006/relationships/image" Target="../media/image832.png"/><Relationship Id="rId281" Type="http://schemas.openxmlformats.org/officeDocument/2006/relationships/image" Target="../media/image735.png"/><Relationship Id="rId337" Type="http://schemas.openxmlformats.org/officeDocument/2006/relationships/image" Target="../media/image762.png"/><Relationship Id="rId502" Type="http://schemas.openxmlformats.org/officeDocument/2006/relationships/customXml" Target="../ink/ink864.xml"/><Relationship Id="rId34" Type="http://schemas.openxmlformats.org/officeDocument/2006/relationships/customXml" Target="../ink/ink630.xml"/><Relationship Id="rId76" Type="http://schemas.openxmlformats.org/officeDocument/2006/relationships/customXml" Target="../ink/ink651.xml"/><Relationship Id="rId141" Type="http://schemas.openxmlformats.org/officeDocument/2006/relationships/image" Target="../media/image665.png"/><Relationship Id="rId379" Type="http://schemas.openxmlformats.org/officeDocument/2006/relationships/image" Target="../media/image783.png"/><Relationship Id="rId7" Type="http://schemas.openxmlformats.org/officeDocument/2006/relationships/image" Target="../media/image598.png"/><Relationship Id="rId183" Type="http://schemas.openxmlformats.org/officeDocument/2006/relationships/image" Target="../media/image686.png"/><Relationship Id="rId239" Type="http://schemas.openxmlformats.org/officeDocument/2006/relationships/image" Target="../media/image714.png"/><Relationship Id="rId390" Type="http://schemas.openxmlformats.org/officeDocument/2006/relationships/customXml" Target="../ink/ink808.xml"/><Relationship Id="rId404" Type="http://schemas.openxmlformats.org/officeDocument/2006/relationships/customXml" Target="../ink/ink815.xml"/><Relationship Id="rId446" Type="http://schemas.openxmlformats.org/officeDocument/2006/relationships/customXml" Target="../ink/ink836.xml"/><Relationship Id="rId250" Type="http://schemas.openxmlformats.org/officeDocument/2006/relationships/customXml" Target="../ink/ink738.xml"/><Relationship Id="rId292" Type="http://schemas.openxmlformats.org/officeDocument/2006/relationships/customXml" Target="../ink/ink759.xml"/><Relationship Id="rId306" Type="http://schemas.openxmlformats.org/officeDocument/2006/relationships/customXml" Target="../ink/ink766.xml"/><Relationship Id="rId488" Type="http://schemas.openxmlformats.org/officeDocument/2006/relationships/customXml" Target="../ink/ink857.xml"/><Relationship Id="rId45" Type="http://schemas.openxmlformats.org/officeDocument/2006/relationships/image" Target="../media/image617.png"/><Relationship Id="rId87" Type="http://schemas.openxmlformats.org/officeDocument/2006/relationships/image" Target="../media/image638.png"/><Relationship Id="rId110" Type="http://schemas.openxmlformats.org/officeDocument/2006/relationships/customXml" Target="../ink/ink668.xml"/><Relationship Id="rId348" Type="http://schemas.openxmlformats.org/officeDocument/2006/relationships/customXml" Target="../ink/ink787.xml"/><Relationship Id="rId152" Type="http://schemas.openxmlformats.org/officeDocument/2006/relationships/customXml" Target="../ink/ink689.xml"/><Relationship Id="rId194" Type="http://schemas.openxmlformats.org/officeDocument/2006/relationships/customXml" Target="../ink/ink710.xml"/><Relationship Id="rId208" Type="http://schemas.openxmlformats.org/officeDocument/2006/relationships/customXml" Target="../ink/ink717.xml"/><Relationship Id="rId415" Type="http://schemas.openxmlformats.org/officeDocument/2006/relationships/image" Target="../media/image801.png"/><Relationship Id="rId457" Type="http://schemas.openxmlformats.org/officeDocument/2006/relationships/image" Target="../media/image822.png"/><Relationship Id="rId261" Type="http://schemas.openxmlformats.org/officeDocument/2006/relationships/image" Target="../media/image725.png"/><Relationship Id="rId499" Type="http://schemas.openxmlformats.org/officeDocument/2006/relationships/image" Target="../media/image843.png"/><Relationship Id="rId14" Type="http://schemas.openxmlformats.org/officeDocument/2006/relationships/customXml" Target="../ink/ink620.xml"/><Relationship Id="rId56" Type="http://schemas.openxmlformats.org/officeDocument/2006/relationships/customXml" Target="../ink/ink641.xml"/><Relationship Id="rId317" Type="http://schemas.openxmlformats.org/officeDocument/2006/relationships/image" Target="../media/image753.png"/><Relationship Id="rId359" Type="http://schemas.openxmlformats.org/officeDocument/2006/relationships/image" Target="../media/image773.png"/><Relationship Id="rId98" Type="http://schemas.openxmlformats.org/officeDocument/2006/relationships/customXml" Target="../ink/ink662.xml"/><Relationship Id="rId121" Type="http://schemas.openxmlformats.org/officeDocument/2006/relationships/image" Target="../media/image655.png"/><Relationship Id="rId163" Type="http://schemas.openxmlformats.org/officeDocument/2006/relationships/image" Target="../media/image676.png"/><Relationship Id="rId219" Type="http://schemas.openxmlformats.org/officeDocument/2006/relationships/image" Target="../media/image704.png"/><Relationship Id="rId370" Type="http://schemas.openxmlformats.org/officeDocument/2006/relationships/customXml" Target="../ink/ink798.xml"/><Relationship Id="rId426" Type="http://schemas.openxmlformats.org/officeDocument/2006/relationships/customXml" Target="../ink/ink826.xml"/><Relationship Id="rId230" Type="http://schemas.openxmlformats.org/officeDocument/2006/relationships/customXml" Target="../ink/ink728.xml"/><Relationship Id="rId468" Type="http://schemas.openxmlformats.org/officeDocument/2006/relationships/customXml" Target="../ink/ink847.xml"/><Relationship Id="rId25" Type="http://schemas.openxmlformats.org/officeDocument/2006/relationships/image" Target="../media/image607.png"/><Relationship Id="rId67" Type="http://schemas.openxmlformats.org/officeDocument/2006/relationships/image" Target="../media/image628.png"/><Relationship Id="rId272" Type="http://schemas.openxmlformats.org/officeDocument/2006/relationships/customXml" Target="../ink/ink749.xml"/><Relationship Id="rId328" Type="http://schemas.openxmlformats.org/officeDocument/2006/relationships/customXml" Target="../ink/ink777.xml"/><Relationship Id="rId132" Type="http://schemas.openxmlformats.org/officeDocument/2006/relationships/customXml" Target="../ink/ink679.xml"/><Relationship Id="rId174" Type="http://schemas.openxmlformats.org/officeDocument/2006/relationships/customXml" Target="../ink/ink700.xml"/><Relationship Id="rId381" Type="http://schemas.openxmlformats.org/officeDocument/2006/relationships/image" Target="../media/image784.png"/><Relationship Id="rId241" Type="http://schemas.openxmlformats.org/officeDocument/2006/relationships/image" Target="../media/image715.png"/><Relationship Id="rId437" Type="http://schemas.openxmlformats.org/officeDocument/2006/relationships/image" Target="../media/image812.png"/><Relationship Id="rId479" Type="http://schemas.openxmlformats.org/officeDocument/2006/relationships/image" Target="../media/image833.png"/><Relationship Id="rId36" Type="http://schemas.openxmlformats.org/officeDocument/2006/relationships/customXml" Target="../ink/ink631.xml"/><Relationship Id="rId283" Type="http://schemas.openxmlformats.org/officeDocument/2006/relationships/image" Target="../media/image736.png"/><Relationship Id="rId339" Type="http://schemas.openxmlformats.org/officeDocument/2006/relationships/image" Target="../media/image763.png"/><Relationship Id="rId490" Type="http://schemas.openxmlformats.org/officeDocument/2006/relationships/customXml" Target="../ink/ink858.xml"/><Relationship Id="rId504" Type="http://schemas.openxmlformats.org/officeDocument/2006/relationships/customXml" Target="../ink/ink865.xml"/><Relationship Id="rId78" Type="http://schemas.openxmlformats.org/officeDocument/2006/relationships/customXml" Target="../ink/ink652.xml"/><Relationship Id="rId101" Type="http://schemas.openxmlformats.org/officeDocument/2006/relationships/image" Target="../media/image645.png"/><Relationship Id="rId143" Type="http://schemas.openxmlformats.org/officeDocument/2006/relationships/image" Target="../media/image666.png"/><Relationship Id="rId185" Type="http://schemas.openxmlformats.org/officeDocument/2006/relationships/image" Target="../media/image687.png"/><Relationship Id="rId350" Type="http://schemas.openxmlformats.org/officeDocument/2006/relationships/customXml" Target="../ink/ink788.xml"/><Relationship Id="rId406" Type="http://schemas.openxmlformats.org/officeDocument/2006/relationships/customXml" Target="../ink/ink816.xml"/><Relationship Id="rId9" Type="http://schemas.openxmlformats.org/officeDocument/2006/relationships/image" Target="../media/image599.png"/><Relationship Id="rId210" Type="http://schemas.openxmlformats.org/officeDocument/2006/relationships/customXml" Target="../ink/ink718.xml"/><Relationship Id="rId392" Type="http://schemas.openxmlformats.org/officeDocument/2006/relationships/customXml" Target="../ink/ink809.xml"/><Relationship Id="rId448" Type="http://schemas.openxmlformats.org/officeDocument/2006/relationships/customXml" Target="../ink/ink837.xml"/><Relationship Id="rId252" Type="http://schemas.openxmlformats.org/officeDocument/2006/relationships/customXml" Target="../ink/ink739.xml"/><Relationship Id="rId294" Type="http://schemas.openxmlformats.org/officeDocument/2006/relationships/customXml" Target="../ink/ink760.xml"/><Relationship Id="rId308" Type="http://schemas.openxmlformats.org/officeDocument/2006/relationships/customXml" Target="../ink/ink767.xml"/><Relationship Id="rId47" Type="http://schemas.openxmlformats.org/officeDocument/2006/relationships/image" Target="../media/image618.png"/><Relationship Id="rId89" Type="http://schemas.openxmlformats.org/officeDocument/2006/relationships/image" Target="../media/image639.png"/><Relationship Id="rId112" Type="http://schemas.openxmlformats.org/officeDocument/2006/relationships/customXml" Target="../ink/ink669.xml"/><Relationship Id="rId154" Type="http://schemas.openxmlformats.org/officeDocument/2006/relationships/customXml" Target="../ink/ink690.xml"/><Relationship Id="rId361" Type="http://schemas.openxmlformats.org/officeDocument/2006/relationships/image" Target="../media/image774.png"/><Relationship Id="rId196" Type="http://schemas.openxmlformats.org/officeDocument/2006/relationships/customXml" Target="../ink/ink711.xml"/><Relationship Id="rId417" Type="http://schemas.openxmlformats.org/officeDocument/2006/relationships/image" Target="../media/image802.png"/><Relationship Id="rId459" Type="http://schemas.openxmlformats.org/officeDocument/2006/relationships/image" Target="../media/image823.png"/><Relationship Id="rId16" Type="http://schemas.openxmlformats.org/officeDocument/2006/relationships/customXml" Target="../ink/ink621.xml"/><Relationship Id="rId221" Type="http://schemas.openxmlformats.org/officeDocument/2006/relationships/image" Target="../media/image705.png"/><Relationship Id="rId263" Type="http://schemas.openxmlformats.org/officeDocument/2006/relationships/image" Target="../media/image726.png"/><Relationship Id="rId319" Type="http://schemas.openxmlformats.org/officeDocument/2006/relationships/image" Target="../media/image27.png"/><Relationship Id="rId470" Type="http://schemas.openxmlformats.org/officeDocument/2006/relationships/customXml" Target="../ink/ink848.xml"/><Relationship Id="rId58" Type="http://schemas.openxmlformats.org/officeDocument/2006/relationships/customXml" Target="../ink/ink642.xml"/><Relationship Id="rId123" Type="http://schemas.openxmlformats.org/officeDocument/2006/relationships/image" Target="../media/image656.png"/><Relationship Id="rId330" Type="http://schemas.openxmlformats.org/officeDocument/2006/relationships/customXml" Target="../ink/ink778.xml"/><Relationship Id="rId165" Type="http://schemas.openxmlformats.org/officeDocument/2006/relationships/image" Target="../media/image677.png"/><Relationship Id="rId372" Type="http://schemas.openxmlformats.org/officeDocument/2006/relationships/customXml" Target="../ink/ink799.xml"/><Relationship Id="rId428" Type="http://schemas.openxmlformats.org/officeDocument/2006/relationships/customXml" Target="../ink/ink827.xml"/><Relationship Id="rId232" Type="http://schemas.openxmlformats.org/officeDocument/2006/relationships/customXml" Target="../ink/ink729.xml"/><Relationship Id="rId274" Type="http://schemas.openxmlformats.org/officeDocument/2006/relationships/customXml" Target="../ink/ink750.xml"/><Relationship Id="rId481" Type="http://schemas.openxmlformats.org/officeDocument/2006/relationships/image" Target="../media/image834.png"/><Relationship Id="rId27" Type="http://schemas.openxmlformats.org/officeDocument/2006/relationships/image" Target="../media/image608.png"/><Relationship Id="rId69" Type="http://schemas.openxmlformats.org/officeDocument/2006/relationships/image" Target="../media/image629.png"/><Relationship Id="rId134" Type="http://schemas.openxmlformats.org/officeDocument/2006/relationships/customXml" Target="../ink/ink680.xml"/><Relationship Id="rId80" Type="http://schemas.openxmlformats.org/officeDocument/2006/relationships/customXml" Target="../ink/ink653.xml"/><Relationship Id="rId176" Type="http://schemas.openxmlformats.org/officeDocument/2006/relationships/customXml" Target="../ink/ink701.xml"/><Relationship Id="rId341" Type="http://schemas.openxmlformats.org/officeDocument/2006/relationships/image" Target="../media/image764.png"/><Relationship Id="rId383" Type="http://schemas.openxmlformats.org/officeDocument/2006/relationships/image" Target="../media/image785.png"/><Relationship Id="rId439" Type="http://schemas.openxmlformats.org/officeDocument/2006/relationships/image" Target="../media/image813.png"/><Relationship Id="rId201" Type="http://schemas.openxmlformats.org/officeDocument/2006/relationships/image" Target="../media/image695.png"/><Relationship Id="rId243" Type="http://schemas.openxmlformats.org/officeDocument/2006/relationships/image" Target="../media/image716.png"/><Relationship Id="rId285" Type="http://schemas.openxmlformats.org/officeDocument/2006/relationships/image" Target="../media/image737.png"/><Relationship Id="rId450" Type="http://schemas.openxmlformats.org/officeDocument/2006/relationships/customXml" Target="../ink/ink838.xml"/><Relationship Id="rId506" Type="http://schemas.openxmlformats.org/officeDocument/2006/relationships/customXml" Target="../ink/ink866.xml"/><Relationship Id="rId38" Type="http://schemas.openxmlformats.org/officeDocument/2006/relationships/customXml" Target="../ink/ink632.xml"/><Relationship Id="rId103" Type="http://schemas.openxmlformats.org/officeDocument/2006/relationships/image" Target="../media/image646.png"/><Relationship Id="rId310" Type="http://schemas.openxmlformats.org/officeDocument/2006/relationships/customXml" Target="../ink/ink768.xml"/><Relationship Id="rId492" Type="http://schemas.openxmlformats.org/officeDocument/2006/relationships/customXml" Target="../ink/ink859.xml"/><Relationship Id="rId91" Type="http://schemas.openxmlformats.org/officeDocument/2006/relationships/image" Target="../media/image640.png"/><Relationship Id="rId145" Type="http://schemas.openxmlformats.org/officeDocument/2006/relationships/image" Target="../media/image667.png"/><Relationship Id="rId187" Type="http://schemas.openxmlformats.org/officeDocument/2006/relationships/image" Target="../media/image688.png"/><Relationship Id="rId352" Type="http://schemas.openxmlformats.org/officeDocument/2006/relationships/customXml" Target="../ink/ink789.xml"/><Relationship Id="rId394" Type="http://schemas.openxmlformats.org/officeDocument/2006/relationships/customXml" Target="../ink/ink810.xml"/><Relationship Id="rId408" Type="http://schemas.openxmlformats.org/officeDocument/2006/relationships/customXml" Target="../ink/ink817.xml"/><Relationship Id="rId212" Type="http://schemas.openxmlformats.org/officeDocument/2006/relationships/customXml" Target="../ink/ink719.xml"/><Relationship Id="rId254" Type="http://schemas.openxmlformats.org/officeDocument/2006/relationships/customXml" Target="../ink/ink740.xml"/><Relationship Id="rId49" Type="http://schemas.openxmlformats.org/officeDocument/2006/relationships/image" Target="../media/image619.png"/><Relationship Id="rId114" Type="http://schemas.openxmlformats.org/officeDocument/2006/relationships/customXml" Target="../ink/ink670.xml"/><Relationship Id="rId296" Type="http://schemas.openxmlformats.org/officeDocument/2006/relationships/customXml" Target="../ink/ink761.xml"/><Relationship Id="rId461" Type="http://schemas.openxmlformats.org/officeDocument/2006/relationships/image" Target="../media/image824.png"/><Relationship Id="rId60" Type="http://schemas.openxmlformats.org/officeDocument/2006/relationships/customXml" Target="../ink/ink643.xml"/><Relationship Id="rId156" Type="http://schemas.openxmlformats.org/officeDocument/2006/relationships/customXml" Target="../ink/ink691.xml"/><Relationship Id="rId198" Type="http://schemas.openxmlformats.org/officeDocument/2006/relationships/customXml" Target="../ink/ink712.xml"/><Relationship Id="rId321" Type="http://schemas.openxmlformats.org/officeDocument/2006/relationships/image" Target="../media/image754.png"/><Relationship Id="rId363" Type="http://schemas.openxmlformats.org/officeDocument/2006/relationships/image" Target="../media/image775.png"/><Relationship Id="rId419" Type="http://schemas.openxmlformats.org/officeDocument/2006/relationships/image" Target="../media/image803.png"/><Relationship Id="rId223" Type="http://schemas.openxmlformats.org/officeDocument/2006/relationships/image" Target="../media/image706.png"/><Relationship Id="rId430" Type="http://schemas.openxmlformats.org/officeDocument/2006/relationships/customXml" Target="../ink/ink828.xml"/><Relationship Id="rId18" Type="http://schemas.openxmlformats.org/officeDocument/2006/relationships/customXml" Target="../ink/ink622.xml"/><Relationship Id="rId265" Type="http://schemas.openxmlformats.org/officeDocument/2006/relationships/image" Target="../media/image727.png"/><Relationship Id="rId472" Type="http://schemas.openxmlformats.org/officeDocument/2006/relationships/customXml" Target="../ink/ink849.xml"/><Relationship Id="rId125" Type="http://schemas.openxmlformats.org/officeDocument/2006/relationships/image" Target="../media/image657.png"/><Relationship Id="rId167" Type="http://schemas.openxmlformats.org/officeDocument/2006/relationships/image" Target="../media/image678.png"/><Relationship Id="rId332" Type="http://schemas.openxmlformats.org/officeDocument/2006/relationships/customXml" Target="../ink/ink779.xml"/><Relationship Id="rId374" Type="http://schemas.openxmlformats.org/officeDocument/2006/relationships/customXml" Target="../ink/ink800.xml"/><Relationship Id="rId71" Type="http://schemas.openxmlformats.org/officeDocument/2006/relationships/image" Target="../media/image630.png"/><Relationship Id="rId234" Type="http://schemas.openxmlformats.org/officeDocument/2006/relationships/customXml" Target="../ink/ink730.xml"/><Relationship Id="rId2" Type="http://schemas.openxmlformats.org/officeDocument/2006/relationships/customXml" Target="../ink/ink614.xml"/><Relationship Id="rId29" Type="http://schemas.openxmlformats.org/officeDocument/2006/relationships/image" Target="../media/image609.png"/><Relationship Id="rId276" Type="http://schemas.openxmlformats.org/officeDocument/2006/relationships/customXml" Target="../ink/ink751.xml"/><Relationship Id="rId441" Type="http://schemas.openxmlformats.org/officeDocument/2006/relationships/image" Target="../media/image814.png"/><Relationship Id="rId483" Type="http://schemas.openxmlformats.org/officeDocument/2006/relationships/image" Target="../media/image835.png"/><Relationship Id="rId40" Type="http://schemas.openxmlformats.org/officeDocument/2006/relationships/customXml" Target="../ink/ink633.xml"/><Relationship Id="rId136" Type="http://schemas.openxmlformats.org/officeDocument/2006/relationships/customXml" Target="../ink/ink681.xml"/><Relationship Id="rId178" Type="http://schemas.openxmlformats.org/officeDocument/2006/relationships/customXml" Target="../ink/ink702.xml"/><Relationship Id="rId301" Type="http://schemas.openxmlformats.org/officeDocument/2006/relationships/image" Target="../media/image745.png"/><Relationship Id="rId343" Type="http://schemas.openxmlformats.org/officeDocument/2006/relationships/image" Target="../media/image765.png"/><Relationship Id="rId82" Type="http://schemas.openxmlformats.org/officeDocument/2006/relationships/customXml" Target="../ink/ink654.xml"/><Relationship Id="rId203" Type="http://schemas.openxmlformats.org/officeDocument/2006/relationships/image" Target="../media/image696.png"/><Relationship Id="rId385" Type="http://schemas.openxmlformats.org/officeDocument/2006/relationships/image" Target="../media/image786.png"/><Relationship Id="rId245" Type="http://schemas.openxmlformats.org/officeDocument/2006/relationships/image" Target="../media/image717.png"/><Relationship Id="rId287" Type="http://schemas.openxmlformats.org/officeDocument/2006/relationships/image" Target="../media/image738.png"/><Relationship Id="rId410" Type="http://schemas.openxmlformats.org/officeDocument/2006/relationships/customXml" Target="../ink/ink818.xml"/><Relationship Id="rId452" Type="http://schemas.openxmlformats.org/officeDocument/2006/relationships/customXml" Target="../ink/ink839.xml"/><Relationship Id="rId494" Type="http://schemas.openxmlformats.org/officeDocument/2006/relationships/customXml" Target="../ink/ink860.xml"/><Relationship Id="rId105" Type="http://schemas.openxmlformats.org/officeDocument/2006/relationships/image" Target="../media/image647.png"/><Relationship Id="rId147" Type="http://schemas.openxmlformats.org/officeDocument/2006/relationships/image" Target="../media/image668.png"/><Relationship Id="rId312" Type="http://schemas.openxmlformats.org/officeDocument/2006/relationships/customXml" Target="../ink/ink769.xml"/><Relationship Id="rId354" Type="http://schemas.openxmlformats.org/officeDocument/2006/relationships/customXml" Target="../ink/ink790.xml"/><Relationship Id="rId51" Type="http://schemas.openxmlformats.org/officeDocument/2006/relationships/image" Target="../media/image620.png"/><Relationship Id="rId93" Type="http://schemas.openxmlformats.org/officeDocument/2006/relationships/image" Target="../media/image641.png"/><Relationship Id="rId189" Type="http://schemas.openxmlformats.org/officeDocument/2006/relationships/image" Target="../media/image689.png"/><Relationship Id="rId396" Type="http://schemas.openxmlformats.org/officeDocument/2006/relationships/customXml" Target="../ink/ink811.xml"/><Relationship Id="rId214" Type="http://schemas.openxmlformats.org/officeDocument/2006/relationships/customXml" Target="../ink/ink720.xml"/><Relationship Id="rId256" Type="http://schemas.openxmlformats.org/officeDocument/2006/relationships/customXml" Target="../ink/ink741.xml"/><Relationship Id="rId298" Type="http://schemas.openxmlformats.org/officeDocument/2006/relationships/customXml" Target="../ink/ink762.xml"/><Relationship Id="rId421" Type="http://schemas.openxmlformats.org/officeDocument/2006/relationships/image" Target="../media/image804.png"/><Relationship Id="rId463" Type="http://schemas.openxmlformats.org/officeDocument/2006/relationships/image" Target="../media/image825.png"/><Relationship Id="rId116" Type="http://schemas.openxmlformats.org/officeDocument/2006/relationships/customXml" Target="../ink/ink671.xml"/><Relationship Id="rId158" Type="http://schemas.openxmlformats.org/officeDocument/2006/relationships/customXml" Target="../ink/ink692.xml"/><Relationship Id="rId323" Type="http://schemas.openxmlformats.org/officeDocument/2006/relationships/image" Target="../media/image755.png"/><Relationship Id="rId20" Type="http://schemas.openxmlformats.org/officeDocument/2006/relationships/customXml" Target="../ink/ink623.xml"/><Relationship Id="rId62" Type="http://schemas.openxmlformats.org/officeDocument/2006/relationships/customXml" Target="../ink/ink644.xml"/><Relationship Id="rId365" Type="http://schemas.openxmlformats.org/officeDocument/2006/relationships/image" Target="../media/image776.png"/><Relationship Id="rId225" Type="http://schemas.openxmlformats.org/officeDocument/2006/relationships/image" Target="../media/image707.png"/><Relationship Id="rId267" Type="http://schemas.openxmlformats.org/officeDocument/2006/relationships/image" Target="../media/image728.png"/><Relationship Id="rId432" Type="http://schemas.openxmlformats.org/officeDocument/2006/relationships/customXml" Target="../ink/ink829.xml"/><Relationship Id="rId474" Type="http://schemas.openxmlformats.org/officeDocument/2006/relationships/customXml" Target="../ink/ink850.xml"/><Relationship Id="rId127" Type="http://schemas.openxmlformats.org/officeDocument/2006/relationships/image" Target="../media/image658.png"/><Relationship Id="rId31" Type="http://schemas.openxmlformats.org/officeDocument/2006/relationships/image" Target="../media/image610.png"/><Relationship Id="rId73" Type="http://schemas.openxmlformats.org/officeDocument/2006/relationships/image" Target="../media/image631.png"/><Relationship Id="rId169" Type="http://schemas.openxmlformats.org/officeDocument/2006/relationships/image" Target="../media/image679.png"/><Relationship Id="rId334" Type="http://schemas.openxmlformats.org/officeDocument/2006/relationships/customXml" Target="../ink/ink780.xml"/><Relationship Id="rId376" Type="http://schemas.openxmlformats.org/officeDocument/2006/relationships/customXml" Target="../ink/ink801.xml"/><Relationship Id="rId4" Type="http://schemas.openxmlformats.org/officeDocument/2006/relationships/customXml" Target="../ink/ink615.xml"/><Relationship Id="rId180" Type="http://schemas.openxmlformats.org/officeDocument/2006/relationships/customXml" Target="../ink/ink703.xml"/><Relationship Id="rId215" Type="http://schemas.openxmlformats.org/officeDocument/2006/relationships/image" Target="../media/image702.png"/><Relationship Id="rId236" Type="http://schemas.openxmlformats.org/officeDocument/2006/relationships/customXml" Target="../ink/ink731.xml"/><Relationship Id="rId257" Type="http://schemas.openxmlformats.org/officeDocument/2006/relationships/image" Target="../media/image723.png"/><Relationship Id="rId278" Type="http://schemas.openxmlformats.org/officeDocument/2006/relationships/customXml" Target="../ink/ink752.xml"/><Relationship Id="rId401" Type="http://schemas.openxmlformats.org/officeDocument/2006/relationships/image" Target="../media/image794.png"/><Relationship Id="rId422" Type="http://schemas.openxmlformats.org/officeDocument/2006/relationships/customXml" Target="../ink/ink824.xml"/><Relationship Id="rId443" Type="http://schemas.openxmlformats.org/officeDocument/2006/relationships/image" Target="../media/image815.png"/><Relationship Id="rId464" Type="http://schemas.openxmlformats.org/officeDocument/2006/relationships/customXml" Target="../ink/ink845.xml"/><Relationship Id="rId303" Type="http://schemas.openxmlformats.org/officeDocument/2006/relationships/image" Target="../media/image746.png"/><Relationship Id="rId485" Type="http://schemas.openxmlformats.org/officeDocument/2006/relationships/image" Target="../media/image836.png"/><Relationship Id="rId42" Type="http://schemas.openxmlformats.org/officeDocument/2006/relationships/customXml" Target="../ink/ink634.xml"/><Relationship Id="rId84" Type="http://schemas.openxmlformats.org/officeDocument/2006/relationships/customXml" Target="../ink/ink655.xml"/><Relationship Id="rId138" Type="http://schemas.openxmlformats.org/officeDocument/2006/relationships/customXml" Target="../ink/ink682.xml"/><Relationship Id="rId345" Type="http://schemas.openxmlformats.org/officeDocument/2006/relationships/image" Target="../media/image766.png"/><Relationship Id="rId387" Type="http://schemas.openxmlformats.org/officeDocument/2006/relationships/image" Target="../media/image787.png"/><Relationship Id="rId191" Type="http://schemas.openxmlformats.org/officeDocument/2006/relationships/image" Target="../media/image690.png"/><Relationship Id="rId205" Type="http://schemas.openxmlformats.org/officeDocument/2006/relationships/image" Target="../media/image697.png"/><Relationship Id="rId247" Type="http://schemas.openxmlformats.org/officeDocument/2006/relationships/image" Target="../media/image718.png"/><Relationship Id="rId412" Type="http://schemas.openxmlformats.org/officeDocument/2006/relationships/customXml" Target="../ink/ink819.xml"/><Relationship Id="rId107" Type="http://schemas.openxmlformats.org/officeDocument/2006/relationships/image" Target="../media/image648.png"/><Relationship Id="rId289" Type="http://schemas.openxmlformats.org/officeDocument/2006/relationships/image" Target="../media/image739.png"/><Relationship Id="rId454" Type="http://schemas.openxmlformats.org/officeDocument/2006/relationships/customXml" Target="../ink/ink840.xml"/><Relationship Id="rId496" Type="http://schemas.openxmlformats.org/officeDocument/2006/relationships/customXml" Target="../ink/ink861.xml"/><Relationship Id="rId11" Type="http://schemas.openxmlformats.org/officeDocument/2006/relationships/image" Target="../media/image600.png"/><Relationship Id="rId53" Type="http://schemas.openxmlformats.org/officeDocument/2006/relationships/image" Target="../media/image621.png"/><Relationship Id="rId149" Type="http://schemas.openxmlformats.org/officeDocument/2006/relationships/image" Target="../media/image669.png"/><Relationship Id="rId314" Type="http://schemas.openxmlformats.org/officeDocument/2006/relationships/customXml" Target="../ink/ink770.xml"/><Relationship Id="rId356" Type="http://schemas.openxmlformats.org/officeDocument/2006/relationships/customXml" Target="../ink/ink791.xml"/><Relationship Id="rId398" Type="http://schemas.openxmlformats.org/officeDocument/2006/relationships/customXml" Target="../ink/ink812.xml"/><Relationship Id="rId95" Type="http://schemas.openxmlformats.org/officeDocument/2006/relationships/image" Target="../media/image642.png"/><Relationship Id="rId160" Type="http://schemas.openxmlformats.org/officeDocument/2006/relationships/customXml" Target="../ink/ink693.xml"/><Relationship Id="rId216" Type="http://schemas.openxmlformats.org/officeDocument/2006/relationships/customXml" Target="../ink/ink721.xml"/><Relationship Id="rId423" Type="http://schemas.openxmlformats.org/officeDocument/2006/relationships/image" Target="../media/image805.png"/><Relationship Id="rId258" Type="http://schemas.openxmlformats.org/officeDocument/2006/relationships/customXml" Target="../ink/ink742.xml"/><Relationship Id="rId465" Type="http://schemas.openxmlformats.org/officeDocument/2006/relationships/image" Target="../media/image826.png"/><Relationship Id="rId22" Type="http://schemas.openxmlformats.org/officeDocument/2006/relationships/customXml" Target="../ink/ink624.xml"/><Relationship Id="rId64" Type="http://schemas.openxmlformats.org/officeDocument/2006/relationships/customXml" Target="../ink/ink645.xml"/><Relationship Id="rId118" Type="http://schemas.openxmlformats.org/officeDocument/2006/relationships/customXml" Target="../ink/ink672.xml"/><Relationship Id="rId325" Type="http://schemas.openxmlformats.org/officeDocument/2006/relationships/image" Target="../media/image756.png"/><Relationship Id="rId367" Type="http://schemas.openxmlformats.org/officeDocument/2006/relationships/image" Target="../media/image777.png"/><Relationship Id="rId171" Type="http://schemas.openxmlformats.org/officeDocument/2006/relationships/image" Target="../media/image680.png"/><Relationship Id="rId227" Type="http://schemas.openxmlformats.org/officeDocument/2006/relationships/image" Target="../media/image708.png"/><Relationship Id="rId269" Type="http://schemas.openxmlformats.org/officeDocument/2006/relationships/image" Target="../media/image729.png"/><Relationship Id="rId434" Type="http://schemas.openxmlformats.org/officeDocument/2006/relationships/customXml" Target="../ink/ink830.xml"/><Relationship Id="rId476" Type="http://schemas.openxmlformats.org/officeDocument/2006/relationships/customXml" Target="../ink/ink851.xml"/><Relationship Id="rId33" Type="http://schemas.openxmlformats.org/officeDocument/2006/relationships/image" Target="../media/image611.png"/><Relationship Id="rId129" Type="http://schemas.openxmlformats.org/officeDocument/2006/relationships/image" Target="../media/image659.png"/><Relationship Id="rId280" Type="http://schemas.openxmlformats.org/officeDocument/2006/relationships/customXml" Target="../ink/ink753.xml"/><Relationship Id="rId336" Type="http://schemas.openxmlformats.org/officeDocument/2006/relationships/customXml" Target="../ink/ink781.xml"/><Relationship Id="rId501" Type="http://schemas.openxmlformats.org/officeDocument/2006/relationships/image" Target="../media/image844.png"/><Relationship Id="rId75" Type="http://schemas.openxmlformats.org/officeDocument/2006/relationships/image" Target="../media/image632.png"/><Relationship Id="rId140" Type="http://schemas.openxmlformats.org/officeDocument/2006/relationships/customXml" Target="../ink/ink683.xml"/><Relationship Id="rId182" Type="http://schemas.openxmlformats.org/officeDocument/2006/relationships/customXml" Target="../ink/ink704.xml"/><Relationship Id="rId378" Type="http://schemas.openxmlformats.org/officeDocument/2006/relationships/customXml" Target="../ink/ink802.xml"/><Relationship Id="rId403" Type="http://schemas.openxmlformats.org/officeDocument/2006/relationships/image" Target="../media/image795.png"/><Relationship Id="rId6" Type="http://schemas.openxmlformats.org/officeDocument/2006/relationships/customXml" Target="../ink/ink616.xml"/><Relationship Id="rId238" Type="http://schemas.openxmlformats.org/officeDocument/2006/relationships/customXml" Target="../ink/ink732.xml"/><Relationship Id="rId445" Type="http://schemas.openxmlformats.org/officeDocument/2006/relationships/image" Target="../media/image816.png"/><Relationship Id="rId487" Type="http://schemas.openxmlformats.org/officeDocument/2006/relationships/image" Target="../media/image837.png"/><Relationship Id="rId291" Type="http://schemas.openxmlformats.org/officeDocument/2006/relationships/image" Target="../media/image740.png"/><Relationship Id="rId305" Type="http://schemas.openxmlformats.org/officeDocument/2006/relationships/image" Target="../media/image747.png"/><Relationship Id="rId347" Type="http://schemas.openxmlformats.org/officeDocument/2006/relationships/image" Target="../media/image767.png"/><Relationship Id="rId44" Type="http://schemas.openxmlformats.org/officeDocument/2006/relationships/customXml" Target="../ink/ink635.xml"/><Relationship Id="rId86" Type="http://schemas.openxmlformats.org/officeDocument/2006/relationships/customXml" Target="../ink/ink656.xml"/><Relationship Id="rId151" Type="http://schemas.openxmlformats.org/officeDocument/2006/relationships/image" Target="../media/image670.png"/><Relationship Id="rId389" Type="http://schemas.openxmlformats.org/officeDocument/2006/relationships/image" Target="../media/image788.png"/><Relationship Id="rId193" Type="http://schemas.openxmlformats.org/officeDocument/2006/relationships/image" Target="../media/image691.png"/><Relationship Id="rId207" Type="http://schemas.openxmlformats.org/officeDocument/2006/relationships/image" Target="../media/image698.png"/><Relationship Id="rId249" Type="http://schemas.openxmlformats.org/officeDocument/2006/relationships/image" Target="../media/image719.png"/><Relationship Id="rId414" Type="http://schemas.openxmlformats.org/officeDocument/2006/relationships/customXml" Target="../ink/ink820.xml"/><Relationship Id="rId456" Type="http://schemas.openxmlformats.org/officeDocument/2006/relationships/customXml" Target="../ink/ink841.xml"/><Relationship Id="rId498" Type="http://schemas.openxmlformats.org/officeDocument/2006/relationships/customXml" Target="../ink/ink862.xml"/><Relationship Id="rId13" Type="http://schemas.openxmlformats.org/officeDocument/2006/relationships/image" Target="../media/image601.png"/><Relationship Id="rId109" Type="http://schemas.openxmlformats.org/officeDocument/2006/relationships/image" Target="../media/image649.png"/><Relationship Id="rId260" Type="http://schemas.openxmlformats.org/officeDocument/2006/relationships/customXml" Target="../ink/ink743.xml"/><Relationship Id="rId316" Type="http://schemas.openxmlformats.org/officeDocument/2006/relationships/customXml" Target="../ink/ink771.xml"/><Relationship Id="rId55" Type="http://schemas.openxmlformats.org/officeDocument/2006/relationships/image" Target="../media/image622.png"/><Relationship Id="rId97" Type="http://schemas.openxmlformats.org/officeDocument/2006/relationships/image" Target="../media/image643.png"/><Relationship Id="rId120" Type="http://schemas.openxmlformats.org/officeDocument/2006/relationships/customXml" Target="../ink/ink673.xml"/><Relationship Id="rId358" Type="http://schemas.openxmlformats.org/officeDocument/2006/relationships/customXml" Target="../ink/ink792.xml"/><Relationship Id="rId162" Type="http://schemas.openxmlformats.org/officeDocument/2006/relationships/customXml" Target="../ink/ink694.xml"/><Relationship Id="rId218" Type="http://schemas.openxmlformats.org/officeDocument/2006/relationships/customXml" Target="../ink/ink722.xml"/><Relationship Id="rId425" Type="http://schemas.openxmlformats.org/officeDocument/2006/relationships/image" Target="../media/image806.png"/><Relationship Id="rId467" Type="http://schemas.openxmlformats.org/officeDocument/2006/relationships/image" Target="../media/image827.png"/><Relationship Id="rId271" Type="http://schemas.openxmlformats.org/officeDocument/2006/relationships/image" Target="../media/image730.png"/><Relationship Id="rId24" Type="http://schemas.openxmlformats.org/officeDocument/2006/relationships/customXml" Target="../ink/ink625.xml"/><Relationship Id="rId66" Type="http://schemas.openxmlformats.org/officeDocument/2006/relationships/customXml" Target="../ink/ink646.xml"/><Relationship Id="rId131" Type="http://schemas.openxmlformats.org/officeDocument/2006/relationships/image" Target="../media/image660.png"/><Relationship Id="rId327" Type="http://schemas.openxmlformats.org/officeDocument/2006/relationships/image" Target="../media/image757.png"/><Relationship Id="rId369" Type="http://schemas.openxmlformats.org/officeDocument/2006/relationships/image" Target="../media/image778.png"/><Relationship Id="rId173" Type="http://schemas.openxmlformats.org/officeDocument/2006/relationships/image" Target="../media/image681.png"/><Relationship Id="rId229" Type="http://schemas.openxmlformats.org/officeDocument/2006/relationships/image" Target="../media/image709.png"/><Relationship Id="rId380" Type="http://schemas.openxmlformats.org/officeDocument/2006/relationships/customXml" Target="../ink/ink803.xml"/><Relationship Id="rId436" Type="http://schemas.openxmlformats.org/officeDocument/2006/relationships/customXml" Target="../ink/ink831.xml"/><Relationship Id="rId240" Type="http://schemas.openxmlformats.org/officeDocument/2006/relationships/customXml" Target="../ink/ink733.xml"/><Relationship Id="rId478" Type="http://schemas.openxmlformats.org/officeDocument/2006/relationships/customXml" Target="../ink/ink852.xml"/><Relationship Id="rId35" Type="http://schemas.openxmlformats.org/officeDocument/2006/relationships/image" Target="../media/image612.png"/><Relationship Id="rId77" Type="http://schemas.openxmlformats.org/officeDocument/2006/relationships/image" Target="../media/image633.png"/><Relationship Id="rId100" Type="http://schemas.openxmlformats.org/officeDocument/2006/relationships/customXml" Target="../ink/ink663.xml"/><Relationship Id="rId282" Type="http://schemas.openxmlformats.org/officeDocument/2006/relationships/customXml" Target="../ink/ink754.xml"/><Relationship Id="rId338" Type="http://schemas.openxmlformats.org/officeDocument/2006/relationships/customXml" Target="../ink/ink782.xml"/><Relationship Id="rId503" Type="http://schemas.openxmlformats.org/officeDocument/2006/relationships/image" Target="../media/image845.png"/><Relationship Id="rId8" Type="http://schemas.openxmlformats.org/officeDocument/2006/relationships/customXml" Target="../ink/ink617.xml"/><Relationship Id="rId142" Type="http://schemas.openxmlformats.org/officeDocument/2006/relationships/customXml" Target="../ink/ink684.xml"/><Relationship Id="rId184" Type="http://schemas.openxmlformats.org/officeDocument/2006/relationships/customXml" Target="../ink/ink705.xml"/><Relationship Id="rId391" Type="http://schemas.openxmlformats.org/officeDocument/2006/relationships/image" Target="../media/image789.png"/><Relationship Id="rId405" Type="http://schemas.openxmlformats.org/officeDocument/2006/relationships/image" Target="../media/image796.png"/><Relationship Id="rId447" Type="http://schemas.openxmlformats.org/officeDocument/2006/relationships/image" Target="../media/image817.png"/><Relationship Id="rId251" Type="http://schemas.openxmlformats.org/officeDocument/2006/relationships/image" Target="../media/image720.png"/><Relationship Id="rId489" Type="http://schemas.openxmlformats.org/officeDocument/2006/relationships/image" Target="../media/image838.png"/><Relationship Id="rId46" Type="http://schemas.openxmlformats.org/officeDocument/2006/relationships/customXml" Target="../ink/ink636.xml"/><Relationship Id="rId293" Type="http://schemas.openxmlformats.org/officeDocument/2006/relationships/image" Target="../media/image741.png"/><Relationship Id="rId307" Type="http://schemas.openxmlformats.org/officeDocument/2006/relationships/image" Target="../media/image748.png"/><Relationship Id="rId349" Type="http://schemas.openxmlformats.org/officeDocument/2006/relationships/image" Target="../media/image768.png"/><Relationship Id="rId88" Type="http://schemas.openxmlformats.org/officeDocument/2006/relationships/customXml" Target="../ink/ink657.xml"/><Relationship Id="rId111" Type="http://schemas.openxmlformats.org/officeDocument/2006/relationships/image" Target="../media/image650.png"/><Relationship Id="rId153" Type="http://schemas.openxmlformats.org/officeDocument/2006/relationships/image" Target="../media/image671.png"/><Relationship Id="rId195" Type="http://schemas.openxmlformats.org/officeDocument/2006/relationships/image" Target="../media/image692.png"/><Relationship Id="rId209" Type="http://schemas.openxmlformats.org/officeDocument/2006/relationships/image" Target="../media/image699.png"/><Relationship Id="rId360" Type="http://schemas.openxmlformats.org/officeDocument/2006/relationships/customXml" Target="../ink/ink793.xml"/><Relationship Id="rId416" Type="http://schemas.openxmlformats.org/officeDocument/2006/relationships/customXml" Target="../ink/ink821.xml"/><Relationship Id="rId220" Type="http://schemas.openxmlformats.org/officeDocument/2006/relationships/customXml" Target="../ink/ink723.xml"/><Relationship Id="rId458" Type="http://schemas.openxmlformats.org/officeDocument/2006/relationships/customXml" Target="../ink/ink842.xml"/><Relationship Id="rId15" Type="http://schemas.openxmlformats.org/officeDocument/2006/relationships/image" Target="../media/image602.png"/><Relationship Id="rId57" Type="http://schemas.openxmlformats.org/officeDocument/2006/relationships/image" Target="../media/image623.png"/><Relationship Id="rId262" Type="http://schemas.openxmlformats.org/officeDocument/2006/relationships/customXml" Target="../ink/ink744.xml"/><Relationship Id="rId318" Type="http://schemas.openxmlformats.org/officeDocument/2006/relationships/customXml" Target="../ink/ink772.xml"/><Relationship Id="rId99" Type="http://schemas.openxmlformats.org/officeDocument/2006/relationships/image" Target="../media/image644.png"/><Relationship Id="rId122" Type="http://schemas.openxmlformats.org/officeDocument/2006/relationships/customXml" Target="../ink/ink674.xml"/><Relationship Id="rId164" Type="http://schemas.openxmlformats.org/officeDocument/2006/relationships/customXml" Target="../ink/ink695.xml"/><Relationship Id="rId371" Type="http://schemas.openxmlformats.org/officeDocument/2006/relationships/image" Target="../media/image779.png"/><Relationship Id="rId427" Type="http://schemas.openxmlformats.org/officeDocument/2006/relationships/image" Target="../media/image807.png"/><Relationship Id="rId469" Type="http://schemas.openxmlformats.org/officeDocument/2006/relationships/image" Target="../media/image828.png"/><Relationship Id="rId26" Type="http://schemas.openxmlformats.org/officeDocument/2006/relationships/customXml" Target="../ink/ink626.xml"/><Relationship Id="rId231" Type="http://schemas.openxmlformats.org/officeDocument/2006/relationships/image" Target="../media/image710.png"/><Relationship Id="rId273" Type="http://schemas.openxmlformats.org/officeDocument/2006/relationships/image" Target="../media/image731.png"/><Relationship Id="rId329" Type="http://schemas.openxmlformats.org/officeDocument/2006/relationships/image" Target="../media/image758.png"/><Relationship Id="rId480" Type="http://schemas.openxmlformats.org/officeDocument/2006/relationships/customXml" Target="../ink/ink853.xml"/><Relationship Id="rId68" Type="http://schemas.openxmlformats.org/officeDocument/2006/relationships/customXml" Target="../ink/ink647.xml"/><Relationship Id="rId133" Type="http://schemas.openxmlformats.org/officeDocument/2006/relationships/image" Target="../media/image661.png"/><Relationship Id="rId175" Type="http://schemas.openxmlformats.org/officeDocument/2006/relationships/image" Target="../media/image682.png"/><Relationship Id="rId340" Type="http://schemas.openxmlformats.org/officeDocument/2006/relationships/customXml" Target="../ink/ink783.xml"/><Relationship Id="rId200" Type="http://schemas.openxmlformats.org/officeDocument/2006/relationships/customXml" Target="../ink/ink713.xml"/><Relationship Id="rId382" Type="http://schemas.openxmlformats.org/officeDocument/2006/relationships/customXml" Target="../ink/ink804.xml"/><Relationship Id="rId438" Type="http://schemas.openxmlformats.org/officeDocument/2006/relationships/customXml" Target="../ink/ink832.xml"/><Relationship Id="rId242" Type="http://schemas.openxmlformats.org/officeDocument/2006/relationships/customXml" Target="../ink/ink734.xml"/><Relationship Id="rId284" Type="http://schemas.openxmlformats.org/officeDocument/2006/relationships/customXml" Target="../ink/ink755.xml"/><Relationship Id="rId491" Type="http://schemas.openxmlformats.org/officeDocument/2006/relationships/image" Target="../media/image839.png"/><Relationship Id="rId505" Type="http://schemas.openxmlformats.org/officeDocument/2006/relationships/image" Target="../media/image846.png"/><Relationship Id="rId37" Type="http://schemas.openxmlformats.org/officeDocument/2006/relationships/image" Target="../media/image613.png"/><Relationship Id="rId79" Type="http://schemas.openxmlformats.org/officeDocument/2006/relationships/image" Target="../media/image634.png"/><Relationship Id="rId102" Type="http://schemas.openxmlformats.org/officeDocument/2006/relationships/customXml" Target="../ink/ink664.xml"/><Relationship Id="rId144" Type="http://schemas.openxmlformats.org/officeDocument/2006/relationships/customXml" Target="../ink/ink685.xml"/><Relationship Id="rId90" Type="http://schemas.openxmlformats.org/officeDocument/2006/relationships/customXml" Target="../ink/ink658.xml"/><Relationship Id="rId186" Type="http://schemas.openxmlformats.org/officeDocument/2006/relationships/customXml" Target="../ink/ink706.xml"/><Relationship Id="rId351" Type="http://schemas.openxmlformats.org/officeDocument/2006/relationships/image" Target="../media/image769.png"/><Relationship Id="rId393" Type="http://schemas.openxmlformats.org/officeDocument/2006/relationships/image" Target="../media/image790.png"/><Relationship Id="rId407" Type="http://schemas.openxmlformats.org/officeDocument/2006/relationships/image" Target="../media/image797.png"/><Relationship Id="rId449" Type="http://schemas.openxmlformats.org/officeDocument/2006/relationships/image" Target="../media/image818.png"/><Relationship Id="rId211" Type="http://schemas.openxmlformats.org/officeDocument/2006/relationships/image" Target="../media/image700.png"/><Relationship Id="rId253" Type="http://schemas.openxmlformats.org/officeDocument/2006/relationships/image" Target="../media/image721.png"/><Relationship Id="rId295" Type="http://schemas.openxmlformats.org/officeDocument/2006/relationships/image" Target="../media/image742.png"/><Relationship Id="rId309" Type="http://schemas.openxmlformats.org/officeDocument/2006/relationships/image" Target="../media/image749.png"/><Relationship Id="rId460" Type="http://schemas.openxmlformats.org/officeDocument/2006/relationships/customXml" Target="../ink/ink843.xml"/><Relationship Id="rId48" Type="http://schemas.openxmlformats.org/officeDocument/2006/relationships/customXml" Target="../ink/ink637.xml"/><Relationship Id="rId113" Type="http://schemas.openxmlformats.org/officeDocument/2006/relationships/image" Target="../media/image651.png"/><Relationship Id="rId320" Type="http://schemas.openxmlformats.org/officeDocument/2006/relationships/customXml" Target="../ink/ink773.xml"/><Relationship Id="rId155" Type="http://schemas.openxmlformats.org/officeDocument/2006/relationships/image" Target="../media/image672.png"/><Relationship Id="rId197" Type="http://schemas.openxmlformats.org/officeDocument/2006/relationships/image" Target="../media/image693.png"/><Relationship Id="rId362" Type="http://schemas.openxmlformats.org/officeDocument/2006/relationships/customXml" Target="../ink/ink794.xml"/><Relationship Id="rId418" Type="http://schemas.openxmlformats.org/officeDocument/2006/relationships/customXml" Target="../ink/ink822.xml"/><Relationship Id="rId222" Type="http://schemas.openxmlformats.org/officeDocument/2006/relationships/customXml" Target="../ink/ink724.xml"/><Relationship Id="rId264" Type="http://schemas.openxmlformats.org/officeDocument/2006/relationships/customXml" Target="../ink/ink745.xml"/><Relationship Id="rId471" Type="http://schemas.openxmlformats.org/officeDocument/2006/relationships/image" Target="../media/image829.png"/><Relationship Id="rId17" Type="http://schemas.openxmlformats.org/officeDocument/2006/relationships/image" Target="../media/image603.png"/><Relationship Id="rId59" Type="http://schemas.openxmlformats.org/officeDocument/2006/relationships/image" Target="../media/image624.png"/><Relationship Id="rId124" Type="http://schemas.openxmlformats.org/officeDocument/2006/relationships/customXml" Target="../ink/ink675.xml"/><Relationship Id="rId70" Type="http://schemas.openxmlformats.org/officeDocument/2006/relationships/customXml" Target="../ink/ink648.xml"/><Relationship Id="rId166" Type="http://schemas.openxmlformats.org/officeDocument/2006/relationships/customXml" Target="../ink/ink696.xml"/><Relationship Id="rId331" Type="http://schemas.openxmlformats.org/officeDocument/2006/relationships/image" Target="../media/image759.png"/><Relationship Id="rId373" Type="http://schemas.openxmlformats.org/officeDocument/2006/relationships/image" Target="../media/image780.png"/><Relationship Id="rId429" Type="http://schemas.openxmlformats.org/officeDocument/2006/relationships/image" Target="../media/image808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711.png"/><Relationship Id="rId440" Type="http://schemas.openxmlformats.org/officeDocument/2006/relationships/customXml" Target="../ink/ink833.xml"/><Relationship Id="rId28" Type="http://schemas.openxmlformats.org/officeDocument/2006/relationships/customXml" Target="../ink/ink627.xml"/><Relationship Id="rId275" Type="http://schemas.openxmlformats.org/officeDocument/2006/relationships/image" Target="../media/image732.png"/><Relationship Id="rId300" Type="http://schemas.openxmlformats.org/officeDocument/2006/relationships/customXml" Target="../ink/ink763.xml"/><Relationship Id="rId482" Type="http://schemas.openxmlformats.org/officeDocument/2006/relationships/customXml" Target="../ink/ink854.xml"/><Relationship Id="rId81" Type="http://schemas.openxmlformats.org/officeDocument/2006/relationships/image" Target="../media/image635.png"/><Relationship Id="rId135" Type="http://schemas.openxmlformats.org/officeDocument/2006/relationships/image" Target="../media/image662.png"/><Relationship Id="rId177" Type="http://schemas.openxmlformats.org/officeDocument/2006/relationships/image" Target="../media/image683.png"/><Relationship Id="rId342" Type="http://schemas.openxmlformats.org/officeDocument/2006/relationships/customXml" Target="../ink/ink784.xml"/><Relationship Id="rId384" Type="http://schemas.openxmlformats.org/officeDocument/2006/relationships/customXml" Target="../ink/ink805.xml"/><Relationship Id="rId202" Type="http://schemas.openxmlformats.org/officeDocument/2006/relationships/customXml" Target="../ink/ink714.xml"/><Relationship Id="rId244" Type="http://schemas.openxmlformats.org/officeDocument/2006/relationships/customXml" Target="../ink/ink735.xml"/><Relationship Id="rId39" Type="http://schemas.openxmlformats.org/officeDocument/2006/relationships/image" Target="../media/image614.png"/><Relationship Id="rId286" Type="http://schemas.openxmlformats.org/officeDocument/2006/relationships/customXml" Target="../ink/ink756.xml"/><Relationship Id="rId451" Type="http://schemas.openxmlformats.org/officeDocument/2006/relationships/image" Target="../media/image819.png"/><Relationship Id="rId493" Type="http://schemas.openxmlformats.org/officeDocument/2006/relationships/image" Target="../media/image840.png"/><Relationship Id="rId507" Type="http://schemas.openxmlformats.org/officeDocument/2006/relationships/image" Target="../media/image847.png"/><Relationship Id="rId50" Type="http://schemas.openxmlformats.org/officeDocument/2006/relationships/customXml" Target="../ink/ink638.xml"/><Relationship Id="rId104" Type="http://schemas.openxmlformats.org/officeDocument/2006/relationships/customXml" Target="../ink/ink665.xml"/><Relationship Id="rId146" Type="http://schemas.openxmlformats.org/officeDocument/2006/relationships/customXml" Target="../ink/ink686.xml"/><Relationship Id="rId188" Type="http://schemas.openxmlformats.org/officeDocument/2006/relationships/customXml" Target="../ink/ink707.xml"/><Relationship Id="rId311" Type="http://schemas.openxmlformats.org/officeDocument/2006/relationships/image" Target="../media/image750.png"/><Relationship Id="rId353" Type="http://schemas.openxmlformats.org/officeDocument/2006/relationships/image" Target="../media/image770.png"/><Relationship Id="rId395" Type="http://schemas.openxmlformats.org/officeDocument/2006/relationships/image" Target="../media/image791.png"/><Relationship Id="rId409" Type="http://schemas.openxmlformats.org/officeDocument/2006/relationships/image" Target="../media/image798.png"/><Relationship Id="rId92" Type="http://schemas.openxmlformats.org/officeDocument/2006/relationships/customXml" Target="../ink/ink659.xml"/><Relationship Id="rId213" Type="http://schemas.openxmlformats.org/officeDocument/2006/relationships/image" Target="../media/image701.png"/><Relationship Id="rId420" Type="http://schemas.openxmlformats.org/officeDocument/2006/relationships/customXml" Target="../ink/ink823.xml"/><Relationship Id="rId255" Type="http://schemas.openxmlformats.org/officeDocument/2006/relationships/image" Target="../media/image722.png"/><Relationship Id="rId297" Type="http://schemas.openxmlformats.org/officeDocument/2006/relationships/image" Target="../media/image743.png"/><Relationship Id="rId462" Type="http://schemas.openxmlformats.org/officeDocument/2006/relationships/customXml" Target="../ink/ink844.xml"/><Relationship Id="rId115" Type="http://schemas.openxmlformats.org/officeDocument/2006/relationships/image" Target="../media/image652.png"/><Relationship Id="rId157" Type="http://schemas.openxmlformats.org/officeDocument/2006/relationships/image" Target="../media/image673.png"/><Relationship Id="rId322" Type="http://schemas.openxmlformats.org/officeDocument/2006/relationships/customXml" Target="../ink/ink774.xml"/><Relationship Id="rId364" Type="http://schemas.openxmlformats.org/officeDocument/2006/relationships/customXml" Target="../ink/ink795.xml"/><Relationship Id="rId61" Type="http://schemas.openxmlformats.org/officeDocument/2006/relationships/image" Target="../media/image625.png"/><Relationship Id="rId199" Type="http://schemas.openxmlformats.org/officeDocument/2006/relationships/image" Target="../media/image694.png"/><Relationship Id="rId19" Type="http://schemas.openxmlformats.org/officeDocument/2006/relationships/image" Target="../media/image604.png"/><Relationship Id="rId224" Type="http://schemas.openxmlformats.org/officeDocument/2006/relationships/customXml" Target="../ink/ink725.xml"/><Relationship Id="rId266" Type="http://schemas.openxmlformats.org/officeDocument/2006/relationships/customXml" Target="../ink/ink746.xml"/><Relationship Id="rId431" Type="http://schemas.openxmlformats.org/officeDocument/2006/relationships/image" Target="../media/image809.png"/><Relationship Id="rId473" Type="http://schemas.openxmlformats.org/officeDocument/2006/relationships/image" Target="../media/image830.png"/><Relationship Id="rId30" Type="http://schemas.openxmlformats.org/officeDocument/2006/relationships/customXml" Target="../ink/ink628.xml"/><Relationship Id="rId126" Type="http://schemas.openxmlformats.org/officeDocument/2006/relationships/customXml" Target="../ink/ink676.xml"/><Relationship Id="rId168" Type="http://schemas.openxmlformats.org/officeDocument/2006/relationships/customXml" Target="../ink/ink697.xml"/><Relationship Id="rId333" Type="http://schemas.openxmlformats.org/officeDocument/2006/relationships/image" Target="../media/image760.png"/><Relationship Id="rId72" Type="http://schemas.openxmlformats.org/officeDocument/2006/relationships/customXml" Target="../ink/ink649.xml"/><Relationship Id="rId375" Type="http://schemas.openxmlformats.org/officeDocument/2006/relationships/image" Target="../media/image781.png"/><Relationship Id="rId3" Type="http://schemas.openxmlformats.org/officeDocument/2006/relationships/image" Target="../media/image596.png"/><Relationship Id="rId235" Type="http://schemas.openxmlformats.org/officeDocument/2006/relationships/image" Target="../media/image712.png"/><Relationship Id="rId277" Type="http://schemas.openxmlformats.org/officeDocument/2006/relationships/image" Target="../media/image733.png"/><Relationship Id="rId400" Type="http://schemas.openxmlformats.org/officeDocument/2006/relationships/customXml" Target="../ink/ink813.xml"/><Relationship Id="rId442" Type="http://schemas.openxmlformats.org/officeDocument/2006/relationships/customXml" Target="../ink/ink834.xml"/><Relationship Id="rId484" Type="http://schemas.openxmlformats.org/officeDocument/2006/relationships/customXml" Target="../ink/ink855.xml"/><Relationship Id="rId137" Type="http://schemas.openxmlformats.org/officeDocument/2006/relationships/image" Target="../media/image663.png"/><Relationship Id="rId302" Type="http://schemas.openxmlformats.org/officeDocument/2006/relationships/customXml" Target="../ink/ink764.xml"/><Relationship Id="rId344" Type="http://schemas.openxmlformats.org/officeDocument/2006/relationships/customXml" Target="../ink/ink785.xml"/><Relationship Id="rId41" Type="http://schemas.openxmlformats.org/officeDocument/2006/relationships/image" Target="../media/image615.png"/><Relationship Id="rId83" Type="http://schemas.openxmlformats.org/officeDocument/2006/relationships/image" Target="../media/image636.png"/><Relationship Id="rId179" Type="http://schemas.openxmlformats.org/officeDocument/2006/relationships/image" Target="../media/image684.png"/><Relationship Id="rId386" Type="http://schemas.openxmlformats.org/officeDocument/2006/relationships/customXml" Target="../ink/ink806.xml"/><Relationship Id="rId190" Type="http://schemas.openxmlformats.org/officeDocument/2006/relationships/customXml" Target="../ink/ink708.xml"/><Relationship Id="rId204" Type="http://schemas.openxmlformats.org/officeDocument/2006/relationships/customXml" Target="../ink/ink715.xml"/><Relationship Id="rId246" Type="http://schemas.openxmlformats.org/officeDocument/2006/relationships/customXml" Target="../ink/ink736.xml"/><Relationship Id="rId288" Type="http://schemas.openxmlformats.org/officeDocument/2006/relationships/customXml" Target="../ink/ink757.xml"/><Relationship Id="rId411" Type="http://schemas.openxmlformats.org/officeDocument/2006/relationships/image" Target="../media/image799.png"/><Relationship Id="rId453" Type="http://schemas.openxmlformats.org/officeDocument/2006/relationships/image" Target="../media/image820.png"/><Relationship Id="rId106" Type="http://schemas.openxmlformats.org/officeDocument/2006/relationships/customXml" Target="../ink/ink666.xml"/><Relationship Id="rId313" Type="http://schemas.openxmlformats.org/officeDocument/2006/relationships/image" Target="../media/image751.png"/><Relationship Id="rId495" Type="http://schemas.openxmlformats.org/officeDocument/2006/relationships/image" Target="../media/image841.png"/><Relationship Id="rId10" Type="http://schemas.openxmlformats.org/officeDocument/2006/relationships/customXml" Target="../ink/ink618.xml"/><Relationship Id="rId52" Type="http://schemas.openxmlformats.org/officeDocument/2006/relationships/customXml" Target="../ink/ink639.xml"/><Relationship Id="rId94" Type="http://schemas.openxmlformats.org/officeDocument/2006/relationships/customXml" Target="../ink/ink660.xml"/><Relationship Id="rId148" Type="http://schemas.openxmlformats.org/officeDocument/2006/relationships/customXml" Target="../ink/ink687.xml"/><Relationship Id="rId355" Type="http://schemas.openxmlformats.org/officeDocument/2006/relationships/image" Target="../media/image771.png"/><Relationship Id="rId397" Type="http://schemas.openxmlformats.org/officeDocument/2006/relationships/image" Target="../media/image79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4.png"/><Relationship Id="rId299" Type="http://schemas.openxmlformats.org/officeDocument/2006/relationships/customXml" Target="../ink/ink1016.xml"/><Relationship Id="rId21" Type="http://schemas.openxmlformats.org/officeDocument/2006/relationships/image" Target="../media/image857.png"/><Relationship Id="rId63" Type="http://schemas.openxmlformats.org/officeDocument/2006/relationships/image" Target="../media/image878.png"/><Relationship Id="rId159" Type="http://schemas.openxmlformats.org/officeDocument/2006/relationships/customXml" Target="../ink/ink946.xml"/><Relationship Id="rId324" Type="http://schemas.openxmlformats.org/officeDocument/2006/relationships/image" Target="../media/image1005.png"/><Relationship Id="rId366" Type="http://schemas.openxmlformats.org/officeDocument/2006/relationships/image" Target="../media/image1026.png"/><Relationship Id="rId170" Type="http://schemas.openxmlformats.org/officeDocument/2006/relationships/image" Target="../media/image930.png"/><Relationship Id="rId226" Type="http://schemas.openxmlformats.org/officeDocument/2006/relationships/image" Target="../media/image957.png"/><Relationship Id="rId268" Type="http://schemas.openxmlformats.org/officeDocument/2006/relationships/image" Target="../media/image978.png"/><Relationship Id="rId32" Type="http://schemas.openxmlformats.org/officeDocument/2006/relationships/customXml" Target="../ink/ink882.xml"/><Relationship Id="rId74" Type="http://schemas.openxmlformats.org/officeDocument/2006/relationships/customXml" Target="../ink/ink903.xml"/><Relationship Id="rId128" Type="http://schemas.openxmlformats.org/officeDocument/2006/relationships/customXml" Target="../ink/ink930.xml"/><Relationship Id="rId335" Type="http://schemas.openxmlformats.org/officeDocument/2006/relationships/customXml" Target="../ink/ink1035.xml"/><Relationship Id="rId377" Type="http://schemas.openxmlformats.org/officeDocument/2006/relationships/customXml" Target="../ink/ink1056.xml"/><Relationship Id="rId5" Type="http://schemas.openxmlformats.org/officeDocument/2006/relationships/image" Target="../media/image849.png"/><Relationship Id="rId181" Type="http://schemas.openxmlformats.org/officeDocument/2006/relationships/customXml" Target="../ink/ink957.xml"/><Relationship Id="rId237" Type="http://schemas.openxmlformats.org/officeDocument/2006/relationships/customXml" Target="../ink/ink985.xml"/><Relationship Id="rId402" Type="http://schemas.openxmlformats.org/officeDocument/2006/relationships/customXml" Target="../ink/ink1069.xml"/><Relationship Id="rId279" Type="http://schemas.openxmlformats.org/officeDocument/2006/relationships/customXml" Target="../ink/ink1006.xml"/><Relationship Id="rId43" Type="http://schemas.openxmlformats.org/officeDocument/2006/relationships/image" Target="../media/image868.png"/><Relationship Id="rId139" Type="http://schemas.openxmlformats.org/officeDocument/2006/relationships/image" Target="../media/image915.png"/><Relationship Id="rId290" Type="http://schemas.openxmlformats.org/officeDocument/2006/relationships/image" Target="../media/image989.png"/><Relationship Id="rId304" Type="http://schemas.openxmlformats.org/officeDocument/2006/relationships/image" Target="../media/image996.png"/><Relationship Id="rId346" Type="http://schemas.openxmlformats.org/officeDocument/2006/relationships/image" Target="../media/image1016.png"/><Relationship Id="rId388" Type="http://schemas.openxmlformats.org/officeDocument/2006/relationships/image" Target="../media/image1037.png"/><Relationship Id="rId85" Type="http://schemas.openxmlformats.org/officeDocument/2006/relationships/image" Target="../media/image888.png"/><Relationship Id="rId150" Type="http://schemas.openxmlformats.org/officeDocument/2006/relationships/image" Target="../media/image920.png"/><Relationship Id="rId192" Type="http://schemas.openxmlformats.org/officeDocument/2006/relationships/image" Target="../media/image941.png"/><Relationship Id="rId206" Type="http://schemas.openxmlformats.org/officeDocument/2006/relationships/image" Target="../media/image948.png"/><Relationship Id="rId248" Type="http://schemas.openxmlformats.org/officeDocument/2006/relationships/image" Target="../media/image968.png"/><Relationship Id="rId12" Type="http://schemas.openxmlformats.org/officeDocument/2006/relationships/customXml" Target="../ink/ink872.xml"/><Relationship Id="rId108" Type="http://schemas.openxmlformats.org/officeDocument/2006/relationships/customXml" Target="../ink/ink920.xml"/><Relationship Id="rId315" Type="http://schemas.openxmlformats.org/officeDocument/2006/relationships/customXml" Target="../ink/ink1025.xml"/><Relationship Id="rId357" Type="http://schemas.openxmlformats.org/officeDocument/2006/relationships/customXml" Target="../ink/ink1046.xml"/><Relationship Id="rId54" Type="http://schemas.openxmlformats.org/officeDocument/2006/relationships/customXml" Target="../ink/ink893.xml"/><Relationship Id="rId96" Type="http://schemas.openxmlformats.org/officeDocument/2006/relationships/customXml" Target="../ink/ink914.xml"/><Relationship Id="rId161" Type="http://schemas.openxmlformats.org/officeDocument/2006/relationships/customXml" Target="../ink/ink947.xml"/><Relationship Id="rId217" Type="http://schemas.openxmlformats.org/officeDocument/2006/relationships/customXml" Target="../ink/ink975.xml"/><Relationship Id="rId399" Type="http://schemas.openxmlformats.org/officeDocument/2006/relationships/image" Target="../media/image1042.png"/><Relationship Id="rId259" Type="http://schemas.openxmlformats.org/officeDocument/2006/relationships/customXml" Target="../ink/ink996.xml"/><Relationship Id="rId23" Type="http://schemas.openxmlformats.org/officeDocument/2006/relationships/image" Target="../media/image858.png"/><Relationship Id="rId119" Type="http://schemas.openxmlformats.org/officeDocument/2006/relationships/image" Target="../media/image905.png"/><Relationship Id="rId270" Type="http://schemas.openxmlformats.org/officeDocument/2006/relationships/image" Target="../media/image979.png"/><Relationship Id="rId326" Type="http://schemas.openxmlformats.org/officeDocument/2006/relationships/image" Target="../media/image1006.png"/><Relationship Id="rId65" Type="http://schemas.openxmlformats.org/officeDocument/2006/relationships/image" Target="../media/image879.png"/><Relationship Id="rId130" Type="http://schemas.openxmlformats.org/officeDocument/2006/relationships/customXml" Target="../ink/ink931.xml"/><Relationship Id="rId368" Type="http://schemas.openxmlformats.org/officeDocument/2006/relationships/image" Target="../media/image1027.png"/><Relationship Id="rId172" Type="http://schemas.openxmlformats.org/officeDocument/2006/relationships/image" Target="../media/image931.png"/><Relationship Id="rId228" Type="http://schemas.openxmlformats.org/officeDocument/2006/relationships/image" Target="../media/image958.png"/><Relationship Id="rId281" Type="http://schemas.openxmlformats.org/officeDocument/2006/relationships/customXml" Target="../ink/ink1007.xml"/><Relationship Id="rId337" Type="http://schemas.openxmlformats.org/officeDocument/2006/relationships/customXml" Target="../ink/ink1036.xml"/><Relationship Id="rId34" Type="http://schemas.openxmlformats.org/officeDocument/2006/relationships/customXml" Target="../ink/ink883.xml"/><Relationship Id="rId76" Type="http://schemas.openxmlformats.org/officeDocument/2006/relationships/customXml" Target="../ink/ink904.xml"/><Relationship Id="rId141" Type="http://schemas.openxmlformats.org/officeDocument/2006/relationships/image" Target="../media/image916.png"/><Relationship Id="rId379" Type="http://schemas.openxmlformats.org/officeDocument/2006/relationships/customXml" Target="../ink/ink1057.xml"/><Relationship Id="rId7" Type="http://schemas.openxmlformats.org/officeDocument/2006/relationships/image" Target="../media/image850.png"/><Relationship Id="rId183" Type="http://schemas.openxmlformats.org/officeDocument/2006/relationships/customXml" Target="../ink/ink958.xml"/><Relationship Id="rId239" Type="http://schemas.openxmlformats.org/officeDocument/2006/relationships/customXml" Target="../ink/ink986.xml"/><Relationship Id="rId390" Type="http://schemas.openxmlformats.org/officeDocument/2006/relationships/customXml" Target="../ink/ink1063.xml"/><Relationship Id="rId250" Type="http://schemas.openxmlformats.org/officeDocument/2006/relationships/image" Target="../media/image969.png"/><Relationship Id="rId292" Type="http://schemas.openxmlformats.org/officeDocument/2006/relationships/image" Target="../media/image990.png"/><Relationship Id="rId306" Type="http://schemas.openxmlformats.org/officeDocument/2006/relationships/image" Target="../media/image997.png"/><Relationship Id="rId45" Type="http://schemas.openxmlformats.org/officeDocument/2006/relationships/image" Target="../media/image869.png"/><Relationship Id="rId87" Type="http://schemas.openxmlformats.org/officeDocument/2006/relationships/image" Target="../media/image889.png"/><Relationship Id="rId110" Type="http://schemas.openxmlformats.org/officeDocument/2006/relationships/customXml" Target="../ink/ink921.xml"/><Relationship Id="rId348" Type="http://schemas.openxmlformats.org/officeDocument/2006/relationships/image" Target="../media/image1017.png"/><Relationship Id="rId152" Type="http://schemas.openxmlformats.org/officeDocument/2006/relationships/image" Target="../media/image921.png"/><Relationship Id="rId194" Type="http://schemas.openxmlformats.org/officeDocument/2006/relationships/image" Target="../media/image942.png"/><Relationship Id="rId208" Type="http://schemas.openxmlformats.org/officeDocument/2006/relationships/image" Target="../media/image949.png"/><Relationship Id="rId261" Type="http://schemas.openxmlformats.org/officeDocument/2006/relationships/customXml" Target="../ink/ink997.xml"/><Relationship Id="rId14" Type="http://schemas.openxmlformats.org/officeDocument/2006/relationships/customXml" Target="../ink/ink873.xml"/><Relationship Id="rId56" Type="http://schemas.openxmlformats.org/officeDocument/2006/relationships/customXml" Target="../ink/ink894.xml"/><Relationship Id="rId317" Type="http://schemas.openxmlformats.org/officeDocument/2006/relationships/customXml" Target="../ink/ink1026.xml"/><Relationship Id="rId359" Type="http://schemas.openxmlformats.org/officeDocument/2006/relationships/customXml" Target="../ink/ink1047.xml"/><Relationship Id="rId98" Type="http://schemas.openxmlformats.org/officeDocument/2006/relationships/customXml" Target="../ink/ink915.xml"/><Relationship Id="rId121" Type="http://schemas.openxmlformats.org/officeDocument/2006/relationships/image" Target="../media/image906.png"/><Relationship Id="rId163" Type="http://schemas.openxmlformats.org/officeDocument/2006/relationships/customXml" Target="../ink/ink948.xml"/><Relationship Id="rId219" Type="http://schemas.openxmlformats.org/officeDocument/2006/relationships/customXml" Target="../ink/ink976.xml"/><Relationship Id="rId370" Type="http://schemas.openxmlformats.org/officeDocument/2006/relationships/image" Target="../media/image1028.png"/><Relationship Id="rId230" Type="http://schemas.openxmlformats.org/officeDocument/2006/relationships/image" Target="../media/image959.png"/><Relationship Id="rId25" Type="http://schemas.openxmlformats.org/officeDocument/2006/relationships/image" Target="../media/image859.png"/><Relationship Id="rId67" Type="http://schemas.openxmlformats.org/officeDocument/2006/relationships/image" Target="../media/image880.png"/><Relationship Id="rId272" Type="http://schemas.openxmlformats.org/officeDocument/2006/relationships/image" Target="../media/image980.png"/><Relationship Id="rId328" Type="http://schemas.openxmlformats.org/officeDocument/2006/relationships/image" Target="../media/image1007.png"/><Relationship Id="rId132" Type="http://schemas.openxmlformats.org/officeDocument/2006/relationships/customXml" Target="../ink/ink932.xml"/><Relationship Id="rId174" Type="http://schemas.openxmlformats.org/officeDocument/2006/relationships/image" Target="../media/image932.png"/><Relationship Id="rId381" Type="http://schemas.openxmlformats.org/officeDocument/2006/relationships/customXml" Target="../ink/ink1058.xml"/><Relationship Id="rId241" Type="http://schemas.openxmlformats.org/officeDocument/2006/relationships/customXml" Target="../ink/ink987.xml"/><Relationship Id="rId36" Type="http://schemas.openxmlformats.org/officeDocument/2006/relationships/customXml" Target="../ink/ink884.xml"/><Relationship Id="rId283" Type="http://schemas.openxmlformats.org/officeDocument/2006/relationships/customXml" Target="../ink/ink1008.xml"/><Relationship Id="rId339" Type="http://schemas.openxmlformats.org/officeDocument/2006/relationships/customXml" Target="../ink/ink1037.xml"/><Relationship Id="rId78" Type="http://schemas.openxmlformats.org/officeDocument/2006/relationships/customXml" Target="../ink/ink905.xml"/><Relationship Id="rId101" Type="http://schemas.openxmlformats.org/officeDocument/2006/relationships/image" Target="../media/image896.png"/><Relationship Id="rId143" Type="http://schemas.openxmlformats.org/officeDocument/2006/relationships/image" Target="../media/image917.png"/><Relationship Id="rId185" Type="http://schemas.openxmlformats.org/officeDocument/2006/relationships/customXml" Target="../ink/ink959.xml"/><Relationship Id="rId350" Type="http://schemas.openxmlformats.org/officeDocument/2006/relationships/image" Target="../media/image1018.png"/><Relationship Id="rId9" Type="http://schemas.openxmlformats.org/officeDocument/2006/relationships/image" Target="../media/image851.png"/><Relationship Id="rId210" Type="http://schemas.openxmlformats.org/officeDocument/2006/relationships/image" Target="../media/image950.png"/><Relationship Id="rId392" Type="http://schemas.openxmlformats.org/officeDocument/2006/relationships/customXml" Target="../ink/ink1064.xml"/><Relationship Id="rId252" Type="http://schemas.openxmlformats.org/officeDocument/2006/relationships/image" Target="../media/image970.png"/><Relationship Id="rId294" Type="http://schemas.openxmlformats.org/officeDocument/2006/relationships/image" Target="../media/image991.png"/><Relationship Id="rId308" Type="http://schemas.openxmlformats.org/officeDocument/2006/relationships/image" Target="../media/image998.png"/><Relationship Id="rId47" Type="http://schemas.openxmlformats.org/officeDocument/2006/relationships/image" Target="../media/image870.png"/><Relationship Id="rId89" Type="http://schemas.openxmlformats.org/officeDocument/2006/relationships/image" Target="../media/image890.png"/><Relationship Id="rId112" Type="http://schemas.openxmlformats.org/officeDocument/2006/relationships/customXml" Target="../ink/ink922.xml"/><Relationship Id="rId154" Type="http://schemas.openxmlformats.org/officeDocument/2006/relationships/image" Target="../media/image922.png"/><Relationship Id="rId361" Type="http://schemas.openxmlformats.org/officeDocument/2006/relationships/customXml" Target="../ink/ink1048.xml"/><Relationship Id="rId196" Type="http://schemas.openxmlformats.org/officeDocument/2006/relationships/image" Target="../media/image943.png"/><Relationship Id="rId16" Type="http://schemas.openxmlformats.org/officeDocument/2006/relationships/customXml" Target="../ink/ink874.xml"/><Relationship Id="rId221" Type="http://schemas.openxmlformats.org/officeDocument/2006/relationships/customXml" Target="../ink/ink977.xml"/><Relationship Id="rId263" Type="http://schemas.openxmlformats.org/officeDocument/2006/relationships/customXml" Target="../ink/ink998.xml"/><Relationship Id="rId319" Type="http://schemas.openxmlformats.org/officeDocument/2006/relationships/customXml" Target="../ink/ink1027.xml"/><Relationship Id="rId58" Type="http://schemas.openxmlformats.org/officeDocument/2006/relationships/customXml" Target="../ink/ink895.xml"/><Relationship Id="rId123" Type="http://schemas.openxmlformats.org/officeDocument/2006/relationships/image" Target="../media/image907.png"/><Relationship Id="rId330" Type="http://schemas.openxmlformats.org/officeDocument/2006/relationships/image" Target="../media/image1008.png"/><Relationship Id="rId90" Type="http://schemas.openxmlformats.org/officeDocument/2006/relationships/customXml" Target="../ink/ink911.xml"/><Relationship Id="rId165" Type="http://schemas.openxmlformats.org/officeDocument/2006/relationships/customXml" Target="../ink/ink949.xml"/><Relationship Id="rId186" Type="http://schemas.openxmlformats.org/officeDocument/2006/relationships/image" Target="../media/image938.png"/><Relationship Id="rId351" Type="http://schemas.openxmlformats.org/officeDocument/2006/relationships/customXml" Target="../ink/ink1043.xml"/><Relationship Id="rId372" Type="http://schemas.openxmlformats.org/officeDocument/2006/relationships/image" Target="../media/image1029.png"/><Relationship Id="rId393" Type="http://schemas.openxmlformats.org/officeDocument/2006/relationships/image" Target="../media/image1039.png"/><Relationship Id="rId211" Type="http://schemas.openxmlformats.org/officeDocument/2006/relationships/customXml" Target="../ink/ink972.xml"/><Relationship Id="rId232" Type="http://schemas.openxmlformats.org/officeDocument/2006/relationships/image" Target="../media/image960.png"/><Relationship Id="rId253" Type="http://schemas.openxmlformats.org/officeDocument/2006/relationships/customXml" Target="../ink/ink993.xml"/><Relationship Id="rId274" Type="http://schemas.openxmlformats.org/officeDocument/2006/relationships/image" Target="../media/image981.png"/><Relationship Id="rId295" Type="http://schemas.openxmlformats.org/officeDocument/2006/relationships/customXml" Target="../ink/ink1014.xml"/><Relationship Id="rId309" Type="http://schemas.openxmlformats.org/officeDocument/2006/relationships/customXml" Target="../ink/ink1021.xml"/><Relationship Id="rId27" Type="http://schemas.openxmlformats.org/officeDocument/2006/relationships/image" Target="../media/image860.png"/><Relationship Id="rId48" Type="http://schemas.openxmlformats.org/officeDocument/2006/relationships/customXml" Target="../ink/ink890.xml"/><Relationship Id="rId69" Type="http://schemas.openxmlformats.org/officeDocument/2006/relationships/image" Target="../media/image881.png"/><Relationship Id="rId113" Type="http://schemas.openxmlformats.org/officeDocument/2006/relationships/image" Target="../media/image902.png"/><Relationship Id="rId134" Type="http://schemas.openxmlformats.org/officeDocument/2006/relationships/customXml" Target="../ink/ink933.xml"/><Relationship Id="rId320" Type="http://schemas.openxmlformats.org/officeDocument/2006/relationships/image" Target="../media/image1003.png"/><Relationship Id="rId80" Type="http://schemas.openxmlformats.org/officeDocument/2006/relationships/customXml" Target="../ink/ink906.xml"/><Relationship Id="rId155" Type="http://schemas.openxmlformats.org/officeDocument/2006/relationships/customXml" Target="../ink/ink944.xml"/><Relationship Id="rId176" Type="http://schemas.openxmlformats.org/officeDocument/2006/relationships/image" Target="../media/image933.png"/><Relationship Id="rId197" Type="http://schemas.openxmlformats.org/officeDocument/2006/relationships/customXml" Target="../ink/ink965.xml"/><Relationship Id="rId341" Type="http://schemas.openxmlformats.org/officeDocument/2006/relationships/customXml" Target="../ink/ink1038.xml"/><Relationship Id="rId362" Type="http://schemas.openxmlformats.org/officeDocument/2006/relationships/image" Target="../media/image1024.png"/><Relationship Id="rId383" Type="http://schemas.openxmlformats.org/officeDocument/2006/relationships/customXml" Target="../ink/ink1059.xml"/><Relationship Id="rId201" Type="http://schemas.openxmlformats.org/officeDocument/2006/relationships/customXml" Target="../ink/ink967.xml"/><Relationship Id="rId222" Type="http://schemas.openxmlformats.org/officeDocument/2006/relationships/image" Target="../media/image226.png"/><Relationship Id="rId243" Type="http://schemas.openxmlformats.org/officeDocument/2006/relationships/customXml" Target="../ink/ink988.xml"/><Relationship Id="rId264" Type="http://schemas.openxmlformats.org/officeDocument/2006/relationships/image" Target="../media/image976.png"/><Relationship Id="rId285" Type="http://schemas.openxmlformats.org/officeDocument/2006/relationships/customXml" Target="../ink/ink1009.xml"/><Relationship Id="rId17" Type="http://schemas.openxmlformats.org/officeDocument/2006/relationships/image" Target="../media/image855.png"/><Relationship Id="rId38" Type="http://schemas.openxmlformats.org/officeDocument/2006/relationships/customXml" Target="../ink/ink885.xml"/><Relationship Id="rId59" Type="http://schemas.openxmlformats.org/officeDocument/2006/relationships/image" Target="../media/image876.png"/><Relationship Id="rId103" Type="http://schemas.openxmlformats.org/officeDocument/2006/relationships/image" Target="../media/image897.png"/><Relationship Id="rId124" Type="http://schemas.openxmlformats.org/officeDocument/2006/relationships/customXml" Target="../ink/ink928.xml"/><Relationship Id="rId310" Type="http://schemas.openxmlformats.org/officeDocument/2006/relationships/customXml" Target="../ink/ink1022.xml"/><Relationship Id="rId70" Type="http://schemas.openxmlformats.org/officeDocument/2006/relationships/customXml" Target="../ink/ink901.xml"/><Relationship Id="rId91" Type="http://schemas.openxmlformats.org/officeDocument/2006/relationships/image" Target="../media/image891.png"/><Relationship Id="rId145" Type="http://schemas.openxmlformats.org/officeDocument/2006/relationships/image" Target="../media/image918.png"/><Relationship Id="rId166" Type="http://schemas.openxmlformats.org/officeDocument/2006/relationships/image" Target="../media/image928.png"/><Relationship Id="rId187" Type="http://schemas.openxmlformats.org/officeDocument/2006/relationships/customXml" Target="../ink/ink960.xml"/><Relationship Id="rId331" Type="http://schemas.openxmlformats.org/officeDocument/2006/relationships/customXml" Target="../ink/ink1033.xml"/><Relationship Id="rId352" Type="http://schemas.openxmlformats.org/officeDocument/2006/relationships/image" Target="../media/image1019.png"/><Relationship Id="rId373" Type="http://schemas.openxmlformats.org/officeDocument/2006/relationships/customXml" Target="../ink/ink1054.xml"/><Relationship Id="rId394" Type="http://schemas.openxmlformats.org/officeDocument/2006/relationships/customXml" Target="../ink/ink1065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951.png"/><Relationship Id="rId233" Type="http://schemas.openxmlformats.org/officeDocument/2006/relationships/customXml" Target="../ink/ink983.xml"/><Relationship Id="rId254" Type="http://schemas.openxmlformats.org/officeDocument/2006/relationships/image" Target="../media/image971.png"/><Relationship Id="rId28" Type="http://schemas.openxmlformats.org/officeDocument/2006/relationships/customXml" Target="../ink/ink880.xml"/><Relationship Id="rId49" Type="http://schemas.openxmlformats.org/officeDocument/2006/relationships/image" Target="../media/image871.png"/><Relationship Id="rId114" Type="http://schemas.openxmlformats.org/officeDocument/2006/relationships/customXml" Target="../ink/ink923.xml"/><Relationship Id="rId275" Type="http://schemas.openxmlformats.org/officeDocument/2006/relationships/customXml" Target="../ink/ink1004.xml"/><Relationship Id="rId296" Type="http://schemas.openxmlformats.org/officeDocument/2006/relationships/image" Target="../media/image992.png"/><Relationship Id="rId300" Type="http://schemas.openxmlformats.org/officeDocument/2006/relationships/image" Target="../media/image994.png"/><Relationship Id="rId60" Type="http://schemas.openxmlformats.org/officeDocument/2006/relationships/customXml" Target="../ink/ink896.xml"/><Relationship Id="rId81" Type="http://schemas.openxmlformats.org/officeDocument/2006/relationships/image" Target="../media/image27.png"/><Relationship Id="rId135" Type="http://schemas.openxmlformats.org/officeDocument/2006/relationships/image" Target="../media/image913.png"/><Relationship Id="rId156" Type="http://schemas.openxmlformats.org/officeDocument/2006/relationships/image" Target="../media/image923.png"/><Relationship Id="rId177" Type="http://schemas.openxmlformats.org/officeDocument/2006/relationships/customXml" Target="../ink/ink955.xml"/><Relationship Id="rId198" Type="http://schemas.openxmlformats.org/officeDocument/2006/relationships/image" Target="../media/image944.png"/><Relationship Id="rId321" Type="http://schemas.openxmlformats.org/officeDocument/2006/relationships/customXml" Target="../ink/ink1028.xml"/><Relationship Id="rId342" Type="http://schemas.openxmlformats.org/officeDocument/2006/relationships/image" Target="../media/image1014.png"/><Relationship Id="rId363" Type="http://schemas.openxmlformats.org/officeDocument/2006/relationships/customXml" Target="../ink/ink1049.xml"/><Relationship Id="rId384" Type="http://schemas.openxmlformats.org/officeDocument/2006/relationships/image" Target="../media/image1035.png"/><Relationship Id="rId202" Type="http://schemas.openxmlformats.org/officeDocument/2006/relationships/image" Target="../media/image946.png"/><Relationship Id="rId223" Type="http://schemas.openxmlformats.org/officeDocument/2006/relationships/customXml" Target="../ink/ink978.xml"/><Relationship Id="rId244" Type="http://schemas.openxmlformats.org/officeDocument/2006/relationships/image" Target="../media/image966.png"/><Relationship Id="rId18" Type="http://schemas.openxmlformats.org/officeDocument/2006/relationships/customXml" Target="../ink/ink875.xml"/><Relationship Id="rId39" Type="http://schemas.openxmlformats.org/officeDocument/2006/relationships/image" Target="../media/image866.png"/><Relationship Id="rId265" Type="http://schemas.openxmlformats.org/officeDocument/2006/relationships/customXml" Target="../ink/ink999.xml"/><Relationship Id="rId286" Type="http://schemas.openxmlformats.org/officeDocument/2006/relationships/image" Target="../media/image987.png"/><Relationship Id="rId50" Type="http://schemas.openxmlformats.org/officeDocument/2006/relationships/customXml" Target="../ink/ink891.xml"/><Relationship Id="rId104" Type="http://schemas.openxmlformats.org/officeDocument/2006/relationships/customXml" Target="../ink/ink918.xml"/><Relationship Id="rId125" Type="http://schemas.openxmlformats.org/officeDocument/2006/relationships/image" Target="../media/image908.png"/><Relationship Id="rId146" Type="http://schemas.openxmlformats.org/officeDocument/2006/relationships/customXml" Target="../ink/ink939.xml"/><Relationship Id="rId167" Type="http://schemas.openxmlformats.org/officeDocument/2006/relationships/customXml" Target="../ink/ink950.xml"/><Relationship Id="rId188" Type="http://schemas.openxmlformats.org/officeDocument/2006/relationships/image" Target="../media/image939.png"/><Relationship Id="rId311" Type="http://schemas.openxmlformats.org/officeDocument/2006/relationships/image" Target="../media/image999.png"/><Relationship Id="rId332" Type="http://schemas.openxmlformats.org/officeDocument/2006/relationships/image" Target="../media/image1009.png"/><Relationship Id="rId353" Type="http://schemas.openxmlformats.org/officeDocument/2006/relationships/customXml" Target="../ink/ink1044.xml"/><Relationship Id="rId374" Type="http://schemas.openxmlformats.org/officeDocument/2006/relationships/image" Target="../media/image1030.png"/><Relationship Id="rId395" Type="http://schemas.openxmlformats.org/officeDocument/2006/relationships/image" Target="../media/image1040.png"/><Relationship Id="rId71" Type="http://schemas.openxmlformats.org/officeDocument/2006/relationships/image" Target="../media/image882.png"/><Relationship Id="rId92" Type="http://schemas.openxmlformats.org/officeDocument/2006/relationships/customXml" Target="../ink/ink912.xml"/><Relationship Id="rId213" Type="http://schemas.openxmlformats.org/officeDocument/2006/relationships/customXml" Target="../ink/ink973.xml"/><Relationship Id="rId234" Type="http://schemas.openxmlformats.org/officeDocument/2006/relationships/image" Target="../media/image961.png"/><Relationship Id="rId2" Type="http://schemas.openxmlformats.org/officeDocument/2006/relationships/customXml" Target="../ink/ink867.xml"/><Relationship Id="rId29" Type="http://schemas.openxmlformats.org/officeDocument/2006/relationships/image" Target="../media/image861.png"/><Relationship Id="rId255" Type="http://schemas.openxmlformats.org/officeDocument/2006/relationships/customXml" Target="../ink/ink994.xml"/><Relationship Id="rId276" Type="http://schemas.openxmlformats.org/officeDocument/2006/relationships/image" Target="../media/image982.png"/><Relationship Id="rId297" Type="http://schemas.openxmlformats.org/officeDocument/2006/relationships/customXml" Target="../ink/ink1015.xml"/><Relationship Id="rId40" Type="http://schemas.openxmlformats.org/officeDocument/2006/relationships/customXml" Target="../ink/ink886.xml"/><Relationship Id="rId115" Type="http://schemas.openxmlformats.org/officeDocument/2006/relationships/image" Target="../media/image903.png"/><Relationship Id="rId136" Type="http://schemas.openxmlformats.org/officeDocument/2006/relationships/customXml" Target="../ink/ink934.xml"/><Relationship Id="rId157" Type="http://schemas.openxmlformats.org/officeDocument/2006/relationships/customXml" Target="../ink/ink945.xml"/><Relationship Id="rId178" Type="http://schemas.openxmlformats.org/officeDocument/2006/relationships/image" Target="../media/image934.png"/><Relationship Id="rId301" Type="http://schemas.openxmlformats.org/officeDocument/2006/relationships/customXml" Target="../ink/ink1017.xml"/><Relationship Id="rId322" Type="http://schemas.openxmlformats.org/officeDocument/2006/relationships/image" Target="../media/image1004.png"/><Relationship Id="rId343" Type="http://schemas.openxmlformats.org/officeDocument/2006/relationships/customXml" Target="../ink/ink1039.xml"/><Relationship Id="rId364" Type="http://schemas.openxmlformats.org/officeDocument/2006/relationships/image" Target="../media/image1025.png"/><Relationship Id="rId61" Type="http://schemas.openxmlformats.org/officeDocument/2006/relationships/image" Target="../media/image877.png"/><Relationship Id="rId82" Type="http://schemas.openxmlformats.org/officeDocument/2006/relationships/customXml" Target="../ink/ink907.xml"/><Relationship Id="rId199" Type="http://schemas.openxmlformats.org/officeDocument/2006/relationships/customXml" Target="../ink/ink966.xml"/><Relationship Id="rId203" Type="http://schemas.openxmlformats.org/officeDocument/2006/relationships/customXml" Target="../ink/ink968.xml"/><Relationship Id="rId385" Type="http://schemas.openxmlformats.org/officeDocument/2006/relationships/customXml" Target="../ink/ink1060.xml"/><Relationship Id="rId19" Type="http://schemas.openxmlformats.org/officeDocument/2006/relationships/image" Target="../media/image856.png"/><Relationship Id="rId224" Type="http://schemas.openxmlformats.org/officeDocument/2006/relationships/image" Target="../media/image956.png"/><Relationship Id="rId245" Type="http://schemas.openxmlformats.org/officeDocument/2006/relationships/customXml" Target="../ink/ink989.xml"/><Relationship Id="rId266" Type="http://schemas.openxmlformats.org/officeDocument/2006/relationships/image" Target="../media/image977.png"/><Relationship Id="rId287" Type="http://schemas.openxmlformats.org/officeDocument/2006/relationships/customXml" Target="../ink/ink1010.xml"/><Relationship Id="rId30" Type="http://schemas.openxmlformats.org/officeDocument/2006/relationships/customXml" Target="../ink/ink881.xml"/><Relationship Id="rId105" Type="http://schemas.openxmlformats.org/officeDocument/2006/relationships/image" Target="../media/image898.png"/><Relationship Id="rId126" Type="http://schemas.openxmlformats.org/officeDocument/2006/relationships/customXml" Target="../ink/ink929.xml"/><Relationship Id="rId147" Type="http://schemas.openxmlformats.org/officeDocument/2006/relationships/customXml" Target="../ink/ink940.xml"/><Relationship Id="rId168" Type="http://schemas.openxmlformats.org/officeDocument/2006/relationships/image" Target="../media/image929.png"/><Relationship Id="rId312" Type="http://schemas.openxmlformats.org/officeDocument/2006/relationships/customXml" Target="../ink/ink1023.xml"/><Relationship Id="rId333" Type="http://schemas.openxmlformats.org/officeDocument/2006/relationships/customXml" Target="../ink/ink1034.xml"/><Relationship Id="rId354" Type="http://schemas.openxmlformats.org/officeDocument/2006/relationships/image" Target="../media/image1020.png"/><Relationship Id="rId51" Type="http://schemas.openxmlformats.org/officeDocument/2006/relationships/image" Target="../media/image872.png"/><Relationship Id="rId72" Type="http://schemas.openxmlformats.org/officeDocument/2006/relationships/customXml" Target="../ink/ink902.xml"/><Relationship Id="rId93" Type="http://schemas.openxmlformats.org/officeDocument/2006/relationships/image" Target="../media/image892.png"/><Relationship Id="rId189" Type="http://schemas.openxmlformats.org/officeDocument/2006/relationships/customXml" Target="../ink/ink961.xml"/><Relationship Id="rId375" Type="http://schemas.openxmlformats.org/officeDocument/2006/relationships/customXml" Target="../ink/ink1055.xml"/><Relationship Id="rId396" Type="http://schemas.openxmlformats.org/officeDocument/2006/relationships/customXml" Target="../ink/ink1066.xml"/><Relationship Id="rId3" Type="http://schemas.openxmlformats.org/officeDocument/2006/relationships/image" Target="../media/image848.png"/><Relationship Id="rId214" Type="http://schemas.openxmlformats.org/officeDocument/2006/relationships/image" Target="../media/image952.png"/><Relationship Id="rId235" Type="http://schemas.openxmlformats.org/officeDocument/2006/relationships/customXml" Target="../ink/ink984.xml"/><Relationship Id="rId256" Type="http://schemas.openxmlformats.org/officeDocument/2006/relationships/image" Target="../media/image972.png"/><Relationship Id="rId277" Type="http://schemas.openxmlformats.org/officeDocument/2006/relationships/customXml" Target="../ink/ink1005.xml"/><Relationship Id="rId298" Type="http://schemas.openxmlformats.org/officeDocument/2006/relationships/image" Target="../media/image993.png"/><Relationship Id="rId400" Type="http://schemas.openxmlformats.org/officeDocument/2006/relationships/customXml" Target="../ink/ink1068.xml"/><Relationship Id="rId116" Type="http://schemas.openxmlformats.org/officeDocument/2006/relationships/customXml" Target="../ink/ink924.xml"/><Relationship Id="rId137" Type="http://schemas.openxmlformats.org/officeDocument/2006/relationships/image" Target="../media/image914.png"/><Relationship Id="rId158" Type="http://schemas.openxmlformats.org/officeDocument/2006/relationships/image" Target="../media/image924.png"/><Relationship Id="rId302" Type="http://schemas.openxmlformats.org/officeDocument/2006/relationships/image" Target="../media/image995.png"/><Relationship Id="rId323" Type="http://schemas.openxmlformats.org/officeDocument/2006/relationships/customXml" Target="../ink/ink1029.xml"/><Relationship Id="rId344" Type="http://schemas.openxmlformats.org/officeDocument/2006/relationships/image" Target="../media/image1015.png"/><Relationship Id="rId20" Type="http://schemas.openxmlformats.org/officeDocument/2006/relationships/customXml" Target="../ink/ink876.xml"/><Relationship Id="rId41" Type="http://schemas.openxmlformats.org/officeDocument/2006/relationships/image" Target="../media/image867.png"/><Relationship Id="rId62" Type="http://schemas.openxmlformats.org/officeDocument/2006/relationships/customXml" Target="../ink/ink897.xml"/><Relationship Id="rId83" Type="http://schemas.openxmlformats.org/officeDocument/2006/relationships/image" Target="../media/image887.png"/><Relationship Id="rId179" Type="http://schemas.openxmlformats.org/officeDocument/2006/relationships/customXml" Target="../ink/ink956.xml"/><Relationship Id="rId365" Type="http://schemas.openxmlformats.org/officeDocument/2006/relationships/customXml" Target="../ink/ink1050.xml"/><Relationship Id="rId386" Type="http://schemas.openxmlformats.org/officeDocument/2006/relationships/image" Target="../media/image1036.png"/><Relationship Id="rId190" Type="http://schemas.openxmlformats.org/officeDocument/2006/relationships/image" Target="../media/image940.png"/><Relationship Id="rId204" Type="http://schemas.openxmlformats.org/officeDocument/2006/relationships/image" Target="../media/image947.png"/><Relationship Id="rId225" Type="http://schemas.openxmlformats.org/officeDocument/2006/relationships/customXml" Target="../ink/ink979.xml"/><Relationship Id="rId246" Type="http://schemas.openxmlformats.org/officeDocument/2006/relationships/image" Target="../media/image967.png"/><Relationship Id="rId267" Type="http://schemas.openxmlformats.org/officeDocument/2006/relationships/customXml" Target="../ink/ink1000.xml"/><Relationship Id="rId288" Type="http://schemas.openxmlformats.org/officeDocument/2006/relationships/image" Target="../media/image988.png"/><Relationship Id="rId106" Type="http://schemas.openxmlformats.org/officeDocument/2006/relationships/customXml" Target="../ink/ink919.xml"/><Relationship Id="rId127" Type="http://schemas.openxmlformats.org/officeDocument/2006/relationships/image" Target="../media/image909.png"/><Relationship Id="rId313" Type="http://schemas.openxmlformats.org/officeDocument/2006/relationships/customXml" Target="../ink/ink1024.xml"/><Relationship Id="rId10" Type="http://schemas.openxmlformats.org/officeDocument/2006/relationships/customXml" Target="../ink/ink871.xml"/><Relationship Id="rId31" Type="http://schemas.openxmlformats.org/officeDocument/2006/relationships/image" Target="../media/image862.png"/><Relationship Id="rId52" Type="http://schemas.openxmlformats.org/officeDocument/2006/relationships/customXml" Target="../ink/ink892.xml"/><Relationship Id="rId73" Type="http://schemas.openxmlformats.org/officeDocument/2006/relationships/image" Target="../media/image883.png"/><Relationship Id="rId94" Type="http://schemas.openxmlformats.org/officeDocument/2006/relationships/customXml" Target="../ink/ink913.xml"/><Relationship Id="rId148" Type="http://schemas.openxmlformats.org/officeDocument/2006/relationships/image" Target="../media/image919.png"/><Relationship Id="rId169" Type="http://schemas.openxmlformats.org/officeDocument/2006/relationships/customXml" Target="../ink/ink951.xml"/><Relationship Id="rId334" Type="http://schemas.openxmlformats.org/officeDocument/2006/relationships/image" Target="../media/image1010.png"/><Relationship Id="rId355" Type="http://schemas.openxmlformats.org/officeDocument/2006/relationships/customXml" Target="../ink/ink1045.xml"/><Relationship Id="rId376" Type="http://schemas.openxmlformats.org/officeDocument/2006/relationships/image" Target="../media/image1031.png"/><Relationship Id="rId397" Type="http://schemas.openxmlformats.org/officeDocument/2006/relationships/image" Target="../media/image1041.png"/><Relationship Id="rId4" Type="http://schemas.openxmlformats.org/officeDocument/2006/relationships/customXml" Target="../ink/ink868.xml"/><Relationship Id="rId180" Type="http://schemas.openxmlformats.org/officeDocument/2006/relationships/image" Target="../media/image935.png"/><Relationship Id="rId215" Type="http://schemas.openxmlformats.org/officeDocument/2006/relationships/customXml" Target="../ink/ink974.xml"/><Relationship Id="rId236" Type="http://schemas.openxmlformats.org/officeDocument/2006/relationships/image" Target="../media/image962.png"/><Relationship Id="rId257" Type="http://schemas.openxmlformats.org/officeDocument/2006/relationships/customXml" Target="../ink/ink995.xml"/><Relationship Id="rId278" Type="http://schemas.openxmlformats.org/officeDocument/2006/relationships/image" Target="../media/image983.png"/><Relationship Id="rId401" Type="http://schemas.openxmlformats.org/officeDocument/2006/relationships/image" Target="../media/image1043.png"/><Relationship Id="rId303" Type="http://schemas.openxmlformats.org/officeDocument/2006/relationships/customXml" Target="../ink/ink1018.xml"/><Relationship Id="rId42" Type="http://schemas.openxmlformats.org/officeDocument/2006/relationships/customXml" Target="../ink/ink887.xml"/><Relationship Id="rId84" Type="http://schemas.openxmlformats.org/officeDocument/2006/relationships/customXml" Target="../ink/ink908.xml"/><Relationship Id="rId138" Type="http://schemas.openxmlformats.org/officeDocument/2006/relationships/customXml" Target="../ink/ink935.xml"/><Relationship Id="rId345" Type="http://schemas.openxmlformats.org/officeDocument/2006/relationships/customXml" Target="../ink/ink1040.xml"/><Relationship Id="rId387" Type="http://schemas.openxmlformats.org/officeDocument/2006/relationships/customXml" Target="../ink/ink1061.xml"/><Relationship Id="rId191" Type="http://schemas.openxmlformats.org/officeDocument/2006/relationships/customXml" Target="../ink/ink962.xml"/><Relationship Id="rId205" Type="http://schemas.openxmlformats.org/officeDocument/2006/relationships/customXml" Target="../ink/ink969.xml"/><Relationship Id="rId247" Type="http://schemas.openxmlformats.org/officeDocument/2006/relationships/customXml" Target="../ink/ink990.xml"/><Relationship Id="rId107" Type="http://schemas.openxmlformats.org/officeDocument/2006/relationships/image" Target="../media/image899.png"/><Relationship Id="rId289" Type="http://schemas.openxmlformats.org/officeDocument/2006/relationships/customXml" Target="../ink/ink1011.xml"/><Relationship Id="rId11" Type="http://schemas.openxmlformats.org/officeDocument/2006/relationships/image" Target="../media/image852.png"/><Relationship Id="rId53" Type="http://schemas.openxmlformats.org/officeDocument/2006/relationships/image" Target="../media/image873.png"/><Relationship Id="rId149" Type="http://schemas.openxmlformats.org/officeDocument/2006/relationships/customXml" Target="../ink/ink941.xml"/><Relationship Id="rId314" Type="http://schemas.openxmlformats.org/officeDocument/2006/relationships/image" Target="../media/image1000.png"/><Relationship Id="rId356" Type="http://schemas.openxmlformats.org/officeDocument/2006/relationships/image" Target="../media/image1021.png"/><Relationship Id="rId398" Type="http://schemas.openxmlformats.org/officeDocument/2006/relationships/customXml" Target="../ink/ink1067.xml"/><Relationship Id="rId95" Type="http://schemas.openxmlformats.org/officeDocument/2006/relationships/image" Target="../media/image893.png"/><Relationship Id="rId160" Type="http://schemas.openxmlformats.org/officeDocument/2006/relationships/image" Target="../media/image925.png"/><Relationship Id="rId216" Type="http://schemas.openxmlformats.org/officeDocument/2006/relationships/image" Target="../media/image953.png"/><Relationship Id="rId258" Type="http://schemas.openxmlformats.org/officeDocument/2006/relationships/image" Target="../media/image973.png"/><Relationship Id="rId22" Type="http://schemas.openxmlformats.org/officeDocument/2006/relationships/customXml" Target="../ink/ink877.xml"/><Relationship Id="rId64" Type="http://schemas.openxmlformats.org/officeDocument/2006/relationships/customXml" Target="../ink/ink898.xml"/><Relationship Id="rId118" Type="http://schemas.openxmlformats.org/officeDocument/2006/relationships/customXml" Target="../ink/ink925.xml"/><Relationship Id="rId325" Type="http://schemas.openxmlformats.org/officeDocument/2006/relationships/customXml" Target="../ink/ink1030.xml"/><Relationship Id="rId367" Type="http://schemas.openxmlformats.org/officeDocument/2006/relationships/customXml" Target="../ink/ink1051.xml"/><Relationship Id="rId171" Type="http://schemas.openxmlformats.org/officeDocument/2006/relationships/customXml" Target="../ink/ink952.xml"/><Relationship Id="rId227" Type="http://schemas.openxmlformats.org/officeDocument/2006/relationships/customXml" Target="../ink/ink980.xml"/><Relationship Id="rId269" Type="http://schemas.openxmlformats.org/officeDocument/2006/relationships/customXml" Target="../ink/ink1001.xml"/><Relationship Id="rId33" Type="http://schemas.openxmlformats.org/officeDocument/2006/relationships/image" Target="../media/image863.png"/><Relationship Id="rId129" Type="http://schemas.openxmlformats.org/officeDocument/2006/relationships/image" Target="../media/image910.png"/><Relationship Id="rId280" Type="http://schemas.openxmlformats.org/officeDocument/2006/relationships/image" Target="../media/image984.png"/><Relationship Id="rId336" Type="http://schemas.openxmlformats.org/officeDocument/2006/relationships/image" Target="../media/image1011.png"/><Relationship Id="rId75" Type="http://schemas.openxmlformats.org/officeDocument/2006/relationships/image" Target="../media/image884.png"/><Relationship Id="rId140" Type="http://schemas.openxmlformats.org/officeDocument/2006/relationships/customXml" Target="../ink/ink936.xml"/><Relationship Id="rId182" Type="http://schemas.openxmlformats.org/officeDocument/2006/relationships/image" Target="../media/image936.png"/><Relationship Id="rId378" Type="http://schemas.openxmlformats.org/officeDocument/2006/relationships/image" Target="../media/image1032.png"/><Relationship Id="rId403" Type="http://schemas.openxmlformats.org/officeDocument/2006/relationships/image" Target="../media/image1044.png"/><Relationship Id="rId6" Type="http://schemas.openxmlformats.org/officeDocument/2006/relationships/customXml" Target="../ink/ink869.xml"/><Relationship Id="rId238" Type="http://schemas.openxmlformats.org/officeDocument/2006/relationships/image" Target="../media/image963.png"/><Relationship Id="rId291" Type="http://schemas.openxmlformats.org/officeDocument/2006/relationships/customXml" Target="../ink/ink1012.xml"/><Relationship Id="rId305" Type="http://schemas.openxmlformats.org/officeDocument/2006/relationships/customXml" Target="../ink/ink1019.xml"/><Relationship Id="rId347" Type="http://schemas.openxmlformats.org/officeDocument/2006/relationships/customXml" Target="../ink/ink1041.xml"/><Relationship Id="rId44" Type="http://schemas.openxmlformats.org/officeDocument/2006/relationships/customXml" Target="../ink/ink888.xml"/><Relationship Id="rId86" Type="http://schemas.openxmlformats.org/officeDocument/2006/relationships/customXml" Target="../ink/ink909.xml"/><Relationship Id="rId151" Type="http://schemas.openxmlformats.org/officeDocument/2006/relationships/customXml" Target="../ink/ink942.xml"/><Relationship Id="rId389" Type="http://schemas.openxmlformats.org/officeDocument/2006/relationships/customXml" Target="../ink/ink1062.xml"/><Relationship Id="rId193" Type="http://schemas.openxmlformats.org/officeDocument/2006/relationships/customXml" Target="../ink/ink963.xml"/><Relationship Id="rId207" Type="http://schemas.openxmlformats.org/officeDocument/2006/relationships/customXml" Target="../ink/ink970.xml"/><Relationship Id="rId249" Type="http://schemas.openxmlformats.org/officeDocument/2006/relationships/customXml" Target="../ink/ink991.xml"/><Relationship Id="rId13" Type="http://schemas.openxmlformats.org/officeDocument/2006/relationships/image" Target="../media/image853.png"/><Relationship Id="rId109" Type="http://schemas.openxmlformats.org/officeDocument/2006/relationships/image" Target="../media/image900.png"/><Relationship Id="rId260" Type="http://schemas.openxmlformats.org/officeDocument/2006/relationships/image" Target="../media/image974.png"/><Relationship Id="rId316" Type="http://schemas.openxmlformats.org/officeDocument/2006/relationships/image" Target="../media/image1001.png"/><Relationship Id="rId55" Type="http://schemas.openxmlformats.org/officeDocument/2006/relationships/image" Target="../media/image874.png"/><Relationship Id="rId97" Type="http://schemas.openxmlformats.org/officeDocument/2006/relationships/image" Target="../media/image894.png"/><Relationship Id="rId120" Type="http://schemas.openxmlformats.org/officeDocument/2006/relationships/customXml" Target="../ink/ink926.xml"/><Relationship Id="rId358" Type="http://schemas.openxmlformats.org/officeDocument/2006/relationships/image" Target="../media/image1022.png"/><Relationship Id="rId162" Type="http://schemas.openxmlformats.org/officeDocument/2006/relationships/image" Target="../media/image926.png"/><Relationship Id="rId218" Type="http://schemas.openxmlformats.org/officeDocument/2006/relationships/image" Target="../media/image954.png"/><Relationship Id="rId271" Type="http://schemas.openxmlformats.org/officeDocument/2006/relationships/customXml" Target="../ink/ink1002.xml"/><Relationship Id="rId24" Type="http://schemas.openxmlformats.org/officeDocument/2006/relationships/customXml" Target="../ink/ink878.xml"/><Relationship Id="rId66" Type="http://schemas.openxmlformats.org/officeDocument/2006/relationships/customXml" Target="../ink/ink899.xml"/><Relationship Id="rId131" Type="http://schemas.openxmlformats.org/officeDocument/2006/relationships/image" Target="../media/image911.png"/><Relationship Id="rId327" Type="http://schemas.openxmlformats.org/officeDocument/2006/relationships/customXml" Target="../ink/ink1031.xml"/><Relationship Id="rId369" Type="http://schemas.openxmlformats.org/officeDocument/2006/relationships/customXml" Target="../ink/ink1052.xml"/><Relationship Id="rId173" Type="http://schemas.openxmlformats.org/officeDocument/2006/relationships/customXml" Target="../ink/ink953.xml"/><Relationship Id="rId229" Type="http://schemas.openxmlformats.org/officeDocument/2006/relationships/customXml" Target="../ink/ink981.xml"/><Relationship Id="rId380" Type="http://schemas.openxmlformats.org/officeDocument/2006/relationships/image" Target="../media/image1033.png"/><Relationship Id="rId240" Type="http://schemas.openxmlformats.org/officeDocument/2006/relationships/image" Target="../media/image964.png"/><Relationship Id="rId35" Type="http://schemas.openxmlformats.org/officeDocument/2006/relationships/image" Target="../media/image864.png"/><Relationship Id="rId77" Type="http://schemas.openxmlformats.org/officeDocument/2006/relationships/image" Target="../media/image885.png"/><Relationship Id="rId100" Type="http://schemas.openxmlformats.org/officeDocument/2006/relationships/customXml" Target="../ink/ink916.xml"/><Relationship Id="rId282" Type="http://schemas.openxmlformats.org/officeDocument/2006/relationships/image" Target="../media/image985.png"/><Relationship Id="rId338" Type="http://schemas.openxmlformats.org/officeDocument/2006/relationships/image" Target="../media/image1012.png"/><Relationship Id="rId8" Type="http://schemas.openxmlformats.org/officeDocument/2006/relationships/customXml" Target="../ink/ink870.xml"/><Relationship Id="rId142" Type="http://schemas.openxmlformats.org/officeDocument/2006/relationships/customXml" Target="../ink/ink937.xml"/><Relationship Id="rId184" Type="http://schemas.openxmlformats.org/officeDocument/2006/relationships/image" Target="../media/image937.png"/><Relationship Id="rId391" Type="http://schemas.openxmlformats.org/officeDocument/2006/relationships/image" Target="../media/image1038.png"/><Relationship Id="rId251" Type="http://schemas.openxmlformats.org/officeDocument/2006/relationships/customXml" Target="../ink/ink992.xml"/><Relationship Id="rId46" Type="http://schemas.openxmlformats.org/officeDocument/2006/relationships/customXml" Target="../ink/ink889.xml"/><Relationship Id="rId293" Type="http://schemas.openxmlformats.org/officeDocument/2006/relationships/customXml" Target="../ink/ink1013.xml"/><Relationship Id="rId307" Type="http://schemas.openxmlformats.org/officeDocument/2006/relationships/customXml" Target="../ink/ink1020.xml"/><Relationship Id="rId349" Type="http://schemas.openxmlformats.org/officeDocument/2006/relationships/customXml" Target="../ink/ink1042.xml"/><Relationship Id="rId88" Type="http://schemas.openxmlformats.org/officeDocument/2006/relationships/customXml" Target="../ink/ink910.xml"/><Relationship Id="rId111" Type="http://schemas.openxmlformats.org/officeDocument/2006/relationships/image" Target="../media/image901.png"/><Relationship Id="rId153" Type="http://schemas.openxmlformats.org/officeDocument/2006/relationships/customXml" Target="../ink/ink943.xml"/><Relationship Id="rId195" Type="http://schemas.openxmlformats.org/officeDocument/2006/relationships/customXml" Target="../ink/ink964.xml"/><Relationship Id="rId209" Type="http://schemas.openxmlformats.org/officeDocument/2006/relationships/customXml" Target="../ink/ink971.xml"/><Relationship Id="rId360" Type="http://schemas.openxmlformats.org/officeDocument/2006/relationships/image" Target="../media/image1023.png"/><Relationship Id="rId220" Type="http://schemas.openxmlformats.org/officeDocument/2006/relationships/image" Target="../media/image955.png"/><Relationship Id="rId15" Type="http://schemas.openxmlformats.org/officeDocument/2006/relationships/image" Target="../media/image854.png"/><Relationship Id="rId57" Type="http://schemas.openxmlformats.org/officeDocument/2006/relationships/image" Target="../media/image875.png"/><Relationship Id="rId262" Type="http://schemas.openxmlformats.org/officeDocument/2006/relationships/image" Target="../media/image975.png"/><Relationship Id="rId318" Type="http://schemas.openxmlformats.org/officeDocument/2006/relationships/image" Target="../media/image1002.png"/><Relationship Id="rId99" Type="http://schemas.openxmlformats.org/officeDocument/2006/relationships/image" Target="../media/image895.png"/><Relationship Id="rId122" Type="http://schemas.openxmlformats.org/officeDocument/2006/relationships/customXml" Target="../ink/ink927.xml"/><Relationship Id="rId164" Type="http://schemas.openxmlformats.org/officeDocument/2006/relationships/image" Target="../media/image927.png"/><Relationship Id="rId371" Type="http://schemas.openxmlformats.org/officeDocument/2006/relationships/customXml" Target="../ink/ink1053.xml"/><Relationship Id="rId26" Type="http://schemas.openxmlformats.org/officeDocument/2006/relationships/customXml" Target="../ink/ink879.xml"/><Relationship Id="rId231" Type="http://schemas.openxmlformats.org/officeDocument/2006/relationships/customXml" Target="../ink/ink982.xml"/><Relationship Id="rId273" Type="http://schemas.openxmlformats.org/officeDocument/2006/relationships/customXml" Target="../ink/ink1003.xml"/><Relationship Id="rId329" Type="http://schemas.openxmlformats.org/officeDocument/2006/relationships/customXml" Target="../ink/ink1032.xml"/><Relationship Id="rId68" Type="http://schemas.openxmlformats.org/officeDocument/2006/relationships/customXml" Target="../ink/ink900.xml"/><Relationship Id="rId133" Type="http://schemas.openxmlformats.org/officeDocument/2006/relationships/image" Target="../media/image912.png"/><Relationship Id="rId175" Type="http://schemas.openxmlformats.org/officeDocument/2006/relationships/customXml" Target="../ink/ink954.xml"/><Relationship Id="rId340" Type="http://schemas.openxmlformats.org/officeDocument/2006/relationships/image" Target="../media/image1013.png"/><Relationship Id="rId200" Type="http://schemas.openxmlformats.org/officeDocument/2006/relationships/image" Target="../media/image945.png"/><Relationship Id="rId382" Type="http://schemas.openxmlformats.org/officeDocument/2006/relationships/image" Target="../media/image1034.png"/><Relationship Id="rId242" Type="http://schemas.openxmlformats.org/officeDocument/2006/relationships/image" Target="../media/image965.png"/><Relationship Id="rId284" Type="http://schemas.openxmlformats.org/officeDocument/2006/relationships/image" Target="../media/image986.png"/><Relationship Id="rId37" Type="http://schemas.openxmlformats.org/officeDocument/2006/relationships/image" Target="../media/image865.png"/><Relationship Id="rId79" Type="http://schemas.openxmlformats.org/officeDocument/2006/relationships/image" Target="../media/image886.png"/><Relationship Id="rId102" Type="http://schemas.openxmlformats.org/officeDocument/2006/relationships/customXml" Target="../ink/ink917.xml"/><Relationship Id="rId144" Type="http://schemas.openxmlformats.org/officeDocument/2006/relationships/customXml" Target="../ink/ink93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02.png"/><Relationship Id="rId21" Type="http://schemas.openxmlformats.org/officeDocument/2006/relationships/image" Target="../media/image1054.png"/><Relationship Id="rId324" Type="http://schemas.openxmlformats.org/officeDocument/2006/relationships/customXml" Target="../ink/ink1231.xml"/><Relationship Id="rId531" Type="http://schemas.openxmlformats.org/officeDocument/2006/relationships/image" Target="../media/image1307.png"/><Relationship Id="rId170" Type="http://schemas.openxmlformats.org/officeDocument/2006/relationships/customXml" Target="../ink/ink1154.xml"/><Relationship Id="rId268" Type="http://schemas.openxmlformats.org/officeDocument/2006/relationships/customXml" Target="../ink/ink1203.xml"/><Relationship Id="rId475" Type="http://schemas.openxmlformats.org/officeDocument/2006/relationships/image" Target="../media/image1280.png"/><Relationship Id="rId32" Type="http://schemas.openxmlformats.org/officeDocument/2006/relationships/customXml" Target="../ink/ink1085.xml"/><Relationship Id="rId128" Type="http://schemas.openxmlformats.org/officeDocument/2006/relationships/customXml" Target="../ink/ink1133.xml"/><Relationship Id="rId335" Type="http://schemas.openxmlformats.org/officeDocument/2006/relationships/image" Target="../media/image1211.png"/><Relationship Id="rId542" Type="http://schemas.openxmlformats.org/officeDocument/2006/relationships/customXml" Target="../ink/ink1340.xml"/><Relationship Id="rId181" Type="http://schemas.openxmlformats.org/officeDocument/2006/relationships/image" Target="../media/image1134.png"/><Relationship Id="rId402" Type="http://schemas.openxmlformats.org/officeDocument/2006/relationships/customXml" Target="../ink/ink1270.xml"/><Relationship Id="rId279" Type="http://schemas.openxmlformats.org/officeDocument/2006/relationships/image" Target="../media/image1183.png"/><Relationship Id="rId486" Type="http://schemas.openxmlformats.org/officeDocument/2006/relationships/customXml" Target="../ink/ink1312.xml"/><Relationship Id="rId43" Type="http://schemas.openxmlformats.org/officeDocument/2006/relationships/image" Target="../media/image1065.png"/><Relationship Id="rId139" Type="http://schemas.openxmlformats.org/officeDocument/2006/relationships/image" Target="../media/image1113.png"/><Relationship Id="rId346" Type="http://schemas.openxmlformats.org/officeDocument/2006/relationships/customXml" Target="../ink/ink1242.xml"/><Relationship Id="rId553" Type="http://schemas.openxmlformats.org/officeDocument/2006/relationships/image" Target="../media/image1318.png"/><Relationship Id="rId192" Type="http://schemas.openxmlformats.org/officeDocument/2006/relationships/customXml" Target="../ink/ink1165.xml"/><Relationship Id="rId206" Type="http://schemas.openxmlformats.org/officeDocument/2006/relationships/customXml" Target="../ink/ink1172.xml"/><Relationship Id="rId413" Type="http://schemas.openxmlformats.org/officeDocument/2006/relationships/image" Target="../media/image1250.png"/><Relationship Id="rId497" Type="http://schemas.openxmlformats.org/officeDocument/2006/relationships/image" Target="../media/image1290.png"/><Relationship Id="rId357" Type="http://schemas.openxmlformats.org/officeDocument/2006/relationships/image" Target="../media/image1222.png"/><Relationship Id="rId54" Type="http://schemas.openxmlformats.org/officeDocument/2006/relationships/customXml" Target="../ink/ink1096.xml"/><Relationship Id="rId217" Type="http://schemas.openxmlformats.org/officeDocument/2006/relationships/image" Target="../media/image1152.png"/><Relationship Id="rId564" Type="http://schemas.openxmlformats.org/officeDocument/2006/relationships/customXml" Target="../ink/ink1351.xml"/><Relationship Id="rId424" Type="http://schemas.openxmlformats.org/officeDocument/2006/relationships/customXml" Target="../ink/ink1281.xml"/><Relationship Id="rId270" Type="http://schemas.openxmlformats.org/officeDocument/2006/relationships/customXml" Target="../ink/ink1204.xml"/><Relationship Id="rId65" Type="http://schemas.openxmlformats.org/officeDocument/2006/relationships/image" Target="../media/image1076.png"/><Relationship Id="rId130" Type="http://schemas.openxmlformats.org/officeDocument/2006/relationships/customXml" Target="../ink/ink1134.xml"/><Relationship Id="rId368" Type="http://schemas.openxmlformats.org/officeDocument/2006/relationships/customXml" Target="../ink/ink1253.xml"/><Relationship Id="rId575" Type="http://schemas.openxmlformats.org/officeDocument/2006/relationships/image" Target="../media/image1329.png"/><Relationship Id="rId228" Type="http://schemas.openxmlformats.org/officeDocument/2006/relationships/customXml" Target="../ink/ink1183.xml"/><Relationship Id="rId435" Type="http://schemas.openxmlformats.org/officeDocument/2006/relationships/image" Target="../media/image1261.png"/><Relationship Id="rId281" Type="http://schemas.openxmlformats.org/officeDocument/2006/relationships/image" Target="../media/image1184.png"/><Relationship Id="rId502" Type="http://schemas.openxmlformats.org/officeDocument/2006/relationships/customXml" Target="../ink/ink1320.xml"/><Relationship Id="rId76" Type="http://schemas.openxmlformats.org/officeDocument/2006/relationships/customXml" Target="../ink/ink1107.xml"/><Relationship Id="rId141" Type="http://schemas.openxmlformats.org/officeDocument/2006/relationships/image" Target="../media/image1114.png"/><Relationship Id="rId379" Type="http://schemas.openxmlformats.org/officeDocument/2006/relationships/image" Target="../media/image1233.png"/><Relationship Id="rId586" Type="http://schemas.openxmlformats.org/officeDocument/2006/relationships/customXml" Target="../ink/ink1362.xml"/><Relationship Id="rId7" Type="http://schemas.openxmlformats.org/officeDocument/2006/relationships/image" Target="../media/image1047.png"/><Relationship Id="rId239" Type="http://schemas.openxmlformats.org/officeDocument/2006/relationships/image" Target="../media/image1163.png"/><Relationship Id="rId446" Type="http://schemas.openxmlformats.org/officeDocument/2006/relationships/customXml" Target="../ink/ink1292.xml"/><Relationship Id="rId292" Type="http://schemas.openxmlformats.org/officeDocument/2006/relationships/customXml" Target="../ink/ink1215.xml"/><Relationship Id="rId306" Type="http://schemas.openxmlformats.org/officeDocument/2006/relationships/customXml" Target="../ink/ink1222.xml"/><Relationship Id="rId45" Type="http://schemas.openxmlformats.org/officeDocument/2006/relationships/image" Target="../media/image1066.png"/><Relationship Id="rId87" Type="http://schemas.openxmlformats.org/officeDocument/2006/relationships/image" Target="../media/image1087.png"/><Relationship Id="rId110" Type="http://schemas.openxmlformats.org/officeDocument/2006/relationships/customXml" Target="../ink/ink1124.xml"/><Relationship Id="rId348" Type="http://schemas.openxmlformats.org/officeDocument/2006/relationships/customXml" Target="../ink/ink1243.xml"/><Relationship Id="rId513" Type="http://schemas.openxmlformats.org/officeDocument/2006/relationships/image" Target="../media/image1298.png"/><Relationship Id="rId555" Type="http://schemas.openxmlformats.org/officeDocument/2006/relationships/image" Target="../media/image1319.png"/><Relationship Id="rId152" Type="http://schemas.openxmlformats.org/officeDocument/2006/relationships/customXml" Target="../ink/ink1145.xml"/><Relationship Id="rId194" Type="http://schemas.openxmlformats.org/officeDocument/2006/relationships/customXml" Target="../ink/ink1166.xml"/><Relationship Id="rId208" Type="http://schemas.openxmlformats.org/officeDocument/2006/relationships/customXml" Target="../ink/ink1173.xml"/><Relationship Id="rId415" Type="http://schemas.openxmlformats.org/officeDocument/2006/relationships/image" Target="../media/image1251.png"/><Relationship Id="rId457" Type="http://schemas.openxmlformats.org/officeDocument/2006/relationships/image" Target="../media/image1272.png"/><Relationship Id="rId261" Type="http://schemas.openxmlformats.org/officeDocument/2006/relationships/image" Target="../media/image1174.png"/><Relationship Id="rId499" Type="http://schemas.openxmlformats.org/officeDocument/2006/relationships/image" Target="../media/image1291.png"/><Relationship Id="rId14" Type="http://schemas.openxmlformats.org/officeDocument/2006/relationships/customXml" Target="../ink/ink1076.xml"/><Relationship Id="rId56" Type="http://schemas.openxmlformats.org/officeDocument/2006/relationships/customXml" Target="../ink/ink1097.xml"/><Relationship Id="rId317" Type="http://schemas.openxmlformats.org/officeDocument/2006/relationships/image" Target="../media/image1202.png"/><Relationship Id="rId359" Type="http://schemas.openxmlformats.org/officeDocument/2006/relationships/image" Target="../media/image1223.png"/><Relationship Id="rId524" Type="http://schemas.openxmlformats.org/officeDocument/2006/relationships/customXml" Target="../ink/ink1331.xml"/><Relationship Id="rId566" Type="http://schemas.openxmlformats.org/officeDocument/2006/relationships/customXml" Target="../ink/ink1352.xml"/><Relationship Id="rId98" Type="http://schemas.openxmlformats.org/officeDocument/2006/relationships/customXml" Target="../ink/ink1118.xml"/><Relationship Id="rId121" Type="http://schemas.openxmlformats.org/officeDocument/2006/relationships/image" Target="../media/image1104.png"/><Relationship Id="rId163" Type="http://schemas.openxmlformats.org/officeDocument/2006/relationships/image" Target="../media/image1125.png"/><Relationship Id="rId219" Type="http://schemas.openxmlformats.org/officeDocument/2006/relationships/image" Target="../media/image1153.png"/><Relationship Id="rId370" Type="http://schemas.openxmlformats.org/officeDocument/2006/relationships/customXml" Target="../ink/ink1254.xml"/><Relationship Id="rId426" Type="http://schemas.openxmlformats.org/officeDocument/2006/relationships/customXml" Target="../ink/ink1282.xml"/><Relationship Id="rId230" Type="http://schemas.openxmlformats.org/officeDocument/2006/relationships/customXml" Target="../ink/ink1184.xml"/><Relationship Id="rId468" Type="http://schemas.openxmlformats.org/officeDocument/2006/relationships/customXml" Target="../ink/ink1303.xml"/><Relationship Id="rId25" Type="http://schemas.openxmlformats.org/officeDocument/2006/relationships/image" Target="../media/image1056.png"/><Relationship Id="rId67" Type="http://schemas.openxmlformats.org/officeDocument/2006/relationships/image" Target="../media/image1077.png"/><Relationship Id="rId272" Type="http://schemas.openxmlformats.org/officeDocument/2006/relationships/customXml" Target="../ink/ink1205.xml"/><Relationship Id="rId328" Type="http://schemas.openxmlformats.org/officeDocument/2006/relationships/customXml" Target="../ink/ink1233.xml"/><Relationship Id="rId535" Type="http://schemas.openxmlformats.org/officeDocument/2006/relationships/image" Target="../media/image1309.png"/><Relationship Id="rId577" Type="http://schemas.openxmlformats.org/officeDocument/2006/relationships/image" Target="../media/image1330.png"/><Relationship Id="rId132" Type="http://schemas.openxmlformats.org/officeDocument/2006/relationships/customXml" Target="../ink/ink1135.xml"/><Relationship Id="rId174" Type="http://schemas.openxmlformats.org/officeDocument/2006/relationships/customXml" Target="../ink/ink1156.xml"/><Relationship Id="rId381" Type="http://schemas.openxmlformats.org/officeDocument/2006/relationships/image" Target="../media/image1234.png"/><Relationship Id="rId241" Type="http://schemas.openxmlformats.org/officeDocument/2006/relationships/image" Target="../media/image1164.png"/><Relationship Id="rId437" Type="http://schemas.openxmlformats.org/officeDocument/2006/relationships/image" Target="../media/image1262.png"/><Relationship Id="rId479" Type="http://schemas.openxmlformats.org/officeDocument/2006/relationships/image" Target="../media/image1282.png"/><Relationship Id="rId36" Type="http://schemas.openxmlformats.org/officeDocument/2006/relationships/customXml" Target="../ink/ink1087.xml"/><Relationship Id="rId283" Type="http://schemas.openxmlformats.org/officeDocument/2006/relationships/image" Target="../media/image1185.png"/><Relationship Id="rId339" Type="http://schemas.openxmlformats.org/officeDocument/2006/relationships/image" Target="../media/image1213.png"/><Relationship Id="rId490" Type="http://schemas.openxmlformats.org/officeDocument/2006/relationships/customXml" Target="../ink/ink1314.xml"/><Relationship Id="rId504" Type="http://schemas.openxmlformats.org/officeDocument/2006/relationships/customXml" Target="../ink/ink1321.xml"/><Relationship Id="rId546" Type="http://schemas.openxmlformats.org/officeDocument/2006/relationships/customXml" Target="../ink/ink1342.xml"/><Relationship Id="rId78" Type="http://schemas.openxmlformats.org/officeDocument/2006/relationships/customXml" Target="../ink/ink1108.xml"/><Relationship Id="rId101" Type="http://schemas.openxmlformats.org/officeDocument/2006/relationships/image" Target="../media/image1094.png"/><Relationship Id="rId143" Type="http://schemas.openxmlformats.org/officeDocument/2006/relationships/image" Target="../media/image1115.png"/><Relationship Id="rId185" Type="http://schemas.openxmlformats.org/officeDocument/2006/relationships/image" Target="../media/image1136.png"/><Relationship Id="rId350" Type="http://schemas.openxmlformats.org/officeDocument/2006/relationships/customXml" Target="../ink/ink1244.xml"/><Relationship Id="rId406" Type="http://schemas.openxmlformats.org/officeDocument/2006/relationships/customXml" Target="../ink/ink1272.xml"/><Relationship Id="rId588" Type="http://schemas.openxmlformats.org/officeDocument/2006/relationships/customXml" Target="../ink/ink1363.xml"/><Relationship Id="rId9" Type="http://schemas.openxmlformats.org/officeDocument/2006/relationships/image" Target="../media/image1048.png"/><Relationship Id="rId210" Type="http://schemas.openxmlformats.org/officeDocument/2006/relationships/customXml" Target="../ink/ink1174.xml"/><Relationship Id="rId392" Type="http://schemas.openxmlformats.org/officeDocument/2006/relationships/customXml" Target="../ink/ink1265.xml"/><Relationship Id="rId448" Type="http://schemas.openxmlformats.org/officeDocument/2006/relationships/customXml" Target="../ink/ink1293.xml"/><Relationship Id="rId252" Type="http://schemas.openxmlformats.org/officeDocument/2006/relationships/customXml" Target="../ink/ink1195.xml"/><Relationship Id="rId294" Type="http://schemas.openxmlformats.org/officeDocument/2006/relationships/customXml" Target="../ink/ink1216.xml"/><Relationship Id="rId308" Type="http://schemas.openxmlformats.org/officeDocument/2006/relationships/customXml" Target="../ink/ink1223.xml"/><Relationship Id="rId515" Type="http://schemas.openxmlformats.org/officeDocument/2006/relationships/image" Target="../media/image1299.png"/><Relationship Id="rId47" Type="http://schemas.openxmlformats.org/officeDocument/2006/relationships/image" Target="../media/image1067.png"/><Relationship Id="rId89" Type="http://schemas.openxmlformats.org/officeDocument/2006/relationships/image" Target="../media/image1088.png"/><Relationship Id="rId112" Type="http://schemas.openxmlformats.org/officeDocument/2006/relationships/customXml" Target="../ink/ink1125.xml"/><Relationship Id="rId154" Type="http://schemas.openxmlformats.org/officeDocument/2006/relationships/customXml" Target="../ink/ink1146.xml"/><Relationship Id="rId361" Type="http://schemas.openxmlformats.org/officeDocument/2006/relationships/image" Target="../media/image1224.png"/><Relationship Id="rId557" Type="http://schemas.openxmlformats.org/officeDocument/2006/relationships/image" Target="../media/image1320.png"/><Relationship Id="rId196" Type="http://schemas.openxmlformats.org/officeDocument/2006/relationships/customXml" Target="../ink/ink1167.xml"/><Relationship Id="rId417" Type="http://schemas.openxmlformats.org/officeDocument/2006/relationships/image" Target="../media/image1252.png"/><Relationship Id="rId459" Type="http://schemas.openxmlformats.org/officeDocument/2006/relationships/image" Target="../media/image1273.png"/><Relationship Id="rId16" Type="http://schemas.openxmlformats.org/officeDocument/2006/relationships/customXml" Target="../ink/ink1077.xml"/><Relationship Id="rId221" Type="http://schemas.openxmlformats.org/officeDocument/2006/relationships/image" Target="../media/image1154.png"/><Relationship Id="rId263" Type="http://schemas.openxmlformats.org/officeDocument/2006/relationships/image" Target="../media/image1175.png"/><Relationship Id="rId319" Type="http://schemas.openxmlformats.org/officeDocument/2006/relationships/image" Target="../media/image1203.png"/><Relationship Id="rId470" Type="http://schemas.openxmlformats.org/officeDocument/2006/relationships/customXml" Target="../ink/ink1304.xml"/><Relationship Id="rId526" Type="http://schemas.openxmlformats.org/officeDocument/2006/relationships/customXml" Target="../ink/ink1332.xml"/><Relationship Id="rId58" Type="http://schemas.openxmlformats.org/officeDocument/2006/relationships/customXml" Target="../ink/ink1098.xml"/><Relationship Id="rId123" Type="http://schemas.openxmlformats.org/officeDocument/2006/relationships/image" Target="../media/image1105.png"/><Relationship Id="rId330" Type="http://schemas.openxmlformats.org/officeDocument/2006/relationships/customXml" Target="../ink/ink1234.xml"/><Relationship Id="rId568" Type="http://schemas.openxmlformats.org/officeDocument/2006/relationships/customXml" Target="../ink/ink1353.xml"/><Relationship Id="rId165" Type="http://schemas.openxmlformats.org/officeDocument/2006/relationships/image" Target="../media/image1126.png"/><Relationship Id="rId372" Type="http://schemas.openxmlformats.org/officeDocument/2006/relationships/customXml" Target="../ink/ink1255.xml"/><Relationship Id="rId428" Type="http://schemas.openxmlformats.org/officeDocument/2006/relationships/customXml" Target="../ink/ink1283.xml"/><Relationship Id="rId232" Type="http://schemas.openxmlformats.org/officeDocument/2006/relationships/customXml" Target="../ink/ink1185.xml"/><Relationship Id="rId274" Type="http://schemas.openxmlformats.org/officeDocument/2006/relationships/customXml" Target="../ink/ink1206.xml"/><Relationship Id="rId481" Type="http://schemas.openxmlformats.org/officeDocument/2006/relationships/image" Target="../media/image1283.png"/><Relationship Id="rId27" Type="http://schemas.openxmlformats.org/officeDocument/2006/relationships/image" Target="../media/image1057.png"/><Relationship Id="rId69" Type="http://schemas.openxmlformats.org/officeDocument/2006/relationships/image" Target="../media/image1078.png"/><Relationship Id="rId134" Type="http://schemas.openxmlformats.org/officeDocument/2006/relationships/customXml" Target="../ink/ink1136.xml"/><Relationship Id="rId537" Type="http://schemas.openxmlformats.org/officeDocument/2006/relationships/image" Target="../media/image1310.png"/><Relationship Id="rId579" Type="http://schemas.openxmlformats.org/officeDocument/2006/relationships/image" Target="../media/image1331.png"/><Relationship Id="rId80" Type="http://schemas.openxmlformats.org/officeDocument/2006/relationships/customXml" Target="../ink/ink1109.xml"/><Relationship Id="rId176" Type="http://schemas.openxmlformats.org/officeDocument/2006/relationships/customXml" Target="../ink/ink1157.xml"/><Relationship Id="rId341" Type="http://schemas.openxmlformats.org/officeDocument/2006/relationships/image" Target="../media/image1214.png"/><Relationship Id="rId383" Type="http://schemas.openxmlformats.org/officeDocument/2006/relationships/image" Target="../media/image1235.png"/><Relationship Id="rId439" Type="http://schemas.openxmlformats.org/officeDocument/2006/relationships/image" Target="../media/image1263.png"/><Relationship Id="rId590" Type="http://schemas.openxmlformats.org/officeDocument/2006/relationships/customXml" Target="../ink/ink1364.xml"/><Relationship Id="rId201" Type="http://schemas.openxmlformats.org/officeDocument/2006/relationships/image" Target="../media/image1144.png"/><Relationship Id="rId243" Type="http://schemas.openxmlformats.org/officeDocument/2006/relationships/image" Target="../media/image1165.png"/><Relationship Id="rId285" Type="http://schemas.openxmlformats.org/officeDocument/2006/relationships/image" Target="../media/image1186.png"/><Relationship Id="rId450" Type="http://schemas.openxmlformats.org/officeDocument/2006/relationships/customXml" Target="../ink/ink1294.xml"/><Relationship Id="rId506" Type="http://schemas.openxmlformats.org/officeDocument/2006/relationships/customXml" Target="../ink/ink1322.xml"/><Relationship Id="rId38" Type="http://schemas.openxmlformats.org/officeDocument/2006/relationships/customXml" Target="../ink/ink1088.xml"/><Relationship Id="rId103" Type="http://schemas.openxmlformats.org/officeDocument/2006/relationships/image" Target="../media/image1095.png"/><Relationship Id="rId310" Type="http://schemas.openxmlformats.org/officeDocument/2006/relationships/customXml" Target="../ink/ink1224.xml"/><Relationship Id="rId492" Type="http://schemas.openxmlformats.org/officeDocument/2006/relationships/customXml" Target="../ink/ink1315.xml"/><Relationship Id="rId548" Type="http://schemas.openxmlformats.org/officeDocument/2006/relationships/customXml" Target="../ink/ink1343.xml"/><Relationship Id="rId91" Type="http://schemas.openxmlformats.org/officeDocument/2006/relationships/image" Target="../media/image1089.png"/><Relationship Id="rId145" Type="http://schemas.openxmlformats.org/officeDocument/2006/relationships/image" Target="../media/image1116.png"/><Relationship Id="rId187" Type="http://schemas.openxmlformats.org/officeDocument/2006/relationships/image" Target="../media/image1137.png"/><Relationship Id="rId352" Type="http://schemas.openxmlformats.org/officeDocument/2006/relationships/customXml" Target="../ink/ink1245.xml"/><Relationship Id="rId394" Type="http://schemas.openxmlformats.org/officeDocument/2006/relationships/customXml" Target="../ink/ink1266.xml"/><Relationship Id="rId408" Type="http://schemas.openxmlformats.org/officeDocument/2006/relationships/customXml" Target="../ink/ink1273.xml"/><Relationship Id="rId212" Type="http://schemas.openxmlformats.org/officeDocument/2006/relationships/customXml" Target="../ink/ink1175.xml"/><Relationship Id="rId254" Type="http://schemas.openxmlformats.org/officeDocument/2006/relationships/customXml" Target="../ink/ink1196.xml"/><Relationship Id="rId49" Type="http://schemas.openxmlformats.org/officeDocument/2006/relationships/image" Target="../media/image1068.png"/><Relationship Id="rId114" Type="http://schemas.openxmlformats.org/officeDocument/2006/relationships/customXml" Target="../ink/ink1126.xml"/><Relationship Id="rId296" Type="http://schemas.openxmlformats.org/officeDocument/2006/relationships/customXml" Target="../ink/ink1217.xml"/><Relationship Id="rId461" Type="http://schemas.openxmlformats.org/officeDocument/2006/relationships/image" Target="../media/image1274.png"/><Relationship Id="rId517" Type="http://schemas.openxmlformats.org/officeDocument/2006/relationships/image" Target="../media/image1300.png"/><Relationship Id="rId559" Type="http://schemas.openxmlformats.org/officeDocument/2006/relationships/image" Target="../media/image1321.png"/><Relationship Id="rId60" Type="http://schemas.openxmlformats.org/officeDocument/2006/relationships/customXml" Target="../ink/ink1099.xml"/><Relationship Id="rId156" Type="http://schemas.openxmlformats.org/officeDocument/2006/relationships/customXml" Target="../ink/ink1147.xml"/><Relationship Id="rId198" Type="http://schemas.openxmlformats.org/officeDocument/2006/relationships/customXml" Target="../ink/ink1168.xml"/><Relationship Id="rId321" Type="http://schemas.openxmlformats.org/officeDocument/2006/relationships/image" Target="../media/image1204.png"/><Relationship Id="rId363" Type="http://schemas.openxmlformats.org/officeDocument/2006/relationships/image" Target="../media/image1225.png"/><Relationship Id="rId419" Type="http://schemas.openxmlformats.org/officeDocument/2006/relationships/image" Target="../media/image1253.png"/><Relationship Id="rId570" Type="http://schemas.openxmlformats.org/officeDocument/2006/relationships/customXml" Target="../ink/ink1354.xml"/><Relationship Id="rId223" Type="http://schemas.openxmlformats.org/officeDocument/2006/relationships/image" Target="../media/image1155.png"/><Relationship Id="rId430" Type="http://schemas.openxmlformats.org/officeDocument/2006/relationships/customXml" Target="../ink/ink1284.xml"/><Relationship Id="rId18" Type="http://schemas.openxmlformats.org/officeDocument/2006/relationships/customXml" Target="../ink/ink1078.xml"/><Relationship Id="rId265" Type="http://schemas.openxmlformats.org/officeDocument/2006/relationships/image" Target="../media/image1176.png"/><Relationship Id="rId472" Type="http://schemas.openxmlformats.org/officeDocument/2006/relationships/customXml" Target="../ink/ink1305.xml"/><Relationship Id="rId528" Type="http://schemas.openxmlformats.org/officeDocument/2006/relationships/customXml" Target="../ink/ink1333.xml"/><Relationship Id="rId125" Type="http://schemas.openxmlformats.org/officeDocument/2006/relationships/image" Target="../media/image1106.png"/><Relationship Id="rId167" Type="http://schemas.openxmlformats.org/officeDocument/2006/relationships/image" Target="../media/image1127.png"/><Relationship Id="rId332" Type="http://schemas.openxmlformats.org/officeDocument/2006/relationships/customXml" Target="../ink/ink1235.xml"/><Relationship Id="rId374" Type="http://schemas.openxmlformats.org/officeDocument/2006/relationships/customXml" Target="../ink/ink1256.xml"/><Relationship Id="rId581" Type="http://schemas.openxmlformats.org/officeDocument/2006/relationships/image" Target="../media/image1332.png"/><Relationship Id="rId71" Type="http://schemas.openxmlformats.org/officeDocument/2006/relationships/image" Target="../media/image1079.png"/><Relationship Id="rId234" Type="http://schemas.openxmlformats.org/officeDocument/2006/relationships/customXml" Target="../ink/ink1186.xml"/><Relationship Id="rId2" Type="http://schemas.openxmlformats.org/officeDocument/2006/relationships/customXml" Target="../ink/ink1070.xml"/><Relationship Id="rId29" Type="http://schemas.openxmlformats.org/officeDocument/2006/relationships/image" Target="../media/image1058.png"/><Relationship Id="rId276" Type="http://schemas.openxmlformats.org/officeDocument/2006/relationships/customXml" Target="../ink/ink1207.xml"/><Relationship Id="rId441" Type="http://schemas.openxmlformats.org/officeDocument/2006/relationships/image" Target="../media/image1264.png"/><Relationship Id="rId483" Type="http://schemas.openxmlformats.org/officeDocument/2006/relationships/image" Target="../media/image997.png"/><Relationship Id="rId539" Type="http://schemas.openxmlformats.org/officeDocument/2006/relationships/image" Target="../media/image1311.png"/><Relationship Id="rId40" Type="http://schemas.openxmlformats.org/officeDocument/2006/relationships/customXml" Target="../ink/ink1089.xml"/><Relationship Id="rId136" Type="http://schemas.openxmlformats.org/officeDocument/2006/relationships/customXml" Target="../ink/ink1137.xml"/><Relationship Id="rId178" Type="http://schemas.openxmlformats.org/officeDocument/2006/relationships/customXml" Target="../ink/ink1158.xml"/><Relationship Id="rId301" Type="http://schemas.openxmlformats.org/officeDocument/2006/relationships/image" Target="../media/image1194.png"/><Relationship Id="rId343" Type="http://schemas.openxmlformats.org/officeDocument/2006/relationships/image" Target="../media/image1215.png"/><Relationship Id="rId550" Type="http://schemas.openxmlformats.org/officeDocument/2006/relationships/customXml" Target="../ink/ink1344.xml"/><Relationship Id="rId82" Type="http://schemas.openxmlformats.org/officeDocument/2006/relationships/customXml" Target="../ink/ink1110.xml"/><Relationship Id="rId203" Type="http://schemas.openxmlformats.org/officeDocument/2006/relationships/image" Target="../media/image1145.png"/><Relationship Id="rId385" Type="http://schemas.openxmlformats.org/officeDocument/2006/relationships/image" Target="../media/image1236.png"/><Relationship Id="rId245" Type="http://schemas.openxmlformats.org/officeDocument/2006/relationships/image" Target="../media/image1166.png"/><Relationship Id="rId287" Type="http://schemas.openxmlformats.org/officeDocument/2006/relationships/image" Target="../media/image1187.png"/><Relationship Id="rId410" Type="http://schemas.openxmlformats.org/officeDocument/2006/relationships/customXml" Target="../ink/ink1274.xml"/><Relationship Id="rId452" Type="http://schemas.openxmlformats.org/officeDocument/2006/relationships/customXml" Target="../ink/ink1295.xml"/><Relationship Id="rId494" Type="http://schemas.openxmlformats.org/officeDocument/2006/relationships/customXml" Target="../ink/ink1316.xml"/><Relationship Id="rId508" Type="http://schemas.openxmlformats.org/officeDocument/2006/relationships/customXml" Target="../ink/ink1323.xml"/><Relationship Id="rId105" Type="http://schemas.openxmlformats.org/officeDocument/2006/relationships/image" Target="../media/image1096.png"/><Relationship Id="rId147" Type="http://schemas.openxmlformats.org/officeDocument/2006/relationships/image" Target="../media/image1117.png"/><Relationship Id="rId312" Type="http://schemas.openxmlformats.org/officeDocument/2006/relationships/customXml" Target="../ink/ink1225.xml"/><Relationship Id="rId354" Type="http://schemas.openxmlformats.org/officeDocument/2006/relationships/customXml" Target="../ink/ink1246.xml"/><Relationship Id="rId51" Type="http://schemas.openxmlformats.org/officeDocument/2006/relationships/image" Target="../media/image1069.png"/><Relationship Id="rId93" Type="http://schemas.openxmlformats.org/officeDocument/2006/relationships/image" Target="../media/image1090.png"/><Relationship Id="rId189" Type="http://schemas.openxmlformats.org/officeDocument/2006/relationships/image" Target="../media/image1138.png"/><Relationship Id="rId396" Type="http://schemas.openxmlformats.org/officeDocument/2006/relationships/customXml" Target="../ink/ink1267.xml"/><Relationship Id="rId561" Type="http://schemas.openxmlformats.org/officeDocument/2006/relationships/image" Target="../media/image1322.png"/><Relationship Id="rId214" Type="http://schemas.openxmlformats.org/officeDocument/2006/relationships/customXml" Target="../ink/ink1176.xml"/><Relationship Id="rId256" Type="http://schemas.openxmlformats.org/officeDocument/2006/relationships/customXml" Target="../ink/ink1197.xml"/><Relationship Id="rId298" Type="http://schemas.openxmlformats.org/officeDocument/2006/relationships/customXml" Target="../ink/ink1218.xml"/><Relationship Id="rId421" Type="http://schemas.openxmlformats.org/officeDocument/2006/relationships/image" Target="../media/image1254.png"/><Relationship Id="rId463" Type="http://schemas.openxmlformats.org/officeDocument/2006/relationships/image" Target="../media/image1275.png"/><Relationship Id="rId519" Type="http://schemas.openxmlformats.org/officeDocument/2006/relationships/image" Target="../media/image1301.png"/><Relationship Id="rId116" Type="http://schemas.openxmlformats.org/officeDocument/2006/relationships/customXml" Target="../ink/ink1127.xml"/><Relationship Id="rId158" Type="http://schemas.openxmlformats.org/officeDocument/2006/relationships/customXml" Target="../ink/ink1148.xml"/><Relationship Id="rId323" Type="http://schemas.openxmlformats.org/officeDocument/2006/relationships/image" Target="../media/image1205.png"/><Relationship Id="rId530" Type="http://schemas.openxmlformats.org/officeDocument/2006/relationships/customXml" Target="../ink/ink1334.xml"/><Relationship Id="rId20" Type="http://schemas.openxmlformats.org/officeDocument/2006/relationships/customXml" Target="../ink/ink1079.xml"/><Relationship Id="rId62" Type="http://schemas.openxmlformats.org/officeDocument/2006/relationships/customXml" Target="../ink/ink1100.xml"/><Relationship Id="rId365" Type="http://schemas.openxmlformats.org/officeDocument/2006/relationships/image" Target="../media/image1226.png"/><Relationship Id="rId572" Type="http://schemas.openxmlformats.org/officeDocument/2006/relationships/customXml" Target="../ink/ink1355.xml"/><Relationship Id="rId225" Type="http://schemas.openxmlformats.org/officeDocument/2006/relationships/image" Target="../media/image1156.png"/><Relationship Id="rId267" Type="http://schemas.openxmlformats.org/officeDocument/2006/relationships/image" Target="../media/image1177.png"/><Relationship Id="rId432" Type="http://schemas.openxmlformats.org/officeDocument/2006/relationships/customXml" Target="../ink/ink1285.xml"/><Relationship Id="rId474" Type="http://schemas.openxmlformats.org/officeDocument/2006/relationships/customXml" Target="../ink/ink1306.xml"/><Relationship Id="rId127" Type="http://schemas.openxmlformats.org/officeDocument/2006/relationships/image" Target="../media/image1107.png"/><Relationship Id="rId31" Type="http://schemas.openxmlformats.org/officeDocument/2006/relationships/image" Target="../media/image1059.png"/><Relationship Id="rId73" Type="http://schemas.openxmlformats.org/officeDocument/2006/relationships/image" Target="../media/image1080.png"/><Relationship Id="rId169" Type="http://schemas.openxmlformats.org/officeDocument/2006/relationships/image" Target="../media/image1128.png"/><Relationship Id="rId334" Type="http://schemas.openxmlformats.org/officeDocument/2006/relationships/customXml" Target="../ink/ink1236.xml"/><Relationship Id="rId376" Type="http://schemas.openxmlformats.org/officeDocument/2006/relationships/customXml" Target="../ink/ink1257.xml"/><Relationship Id="rId541" Type="http://schemas.openxmlformats.org/officeDocument/2006/relationships/image" Target="../media/image1312.png"/><Relationship Id="rId583" Type="http://schemas.openxmlformats.org/officeDocument/2006/relationships/image" Target="../media/image1333.png"/><Relationship Id="rId4" Type="http://schemas.openxmlformats.org/officeDocument/2006/relationships/customXml" Target="../ink/ink1071.xml"/><Relationship Id="rId180" Type="http://schemas.openxmlformats.org/officeDocument/2006/relationships/customXml" Target="../ink/ink1159.xml"/><Relationship Id="rId236" Type="http://schemas.openxmlformats.org/officeDocument/2006/relationships/customXml" Target="../ink/ink1187.xml"/><Relationship Id="rId278" Type="http://schemas.openxmlformats.org/officeDocument/2006/relationships/customXml" Target="../ink/ink1208.xml"/><Relationship Id="rId401" Type="http://schemas.openxmlformats.org/officeDocument/2006/relationships/image" Target="../media/image1244.png"/><Relationship Id="rId443" Type="http://schemas.openxmlformats.org/officeDocument/2006/relationships/image" Target="../media/image1265.png"/><Relationship Id="rId303" Type="http://schemas.openxmlformats.org/officeDocument/2006/relationships/image" Target="../media/image1195.png"/><Relationship Id="rId485" Type="http://schemas.openxmlformats.org/officeDocument/2006/relationships/image" Target="../media/image1284.png"/><Relationship Id="rId42" Type="http://schemas.openxmlformats.org/officeDocument/2006/relationships/customXml" Target="../ink/ink1090.xml"/><Relationship Id="rId84" Type="http://schemas.openxmlformats.org/officeDocument/2006/relationships/customXml" Target="../ink/ink1111.xml"/><Relationship Id="rId138" Type="http://schemas.openxmlformats.org/officeDocument/2006/relationships/customXml" Target="../ink/ink1138.xml"/><Relationship Id="rId345" Type="http://schemas.openxmlformats.org/officeDocument/2006/relationships/image" Target="../media/image1216.png"/><Relationship Id="rId387" Type="http://schemas.openxmlformats.org/officeDocument/2006/relationships/image" Target="../media/image1237.png"/><Relationship Id="rId510" Type="http://schemas.openxmlformats.org/officeDocument/2006/relationships/customXml" Target="../ink/ink1324.xml"/><Relationship Id="rId552" Type="http://schemas.openxmlformats.org/officeDocument/2006/relationships/customXml" Target="../ink/ink1345.xml"/><Relationship Id="rId191" Type="http://schemas.openxmlformats.org/officeDocument/2006/relationships/image" Target="../media/image1139.png"/><Relationship Id="rId205" Type="http://schemas.openxmlformats.org/officeDocument/2006/relationships/image" Target="../media/image1146.png"/><Relationship Id="rId247" Type="http://schemas.openxmlformats.org/officeDocument/2006/relationships/image" Target="../media/image1167.png"/><Relationship Id="rId412" Type="http://schemas.openxmlformats.org/officeDocument/2006/relationships/customXml" Target="../ink/ink1275.xml"/><Relationship Id="rId107" Type="http://schemas.openxmlformats.org/officeDocument/2006/relationships/image" Target="../media/image1097.png"/><Relationship Id="rId289" Type="http://schemas.openxmlformats.org/officeDocument/2006/relationships/image" Target="../media/image1188.png"/><Relationship Id="rId454" Type="http://schemas.openxmlformats.org/officeDocument/2006/relationships/customXml" Target="../ink/ink1296.xml"/><Relationship Id="rId496" Type="http://schemas.openxmlformats.org/officeDocument/2006/relationships/customXml" Target="../ink/ink1317.xml"/><Relationship Id="rId11" Type="http://schemas.openxmlformats.org/officeDocument/2006/relationships/image" Target="../media/image1049.png"/><Relationship Id="rId53" Type="http://schemas.openxmlformats.org/officeDocument/2006/relationships/image" Target="../media/image1070.png"/><Relationship Id="rId149" Type="http://schemas.openxmlformats.org/officeDocument/2006/relationships/image" Target="../media/image1118.png"/><Relationship Id="rId314" Type="http://schemas.openxmlformats.org/officeDocument/2006/relationships/customXml" Target="../ink/ink1226.xml"/><Relationship Id="rId356" Type="http://schemas.openxmlformats.org/officeDocument/2006/relationships/customXml" Target="../ink/ink1247.xml"/><Relationship Id="rId398" Type="http://schemas.openxmlformats.org/officeDocument/2006/relationships/customXml" Target="../ink/ink1268.xml"/><Relationship Id="rId521" Type="http://schemas.openxmlformats.org/officeDocument/2006/relationships/image" Target="../media/image1302.png"/><Relationship Id="rId563" Type="http://schemas.openxmlformats.org/officeDocument/2006/relationships/image" Target="../media/image1323.png"/><Relationship Id="rId95" Type="http://schemas.openxmlformats.org/officeDocument/2006/relationships/image" Target="../media/image1091.png"/><Relationship Id="rId160" Type="http://schemas.openxmlformats.org/officeDocument/2006/relationships/customXml" Target="../ink/ink1149.xml"/><Relationship Id="rId216" Type="http://schemas.openxmlformats.org/officeDocument/2006/relationships/customXml" Target="../ink/ink1177.xml"/><Relationship Id="rId423" Type="http://schemas.openxmlformats.org/officeDocument/2006/relationships/image" Target="../media/image1255.png"/><Relationship Id="rId258" Type="http://schemas.openxmlformats.org/officeDocument/2006/relationships/customXml" Target="../ink/ink1198.xml"/><Relationship Id="rId465" Type="http://schemas.openxmlformats.org/officeDocument/2006/relationships/image" Target="../media/image1276.png"/><Relationship Id="rId22" Type="http://schemas.openxmlformats.org/officeDocument/2006/relationships/customXml" Target="../ink/ink1080.xml"/><Relationship Id="rId64" Type="http://schemas.openxmlformats.org/officeDocument/2006/relationships/customXml" Target="../ink/ink1101.xml"/><Relationship Id="rId118" Type="http://schemas.openxmlformats.org/officeDocument/2006/relationships/customXml" Target="../ink/ink1128.xml"/><Relationship Id="rId325" Type="http://schemas.openxmlformats.org/officeDocument/2006/relationships/image" Target="../media/image1206.png"/><Relationship Id="rId367" Type="http://schemas.openxmlformats.org/officeDocument/2006/relationships/image" Target="../media/image1227.png"/><Relationship Id="rId532" Type="http://schemas.openxmlformats.org/officeDocument/2006/relationships/customXml" Target="../ink/ink1335.xml"/><Relationship Id="rId574" Type="http://schemas.openxmlformats.org/officeDocument/2006/relationships/customXml" Target="../ink/ink1356.xml"/><Relationship Id="rId171" Type="http://schemas.openxmlformats.org/officeDocument/2006/relationships/image" Target="../media/image1129.png"/><Relationship Id="rId227" Type="http://schemas.openxmlformats.org/officeDocument/2006/relationships/image" Target="../media/image1157.png"/><Relationship Id="rId269" Type="http://schemas.openxmlformats.org/officeDocument/2006/relationships/image" Target="../media/image1178.png"/><Relationship Id="rId434" Type="http://schemas.openxmlformats.org/officeDocument/2006/relationships/customXml" Target="../ink/ink1286.xml"/><Relationship Id="rId476" Type="http://schemas.openxmlformats.org/officeDocument/2006/relationships/customXml" Target="../ink/ink1307.xml"/><Relationship Id="rId33" Type="http://schemas.openxmlformats.org/officeDocument/2006/relationships/image" Target="../media/image1060.png"/><Relationship Id="rId129" Type="http://schemas.openxmlformats.org/officeDocument/2006/relationships/image" Target="../media/image1108.png"/><Relationship Id="rId280" Type="http://schemas.openxmlformats.org/officeDocument/2006/relationships/customXml" Target="../ink/ink1209.xml"/><Relationship Id="rId336" Type="http://schemas.openxmlformats.org/officeDocument/2006/relationships/customXml" Target="../ink/ink1237.xml"/><Relationship Id="rId501" Type="http://schemas.openxmlformats.org/officeDocument/2006/relationships/image" Target="../media/image1292.png"/><Relationship Id="rId543" Type="http://schemas.openxmlformats.org/officeDocument/2006/relationships/image" Target="../media/image1313.png"/><Relationship Id="rId75" Type="http://schemas.openxmlformats.org/officeDocument/2006/relationships/image" Target="../media/image1081.png"/><Relationship Id="rId140" Type="http://schemas.openxmlformats.org/officeDocument/2006/relationships/customXml" Target="../ink/ink1139.xml"/><Relationship Id="rId182" Type="http://schemas.openxmlformats.org/officeDocument/2006/relationships/customXml" Target="../ink/ink1160.xml"/><Relationship Id="rId378" Type="http://schemas.openxmlformats.org/officeDocument/2006/relationships/customXml" Target="../ink/ink1258.xml"/><Relationship Id="rId403" Type="http://schemas.openxmlformats.org/officeDocument/2006/relationships/image" Target="../media/image1245.png"/><Relationship Id="rId585" Type="http://schemas.openxmlformats.org/officeDocument/2006/relationships/image" Target="../media/image1334.png"/><Relationship Id="rId6" Type="http://schemas.openxmlformats.org/officeDocument/2006/relationships/customXml" Target="../ink/ink1072.xml"/><Relationship Id="rId238" Type="http://schemas.openxmlformats.org/officeDocument/2006/relationships/customXml" Target="../ink/ink1188.xml"/><Relationship Id="rId445" Type="http://schemas.openxmlformats.org/officeDocument/2006/relationships/image" Target="../media/image1266.png"/><Relationship Id="rId487" Type="http://schemas.openxmlformats.org/officeDocument/2006/relationships/image" Target="../media/image1285.png"/><Relationship Id="rId291" Type="http://schemas.openxmlformats.org/officeDocument/2006/relationships/image" Target="../media/image1189.png"/><Relationship Id="rId305" Type="http://schemas.openxmlformats.org/officeDocument/2006/relationships/image" Target="../media/image1196.png"/><Relationship Id="rId347" Type="http://schemas.openxmlformats.org/officeDocument/2006/relationships/image" Target="../media/image1217.png"/><Relationship Id="rId512" Type="http://schemas.openxmlformats.org/officeDocument/2006/relationships/customXml" Target="../ink/ink1325.xml"/><Relationship Id="rId44" Type="http://schemas.openxmlformats.org/officeDocument/2006/relationships/customXml" Target="../ink/ink1091.xml"/><Relationship Id="rId86" Type="http://schemas.openxmlformats.org/officeDocument/2006/relationships/customXml" Target="../ink/ink1112.xml"/><Relationship Id="rId151" Type="http://schemas.openxmlformats.org/officeDocument/2006/relationships/image" Target="../media/image1119.png"/><Relationship Id="rId389" Type="http://schemas.openxmlformats.org/officeDocument/2006/relationships/image" Target="../media/image1238.png"/><Relationship Id="rId554" Type="http://schemas.openxmlformats.org/officeDocument/2006/relationships/customXml" Target="../ink/ink1346.xml"/><Relationship Id="rId193" Type="http://schemas.openxmlformats.org/officeDocument/2006/relationships/image" Target="../media/image1140.png"/><Relationship Id="rId207" Type="http://schemas.openxmlformats.org/officeDocument/2006/relationships/image" Target="../media/image1147.png"/><Relationship Id="rId249" Type="http://schemas.openxmlformats.org/officeDocument/2006/relationships/image" Target="../media/image1168.png"/><Relationship Id="rId414" Type="http://schemas.openxmlformats.org/officeDocument/2006/relationships/customXml" Target="../ink/ink1276.xml"/><Relationship Id="rId456" Type="http://schemas.openxmlformats.org/officeDocument/2006/relationships/customXml" Target="../ink/ink1297.xml"/><Relationship Id="rId498" Type="http://schemas.openxmlformats.org/officeDocument/2006/relationships/customXml" Target="../ink/ink1318.xml"/><Relationship Id="rId13" Type="http://schemas.openxmlformats.org/officeDocument/2006/relationships/image" Target="../media/image1050.png"/><Relationship Id="rId109" Type="http://schemas.openxmlformats.org/officeDocument/2006/relationships/image" Target="../media/image1098.png"/><Relationship Id="rId260" Type="http://schemas.openxmlformats.org/officeDocument/2006/relationships/customXml" Target="../ink/ink1199.xml"/><Relationship Id="rId316" Type="http://schemas.openxmlformats.org/officeDocument/2006/relationships/customXml" Target="../ink/ink1227.xml"/><Relationship Id="rId523" Type="http://schemas.openxmlformats.org/officeDocument/2006/relationships/image" Target="../media/image1303.png"/><Relationship Id="rId55" Type="http://schemas.openxmlformats.org/officeDocument/2006/relationships/image" Target="../media/image1071.png"/><Relationship Id="rId97" Type="http://schemas.openxmlformats.org/officeDocument/2006/relationships/image" Target="../media/image1092.png"/><Relationship Id="rId120" Type="http://schemas.openxmlformats.org/officeDocument/2006/relationships/customXml" Target="../ink/ink1129.xml"/><Relationship Id="rId358" Type="http://schemas.openxmlformats.org/officeDocument/2006/relationships/customXml" Target="../ink/ink1248.xml"/><Relationship Id="rId565" Type="http://schemas.openxmlformats.org/officeDocument/2006/relationships/image" Target="../media/image1324.png"/><Relationship Id="rId162" Type="http://schemas.openxmlformats.org/officeDocument/2006/relationships/customXml" Target="../ink/ink1150.xml"/><Relationship Id="rId218" Type="http://schemas.openxmlformats.org/officeDocument/2006/relationships/customXml" Target="../ink/ink1178.xml"/><Relationship Id="rId425" Type="http://schemas.openxmlformats.org/officeDocument/2006/relationships/image" Target="../media/image1256.png"/><Relationship Id="rId467" Type="http://schemas.openxmlformats.org/officeDocument/2006/relationships/image" Target="../media/image1277.png"/><Relationship Id="rId271" Type="http://schemas.openxmlformats.org/officeDocument/2006/relationships/image" Target="../media/image1179.png"/><Relationship Id="rId24" Type="http://schemas.openxmlformats.org/officeDocument/2006/relationships/customXml" Target="../ink/ink1081.xml"/><Relationship Id="rId66" Type="http://schemas.openxmlformats.org/officeDocument/2006/relationships/customXml" Target="../ink/ink1102.xml"/><Relationship Id="rId131" Type="http://schemas.openxmlformats.org/officeDocument/2006/relationships/image" Target="../media/image1109.png"/><Relationship Id="rId327" Type="http://schemas.openxmlformats.org/officeDocument/2006/relationships/image" Target="../media/image1207.png"/><Relationship Id="rId369" Type="http://schemas.openxmlformats.org/officeDocument/2006/relationships/image" Target="../media/image1228.png"/><Relationship Id="rId534" Type="http://schemas.openxmlformats.org/officeDocument/2006/relationships/customXml" Target="../ink/ink1336.xml"/><Relationship Id="rId576" Type="http://schemas.openxmlformats.org/officeDocument/2006/relationships/customXml" Target="../ink/ink1357.xml"/><Relationship Id="rId173" Type="http://schemas.openxmlformats.org/officeDocument/2006/relationships/image" Target="../media/image1130.png"/><Relationship Id="rId229" Type="http://schemas.openxmlformats.org/officeDocument/2006/relationships/image" Target="../media/image1158.png"/><Relationship Id="rId380" Type="http://schemas.openxmlformats.org/officeDocument/2006/relationships/customXml" Target="../ink/ink1259.xml"/><Relationship Id="rId436" Type="http://schemas.openxmlformats.org/officeDocument/2006/relationships/customXml" Target="../ink/ink1287.xml"/><Relationship Id="rId240" Type="http://schemas.openxmlformats.org/officeDocument/2006/relationships/customXml" Target="../ink/ink1189.xml"/><Relationship Id="rId478" Type="http://schemas.openxmlformats.org/officeDocument/2006/relationships/customXml" Target="../ink/ink1308.xml"/><Relationship Id="rId35" Type="http://schemas.openxmlformats.org/officeDocument/2006/relationships/image" Target="../media/image1061.png"/><Relationship Id="rId77" Type="http://schemas.openxmlformats.org/officeDocument/2006/relationships/image" Target="../media/image1082.png"/><Relationship Id="rId100" Type="http://schemas.openxmlformats.org/officeDocument/2006/relationships/customXml" Target="../ink/ink1119.xml"/><Relationship Id="rId282" Type="http://schemas.openxmlformats.org/officeDocument/2006/relationships/customXml" Target="../ink/ink1210.xml"/><Relationship Id="rId338" Type="http://schemas.openxmlformats.org/officeDocument/2006/relationships/customXml" Target="../ink/ink1238.xml"/><Relationship Id="rId503" Type="http://schemas.openxmlformats.org/officeDocument/2006/relationships/image" Target="../media/image1293.png"/><Relationship Id="rId545" Type="http://schemas.openxmlformats.org/officeDocument/2006/relationships/image" Target="../media/image1314.png"/><Relationship Id="rId587" Type="http://schemas.openxmlformats.org/officeDocument/2006/relationships/image" Target="../media/image1335.png"/><Relationship Id="rId8" Type="http://schemas.openxmlformats.org/officeDocument/2006/relationships/customXml" Target="../ink/ink1073.xml"/><Relationship Id="rId142" Type="http://schemas.openxmlformats.org/officeDocument/2006/relationships/customXml" Target="../ink/ink1140.xml"/><Relationship Id="rId184" Type="http://schemas.openxmlformats.org/officeDocument/2006/relationships/customXml" Target="../ink/ink1161.xml"/><Relationship Id="rId391" Type="http://schemas.openxmlformats.org/officeDocument/2006/relationships/image" Target="../media/image1239.png"/><Relationship Id="rId405" Type="http://schemas.openxmlformats.org/officeDocument/2006/relationships/image" Target="../media/image1246.png"/><Relationship Id="rId447" Type="http://schemas.openxmlformats.org/officeDocument/2006/relationships/image" Target="../media/image1267.png"/><Relationship Id="rId251" Type="http://schemas.openxmlformats.org/officeDocument/2006/relationships/image" Target="../media/image1169.png"/><Relationship Id="rId489" Type="http://schemas.openxmlformats.org/officeDocument/2006/relationships/image" Target="../media/image1286.png"/><Relationship Id="rId46" Type="http://schemas.openxmlformats.org/officeDocument/2006/relationships/customXml" Target="../ink/ink1092.xml"/><Relationship Id="rId293" Type="http://schemas.openxmlformats.org/officeDocument/2006/relationships/image" Target="../media/image1190.png"/><Relationship Id="rId307" Type="http://schemas.openxmlformats.org/officeDocument/2006/relationships/image" Target="../media/image1197.png"/><Relationship Id="rId349" Type="http://schemas.openxmlformats.org/officeDocument/2006/relationships/image" Target="../media/image1218.png"/><Relationship Id="rId514" Type="http://schemas.openxmlformats.org/officeDocument/2006/relationships/customXml" Target="../ink/ink1326.xml"/><Relationship Id="rId556" Type="http://schemas.openxmlformats.org/officeDocument/2006/relationships/customXml" Target="../ink/ink1347.xml"/><Relationship Id="rId88" Type="http://schemas.openxmlformats.org/officeDocument/2006/relationships/customXml" Target="../ink/ink1113.xml"/><Relationship Id="rId111" Type="http://schemas.openxmlformats.org/officeDocument/2006/relationships/image" Target="../media/image1099.png"/><Relationship Id="rId153" Type="http://schemas.openxmlformats.org/officeDocument/2006/relationships/image" Target="../media/image1120.png"/><Relationship Id="rId195" Type="http://schemas.openxmlformats.org/officeDocument/2006/relationships/image" Target="../media/image1141.png"/><Relationship Id="rId209" Type="http://schemas.openxmlformats.org/officeDocument/2006/relationships/image" Target="../media/image1148.png"/><Relationship Id="rId360" Type="http://schemas.openxmlformats.org/officeDocument/2006/relationships/customXml" Target="../ink/ink1249.xml"/><Relationship Id="rId416" Type="http://schemas.openxmlformats.org/officeDocument/2006/relationships/customXml" Target="../ink/ink1277.xml"/><Relationship Id="rId220" Type="http://schemas.openxmlformats.org/officeDocument/2006/relationships/customXml" Target="../ink/ink1179.xml"/><Relationship Id="rId458" Type="http://schemas.openxmlformats.org/officeDocument/2006/relationships/customXml" Target="../ink/ink1298.xml"/><Relationship Id="rId15" Type="http://schemas.openxmlformats.org/officeDocument/2006/relationships/image" Target="../media/image1051.png"/><Relationship Id="rId57" Type="http://schemas.openxmlformats.org/officeDocument/2006/relationships/image" Target="../media/image1072.png"/><Relationship Id="rId262" Type="http://schemas.openxmlformats.org/officeDocument/2006/relationships/customXml" Target="../ink/ink1200.xml"/><Relationship Id="rId318" Type="http://schemas.openxmlformats.org/officeDocument/2006/relationships/customXml" Target="../ink/ink1228.xml"/><Relationship Id="rId525" Type="http://schemas.openxmlformats.org/officeDocument/2006/relationships/image" Target="../media/image1304.png"/><Relationship Id="rId567" Type="http://schemas.openxmlformats.org/officeDocument/2006/relationships/image" Target="../media/image1325.png"/><Relationship Id="rId99" Type="http://schemas.openxmlformats.org/officeDocument/2006/relationships/image" Target="../media/image1093.png"/><Relationship Id="rId122" Type="http://schemas.openxmlformats.org/officeDocument/2006/relationships/customXml" Target="../ink/ink1130.xml"/><Relationship Id="rId164" Type="http://schemas.openxmlformats.org/officeDocument/2006/relationships/customXml" Target="../ink/ink1151.xml"/><Relationship Id="rId371" Type="http://schemas.openxmlformats.org/officeDocument/2006/relationships/image" Target="../media/image1229.png"/><Relationship Id="rId427" Type="http://schemas.openxmlformats.org/officeDocument/2006/relationships/image" Target="../media/image1257.png"/><Relationship Id="rId469" Type="http://schemas.openxmlformats.org/officeDocument/2006/relationships/image" Target="../media/image1278.png"/><Relationship Id="rId26" Type="http://schemas.openxmlformats.org/officeDocument/2006/relationships/customXml" Target="../ink/ink1082.xml"/><Relationship Id="rId231" Type="http://schemas.openxmlformats.org/officeDocument/2006/relationships/image" Target="../media/image1159.png"/><Relationship Id="rId273" Type="http://schemas.openxmlformats.org/officeDocument/2006/relationships/image" Target="../media/image1180.png"/><Relationship Id="rId329" Type="http://schemas.openxmlformats.org/officeDocument/2006/relationships/image" Target="../media/image1208.png"/><Relationship Id="rId480" Type="http://schemas.openxmlformats.org/officeDocument/2006/relationships/customXml" Target="../ink/ink1309.xml"/><Relationship Id="rId536" Type="http://schemas.openxmlformats.org/officeDocument/2006/relationships/customXml" Target="../ink/ink1337.xml"/><Relationship Id="rId68" Type="http://schemas.openxmlformats.org/officeDocument/2006/relationships/customXml" Target="../ink/ink1103.xml"/><Relationship Id="rId133" Type="http://schemas.openxmlformats.org/officeDocument/2006/relationships/image" Target="../media/image1110.png"/><Relationship Id="rId175" Type="http://schemas.openxmlformats.org/officeDocument/2006/relationships/image" Target="../media/image1131.png"/><Relationship Id="rId340" Type="http://schemas.openxmlformats.org/officeDocument/2006/relationships/customXml" Target="../ink/ink1239.xml"/><Relationship Id="rId578" Type="http://schemas.openxmlformats.org/officeDocument/2006/relationships/customXml" Target="../ink/ink1358.xml"/><Relationship Id="rId200" Type="http://schemas.openxmlformats.org/officeDocument/2006/relationships/customXml" Target="../ink/ink1169.xml"/><Relationship Id="rId382" Type="http://schemas.openxmlformats.org/officeDocument/2006/relationships/customXml" Target="../ink/ink1260.xml"/><Relationship Id="rId438" Type="http://schemas.openxmlformats.org/officeDocument/2006/relationships/customXml" Target="../ink/ink1288.xml"/><Relationship Id="rId242" Type="http://schemas.openxmlformats.org/officeDocument/2006/relationships/customXml" Target="../ink/ink1190.xml"/><Relationship Id="rId284" Type="http://schemas.openxmlformats.org/officeDocument/2006/relationships/customXml" Target="../ink/ink1211.xml"/><Relationship Id="rId491" Type="http://schemas.openxmlformats.org/officeDocument/2006/relationships/image" Target="../media/image1287.png"/><Relationship Id="rId505" Type="http://schemas.openxmlformats.org/officeDocument/2006/relationships/image" Target="../media/image1294.png"/><Relationship Id="rId37" Type="http://schemas.openxmlformats.org/officeDocument/2006/relationships/image" Target="../media/image1062.png"/><Relationship Id="rId79" Type="http://schemas.openxmlformats.org/officeDocument/2006/relationships/image" Target="../media/image1083.png"/><Relationship Id="rId102" Type="http://schemas.openxmlformats.org/officeDocument/2006/relationships/customXml" Target="../ink/ink1120.xml"/><Relationship Id="rId144" Type="http://schemas.openxmlformats.org/officeDocument/2006/relationships/customXml" Target="../ink/ink1141.xml"/><Relationship Id="rId547" Type="http://schemas.openxmlformats.org/officeDocument/2006/relationships/image" Target="../media/image1315.png"/><Relationship Id="rId589" Type="http://schemas.openxmlformats.org/officeDocument/2006/relationships/image" Target="../media/image1336.png"/><Relationship Id="rId90" Type="http://schemas.openxmlformats.org/officeDocument/2006/relationships/customXml" Target="../ink/ink1114.xml"/><Relationship Id="rId186" Type="http://schemas.openxmlformats.org/officeDocument/2006/relationships/customXml" Target="../ink/ink1162.xml"/><Relationship Id="rId351" Type="http://schemas.openxmlformats.org/officeDocument/2006/relationships/image" Target="../media/image1219.png"/><Relationship Id="rId393" Type="http://schemas.openxmlformats.org/officeDocument/2006/relationships/image" Target="../media/image1240.png"/><Relationship Id="rId407" Type="http://schemas.openxmlformats.org/officeDocument/2006/relationships/image" Target="../media/image1247.png"/><Relationship Id="rId449" Type="http://schemas.openxmlformats.org/officeDocument/2006/relationships/image" Target="../media/image1268.png"/><Relationship Id="rId211" Type="http://schemas.openxmlformats.org/officeDocument/2006/relationships/image" Target="../media/image1149.png"/><Relationship Id="rId253" Type="http://schemas.openxmlformats.org/officeDocument/2006/relationships/image" Target="../media/image1170.png"/><Relationship Id="rId295" Type="http://schemas.openxmlformats.org/officeDocument/2006/relationships/image" Target="../media/image1191.png"/><Relationship Id="rId309" Type="http://schemas.openxmlformats.org/officeDocument/2006/relationships/image" Target="../media/image1198.png"/><Relationship Id="rId460" Type="http://schemas.openxmlformats.org/officeDocument/2006/relationships/customXml" Target="../ink/ink1299.xml"/><Relationship Id="rId516" Type="http://schemas.openxmlformats.org/officeDocument/2006/relationships/customXml" Target="../ink/ink1327.xml"/><Relationship Id="rId48" Type="http://schemas.openxmlformats.org/officeDocument/2006/relationships/customXml" Target="../ink/ink1093.xml"/><Relationship Id="rId113" Type="http://schemas.openxmlformats.org/officeDocument/2006/relationships/image" Target="../media/image1100.png"/><Relationship Id="rId320" Type="http://schemas.openxmlformats.org/officeDocument/2006/relationships/customXml" Target="../ink/ink1229.xml"/><Relationship Id="rId558" Type="http://schemas.openxmlformats.org/officeDocument/2006/relationships/customXml" Target="../ink/ink1348.xml"/><Relationship Id="rId155" Type="http://schemas.openxmlformats.org/officeDocument/2006/relationships/image" Target="../media/image1121.png"/><Relationship Id="rId197" Type="http://schemas.openxmlformats.org/officeDocument/2006/relationships/image" Target="../media/image1142.png"/><Relationship Id="rId362" Type="http://schemas.openxmlformats.org/officeDocument/2006/relationships/customXml" Target="../ink/ink1250.xml"/><Relationship Id="rId418" Type="http://schemas.openxmlformats.org/officeDocument/2006/relationships/customXml" Target="../ink/ink1278.xml"/><Relationship Id="rId222" Type="http://schemas.openxmlformats.org/officeDocument/2006/relationships/customXml" Target="../ink/ink1180.xml"/><Relationship Id="rId264" Type="http://schemas.openxmlformats.org/officeDocument/2006/relationships/customXml" Target="../ink/ink1201.xml"/><Relationship Id="rId471" Type="http://schemas.openxmlformats.org/officeDocument/2006/relationships/image" Target="../media/image27.png"/><Relationship Id="rId17" Type="http://schemas.openxmlformats.org/officeDocument/2006/relationships/image" Target="../media/image1052.png"/><Relationship Id="rId59" Type="http://schemas.openxmlformats.org/officeDocument/2006/relationships/image" Target="../media/image1073.png"/><Relationship Id="rId124" Type="http://schemas.openxmlformats.org/officeDocument/2006/relationships/customXml" Target="../ink/ink1131.xml"/><Relationship Id="rId527" Type="http://schemas.openxmlformats.org/officeDocument/2006/relationships/image" Target="../media/image1305.png"/><Relationship Id="rId569" Type="http://schemas.openxmlformats.org/officeDocument/2006/relationships/image" Target="../media/image1326.png"/><Relationship Id="rId70" Type="http://schemas.openxmlformats.org/officeDocument/2006/relationships/customXml" Target="../ink/ink1104.xml"/><Relationship Id="rId166" Type="http://schemas.openxmlformats.org/officeDocument/2006/relationships/customXml" Target="../ink/ink1152.xml"/><Relationship Id="rId331" Type="http://schemas.openxmlformats.org/officeDocument/2006/relationships/image" Target="../media/image1209.png"/><Relationship Id="rId373" Type="http://schemas.openxmlformats.org/officeDocument/2006/relationships/image" Target="../media/image1230.png"/><Relationship Id="rId429" Type="http://schemas.openxmlformats.org/officeDocument/2006/relationships/image" Target="../media/image1258.png"/><Relationship Id="rId580" Type="http://schemas.openxmlformats.org/officeDocument/2006/relationships/customXml" Target="../ink/ink1359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60.png"/><Relationship Id="rId440" Type="http://schemas.openxmlformats.org/officeDocument/2006/relationships/customXml" Target="../ink/ink1289.xml"/><Relationship Id="rId28" Type="http://schemas.openxmlformats.org/officeDocument/2006/relationships/customXml" Target="../ink/ink1083.xml"/><Relationship Id="rId275" Type="http://schemas.openxmlformats.org/officeDocument/2006/relationships/image" Target="../media/image1181.png"/><Relationship Id="rId300" Type="http://schemas.openxmlformats.org/officeDocument/2006/relationships/customXml" Target="../ink/ink1219.xml"/><Relationship Id="rId482" Type="http://schemas.openxmlformats.org/officeDocument/2006/relationships/customXml" Target="../ink/ink1310.xml"/><Relationship Id="rId538" Type="http://schemas.openxmlformats.org/officeDocument/2006/relationships/customXml" Target="../ink/ink1338.xml"/><Relationship Id="rId81" Type="http://schemas.openxmlformats.org/officeDocument/2006/relationships/image" Target="../media/image1084.png"/><Relationship Id="rId135" Type="http://schemas.openxmlformats.org/officeDocument/2006/relationships/image" Target="../media/image1111.png"/><Relationship Id="rId177" Type="http://schemas.openxmlformats.org/officeDocument/2006/relationships/image" Target="../media/image1132.png"/><Relationship Id="rId342" Type="http://schemas.openxmlformats.org/officeDocument/2006/relationships/customXml" Target="../ink/ink1240.xml"/><Relationship Id="rId384" Type="http://schemas.openxmlformats.org/officeDocument/2006/relationships/customXml" Target="../ink/ink1261.xml"/><Relationship Id="rId591" Type="http://schemas.openxmlformats.org/officeDocument/2006/relationships/image" Target="../media/image1337.png"/><Relationship Id="rId202" Type="http://schemas.openxmlformats.org/officeDocument/2006/relationships/customXml" Target="../ink/ink1170.xml"/><Relationship Id="rId244" Type="http://schemas.openxmlformats.org/officeDocument/2006/relationships/customXml" Target="../ink/ink1191.xml"/><Relationship Id="rId39" Type="http://schemas.openxmlformats.org/officeDocument/2006/relationships/image" Target="../media/image1063.png"/><Relationship Id="rId286" Type="http://schemas.openxmlformats.org/officeDocument/2006/relationships/customXml" Target="../ink/ink1212.xml"/><Relationship Id="rId451" Type="http://schemas.openxmlformats.org/officeDocument/2006/relationships/image" Target="../media/image1269.png"/><Relationship Id="rId493" Type="http://schemas.openxmlformats.org/officeDocument/2006/relationships/image" Target="../media/image1288.png"/><Relationship Id="rId507" Type="http://schemas.openxmlformats.org/officeDocument/2006/relationships/image" Target="../media/image1295.png"/><Relationship Id="rId549" Type="http://schemas.openxmlformats.org/officeDocument/2006/relationships/image" Target="../media/image1316.png"/><Relationship Id="rId50" Type="http://schemas.openxmlformats.org/officeDocument/2006/relationships/customXml" Target="../ink/ink1094.xml"/><Relationship Id="rId104" Type="http://schemas.openxmlformats.org/officeDocument/2006/relationships/customXml" Target="../ink/ink1121.xml"/><Relationship Id="rId146" Type="http://schemas.openxmlformats.org/officeDocument/2006/relationships/customXml" Target="../ink/ink1142.xml"/><Relationship Id="rId188" Type="http://schemas.openxmlformats.org/officeDocument/2006/relationships/customXml" Target="../ink/ink1163.xml"/><Relationship Id="rId311" Type="http://schemas.openxmlformats.org/officeDocument/2006/relationships/image" Target="../media/image1199.png"/><Relationship Id="rId353" Type="http://schemas.openxmlformats.org/officeDocument/2006/relationships/image" Target="../media/image1220.png"/><Relationship Id="rId395" Type="http://schemas.openxmlformats.org/officeDocument/2006/relationships/image" Target="../media/image1241.png"/><Relationship Id="rId409" Type="http://schemas.openxmlformats.org/officeDocument/2006/relationships/image" Target="../media/image1248.png"/><Relationship Id="rId560" Type="http://schemas.openxmlformats.org/officeDocument/2006/relationships/customXml" Target="../ink/ink1349.xml"/><Relationship Id="rId92" Type="http://schemas.openxmlformats.org/officeDocument/2006/relationships/customXml" Target="../ink/ink1115.xml"/><Relationship Id="rId213" Type="http://schemas.openxmlformats.org/officeDocument/2006/relationships/image" Target="../media/image1150.png"/><Relationship Id="rId420" Type="http://schemas.openxmlformats.org/officeDocument/2006/relationships/customXml" Target="../ink/ink1279.xml"/><Relationship Id="rId255" Type="http://schemas.openxmlformats.org/officeDocument/2006/relationships/image" Target="../media/image1171.png"/><Relationship Id="rId297" Type="http://schemas.openxmlformats.org/officeDocument/2006/relationships/image" Target="../media/image1192.png"/><Relationship Id="rId462" Type="http://schemas.openxmlformats.org/officeDocument/2006/relationships/customXml" Target="../ink/ink1300.xml"/><Relationship Id="rId518" Type="http://schemas.openxmlformats.org/officeDocument/2006/relationships/customXml" Target="../ink/ink1328.xml"/><Relationship Id="rId115" Type="http://schemas.openxmlformats.org/officeDocument/2006/relationships/image" Target="../media/image1101.png"/><Relationship Id="rId157" Type="http://schemas.openxmlformats.org/officeDocument/2006/relationships/image" Target="../media/image1122.png"/><Relationship Id="rId322" Type="http://schemas.openxmlformats.org/officeDocument/2006/relationships/customXml" Target="../ink/ink1230.xml"/><Relationship Id="rId364" Type="http://schemas.openxmlformats.org/officeDocument/2006/relationships/customXml" Target="../ink/ink1251.xml"/><Relationship Id="rId61" Type="http://schemas.openxmlformats.org/officeDocument/2006/relationships/image" Target="../media/image1074.png"/><Relationship Id="rId199" Type="http://schemas.openxmlformats.org/officeDocument/2006/relationships/image" Target="../media/image1143.png"/><Relationship Id="rId571" Type="http://schemas.openxmlformats.org/officeDocument/2006/relationships/image" Target="../media/image1327.png"/><Relationship Id="rId19" Type="http://schemas.openxmlformats.org/officeDocument/2006/relationships/image" Target="../media/image1053.png"/><Relationship Id="rId224" Type="http://schemas.openxmlformats.org/officeDocument/2006/relationships/customXml" Target="../ink/ink1181.xml"/><Relationship Id="rId266" Type="http://schemas.openxmlformats.org/officeDocument/2006/relationships/customXml" Target="../ink/ink1202.xml"/><Relationship Id="rId431" Type="http://schemas.openxmlformats.org/officeDocument/2006/relationships/image" Target="../media/image1259.png"/><Relationship Id="rId473" Type="http://schemas.openxmlformats.org/officeDocument/2006/relationships/image" Target="../media/image1279.png"/><Relationship Id="rId529" Type="http://schemas.openxmlformats.org/officeDocument/2006/relationships/image" Target="../media/image1306.png"/><Relationship Id="rId30" Type="http://schemas.openxmlformats.org/officeDocument/2006/relationships/customXml" Target="../ink/ink1084.xml"/><Relationship Id="rId126" Type="http://schemas.openxmlformats.org/officeDocument/2006/relationships/customXml" Target="../ink/ink1132.xml"/><Relationship Id="rId168" Type="http://schemas.openxmlformats.org/officeDocument/2006/relationships/customXml" Target="../ink/ink1153.xml"/><Relationship Id="rId333" Type="http://schemas.openxmlformats.org/officeDocument/2006/relationships/image" Target="../media/image1210.png"/><Relationship Id="rId540" Type="http://schemas.openxmlformats.org/officeDocument/2006/relationships/customXml" Target="../ink/ink1339.xml"/><Relationship Id="rId72" Type="http://schemas.openxmlformats.org/officeDocument/2006/relationships/customXml" Target="../ink/ink1105.xml"/><Relationship Id="rId375" Type="http://schemas.openxmlformats.org/officeDocument/2006/relationships/image" Target="../media/image1231.png"/><Relationship Id="rId582" Type="http://schemas.openxmlformats.org/officeDocument/2006/relationships/customXml" Target="../ink/ink1360.xml"/><Relationship Id="rId3" Type="http://schemas.openxmlformats.org/officeDocument/2006/relationships/image" Target="../media/image1045.png"/><Relationship Id="rId235" Type="http://schemas.openxmlformats.org/officeDocument/2006/relationships/image" Target="../media/image1161.png"/><Relationship Id="rId277" Type="http://schemas.openxmlformats.org/officeDocument/2006/relationships/image" Target="../media/image1182.png"/><Relationship Id="rId400" Type="http://schemas.openxmlformats.org/officeDocument/2006/relationships/customXml" Target="../ink/ink1269.xml"/><Relationship Id="rId442" Type="http://schemas.openxmlformats.org/officeDocument/2006/relationships/customXml" Target="../ink/ink1290.xml"/><Relationship Id="rId484" Type="http://schemas.openxmlformats.org/officeDocument/2006/relationships/customXml" Target="../ink/ink1311.xml"/><Relationship Id="rId137" Type="http://schemas.openxmlformats.org/officeDocument/2006/relationships/image" Target="../media/image1112.png"/><Relationship Id="rId302" Type="http://schemas.openxmlformats.org/officeDocument/2006/relationships/customXml" Target="../ink/ink1220.xml"/><Relationship Id="rId344" Type="http://schemas.openxmlformats.org/officeDocument/2006/relationships/customXml" Target="../ink/ink1241.xml"/><Relationship Id="rId41" Type="http://schemas.openxmlformats.org/officeDocument/2006/relationships/image" Target="../media/image1064.png"/><Relationship Id="rId83" Type="http://schemas.openxmlformats.org/officeDocument/2006/relationships/image" Target="../media/image1085.png"/><Relationship Id="rId179" Type="http://schemas.openxmlformats.org/officeDocument/2006/relationships/image" Target="../media/image1133.png"/><Relationship Id="rId386" Type="http://schemas.openxmlformats.org/officeDocument/2006/relationships/customXml" Target="../ink/ink1262.xml"/><Relationship Id="rId551" Type="http://schemas.openxmlformats.org/officeDocument/2006/relationships/image" Target="../media/image1317.png"/><Relationship Id="rId190" Type="http://schemas.openxmlformats.org/officeDocument/2006/relationships/customXml" Target="../ink/ink1164.xml"/><Relationship Id="rId204" Type="http://schemas.openxmlformats.org/officeDocument/2006/relationships/customXml" Target="../ink/ink1171.xml"/><Relationship Id="rId246" Type="http://schemas.openxmlformats.org/officeDocument/2006/relationships/customXml" Target="../ink/ink1192.xml"/><Relationship Id="rId288" Type="http://schemas.openxmlformats.org/officeDocument/2006/relationships/customXml" Target="../ink/ink1213.xml"/><Relationship Id="rId411" Type="http://schemas.openxmlformats.org/officeDocument/2006/relationships/image" Target="../media/image1249.png"/><Relationship Id="rId453" Type="http://schemas.openxmlformats.org/officeDocument/2006/relationships/image" Target="../media/image1270.png"/><Relationship Id="rId509" Type="http://schemas.openxmlformats.org/officeDocument/2006/relationships/image" Target="../media/image1296.png"/><Relationship Id="rId106" Type="http://schemas.openxmlformats.org/officeDocument/2006/relationships/customXml" Target="../ink/ink1122.xml"/><Relationship Id="rId313" Type="http://schemas.openxmlformats.org/officeDocument/2006/relationships/image" Target="../media/image1200.png"/><Relationship Id="rId495" Type="http://schemas.openxmlformats.org/officeDocument/2006/relationships/image" Target="../media/image1289.png"/><Relationship Id="rId10" Type="http://schemas.openxmlformats.org/officeDocument/2006/relationships/customXml" Target="../ink/ink1074.xml"/><Relationship Id="rId52" Type="http://schemas.openxmlformats.org/officeDocument/2006/relationships/customXml" Target="../ink/ink1095.xml"/><Relationship Id="rId94" Type="http://schemas.openxmlformats.org/officeDocument/2006/relationships/customXml" Target="../ink/ink1116.xml"/><Relationship Id="rId148" Type="http://schemas.openxmlformats.org/officeDocument/2006/relationships/customXml" Target="../ink/ink1143.xml"/><Relationship Id="rId355" Type="http://schemas.openxmlformats.org/officeDocument/2006/relationships/image" Target="../media/image1221.png"/><Relationship Id="rId397" Type="http://schemas.openxmlformats.org/officeDocument/2006/relationships/image" Target="../media/image1242.png"/><Relationship Id="rId520" Type="http://schemas.openxmlformats.org/officeDocument/2006/relationships/customXml" Target="../ink/ink1329.xml"/><Relationship Id="rId562" Type="http://schemas.openxmlformats.org/officeDocument/2006/relationships/customXml" Target="../ink/ink1350.xml"/><Relationship Id="rId215" Type="http://schemas.openxmlformats.org/officeDocument/2006/relationships/image" Target="../media/image1151.png"/><Relationship Id="rId257" Type="http://schemas.openxmlformats.org/officeDocument/2006/relationships/image" Target="../media/image1172.png"/><Relationship Id="rId422" Type="http://schemas.openxmlformats.org/officeDocument/2006/relationships/customXml" Target="../ink/ink1280.xml"/><Relationship Id="rId464" Type="http://schemas.openxmlformats.org/officeDocument/2006/relationships/customXml" Target="../ink/ink1301.xml"/><Relationship Id="rId299" Type="http://schemas.openxmlformats.org/officeDocument/2006/relationships/image" Target="../media/image1193.png"/><Relationship Id="rId63" Type="http://schemas.openxmlformats.org/officeDocument/2006/relationships/image" Target="../media/image1075.png"/><Relationship Id="rId159" Type="http://schemas.openxmlformats.org/officeDocument/2006/relationships/image" Target="../media/image1123.png"/><Relationship Id="rId366" Type="http://schemas.openxmlformats.org/officeDocument/2006/relationships/customXml" Target="../ink/ink1252.xml"/><Relationship Id="rId573" Type="http://schemas.openxmlformats.org/officeDocument/2006/relationships/image" Target="../media/image1328.png"/><Relationship Id="rId226" Type="http://schemas.openxmlformats.org/officeDocument/2006/relationships/customXml" Target="../ink/ink1182.xml"/><Relationship Id="rId433" Type="http://schemas.openxmlformats.org/officeDocument/2006/relationships/image" Target="../media/image1260.png"/><Relationship Id="rId74" Type="http://schemas.openxmlformats.org/officeDocument/2006/relationships/customXml" Target="../ink/ink1106.xml"/><Relationship Id="rId377" Type="http://schemas.openxmlformats.org/officeDocument/2006/relationships/image" Target="../media/image1232.png"/><Relationship Id="rId500" Type="http://schemas.openxmlformats.org/officeDocument/2006/relationships/customXml" Target="../ink/ink1319.xml"/><Relationship Id="rId584" Type="http://schemas.openxmlformats.org/officeDocument/2006/relationships/customXml" Target="../ink/ink1361.xml"/><Relationship Id="rId5" Type="http://schemas.openxmlformats.org/officeDocument/2006/relationships/image" Target="../media/image1046.png"/><Relationship Id="rId237" Type="http://schemas.openxmlformats.org/officeDocument/2006/relationships/image" Target="../media/image1162.png"/><Relationship Id="rId444" Type="http://schemas.openxmlformats.org/officeDocument/2006/relationships/customXml" Target="../ink/ink1291.xml"/><Relationship Id="rId290" Type="http://schemas.openxmlformats.org/officeDocument/2006/relationships/customXml" Target="../ink/ink1214.xml"/><Relationship Id="rId304" Type="http://schemas.openxmlformats.org/officeDocument/2006/relationships/customXml" Target="../ink/ink1221.xml"/><Relationship Id="rId388" Type="http://schemas.openxmlformats.org/officeDocument/2006/relationships/customXml" Target="../ink/ink1263.xml"/><Relationship Id="rId511" Type="http://schemas.openxmlformats.org/officeDocument/2006/relationships/image" Target="../media/image1297.png"/><Relationship Id="rId85" Type="http://schemas.openxmlformats.org/officeDocument/2006/relationships/image" Target="../media/image1086.png"/><Relationship Id="rId150" Type="http://schemas.openxmlformats.org/officeDocument/2006/relationships/customXml" Target="../ink/ink1144.xml"/><Relationship Id="rId248" Type="http://schemas.openxmlformats.org/officeDocument/2006/relationships/customXml" Target="../ink/ink1193.xml"/><Relationship Id="rId455" Type="http://schemas.openxmlformats.org/officeDocument/2006/relationships/image" Target="../media/image1271.png"/><Relationship Id="rId12" Type="http://schemas.openxmlformats.org/officeDocument/2006/relationships/customXml" Target="../ink/ink1075.xml"/><Relationship Id="rId108" Type="http://schemas.openxmlformats.org/officeDocument/2006/relationships/customXml" Target="../ink/ink1123.xml"/><Relationship Id="rId315" Type="http://schemas.openxmlformats.org/officeDocument/2006/relationships/image" Target="../media/image1201.png"/><Relationship Id="rId522" Type="http://schemas.openxmlformats.org/officeDocument/2006/relationships/customXml" Target="../ink/ink1330.xml"/><Relationship Id="rId96" Type="http://schemas.openxmlformats.org/officeDocument/2006/relationships/customXml" Target="../ink/ink1117.xml"/><Relationship Id="rId161" Type="http://schemas.openxmlformats.org/officeDocument/2006/relationships/image" Target="../media/image1124.png"/><Relationship Id="rId399" Type="http://schemas.openxmlformats.org/officeDocument/2006/relationships/image" Target="../media/image1243.png"/><Relationship Id="rId259" Type="http://schemas.openxmlformats.org/officeDocument/2006/relationships/image" Target="../media/image1173.png"/><Relationship Id="rId466" Type="http://schemas.openxmlformats.org/officeDocument/2006/relationships/customXml" Target="../ink/ink1302.xml"/><Relationship Id="rId23" Type="http://schemas.openxmlformats.org/officeDocument/2006/relationships/image" Target="../media/image1055.png"/><Relationship Id="rId119" Type="http://schemas.openxmlformats.org/officeDocument/2006/relationships/image" Target="../media/image1103.png"/><Relationship Id="rId326" Type="http://schemas.openxmlformats.org/officeDocument/2006/relationships/customXml" Target="../ink/ink1232.xml"/><Relationship Id="rId533" Type="http://schemas.openxmlformats.org/officeDocument/2006/relationships/image" Target="../media/image1308.png"/><Relationship Id="rId172" Type="http://schemas.openxmlformats.org/officeDocument/2006/relationships/customXml" Target="../ink/ink1155.xml"/><Relationship Id="rId477" Type="http://schemas.openxmlformats.org/officeDocument/2006/relationships/image" Target="../media/image1281.png"/><Relationship Id="rId337" Type="http://schemas.openxmlformats.org/officeDocument/2006/relationships/image" Target="../media/image1212.png"/><Relationship Id="rId34" Type="http://schemas.openxmlformats.org/officeDocument/2006/relationships/customXml" Target="../ink/ink1086.xml"/><Relationship Id="rId544" Type="http://schemas.openxmlformats.org/officeDocument/2006/relationships/customXml" Target="../ink/ink1341.xml"/><Relationship Id="rId183" Type="http://schemas.openxmlformats.org/officeDocument/2006/relationships/image" Target="../media/image1135.png"/><Relationship Id="rId390" Type="http://schemas.openxmlformats.org/officeDocument/2006/relationships/customXml" Target="../ink/ink1264.xml"/><Relationship Id="rId404" Type="http://schemas.openxmlformats.org/officeDocument/2006/relationships/customXml" Target="../ink/ink1271.xml"/><Relationship Id="rId250" Type="http://schemas.openxmlformats.org/officeDocument/2006/relationships/customXml" Target="../ink/ink1194.xml"/><Relationship Id="rId488" Type="http://schemas.openxmlformats.org/officeDocument/2006/relationships/customXml" Target="../ink/ink131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23.xml"/><Relationship Id="rId21" Type="http://schemas.openxmlformats.org/officeDocument/2006/relationships/image" Target="../media/image1347.png"/><Relationship Id="rId63" Type="http://schemas.openxmlformats.org/officeDocument/2006/relationships/image" Target="../media/image1368.png"/><Relationship Id="rId159" Type="http://schemas.openxmlformats.org/officeDocument/2006/relationships/customXml" Target="../ink/ink1444.xml"/><Relationship Id="rId170" Type="http://schemas.openxmlformats.org/officeDocument/2006/relationships/image" Target="../media/image1419.png"/><Relationship Id="rId226" Type="http://schemas.openxmlformats.org/officeDocument/2006/relationships/image" Target="../media/image1446.png"/><Relationship Id="rId107" Type="http://schemas.openxmlformats.org/officeDocument/2006/relationships/customXml" Target="../ink/ink1418.xml"/><Relationship Id="rId268" Type="http://schemas.openxmlformats.org/officeDocument/2006/relationships/image" Target="../media/image1467.png"/><Relationship Id="rId11" Type="http://schemas.openxmlformats.org/officeDocument/2006/relationships/image" Target="../media/image1342.png"/><Relationship Id="rId32" Type="http://schemas.openxmlformats.org/officeDocument/2006/relationships/customXml" Target="../ink/ink1380.xml"/><Relationship Id="rId53" Type="http://schemas.openxmlformats.org/officeDocument/2006/relationships/image" Target="../media/image1363.png"/><Relationship Id="rId74" Type="http://schemas.openxmlformats.org/officeDocument/2006/relationships/image" Target="../media/image1372.png"/><Relationship Id="rId128" Type="http://schemas.openxmlformats.org/officeDocument/2006/relationships/image" Target="../media/image1398.png"/><Relationship Id="rId149" Type="http://schemas.openxmlformats.org/officeDocument/2006/relationships/customXml" Target="../ink/ink1439.xml"/><Relationship Id="rId5" Type="http://schemas.openxmlformats.org/officeDocument/2006/relationships/image" Target="../media/image1339.png"/><Relationship Id="rId95" Type="http://schemas.openxmlformats.org/officeDocument/2006/relationships/customXml" Target="../ink/ink1412.xml"/><Relationship Id="rId160" Type="http://schemas.openxmlformats.org/officeDocument/2006/relationships/image" Target="../media/image1414.png"/><Relationship Id="rId181" Type="http://schemas.openxmlformats.org/officeDocument/2006/relationships/customXml" Target="../ink/ink1455.xml"/><Relationship Id="rId216" Type="http://schemas.openxmlformats.org/officeDocument/2006/relationships/image" Target="../media/image1442.png"/><Relationship Id="rId237" Type="http://schemas.openxmlformats.org/officeDocument/2006/relationships/customXml" Target="../ink/ink1483.xml"/><Relationship Id="rId258" Type="http://schemas.openxmlformats.org/officeDocument/2006/relationships/image" Target="../media/image1462.png"/><Relationship Id="rId22" Type="http://schemas.openxmlformats.org/officeDocument/2006/relationships/customXml" Target="../ink/ink1375.xml"/><Relationship Id="rId43" Type="http://schemas.openxmlformats.org/officeDocument/2006/relationships/image" Target="../media/image1358.png"/><Relationship Id="rId64" Type="http://schemas.openxmlformats.org/officeDocument/2006/relationships/customXml" Target="../ink/ink1396.xml"/><Relationship Id="rId118" Type="http://schemas.openxmlformats.org/officeDocument/2006/relationships/image" Target="../media/image1393.png"/><Relationship Id="rId139" Type="http://schemas.openxmlformats.org/officeDocument/2006/relationships/customXml" Target="../ink/ink1434.xml"/><Relationship Id="rId85" Type="http://schemas.openxmlformats.org/officeDocument/2006/relationships/customXml" Target="../ink/ink1407.xml"/><Relationship Id="rId150" Type="http://schemas.openxmlformats.org/officeDocument/2006/relationships/image" Target="../media/image1409.png"/><Relationship Id="rId171" Type="http://schemas.openxmlformats.org/officeDocument/2006/relationships/customXml" Target="../ink/ink1450.xml"/><Relationship Id="rId192" Type="http://schemas.openxmlformats.org/officeDocument/2006/relationships/image" Target="../media/image1430.png"/><Relationship Id="rId206" Type="http://schemas.openxmlformats.org/officeDocument/2006/relationships/image" Target="../media/image1437.png"/><Relationship Id="rId227" Type="http://schemas.openxmlformats.org/officeDocument/2006/relationships/customXml" Target="../ink/ink1478.xml"/><Relationship Id="rId248" Type="http://schemas.openxmlformats.org/officeDocument/2006/relationships/image" Target="../media/image1457.png"/><Relationship Id="rId12" Type="http://schemas.openxmlformats.org/officeDocument/2006/relationships/customXml" Target="../ink/ink1370.xml"/><Relationship Id="rId33" Type="http://schemas.openxmlformats.org/officeDocument/2006/relationships/image" Target="../media/image1353.png"/><Relationship Id="rId108" Type="http://schemas.openxmlformats.org/officeDocument/2006/relationships/image" Target="../media/image1389.png"/><Relationship Id="rId129" Type="http://schemas.openxmlformats.org/officeDocument/2006/relationships/customXml" Target="../ink/ink1429.xml"/><Relationship Id="rId54" Type="http://schemas.openxmlformats.org/officeDocument/2006/relationships/customXml" Target="../ink/ink1391.xml"/><Relationship Id="rId75" Type="http://schemas.openxmlformats.org/officeDocument/2006/relationships/customXml" Target="../ink/ink1402.xml"/><Relationship Id="rId96" Type="http://schemas.openxmlformats.org/officeDocument/2006/relationships/image" Target="../media/image1383.png"/><Relationship Id="rId140" Type="http://schemas.openxmlformats.org/officeDocument/2006/relationships/image" Target="../media/image1404.png"/><Relationship Id="rId161" Type="http://schemas.openxmlformats.org/officeDocument/2006/relationships/customXml" Target="../ink/ink1445.xml"/><Relationship Id="rId182" Type="http://schemas.openxmlformats.org/officeDocument/2006/relationships/image" Target="../media/image1425.png"/><Relationship Id="rId217" Type="http://schemas.openxmlformats.org/officeDocument/2006/relationships/customXml" Target="../ink/ink1473.xml"/><Relationship Id="rId6" Type="http://schemas.openxmlformats.org/officeDocument/2006/relationships/customXml" Target="../ink/ink1367.xml"/><Relationship Id="rId238" Type="http://schemas.openxmlformats.org/officeDocument/2006/relationships/image" Target="../media/image1452.png"/><Relationship Id="rId259" Type="http://schemas.openxmlformats.org/officeDocument/2006/relationships/customXml" Target="../ink/ink1494.xml"/><Relationship Id="rId23" Type="http://schemas.openxmlformats.org/officeDocument/2006/relationships/image" Target="../media/image1348.png"/><Relationship Id="rId119" Type="http://schemas.openxmlformats.org/officeDocument/2006/relationships/customXml" Target="../ink/ink1424.xml"/><Relationship Id="rId44" Type="http://schemas.openxmlformats.org/officeDocument/2006/relationships/customXml" Target="../ink/ink1386.xml"/><Relationship Id="rId65" Type="http://schemas.openxmlformats.org/officeDocument/2006/relationships/image" Target="../media/image1369.png"/><Relationship Id="rId86" Type="http://schemas.openxmlformats.org/officeDocument/2006/relationships/image" Target="../media/image1378.png"/><Relationship Id="rId130" Type="http://schemas.openxmlformats.org/officeDocument/2006/relationships/image" Target="../media/image1399.png"/><Relationship Id="rId151" Type="http://schemas.openxmlformats.org/officeDocument/2006/relationships/customXml" Target="../ink/ink1440.xml"/><Relationship Id="rId172" Type="http://schemas.openxmlformats.org/officeDocument/2006/relationships/image" Target="../media/image1420.png"/><Relationship Id="rId193" Type="http://schemas.openxmlformats.org/officeDocument/2006/relationships/customXml" Target="../ink/ink1461.xml"/><Relationship Id="rId207" Type="http://schemas.openxmlformats.org/officeDocument/2006/relationships/customXml" Target="../ink/ink1468.xml"/><Relationship Id="rId228" Type="http://schemas.openxmlformats.org/officeDocument/2006/relationships/image" Target="../media/image1447.png"/><Relationship Id="rId249" Type="http://schemas.openxmlformats.org/officeDocument/2006/relationships/customXml" Target="../ink/ink1489.xml"/><Relationship Id="rId13" Type="http://schemas.openxmlformats.org/officeDocument/2006/relationships/image" Target="../media/image1343.png"/><Relationship Id="rId109" Type="http://schemas.openxmlformats.org/officeDocument/2006/relationships/customXml" Target="../ink/ink1419.xml"/><Relationship Id="rId260" Type="http://schemas.openxmlformats.org/officeDocument/2006/relationships/image" Target="../media/image1463.png"/><Relationship Id="rId34" Type="http://schemas.openxmlformats.org/officeDocument/2006/relationships/customXml" Target="../ink/ink1381.xml"/><Relationship Id="rId55" Type="http://schemas.openxmlformats.org/officeDocument/2006/relationships/image" Target="../media/image1364.png"/><Relationship Id="rId76" Type="http://schemas.openxmlformats.org/officeDocument/2006/relationships/image" Target="../media/image1373.png"/><Relationship Id="rId97" Type="http://schemas.openxmlformats.org/officeDocument/2006/relationships/customXml" Target="../ink/ink1413.xml"/><Relationship Id="rId120" Type="http://schemas.openxmlformats.org/officeDocument/2006/relationships/image" Target="../media/image1394.png"/><Relationship Id="rId141" Type="http://schemas.openxmlformats.org/officeDocument/2006/relationships/customXml" Target="../ink/ink1435.xml"/><Relationship Id="rId7" Type="http://schemas.openxmlformats.org/officeDocument/2006/relationships/image" Target="../media/image1340.png"/><Relationship Id="rId162" Type="http://schemas.openxmlformats.org/officeDocument/2006/relationships/image" Target="../media/image1415.png"/><Relationship Id="rId183" Type="http://schemas.openxmlformats.org/officeDocument/2006/relationships/customXml" Target="../ink/ink1456.xml"/><Relationship Id="rId218" Type="http://schemas.openxmlformats.org/officeDocument/2006/relationships/image" Target="../media/image1443.png"/><Relationship Id="rId239" Type="http://schemas.openxmlformats.org/officeDocument/2006/relationships/customXml" Target="../ink/ink1484.xml"/><Relationship Id="rId250" Type="http://schemas.openxmlformats.org/officeDocument/2006/relationships/image" Target="../media/image1458.png"/><Relationship Id="rId24" Type="http://schemas.openxmlformats.org/officeDocument/2006/relationships/customXml" Target="../ink/ink1376.xml"/><Relationship Id="rId45" Type="http://schemas.openxmlformats.org/officeDocument/2006/relationships/image" Target="../media/image1359.png"/><Relationship Id="rId66" Type="http://schemas.openxmlformats.org/officeDocument/2006/relationships/customXml" Target="../ink/ink1397.xml"/><Relationship Id="rId87" Type="http://schemas.openxmlformats.org/officeDocument/2006/relationships/customXml" Target="../ink/ink1408.xml"/><Relationship Id="rId110" Type="http://schemas.openxmlformats.org/officeDocument/2006/relationships/image" Target="../media/image1390.png"/><Relationship Id="rId131" Type="http://schemas.openxmlformats.org/officeDocument/2006/relationships/customXml" Target="../ink/ink1430.xml"/><Relationship Id="rId152" Type="http://schemas.openxmlformats.org/officeDocument/2006/relationships/image" Target="../media/image1410.png"/><Relationship Id="rId173" Type="http://schemas.openxmlformats.org/officeDocument/2006/relationships/customXml" Target="../ink/ink1451.xml"/><Relationship Id="rId194" Type="http://schemas.openxmlformats.org/officeDocument/2006/relationships/image" Target="../media/image1431.png"/><Relationship Id="rId208" Type="http://schemas.openxmlformats.org/officeDocument/2006/relationships/image" Target="../media/image1438.png"/><Relationship Id="rId229" Type="http://schemas.openxmlformats.org/officeDocument/2006/relationships/customXml" Target="../ink/ink1479.xml"/><Relationship Id="rId240" Type="http://schemas.openxmlformats.org/officeDocument/2006/relationships/image" Target="../media/image1453.png"/><Relationship Id="rId261" Type="http://schemas.openxmlformats.org/officeDocument/2006/relationships/customXml" Target="../ink/ink1495.xml"/><Relationship Id="rId14" Type="http://schemas.openxmlformats.org/officeDocument/2006/relationships/customXml" Target="../ink/ink1371.xml"/><Relationship Id="rId35" Type="http://schemas.openxmlformats.org/officeDocument/2006/relationships/image" Target="../media/image1354.png"/><Relationship Id="rId56" Type="http://schemas.openxmlformats.org/officeDocument/2006/relationships/customXml" Target="../ink/ink1392.xml"/><Relationship Id="rId77" Type="http://schemas.openxmlformats.org/officeDocument/2006/relationships/customXml" Target="../ink/ink1403.xml"/><Relationship Id="rId100" Type="http://schemas.openxmlformats.org/officeDocument/2006/relationships/image" Target="../media/image1385.png"/><Relationship Id="rId8" Type="http://schemas.openxmlformats.org/officeDocument/2006/relationships/customXml" Target="../ink/ink1368.xml"/><Relationship Id="rId98" Type="http://schemas.openxmlformats.org/officeDocument/2006/relationships/image" Target="../media/image1384.png"/><Relationship Id="rId121" Type="http://schemas.openxmlformats.org/officeDocument/2006/relationships/customXml" Target="../ink/ink1425.xml"/><Relationship Id="rId142" Type="http://schemas.openxmlformats.org/officeDocument/2006/relationships/image" Target="../media/image1405.png"/><Relationship Id="rId163" Type="http://schemas.openxmlformats.org/officeDocument/2006/relationships/customXml" Target="../ink/ink1446.xml"/><Relationship Id="rId184" Type="http://schemas.openxmlformats.org/officeDocument/2006/relationships/image" Target="../media/image1426.png"/><Relationship Id="rId219" Type="http://schemas.openxmlformats.org/officeDocument/2006/relationships/customXml" Target="../ink/ink1474.xml"/><Relationship Id="rId230" Type="http://schemas.openxmlformats.org/officeDocument/2006/relationships/image" Target="../media/image1448.png"/><Relationship Id="rId251" Type="http://schemas.openxmlformats.org/officeDocument/2006/relationships/customXml" Target="../ink/ink1490.xml"/><Relationship Id="rId25" Type="http://schemas.openxmlformats.org/officeDocument/2006/relationships/image" Target="../media/image1349.png"/><Relationship Id="rId46" Type="http://schemas.openxmlformats.org/officeDocument/2006/relationships/customXml" Target="../ink/ink1387.xml"/><Relationship Id="rId67" Type="http://schemas.openxmlformats.org/officeDocument/2006/relationships/image" Target="../media/image1370.png"/><Relationship Id="rId88" Type="http://schemas.openxmlformats.org/officeDocument/2006/relationships/image" Target="../media/image1379.png"/><Relationship Id="rId111" Type="http://schemas.openxmlformats.org/officeDocument/2006/relationships/customXml" Target="../ink/ink1420.xml"/><Relationship Id="rId132" Type="http://schemas.openxmlformats.org/officeDocument/2006/relationships/image" Target="../media/image1400.png"/><Relationship Id="rId153" Type="http://schemas.openxmlformats.org/officeDocument/2006/relationships/customXml" Target="../ink/ink1441.xml"/><Relationship Id="rId174" Type="http://schemas.openxmlformats.org/officeDocument/2006/relationships/image" Target="../media/image1421.png"/><Relationship Id="rId195" Type="http://schemas.openxmlformats.org/officeDocument/2006/relationships/customXml" Target="../ink/ink1462.xml"/><Relationship Id="rId209" Type="http://schemas.openxmlformats.org/officeDocument/2006/relationships/customXml" Target="../ink/ink1469.xml"/><Relationship Id="rId220" Type="http://schemas.openxmlformats.org/officeDocument/2006/relationships/image" Target="../media/image1169.png"/><Relationship Id="rId241" Type="http://schemas.openxmlformats.org/officeDocument/2006/relationships/customXml" Target="../ink/ink1485.xml"/><Relationship Id="rId15" Type="http://schemas.openxmlformats.org/officeDocument/2006/relationships/image" Target="../media/image1344.png"/><Relationship Id="rId36" Type="http://schemas.openxmlformats.org/officeDocument/2006/relationships/customXml" Target="../ink/ink1382.xml"/><Relationship Id="rId57" Type="http://schemas.openxmlformats.org/officeDocument/2006/relationships/image" Target="../media/image1365.png"/><Relationship Id="rId262" Type="http://schemas.openxmlformats.org/officeDocument/2006/relationships/image" Target="../media/image1464.png"/><Relationship Id="rId78" Type="http://schemas.openxmlformats.org/officeDocument/2006/relationships/image" Target="../media/image1374.png"/><Relationship Id="rId99" Type="http://schemas.openxmlformats.org/officeDocument/2006/relationships/customXml" Target="../ink/ink1414.xml"/><Relationship Id="rId101" Type="http://schemas.openxmlformats.org/officeDocument/2006/relationships/customXml" Target="../ink/ink1415.xml"/><Relationship Id="rId122" Type="http://schemas.openxmlformats.org/officeDocument/2006/relationships/image" Target="../media/image1395.png"/><Relationship Id="rId143" Type="http://schemas.openxmlformats.org/officeDocument/2006/relationships/customXml" Target="../ink/ink1436.xml"/><Relationship Id="rId164" Type="http://schemas.openxmlformats.org/officeDocument/2006/relationships/image" Target="../media/image1416.png"/><Relationship Id="rId185" Type="http://schemas.openxmlformats.org/officeDocument/2006/relationships/customXml" Target="../ink/ink1457.xml"/><Relationship Id="rId9" Type="http://schemas.openxmlformats.org/officeDocument/2006/relationships/image" Target="../media/image1341.png"/><Relationship Id="rId210" Type="http://schemas.openxmlformats.org/officeDocument/2006/relationships/image" Target="../media/image1439.png"/><Relationship Id="rId26" Type="http://schemas.openxmlformats.org/officeDocument/2006/relationships/customXml" Target="../ink/ink1377.xml"/><Relationship Id="rId231" Type="http://schemas.openxmlformats.org/officeDocument/2006/relationships/customXml" Target="../ink/ink1480.xml"/><Relationship Id="rId252" Type="http://schemas.openxmlformats.org/officeDocument/2006/relationships/image" Target="../media/image1459.png"/><Relationship Id="rId47" Type="http://schemas.openxmlformats.org/officeDocument/2006/relationships/image" Target="../media/image1360.png"/><Relationship Id="rId68" Type="http://schemas.openxmlformats.org/officeDocument/2006/relationships/customXml" Target="../ink/ink1398.xml"/><Relationship Id="rId89" Type="http://schemas.openxmlformats.org/officeDocument/2006/relationships/customXml" Target="../ink/ink1409.xml"/><Relationship Id="rId112" Type="http://schemas.openxmlformats.org/officeDocument/2006/relationships/image" Target="../media/image1391.png"/><Relationship Id="rId133" Type="http://schemas.openxmlformats.org/officeDocument/2006/relationships/customXml" Target="../ink/ink1431.xml"/><Relationship Id="rId154" Type="http://schemas.openxmlformats.org/officeDocument/2006/relationships/image" Target="../media/image1411.png"/><Relationship Id="rId175" Type="http://schemas.openxmlformats.org/officeDocument/2006/relationships/customXml" Target="../ink/ink1452.xml"/><Relationship Id="rId196" Type="http://schemas.openxmlformats.org/officeDocument/2006/relationships/image" Target="../media/image1432.png"/><Relationship Id="rId200" Type="http://schemas.openxmlformats.org/officeDocument/2006/relationships/image" Target="../media/image1434.png"/><Relationship Id="rId16" Type="http://schemas.openxmlformats.org/officeDocument/2006/relationships/customXml" Target="../ink/ink1372.xml"/><Relationship Id="rId221" Type="http://schemas.openxmlformats.org/officeDocument/2006/relationships/customXml" Target="../ink/ink1475.xml"/><Relationship Id="rId242" Type="http://schemas.openxmlformats.org/officeDocument/2006/relationships/image" Target="../media/image1454.png"/><Relationship Id="rId263" Type="http://schemas.openxmlformats.org/officeDocument/2006/relationships/customXml" Target="../ink/ink1496.xml"/><Relationship Id="rId37" Type="http://schemas.openxmlformats.org/officeDocument/2006/relationships/image" Target="../media/image1355.png"/><Relationship Id="rId58" Type="http://schemas.openxmlformats.org/officeDocument/2006/relationships/customXml" Target="../ink/ink1393.xml"/><Relationship Id="rId79" Type="http://schemas.openxmlformats.org/officeDocument/2006/relationships/customXml" Target="../ink/ink1404.xml"/><Relationship Id="rId102" Type="http://schemas.openxmlformats.org/officeDocument/2006/relationships/image" Target="../media/image1386.png"/><Relationship Id="rId123" Type="http://schemas.openxmlformats.org/officeDocument/2006/relationships/customXml" Target="../ink/ink1426.xml"/><Relationship Id="rId144" Type="http://schemas.openxmlformats.org/officeDocument/2006/relationships/image" Target="../media/image1406.png"/><Relationship Id="rId90" Type="http://schemas.openxmlformats.org/officeDocument/2006/relationships/image" Target="../media/image1380.png"/><Relationship Id="rId165" Type="http://schemas.openxmlformats.org/officeDocument/2006/relationships/customXml" Target="../ink/ink1447.xml"/><Relationship Id="rId186" Type="http://schemas.openxmlformats.org/officeDocument/2006/relationships/image" Target="../media/image1427.png"/><Relationship Id="rId211" Type="http://schemas.openxmlformats.org/officeDocument/2006/relationships/customXml" Target="../ink/ink1470.xml"/><Relationship Id="rId232" Type="http://schemas.openxmlformats.org/officeDocument/2006/relationships/image" Target="../media/image1449.png"/><Relationship Id="rId253" Type="http://schemas.openxmlformats.org/officeDocument/2006/relationships/customXml" Target="../ink/ink1491.xml"/><Relationship Id="rId27" Type="http://schemas.openxmlformats.org/officeDocument/2006/relationships/image" Target="../media/image1350.png"/><Relationship Id="rId48" Type="http://schemas.openxmlformats.org/officeDocument/2006/relationships/customXml" Target="../ink/ink1388.xml"/><Relationship Id="rId69" Type="http://schemas.openxmlformats.org/officeDocument/2006/relationships/image" Target="../media/image1371.png"/><Relationship Id="rId113" Type="http://schemas.openxmlformats.org/officeDocument/2006/relationships/customXml" Target="../ink/ink1421.xml"/><Relationship Id="rId134" Type="http://schemas.openxmlformats.org/officeDocument/2006/relationships/image" Target="../media/image1401.png"/><Relationship Id="rId80" Type="http://schemas.openxmlformats.org/officeDocument/2006/relationships/image" Target="../media/image1375.png"/><Relationship Id="rId155" Type="http://schemas.openxmlformats.org/officeDocument/2006/relationships/customXml" Target="../ink/ink1442.xml"/><Relationship Id="rId176" Type="http://schemas.openxmlformats.org/officeDocument/2006/relationships/image" Target="../media/image1422.png"/><Relationship Id="rId197" Type="http://schemas.openxmlformats.org/officeDocument/2006/relationships/customXml" Target="../ink/ink1463.xml"/><Relationship Id="rId201" Type="http://schemas.openxmlformats.org/officeDocument/2006/relationships/customXml" Target="../ink/ink1465.xml"/><Relationship Id="rId222" Type="http://schemas.openxmlformats.org/officeDocument/2006/relationships/image" Target="../media/image1444.png"/><Relationship Id="rId243" Type="http://schemas.openxmlformats.org/officeDocument/2006/relationships/customXml" Target="../ink/ink1486.xml"/><Relationship Id="rId264" Type="http://schemas.openxmlformats.org/officeDocument/2006/relationships/image" Target="../media/image1465.png"/><Relationship Id="rId17" Type="http://schemas.openxmlformats.org/officeDocument/2006/relationships/image" Target="../media/image1345.png"/><Relationship Id="rId38" Type="http://schemas.openxmlformats.org/officeDocument/2006/relationships/customXml" Target="../ink/ink1383.xml"/><Relationship Id="rId59" Type="http://schemas.openxmlformats.org/officeDocument/2006/relationships/image" Target="../media/image1366.png"/><Relationship Id="rId103" Type="http://schemas.openxmlformats.org/officeDocument/2006/relationships/customXml" Target="../ink/ink1416.xml"/><Relationship Id="rId124" Type="http://schemas.openxmlformats.org/officeDocument/2006/relationships/image" Target="../media/image1396.png"/><Relationship Id="rId70" Type="http://schemas.openxmlformats.org/officeDocument/2006/relationships/customXml" Target="../ink/ink1399.xml"/><Relationship Id="rId91" Type="http://schemas.openxmlformats.org/officeDocument/2006/relationships/customXml" Target="../ink/ink1410.xml"/><Relationship Id="rId145" Type="http://schemas.openxmlformats.org/officeDocument/2006/relationships/customXml" Target="../ink/ink1437.xml"/><Relationship Id="rId166" Type="http://schemas.openxmlformats.org/officeDocument/2006/relationships/image" Target="../media/image1417.png"/><Relationship Id="rId187" Type="http://schemas.openxmlformats.org/officeDocument/2006/relationships/customXml" Target="../ink/ink1458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440.png"/><Relationship Id="rId233" Type="http://schemas.openxmlformats.org/officeDocument/2006/relationships/customXml" Target="../ink/ink1481.xml"/><Relationship Id="rId254" Type="http://schemas.openxmlformats.org/officeDocument/2006/relationships/image" Target="../media/image1460.png"/><Relationship Id="rId28" Type="http://schemas.openxmlformats.org/officeDocument/2006/relationships/customXml" Target="../ink/ink1378.xml"/><Relationship Id="rId49" Type="http://schemas.openxmlformats.org/officeDocument/2006/relationships/image" Target="../media/image1361.png"/><Relationship Id="rId114" Type="http://schemas.openxmlformats.org/officeDocument/2006/relationships/image" Target="../media/image428.png"/><Relationship Id="rId60" Type="http://schemas.openxmlformats.org/officeDocument/2006/relationships/customXml" Target="../ink/ink1394.xml"/><Relationship Id="rId81" Type="http://schemas.openxmlformats.org/officeDocument/2006/relationships/customXml" Target="../ink/ink1405.xml"/><Relationship Id="rId135" Type="http://schemas.openxmlformats.org/officeDocument/2006/relationships/customXml" Target="../ink/ink1432.xml"/><Relationship Id="rId156" Type="http://schemas.openxmlformats.org/officeDocument/2006/relationships/image" Target="../media/image1412.png"/><Relationship Id="rId177" Type="http://schemas.openxmlformats.org/officeDocument/2006/relationships/customXml" Target="../ink/ink1453.xml"/><Relationship Id="rId198" Type="http://schemas.openxmlformats.org/officeDocument/2006/relationships/image" Target="../media/image1433.png"/><Relationship Id="rId202" Type="http://schemas.openxmlformats.org/officeDocument/2006/relationships/image" Target="../media/image1435.png"/><Relationship Id="rId223" Type="http://schemas.openxmlformats.org/officeDocument/2006/relationships/customXml" Target="../ink/ink1476.xml"/><Relationship Id="rId244" Type="http://schemas.openxmlformats.org/officeDocument/2006/relationships/image" Target="../media/image1455.png"/><Relationship Id="rId18" Type="http://schemas.openxmlformats.org/officeDocument/2006/relationships/customXml" Target="../ink/ink1373.xml"/><Relationship Id="rId39" Type="http://schemas.openxmlformats.org/officeDocument/2006/relationships/image" Target="../media/image1356.png"/><Relationship Id="rId265" Type="http://schemas.openxmlformats.org/officeDocument/2006/relationships/customXml" Target="../ink/ink1497.xml"/><Relationship Id="rId50" Type="http://schemas.openxmlformats.org/officeDocument/2006/relationships/customXml" Target="../ink/ink1389.xml"/><Relationship Id="rId104" Type="http://schemas.openxmlformats.org/officeDocument/2006/relationships/image" Target="../media/image1387.png"/><Relationship Id="rId125" Type="http://schemas.openxmlformats.org/officeDocument/2006/relationships/customXml" Target="../ink/ink1427.xml"/><Relationship Id="rId146" Type="http://schemas.openxmlformats.org/officeDocument/2006/relationships/image" Target="../media/image1407.png"/><Relationship Id="rId167" Type="http://schemas.openxmlformats.org/officeDocument/2006/relationships/customXml" Target="../ink/ink1448.xml"/><Relationship Id="rId188" Type="http://schemas.openxmlformats.org/officeDocument/2006/relationships/image" Target="../media/image1428.png"/><Relationship Id="rId71" Type="http://schemas.openxmlformats.org/officeDocument/2006/relationships/image" Target="../media/image27.png"/><Relationship Id="rId92" Type="http://schemas.openxmlformats.org/officeDocument/2006/relationships/image" Target="../media/image1381.png"/><Relationship Id="rId213" Type="http://schemas.openxmlformats.org/officeDocument/2006/relationships/customXml" Target="../ink/ink1471.xml"/><Relationship Id="rId234" Type="http://schemas.openxmlformats.org/officeDocument/2006/relationships/image" Target="../media/image1450.png"/><Relationship Id="rId2" Type="http://schemas.openxmlformats.org/officeDocument/2006/relationships/customXml" Target="../ink/ink1365.xml"/><Relationship Id="rId29" Type="http://schemas.openxmlformats.org/officeDocument/2006/relationships/image" Target="../media/image1351.png"/><Relationship Id="rId255" Type="http://schemas.openxmlformats.org/officeDocument/2006/relationships/customXml" Target="../ink/ink1492.xml"/><Relationship Id="rId40" Type="http://schemas.openxmlformats.org/officeDocument/2006/relationships/customXml" Target="../ink/ink1384.xml"/><Relationship Id="rId115" Type="http://schemas.openxmlformats.org/officeDocument/2006/relationships/customXml" Target="../ink/ink1422.xml"/><Relationship Id="rId136" Type="http://schemas.openxmlformats.org/officeDocument/2006/relationships/image" Target="../media/image1402.png"/><Relationship Id="rId157" Type="http://schemas.openxmlformats.org/officeDocument/2006/relationships/customXml" Target="../ink/ink1443.xml"/><Relationship Id="rId178" Type="http://schemas.openxmlformats.org/officeDocument/2006/relationships/image" Target="../media/image1423.png"/><Relationship Id="rId61" Type="http://schemas.openxmlformats.org/officeDocument/2006/relationships/image" Target="../media/image1367.png"/><Relationship Id="rId82" Type="http://schemas.openxmlformats.org/officeDocument/2006/relationships/image" Target="../media/image1376.png"/><Relationship Id="rId199" Type="http://schemas.openxmlformats.org/officeDocument/2006/relationships/customXml" Target="../ink/ink1464.xml"/><Relationship Id="rId203" Type="http://schemas.openxmlformats.org/officeDocument/2006/relationships/customXml" Target="../ink/ink1466.xml"/><Relationship Id="rId19" Type="http://schemas.openxmlformats.org/officeDocument/2006/relationships/image" Target="../media/image1346.png"/><Relationship Id="rId224" Type="http://schemas.openxmlformats.org/officeDocument/2006/relationships/image" Target="../media/image1445.png"/><Relationship Id="rId245" Type="http://schemas.openxmlformats.org/officeDocument/2006/relationships/customXml" Target="../ink/ink1487.xml"/><Relationship Id="rId266" Type="http://schemas.openxmlformats.org/officeDocument/2006/relationships/image" Target="../media/image1466.png"/><Relationship Id="rId30" Type="http://schemas.openxmlformats.org/officeDocument/2006/relationships/customXml" Target="../ink/ink1379.xml"/><Relationship Id="rId105" Type="http://schemas.openxmlformats.org/officeDocument/2006/relationships/customXml" Target="../ink/ink1417.xml"/><Relationship Id="rId126" Type="http://schemas.openxmlformats.org/officeDocument/2006/relationships/image" Target="../media/image1397.png"/><Relationship Id="rId147" Type="http://schemas.openxmlformats.org/officeDocument/2006/relationships/customXml" Target="../ink/ink1438.xml"/><Relationship Id="rId168" Type="http://schemas.openxmlformats.org/officeDocument/2006/relationships/image" Target="../media/image1418.png"/><Relationship Id="rId51" Type="http://schemas.openxmlformats.org/officeDocument/2006/relationships/image" Target="../media/image1362.png"/><Relationship Id="rId72" Type="http://schemas.openxmlformats.org/officeDocument/2006/relationships/customXml" Target="../ink/ink1400.xml"/><Relationship Id="rId93" Type="http://schemas.openxmlformats.org/officeDocument/2006/relationships/customXml" Target="../ink/ink1411.xml"/><Relationship Id="rId189" Type="http://schemas.openxmlformats.org/officeDocument/2006/relationships/customXml" Target="../ink/ink1459.xml"/><Relationship Id="rId3" Type="http://schemas.openxmlformats.org/officeDocument/2006/relationships/image" Target="../media/image1338.png"/><Relationship Id="rId214" Type="http://schemas.openxmlformats.org/officeDocument/2006/relationships/image" Target="../media/image1441.png"/><Relationship Id="rId235" Type="http://schemas.openxmlformats.org/officeDocument/2006/relationships/customXml" Target="../ink/ink1482.xml"/><Relationship Id="rId256" Type="http://schemas.openxmlformats.org/officeDocument/2006/relationships/image" Target="../media/image1461.png"/><Relationship Id="rId116" Type="http://schemas.openxmlformats.org/officeDocument/2006/relationships/image" Target="../media/image1392.png"/><Relationship Id="rId137" Type="http://schemas.openxmlformats.org/officeDocument/2006/relationships/customXml" Target="../ink/ink1433.xml"/><Relationship Id="rId158" Type="http://schemas.openxmlformats.org/officeDocument/2006/relationships/image" Target="../media/image1413.png"/><Relationship Id="rId20" Type="http://schemas.openxmlformats.org/officeDocument/2006/relationships/customXml" Target="../ink/ink1374.xml"/><Relationship Id="rId41" Type="http://schemas.openxmlformats.org/officeDocument/2006/relationships/image" Target="../media/image1357.png"/><Relationship Id="rId62" Type="http://schemas.openxmlformats.org/officeDocument/2006/relationships/customXml" Target="../ink/ink1395.xml"/><Relationship Id="rId83" Type="http://schemas.openxmlformats.org/officeDocument/2006/relationships/customXml" Target="../ink/ink1406.xml"/><Relationship Id="rId179" Type="http://schemas.openxmlformats.org/officeDocument/2006/relationships/customXml" Target="../ink/ink1454.xml"/><Relationship Id="rId190" Type="http://schemas.openxmlformats.org/officeDocument/2006/relationships/image" Target="../media/image1429.png"/><Relationship Id="rId204" Type="http://schemas.openxmlformats.org/officeDocument/2006/relationships/image" Target="../media/image1436.png"/><Relationship Id="rId225" Type="http://schemas.openxmlformats.org/officeDocument/2006/relationships/customXml" Target="../ink/ink1477.xml"/><Relationship Id="rId246" Type="http://schemas.openxmlformats.org/officeDocument/2006/relationships/image" Target="../media/image1456.png"/><Relationship Id="rId267" Type="http://schemas.openxmlformats.org/officeDocument/2006/relationships/customXml" Target="../ink/ink1498.xml"/><Relationship Id="rId106" Type="http://schemas.openxmlformats.org/officeDocument/2006/relationships/image" Target="../media/image1388.png"/><Relationship Id="rId127" Type="http://schemas.openxmlformats.org/officeDocument/2006/relationships/customXml" Target="../ink/ink1428.xml"/><Relationship Id="rId10" Type="http://schemas.openxmlformats.org/officeDocument/2006/relationships/customXml" Target="../ink/ink1369.xml"/><Relationship Id="rId31" Type="http://schemas.openxmlformats.org/officeDocument/2006/relationships/image" Target="../media/image1352.png"/><Relationship Id="rId52" Type="http://schemas.openxmlformats.org/officeDocument/2006/relationships/customXml" Target="../ink/ink1390.xml"/><Relationship Id="rId73" Type="http://schemas.openxmlformats.org/officeDocument/2006/relationships/customXml" Target="../ink/ink1401.xml"/><Relationship Id="rId94" Type="http://schemas.openxmlformats.org/officeDocument/2006/relationships/image" Target="../media/image1382.png"/><Relationship Id="rId148" Type="http://schemas.openxmlformats.org/officeDocument/2006/relationships/image" Target="../media/image1408.png"/><Relationship Id="rId169" Type="http://schemas.openxmlformats.org/officeDocument/2006/relationships/customXml" Target="../ink/ink1449.xml"/><Relationship Id="rId4" Type="http://schemas.openxmlformats.org/officeDocument/2006/relationships/customXml" Target="../ink/ink1366.xml"/><Relationship Id="rId180" Type="http://schemas.openxmlformats.org/officeDocument/2006/relationships/image" Target="../media/image1424.png"/><Relationship Id="rId215" Type="http://schemas.openxmlformats.org/officeDocument/2006/relationships/customXml" Target="../ink/ink1472.xml"/><Relationship Id="rId236" Type="http://schemas.openxmlformats.org/officeDocument/2006/relationships/image" Target="../media/image1451.png"/><Relationship Id="rId257" Type="http://schemas.openxmlformats.org/officeDocument/2006/relationships/customXml" Target="../ink/ink1493.xml"/><Relationship Id="rId42" Type="http://schemas.openxmlformats.org/officeDocument/2006/relationships/customXml" Target="../ink/ink1385.xml"/><Relationship Id="rId84" Type="http://schemas.openxmlformats.org/officeDocument/2006/relationships/image" Target="../media/image1377.png"/><Relationship Id="rId138" Type="http://schemas.openxmlformats.org/officeDocument/2006/relationships/image" Target="../media/image1403.png"/><Relationship Id="rId191" Type="http://schemas.openxmlformats.org/officeDocument/2006/relationships/customXml" Target="../ink/ink1460.xml"/><Relationship Id="rId205" Type="http://schemas.openxmlformats.org/officeDocument/2006/relationships/customXml" Target="../ink/ink1467.xml"/><Relationship Id="rId247" Type="http://schemas.openxmlformats.org/officeDocument/2006/relationships/customXml" Target="../ink/ink14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CD7A7FEE-098B-4366-A57E-A6C01F9D4401}"/>
              </a:ext>
            </a:extLst>
          </p:cNvPr>
          <p:cNvGrpSpPr/>
          <p:nvPr/>
        </p:nvGrpSpPr>
        <p:grpSpPr>
          <a:xfrm>
            <a:off x="383993" y="336346"/>
            <a:ext cx="754560" cy="432720"/>
            <a:chOff x="383993" y="336346"/>
            <a:chExt cx="75456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1B90B256-8A26-4F55-9216-52863E04DEF3}"/>
                    </a:ext>
                  </a:extLst>
                </p14:cNvPr>
                <p14:cNvContentPartPr/>
                <p14:nvPr/>
              </p14:nvContentPartPr>
              <p14:xfrm>
                <a:off x="383993" y="428506"/>
                <a:ext cx="317520" cy="3027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1B90B256-8A26-4F55-9216-52863E04DEF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5353" y="419866"/>
                  <a:ext cx="3351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1653E3C-BE26-4D21-98F1-06DE579237A7}"/>
                    </a:ext>
                  </a:extLst>
                </p14:cNvPr>
                <p14:cNvContentPartPr/>
                <p14:nvPr/>
              </p14:nvContentPartPr>
              <p14:xfrm>
                <a:off x="492353" y="371266"/>
                <a:ext cx="174240" cy="3978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1653E3C-BE26-4D21-98F1-06DE579237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3713" y="362626"/>
                  <a:ext cx="1918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983DAC92-0E4B-47FD-B901-0442737EC74C}"/>
                    </a:ext>
                  </a:extLst>
                </p14:cNvPr>
                <p14:cNvContentPartPr/>
                <p14:nvPr/>
              </p14:nvContentPartPr>
              <p14:xfrm>
                <a:off x="836513" y="510586"/>
                <a:ext cx="101880" cy="187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983DAC92-0E4B-47FD-B901-0442737EC7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873" y="501586"/>
                  <a:ext cx="119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97EE8783-6537-4EAD-BFC3-F2023BC36393}"/>
                    </a:ext>
                  </a:extLst>
                </p14:cNvPr>
                <p14:cNvContentPartPr/>
                <p14:nvPr/>
              </p14:nvContentPartPr>
              <p14:xfrm>
                <a:off x="850193" y="336346"/>
                <a:ext cx="238320" cy="2779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97EE8783-6537-4EAD-BFC3-F2023BC363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1193" y="327706"/>
                  <a:ext cx="255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42D14BD1-55F0-4BBE-AB20-8BC0B5CC8F67}"/>
                    </a:ext>
                  </a:extLst>
                </p14:cNvPr>
                <p14:cNvContentPartPr/>
                <p14:nvPr/>
              </p14:nvContentPartPr>
              <p14:xfrm>
                <a:off x="1127393" y="357226"/>
                <a:ext cx="11160" cy="1472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42D14BD1-55F0-4BBE-AB20-8BC0B5CC8F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8753" y="348586"/>
                  <a:ext cx="288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8FA9A1F-EABC-4A45-B927-6882E28A5F84}"/>
              </a:ext>
            </a:extLst>
          </p:cNvPr>
          <p:cNvGrpSpPr/>
          <p:nvPr/>
        </p:nvGrpSpPr>
        <p:grpSpPr>
          <a:xfrm>
            <a:off x="1329713" y="397906"/>
            <a:ext cx="341280" cy="320040"/>
            <a:chOff x="1329713" y="397906"/>
            <a:chExt cx="34128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60E3779E-16B3-48F2-8B7E-798F1E358866}"/>
                    </a:ext>
                  </a:extLst>
                </p14:cNvPr>
                <p14:cNvContentPartPr/>
                <p14:nvPr/>
              </p14:nvContentPartPr>
              <p14:xfrm>
                <a:off x="1329713" y="397906"/>
                <a:ext cx="99720" cy="3114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60E3779E-16B3-48F2-8B7E-798F1E35886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20713" y="388906"/>
                  <a:ext cx="1173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6BD1978C-4785-4F33-B35D-B53A63E5D28B}"/>
                    </a:ext>
                  </a:extLst>
                </p14:cNvPr>
                <p14:cNvContentPartPr/>
                <p14:nvPr/>
              </p14:nvContentPartPr>
              <p14:xfrm>
                <a:off x="1471553" y="550906"/>
                <a:ext cx="199440" cy="1670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6BD1978C-4785-4F33-B35D-B53A63E5D2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2913" y="542266"/>
                  <a:ext cx="21708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B04649CF-8303-42F4-AA58-22E6A2A8FF7B}"/>
              </a:ext>
            </a:extLst>
          </p:cNvPr>
          <p:cNvGrpSpPr/>
          <p:nvPr/>
        </p:nvGrpSpPr>
        <p:grpSpPr>
          <a:xfrm>
            <a:off x="1875473" y="374866"/>
            <a:ext cx="1213560" cy="332640"/>
            <a:chOff x="1875473" y="374866"/>
            <a:chExt cx="121356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1791423-4B60-41AB-9530-7222576CF36D}"/>
                    </a:ext>
                  </a:extLst>
                </p14:cNvPr>
                <p14:cNvContentPartPr/>
                <p14:nvPr/>
              </p14:nvContentPartPr>
              <p14:xfrm>
                <a:off x="1875473" y="557386"/>
                <a:ext cx="141840" cy="1306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1791423-4B60-41AB-9530-7222576CF3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66833" y="548386"/>
                  <a:ext cx="159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9A42E1B1-5D1E-449D-B712-54BE8C24CE52}"/>
                    </a:ext>
                  </a:extLst>
                </p14:cNvPr>
                <p14:cNvContentPartPr/>
                <p14:nvPr/>
              </p14:nvContentPartPr>
              <p14:xfrm>
                <a:off x="2061953" y="517426"/>
                <a:ext cx="260640" cy="1900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9A42E1B1-5D1E-449D-B712-54BE8C24CE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53313" y="508426"/>
                  <a:ext cx="278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D15439A-FFD3-49B3-A95E-A94625293218}"/>
                    </a:ext>
                  </a:extLst>
                </p14:cNvPr>
                <p14:cNvContentPartPr/>
                <p14:nvPr/>
              </p14:nvContentPartPr>
              <p14:xfrm>
                <a:off x="2366873" y="422746"/>
                <a:ext cx="33120" cy="2466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D15439A-FFD3-49B3-A95E-A946252932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57873" y="413746"/>
                  <a:ext cx="50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56A37778-9C50-4648-A1D3-444450FAB516}"/>
                    </a:ext>
                  </a:extLst>
                </p14:cNvPr>
                <p14:cNvContentPartPr/>
                <p14:nvPr/>
              </p14:nvContentPartPr>
              <p14:xfrm>
                <a:off x="2316473" y="572146"/>
                <a:ext cx="191880" cy="1177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56A37778-9C50-4648-A1D3-444450FAB5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07833" y="563506"/>
                  <a:ext cx="209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D9354379-AC4D-4ADD-B427-9C13BE16131D}"/>
                    </a:ext>
                  </a:extLst>
                </p14:cNvPr>
                <p14:cNvContentPartPr/>
                <p14:nvPr/>
              </p14:nvContentPartPr>
              <p14:xfrm>
                <a:off x="2524553" y="442546"/>
                <a:ext cx="214920" cy="2314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D9354379-AC4D-4ADD-B427-9C13BE1613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5913" y="433906"/>
                  <a:ext cx="232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16578B86-AFC2-4B9E-92B4-B20E16DCE831}"/>
                    </a:ext>
                  </a:extLst>
                </p14:cNvPr>
                <p14:cNvContentPartPr/>
                <p14:nvPr/>
              </p14:nvContentPartPr>
              <p14:xfrm>
                <a:off x="2756393" y="536866"/>
                <a:ext cx="188640" cy="1472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16578B86-AFC2-4B9E-92B4-B20E16DCE8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47753" y="527866"/>
                  <a:ext cx="206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E82524F9-98DC-4004-9F64-8EEF3C7C87F9}"/>
                    </a:ext>
                  </a:extLst>
                </p14:cNvPr>
                <p14:cNvContentPartPr/>
                <p14:nvPr/>
              </p14:nvContentPartPr>
              <p14:xfrm>
                <a:off x="2972033" y="554866"/>
                <a:ext cx="113400" cy="1501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E82524F9-98DC-4004-9F64-8EEF3C7C8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63393" y="545866"/>
                  <a:ext cx="131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375911B6-0207-4305-93CA-56C829C3EDB8}"/>
                    </a:ext>
                  </a:extLst>
                </p14:cNvPr>
                <p14:cNvContentPartPr/>
                <p14:nvPr/>
              </p14:nvContentPartPr>
              <p14:xfrm>
                <a:off x="3034673" y="374866"/>
                <a:ext cx="54360" cy="2613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375911B6-0207-4305-93CA-56C829C3ED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26033" y="365866"/>
                  <a:ext cx="7200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2C3E414-DF9F-4FF3-870B-22BCC05156B9}"/>
              </a:ext>
            </a:extLst>
          </p:cNvPr>
          <p:cNvGrpSpPr/>
          <p:nvPr/>
        </p:nvGrpSpPr>
        <p:grpSpPr>
          <a:xfrm>
            <a:off x="3328793" y="281626"/>
            <a:ext cx="2231280" cy="398880"/>
            <a:chOff x="3328793" y="281626"/>
            <a:chExt cx="2231280" cy="39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6931003-0C53-475C-B2C4-4396A4F987C7}"/>
                    </a:ext>
                  </a:extLst>
                </p14:cNvPr>
                <p14:cNvContentPartPr/>
                <p14:nvPr/>
              </p14:nvContentPartPr>
              <p14:xfrm>
                <a:off x="3328793" y="362266"/>
                <a:ext cx="402480" cy="3182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6931003-0C53-475C-B2C4-4396A4F987C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20153" y="353626"/>
                  <a:ext cx="4201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E20345D-C1B7-4036-AA02-9AA1CA41EB28}"/>
                    </a:ext>
                  </a:extLst>
                </p14:cNvPr>
                <p14:cNvContentPartPr/>
                <p14:nvPr/>
              </p14:nvContentPartPr>
              <p14:xfrm>
                <a:off x="3890393" y="500866"/>
                <a:ext cx="23400" cy="1490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E20345D-C1B7-4036-AA02-9AA1CA41EB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81393" y="491866"/>
                  <a:ext cx="41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5E5008F-B14F-4D97-A97E-55581BC4A84F}"/>
                    </a:ext>
                  </a:extLst>
                </p14:cNvPr>
                <p14:cNvContentPartPr/>
                <p14:nvPr/>
              </p14:nvContentPartPr>
              <p14:xfrm>
                <a:off x="3977153" y="514186"/>
                <a:ext cx="146520" cy="1461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5E5008F-B14F-4D97-A97E-55581BC4A8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68513" y="505186"/>
                  <a:ext cx="164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4E4AA8C3-E9E8-4AC0-B48A-4D529E880872}"/>
                    </a:ext>
                  </a:extLst>
                </p14:cNvPr>
                <p14:cNvContentPartPr/>
                <p14:nvPr/>
              </p14:nvContentPartPr>
              <p14:xfrm>
                <a:off x="4205393" y="358306"/>
                <a:ext cx="46080" cy="3038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4E4AA8C3-E9E8-4AC0-B48A-4D529E8808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96393" y="349306"/>
                  <a:ext cx="63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EEC73C50-0F5C-4C7D-8725-67716E2744B9}"/>
                    </a:ext>
                  </a:extLst>
                </p14:cNvPr>
                <p14:cNvContentPartPr/>
                <p14:nvPr/>
              </p14:nvContentPartPr>
              <p14:xfrm>
                <a:off x="4141673" y="486106"/>
                <a:ext cx="270000" cy="15228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EEC73C50-0F5C-4C7D-8725-67716E2744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33033" y="477106"/>
                  <a:ext cx="287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BB3425E4-8B46-497B-A886-A654F1B2FD96}"/>
                    </a:ext>
                  </a:extLst>
                </p14:cNvPr>
                <p14:cNvContentPartPr/>
                <p14:nvPr/>
              </p14:nvContentPartPr>
              <p14:xfrm>
                <a:off x="4413473" y="474586"/>
                <a:ext cx="159840" cy="1828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BB3425E4-8B46-497B-A886-A654F1B2FD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04833" y="465946"/>
                  <a:ext cx="177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DA3378F4-A9C5-484A-BEFC-027A9FB405AE}"/>
                    </a:ext>
                  </a:extLst>
                </p14:cNvPr>
                <p14:cNvContentPartPr/>
                <p14:nvPr/>
              </p14:nvContentPartPr>
              <p14:xfrm>
                <a:off x="4571873" y="479986"/>
                <a:ext cx="114480" cy="1490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DA3378F4-A9C5-484A-BEFC-027A9FB405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63233" y="470986"/>
                  <a:ext cx="132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AC803F1C-EFC1-45FC-9EB8-E56D04556B5C}"/>
                    </a:ext>
                  </a:extLst>
                </p14:cNvPr>
                <p14:cNvContentPartPr/>
                <p14:nvPr/>
              </p14:nvContentPartPr>
              <p14:xfrm>
                <a:off x="4711193" y="490426"/>
                <a:ext cx="273960" cy="1411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AC803F1C-EFC1-45FC-9EB8-E56D04556B5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02553" y="481426"/>
                  <a:ext cx="291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5BC9E51F-E60A-459F-B288-84B20B022B1D}"/>
                    </a:ext>
                  </a:extLst>
                </p14:cNvPr>
                <p14:cNvContentPartPr/>
                <p14:nvPr/>
              </p14:nvContentPartPr>
              <p14:xfrm>
                <a:off x="4972913" y="480706"/>
                <a:ext cx="283680" cy="1533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5BC9E51F-E60A-459F-B288-84B20B022B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63913" y="472066"/>
                  <a:ext cx="301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0FEB89D0-DE9B-43C2-9C97-E6308C90D8AE}"/>
                    </a:ext>
                  </a:extLst>
                </p14:cNvPr>
                <p14:cNvContentPartPr/>
                <p14:nvPr/>
              </p14:nvContentPartPr>
              <p14:xfrm>
                <a:off x="5255513" y="470986"/>
                <a:ext cx="179280" cy="1605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0FEB89D0-DE9B-43C2-9C97-E6308C90D8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46513" y="462346"/>
                  <a:ext cx="196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B7FA8EC3-C180-41C4-B957-B348A12337B2}"/>
                    </a:ext>
                  </a:extLst>
                </p14:cNvPr>
                <p14:cNvContentPartPr/>
                <p14:nvPr/>
              </p14:nvContentPartPr>
              <p14:xfrm>
                <a:off x="5328953" y="452266"/>
                <a:ext cx="231120" cy="1724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B7FA8EC3-C180-41C4-B957-B348A12337B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19953" y="443266"/>
                  <a:ext cx="248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BB1A9DA8-3A3F-4AF9-945E-8E67DF0D39A5}"/>
                    </a:ext>
                  </a:extLst>
                </p14:cNvPr>
                <p14:cNvContentPartPr/>
                <p14:nvPr/>
              </p14:nvContentPartPr>
              <p14:xfrm>
                <a:off x="4799033" y="281626"/>
                <a:ext cx="360" cy="36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BB1A9DA8-3A3F-4AF9-945E-8E67DF0D39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90393" y="2729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83C0D34-9085-47B7-896C-860765A7C155}"/>
              </a:ext>
            </a:extLst>
          </p:cNvPr>
          <p:cNvGrpSpPr/>
          <p:nvPr/>
        </p:nvGrpSpPr>
        <p:grpSpPr>
          <a:xfrm>
            <a:off x="5743313" y="308626"/>
            <a:ext cx="1353240" cy="297720"/>
            <a:chOff x="5743313" y="308626"/>
            <a:chExt cx="135324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D39FF26-32AF-4606-8AE2-D0DAC2157340}"/>
                    </a:ext>
                  </a:extLst>
                </p14:cNvPr>
                <p14:cNvContentPartPr/>
                <p14:nvPr/>
              </p14:nvContentPartPr>
              <p14:xfrm>
                <a:off x="5743313" y="316546"/>
                <a:ext cx="319680" cy="2793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D39FF26-32AF-4606-8AE2-D0DAC215734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34673" y="307546"/>
                  <a:ext cx="337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7405C923-9A2D-47C9-A22F-A1820866738C}"/>
                    </a:ext>
                  </a:extLst>
                </p14:cNvPr>
                <p14:cNvContentPartPr/>
                <p14:nvPr/>
              </p14:nvContentPartPr>
              <p14:xfrm>
                <a:off x="6214193" y="308626"/>
                <a:ext cx="48600" cy="25704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7405C923-9A2D-47C9-A22F-A182086673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05553" y="299986"/>
                  <a:ext cx="662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E2437DD6-D6A4-4C5C-A3A7-393EA7C54F17}"/>
                    </a:ext>
                  </a:extLst>
                </p14:cNvPr>
                <p14:cNvContentPartPr/>
                <p14:nvPr/>
              </p14:nvContentPartPr>
              <p14:xfrm>
                <a:off x="6176753" y="451186"/>
                <a:ext cx="201600" cy="1450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E2437DD6-D6A4-4C5C-A3A7-393EA7C54F1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67753" y="442546"/>
                  <a:ext cx="219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B32017B1-823F-4734-9C69-DEEA1BAE3B3C}"/>
                    </a:ext>
                  </a:extLst>
                </p14:cNvPr>
                <p14:cNvContentPartPr/>
                <p14:nvPr/>
              </p14:nvContentPartPr>
              <p14:xfrm>
                <a:off x="6346673" y="438586"/>
                <a:ext cx="256320" cy="1616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B32017B1-823F-4734-9C69-DEEA1BAE3B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337673" y="429946"/>
                  <a:ext cx="273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3F8BDE7-F837-48AF-9286-4ACFF06A72CB}"/>
                    </a:ext>
                  </a:extLst>
                </p14:cNvPr>
                <p14:cNvContentPartPr/>
                <p14:nvPr/>
              </p14:nvContentPartPr>
              <p14:xfrm>
                <a:off x="6482033" y="325906"/>
                <a:ext cx="28440" cy="612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3F8BDE7-F837-48AF-9286-4ACFF06A72C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73393" y="317266"/>
                  <a:ext cx="460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CCEF9F67-A9DC-4AD5-A45A-0827DCD2BAA3}"/>
                    </a:ext>
                  </a:extLst>
                </p14:cNvPr>
                <p14:cNvContentPartPr/>
                <p14:nvPr/>
              </p14:nvContentPartPr>
              <p14:xfrm>
                <a:off x="6631793" y="398986"/>
                <a:ext cx="74520" cy="2073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CCEF9F67-A9DC-4AD5-A45A-0827DCD2BAA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23153" y="390346"/>
                  <a:ext cx="92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777AA68C-5A5A-4EC4-8DDF-0C5289A96A91}"/>
                    </a:ext>
                  </a:extLst>
                </p14:cNvPr>
                <p14:cNvContentPartPr/>
                <p14:nvPr/>
              </p14:nvContentPartPr>
              <p14:xfrm>
                <a:off x="6752753" y="320866"/>
                <a:ext cx="121320" cy="2473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777AA68C-5A5A-4EC4-8DDF-0C5289A96A9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744113" y="311866"/>
                  <a:ext cx="1389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566D778-613F-4F70-AA68-C60F5EFEDFB7}"/>
                    </a:ext>
                  </a:extLst>
                </p14:cNvPr>
                <p14:cNvContentPartPr/>
                <p14:nvPr/>
              </p14:nvContentPartPr>
              <p14:xfrm>
                <a:off x="6409673" y="332026"/>
                <a:ext cx="127080" cy="9612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566D778-613F-4F70-AA68-C60F5EFEDFB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00673" y="323386"/>
                  <a:ext cx="144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00A03239-014A-460F-8C46-6EF1B7944636}"/>
                    </a:ext>
                  </a:extLst>
                </p14:cNvPr>
                <p14:cNvContentPartPr/>
                <p14:nvPr/>
              </p14:nvContentPartPr>
              <p14:xfrm>
                <a:off x="6839873" y="429586"/>
                <a:ext cx="85320" cy="158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00A03239-014A-460F-8C46-6EF1B79446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30873" y="420586"/>
                  <a:ext cx="102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5FA103E7-534B-49D6-B80E-6E3F46C01155}"/>
                    </a:ext>
                  </a:extLst>
                </p14:cNvPr>
                <p14:cNvContentPartPr/>
                <p14:nvPr/>
              </p14:nvContentPartPr>
              <p14:xfrm>
                <a:off x="6973793" y="418786"/>
                <a:ext cx="122760" cy="1375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5FA103E7-534B-49D6-B80E-6E3F46C011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64793" y="409786"/>
                  <a:ext cx="14040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5227203D-7800-4EE2-B8FD-D79ED1DA6A52}"/>
              </a:ext>
            </a:extLst>
          </p:cNvPr>
          <p:cNvGrpSpPr/>
          <p:nvPr/>
        </p:nvGrpSpPr>
        <p:grpSpPr>
          <a:xfrm>
            <a:off x="7331633" y="395746"/>
            <a:ext cx="448200" cy="246240"/>
            <a:chOff x="7331633" y="395746"/>
            <a:chExt cx="44820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A4C4B595-FD6E-4987-AF99-585EEAD0C998}"/>
                    </a:ext>
                  </a:extLst>
                </p14:cNvPr>
                <p14:cNvContentPartPr/>
                <p14:nvPr/>
              </p14:nvContentPartPr>
              <p14:xfrm>
                <a:off x="7331633" y="417346"/>
                <a:ext cx="174600" cy="2246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A4C4B595-FD6E-4987-AF99-585EEAD0C99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22633" y="408706"/>
                  <a:ext cx="192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A0F30859-1F49-4012-9579-B03007AEF2B6}"/>
                    </a:ext>
                  </a:extLst>
                </p14:cNvPr>
                <p14:cNvContentPartPr/>
                <p14:nvPr/>
              </p14:nvContentPartPr>
              <p14:xfrm>
                <a:off x="7535753" y="395746"/>
                <a:ext cx="244080" cy="1317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A0F30859-1F49-4012-9579-B03007AEF2B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27113" y="386746"/>
                  <a:ext cx="26172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44EDB1B7-7D9C-4F47-A0EB-36B1F5858A57}"/>
                  </a:ext>
                </a:extLst>
              </p14:cNvPr>
              <p14:cNvContentPartPr/>
              <p14:nvPr/>
            </p14:nvContentPartPr>
            <p14:xfrm>
              <a:off x="7993673" y="311146"/>
              <a:ext cx="226800" cy="23004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44EDB1B7-7D9C-4F47-A0EB-36B1F5858A5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984673" y="302506"/>
                <a:ext cx="244440" cy="24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upo 63">
            <a:extLst>
              <a:ext uri="{FF2B5EF4-FFF2-40B4-BE49-F238E27FC236}">
                <a16:creationId xmlns:a16="http://schemas.microsoft.com/office/drawing/2014/main" id="{42A5242C-C364-40C1-A804-C9AF7F8AFC5B}"/>
              </a:ext>
            </a:extLst>
          </p:cNvPr>
          <p:cNvGrpSpPr/>
          <p:nvPr/>
        </p:nvGrpSpPr>
        <p:grpSpPr>
          <a:xfrm>
            <a:off x="8395073" y="297826"/>
            <a:ext cx="1458720" cy="294480"/>
            <a:chOff x="8395073" y="297826"/>
            <a:chExt cx="145872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D79C415B-7334-4186-B89C-0A5EA21F8213}"/>
                    </a:ext>
                  </a:extLst>
                </p14:cNvPr>
                <p14:cNvContentPartPr/>
                <p14:nvPr/>
              </p14:nvContentPartPr>
              <p14:xfrm>
                <a:off x="8395073" y="419866"/>
                <a:ext cx="36000" cy="1299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D79C415B-7334-4186-B89C-0A5EA21F82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86433" y="411226"/>
                  <a:ext cx="53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71EA9C66-F789-4A3C-9D9D-331F3DCA98FE}"/>
                    </a:ext>
                  </a:extLst>
                </p14:cNvPr>
                <p14:cNvContentPartPr/>
                <p14:nvPr/>
              </p14:nvContentPartPr>
              <p14:xfrm>
                <a:off x="8478233" y="425986"/>
                <a:ext cx="115560" cy="1465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71EA9C66-F789-4A3C-9D9D-331F3DCA98F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69593" y="417346"/>
                  <a:ext cx="133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02AE4F36-E816-4C4F-A172-E4046DB64F79}"/>
                    </a:ext>
                  </a:extLst>
                </p14:cNvPr>
                <p14:cNvContentPartPr/>
                <p14:nvPr/>
              </p14:nvContentPartPr>
              <p14:xfrm>
                <a:off x="8644193" y="297826"/>
                <a:ext cx="147600" cy="2624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02AE4F36-E816-4C4F-A172-E4046DB64F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35193" y="289186"/>
                  <a:ext cx="1652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0117A33-4D1E-4855-9E01-98BECC4557DC}"/>
                    </a:ext>
                  </a:extLst>
                </p14:cNvPr>
                <p14:cNvContentPartPr/>
                <p14:nvPr/>
              </p14:nvContentPartPr>
              <p14:xfrm>
                <a:off x="8850473" y="365146"/>
                <a:ext cx="36000" cy="18288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0117A33-4D1E-4855-9E01-98BECC4557D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41833" y="356506"/>
                  <a:ext cx="53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C18B2178-9361-46CE-944A-7C1D45C6CD0A}"/>
                    </a:ext>
                  </a:extLst>
                </p14:cNvPr>
                <p14:cNvContentPartPr/>
                <p14:nvPr/>
              </p14:nvContentPartPr>
              <p14:xfrm>
                <a:off x="8980073" y="416626"/>
                <a:ext cx="116280" cy="1681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C18B2178-9361-46CE-944A-7C1D45C6CD0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71433" y="407626"/>
                  <a:ext cx="133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3C10B41A-C03D-4501-A791-672FE61DD011}"/>
                    </a:ext>
                  </a:extLst>
                </p14:cNvPr>
                <p14:cNvContentPartPr/>
                <p14:nvPr/>
              </p14:nvContentPartPr>
              <p14:xfrm>
                <a:off x="9092393" y="398986"/>
                <a:ext cx="112320" cy="1933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3C10B41A-C03D-4501-A791-672FE61DD0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83393" y="390346"/>
                  <a:ext cx="1299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7776D885-A28D-4BF9-8D20-A18E787BD8A9}"/>
                    </a:ext>
                  </a:extLst>
                </p14:cNvPr>
                <p14:cNvContentPartPr/>
                <p14:nvPr/>
              </p14:nvContentPartPr>
              <p14:xfrm>
                <a:off x="9181313" y="400066"/>
                <a:ext cx="66240" cy="468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7776D885-A28D-4BF9-8D20-A18E787BD8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72313" y="391066"/>
                  <a:ext cx="83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1320D0C-9629-4590-BC17-F938CE9DEABC}"/>
                    </a:ext>
                  </a:extLst>
                </p14:cNvPr>
                <p14:cNvContentPartPr/>
                <p14:nvPr/>
              </p14:nvContentPartPr>
              <p14:xfrm>
                <a:off x="9245753" y="306106"/>
                <a:ext cx="215280" cy="2383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1320D0C-9629-4590-BC17-F938CE9DEA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37113" y="297466"/>
                  <a:ext cx="232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3731B28-222C-42AE-A81B-A069DFDA5BF2}"/>
                    </a:ext>
                  </a:extLst>
                </p14:cNvPr>
                <p14:cNvContentPartPr/>
                <p14:nvPr/>
              </p14:nvContentPartPr>
              <p14:xfrm>
                <a:off x="9486593" y="393946"/>
                <a:ext cx="367200" cy="1414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3731B28-222C-42AE-A81B-A069DFDA5BF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77593" y="384946"/>
                  <a:ext cx="38484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7F27A611-B9EA-4A1D-80AB-D6EA10BAB2F9}"/>
              </a:ext>
            </a:extLst>
          </p:cNvPr>
          <p:cNvGrpSpPr/>
          <p:nvPr/>
        </p:nvGrpSpPr>
        <p:grpSpPr>
          <a:xfrm>
            <a:off x="10263113" y="311866"/>
            <a:ext cx="1863360" cy="259560"/>
            <a:chOff x="10263113" y="311866"/>
            <a:chExt cx="186336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BAE6F73-DA38-46A9-8591-A5994CB547BF}"/>
                    </a:ext>
                  </a:extLst>
                </p14:cNvPr>
                <p14:cNvContentPartPr/>
                <p14:nvPr/>
              </p14:nvContentPartPr>
              <p14:xfrm>
                <a:off x="10263113" y="408706"/>
                <a:ext cx="107640" cy="1627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BAE6F73-DA38-46A9-8591-A5994CB547B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54113" y="399706"/>
                  <a:ext cx="1252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963D7837-014D-4194-BC7B-3308CA883A4D}"/>
                    </a:ext>
                  </a:extLst>
                </p14:cNvPr>
                <p14:cNvContentPartPr/>
                <p14:nvPr/>
              </p14:nvContentPartPr>
              <p14:xfrm>
                <a:off x="10414673" y="424546"/>
                <a:ext cx="208080" cy="1227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963D7837-014D-4194-BC7B-3308CA883A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06033" y="415546"/>
                  <a:ext cx="225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AC004743-89EE-4F1E-9621-6708BC42A6B8}"/>
                    </a:ext>
                  </a:extLst>
                </p14:cNvPr>
                <p14:cNvContentPartPr/>
                <p14:nvPr/>
              </p14:nvContentPartPr>
              <p14:xfrm>
                <a:off x="10684313" y="314746"/>
                <a:ext cx="72000" cy="2167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AC004743-89EE-4F1E-9621-6708BC42A6B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75673" y="306106"/>
                  <a:ext cx="89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CDEC72BC-F1EF-490E-BFA2-1AABBC926C63}"/>
                    </a:ext>
                  </a:extLst>
                </p14:cNvPr>
                <p14:cNvContentPartPr/>
                <p14:nvPr/>
              </p14:nvContentPartPr>
              <p14:xfrm>
                <a:off x="10768193" y="419146"/>
                <a:ext cx="179280" cy="1188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CDEC72BC-F1EF-490E-BFA2-1AABBC926C6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59553" y="410146"/>
                  <a:ext cx="196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99625D7-26BA-4BAA-8943-8CFFBB6F35C6}"/>
                    </a:ext>
                  </a:extLst>
                </p14:cNvPr>
                <p14:cNvContentPartPr/>
                <p14:nvPr/>
              </p14:nvContentPartPr>
              <p14:xfrm>
                <a:off x="10948193" y="416266"/>
                <a:ext cx="174240" cy="1296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99625D7-26BA-4BAA-8943-8CFFBB6F35C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39553" y="407266"/>
                  <a:ext cx="191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7ECAE801-ABB2-481A-80BF-DBFFE4982485}"/>
                    </a:ext>
                  </a:extLst>
                </p14:cNvPr>
                <p14:cNvContentPartPr/>
                <p14:nvPr/>
              </p14:nvContentPartPr>
              <p14:xfrm>
                <a:off x="11150513" y="403306"/>
                <a:ext cx="298080" cy="1238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7ECAE801-ABB2-481A-80BF-DBFFE498248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41513" y="394666"/>
                  <a:ext cx="315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8644A643-A88D-4C8C-8FF0-98530ECFD70A}"/>
                    </a:ext>
                  </a:extLst>
                </p14:cNvPr>
                <p14:cNvContentPartPr/>
                <p14:nvPr/>
              </p14:nvContentPartPr>
              <p14:xfrm>
                <a:off x="11432393" y="425986"/>
                <a:ext cx="270360" cy="11160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8644A643-A88D-4C8C-8FF0-98530ECFD70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423393" y="416986"/>
                  <a:ext cx="288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8FF2FD5A-DA9E-4B53-B9D7-84F280A5FE4C}"/>
                    </a:ext>
                  </a:extLst>
                </p14:cNvPr>
                <p14:cNvContentPartPr/>
                <p14:nvPr/>
              </p14:nvContentPartPr>
              <p14:xfrm>
                <a:off x="11677913" y="420946"/>
                <a:ext cx="142920" cy="1105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8FF2FD5A-DA9E-4B53-B9D7-84F280A5FE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668913" y="411946"/>
                  <a:ext cx="160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57181C1-594E-4BA5-8B21-9304AD094577}"/>
                    </a:ext>
                  </a:extLst>
                </p14:cNvPr>
                <p14:cNvContentPartPr/>
                <p14:nvPr/>
              </p14:nvContentPartPr>
              <p14:xfrm>
                <a:off x="11839553" y="311866"/>
                <a:ext cx="149400" cy="2235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57181C1-594E-4BA5-8B21-9304AD0945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830913" y="302866"/>
                  <a:ext cx="167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6664BDB-ED6F-4FA4-A85E-FD92B786B530}"/>
                    </a:ext>
                  </a:extLst>
                </p14:cNvPr>
                <p14:cNvContentPartPr/>
                <p14:nvPr/>
              </p14:nvContentPartPr>
              <p14:xfrm>
                <a:off x="11932433" y="414826"/>
                <a:ext cx="194040" cy="1288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6664BDB-ED6F-4FA4-A85E-FD92B786B53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923433" y="405826"/>
                  <a:ext cx="2116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BA1AEAD4-6DA9-4A29-8563-84AD71F2E032}"/>
              </a:ext>
            </a:extLst>
          </p:cNvPr>
          <p:cNvGrpSpPr/>
          <p:nvPr/>
        </p:nvGrpSpPr>
        <p:grpSpPr>
          <a:xfrm>
            <a:off x="412793" y="890386"/>
            <a:ext cx="3317400" cy="288360"/>
            <a:chOff x="412793" y="890386"/>
            <a:chExt cx="331740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867864E-C521-40E1-9C9C-B67489DEA51E}"/>
                    </a:ext>
                  </a:extLst>
                </p14:cNvPr>
                <p14:cNvContentPartPr/>
                <p14:nvPr/>
              </p14:nvContentPartPr>
              <p14:xfrm>
                <a:off x="412793" y="948706"/>
                <a:ext cx="121680" cy="22212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867864E-C521-40E1-9C9C-B67489DEA51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3793" y="939706"/>
                  <a:ext cx="139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C04F2DDB-893A-4D93-AF09-45EB2876FDF0}"/>
                    </a:ext>
                  </a:extLst>
                </p14:cNvPr>
                <p14:cNvContentPartPr/>
                <p14:nvPr/>
              </p14:nvContentPartPr>
              <p14:xfrm>
                <a:off x="532673" y="1041586"/>
                <a:ext cx="259920" cy="1195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C04F2DDB-893A-4D93-AF09-45EB2876FDF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3673" y="1032946"/>
                  <a:ext cx="2775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CDB8B409-226E-446E-82DB-645F3489A720}"/>
                    </a:ext>
                  </a:extLst>
                </p14:cNvPr>
                <p14:cNvContentPartPr/>
                <p14:nvPr/>
              </p14:nvContentPartPr>
              <p14:xfrm>
                <a:off x="911033" y="1038346"/>
                <a:ext cx="148320" cy="1393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CDB8B409-226E-446E-82DB-645F3489A72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2033" y="1029346"/>
                  <a:ext cx="165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737000A-9F1B-4667-BE31-34A6E8C3DCE7}"/>
                    </a:ext>
                  </a:extLst>
                </p14:cNvPr>
                <p14:cNvContentPartPr/>
                <p14:nvPr/>
              </p14:nvContentPartPr>
              <p14:xfrm>
                <a:off x="1055033" y="1039426"/>
                <a:ext cx="334080" cy="1227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737000A-9F1B-4667-BE31-34A6E8C3DCE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46033" y="1030786"/>
                  <a:ext cx="351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7102679B-3BD0-4648-9D1B-4F11845E35D9}"/>
                    </a:ext>
                  </a:extLst>
                </p14:cNvPr>
                <p14:cNvContentPartPr/>
                <p14:nvPr/>
              </p14:nvContentPartPr>
              <p14:xfrm>
                <a:off x="1398833" y="1031146"/>
                <a:ext cx="155160" cy="1447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7102679B-3BD0-4648-9D1B-4F11845E35D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90193" y="1022146"/>
                  <a:ext cx="172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8C1EBFED-3ED1-44AA-A653-B02268232F4F}"/>
                    </a:ext>
                  </a:extLst>
                </p14:cNvPr>
                <p14:cNvContentPartPr/>
                <p14:nvPr/>
              </p14:nvContentPartPr>
              <p14:xfrm>
                <a:off x="1582793" y="944386"/>
                <a:ext cx="45720" cy="2343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8C1EBFED-3ED1-44AA-A653-B02268232F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74153" y="935386"/>
                  <a:ext cx="63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DD23289A-196E-4B32-91EA-D90F07DD3EC0}"/>
                    </a:ext>
                  </a:extLst>
                </p14:cNvPr>
                <p14:cNvContentPartPr/>
                <p14:nvPr/>
              </p14:nvContentPartPr>
              <p14:xfrm>
                <a:off x="1585673" y="1057066"/>
                <a:ext cx="210240" cy="1108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DD23289A-196E-4B32-91EA-D90F07DD3EC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77033" y="1048426"/>
                  <a:ext cx="227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A5EA141-60A7-4944-B511-022A90EC185C}"/>
                    </a:ext>
                  </a:extLst>
                </p14:cNvPr>
                <p14:cNvContentPartPr/>
                <p14:nvPr/>
              </p14:nvContentPartPr>
              <p14:xfrm>
                <a:off x="1784753" y="938986"/>
                <a:ext cx="205560" cy="2347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A5EA141-60A7-4944-B511-022A90EC185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775753" y="930346"/>
                  <a:ext cx="223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15916ED8-EAA7-4467-B410-39E8AD7CD66F}"/>
                    </a:ext>
                  </a:extLst>
                </p14:cNvPr>
                <p14:cNvContentPartPr/>
                <p14:nvPr/>
              </p14:nvContentPartPr>
              <p14:xfrm>
                <a:off x="1997153" y="998386"/>
                <a:ext cx="470520" cy="1108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15916ED8-EAA7-4467-B410-39E8AD7CD66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88513" y="989386"/>
                  <a:ext cx="488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C85EBA55-2441-40E5-A72D-213FFF63536C}"/>
                    </a:ext>
                  </a:extLst>
                </p14:cNvPr>
                <p14:cNvContentPartPr/>
                <p14:nvPr/>
              </p14:nvContentPartPr>
              <p14:xfrm>
                <a:off x="2598713" y="891826"/>
                <a:ext cx="263520" cy="2214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C85EBA55-2441-40E5-A72D-213FFF63536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89713" y="883186"/>
                  <a:ext cx="281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FCCC6D6D-A1A0-4647-991B-F5035D78DDB7}"/>
                    </a:ext>
                  </a:extLst>
                </p14:cNvPr>
                <p14:cNvContentPartPr/>
                <p14:nvPr/>
              </p14:nvContentPartPr>
              <p14:xfrm>
                <a:off x="2947913" y="931426"/>
                <a:ext cx="232200" cy="14148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FCCC6D6D-A1A0-4647-991B-F5035D78DDB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38913" y="922426"/>
                  <a:ext cx="249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42F72E3B-F99E-4753-9592-AA1AFB651A5F}"/>
                    </a:ext>
                  </a:extLst>
                </p14:cNvPr>
                <p14:cNvContentPartPr/>
                <p14:nvPr/>
              </p14:nvContentPartPr>
              <p14:xfrm>
                <a:off x="3227993" y="936466"/>
                <a:ext cx="298440" cy="1803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42F72E3B-F99E-4753-9592-AA1AFB651A5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18993" y="927826"/>
                  <a:ext cx="316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4455D85E-FD96-4E80-B081-EE052D578AC6}"/>
                    </a:ext>
                  </a:extLst>
                </p14:cNvPr>
                <p14:cNvContentPartPr/>
                <p14:nvPr/>
              </p14:nvContentPartPr>
              <p14:xfrm>
                <a:off x="3544073" y="890386"/>
                <a:ext cx="186120" cy="2379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4455D85E-FD96-4E80-B081-EE052D578AC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35433" y="881746"/>
                  <a:ext cx="20376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7896CFD4-C0C9-41F6-A5C0-4E3ECD74003F}"/>
              </a:ext>
            </a:extLst>
          </p:cNvPr>
          <p:cNvGrpSpPr/>
          <p:nvPr/>
        </p:nvGrpSpPr>
        <p:grpSpPr>
          <a:xfrm>
            <a:off x="4014953" y="938986"/>
            <a:ext cx="430560" cy="200520"/>
            <a:chOff x="4014953" y="938986"/>
            <a:chExt cx="43056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2513E9A7-E60C-4760-B901-F29FCC4925CD}"/>
                    </a:ext>
                  </a:extLst>
                </p14:cNvPr>
                <p14:cNvContentPartPr/>
                <p14:nvPr/>
              </p14:nvContentPartPr>
              <p14:xfrm>
                <a:off x="4014953" y="938986"/>
                <a:ext cx="137520" cy="2005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2513E9A7-E60C-4760-B901-F29FCC4925C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06313" y="930346"/>
                  <a:ext cx="155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A4E6696D-D4BB-4071-93CB-30F0592CBACC}"/>
                    </a:ext>
                  </a:extLst>
                </p14:cNvPr>
                <p14:cNvContentPartPr/>
                <p14:nvPr/>
              </p14:nvContentPartPr>
              <p14:xfrm>
                <a:off x="4162193" y="953026"/>
                <a:ext cx="147240" cy="1634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A4E6696D-D4BB-4071-93CB-30F0592CBAC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53553" y="944386"/>
                  <a:ext cx="164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61AB4E6B-2CF7-478C-A3B8-3DD271977CC3}"/>
                    </a:ext>
                  </a:extLst>
                </p14:cNvPr>
                <p14:cNvContentPartPr/>
                <p14:nvPr/>
              </p14:nvContentPartPr>
              <p14:xfrm>
                <a:off x="4337873" y="992266"/>
                <a:ext cx="107640" cy="14688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61AB4E6B-2CF7-478C-A3B8-3DD271977C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29233" y="983266"/>
                  <a:ext cx="12528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F6E577E8-C9A7-4B86-AE25-DBE9B7F4F636}"/>
              </a:ext>
            </a:extLst>
          </p:cNvPr>
          <p:cNvGrpSpPr/>
          <p:nvPr/>
        </p:nvGrpSpPr>
        <p:grpSpPr>
          <a:xfrm>
            <a:off x="4724513" y="843586"/>
            <a:ext cx="1051920" cy="248040"/>
            <a:chOff x="4724513" y="843586"/>
            <a:chExt cx="1051920" cy="24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F73643C1-CD0E-4571-8F1B-5E0103164D6C}"/>
                    </a:ext>
                  </a:extLst>
                </p14:cNvPr>
                <p14:cNvContentPartPr/>
                <p14:nvPr/>
              </p14:nvContentPartPr>
              <p14:xfrm>
                <a:off x="4724513" y="843586"/>
                <a:ext cx="249840" cy="20052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F73643C1-CD0E-4571-8F1B-5E0103164D6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15873" y="834586"/>
                  <a:ext cx="267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AFB0DE44-D4EE-448F-A5F5-EFB085D7F6A2}"/>
                    </a:ext>
                  </a:extLst>
                </p14:cNvPr>
                <p14:cNvContentPartPr/>
                <p14:nvPr/>
              </p14:nvContentPartPr>
              <p14:xfrm>
                <a:off x="5056073" y="849706"/>
                <a:ext cx="66240" cy="2167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AFB0DE44-D4EE-448F-A5F5-EFB085D7F6A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47433" y="840706"/>
                  <a:ext cx="838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B0253996-0B77-41C5-9EF4-2DA9305DE151}"/>
                    </a:ext>
                  </a:extLst>
                </p14:cNvPr>
                <p14:cNvContentPartPr/>
                <p14:nvPr/>
              </p14:nvContentPartPr>
              <p14:xfrm>
                <a:off x="5054273" y="986146"/>
                <a:ext cx="189720" cy="6048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B0253996-0B77-41C5-9EF4-2DA9305DE1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45633" y="977146"/>
                  <a:ext cx="2073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57906DF8-C165-4F9B-A241-8FDF193EBFED}"/>
                    </a:ext>
                  </a:extLst>
                </p14:cNvPr>
                <p14:cNvContentPartPr/>
                <p14:nvPr/>
              </p14:nvContentPartPr>
              <p14:xfrm>
                <a:off x="5288633" y="957346"/>
                <a:ext cx="273600" cy="13428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57906DF8-C165-4F9B-A241-8FDF193EBF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79993" y="948706"/>
                  <a:ext cx="291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63128A22-E94B-4626-8797-A81138454E0C}"/>
                    </a:ext>
                  </a:extLst>
                </p14:cNvPr>
                <p14:cNvContentPartPr/>
                <p14:nvPr/>
              </p14:nvContentPartPr>
              <p14:xfrm>
                <a:off x="5568353" y="900106"/>
                <a:ext cx="208080" cy="16740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63128A22-E94B-4626-8797-A81138454E0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59713" y="891106"/>
                  <a:ext cx="22572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7627615A-F050-4026-814D-8F54604A80A8}"/>
                  </a:ext>
                </a:extLst>
              </p14:cNvPr>
              <p14:cNvContentPartPr/>
              <p14:nvPr/>
            </p14:nvContentPartPr>
            <p14:xfrm>
              <a:off x="6113753" y="816586"/>
              <a:ext cx="153000" cy="20448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7627615A-F050-4026-814D-8F54604A80A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105113" y="807586"/>
                <a:ext cx="17064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upo 105">
            <a:extLst>
              <a:ext uri="{FF2B5EF4-FFF2-40B4-BE49-F238E27FC236}">
                <a16:creationId xmlns:a16="http://schemas.microsoft.com/office/drawing/2014/main" id="{52886855-6D88-4864-AA52-2A2AE8B31A1A}"/>
              </a:ext>
            </a:extLst>
          </p:cNvPr>
          <p:cNvGrpSpPr/>
          <p:nvPr/>
        </p:nvGrpSpPr>
        <p:grpSpPr>
          <a:xfrm>
            <a:off x="6494273" y="712186"/>
            <a:ext cx="769320" cy="285480"/>
            <a:chOff x="6494273" y="712186"/>
            <a:chExt cx="76932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8B1A4224-0AD3-4F21-9BE4-76D3B95F0638}"/>
                    </a:ext>
                  </a:extLst>
                </p14:cNvPr>
                <p14:cNvContentPartPr/>
                <p14:nvPr/>
              </p14:nvContentPartPr>
              <p14:xfrm>
                <a:off x="6494273" y="872026"/>
                <a:ext cx="250200" cy="12564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8B1A4224-0AD3-4F21-9BE4-76D3B95F063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85633" y="863386"/>
                  <a:ext cx="267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DB4DE654-0A3C-4775-BD79-97EE2EB46506}"/>
                    </a:ext>
                  </a:extLst>
                </p14:cNvPr>
                <p14:cNvContentPartPr/>
                <p14:nvPr/>
              </p14:nvContentPartPr>
              <p14:xfrm>
                <a:off x="6640793" y="809386"/>
                <a:ext cx="243000" cy="2052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DB4DE654-0A3C-4775-BD79-97EE2EB4650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631793" y="800746"/>
                  <a:ext cx="260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D960F76-FD94-43A4-BCE3-314FF30A4B29}"/>
                    </a:ext>
                  </a:extLst>
                </p14:cNvPr>
                <p14:cNvContentPartPr/>
                <p14:nvPr/>
              </p14:nvContentPartPr>
              <p14:xfrm>
                <a:off x="6849233" y="855466"/>
                <a:ext cx="125280" cy="11196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D960F76-FD94-43A4-BCE3-314FF30A4B2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40593" y="846466"/>
                  <a:ext cx="1429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3A58621B-628E-4ACC-80D0-1095F7445313}"/>
                    </a:ext>
                  </a:extLst>
                </p14:cNvPr>
                <p14:cNvContentPartPr/>
                <p14:nvPr/>
              </p14:nvContentPartPr>
              <p14:xfrm>
                <a:off x="7029953" y="712186"/>
                <a:ext cx="187200" cy="2430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3A58621B-628E-4ACC-80D0-1095F744531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21313" y="703186"/>
                  <a:ext cx="204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384C6A0F-4AE9-4574-9797-B8CDA69CED36}"/>
                    </a:ext>
                  </a:extLst>
                </p14:cNvPr>
                <p14:cNvContentPartPr/>
                <p14:nvPr/>
              </p14:nvContentPartPr>
              <p14:xfrm>
                <a:off x="7251713" y="721546"/>
                <a:ext cx="11880" cy="1281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384C6A0F-4AE9-4574-9797-B8CDA69CED3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242713" y="712906"/>
                  <a:ext cx="2952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87A0B1A-6643-498F-8598-46AF95D34B65}"/>
              </a:ext>
            </a:extLst>
          </p:cNvPr>
          <p:cNvGrpSpPr/>
          <p:nvPr/>
        </p:nvGrpSpPr>
        <p:grpSpPr>
          <a:xfrm>
            <a:off x="2217113" y="1576546"/>
            <a:ext cx="231480" cy="306000"/>
            <a:chOff x="2217113" y="1576546"/>
            <a:chExt cx="23148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0388F12E-B383-47FE-88F7-FA33B5E48F12}"/>
                    </a:ext>
                  </a:extLst>
                </p14:cNvPr>
                <p14:cNvContentPartPr/>
                <p14:nvPr/>
              </p14:nvContentPartPr>
              <p14:xfrm>
                <a:off x="2217113" y="1645306"/>
                <a:ext cx="231480" cy="2372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0388F12E-B383-47FE-88F7-FA33B5E48F1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08113" y="1636306"/>
                  <a:ext cx="249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F8080309-A14B-4A39-BC88-3EEDD425558B}"/>
                    </a:ext>
                  </a:extLst>
                </p14:cNvPr>
                <p14:cNvContentPartPr/>
                <p14:nvPr/>
              </p14:nvContentPartPr>
              <p14:xfrm>
                <a:off x="2258513" y="1576546"/>
                <a:ext cx="105840" cy="29340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F8080309-A14B-4A39-BC88-3EEDD425558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49873" y="1567546"/>
                  <a:ext cx="123480" cy="31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CAC53716-AD40-4DE1-ACF0-5A405972C353}"/>
                  </a:ext>
                </a:extLst>
              </p14:cNvPr>
              <p14:cNvContentPartPr/>
              <p14:nvPr/>
            </p14:nvContentPartPr>
            <p14:xfrm>
              <a:off x="4184873" y="1555666"/>
              <a:ext cx="176760" cy="20088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CAC53716-AD40-4DE1-ACF0-5A405972C35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175873" y="1547026"/>
                <a:ext cx="1944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581316B5-5E9F-4CFE-B0C2-082E66B75666}"/>
                  </a:ext>
                </a:extLst>
              </p14:cNvPr>
              <p14:cNvContentPartPr/>
              <p14:nvPr/>
            </p14:nvContentPartPr>
            <p14:xfrm>
              <a:off x="5949593" y="1464946"/>
              <a:ext cx="171360" cy="23364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581316B5-5E9F-4CFE-B0C2-082E66B7566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940593" y="1455946"/>
                <a:ext cx="18900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CC2CF393-FF93-453A-88FC-0B81C2B816AE}"/>
                  </a:ext>
                </a:extLst>
              </p14:cNvPr>
              <p14:cNvContentPartPr/>
              <p14:nvPr/>
            </p14:nvContentPartPr>
            <p14:xfrm>
              <a:off x="7596593" y="1436866"/>
              <a:ext cx="206280" cy="16596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CC2CF393-FF93-453A-88FC-0B81C2B816A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587953" y="1428226"/>
                <a:ext cx="2239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D00EB854-8A88-4544-A045-FCAA8A4B95A7}"/>
                  </a:ext>
                </a:extLst>
              </p14:cNvPr>
              <p14:cNvContentPartPr/>
              <p14:nvPr/>
            </p14:nvContentPartPr>
            <p14:xfrm>
              <a:off x="9243953" y="1380346"/>
              <a:ext cx="202320" cy="16884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D00EB854-8A88-4544-A045-FCAA8A4B95A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235313" y="1371706"/>
                <a:ext cx="21996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upo 139">
            <a:extLst>
              <a:ext uri="{FF2B5EF4-FFF2-40B4-BE49-F238E27FC236}">
                <a16:creationId xmlns:a16="http://schemas.microsoft.com/office/drawing/2014/main" id="{D6F9992B-64A8-4E64-A37A-F3B46DFF00C2}"/>
              </a:ext>
            </a:extLst>
          </p:cNvPr>
          <p:cNvGrpSpPr/>
          <p:nvPr/>
        </p:nvGrpSpPr>
        <p:grpSpPr>
          <a:xfrm>
            <a:off x="7539353" y="2044186"/>
            <a:ext cx="573480" cy="232560"/>
            <a:chOff x="7539353" y="2044186"/>
            <a:chExt cx="57348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696BCE91-A609-4AC3-BAE1-075BAF87C547}"/>
                    </a:ext>
                  </a:extLst>
                </p14:cNvPr>
                <p14:cNvContentPartPr/>
                <p14:nvPr/>
              </p14:nvContentPartPr>
              <p14:xfrm>
                <a:off x="7539353" y="2044186"/>
                <a:ext cx="137880" cy="1328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696BCE91-A609-4AC3-BAE1-075BAF87C54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530713" y="2035546"/>
                  <a:ext cx="155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EFC24E17-622C-47F5-BC0B-81499C18E2DB}"/>
                    </a:ext>
                  </a:extLst>
                </p14:cNvPr>
                <p14:cNvContentPartPr/>
                <p14:nvPr/>
              </p14:nvContentPartPr>
              <p14:xfrm>
                <a:off x="7720433" y="2144266"/>
                <a:ext cx="46800" cy="1324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EFC24E17-622C-47F5-BC0B-81499C18E2D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11793" y="2135626"/>
                  <a:ext cx="64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9DD6D239-BAF8-4A38-AC6E-59E0CF159F2D}"/>
                    </a:ext>
                  </a:extLst>
                </p14:cNvPr>
                <p14:cNvContentPartPr/>
                <p14:nvPr/>
              </p14:nvContentPartPr>
              <p14:xfrm>
                <a:off x="7882793" y="2083426"/>
                <a:ext cx="35280" cy="1483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9DD6D239-BAF8-4A38-AC6E-59E0CF159F2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74153" y="2074786"/>
                  <a:ext cx="52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6BC226E2-5E56-4A7E-A897-9CACC984D440}"/>
                    </a:ext>
                  </a:extLst>
                </p14:cNvPr>
                <p14:cNvContentPartPr/>
                <p14:nvPr/>
              </p14:nvContentPartPr>
              <p14:xfrm>
                <a:off x="7968833" y="2084866"/>
                <a:ext cx="144000" cy="14832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6BC226E2-5E56-4A7E-A897-9CACC984D44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60193" y="2075866"/>
                  <a:ext cx="1616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D273717A-76FA-4C71-A645-45D01E8E679D}"/>
              </a:ext>
            </a:extLst>
          </p:cNvPr>
          <p:cNvGrpSpPr/>
          <p:nvPr/>
        </p:nvGrpSpPr>
        <p:grpSpPr>
          <a:xfrm>
            <a:off x="9288233" y="1837546"/>
            <a:ext cx="608040" cy="314280"/>
            <a:chOff x="9288233" y="1837546"/>
            <a:chExt cx="60804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F7BD0EFC-DA7A-4239-BF70-C7E579AB90D0}"/>
                    </a:ext>
                  </a:extLst>
                </p14:cNvPr>
                <p14:cNvContentPartPr/>
                <p14:nvPr/>
              </p14:nvContentPartPr>
              <p14:xfrm>
                <a:off x="9288233" y="1913146"/>
                <a:ext cx="137160" cy="12600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F7BD0EFC-DA7A-4239-BF70-C7E579AB90D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79233" y="1904146"/>
                  <a:ext cx="1548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EA33C65F-E3D9-428F-BD12-3BE67F79B3E3}"/>
                    </a:ext>
                  </a:extLst>
                </p14:cNvPr>
                <p14:cNvContentPartPr/>
                <p14:nvPr/>
              </p14:nvContentPartPr>
              <p14:xfrm>
                <a:off x="9476153" y="2007106"/>
                <a:ext cx="28440" cy="1447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EA33C65F-E3D9-428F-BD12-3BE67F79B3E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67153" y="1998106"/>
                  <a:ext cx="46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CE0BF3C1-C302-424B-8337-6FE697D6DE90}"/>
                    </a:ext>
                  </a:extLst>
                </p14:cNvPr>
                <p14:cNvContentPartPr/>
                <p14:nvPr/>
              </p14:nvContentPartPr>
              <p14:xfrm>
                <a:off x="9607193" y="1898386"/>
                <a:ext cx="92880" cy="1310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CE0BF3C1-C302-424B-8337-6FE697D6DE9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98193" y="1889386"/>
                  <a:ext cx="1105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0C2C031F-B6F8-483D-ABB5-6DDBA980C21B}"/>
                    </a:ext>
                  </a:extLst>
                </p14:cNvPr>
                <p14:cNvContentPartPr/>
                <p14:nvPr/>
              </p14:nvContentPartPr>
              <p14:xfrm>
                <a:off x="9752633" y="1837546"/>
                <a:ext cx="143640" cy="20808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0C2C031F-B6F8-483D-ABB5-6DDBA980C21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43633" y="1828906"/>
                  <a:ext cx="16128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8B5DB942-AFBB-4706-96C2-910761D62BB8}"/>
                  </a:ext>
                </a:extLst>
              </p14:cNvPr>
              <p14:cNvContentPartPr/>
              <p14:nvPr/>
            </p14:nvContentPartPr>
            <p14:xfrm>
              <a:off x="3310433" y="2795506"/>
              <a:ext cx="18720" cy="108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8B5DB942-AFBB-4706-96C2-910761D62BB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301433" y="2786866"/>
                <a:ext cx="3636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upo 153">
            <a:extLst>
              <a:ext uri="{FF2B5EF4-FFF2-40B4-BE49-F238E27FC236}">
                <a16:creationId xmlns:a16="http://schemas.microsoft.com/office/drawing/2014/main" id="{E0B4BED1-4961-429C-A2D5-AE9AF8F9D71A}"/>
              </a:ext>
            </a:extLst>
          </p:cNvPr>
          <p:cNvGrpSpPr/>
          <p:nvPr/>
        </p:nvGrpSpPr>
        <p:grpSpPr>
          <a:xfrm>
            <a:off x="10293713" y="1934026"/>
            <a:ext cx="275040" cy="77760"/>
            <a:chOff x="10293713" y="1934026"/>
            <a:chExt cx="27504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91CE4C1B-D8C3-403F-8336-C47869FBF136}"/>
                    </a:ext>
                  </a:extLst>
                </p14:cNvPr>
                <p14:cNvContentPartPr/>
                <p14:nvPr/>
              </p14:nvContentPartPr>
              <p14:xfrm>
                <a:off x="10293713" y="1934026"/>
                <a:ext cx="218880" cy="1764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91CE4C1B-D8C3-403F-8336-C47869FBF13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85073" y="1925026"/>
                  <a:ext cx="236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F851FFEC-6995-41FA-B0B8-A3F57C5DC1EC}"/>
                    </a:ext>
                  </a:extLst>
                </p14:cNvPr>
                <p14:cNvContentPartPr/>
                <p14:nvPr/>
              </p14:nvContentPartPr>
              <p14:xfrm>
                <a:off x="10373273" y="1990546"/>
                <a:ext cx="195480" cy="2124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F851FFEC-6995-41FA-B0B8-A3F57C5DC1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64273" y="1981546"/>
                  <a:ext cx="2131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8A638B65-1490-4A55-8DDC-BD62CEB32ABA}"/>
              </a:ext>
            </a:extLst>
          </p:cNvPr>
          <p:cNvGrpSpPr/>
          <p:nvPr/>
        </p:nvGrpSpPr>
        <p:grpSpPr>
          <a:xfrm>
            <a:off x="10728953" y="1868866"/>
            <a:ext cx="175320" cy="237600"/>
            <a:chOff x="10728953" y="1868866"/>
            <a:chExt cx="17532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D0C22E48-571C-4B9C-A9FD-37F250EBDC37}"/>
                    </a:ext>
                  </a:extLst>
                </p14:cNvPr>
                <p14:cNvContentPartPr/>
                <p14:nvPr/>
              </p14:nvContentPartPr>
              <p14:xfrm>
                <a:off x="10798433" y="1868866"/>
                <a:ext cx="11880" cy="22968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D0C22E48-571C-4B9C-A9FD-37F250EBDC3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89433" y="1859866"/>
                  <a:ext cx="29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B4A0E7B9-F5F2-4BEE-ADD5-88FAF7C28A64}"/>
                    </a:ext>
                  </a:extLst>
                </p14:cNvPr>
                <p14:cNvContentPartPr/>
                <p14:nvPr/>
              </p14:nvContentPartPr>
              <p14:xfrm>
                <a:off x="10728953" y="2098186"/>
                <a:ext cx="175320" cy="828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B4A0E7B9-F5F2-4BEE-ADD5-88FAF7C28A6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19953" y="2089546"/>
                  <a:ext cx="19296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1EB5400F-C378-4D1A-961A-F45F937248A1}"/>
                  </a:ext>
                </a:extLst>
              </p14:cNvPr>
              <p14:cNvContentPartPr/>
              <p14:nvPr/>
            </p14:nvContentPartPr>
            <p14:xfrm>
              <a:off x="3557033" y="1426786"/>
              <a:ext cx="59040" cy="130572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1EB5400F-C378-4D1A-961A-F45F937248A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548393" y="1418146"/>
                <a:ext cx="76680" cy="132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upo 159">
            <a:extLst>
              <a:ext uri="{FF2B5EF4-FFF2-40B4-BE49-F238E27FC236}">
                <a16:creationId xmlns:a16="http://schemas.microsoft.com/office/drawing/2014/main" id="{14C21249-F053-4D6A-A5A5-B5EAB9FBB5FC}"/>
              </a:ext>
            </a:extLst>
          </p:cNvPr>
          <p:cNvGrpSpPr/>
          <p:nvPr/>
        </p:nvGrpSpPr>
        <p:grpSpPr>
          <a:xfrm>
            <a:off x="1910393" y="2194666"/>
            <a:ext cx="1171440" cy="439200"/>
            <a:chOff x="1910393" y="2194666"/>
            <a:chExt cx="117144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FD96A087-36AD-4950-B7D6-659B79C4F608}"/>
                    </a:ext>
                  </a:extLst>
                </p14:cNvPr>
                <p14:cNvContentPartPr/>
                <p14:nvPr/>
              </p14:nvContentPartPr>
              <p14:xfrm>
                <a:off x="1958273" y="2269546"/>
                <a:ext cx="20160" cy="36432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FD96A087-36AD-4950-B7D6-659B79C4F60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49633" y="2260906"/>
                  <a:ext cx="378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CEED921E-1313-4B38-AD9D-68FEF1E9CA09}"/>
                    </a:ext>
                  </a:extLst>
                </p14:cNvPr>
                <p14:cNvContentPartPr/>
                <p14:nvPr/>
              </p14:nvContentPartPr>
              <p14:xfrm>
                <a:off x="1910393" y="2269186"/>
                <a:ext cx="207720" cy="20088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CEED921E-1313-4B38-AD9D-68FEF1E9CA0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01753" y="2260186"/>
                  <a:ext cx="225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EF95BE96-28EA-4FF3-BBB5-93A577A32FEA}"/>
                    </a:ext>
                  </a:extLst>
                </p14:cNvPr>
                <p14:cNvContentPartPr/>
                <p14:nvPr/>
              </p14:nvContentPartPr>
              <p14:xfrm>
                <a:off x="2190113" y="2256586"/>
                <a:ext cx="186480" cy="26568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EF95BE96-28EA-4FF3-BBB5-93A577A32FE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81473" y="2247586"/>
                  <a:ext cx="204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1ED56745-531F-48E7-B0DF-7C93DEDEFDFE}"/>
                    </a:ext>
                  </a:extLst>
                </p14:cNvPr>
                <p14:cNvContentPartPr/>
                <p14:nvPr/>
              </p14:nvContentPartPr>
              <p14:xfrm>
                <a:off x="2546513" y="2366026"/>
                <a:ext cx="118440" cy="3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1ED56745-531F-48E7-B0DF-7C93DEDEFD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537873" y="2357386"/>
                  <a:ext cx="136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91B7B26A-19BC-4ACB-A3E0-8C73AB8CCA5C}"/>
                    </a:ext>
                  </a:extLst>
                </p14:cNvPr>
                <p14:cNvContentPartPr/>
                <p14:nvPr/>
              </p14:nvContentPartPr>
              <p14:xfrm>
                <a:off x="2569913" y="2438386"/>
                <a:ext cx="133920" cy="900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91B7B26A-19BC-4ACB-A3E0-8C73AB8CCA5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560913" y="2429386"/>
                  <a:ext cx="151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46B4FDEA-9226-4A22-A4B5-DD3689B925E1}"/>
                    </a:ext>
                  </a:extLst>
                </p14:cNvPr>
                <p14:cNvContentPartPr/>
                <p14:nvPr/>
              </p14:nvContentPartPr>
              <p14:xfrm>
                <a:off x="2997233" y="2194666"/>
                <a:ext cx="84600" cy="36468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46B4FDEA-9226-4A22-A4B5-DD3689B925E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88233" y="2186026"/>
                  <a:ext cx="1022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84EC1D84-4A41-4B1D-AFB3-F0B8FC38BB4C}"/>
                    </a:ext>
                  </a:extLst>
                </p14:cNvPr>
                <p14:cNvContentPartPr/>
                <p14:nvPr/>
              </p14:nvContentPartPr>
              <p14:xfrm>
                <a:off x="2252753" y="2244346"/>
                <a:ext cx="228240" cy="32040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84EC1D84-4A41-4B1D-AFB3-F0B8FC38BB4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244113" y="2235706"/>
                  <a:ext cx="2458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94564632-8BC5-468D-972D-5F254F6121FC}"/>
                    </a:ext>
                  </a:extLst>
                </p14:cNvPr>
                <p14:cNvContentPartPr/>
                <p14:nvPr/>
              </p14:nvContentPartPr>
              <p14:xfrm>
                <a:off x="2333033" y="2233186"/>
                <a:ext cx="124920" cy="2538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94564632-8BC5-468D-972D-5F254F6121F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324033" y="2224186"/>
                  <a:ext cx="1425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F583B472-71D6-4B67-9BFC-0ED4CDF148E2}"/>
                    </a:ext>
                  </a:extLst>
                </p14:cNvPr>
                <p14:cNvContentPartPr/>
                <p14:nvPr/>
              </p14:nvContentPartPr>
              <p14:xfrm>
                <a:off x="2747753" y="2328946"/>
                <a:ext cx="73080" cy="1119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F583B472-71D6-4B67-9BFC-0ED4CDF148E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38753" y="2319946"/>
                  <a:ext cx="90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3022ED1C-D1FE-4D0B-9D4C-F229C48AADD1}"/>
                    </a:ext>
                  </a:extLst>
                </p14:cNvPr>
                <p14:cNvContentPartPr/>
                <p14:nvPr/>
              </p14:nvContentPartPr>
              <p14:xfrm>
                <a:off x="2820833" y="2277466"/>
                <a:ext cx="133200" cy="1440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3022ED1C-D1FE-4D0B-9D4C-F229C48AAD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811833" y="2268466"/>
                  <a:ext cx="15084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81856FE9-485C-47CB-B3F6-87485D5CBAAF}"/>
                  </a:ext>
                </a:extLst>
              </p14:cNvPr>
              <p14:cNvContentPartPr/>
              <p14:nvPr/>
            </p14:nvContentPartPr>
            <p14:xfrm>
              <a:off x="11197673" y="1824226"/>
              <a:ext cx="303840" cy="25956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81856FE9-485C-47CB-B3F6-87485D5CBAA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1189033" y="1815586"/>
                <a:ext cx="3214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395A9D04-1DC3-4429-9EC2-5F7034397ED3}"/>
                  </a:ext>
                </a:extLst>
              </p14:cNvPr>
              <p14:cNvContentPartPr/>
              <p14:nvPr/>
            </p14:nvContentPartPr>
            <p14:xfrm>
              <a:off x="9655073" y="2171266"/>
              <a:ext cx="267120" cy="13356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395A9D04-1DC3-4429-9EC2-5F7034397ED3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646073" y="2162626"/>
                <a:ext cx="2847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66681321-91D4-4EB3-94BB-A45B06E1292B}"/>
                  </a:ext>
                </a:extLst>
              </p14:cNvPr>
              <p14:cNvContentPartPr/>
              <p14:nvPr/>
            </p14:nvContentPartPr>
            <p14:xfrm>
              <a:off x="7748513" y="2360986"/>
              <a:ext cx="158760" cy="8712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66681321-91D4-4EB3-94BB-A45B06E1292B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739513" y="2351986"/>
                <a:ext cx="17640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upo 170">
            <a:extLst>
              <a:ext uri="{FF2B5EF4-FFF2-40B4-BE49-F238E27FC236}">
                <a16:creationId xmlns:a16="http://schemas.microsoft.com/office/drawing/2014/main" id="{E6401E07-2E57-42AE-AC1A-47DB1601AFCE}"/>
              </a:ext>
            </a:extLst>
          </p:cNvPr>
          <p:cNvGrpSpPr/>
          <p:nvPr/>
        </p:nvGrpSpPr>
        <p:grpSpPr>
          <a:xfrm>
            <a:off x="469673" y="3167746"/>
            <a:ext cx="257040" cy="461160"/>
            <a:chOff x="469673" y="3167746"/>
            <a:chExt cx="25704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1153BCF7-2836-4BCA-A3DE-33F3C5F925A4}"/>
                    </a:ext>
                  </a:extLst>
                </p14:cNvPr>
                <p14:cNvContentPartPr/>
                <p14:nvPr/>
              </p14:nvContentPartPr>
              <p14:xfrm>
                <a:off x="469673" y="3327946"/>
                <a:ext cx="167400" cy="2192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1153BCF7-2836-4BCA-A3DE-33F3C5F925A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60673" y="3318946"/>
                  <a:ext cx="185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603C2097-D2F5-42E0-9291-FF601B5D7EB6}"/>
                    </a:ext>
                  </a:extLst>
                </p14:cNvPr>
                <p14:cNvContentPartPr/>
                <p14:nvPr/>
              </p14:nvContentPartPr>
              <p14:xfrm>
                <a:off x="625913" y="3167746"/>
                <a:ext cx="100800" cy="46116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603C2097-D2F5-42E0-9291-FF601B5D7EB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16913" y="3159106"/>
                  <a:ext cx="11844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E8EFD2E5-8E14-4E65-BC47-DA7A25565040}"/>
              </a:ext>
            </a:extLst>
          </p:cNvPr>
          <p:cNvGrpSpPr/>
          <p:nvPr/>
        </p:nvGrpSpPr>
        <p:grpSpPr>
          <a:xfrm>
            <a:off x="968633" y="3151186"/>
            <a:ext cx="1005120" cy="357840"/>
            <a:chOff x="968633" y="3151186"/>
            <a:chExt cx="100512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28685966-184A-419C-AC27-4EF6C8C34041}"/>
                    </a:ext>
                  </a:extLst>
                </p14:cNvPr>
                <p14:cNvContentPartPr/>
                <p14:nvPr/>
              </p14:nvContentPartPr>
              <p14:xfrm>
                <a:off x="1046393" y="3171346"/>
                <a:ext cx="146880" cy="234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28685966-184A-419C-AC27-4EF6C8C3404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7753" y="3162346"/>
                  <a:ext cx="164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0439A07A-E2A2-4410-9D1D-776CA08D7E54}"/>
                    </a:ext>
                  </a:extLst>
                </p14:cNvPr>
                <p14:cNvContentPartPr/>
                <p14:nvPr/>
              </p14:nvContentPartPr>
              <p14:xfrm>
                <a:off x="968633" y="3151186"/>
                <a:ext cx="135000" cy="35784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0439A07A-E2A2-4410-9D1D-776CA08D7E5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59633" y="3142546"/>
                  <a:ext cx="1526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63E2019D-350D-4C01-9B70-6596E355F50B}"/>
                    </a:ext>
                  </a:extLst>
                </p14:cNvPr>
                <p14:cNvContentPartPr/>
                <p14:nvPr/>
              </p14:nvContentPartPr>
              <p14:xfrm>
                <a:off x="973673" y="3312106"/>
                <a:ext cx="200520" cy="403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63E2019D-350D-4C01-9B70-6596E355F50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5033" y="3303466"/>
                  <a:ext cx="2181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2A6FEF1B-28E7-48E6-B151-6EB6602C4E7A}"/>
                    </a:ext>
                  </a:extLst>
                </p14:cNvPr>
                <p14:cNvContentPartPr/>
                <p14:nvPr/>
              </p14:nvContentPartPr>
              <p14:xfrm>
                <a:off x="1266713" y="3198346"/>
                <a:ext cx="72720" cy="2829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2A6FEF1B-28E7-48E6-B151-6EB6602C4E7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58073" y="3189346"/>
                  <a:ext cx="903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99DE680A-8AAA-4E3D-9B96-B7440F507BCE}"/>
                    </a:ext>
                  </a:extLst>
                </p14:cNvPr>
                <p14:cNvContentPartPr/>
                <p14:nvPr/>
              </p14:nvContentPartPr>
              <p14:xfrm>
                <a:off x="1418633" y="3277546"/>
                <a:ext cx="124920" cy="1274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99DE680A-8AAA-4E3D-9B96-B7440F507BC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409633" y="3268546"/>
                  <a:ext cx="142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1B3B103A-64ED-497B-89AB-205CBF2E400A}"/>
                    </a:ext>
                  </a:extLst>
                </p14:cNvPr>
                <p14:cNvContentPartPr/>
                <p14:nvPr/>
              </p14:nvContentPartPr>
              <p14:xfrm>
                <a:off x="1421873" y="3238306"/>
                <a:ext cx="128520" cy="20412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1B3B103A-64ED-497B-89AB-205CBF2E400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13233" y="3229306"/>
                  <a:ext cx="146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9B8B9080-0329-412E-A594-6421F55533EF}"/>
                    </a:ext>
                  </a:extLst>
                </p14:cNvPr>
                <p14:cNvContentPartPr/>
                <p14:nvPr/>
              </p14:nvContentPartPr>
              <p14:xfrm>
                <a:off x="1550033" y="3179266"/>
                <a:ext cx="124560" cy="2970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9B8B9080-0329-412E-A594-6421F55533E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541033" y="3170266"/>
                  <a:ext cx="142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0EC2287A-A36A-46D1-AFF6-83451A696D37}"/>
                    </a:ext>
                  </a:extLst>
                </p14:cNvPr>
                <p14:cNvContentPartPr/>
                <p14:nvPr/>
              </p14:nvContentPartPr>
              <p14:xfrm>
                <a:off x="1831193" y="3319306"/>
                <a:ext cx="142560" cy="9684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0EC2287A-A36A-46D1-AFF6-83451A696D3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822553" y="3310306"/>
                  <a:ext cx="16020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62BE2765-00DA-4D34-BD4D-02C080635B48}"/>
              </a:ext>
            </a:extLst>
          </p:cNvPr>
          <p:cNvGrpSpPr/>
          <p:nvPr/>
        </p:nvGrpSpPr>
        <p:grpSpPr>
          <a:xfrm>
            <a:off x="2355353" y="2875426"/>
            <a:ext cx="450720" cy="708840"/>
            <a:chOff x="2355353" y="2875426"/>
            <a:chExt cx="450720" cy="70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5291C648-A03D-46BE-B79E-4C908F3B9EDD}"/>
                    </a:ext>
                  </a:extLst>
                </p14:cNvPr>
                <p14:cNvContentPartPr/>
                <p14:nvPr/>
              </p14:nvContentPartPr>
              <p14:xfrm>
                <a:off x="2361833" y="3098986"/>
                <a:ext cx="444240" cy="144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5291C648-A03D-46BE-B79E-4C908F3B9ED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353193" y="3090346"/>
                  <a:ext cx="461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78F41D3C-1179-4915-8DE4-59D08216B3E2}"/>
                    </a:ext>
                  </a:extLst>
                </p14:cNvPr>
                <p14:cNvContentPartPr/>
                <p14:nvPr/>
              </p14:nvContentPartPr>
              <p14:xfrm>
                <a:off x="2355353" y="3093226"/>
                <a:ext cx="358200" cy="4910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78F41D3C-1179-4915-8DE4-59D08216B3E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346353" y="3084226"/>
                  <a:ext cx="37584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311198FE-DB5F-4E68-B455-21BEA46B836A}"/>
                    </a:ext>
                  </a:extLst>
                </p14:cNvPr>
                <p14:cNvContentPartPr/>
                <p14:nvPr/>
              </p14:nvContentPartPr>
              <p14:xfrm>
                <a:off x="2480993" y="2904226"/>
                <a:ext cx="101160" cy="9432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311198FE-DB5F-4E68-B455-21BEA46B83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71993" y="2895586"/>
                  <a:ext cx="1188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488944AD-7650-4656-B5CE-D8A4CDBEDCA0}"/>
                    </a:ext>
                  </a:extLst>
                </p14:cNvPr>
                <p14:cNvContentPartPr/>
                <p14:nvPr/>
              </p14:nvContentPartPr>
              <p14:xfrm>
                <a:off x="2595113" y="2875426"/>
                <a:ext cx="78480" cy="676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488944AD-7650-4656-B5CE-D8A4CDBEDCA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586113" y="2866786"/>
                  <a:ext cx="9612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86D3E73A-C347-47AC-AB3D-C37C836D8A17}"/>
              </a:ext>
            </a:extLst>
          </p:cNvPr>
          <p:cNvGrpSpPr/>
          <p:nvPr/>
        </p:nvGrpSpPr>
        <p:grpSpPr>
          <a:xfrm>
            <a:off x="2941793" y="3093946"/>
            <a:ext cx="1675800" cy="408240"/>
            <a:chOff x="2941793" y="3093946"/>
            <a:chExt cx="167580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FE09018F-50F1-4669-8802-6EE6508E5C3D}"/>
                    </a:ext>
                  </a:extLst>
                </p14:cNvPr>
                <p14:cNvContentPartPr/>
                <p14:nvPr/>
              </p14:nvContentPartPr>
              <p14:xfrm>
                <a:off x="2941793" y="3242266"/>
                <a:ext cx="115560" cy="15588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FE09018F-50F1-4669-8802-6EE6508E5C3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932793" y="3233266"/>
                  <a:ext cx="133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5EEBE375-36D6-4A41-ACF5-132AD5DF9132}"/>
                    </a:ext>
                  </a:extLst>
                </p14:cNvPr>
                <p14:cNvContentPartPr/>
                <p14:nvPr/>
              </p14:nvContentPartPr>
              <p14:xfrm>
                <a:off x="3057713" y="3226066"/>
                <a:ext cx="101160" cy="17532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5EEBE375-36D6-4A41-ACF5-132AD5DF913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48713" y="3217426"/>
                  <a:ext cx="1188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409913C7-5068-49F2-B795-52A662FBDF27}"/>
                    </a:ext>
                  </a:extLst>
                </p14:cNvPr>
                <p14:cNvContentPartPr/>
                <p14:nvPr/>
              </p14:nvContentPartPr>
              <p14:xfrm>
                <a:off x="3208913" y="3308866"/>
                <a:ext cx="48600" cy="9756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409913C7-5068-49F2-B795-52A662FBDF2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99913" y="3299866"/>
                  <a:ext cx="66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AB27F154-6943-4D79-B4C8-2A7BFC584931}"/>
                    </a:ext>
                  </a:extLst>
                </p14:cNvPr>
                <p14:cNvContentPartPr/>
                <p14:nvPr/>
              </p14:nvContentPartPr>
              <p14:xfrm>
                <a:off x="3202073" y="3222466"/>
                <a:ext cx="360" cy="36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AB27F154-6943-4D79-B4C8-2A7BFC58493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93073" y="32138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4A5CA968-B7FD-49AA-BA81-A5A38DBD9A3A}"/>
                    </a:ext>
                  </a:extLst>
                </p14:cNvPr>
                <p14:cNvContentPartPr/>
                <p14:nvPr/>
              </p14:nvContentPartPr>
              <p14:xfrm>
                <a:off x="3427073" y="3242626"/>
                <a:ext cx="27720" cy="2595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4A5CA968-B7FD-49AA-BA81-A5A38DBD9A3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418433" y="3233986"/>
                  <a:ext cx="45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BC40501F-A925-4790-97D9-2B52E84E5F84}"/>
                    </a:ext>
                  </a:extLst>
                </p14:cNvPr>
                <p14:cNvContentPartPr/>
                <p14:nvPr/>
              </p14:nvContentPartPr>
              <p14:xfrm>
                <a:off x="3404033" y="3194026"/>
                <a:ext cx="155880" cy="17028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BC40501F-A925-4790-97D9-2B52E84E5F8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395393" y="3185026"/>
                  <a:ext cx="173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AAC21798-812D-4326-8282-03885FBA9F77}"/>
                    </a:ext>
                  </a:extLst>
                </p14:cNvPr>
                <p14:cNvContentPartPr/>
                <p14:nvPr/>
              </p14:nvContentPartPr>
              <p14:xfrm>
                <a:off x="3649193" y="3149746"/>
                <a:ext cx="116640" cy="2138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AAC21798-812D-4326-8282-03885FBA9F7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640553" y="3140746"/>
                  <a:ext cx="134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5772CF0F-23DE-43A4-9869-2821B7B2269D}"/>
                    </a:ext>
                  </a:extLst>
                </p14:cNvPr>
                <p14:cNvContentPartPr/>
                <p14:nvPr/>
              </p14:nvContentPartPr>
              <p14:xfrm>
                <a:off x="3747473" y="3189706"/>
                <a:ext cx="139680" cy="14472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5772CF0F-23DE-43A4-9869-2821B7B2269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738473" y="3180706"/>
                  <a:ext cx="157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97C6A1CB-1BD2-49C7-AC36-958B48479F31}"/>
                    </a:ext>
                  </a:extLst>
                </p14:cNvPr>
                <p14:cNvContentPartPr/>
                <p14:nvPr/>
              </p14:nvContentPartPr>
              <p14:xfrm>
                <a:off x="3778793" y="3133906"/>
                <a:ext cx="101160" cy="24516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97C6A1CB-1BD2-49C7-AC36-958B48479F3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769793" y="3125266"/>
                  <a:ext cx="1188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A7A77D0C-D5C1-41AE-8CAF-106411D7E007}"/>
                    </a:ext>
                  </a:extLst>
                </p14:cNvPr>
                <p14:cNvContentPartPr/>
                <p14:nvPr/>
              </p14:nvContentPartPr>
              <p14:xfrm>
                <a:off x="3959873" y="3248746"/>
                <a:ext cx="75600" cy="540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A7A77D0C-D5C1-41AE-8CAF-106411D7E00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951233" y="3239746"/>
                  <a:ext cx="93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09D53D1B-1100-4E63-9383-E9AF960368C6}"/>
                    </a:ext>
                  </a:extLst>
                </p14:cNvPr>
                <p14:cNvContentPartPr/>
                <p14:nvPr/>
              </p14:nvContentPartPr>
              <p14:xfrm>
                <a:off x="3980393" y="3317506"/>
                <a:ext cx="90360" cy="1080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09D53D1B-1100-4E63-9383-E9AF960368C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971393" y="3308506"/>
                  <a:ext cx="10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2A171DFD-1ECB-46A9-8F66-0D436B060674}"/>
                    </a:ext>
                  </a:extLst>
                </p14:cNvPr>
                <p14:cNvContentPartPr/>
                <p14:nvPr/>
              </p14:nvContentPartPr>
              <p14:xfrm>
                <a:off x="4183073" y="3227146"/>
                <a:ext cx="78840" cy="12960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2A171DFD-1ECB-46A9-8F66-0D436B06067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174433" y="3218146"/>
                  <a:ext cx="96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013F9F76-8CE1-45FE-A152-5B863A8E596F}"/>
                    </a:ext>
                  </a:extLst>
                </p14:cNvPr>
                <p14:cNvContentPartPr/>
                <p14:nvPr/>
              </p14:nvContentPartPr>
              <p14:xfrm>
                <a:off x="4265153" y="3185386"/>
                <a:ext cx="122400" cy="1483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013F9F76-8CE1-45FE-A152-5B863A8E596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256513" y="3176386"/>
                  <a:ext cx="140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81AE6923-CE98-44BA-8139-B5DD93298612}"/>
                    </a:ext>
                  </a:extLst>
                </p14:cNvPr>
                <p14:cNvContentPartPr/>
                <p14:nvPr/>
              </p14:nvContentPartPr>
              <p14:xfrm>
                <a:off x="4409513" y="3213826"/>
                <a:ext cx="58320" cy="15948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81AE6923-CE98-44BA-8139-B5DD9329861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400513" y="3205186"/>
                  <a:ext cx="75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6491CD9E-3CA0-41FB-972B-474005C94875}"/>
                    </a:ext>
                  </a:extLst>
                </p14:cNvPr>
                <p14:cNvContentPartPr/>
                <p14:nvPr/>
              </p14:nvContentPartPr>
              <p14:xfrm>
                <a:off x="4532273" y="3093946"/>
                <a:ext cx="85320" cy="35856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6491CD9E-3CA0-41FB-972B-474005C9487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523273" y="3084946"/>
                  <a:ext cx="102960" cy="37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11" name="Entrada de lápiz 210">
                <a:extLst>
                  <a:ext uri="{FF2B5EF4-FFF2-40B4-BE49-F238E27FC236}">
                    <a16:creationId xmlns:a16="http://schemas.microsoft.com/office/drawing/2014/main" id="{B2EFB7ED-E1CA-4F2A-BB19-BF466AD4B705}"/>
                  </a:ext>
                </a:extLst>
              </p14:cNvPr>
              <p14:cNvContentPartPr/>
              <p14:nvPr/>
            </p14:nvContentPartPr>
            <p14:xfrm>
              <a:off x="4843673" y="3259186"/>
              <a:ext cx="137520" cy="360"/>
            </p14:xfrm>
          </p:contentPart>
        </mc:Choice>
        <mc:Fallback>
          <p:pic>
            <p:nvPicPr>
              <p:cNvPr id="211" name="Entrada de lápiz 210">
                <a:extLst>
                  <a:ext uri="{FF2B5EF4-FFF2-40B4-BE49-F238E27FC236}">
                    <a16:creationId xmlns:a16="http://schemas.microsoft.com/office/drawing/2014/main" id="{B2EFB7ED-E1CA-4F2A-BB19-BF466AD4B705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4834673" y="3250186"/>
                <a:ext cx="1551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12" name="Entrada de lápiz 211">
                <a:extLst>
                  <a:ext uri="{FF2B5EF4-FFF2-40B4-BE49-F238E27FC236}">
                    <a16:creationId xmlns:a16="http://schemas.microsoft.com/office/drawing/2014/main" id="{47B6B585-7524-40FB-A2F3-E4A00E6A29C2}"/>
                  </a:ext>
                </a:extLst>
              </p14:cNvPr>
              <p14:cNvContentPartPr/>
              <p14:nvPr/>
            </p14:nvContentPartPr>
            <p14:xfrm>
              <a:off x="4863833" y="3361066"/>
              <a:ext cx="133920" cy="10800"/>
            </p14:xfrm>
          </p:contentPart>
        </mc:Choice>
        <mc:Fallback>
          <p:pic>
            <p:nvPicPr>
              <p:cNvPr id="212" name="Entrada de lápiz 211">
                <a:extLst>
                  <a:ext uri="{FF2B5EF4-FFF2-40B4-BE49-F238E27FC236}">
                    <a16:creationId xmlns:a16="http://schemas.microsoft.com/office/drawing/2014/main" id="{47B6B585-7524-40FB-A2F3-E4A00E6A29C2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4855193" y="3352066"/>
                <a:ext cx="15156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upo 222">
            <a:extLst>
              <a:ext uri="{FF2B5EF4-FFF2-40B4-BE49-F238E27FC236}">
                <a16:creationId xmlns:a16="http://schemas.microsoft.com/office/drawing/2014/main" id="{378D2F33-E66B-45B6-A5F1-C83A12190B15}"/>
              </a:ext>
            </a:extLst>
          </p:cNvPr>
          <p:cNvGrpSpPr/>
          <p:nvPr/>
        </p:nvGrpSpPr>
        <p:grpSpPr>
          <a:xfrm>
            <a:off x="5470793" y="3097546"/>
            <a:ext cx="516600" cy="409680"/>
            <a:chOff x="5470793" y="3097546"/>
            <a:chExt cx="51660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1B13DC85-FE63-4685-A773-667B054A50DD}"/>
                    </a:ext>
                  </a:extLst>
                </p14:cNvPr>
                <p14:cNvContentPartPr/>
                <p14:nvPr/>
              </p14:nvContentPartPr>
              <p14:xfrm>
                <a:off x="5470793" y="3097546"/>
                <a:ext cx="489240" cy="1332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1B13DC85-FE63-4685-A773-667B054A50D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462153" y="3088546"/>
                  <a:ext cx="506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E377EE02-21CE-4958-B18A-6A00293539AB}"/>
                    </a:ext>
                  </a:extLst>
                </p14:cNvPr>
                <p14:cNvContentPartPr/>
                <p14:nvPr/>
              </p14:nvContentPartPr>
              <p14:xfrm>
                <a:off x="5499233" y="3113026"/>
                <a:ext cx="488160" cy="39420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E377EE02-21CE-4958-B18A-6A00293539A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490593" y="3104386"/>
                  <a:ext cx="505800" cy="41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upo 225">
            <a:extLst>
              <a:ext uri="{FF2B5EF4-FFF2-40B4-BE49-F238E27FC236}">
                <a16:creationId xmlns:a16="http://schemas.microsoft.com/office/drawing/2014/main" id="{321F11E5-442A-4F5B-95AC-0E06B514F18E}"/>
              </a:ext>
            </a:extLst>
          </p:cNvPr>
          <p:cNvGrpSpPr/>
          <p:nvPr/>
        </p:nvGrpSpPr>
        <p:grpSpPr>
          <a:xfrm>
            <a:off x="5464313" y="3627826"/>
            <a:ext cx="273960" cy="192240"/>
            <a:chOff x="5464313" y="3627826"/>
            <a:chExt cx="2739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67FD7991-6EE5-4943-8001-6ABBF8BE0221}"/>
                    </a:ext>
                  </a:extLst>
                </p14:cNvPr>
                <p14:cNvContentPartPr/>
                <p14:nvPr/>
              </p14:nvContentPartPr>
              <p14:xfrm>
                <a:off x="5509673" y="3659506"/>
                <a:ext cx="76680" cy="1605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67FD7991-6EE5-4943-8001-6ABBF8BE022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501033" y="3650866"/>
                  <a:ext cx="94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7FD246F4-88B7-4D78-B1EC-9E1D8B05A37B}"/>
                    </a:ext>
                  </a:extLst>
                </p14:cNvPr>
                <p14:cNvContentPartPr/>
                <p14:nvPr/>
              </p14:nvContentPartPr>
              <p14:xfrm>
                <a:off x="5464313" y="3627826"/>
                <a:ext cx="89280" cy="288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7FD246F4-88B7-4D78-B1EC-9E1D8B05A37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455313" y="3619186"/>
                  <a:ext cx="1069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16C74E16-8D93-47B8-92C0-E636FE24E31E}"/>
                    </a:ext>
                  </a:extLst>
                </p14:cNvPr>
                <p14:cNvContentPartPr/>
                <p14:nvPr/>
              </p14:nvContentPartPr>
              <p14:xfrm>
                <a:off x="5622713" y="3655546"/>
                <a:ext cx="79560" cy="648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16C74E16-8D93-47B8-92C0-E636FE24E31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613713" y="3646906"/>
                  <a:ext cx="97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1F5E22E2-EC1D-49F8-A448-1F389A33DE63}"/>
                    </a:ext>
                  </a:extLst>
                </p14:cNvPr>
                <p14:cNvContentPartPr/>
                <p14:nvPr/>
              </p14:nvContentPartPr>
              <p14:xfrm>
                <a:off x="5639273" y="3751306"/>
                <a:ext cx="99000" cy="216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1F5E22E2-EC1D-49F8-A448-1F389A33DE6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630273" y="3742306"/>
                  <a:ext cx="11664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upo 247">
            <a:extLst>
              <a:ext uri="{FF2B5EF4-FFF2-40B4-BE49-F238E27FC236}">
                <a16:creationId xmlns:a16="http://schemas.microsoft.com/office/drawing/2014/main" id="{D1FCB46F-9266-41D9-8A31-E500816ED560}"/>
              </a:ext>
            </a:extLst>
          </p:cNvPr>
          <p:cNvGrpSpPr/>
          <p:nvPr/>
        </p:nvGrpSpPr>
        <p:grpSpPr>
          <a:xfrm>
            <a:off x="5787953" y="3636466"/>
            <a:ext cx="165600" cy="144000"/>
            <a:chOff x="5787953" y="3636466"/>
            <a:chExt cx="165600" cy="14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F0EB6A31-1EE3-48E0-A444-B096068FC999}"/>
                    </a:ext>
                  </a:extLst>
                </p14:cNvPr>
                <p14:cNvContentPartPr/>
                <p14:nvPr/>
              </p14:nvContentPartPr>
              <p14:xfrm>
                <a:off x="5828633" y="3636466"/>
                <a:ext cx="11160" cy="13176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F0EB6A31-1EE3-48E0-A444-B096068FC99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819633" y="3627826"/>
                  <a:ext cx="28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19CA1B4F-A01D-45C6-818E-A5096BEA5C85}"/>
                    </a:ext>
                  </a:extLst>
                </p14:cNvPr>
                <p14:cNvContentPartPr/>
                <p14:nvPr/>
              </p14:nvContentPartPr>
              <p14:xfrm>
                <a:off x="5787953" y="3776506"/>
                <a:ext cx="165600" cy="396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19CA1B4F-A01D-45C6-818E-A5096BEA5C8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779313" y="3767866"/>
                  <a:ext cx="1832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upo 250">
            <a:extLst>
              <a:ext uri="{FF2B5EF4-FFF2-40B4-BE49-F238E27FC236}">
                <a16:creationId xmlns:a16="http://schemas.microsoft.com/office/drawing/2014/main" id="{B8D0BF11-D2ED-4C68-850F-03F4342B6F2D}"/>
              </a:ext>
            </a:extLst>
          </p:cNvPr>
          <p:cNvGrpSpPr/>
          <p:nvPr/>
        </p:nvGrpSpPr>
        <p:grpSpPr>
          <a:xfrm>
            <a:off x="6258113" y="3047866"/>
            <a:ext cx="1658880" cy="382320"/>
            <a:chOff x="6258113" y="3047866"/>
            <a:chExt cx="165888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6DD35193-CF7E-4320-99AC-CB86AC0DBE6C}"/>
                    </a:ext>
                  </a:extLst>
                </p14:cNvPr>
                <p14:cNvContentPartPr/>
                <p14:nvPr/>
              </p14:nvContentPartPr>
              <p14:xfrm>
                <a:off x="6484193" y="3255586"/>
                <a:ext cx="76680" cy="12456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6DD35193-CF7E-4320-99AC-CB86AC0DBE6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475193" y="3246946"/>
                  <a:ext cx="94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38F92F2D-EB68-487D-B394-86EB881D75D2}"/>
                    </a:ext>
                  </a:extLst>
                </p14:cNvPr>
                <p14:cNvContentPartPr/>
                <p14:nvPr/>
              </p14:nvContentPartPr>
              <p14:xfrm>
                <a:off x="6503273" y="3182506"/>
                <a:ext cx="360" cy="3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38F92F2D-EB68-487D-B394-86EB881D75D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94633" y="31738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66668F41-3405-420A-B6F1-A841F046608A}"/>
                    </a:ext>
                  </a:extLst>
                </p14:cNvPr>
                <p14:cNvContentPartPr/>
                <p14:nvPr/>
              </p14:nvContentPartPr>
              <p14:xfrm>
                <a:off x="6683273" y="3149746"/>
                <a:ext cx="14760" cy="28044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66668F41-3405-420A-B6F1-A841F046608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674273" y="3140746"/>
                  <a:ext cx="32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73D7577A-F42B-43CB-8B57-2BC0DD263479}"/>
                    </a:ext>
                  </a:extLst>
                </p14:cNvPr>
                <p14:cNvContentPartPr/>
                <p14:nvPr/>
              </p14:nvContentPartPr>
              <p14:xfrm>
                <a:off x="6635753" y="3138946"/>
                <a:ext cx="363960" cy="21960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73D7577A-F42B-43CB-8B57-2BC0DD26347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627113" y="3129946"/>
                  <a:ext cx="3816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93D8D9C4-1692-4701-8B26-83F0BFB07EDC}"/>
                    </a:ext>
                  </a:extLst>
                </p14:cNvPr>
                <p14:cNvContentPartPr/>
                <p14:nvPr/>
              </p14:nvContentPartPr>
              <p14:xfrm>
                <a:off x="7025273" y="3129586"/>
                <a:ext cx="156960" cy="19152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93D8D9C4-1692-4701-8B26-83F0BFB07ED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016633" y="3120586"/>
                  <a:ext cx="174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614ACC0E-7012-4718-A94D-7B5495FF566A}"/>
                    </a:ext>
                  </a:extLst>
                </p14:cNvPr>
                <p14:cNvContentPartPr/>
                <p14:nvPr/>
              </p14:nvContentPartPr>
              <p14:xfrm>
                <a:off x="7073873" y="3116626"/>
                <a:ext cx="125640" cy="21780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614ACC0E-7012-4718-A94D-7B5495FF566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65233" y="3107626"/>
                  <a:ext cx="143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C43EAC30-5B32-4CA3-83E7-51E25AB9FD59}"/>
                    </a:ext>
                  </a:extLst>
                </p14:cNvPr>
                <p14:cNvContentPartPr/>
                <p14:nvPr/>
              </p14:nvContentPartPr>
              <p14:xfrm>
                <a:off x="7243073" y="3211306"/>
                <a:ext cx="100080" cy="900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C43EAC30-5B32-4CA3-83E7-51E25AB9FD5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234073" y="3202666"/>
                  <a:ext cx="117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35C09D79-ABB8-4D83-81F0-15EC642B252A}"/>
                    </a:ext>
                  </a:extLst>
                </p14:cNvPr>
                <p14:cNvContentPartPr/>
                <p14:nvPr/>
              </p14:nvContentPartPr>
              <p14:xfrm>
                <a:off x="7430633" y="3184306"/>
                <a:ext cx="83880" cy="1083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35C09D79-ABB8-4D83-81F0-15EC642B252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421633" y="3175306"/>
                  <a:ext cx="101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1877195E-B665-4BC9-8C19-D3AD78EE079F}"/>
                    </a:ext>
                  </a:extLst>
                </p14:cNvPr>
                <p14:cNvContentPartPr/>
                <p14:nvPr/>
              </p14:nvContentPartPr>
              <p14:xfrm>
                <a:off x="7489313" y="3155506"/>
                <a:ext cx="127080" cy="13212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1877195E-B665-4BC9-8C19-D3AD78EE079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480313" y="3146866"/>
                  <a:ext cx="144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35C22223-752E-450D-9EDD-8ECB7AC8288A}"/>
                    </a:ext>
                  </a:extLst>
                </p14:cNvPr>
                <p14:cNvContentPartPr/>
                <p14:nvPr/>
              </p14:nvContentPartPr>
              <p14:xfrm>
                <a:off x="7686593" y="3212026"/>
                <a:ext cx="79560" cy="6984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35C22223-752E-450D-9EDD-8ECB7AC8288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677953" y="3203386"/>
                  <a:ext cx="97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7A5D3847-EFC4-4DC7-AA25-21DD2C4C44AF}"/>
                    </a:ext>
                  </a:extLst>
                </p14:cNvPr>
                <p14:cNvContentPartPr/>
                <p14:nvPr/>
              </p14:nvContentPartPr>
              <p14:xfrm>
                <a:off x="7709993" y="3140746"/>
                <a:ext cx="37080" cy="396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7A5D3847-EFC4-4DC7-AA25-21DD2C4C44A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700993" y="3132106"/>
                  <a:ext cx="54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FB7924EA-9DC6-4AE4-9F73-E1DE27CFCBAC}"/>
                    </a:ext>
                  </a:extLst>
                </p14:cNvPr>
                <p14:cNvContentPartPr/>
                <p14:nvPr/>
              </p14:nvContentPartPr>
              <p14:xfrm>
                <a:off x="7805393" y="3047866"/>
                <a:ext cx="111600" cy="30924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FB7924EA-9DC6-4AE4-9F73-E1DE27CFCBA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796753" y="3038866"/>
                  <a:ext cx="1292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77CD0F8C-B52A-4769-962C-C8BE3919818A}"/>
                    </a:ext>
                  </a:extLst>
                </p14:cNvPr>
                <p14:cNvContentPartPr/>
                <p14:nvPr/>
              </p14:nvContentPartPr>
              <p14:xfrm>
                <a:off x="6258113" y="3179266"/>
                <a:ext cx="114840" cy="18720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77CD0F8C-B52A-4769-962C-C8BE3919818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249113" y="3170266"/>
                  <a:ext cx="132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E3D453F2-C838-4DA9-ABDE-183910B95B10}"/>
                    </a:ext>
                  </a:extLst>
                </p14:cNvPr>
                <p14:cNvContentPartPr/>
                <p14:nvPr/>
              </p14:nvContentPartPr>
              <p14:xfrm>
                <a:off x="6388433" y="3125266"/>
                <a:ext cx="124920" cy="19152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E3D453F2-C838-4DA9-ABDE-183910B95B1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379433" y="3116266"/>
                  <a:ext cx="14256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106D5864-F544-4F20-A862-AEC27D3C0DA1}"/>
              </a:ext>
            </a:extLst>
          </p:cNvPr>
          <p:cNvGrpSpPr/>
          <p:nvPr/>
        </p:nvGrpSpPr>
        <p:grpSpPr>
          <a:xfrm>
            <a:off x="4079033" y="1273786"/>
            <a:ext cx="215640" cy="152280"/>
            <a:chOff x="4079033" y="1273786"/>
            <a:chExt cx="21564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A1390CB5-72A9-4E5B-BF9A-0C817B1D726C}"/>
                    </a:ext>
                  </a:extLst>
                </p14:cNvPr>
                <p14:cNvContentPartPr/>
                <p14:nvPr/>
              </p14:nvContentPartPr>
              <p14:xfrm>
                <a:off x="4079033" y="1301146"/>
                <a:ext cx="82440" cy="10116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A1390CB5-72A9-4E5B-BF9A-0C817B1D726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070033" y="1292146"/>
                  <a:ext cx="100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9B98A789-BD42-49DC-96A1-883377E9FAFF}"/>
                    </a:ext>
                  </a:extLst>
                </p14:cNvPr>
                <p14:cNvContentPartPr/>
                <p14:nvPr/>
              </p14:nvContentPartPr>
              <p14:xfrm>
                <a:off x="4157153" y="1273786"/>
                <a:ext cx="72720" cy="11052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9B98A789-BD42-49DC-96A1-883377E9FAF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148513" y="1265146"/>
                  <a:ext cx="90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BF754F79-10B0-4980-B1F0-8E182EFFD924}"/>
                    </a:ext>
                  </a:extLst>
                </p14:cNvPr>
                <p14:cNvContentPartPr/>
                <p14:nvPr/>
              </p14:nvContentPartPr>
              <p14:xfrm>
                <a:off x="4285673" y="1333186"/>
                <a:ext cx="9000" cy="9288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BF754F79-10B0-4980-B1F0-8E182EFFD92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277033" y="1324186"/>
                  <a:ext cx="266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upo 269">
            <a:extLst>
              <a:ext uri="{FF2B5EF4-FFF2-40B4-BE49-F238E27FC236}">
                <a16:creationId xmlns:a16="http://schemas.microsoft.com/office/drawing/2014/main" id="{4B85487C-8E82-4B52-982A-701BABB15502}"/>
              </a:ext>
            </a:extLst>
          </p:cNvPr>
          <p:cNvGrpSpPr/>
          <p:nvPr/>
        </p:nvGrpSpPr>
        <p:grpSpPr>
          <a:xfrm>
            <a:off x="5848073" y="1193146"/>
            <a:ext cx="339480" cy="210600"/>
            <a:chOff x="5848073" y="1193146"/>
            <a:chExt cx="33948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77FF677F-8DE3-4800-96AE-2A73798918D9}"/>
                    </a:ext>
                  </a:extLst>
                </p14:cNvPr>
                <p14:cNvContentPartPr/>
                <p14:nvPr/>
              </p14:nvContentPartPr>
              <p14:xfrm>
                <a:off x="5848073" y="1214386"/>
                <a:ext cx="99360" cy="13104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77FF677F-8DE3-4800-96AE-2A73798918D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839073" y="1205746"/>
                  <a:ext cx="117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E6F1195D-2D34-4843-B6C6-6701B4E90AE5}"/>
                    </a:ext>
                  </a:extLst>
                </p14:cNvPr>
                <p14:cNvContentPartPr/>
                <p14:nvPr/>
              </p14:nvContentPartPr>
              <p14:xfrm>
                <a:off x="5977673" y="1193146"/>
                <a:ext cx="57240" cy="13932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E6F1195D-2D34-4843-B6C6-6701B4E90AE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968673" y="1184146"/>
                  <a:ext cx="74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D21CE96A-89DC-4709-BA06-F9BD206FF2DE}"/>
                    </a:ext>
                  </a:extLst>
                </p14:cNvPr>
                <p14:cNvContentPartPr/>
                <p14:nvPr/>
              </p14:nvContentPartPr>
              <p14:xfrm>
                <a:off x="6084233" y="1307626"/>
                <a:ext cx="103320" cy="9612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D21CE96A-89DC-4709-BA06-F9BD206FF2D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075593" y="1298626"/>
                  <a:ext cx="12096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4C1A10AC-05FA-4824-97F5-FEE670CF7CA9}"/>
              </a:ext>
            </a:extLst>
          </p:cNvPr>
          <p:cNvGrpSpPr/>
          <p:nvPr/>
        </p:nvGrpSpPr>
        <p:grpSpPr>
          <a:xfrm>
            <a:off x="7446113" y="1047706"/>
            <a:ext cx="246240" cy="243720"/>
            <a:chOff x="7446113" y="1047706"/>
            <a:chExt cx="24624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75F768B5-D03A-4E96-9568-27579C62CAC1}"/>
                    </a:ext>
                  </a:extLst>
                </p14:cNvPr>
                <p14:cNvContentPartPr/>
                <p14:nvPr/>
              </p14:nvContentPartPr>
              <p14:xfrm>
                <a:off x="7446113" y="1091266"/>
                <a:ext cx="86760" cy="16848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75F768B5-D03A-4E96-9568-27579C62CAC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37473" y="1082626"/>
                  <a:ext cx="104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046D1890-E089-4335-9B39-D7F66D52D8F2}"/>
                    </a:ext>
                  </a:extLst>
                </p14:cNvPr>
                <p14:cNvContentPartPr/>
                <p14:nvPr/>
              </p14:nvContentPartPr>
              <p14:xfrm>
                <a:off x="7541153" y="1047706"/>
                <a:ext cx="93600" cy="19944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046D1890-E089-4335-9B39-D7F66D52D8F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532513" y="1039066"/>
                  <a:ext cx="1112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0FA0FC2C-81E5-4072-A81D-15F2B85116CE}"/>
                    </a:ext>
                  </a:extLst>
                </p14:cNvPr>
                <p14:cNvContentPartPr/>
                <p14:nvPr/>
              </p14:nvContentPartPr>
              <p14:xfrm>
                <a:off x="7639433" y="1154986"/>
                <a:ext cx="52920" cy="13644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0FA0FC2C-81E5-4072-A81D-15F2B85116C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630433" y="1146346"/>
                  <a:ext cx="7056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F10A57CC-CF7E-4543-9883-72E0C5456269}"/>
              </a:ext>
            </a:extLst>
          </p:cNvPr>
          <p:cNvGrpSpPr/>
          <p:nvPr/>
        </p:nvGrpSpPr>
        <p:grpSpPr>
          <a:xfrm>
            <a:off x="9132713" y="1001626"/>
            <a:ext cx="251640" cy="220680"/>
            <a:chOff x="9132713" y="1001626"/>
            <a:chExt cx="25164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E884B679-820A-4947-B029-AB1B8C6BDA84}"/>
                    </a:ext>
                  </a:extLst>
                </p14:cNvPr>
                <p14:cNvContentPartPr/>
                <p14:nvPr/>
              </p14:nvContentPartPr>
              <p14:xfrm>
                <a:off x="9132713" y="1019266"/>
                <a:ext cx="82800" cy="12528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E884B679-820A-4947-B029-AB1B8C6BDA8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123713" y="1010266"/>
                  <a:ext cx="100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11B1137F-4927-4165-BF9C-E0B6116B4D6E}"/>
                    </a:ext>
                  </a:extLst>
                </p14:cNvPr>
                <p14:cNvContentPartPr/>
                <p14:nvPr/>
              </p14:nvContentPartPr>
              <p14:xfrm>
                <a:off x="9183113" y="1001626"/>
                <a:ext cx="76680" cy="14508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11B1137F-4927-4165-BF9C-E0B6116B4D6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174113" y="992986"/>
                  <a:ext cx="94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EBC58089-7C34-4298-A5D9-7D96BC233CD5}"/>
                    </a:ext>
                  </a:extLst>
                </p14:cNvPr>
                <p14:cNvContentPartPr/>
                <p14:nvPr/>
              </p14:nvContentPartPr>
              <p14:xfrm>
                <a:off x="9315593" y="1066786"/>
                <a:ext cx="65160" cy="8064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EBC58089-7C34-4298-A5D9-7D96BC233CD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306593" y="1058146"/>
                  <a:ext cx="82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859B0180-F093-44C4-B91F-77EC026DBC1C}"/>
                    </a:ext>
                  </a:extLst>
                </p14:cNvPr>
                <p14:cNvContentPartPr/>
                <p14:nvPr/>
              </p14:nvContentPartPr>
              <p14:xfrm>
                <a:off x="9335753" y="1086226"/>
                <a:ext cx="48600" cy="13608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859B0180-F093-44C4-B91F-77EC026DBC1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27113" y="1077226"/>
                  <a:ext cx="6624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upo 272">
            <a:extLst>
              <a:ext uri="{FF2B5EF4-FFF2-40B4-BE49-F238E27FC236}">
                <a16:creationId xmlns:a16="http://schemas.microsoft.com/office/drawing/2014/main" id="{C3B8DA9E-14C9-4240-AB56-65052EC5686D}"/>
              </a:ext>
            </a:extLst>
          </p:cNvPr>
          <p:cNvGrpSpPr/>
          <p:nvPr/>
        </p:nvGrpSpPr>
        <p:grpSpPr>
          <a:xfrm>
            <a:off x="590993" y="4359706"/>
            <a:ext cx="298080" cy="122400"/>
            <a:chOff x="590993" y="4359706"/>
            <a:chExt cx="29808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D79ABBFB-C14C-402E-8522-929F61AF6889}"/>
                    </a:ext>
                  </a:extLst>
                </p14:cNvPr>
                <p14:cNvContentPartPr/>
                <p14:nvPr/>
              </p14:nvContentPartPr>
              <p14:xfrm>
                <a:off x="590993" y="4359706"/>
                <a:ext cx="117720" cy="1548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D79ABBFB-C14C-402E-8522-929F61AF688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82353" y="4351066"/>
                  <a:ext cx="135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FF9E7D50-B8C7-42B2-A73F-DD932BFEEF43}"/>
                    </a:ext>
                  </a:extLst>
                </p14:cNvPr>
                <p14:cNvContentPartPr/>
                <p14:nvPr/>
              </p14:nvContentPartPr>
              <p14:xfrm>
                <a:off x="623753" y="4411186"/>
                <a:ext cx="265320" cy="709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FF9E7D50-B8C7-42B2-A73F-DD932BFEEF4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15113" y="4402546"/>
                  <a:ext cx="28296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upo 282">
            <a:extLst>
              <a:ext uri="{FF2B5EF4-FFF2-40B4-BE49-F238E27FC236}">
                <a16:creationId xmlns:a16="http://schemas.microsoft.com/office/drawing/2014/main" id="{FA5B32DF-91F8-4144-AA5D-B7878A0F39F1}"/>
              </a:ext>
            </a:extLst>
          </p:cNvPr>
          <p:cNvGrpSpPr/>
          <p:nvPr/>
        </p:nvGrpSpPr>
        <p:grpSpPr>
          <a:xfrm>
            <a:off x="1223873" y="4315786"/>
            <a:ext cx="978840" cy="316800"/>
            <a:chOff x="1223873" y="4315786"/>
            <a:chExt cx="97884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C5BD714F-F059-494E-85C8-E232AFA3DEF0}"/>
                    </a:ext>
                  </a:extLst>
                </p14:cNvPr>
                <p14:cNvContentPartPr/>
                <p14:nvPr/>
              </p14:nvContentPartPr>
              <p14:xfrm>
                <a:off x="1223873" y="4358266"/>
                <a:ext cx="117360" cy="15228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C5BD714F-F059-494E-85C8-E232AFA3DEF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214873" y="4349626"/>
                  <a:ext cx="135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AFF92898-4E05-4A7C-A9BE-87D98F13CBFF}"/>
                    </a:ext>
                  </a:extLst>
                </p14:cNvPr>
                <p14:cNvContentPartPr/>
                <p14:nvPr/>
              </p14:nvContentPartPr>
              <p14:xfrm>
                <a:off x="1444553" y="4450426"/>
                <a:ext cx="2160" cy="3672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AFF92898-4E05-4A7C-A9BE-87D98F13CBF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435913" y="4441786"/>
                  <a:ext cx="19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89C49A2E-F378-44A5-8FA6-CCE716401FBE}"/>
                    </a:ext>
                  </a:extLst>
                </p14:cNvPr>
                <p14:cNvContentPartPr/>
                <p14:nvPr/>
              </p14:nvContentPartPr>
              <p14:xfrm>
                <a:off x="1451393" y="4379866"/>
                <a:ext cx="95040" cy="11088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89C49A2E-F378-44A5-8FA6-CCE716401FB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442393" y="4371226"/>
                  <a:ext cx="1126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6349A4B1-9E3D-4933-BA65-32AEB723E0AC}"/>
                    </a:ext>
                  </a:extLst>
                </p14:cNvPr>
                <p14:cNvContentPartPr/>
                <p14:nvPr/>
              </p14:nvContentPartPr>
              <p14:xfrm>
                <a:off x="1456073" y="4418386"/>
                <a:ext cx="107640" cy="7236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6349A4B1-9E3D-4933-BA65-32AEB723E0A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447433" y="4409386"/>
                  <a:ext cx="125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91C466BE-3D26-4160-909F-D682207E65B5}"/>
                    </a:ext>
                  </a:extLst>
                </p14:cNvPr>
                <p14:cNvContentPartPr/>
                <p14:nvPr/>
              </p14:nvContentPartPr>
              <p14:xfrm>
                <a:off x="1649033" y="4387786"/>
                <a:ext cx="95400" cy="9684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91C466BE-3D26-4160-909F-D682207E65B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640393" y="4379146"/>
                  <a:ext cx="113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E08A148B-8D87-43F3-AD9E-9D45D45D00AF}"/>
                    </a:ext>
                  </a:extLst>
                </p14:cNvPr>
                <p14:cNvContentPartPr/>
                <p14:nvPr/>
              </p14:nvContentPartPr>
              <p14:xfrm>
                <a:off x="1756673" y="4462666"/>
                <a:ext cx="35280" cy="16992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E08A148B-8D87-43F3-AD9E-9D45D45D00A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748033" y="4453666"/>
                  <a:ext cx="52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D34D059C-D6BB-4312-9104-47E0FDDD8B02}"/>
                    </a:ext>
                  </a:extLst>
                </p14:cNvPr>
                <p14:cNvContentPartPr/>
                <p14:nvPr/>
              </p14:nvContentPartPr>
              <p14:xfrm>
                <a:off x="1888793" y="4357546"/>
                <a:ext cx="76320" cy="17172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D34D059C-D6BB-4312-9104-47E0FDDD8B0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879793" y="4348546"/>
                  <a:ext cx="93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8F81C19C-1FD7-41C0-8731-735FDE2D5F69}"/>
                    </a:ext>
                  </a:extLst>
                </p14:cNvPr>
                <p14:cNvContentPartPr/>
                <p14:nvPr/>
              </p14:nvContentPartPr>
              <p14:xfrm>
                <a:off x="2133953" y="4315786"/>
                <a:ext cx="10080" cy="21096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8F81C19C-1FD7-41C0-8731-735FDE2D5F6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124953" y="4306786"/>
                  <a:ext cx="27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3372C937-B876-4270-A214-975E54262C33}"/>
                    </a:ext>
                  </a:extLst>
                </p14:cNvPr>
                <p14:cNvContentPartPr/>
                <p14:nvPr/>
              </p14:nvContentPartPr>
              <p14:xfrm>
                <a:off x="2055473" y="4420186"/>
                <a:ext cx="147240" cy="2808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3372C937-B876-4270-A214-975E54262C3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046833" y="4411186"/>
                  <a:ext cx="1648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7C243400-67A4-464F-9AA4-CF14550228B4}"/>
              </a:ext>
            </a:extLst>
          </p:cNvPr>
          <p:cNvGrpSpPr/>
          <p:nvPr/>
        </p:nvGrpSpPr>
        <p:grpSpPr>
          <a:xfrm>
            <a:off x="2412233" y="4328026"/>
            <a:ext cx="1290240" cy="198000"/>
            <a:chOff x="2412233" y="4328026"/>
            <a:chExt cx="12902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3BB6EB5C-4F89-430A-A428-DEAF4AA608AC}"/>
                    </a:ext>
                  </a:extLst>
                </p14:cNvPr>
                <p14:cNvContentPartPr/>
                <p14:nvPr/>
              </p14:nvContentPartPr>
              <p14:xfrm>
                <a:off x="2412233" y="4328026"/>
                <a:ext cx="136800" cy="16992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3BB6EB5C-4F89-430A-A428-DEAF4AA608A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403593" y="4319026"/>
                  <a:ext cx="154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4D7FD7B0-AD4B-48B6-A8C5-16BC1D4642F2}"/>
                    </a:ext>
                  </a:extLst>
                </p14:cNvPr>
                <p14:cNvContentPartPr/>
                <p14:nvPr/>
              </p14:nvContentPartPr>
              <p14:xfrm>
                <a:off x="2663513" y="4345306"/>
                <a:ext cx="82440" cy="9252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4D7FD7B0-AD4B-48B6-A8C5-16BC1D4642F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654873" y="4336306"/>
                  <a:ext cx="100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C6451F66-9938-471C-A870-CC1B4CCAE3BF}"/>
                    </a:ext>
                  </a:extLst>
                </p14:cNvPr>
                <p14:cNvContentPartPr/>
                <p14:nvPr/>
              </p14:nvContentPartPr>
              <p14:xfrm>
                <a:off x="2649113" y="4366906"/>
                <a:ext cx="108720" cy="8388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C6451F66-9938-471C-A870-CC1B4CCAE3B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640113" y="4358266"/>
                  <a:ext cx="126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AE88AA22-C964-48AA-A3E9-1EBEC5D0CA17}"/>
                    </a:ext>
                  </a:extLst>
                </p14:cNvPr>
                <p14:cNvContentPartPr/>
                <p14:nvPr/>
              </p14:nvContentPartPr>
              <p14:xfrm>
                <a:off x="2870153" y="4337386"/>
                <a:ext cx="102600" cy="12672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AE88AA22-C964-48AA-A3E9-1EBEC5D0CA1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861153" y="4328746"/>
                  <a:ext cx="120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2486B352-B4D8-4D14-812F-0CFB5229BC34}"/>
                    </a:ext>
                  </a:extLst>
                </p14:cNvPr>
                <p14:cNvContentPartPr/>
                <p14:nvPr/>
              </p14:nvContentPartPr>
              <p14:xfrm>
                <a:off x="3023153" y="4427746"/>
                <a:ext cx="23400" cy="9504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2486B352-B4D8-4D14-812F-0CFB5229BC3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014513" y="4419106"/>
                  <a:ext cx="41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25034F18-E0B2-457F-A4AB-188B31E0DF35}"/>
                    </a:ext>
                  </a:extLst>
                </p14:cNvPr>
                <p14:cNvContentPartPr/>
                <p14:nvPr/>
              </p14:nvContentPartPr>
              <p14:xfrm>
                <a:off x="3143753" y="4352866"/>
                <a:ext cx="118440" cy="13464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25034F18-E0B2-457F-A4AB-188B31E0DF3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135113" y="4343866"/>
                  <a:ext cx="136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6F133187-52CC-4B1F-84EF-114F43CCC0B6}"/>
                    </a:ext>
                  </a:extLst>
                </p14:cNvPr>
                <p14:cNvContentPartPr/>
                <p14:nvPr/>
              </p14:nvContentPartPr>
              <p14:xfrm>
                <a:off x="3303953" y="4341706"/>
                <a:ext cx="92880" cy="16884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6F133187-52CC-4B1F-84EF-114F43CCC0B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294953" y="4333066"/>
                  <a:ext cx="110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D84C3FC9-E5CF-4D5B-841C-2C32F9495049}"/>
                    </a:ext>
                  </a:extLst>
                </p14:cNvPr>
                <p14:cNvContentPartPr/>
                <p14:nvPr/>
              </p14:nvContentPartPr>
              <p14:xfrm>
                <a:off x="3592673" y="4354666"/>
                <a:ext cx="26640" cy="17136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D84C3FC9-E5CF-4D5B-841C-2C32F949504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583673" y="4346026"/>
                  <a:ext cx="44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B1D03155-DD8F-4050-A352-5919D5D422A3}"/>
                    </a:ext>
                  </a:extLst>
                </p14:cNvPr>
                <p14:cNvContentPartPr/>
                <p14:nvPr/>
              </p14:nvContentPartPr>
              <p14:xfrm>
                <a:off x="3510593" y="4410466"/>
                <a:ext cx="191880" cy="5004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B1D03155-DD8F-4050-A352-5919D5D422A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501593" y="4401826"/>
                  <a:ext cx="20952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upo 302">
            <a:extLst>
              <a:ext uri="{FF2B5EF4-FFF2-40B4-BE49-F238E27FC236}">
                <a16:creationId xmlns:a16="http://schemas.microsoft.com/office/drawing/2014/main" id="{840B47F2-C6B7-4110-9DC4-C6E374A25685}"/>
              </a:ext>
            </a:extLst>
          </p:cNvPr>
          <p:cNvGrpSpPr/>
          <p:nvPr/>
        </p:nvGrpSpPr>
        <p:grpSpPr>
          <a:xfrm>
            <a:off x="3918473" y="4326226"/>
            <a:ext cx="1358280" cy="257400"/>
            <a:chOff x="3918473" y="4326226"/>
            <a:chExt cx="135828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6A8DA480-086A-4772-8EBD-073CE0B74771}"/>
                    </a:ext>
                  </a:extLst>
                </p14:cNvPr>
                <p14:cNvContentPartPr/>
                <p14:nvPr/>
              </p14:nvContentPartPr>
              <p14:xfrm>
                <a:off x="3918473" y="4331986"/>
                <a:ext cx="158040" cy="17892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6A8DA480-086A-4772-8EBD-073CE0B7477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909473" y="4322986"/>
                  <a:ext cx="175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728FABBD-AC56-41C7-8715-4EE62ADF8ECE}"/>
                    </a:ext>
                  </a:extLst>
                </p14:cNvPr>
                <p14:cNvContentPartPr/>
                <p14:nvPr/>
              </p14:nvContentPartPr>
              <p14:xfrm>
                <a:off x="4192073" y="4326226"/>
                <a:ext cx="89280" cy="12924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728FABBD-AC56-41C7-8715-4EE62ADF8EC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183073" y="4317226"/>
                  <a:ext cx="106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06882051-D5CE-48DA-B22D-FCD587EDC604}"/>
                    </a:ext>
                  </a:extLst>
                </p14:cNvPr>
                <p14:cNvContentPartPr/>
                <p14:nvPr/>
              </p14:nvContentPartPr>
              <p14:xfrm>
                <a:off x="4184153" y="4363666"/>
                <a:ext cx="106560" cy="12060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06882051-D5CE-48DA-B22D-FCD587EDC60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175513" y="4354666"/>
                  <a:ext cx="124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E641BCCB-E503-45D5-AE31-0DD8C2852344}"/>
                    </a:ext>
                  </a:extLst>
                </p14:cNvPr>
                <p14:cNvContentPartPr/>
                <p14:nvPr/>
              </p14:nvContentPartPr>
              <p14:xfrm>
                <a:off x="4414913" y="4386346"/>
                <a:ext cx="119160" cy="12204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E641BCCB-E503-45D5-AE31-0DD8C285234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405913" y="4377346"/>
                  <a:ext cx="136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27D22900-23A3-408E-B836-034B381B1761}"/>
                    </a:ext>
                  </a:extLst>
                </p14:cNvPr>
                <p14:cNvContentPartPr/>
                <p14:nvPr/>
              </p14:nvContentPartPr>
              <p14:xfrm>
                <a:off x="4588433" y="4454746"/>
                <a:ext cx="21600" cy="12888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27D22900-23A3-408E-B836-034B381B176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579433" y="4446106"/>
                  <a:ext cx="392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08A1B721-BB59-4B45-9A8C-7A8B606E6431}"/>
                    </a:ext>
                  </a:extLst>
                </p14:cNvPr>
                <p14:cNvContentPartPr/>
                <p14:nvPr/>
              </p14:nvContentPartPr>
              <p14:xfrm>
                <a:off x="4695713" y="4344226"/>
                <a:ext cx="53640" cy="17064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08A1B721-BB59-4B45-9A8C-7A8B606E643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686713" y="4335586"/>
                  <a:ext cx="71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8E08275D-88EE-4F38-9DAA-E236B4A53F73}"/>
                    </a:ext>
                  </a:extLst>
                </p14:cNvPr>
                <p14:cNvContentPartPr/>
                <p14:nvPr/>
              </p14:nvContentPartPr>
              <p14:xfrm>
                <a:off x="4824593" y="4362226"/>
                <a:ext cx="102960" cy="13536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8E08275D-88EE-4F38-9DAA-E236B4A53F7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815953" y="4353586"/>
                  <a:ext cx="120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A7B7F7BE-E27C-41DC-B5B4-9E6E5498DD3D}"/>
                    </a:ext>
                  </a:extLst>
                </p14:cNvPr>
                <p14:cNvContentPartPr/>
                <p14:nvPr/>
              </p14:nvContentPartPr>
              <p14:xfrm>
                <a:off x="5182793" y="4326946"/>
                <a:ext cx="360" cy="18036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A7B7F7BE-E27C-41DC-B5B4-9E6E5498DD3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174153" y="4318306"/>
                  <a:ext cx="18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36F0420E-7884-4577-9931-FE0F24A43D62}"/>
                    </a:ext>
                  </a:extLst>
                </p14:cNvPr>
                <p14:cNvContentPartPr/>
                <p14:nvPr/>
              </p14:nvContentPartPr>
              <p14:xfrm>
                <a:off x="5084153" y="4387786"/>
                <a:ext cx="192600" cy="4392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36F0420E-7884-4577-9931-FE0F24A43D6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75513" y="4379146"/>
                  <a:ext cx="2102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upo 313">
            <a:extLst>
              <a:ext uri="{FF2B5EF4-FFF2-40B4-BE49-F238E27FC236}">
                <a16:creationId xmlns:a16="http://schemas.microsoft.com/office/drawing/2014/main" id="{EB34AAAA-9879-421E-8356-C6DAAC5620AE}"/>
              </a:ext>
            </a:extLst>
          </p:cNvPr>
          <p:cNvGrpSpPr/>
          <p:nvPr/>
        </p:nvGrpSpPr>
        <p:grpSpPr>
          <a:xfrm>
            <a:off x="5501033" y="4331266"/>
            <a:ext cx="882360" cy="295200"/>
            <a:chOff x="5501033" y="4331266"/>
            <a:chExt cx="88236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DCE5130F-97AF-479B-BF3B-35E1E315AE16}"/>
                    </a:ext>
                  </a:extLst>
                </p14:cNvPr>
                <p14:cNvContentPartPr/>
                <p14:nvPr/>
              </p14:nvContentPartPr>
              <p14:xfrm>
                <a:off x="5501033" y="4333066"/>
                <a:ext cx="105480" cy="17280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DCE5130F-97AF-479B-BF3B-35E1E315AE1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492033" y="4324066"/>
                  <a:ext cx="123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A2E07B18-A079-4507-9E00-BC94B2813BB4}"/>
                    </a:ext>
                  </a:extLst>
                </p14:cNvPr>
                <p14:cNvContentPartPr/>
                <p14:nvPr/>
              </p14:nvContentPartPr>
              <p14:xfrm>
                <a:off x="5691473" y="4353226"/>
                <a:ext cx="70920" cy="10908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A2E07B18-A079-4507-9E00-BC94B2813BB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682473" y="4344226"/>
                  <a:ext cx="88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1913B2FB-1088-44C0-8D00-C1CAF80DCB66}"/>
                    </a:ext>
                  </a:extLst>
                </p14:cNvPr>
                <p14:cNvContentPartPr/>
                <p14:nvPr/>
              </p14:nvContentPartPr>
              <p14:xfrm>
                <a:off x="5676713" y="4382746"/>
                <a:ext cx="116280" cy="9072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1913B2FB-1088-44C0-8D00-C1CAF80DCB6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668073" y="4373746"/>
                  <a:ext cx="133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26967D05-AC33-4DFA-8159-A4739806C3CE}"/>
                    </a:ext>
                  </a:extLst>
                </p14:cNvPr>
                <p14:cNvContentPartPr/>
                <p14:nvPr/>
              </p14:nvContentPartPr>
              <p14:xfrm>
                <a:off x="5882993" y="4366906"/>
                <a:ext cx="93240" cy="12744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26967D05-AC33-4DFA-8159-A4739806C3C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873993" y="4358266"/>
                  <a:ext cx="110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557CD61B-7E70-4195-9792-B5277E84816C}"/>
                    </a:ext>
                  </a:extLst>
                </p14:cNvPr>
                <p14:cNvContentPartPr/>
                <p14:nvPr/>
              </p14:nvContentPartPr>
              <p14:xfrm>
                <a:off x="6040313" y="4477426"/>
                <a:ext cx="41760" cy="14904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557CD61B-7E70-4195-9792-B5277E84816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031673" y="4468786"/>
                  <a:ext cx="59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D9410D05-28D2-4273-8D81-BC4C36DF9FFB}"/>
                    </a:ext>
                  </a:extLst>
                </p14:cNvPr>
                <p14:cNvContentPartPr/>
                <p14:nvPr/>
              </p14:nvContentPartPr>
              <p14:xfrm>
                <a:off x="6132833" y="4374826"/>
                <a:ext cx="100080" cy="13572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D9410D05-28D2-4273-8D81-BC4C36DF9FF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124193" y="4365826"/>
                  <a:ext cx="117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D695E2CE-4D06-490D-B8A4-4A86EBE1BBD3}"/>
                    </a:ext>
                  </a:extLst>
                </p14:cNvPr>
                <p14:cNvContentPartPr/>
                <p14:nvPr/>
              </p14:nvContentPartPr>
              <p14:xfrm>
                <a:off x="6294473" y="4331266"/>
                <a:ext cx="88920" cy="17532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D695E2CE-4D06-490D-B8A4-4A86EBE1BBD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285833" y="4322266"/>
                  <a:ext cx="10656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upo 312">
            <a:extLst>
              <a:ext uri="{FF2B5EF4-FFF2-40B4-BE49-F238E27FC236}">
                <a16:creationId xmlns:a16="http://schemas.microsoft.com/office/drawing/2014/main" id="{D3B6C883-992F-4CBA-9819-CE5C8A3A45FD}"/>
              </a:ext>
            </a:extLst>
          </p:cNvPr>
          <p:cNvGrpSpPr/>
          <p:nvPr/>
        </p:nvGrpSpPr>
        <p:grpSpPr>
          <a:xfrm>
            <a:off x="6533513" y="4320106"/>
            <a:ext cx="112320" cy="95040"/>
            <a:chOff x="6533513" y="4320106"/>
            <a:chExt cx="11232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B55E644D-8B93-46AF-997E-04C82E220F93}"/>
                    </a:ext>
                  </a:extLst>
                </p14:cNvPr>
                <p14:cNvContentPartPr/>
                <p14:nvPr/>
              </p14:nvContentPartPr>
              <p14:xfrm>
                <a:off x="6554753" y="4320106"/>
                <a:ext cx="91080" cy="468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B55E644D-8B93-46AF-997E-04C82E220F9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545753" y="4311106"/>
                  <a:ext cx="108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0AC3E202-066F-40A7-BC04-68EC1B805800}"/>
                    </a:ext>
                  </a:extLst>
                </p14:cNvPr>
                <p14:cNvContentPartPr/>
                <p14:nvPr/>
              </p14:nvContentPartPr>
              <p14:xfrm>
                <a:off x="6533513" y="4410466"/>
                <a:ext cx="81720" cy="468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0AC3E202-066F-40A7-BC04-68EC1B80580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524513" y="4401826"/>
                  <a:ext cx="9936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upo 317">
            <a:extLst>
              <a:ext uri="{FF2B5EF4-FFF2-40B4-BE49-F238E27FC236}">
                <a16:creationId xmlns:a16="http://schemas.microsoft.com/office/drawing/2014/main" id="{83BF9CAC-36C0-4372-8CFE-D2F2F19BB700}"/>
              </a:ext>
            </a:extLst>
          </p:cNvPr>
          <p:cNvGrpSpPr/>
          <p:nvPr/>
        </p:nvGrpSpPr>
        <p:grpSpPr>
          <a:xfrm>
            <a:off x="6789473" y="4324426"/>
            <a:ext cx="433440" cy="299160"/>
            <a:chOff x="6789473" y="4324426"/>
            <a:chExt cx="43344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64ED7576-F6AD-4D23-8D4D-6ED6F7E6EB92}"/>
                    </a:ext>
                  </a:extLst>
                </p14:cNvPr>
                <p14:cNvContentPartPr/>
                <p14:nvPr/>
              </p14:nvContentPartPr>
              <p14:xfrm>
                <a:off x="6789473" y="4337386"/>
                <a:ext cx="122400" cy="16020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64ED7576-F6AD-4D23-8D4D-6ED6F7E6EB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780833" y="4328386"/>
                  <a:ext cx="140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418033B5-ED17-4986-8CB1-F07BD30868F1}"/>
                    </a:ext>
                  </a:extLst>
                </p14:cNvPr>
                <p14:cNvContentPartPr/>
                <p14:nvPr/>
              </p14:nvContentPartPr>
              <p14:xfrm>
                <a:off x="6952913" y="4478146"/>
                <a:ext cx="50760" cy="14544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418033B5-ED17-4986-8CB1-F07BD30868F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43913" y="4469506"/>
                  <a:ext cx="684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56E3C44F-815F-426E-BB73-2769E859C2A5}"/>
                    </a:ext>
                  </a:extLst>
                </p14:cNvPr>
                <p14:cNvContentPartPr/>
                <p14:nvPr/>
              </p14:nvContentPartPr>
              <p14:xfrm>
                <a:off x="7141913" y="4324426"/>
                <a:ext cx="81000" cy="18000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56E3C44F-815F-426E-BB73-2769E859C2A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133273" y="4315426"/>
                  <a:ext cx="986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upo 324">
            <a:extLst>
              <a:ext uri="{FF2B5EF4-FFF2-40B4-BE49-F238E27FC236}">
                <a16:creationId xmlns:a16="http://schemas.microsoft.com/office/drawing/2014/main" id="{F910276B-80C1-4A24-8A81-B37D31974986}"/>
              </a:ext>
            </a:extLst>
          </p:cNvPr>
          <p:cNvGrpSpPr/>
          <p:nvPr/>
        </p:nvGrpSpPr>
        <p:grpSpPr>
          <a:xfrm>
            <a:off x="2235473" y="3709546"/>
            <a:ext cx="605520" cy="224640"/>
            <a:chOff x="2235473" y="3709546"/>
            <a:chExt cx="60552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4D57D62A-8014-403B-8D83-AD1A73856EE9}"/>
                    </a:ext>
                  </a:extLst>
                </p14:cNvPr>
                <p14:cNvContentPartPr/>
                <p14:nvPr/>
              </p14:nvContentPartPr>
              <p14:xfrm>
                <a:off x="2271113" y="3767866"/>
                <a:ext cx="57240" cy="16632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4D57D62A-8014-403B-8D83-AD1A73856EE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262473" y="3758866"/>
                  <a:ext cx="74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7CD01B77-2BEE-4A9D-B4B9-7B84EE550A0E}"/>
                    </a:ext>
                  </a:extLst>
                </p14:cNvPr>
                <p14:cNvContentPartPr/>
                <p14:nvPr/>
              </p14:nvContentPartPr>
              <p14:xfrm>
                <a:off x="2235473" y="3709546"/>
                <a:ext cx="10080" cy="36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7CD01B77-2BEE-4A9D-B4B9-7B84EE550A0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226473" y="3700906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2011B7DB-8519-4A7A-9A7F-E83ED02B8373}"/>
                    </a:ext>
                  </a:extLst>
                </p14:cNvPr>
                <p14:cNvContentPartPr/>
                <p14:nvPr/>
              </p14:nvContentPartPr>
              <p14:xfrm>
                <a:off x="2361113" y="3799186"/>
                <a:ext cx="97920" cy="6804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2011B7DB-8519-4A7A-9A7F-E83ED02B837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352113" y="3790186"/>
                  <a:ext cx="115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69F03232-A2DE-418C-9B9E-F99A0E7DBD02}"/>
                    </a:ext>
                  </a:extLst>
                </p14:cNvPr>
                <p14:cNvContentPartPr/>
                <p14:nvPr/>
              </p14:nvContentPartPr>
              <p14:xfrm>
                <a:off x="2532113" y="3825106"/>
                <a:ext cx="97200" cy="900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69F03232-A2DE-418C-9B9E-F99A0E7DBD0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523473" y="3816466"/>
                  <a:ext cx="1148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9CAE3661-D0DD-402F-9698-30BBE6DE092A}"/>
                    </a:ext>
                  </a:extLst>
                </p14:cNvPr>
                <p14:cNvContentPartPr/>
                <p14:nvPr/>
              </p14:nvContentPartPr>
              <p14:xfrm>
                <a:off x="2673953" y="3771466"/>
                <a:ext cx="73080" cy="7344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9CAE3661-D0DD-402F-9698-30BBE6DE092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665313" y="3762466"/>
                  <a:ext cx="90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651F9718-215D-44E4-950E-F7DF523334BF}"/>
                    </a:ext>
                  </a:extLst>
                </p14:cNvPr>
                <p14:cNvContentPartPr/>
                <p14:nvPr/>
              </p14:nvContentPartPr>
              <p14:xfrm>
                <a:off x="2760353" y="3762106"/>
                <a:ext cx="80640" cy="8856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651F9718-215D-44E4-950E-F7DF523334B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751713" y="3753466"/>
                  <a:ext cx="9828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326" name="Entrada de lápiz 325">
                <a:extLst>
                  <a:ext uri="{FF2B5EF4-FFF2-40B4-BE49-F238E27FC236}">
                    <a16:creationId xmlns:a16="http://schemas.microsoft.com/office/drawing/2014/main" id="{BE85F5D8-6CB1-4709-B72E-58A6851D26F4}"/>
                  </a:ext>
                </a:extLst>
              </p14:cNvPr>
              <p14:cNvContentPartPr/>
              <p14:nvPr/>
            </p14:nvContentPartPr>
            <p14:xfrm>
              <a:off x="4450193" y="1670146"/>
              <a:ext cx="35280" cy="7560"/>
            </p14:xfrm>
          </p:contentPart>
        </mc:Choice>
        <mc:Fallback>
          <p:pic>
            <p:nvPicPr>
              <p:cNvPr id="326" name="Entrada de lápiz 325">
                <a:extLst>
                  <a:ext uri="{FF2B5EF4-FFF2-40B4-BE49-F238E27FC236}">
                    <a16:creationId xmlns:a16="http://schemas.microsoft.com/office/drawing/2014/main" id="{BE85F5D8-6CB1-4709-B72E-58A6851D26F4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4441193" y="1661146"/>
                <a:ext cx="52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6">
            <p14:nvContentPartPr>
              <p14:cNvPr id="327" name="Entrada de lápiz 326">
                <a:extLst>
                  <a:ext uri="{FF2B5EF4-FFF2-40B4-BE49-F238E27FC236}">
                    <a16:creationId xmlns:a16="http://schemas.microsoft.com/office/drawing/2014/main" id="{6BE3FCCA-12CB-4D7F-8E16-337851E0EA5C}"/>
                  </a:ext>
                </a:extLst>
              </p14:cNvPr>
              <p14:cNvContentPartPr/>
              <p14:nvPr/>
            </p14:nvContentPartPr>
            <p14:xfrm>
              <a:off x="1248713" y="4181866"/>
              <a:ext cx="59040" cy="73080"/>
            </p14:xfrm>
          </p:contentPart>
        </mc:Choice>
        <mc:Fallback>
          <p:pic>
            <p:nvPicPr>
              <p:cNvPr id="327" name="Entrada de lápiz 326">
                <a:extLst>
                  <a:ext uri="{FF2B5EF4-FFF2-40B4-BE49-F238E27FC236}">
                    <a16:creationId xmlns:a16="http://schemas.microsoft.com/office/drawing/2014/main" id="{6BE3FCCA-12CB-4D7F-8E16-337851E0EA5C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1239713" y="4172866"/>
                <a:ext cx="76680" cy="9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" name="Grupo 328">
            <a:extLst>
              <a:ext uri="{FF2B5EF4-FFF2-40B4-BE49-F238E27FC236}">
                <a16:creationId xmlns:a16="http://schemas.microsoft.com/office/drawing/2014/main" id="{6B33A783-DEBE-4441-8CB7-ABD2A38F5E52}"/>
              </a:ext>
            </a:extLst>
          </p:cNvPr>
          <p:cNvGrpSpPr/>
          <p:nvPr/>
        </p:nvGrpSpPr>
        <p:grpSpPr>
          <a:xfrm>
            <a:off x="3762593" y="2078746"/>
            <a:ext cx="2786760" cy="860760"/>
            <a:chOff x="3762593" y="2078746"/>
            <a:chExt cx="2786760" cy="86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786C318B-4B8F-4A20-84DB-4F6A6793FAD7}"/>
                    </a:ext>
                  </a:extLst>
                </p14:cNvPr>
                <p14:cNvContentPartPr/>
                <p14:nvPr/>
              </p14:nvContentPartPr>
              <p14:xfrm>
                <a:off x="4002353" y="2230306"/>
                <a:ext cx="134280" cy="16020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786C318B-4B8F-4A20-84DB-4F6A6793FAD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993713" y="2221666"/>
                  <a:ext cx="151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0014EC29-120C-4574-9263-997620905557}"/>
                    </a:ext>
                  </a:extLst>
                </p14:cNvPr>
                <p14:cNvContentPartPr/>
                <p14:nvPr/>
              </p14:nvContentPartPr>
              <p14:xfrm>
                <a:off x="4200713" y="2326786"/>
                <a:ext cx="56520" cy="1368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0014EC29-120C-4574-9263-99762090555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191713" y="2318146"/>
                  <a:ext cx="74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84744888-00B2-4554-99A3-DCC605BB20B8}"/>
                    </a:ext>
                  </a:extLst>
                </p14:cNvPr>
                <p14:cNvContentPartPr/>
                <p14:nvPr/>
              </p14:nvContentPartPr>
              <p14:xfrm>
                <a:off x="4332833" y="2194666"/>
                <a:ext cx="105120" cy="18720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84744888-00B2-4554-99A3-DCC605BB20B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324193" y="2186026"/>
                  <a:ext cx="122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F9DD41C2-E097-456B-A691-A805D1164FE2}"/>
                    </a:ext>
                  </a:extLst>
                </p14:cNvPr>
                <p14:cNvContentPartPr/>
                <p14:nvPr/>
              </p14:nvContentPartPr>
              <p14:xfrm>
                <a:off x="4251833" y="2447026"/>
                <a:ext cx="294120" cy="16920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F9DD41C2-E097-456B-A691-A805D1164FE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243193" y="2438026"/>
                  <a:ext cx="311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F0055C5A-A431-4978-9EA8-490BB8BDC2C8}"/>
                    </a:ext>
                  </a:extLst>
                </p14:cNvPr>
                <p14:cNvContentPartPr/>
                <p14:nvPr/>
              </p14:nvContentPartPr>
              <p14:xfrm>
                <a:off x="5886233" y="2150386"/>
                <a:ext cx="106200" cy="1440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F0055C5A-A431-4978-9EA8-490BB8BDC2C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877593" y="2141746"/>
                  <a:ext cx="123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6FB02A5B-774A-4193-9DBC-F4E937B52FBD}"/>
                    </a:ext>
                  </a:extLst>
                </p14:cNvPr>
                <p14:cNvContentPartPr/>
                <p14:nvPr/>
              </p14:nvContentPartPr>
              <p14:xfrm>
                <a:off x="6027713" y="2233186"/>
                <a:ext cx="11160" cy="1213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6FB02A5B-774A-4193-9DBC-F4E937B52FB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019073" y="2224186"/>
                  <a:ext cx="28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C19DA6D5-DA8A-466E-B093-D604CAE12FA7}"/>
                    </a:ext>
                  </a:extLst>
                </p14:cNvPr>
                <p14:cNvContentPartPr/>
                <p14:nvPr/>
              </p14:nvContentPartPr>
              <p14:xfrm>
                <a:off x="6157673" y="2127706"/>
                <a:ext cx="127800" cy="14076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C19DA6D5-DA8A-466E-B093-D604CAE12FA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148673" y="2118706"/>
                  <a:ext cx="145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C701C6F9-E8C6-4D88-BDD0-469112912B57}"/>
                    </a:ext>
                  </a:extLst>
                </p14:cNvPr>
                <p14:cNvContentPartPr/>
                <p14:nvPr/>
              </p14:nvContentPartPr>
              <p14:xfrm>
                <a:off x="6317873" y="2078746"/>
                <a:ext cx="189720" cy="2145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C701C6F9-E8C6-4D88-BDD0-469112912B5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308873" y="2069746"/>
                  <a:ext cx="207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FC10411B-497E-40BA-98BA-1FFA44942EE2}"/>
                    </a:ext>
                  </a:extLst>
                </p14:cNvPr>
                <p14:cNvContentPartPr/>
                <p14:nvPr/>
              </p14:nvContentPartPr>
              <p14:xfrm>
                <a:off x="6238673" y="2363506"/>
                <a:ext cx="310680" cy="18648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FC10411B-497E-40BA-98BA-1FFA44942EE2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229673" y="2354506"/>
                  <a:ext cx="3283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AEEDD286-5467-477F-9946-6FC372834E3B}"/>
                    </a:ext>
                  </a:extLst>
                </p14:cNvPr>
                <p14:cNvContentPartPr/>
                <p14:nvPr/>
              </p14:nvContentPartPr>
              <p14:xfrm>
                <a:off x="5604713" y="2790826"/>
                <a:ext cx="112320" cy="8244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AEEDD286-5467-477F-9946-6FC372834E3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595713" y="2781826"/>
                  <a:ext cx="129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14A353D7-6732-4068-87A3-A8E9F004BCDA}"/>
                    </a:ext>
                  </a:extLst>
                </p14:cNvPr>
                <p14:cNvContentPartPr/>
                <p14:nvPr/>
              </p14:nvContentPartPr>
              <p14:xfrm>
                <a:off x="5674913" y="2786866"/>
                <a:ext cx="15840" cy="15264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14A353D7-6732-4068-87A3-A8E9F004BCD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665913" y="2778226"/>
                  <a:ext cx="334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20951C31-E554-4210-8A1F-4EBB5F9087C6}"/>
                    </a:ext>
                  </a:extLst>
                </p14:cNvPr>
                <p14:cNvContentPartPr/>
                <p14:nvPr/>
              </p14:nvContentPartPr>
              <p14:xfrm>
                <a:off x="3762593" y="2427946"/>
                <a:ext cx="2607480" cy="34344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20951C31-E554-4210-8A1F-4EBB5F9087C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753953" y="2418946"/>
                  <a:ext cx="2625120" cy="361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275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0ADC6A15-BF44-468C-B830-4C3D8FA6D68B}"/>
              </a:ext>
            </a:extLst>
          </p:cNvPr>
          <p:cNvGrpSpPr/>
          <p:nvPr/>
        </p:nvGrpSpPr>
        <p:grpSpPr>
          <a:xfrm>
            <a:off x="483353" y="231226"/>
            <a:ext cx="282240" cy="326520"/>
            <a:chOff x="483353" y="231226"/>
            <a:chExt cx="28224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CEC6AB56-FDCD-4D44-8487-879BB716C3C8}"/>
                    </a:ext>
                  </a:extLst>
                </p14:cNvPr>
                <p14:cNvContentPartPr/>
                <p14:nvPr/>
              </p14:nvContentPartPr>
              <p14:xfrm>
                <a:off x="483353" y="233026"/>
                <a:ext cx="172800" cy="32472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CEC6AB56-FDCD-4D44-8487-879BB716C3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4353" y="224026"/>
                  <a:ext cx="190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2B679BE9-27A0-4BFA-B30D-AEE532C50AF8}"/>
                    </a:ext>
                  </a:extLst>
                </p14:cNvPr>
                <p14:cNvContentPartPr/>
                <p14:nvPr/>
              </p14:nvContentPartPr>
              <p14:xfrm>
                <a:off x="665513" y="231226"/>
                <a:ext cx="100080" cy="32472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2B679BE9-27A0-4BFA-B30D-AEE532C50A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513" y="222586"/>
                  <a:ext cx="11772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9A6B4B32-8597-4989-A71E-8B9A0053C92F}"/>
              </a:ext>
            </a:extLst>
          </p:cNvPr>
          <p:cNvGrpSpPr/>
          <p:nvPr/>
        </p:nvGrpSpPr>
        <p:grpSpPr>
          <a:xfrm>
            <a:off x="2426633" y="246706"/>
            <a:ext cx="1047240" cy="311760"/>
            <a:chOff x="2426633" y="246706"/>
            <a:chExt cx="104724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97CE1200-98D2-499E-9EC1-A556D99FA021}"/>
                    </a:ext>
                  </a:extLst>
                </p14:cNvPr>
                <p14:cNvContentPartPr/>
                <p14:nvPr/>
              </p14:nvContentPartPr>
              <p14:xfrm>
                <a:off x="2522033" y="278386"/>
                <a:ext cx="119880" cy="291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97CE1200-98D2-499E-9EC1-A556D99FA0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3033" y="269386"/>
                  <a:ext cx="137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D41D1F41-4503-45FB-9A9E-A7302F6D427D}"/>
                    </a:ext>
                  </a:extLst>
                </p14:cNvPr>
                <p14:cNvContentPartPr/>
                <p14:nvPr/>
              </p14:nvContentPartPr>
              <p14:xfrm>
                <a:off x="2519513" y="304306"/>
                <a:ext cx="11880" cy="54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D41D1F41-4503-45FB-9A9E-A7302F6D42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10873" y="295666"/>
                  <a:ext cx="29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EA0055C6-43BB-4DDC-A67D-CDA4C7A9AF8C}"/>
                    </a:ext>
                  </a:extLst>
                </p14:cNvPr>
                <p14:cNvContentPartPr/>
                <p14:nvPr/>
              </p14:nvContentPartPr>
              <p14:xfrm>
                <a:off x="2494313" y="283786"/>
                <a:ext cx="41040" cy="230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EA0055C6-43BB-4DDC-A67D-CDA4C7A9AF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5673" y="275146"/>
                  <a:ext cx="58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CF46CE7B-1628-4721-87A6-37D7B24FD1C4}"/>
                    </a:ext>
                  </a:extLst>
                </p14:cNvPr>
                <p14:cNvContentPartPr/>
                <p14:nvPr/>
              </p14:nvContentPartPr>
              <p14:xfrm>
                <a:off x="2433473" y="291346"/>
                <a:ext cx="142200" cy="2390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CF46CE7B-1628-4721-87A6-37D7B24FD1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24833" y="282346"/>
                  <a:ext cx="159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532903EE-2B0F-4CA8-B22D-337B4ED1FB68}"/>
                    </a:ext>
                  </a:extLst>
                </p14:cNvPr>
                <p14:cNvContentPartPr/>
                <p14:nvPr/>
              </p14:nvContentPartPr>
              <p14:xfrm>
                <a:off x="2426633" y="405106"/>
                <a:ext cx="158040" cy="82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532903EE-2B0F-4CA8-B22D-337B4ED1FB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17993" y="396106"/>
                  <a:ext cx="175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75E9E7E5-995E-4DDC-BED6-026550576F3B}"/>
                    </a:ext>
                  </a:extLst>
                </p14:cNvPr>
                <p14:cNvContentPartPr/>
                <p14:nvPr/>
              </p14:nvContentPartPr>
              <p14:xfrm>
                <a:off x="2692673" y="294586"/>
                <a:ext cx="61200" cy="2595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75E9E7E5-995E-4DDC-BED6-026550576F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83673" y="285946"/>
                  <a:ext cx="78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FC43F9D0-BEF1-4CA6-9299-72E225083F8E}"/>
                    </a:ext>
                  </a:extLst>
                </p14:cNvPr>
                <p14:cNvContentPartPr/>
                <p14:nvPr/>
              </p14:nvContentPartPr>
              <p14:xfrm>
                <a:off x="2839193" y="351106"/>
                <a:ext cx="94320" cy="2052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FC43F9D0-BEF1-4CA6-9299-72E225083F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0553" y="342466"/>
                  <a:ext cx="111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D7B782C7-3FEE-423E-91A4-9C4A7D280B19}"/>
                    </a:ext>
                  </a:extLst>
                </p14:cNvPr>
                <p14:cNvContentPartPr/>
                <p14:nvPr/>
              </p14:nvContentPartPr>
              <p14:xfrm>
                <a:off x="2796713" y="337426"/>
                <a:ext cx="150840" cy="1818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D7B782C7-3FEE-423E-91A4-9C4A7D280B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87713" y="328426"/>
                  <a:ext cx="1684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BC38F63-10D8-42E7-ACA2-BAC7A49F3BFA}"/>
                    </a:ext>
                  </a:extLst>
                </p14:cNvPr>
                <p14:cNvContentPartPr/>
                <p14:nvPr/>
              </p14:nvContentPartPr>
              <p14:xfrm>
                <a:off x="2977793" y="246706"/>
                <a:ext cx="93240" cy="986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BC38F63-10D8-42E7-ACA2-BAC7A49F3B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69153" y="238066"/>
                  <a:ext cx="110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2F43F5B-2F35-4DBF-B175-147CD4F136A0}"/>
                    </a:ext>
                  </a:extLst>
                </p14:cNvPr>
                <p14:cNvContentPartPr/>
                <p14:nvPr/>
              </p14:nvContentPartPr>
              <p14:xfrm>
                <a:off x="3140513" y="265066"/>
                <a:ext cx="40320" cy="2934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2F43F5B-2F35-4DBF-B175-147CD4F136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31873" y="256426"/>
                  <a:ext cx="57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0DBA2538-C63C-4D6E-A7D9-C16A615A4E9B}"/>
                    </a:ext>
                  </a:extLst>
                </p14:cNvPr>
                <p14:cNvContentPartPr/>
                <p14:nvPr/>
              </p14:nvContentPartPr>
              <p14:xfrm>
                <a:off x="3327713" y="429586"/>
                <a:ext cx="146160" cy="176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0DBA2538-C63C-4D6E-A7D9-C16A615A4E9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9073" y="420586"/>
                  <a:ext cx="1638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D18040AA-F6EB-4257-9B79-B73121FF4A8D}"/>
              </a:ext>
            </a:extLst>
          </p:cNvPr>
          <p:cNvGrpSpPr/>
          <p:nvPr/>
        </p:nvGrpSpPr>
        <p:grpSpPr>
          <a:xfrm>
            <a:off x="3635153" y="118186"/>
            <a:ext cx="934920" cy="515160"/>
            <a:chOff x="3635153" y="118186"/>
            <a:chExt cx="934920" cy="51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6C3C4242-44ED-4D9E-B839-F19C2E424DF2}"/>
                    </a:ext>
                  </a:extLst>
                </p14:cNvPr>
                <p14:cNvContentPartPr/>
                <p14:nvPr/>
              </p14:nvContentPartPr>
              <p14:xfrm>
                <a:off x="3744233" y="295306"/>
                <a:ext cx="154080" cy="154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6C3C4242-44ED-4D9E-B839-F19C2E424D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35593" y="286666"/>
                  <a:ext cx="171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A35BDEB-544C-49BD-844E-60BD8BA1F6F3}"/>
                    </a:ext>
                  </a:extLst>
                </p14:cNvPr>
                <p14:cNvContentPartPr/>
                <p14:nvPr/>
              </p14:nvContentPartPr>
              <p14:xfrm>
                <a:off x="3767273" y="302506"/>
                <a:ext cx="158040" cy="2077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A35BDEB-544C-49BD-844E-60BD8BA1F6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58633" y="293866"/>
                  <a:ext cx="1756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B0C98935-765D-411A-8F11-FFA8A3046AB7}"/>
                    </a:ext>
                  </a:extLst>
                </p14:cNvPr>
                <p14:cNvContentPartPr/>
                <p14:nvPr/>
              </p14:nvContentPartPr>
              <p14:xfrm>
                <a:off x="3784913" y="406906"/>
                <a:ext cx="118440" cy="144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B0C98935-765D-411A-8F11-FFA8A3046AB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76273" y="398266"/>
                  <a:ext cx="136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1163781D-2826-4592-9B66-782EFBC1A53D}"/>
                    </a:ext>
                  </a:extLst>
                </p14:cNvPr>
                <p14:cNvContentPartPr/>
                <p14:nvPr/>
              </p14:nvContentPartPr>
              <p14:xfrm>
                <a:off x="4017113" y="300706"/>
                <a:ext cx="154800" cy="1954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1163781D-2826-4592-9B66-782EFBC1A5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08473" y="292066"/>
                  <a:ext cx="1724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9232D5C0-9421-45B0-917D-3D9C6A8F7B12}"/>
                    </a:ext>
                  </a:extLst>
                </p14:cNvPr>
                <p14:cNvContentPartPr/>
                <p14:nvPr/>
              </p14:nvContentPartPr>
              <p14:xfrm>
                <a:off x="4207553" y="312946"/>
                <a:ext cx="78840" cy="1213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9232D5C0-9421-45B0-917D-3D9C6A8F7B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98553" y="304306"/>
                  <a:ext cx="96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D6AEB26B-AB7A-4E7B-8D14-4ADEB9160C85}"/>
                    </a:ext>
                  </a:extLst>
                </p14:cNvPr>
                <p14:cNvContentPartPr/>
                <p14:nvPr/>
              </p14:nvContentPartPr>
              <p14:xfrm>
                <a:off x="4158233" y="304306"/>
                <a:ext cx="127080" cy="1544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D6AEB26B-AB7A-4E7B-8D14-4ADEB9160C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49233" y="295666"/>
                  <a:ext cx="144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224ED466-DF38-4838-8714-4D7613E7A52E}"/>
                    </a:ext>
                  </a:extLst>
                </p14:cNvPr>
                <p14:cNvContentPartPr/>
                <p14:nvPr/>
              </p14:nvContentPartPr>
              <p14:xfrm>
                <a:off x="4312673" y="274786"/>
                <a:ext cx="57960" cy="2804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224ED466-DF38-4838-8714-4D7613E7A5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04033" y="265786"/>
                  <a:ext cx="756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5CDE8D7A-DF6B-4A4D-89FE-698691452014}"/>
                    </a:ext>
                  </a:extLst>
                </p14:cNvPr>
                <p14:cNvContentPartPr/>
                <p14:nvPr/>
              </p14:nvContentPartPr>
              <p14:xfrm>
                <a:off x="3635153" y="283426"/>
                <a:ext cx="209160" cy="34992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5CDE8D7A-DF6B-4A4D-89FE-69869145201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26153" y="274786"/>
                  <a:ext cx="226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A642123-27D4-4F9C-90F2-B18F13386833}"/>
                    </a:ext>
                  </a:extLst>
                </p14:cNvPr>
                <p14:cNvContentPartPr/>
                <p14:nvPr/>
              </p14:nvContentPartPr>
              <p14:xfrm>
                <a:off x="4379633" y="258946"/>
                <a:ext cx="42840" cy="2437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A642123-27D4-4F9C-90F2-B18F1338683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70633" y="250306"/>
                  <a:ext cx="604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FC16C957-6AB6-4025-B62E-DB6922E6E7AB}"/>
                    </a:ext>
                  </a:extLst>
                </p14:cNvPr>
                <p14:cNvContentPartPr/>
                <p14:nvPr/>
              </p14:nvContentPartPr>
              <p14:xfrm>
                <a:off x="4448033" y="118186"/>
                <a:ext cx="122040" cy="1152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FC16C957-6AB6-4025-B62E-DB6922E6E7A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39393" y="109186"/>
                  <a:ext cx="13968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80224E84-5E93-4C3F-B068-9A20CE9F949D}"/>
                  </a:ext>
                </a:extLst>
              </p14:cNvPr>
              <p14:cNvContentPartPr/>
              <p14:nvPr/>
            </p14:nvContentPartPr>
            <p14:xfrm>
              <a:off x="3993713" y="599146"/>
              <a:ext cx="266040" cy="1216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80224E84-5E93-4C3F-B068-9A20CE9F949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40073" y="491146"/>
                <a:ext cx="37368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5A3D0FDB-1D12-487C-B5B5-AA3522633A67}"/>
                  </a:ext>
                </a:extLst>
              </p14:cNvPr>
              <p14:cNvContentPartPr/>
              <p14:nvPr/>
            </p14:nvContentPartPr>
            <p14:xfrm>
              <a:off x="3861233" y="287746"/>
              <a:ext cx="360000" cy="2988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5A3D0FDB-1D12-487C-B5B5-AA3522633A6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07593" y="180106"/>
                <a:ext cx="4676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77B3CC80-D979-4FD8-B083-F3E3CE2336E6}"/>
                  </a:ext>
                </a:extLst>
              </p14:cNvPr>
              <p14:cNvContentPartPr/>
              <p14:nvPr/>
            </p14:nvContentPartPr>
            <p14:xfrm>
              <a:off x="3749273" y="345346"/>
              <a:ext cx="384120" cy="770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77B3CC80-D979-4FD8-B083-F3E3CE2336E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95273" y="237346"/>
                <a:ext cx="49176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72CC53F2-C2F9-4F06-9227-36703400E875}"/>
                  </a:ext>
                </a:extLst>
              </p14:cNvPr>
              <p14:cNvContentPartPr/>
              <p14:nvPr/>
            </p14:nvContentPartPr>
            <p14:xfrm>
              <a:off x="3719393" y="287746"/>
              <a:ext cx="591840" cy="4039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72CC53F2-C2F9-4F06-9227-36703400E87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665393" y="179746"/>
                <a:ext cx="699480" cy="61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upo 52">
            <a:extLst>
              <a:ext uri="{FF2B5EF4-FFF2-40B4-BE49-F238E27FC236}">
                <a16:creationId xmlns:a16="http://schemas.microsoft.com/office/drawing/2014/main" id="{26D0B7A3-8AEE-429E-ABF7-B265F9B5C743}"/>
              </a:ext>
            </a:extLst>
          </p:cNvPr>
          <p:cNvGrpSpPr/>
          <p:nvPr/>
        </p:nvGrpSpPr>
        <p:grpSpPr>
          <a:xfrm>
            <a:off x="516473" y="945106"/>
            <a:ext cx="888840" cy="348840"/>
            <a:chOff x="516473" y="945106"/>
            <a:chExt cx="88884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FC522881-6B40-401D-8C7B-8EB2EEB5DC39}"/>
                    </a:ext>
                  </a:extLst>
                </p14:cNvPr>
                <p14:cNvContentPartPr/>
                <p14:nvPr/>
              </p14:nvContentPartPr>
              <p14:xfrm>
                <a:off x="570833" y="1032946"/>
                <a:ext cx="172440" cy="39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FC522881-6B40-401D-8C7B-8EB2EEB5DC3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1833" y="1024306"/>
                  <a:ext cx="190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02E5C17F-8A21-467B-A931-724FAF3A74C5}"/>
                    </a:ext>
                  </a:extLst>
                </p14:cNvPr>
                <p14:cNvContentPartPr/>
                <p14:nvPr/>
              </p14:nvContentPartPr>
              <p14:xfrm>
                <a:off x="541313" y="1035466"/>
                <a:ext cx="140040" cy="25848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02E5C17F-8A21-467B-A931-724FAF3A74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2673" y="1026826"/>
                  <a:ext cx="157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CB5A6AA-D169-4C78-8C70-3448AA434315}"/>
                    </a:ext>
                  </a:extLst>
                </p14:cNvPr>
                <p14:cNvContentPartPr/>
                <p14:nvPr/>
              </p14:nvContentPartPr>
              <p14:xfrm>
                <a:off x="516473" y="1156426"/>
                <a:ext cx="148320" cy="464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CB5A6AA-D169-4C78-8C70-3448AA43431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7833" y="1147786"/>
                  <a:ext cx="165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95897EA6-084D-4B0D-9D20-5DC3E8D47A77}"/>
                    </a:ext>
                  </a:extLst>
                </p14:cNvPr>
                <p14:cNvContentPartPr/>
                <p14:nvPr/>
              </p14:nvContentPartPr>
              <p14:xfrm>
                <a:off x="761993" y="1044466"/>
                <a:ext cx="97200" cy="2178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95897EA6-084D-4B0D-9D20-5DC3E8D47A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3353" y="1035466"/>
                  <a:ext cx="114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38E7E576-214F-4A5E-9730-D7A4A16EE95C}"/>
                    </a:ext>
                  </a:extLst>
                </p14:cNvPr>
                <p14:cNvContentPartPr/>
                <p14:nvPr/>
              </p14:nvContentPartPr>
              <p14:xfrm>
                <a:off x="864593" y="1063546"/>
                <a:ext cx="183960" cy="1674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38E7E576-214F-4A5E-9730-D7A4A16EE9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5953" y="1054546"/>
                  <a:ext cx="2016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BE72A5FE-4133-4AB3-BC28-F5563B2B5A5A}"/>
                    </a:ext>
                  </a:extLst>
                </p14:cNvPr>
                <p14:cNvContentPartPr/>
                <p14:nvPr/>
              </p14:nvContentPartPr>
              <p14:xfrm>
                <a:off x="1010393" y="973186"/>
                <a:ext cx="95040" cy="1198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BE72A5FE-4133-4AB3-BC28-F5563B2B5A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1753" y="964186"/>
                  <a:ext cx="112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A86E4787-DFCC-4B7F-843E-BF8230035516}"/>
                    </a:ext>
                  </a:extLst>
                </p14:cNvPr>
                <p14:cNvContentPartPr/>
                <p14:nvPr/>
              </p14:nvContentPartPr>
              <p14:xfrm>
                <a:off x="1164833" y="945106"/>
                <a:ext cx="42480" cy="3398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A86E4787-DFCC-4B7F-843E-BF82300355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5833" y="936466"/>
                  <a:ext cx="60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1C38FC3A-09D9-4F22-BD6E-A750D2099DB5}"/>
                    </a:ext>
                  </a:extLst>
                </p14:cNvPr>
                <p14:cNvContentPartPr/>
                <p14:nvPr/>
              </p14:nvContentPartPr>
              <p14:xfrm>
                <a:off x="1311353" y="1080826"/>
                <a:ext cx="85320" cy="342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1C38FC3A-09D9-4F22-BD6E-A750D2099D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02353" y="1072186"/>
                  <a:ext cx="102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73B6F949-5A8C-407F-AB17-93844846D654}"/>
                    </a:ext>
                  </a:extLst>
                </p14:cNvPr>
                <p14:cNvContentPartPr/>
                <p14:nvPr/>
              </p14:nvContentPartPr>
              <p14:xfrm>
                <a:off x="1289033" y="1187746"/>
                <a:ext cx="116280" cy="3672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73B6F949-5A8C-407F-AB17-93844846D6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80033" y="1179106"/>
                  <a:ext cx="13392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A275405C-A2AF-45C8-A64D-EF930EC84906}"/>
              </a:ext>
            </a:extLst>
          </p:cNvPr>
          <p:cNvGrpSpPr/>
          <p:nvPr/>
        </p:nvGrpSpPr>
        <p:grpSpPr>
          <a:xfrm>
            <a:off x="1575233" y="789586"/>
            <a:ext cx="570960" cy="781920"/>
            <a:chOff x="1575233" y="789586"/>
            <a:chExt cx="570960" cy="78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A9C1FAC3-A8AE-45AC-8E70-32819938396F}"/>
                    </a:ext>
                  </a:extLst>
                </p14:cNvPr>
                <p14:cNvContentPartPr/>
                <p14:nvPr/>
              </p14:nvContentPartPr>
              <p14:xfrm>
                <a:off x="1753793" y="947986"/>
                <a:ext cx="330840" cy="828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A9C1FAC3-A8AE-45AC-8E70-32819938396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44793" y="938986"/>
                  <a:ext cx="3484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B86F58C-01C9-4D29-B107-483A0E552529}"/>
                    </a:ext>
                  </a:extLst>
                </p14:cNvPr>
                <p14:cNvContentPartPr/>
                <p14:nvPr/>
              </p14:nvContentPartPr>
              <p14:xfrm>
                <a:off x="1768193" y="955546"/>
                <a:ext cx="345600" cy="3369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B86F58C-01C9-4D29-B107-483A0E55252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59553" y="946906"/>
                  <a:ext cx="3632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DD52705-4B52-4DF4-9977-BE816634F660}"/>
                    </a:ext>
                  </a:extLst>
                </p14:cNvPr>
                <p14:cNvContentPartPr/>
                <p14:nvPr/>
              </p14:nvContentPartPr>
              <p14:xfrm>
                <a:off x="1575233" y="1419946"/>
                <a:ext cx="73800" cy="1515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DD52705-4B52-4DF4-9977-BE816634F66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66233" y="1411306"/>
                  <a:ext cx="91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A41C964-5430-45F0-B3F2-F51BD45F3D76}"/>
                    </a:ext>
                  </a:extLst>
                </p14:cNvPr>
                <p14:cNvContentPartPr/>
                <p14:nvPr/>
              </p14:nvContentPartPr>
              <p14:xfrm>
                <a:off x="1622393" y="1392226"/>
                <a:ext cx="360" cy="3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A41C964-5430-45F0-B3F2-F51BD45F3D7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13753" y="13832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77B56FEF-B58C-40D4-8C03-BBED9A607DE0}"/>
                    </a:ext>
                  </a:extLst>
                </p14:cNvPr>
                <p14:cNvContentPartPr/>
                <p14:nvPr/>
              </p14:nvContentPartPr>
              <p14:xfrm>
                <a:off x="1713473" y="1436506"/>
                <a:ext cx="222840" cy="709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77B56FEF-B58C-40D4-8C03-BBED9A607DE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04473" y="1427866"/>
                  <a:ext cx="240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AB88B246-826D-4855-9CC2-68E289D5E72E}"/>
                    </a:ext>
                  </a:extLst>
                </p14:cNvPr>
                <p14:cNvContentPartPr/>
                <p14:nvPr/>
              </p14:nvContentPartPr>
              <p14:xfrm>
                <a:off x="1982033" y="1337506"/>
                <a:ext cx="156600" cy="18180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AB88B246-826D-4855-9CC2-68E289D5E72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73033" y="1328506"/>
                  <a:ext cx="174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EF938BC7-6BC4-4C6A-879E-91CCAACF6FC4}"/>
                    </a:ext>
                  </a:extLst>
                </p14:cNvPr>
                <p14:cNvContentPartPr/>
                <p14:nvPr/>
              </p14:nvContentPartPr>
              <p14:xfrm>
                <a:off x="1908593" y="810106"/>
                <a:ext cx="98280" cy="1213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EF938BC7-6BC4-4C6A-879E-91CCAACF6F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99953" y="801466"/>
                  <a:ext cx="115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6934FBB4-BFCB-450A-939F-7FF9C89A1410}"/>
                    </a:ext>
                  </a:extLst>
                </p14:cNvPr>
                <p14:cNvContentPartPr/>
                <p14:nvPr/>
              </p14:nvContentPartPr>
              <p14:xfrm>
                <a:off x="2041073" y="789586"/>
                <a:ext cx="105120" cy="6300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6934FBB4-BFCB-450A-939F-7FF9C89A14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32073" y="780946"/>
                  <a:ext cx="12276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026AB925-4D59-4349-BA41-F59D5B487817}"/>
              </a:ext>
            </a:extLst>
          </p:cNvPr>
          <p:cNvGrpSpPr/>
          <p:nvPr/>
        </p:nvGrpSpPr>
        <p:grpSpPr>
          <a:xfrm>
            <a:off x="2350313" y="857986"/>
            <a:ext cx="1683720" cy="484920"/>
            <a:chOff x="2350313" y="857986"/>
            <a:chExt cx="168372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07366B03-3B93-4440-8411-B60BCA9FFBCE}"/>
                    </a:ext>
                  </a:extLst>
                </p14:cNvPr>
                <p14:cNvContentPartPr/>
                <p14:nvPr/>
              </p14:nvContentPartPr>
              <p14:xfrm>
                <a:off x="2350313" y="1007386"/>
                <a:ext cx="137520" cy="1375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07366B03-3B93-4440-8411-B60BCA9FFB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1673" y="998386"/>
                  <a:ext cx="155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A9ED2535-1F81-489E-A1A1-3C82AAEFD91A}"/>
                    </a:ext>
                  </a:extLst>
                </p14:cNvPr>
                <p14:cNvContentPartPr/>
                <p14:nvPr/>
              </p14:nvContentPartPr>
              <p14:xfrm>
                <a:off x="2379833" y="956626"/>
                <a:ext cx="121680" cy="1684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A9ED2535-1F81-489E-A1A1-3C82AAEFD9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71193" y="947626"/>
                  <a:ext cx="139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5EE60F75-1733-44C2-93A8-CC9F039F0D2A}"/>
                    </a:ext>
                  </a:extLst>
                </p14:cNvPr>
                <p14:cNvContentPartPr/>
                <p14:nvPr/>
              </p14:nvContentPartPr>
              <p14:xfrm>
                <a:off x="2619233" y="1053826"/>
                <a:ext cx="78840" cy="1087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5EE60F75-1733-44C2-93A8-CC9F039F0D2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10233" y="1045186"/>
                  <a:ext cx="96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2ACFFD1C-CD7A-4F2E-B894-020DDCE78F37}"/>
                    </a:ext>
                  </a:extLst>
                </p14:cNvPr>
                <p14:cNvContentPartPr/>
                <p14:nvPr/>
              </p14:nvContentPartPr>
              <p14:xfrm>
                <a:off x="2633633" y="992986"/>
                <a:ext cx="360" cy="3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2ACFFD1C-CD7A-4F2E-B894-020DDCE78F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24993" y="9843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F7AE9541-01BC-473D-9691-D02923DD9C93}"/>
                    </a:ext>
                  </a:extLst>
                </p14:cNvPr>
                <p14:cNvContentPartPr/>
                <p14:nvPr/>
              </p14:nvContentPartPr>
              <p14:xfrm>
                <a:off x="2660633" y="857986"/>
                <a:ext cx="109800" cy="914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F7AE9541-01BC-473D-9691-D02923DD9C9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651633" y="848986"/>
                  <a:ext cx="127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F6A5D33E-8B90-4512-8968-0370E38645A4}"/>
                    </a:ext>
                  </a:extLst>
                </p14:cNvPr>
                <p14:cNvContentPartPr/>
                <p14:nvPr/>
              </p14:nvContentPartPr>
              <p14:xfrm>
                <a:off x="2860073" y="1045906"/>
                <a:ext cx="22320" cy="2970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F6A5D33E-8B90-4512-8968-0370E38645A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851433" y="1037266"/>
                  <a:ext cx="39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A204A56B-E6B1-4B8E-8FF3-0C53FE4809FD}"/>
                    </a:ext>
                  </a:extLst>
                </p14:cNvPr>
                <p14:cNvContentPartPr/>
                <p14:nvPr/>
              </p14:nvContentPartPr>
              <p14:xfrm>
                <a:off x="2820113" y="1032226"/>
                <a:ext cx="122040" cy="1540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A204A56B-E6B1-4B8E-8FF3-0C53FE4809F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811473" y="1023586"/>
                  <a:ext cx="139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89D5023-861A-46F6-A82A-E45DA0C27457}"/>
                    </a:ext>
                  </a:extLst>
                </p14:cNvPr>
                <p14:cNvContentPartPr/>
                <p14:nvPr/>
              </p14:nvContentPartPr>
              <p14:xfrm>
                <a:off x="3050513" y="982546"/>
                <a:ext cx="105480" cy="1976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89D5023-861A-46F6-A82A-E45DA0C2745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41513" y="973906"/>
                  <a:ext cx="123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E2A99268-AB65-4ADF-A8F3-4BA45761BDC1}"/>
                    </a:ext>
                  </a:extLst>
                </p14:cNvPr>
                <p14:cNvContentPartPr/>
                <p14:nvPr/>
              </p14:nvContentPartPr>
              <p14:xfrm>
                <a:off x="3182633" y="999106"/>
                <a:ext cx="162720" cy="1562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E2A99268-AB65-4ADF-A8F3-4BA45761BDC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73993" y="990466"/>
                  <a:ext cx="180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F8F406CA-39FF-4E3C-BF2D-84F865B4E496}"/>
                    </a:ext>
                  </a:extLst>
                </p14:cNvPr>
                <p14:cNvContentPartPr/>
                <p14:nvPr/>
              </p14:nvContentPartPr>
              <p14:xfrm>
                <a:off x="3190553" y="943306"/>
                <a:ext cx="120960" cy="2462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F8F406CA-39FF-4E3C-BF2D-84F865B4E49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81913" y="934666"/>
                  <a:ext cx="1386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347BEE02-226D-4B1A-9131-27FBD0CEA921}"/>
                    </a:ext>
                  </a:extLst>
                </p14:cNvPr>
                <p14:cNvContentPartPr/>
                <p14:nvPr/>
              </p14:nvContentPartPr>
              <p14:xfrm>
                <a:off x="3448673" y="1026826"/>
                <a:ext cx="136800" cy="9000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347BEE02-226D-4B1A-9131-27FBD0CEA92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439673" y="1018186"/>
                  <a:ext cx="154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E298927-F1EC-4E58-94CB-BDFA02EEDD42}"/>
                    </a:ext>
                  </a:extLst>
                </p14:cNvPr>
                <p14:cNvContentPartPr/>
                <p14:nvPr/>
              </p14:nvContentPartPr>
              <p14:xfrm>
                <a:off x="3635153" y="1007386"/>
                <a:ext cx="85680" cy="1270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E298927-F1EC-4E58-94CB-BDFA02EEDD4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626153" y="998386"/>
                  <a:ext cx="103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8D1C095B-2A2B-4198-BA7E-9C1FDD47DE46}"/>
                    </a:ext>
                  </a:extLst>
                </p14:cNvPr>
                <p14:cNvContentPartPr/>
                <p14:nvPr/>
              </p14:nvContentPartPr>
              <p14:xfrm>
                <a:off x="3704993" y="963466"/>
                <a:ext cx="207720" cy="1508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8D1C095B-2A2B-4198-BA7E-9C1FDD47DE4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96353" y="954466"/>
                  <a:ext cx="225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1E06DC02-C524-4237-9183-C4DAFD13BB19}"/>
                    </a:ext>
                  </a:extLst>
                </p14:cNvPr>
                <p14:cNvContentPartPr/>
                <p14:nvPr/>
              </p14:nvContentPartPr>
              <p14:xfrm>
                <a:off x="3863393" y="980026"/>
                <a:ext cx="360" cy="3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1E06DC02-C524-4237-9183-C4DAFD13BB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54393" y="9710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E83BAF37-5678-4179-B7E6-50FAC6703CD3}"/>
                    </a:ext>
                  </a:extLst>
                </p14:cNvPr>
                <p14:cNvContentPartPr/>
                <p14:nvPr/>
              </p14:nvContentPartPr>
              <p14:xfrm>
                <a:off x="3952313" y="910546"/>
                <a:ext cx="81720" cy="2890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E83BAF37-5678-4179-B7E6-50FAC6703CD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43313" y="901546"/>
                  <a:ext cx="9936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E59DAAD0-FE51-4A96-824B-4B62B2A727D6}"/>
                  </a:ext>
                </a:extLst>
              </p14:cNvPr>
              <p14:cNvContentPartPr/>
              <p14:nvPr/>
            </p14:nvContentPartPr>
            <p14:xfrm>
              <a:off x="420713" y="1967146"/>
              <a:ext cx="120240" cy="2088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E59DAAD0-FE51-4A96-824B-4B62B2A727D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12073" y="1958146"/>
                <a:ext cx="1378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F83D78C4-9E2E-4FD9-8D6E-A9ED8D8C69E3}"/>
                  </a:ext>
                </a:extLst>
              </p14:cNvPr>
              <p14:cNvContentPartPr/>
              <p14:nvPr/>
            </p14:nvContentPartPr>
            <p14:xfrm>
              <a:off x="399473" y="2092066"/>
              <a:ext cx="116280" cy="828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F83D78C4-9E2E-4FD9-8D6E-A9ED8D8C69E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90833" y="2083426"/>
                <a:ext cx="13392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upo 140">
            <a:extLst>
              <a:ext uri="{FF2B5EF4-FFF2-40B4-BE49-F238E27FC236}">
                <a16:creationId xmlns:a16="http://schemas.microsoft.com/office/drawing/2014/main" id="{D0BFDE7E-3D2E-4F34-8E59-E45FC268BADF}"/>
              </a:ext>
            </a:extLst>
          </p:cNvPr>
          <p:cNvGrpSpPr/>
          <p:nvPr/>
        </p:nvGrpSpPr>
        <p:grpSpPr>
          <a:xfrm>
            <a:off x="3828473" y="1848706"/>
            <a:ext cx="203400" cy="205560"/>
            <a:chOff x="3828473" y="1848706"/>
            <a:chExt cx="20340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D63DB83E-5E65-4A9B-BEBC-9F740AC74C19}"/>
                    </a:ext>
                  </a:extLst>
                </p14:cNvPr>
                <p14:cNvContentPartPr/>
                <p14:nvPr/>
              </p14:nvContentPartPr>
              <p14:xfrm>
                <a:off x="3920273" y="1848706"/>
                <a:ext cx="37080" cy="2055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D63DB83E-5E65-4A9B-BEBC-9F740AC74C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11633" y="1839706"/>
                  <a:ext cx="54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4FF27D6F-0833-481D-95EB-935F27BC08BB}"/>
                    </a:ext>
                  </a:extLst>
                </p14:cNvPr>
                <p14:cNvContentPartPr/>
                <p14:nvPr/>
              </p14:nvContentPartPr>
              <p14:xfrm>
                <a:off x="3828473" y="1966786"/>
                <a:ext cx="203400" cy="1008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4FF27D6F-0833-481D-95EB-935F27BC08B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19833" y="1958146"/>
                  <a:ext cx="2210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3DC30F7F-76F4-4451-824F-B470AB16EC8E}"/>
              </a:ext>
            </a:extLst>
          </p:cNvPr>
          <p:cNvGrpSpPr/>
          <p:nvPr/>
        </p:nvGrpSpPr>
        <p:grpSpPr>
          <a:xfrm>
            <a:off x="4304033" y="1786066"/>
            <a:ext cx="1050480" cy="307440"/>
            <a:chOff x="4304033" y="1786066"/>
            <a:chExt cx="105048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D0B50C08-5BF0-4B63-8F98-BF01D3959097}"/>
                    </a:ext>
                  </a:extLst>
                </p14:cNvPr>
                <p14:cNvContentPartPr/>
                <p14:nvPr/>
              </p14:nvContentPartPr>
              <p14:xfrm>
                <a:off x="4304033" y="1890466"/>
                <a:ext cx="160200" cy="2012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D0B50C08-5BF0-4B63-8F98-BF01D395909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95033" y="1881466"/>
                  <a:ext cx="177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F643A4F2-DC42-4BBC-8A70-84F7E4158DE4}"/>
                    </a:ext>
                  </a:extLst>
                </p14:cNvPr>
                <p14:cNvContentPartPr/>
                <p14:nvPr/>
              </p14:nvContentPartPr>
              <p14:xfrm>
                <a:off x="4534793" y="1786066"/>
                <a:ext cx="108000" cy="11520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F643A4F2-DC42-4BBC-8A70-84F7E4158DE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26153" y="1777426"/>
                  <a:ext cx="125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ED149036-C7E2-4FEB-BDB5-3672723DDB72}"/>
                    </a:ext>
                  </a:extLst>
                </p14:cNvPr>
                <p14:cNvContentPartPr/>
                <p14:nvPr/>
              </p14:nvContentPartPr>
              <p14:xfrm>
                <a:off x="4726673" y="1961746"/>
                <a:ext cx="73440" cy="6948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ED149036-C7E2-4FEB-BDB5-3672723DDB7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17673" y="1953106"/>
                  <a:ext cx="91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ECA446BC-838B-4A51-863F-BF135C9F452A}"/>
                    </a:ext>
                  </a:extLst>
                </p14:cNvPr>
                <p14:cNvContentPartPr/>
                <p14:nvPr/>
              </p14:nvContentPartPr>
              <p14:xfrm>
                <a:off x="4725593" y="1968586"/>
                <a:ext cx="91080" cy="943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ECA446BC-838B-4A51-863F-BF135C9F452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16953" y="1959946"/>
                  <a:ext cx="1087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8AAA2A59-7BD3-4E92-A336-9F818D796FA8}"/>
                    </a:ext>
                  </a:extLst>
                </p14:cNvPr>
                <p14:cNvContentPartPr/>
                <p14:nvPr/>
              </p14:nvContentPartPr>
              <p14:xfrm>
                <a:off x="4942313" y="1905946"/>
                <a:ext cx="120960" cy="1274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8AAA2A59-7BD3-4E92-A336-9F818D796F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33673" y="1897306"/>
                  <a:ext cx="138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47C1EAD8-F9D0-4820-A561-077F38A5030F}"/>
                    </a:ext>
                  </a:extLst>
                </p14:cNvPr>
                <p14:cNvContentPartPr/>
                <p14:nvPr/>
              </p14:nvContentPartPr>
              <p14:xfrm>
                <a:off x="5085233" y="2018266"/>
                <a:ext cx="65160" cy="7524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47C1EAD8-F9D0-4820-A561-077F38A5030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76233" y="2009266"/>
                  <a:ext cx="82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4A2A7275-4292-4298-8019-732368E8DA74}"/>
                    </a:ext>
                  </a:extLst>
                </p14:cNvPr>
                <p14:cNvContentPartPr/>
                <p14:nvPr/>
              </p14:nvContentPartPr>
              <p14:xfrm>
                <a:off x="5236073" y="1846186"/>
                <a:ext cx="118440" cy="18432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4A2A7275-4292-4298-8019-732368E8DA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27073" y="1837546"/>
                  <a:ext cx="13608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upo 151">
            <a:extLst>
              <a:ext uri="{FF2B5EF4-FFF2-40B4-BE49-F238E27FC236}">
                <a16:creationId xmlns:a16="http://schemas.microsoft.com/office/drawing/2014/main" id="{8909E840-8049-497E-BF52-72ADC5D955D7}"/>
              </a:ext>
            </a:extLst>
          </p:cNvPr>
          <p:cNvGrpSpPr/>
          <p:nvPr/>
        </p:nvGrpSpPr>
        <p:grpSpPr>
          <a:xfrm>
            <a:off x="5522993" y="1781386"/>
            <a:ext cx="220680" cy="225720"/>
            <a:chOff x="5522993" y="1781386"/>
            <a:chExt cx="22068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E7CEA172-A41C-443B-A581-96E68E3CF372}"/>
                    </a:ext>
                  </a:extLst>
                </p14:cNvPr>
                <p14:cNvContentPartPr/>
                <p14:nvPr/>
              </p14:nvContentPartPr>
              <p14:xfrm>
                <a:off x="5648633" y="1781386"/>
                <a:ext cx="19800" cy="2257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E7CEA172-A41C-443B-A581-96E68E3CF37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9993" y="1772746"/>
                  <a:ext cx="37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52D2B69F-FB46-4963-984E-7A32E92F4313}"/>
                    </a:ext>
                  </a:extLst>
                </p14:cNvPr>
                <p14:cNvContentPartPr/>
                <p14:nvPr/>
              </p14:nvContentPartPr>
              <p14:xfrm>
                <a:off x="5522993" y="1907746"/>
                <a:ext cx="220680" cy="108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52D2B69F-FB46-4963-984E-7A32E92F431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14353" y="1899106"/>
                  <a:ext cx="2383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9102848A-05B4-4C0C-B5E8-A6264835B476}"/>
              </a:ext>
            </a:extLst>
          </p:cNvPr>
          <p:cNvGrpSpPr/>
          <p:nvPr/>
        </p:nvGrpSpPr>
        <p:grpSpPr>
          <a:xfrm>
            <a:off x="5968673" y="1604986"/>
            <a:ext cx="486720" cy="371160"/>
            <a:chOff x="5968673" y="1604986"/>
            <a:chExt cx="4867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37410D8A-120D-491F-9E2C-C22557ABD806}"/>
                    </a:ext>
                  </a:extLst>
                </p14:cNvPr>
                <p14:cNvContentPartPr/>
                <p14:nvPr/>
              </p14:nvContentPartPr>
              <p14:xfrm>
                <a:off x="5968673" y="1771666"/>
                <a:ext cx="139680" cy="2044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37410D8A-120D-491F-9E2C-C22557ABD80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60033" y="1762666"/>
                  <a:ext cx="157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870D066E-A6FD-4D3D-9741-902792155C79}"/>
                    </a:ext>
                  </a:extLst>
                </p14:cNvPr>
                <p14:cNvContentPartPr/>
                <p14:nvPr/>
              </p14:nvContentPartPr>
              <p14:xfrm>
                <a:off x="6181433" y="1604986"/>
                <a:ext cx="73800" cy="1321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870D066E-A6FD-4D3D-9741-902792155C7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72793" y="1595986"/>
                  <a:ext cx="91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ABFCF92C-09D3-42DE-9050-0DC83CDA4376}"/>
                    </a:ext>
                  </a:extLst>
                </p14:cNvPr>
                <p14:cNvContentPartPr/>
                <p14:nvPr/>
              </p14:nvContentPartPr>
              <p14:xfrm>
                <a:off x="6363233" y="1819906"/>
                <a:ext cx="92160" cy="10980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ABFCF92C-09D3-42DE-9050-0DC83CDA437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54233" y="1811266"/>
                  <a:ext cx="109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93E405C0-303F-4C53-905E-F54F1B8455BE}"/>
                    </a:ext>
                  </a:extLst>
                </p14:cNvPr>
                <p14:cNvContentPartPr/>
                <p14:nvPr/>
              </p14:nvContentPartPr>
              <p14:xfrm>
                <a:off x="6362153" y="1835746"/>
                <a:ext cx="63360" cy="986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93E405C0-303F-4C53-905E-F54F1B8455B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53513" y="1826746"/>
                  <a:ext cx="810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DE7D5604-B6F0-425D-932B-48EEB051D105}"/>
              </a:ext>
            </a:extLst>
          </p:cNvPr>
          <p:cNvGrpSpPr/>
          <p:nvPr/>
        </p:nvGrpSpPr>
        <p:grpSpPr>
          <a:xfrm>
            <a:off x="6697313" y="1719826"/>
            <a:ext cx="571680" cy="277200"/>
            <a:chOff x="6697313" y="1719826"/>
            <a:chExt cx="57168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3FCC07C-8E0C-418D-9ACA-FA6FF71D2D44}"/>
                    </a:ext>
                  </a:extLst>
                </p14:cNvPr>
                <p14:cNvContentPartPr/>
                <p14:nvPr/>
              </p14:nvContentPartPr>
              <p14:xfrm>
                <a:off x="6697313" y="1752226"/>
                <a:ext cx="109080" cy="1440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3FCC07C-8E0C-418D-9ACA-FA6FF71D2D4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88673" y="1743586"/>
                  <a:ext cx="126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20AAA9BF-4CA0-44F0-9BB5-1E90B6ECAAD1}"/>
                    </a:ext>
                  </a:extLst>
                </p14:cNvPr>
                <p14:cNvContentPartPr/>
                <p14:nvPr/>
              </p14:nvContentPartPr>
              <p14:xfrm>
                <a:off x="6826193" y="1859146"/>
                <a:ext cx="34200" cy="13788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20AAA9BF-4CA0-44F0-9BB5-1E90B6ECAAD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17553" y="1850146"/>
                  <a:ext cx="51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351F8594-2A95-49C3-9971-B487BFD2CD2F}"/>
                    </a:ext>
                  </a:extLst>
                </p14:cNvPr>
                <p14:cNvContentPartPr/>
                <p14:nvPr/>
              </p14:nvContentPartPr>
              <p14:xfrm>
                <a:off x="6973793" y="1776346"/>
                <a:ext cx="83520" cy="1202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351F8594-2A95-49C3-9971-B487BFD2CD2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964793" y="1767706"/>
                  <a:ext cx="101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F06AABDA-60DF-4557-A53C-AA1F5C9AB2D0}"/>
                    </a:ext>
                  </a:extLst>
                </p14:cNvPr>
                <p14:cNvContentPartPr/>
                <p14:nvPr/>
              </p14:nvContentPartPr>
              <p14:xfrm>
                <a:off x="7159913" y="1719826"/>
                <a:ext cx="109080" cy="17172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F06AABDA-60DF-4557-A53C-AA1F5C9AB2D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50913" y="1711186"/>
                  <a:ext cx="1267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92432E0A-759A-4042-841A-C5EF5BB8F023}"/>
              </a:ext>
            </a:extLst>
          </p:cNvPr>
          <p:cNvGrpSpPr/>
          <p:nvPr/>
        </p:nvGrpSpPr>
        <p:grpSpPr>
          <a:xfrm>
            <a:off x="7436393" y="1754746"/>
            <a:ext cx="107640" cy="79560"/>
            <a:chOff x="7436393" y="1754746"/>
            <a:chExt cx="10764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59025DFC-F7E8-4782-8F24-FE7C144FB7EC}"/>
                    </a:ext>
                  </a:extLst>
                </p14:cNvPr>
                <p14:cNvContentPartPr/>
                <p14:nvPr/>
              </p14:nvContentPartPr>
              <p14:xfrm>
                <a:off x="7474913" y="1754746"/>
                <a:ext cx="69120" cy="39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59025DFC-F7E8-4782-8F24-FE7C144FB7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66273" y="1746106"/>
                  <a:ext cx="86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07E7C6EA-44BB-44C9-8F9F-A1B15354D968}"/>
                    </a:ext>
                  </a:extLst>
                </p14:cNvPr>
                <p14:cNvContentPartPr/>
                <p14:nvPr/>
              </p14:nvContentPartPr>
              <p14:xfrm>
                <a:off x="7436393" y="1830346"/>
                <a:ext cx="99000" cy="396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07E7C6EA-44BB-44C9-8F9F-A1B15354D96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427393" y="1821706"/>
                  <a:ext cx="1166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535E6C40-FD3E-4BB9-9B04-DE9A1F4F1298}"/>
              </a:ext>
            </a:extLst>
          </p:cNvPr>
          <p:cNvGrpSpPr/>
          <p:nvPr/>
        </p:nvGrpSpPr>
        <p:grpSpPr>
          <a:xfrm>
            <a:off x="4275953" y="710386"/>
            <a:ext cx="2649240" cy="933480"/>
            <a:chOff x="4275953" y="710386"/>
            <a:chExt cx="2649240" cy="93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F06BE7EF-D4EA-46C4-87B1-0FC42B17751D}"/>
                    </a:ext>
                  </a:extLst>
                </p14:cNvPr>
                <p14:cNvContentPartPr/>
                <p14:nvPr/>
              </p14:nvContentPartPr>
              <p14:xfrm>
                <a:off x="4275953" y="1026826"/>
                <a:ext cx="90360" cy="46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F06BE7EF-D4EA-46C4-87B1-0FC42B17751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67313" y="1018186"/>
                  <a:ext cx="108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D7F2352-59EB-402F-8578-730A1F19079A}"/>
                    </a:ext>
                  </a:extLst>
                </p14:cNvPr>
                <p14:cNvContentPartPr/>
                <p14:nvPr/>
              </p14:nvContentPartPr>
              <p14:xfrm>
                <a:off x="4278833" y="1089466"/>
                <a:ext cx="100800" cy="54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D7F2352-59EB-402F-8578-730A1F19079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70193" y="1080826"/>
                  <a:ext cx="1184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76FC506E-4F14-4180-8D0A-60CF918FB42E}"/>
                    </a:ext>
                  </a:extLst>
                </p14:cNvPr>
                <p14:cNvContentPartPr/>
                <p14:nvPr/>
              </p14:nvContentPartPr>
              <p14:xfrm>
                <a:off x="4520753" y="1499866"/>
                <a:ext cx="95400" cy="1440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76FC506E-4F14-4180-8D0A-60CF918FB42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511753" y="1491226"/>
                  <a:ext cx="113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F6063356-275D-4647-B4D2-A7C761289937}"/>
                    </a:ext>
                  </a:extLst>
                </p14:cNvPr>
                <p14:cNvContentPartPr/>
                <p14:nvPr/>
              </p14:nvContentPartPr>
              <p14:xfrm>
                <a:off x="4513913" y="1433986"/>
                <a:ext cx="360" cy="3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F6063356-275D-4647-B4D2-A7C7612899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04913" y="14249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36489DC7-CAE1-4F20-A814-A1DF80DBCC75}"/>
                    </a:ext>
                  </a:extLst>
                </p14:cNvPr>
                <p14:cNvContentPartPr/>
                <p14:nvPr/>
              </p14:nvContentPartPr>
              <p14:xfrm>
                <a:off x="4657913" y="1460986"/>
                <a:ext cx="156960" cy="802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36489DC7-CAE1-4F20-A814-A1DF80DBCC7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49273" y="1451986"/>
                  <a:ext cx="174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75EED243-E941-420C-84A2-C86789CE1375}"/>
                    </a:ext>
                  </a:extLst>
                </p14:cNvPr>
                <p14:cNvContentPartPr/>
                <p14:nvPr/>
              </p14:nvContentPartPr>
              <p14:xfrm>
                <a:off x="4878233" y="1501666"/>
                <a:ext cx="17640" cy="716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75EED243-E941-420C-84A2-C86789CE137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69593" y="1493026"/>
                  <a:ext cx="35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1D92D003-EEA8-4BD5-A225-3D0180D6F9A0}"/>
                    </a:ext>
                  </a:extLst>
                </p14:cNvPr>
                <p14:cNvContentPartPr/>
                <p14:nvPr/>
              </p14:nvContentPartPr>
              <p14:xfrm>
                <a:off x="4622273" y="930346"/>
                <a:ext cx="363240" cy="1620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1D92D003-EEA8-4BD5-A225-3D0180D6F9A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13273" y="921706"/>
                  <a:ext cx="380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58C62ACB-0301-447D-85DF-0B64F896A485}"/>
                    </a:ext>
                  </a:extLst>
                </p14:cNvPr>
                <p14:cNvContentPartPr/>
                <p14:nvPr/>
              </p14:nvContentPartPr>
              <p14:xfrm>
                <a:off x="4612553" y="968506"/>
                <a:ext cx="378000" cy="3830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58C62ACB-0301-447D-85DF-0B64F896A48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603553" y="959866"/>
                  <a:ext cx="3956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1F53823F-9C07-42F3-AF02-7AE10E75D87A}"/>
                    </a:ext>
                  </a:extLst>
                </p14:cNvPr>
                <p14:cNvContentPartPr/>
                <p14:nvPr/>
              </p14:nvContentPartPr>
              <p14:xfrm>
                <a:off x="4752593" y="710386"/>
                <a:ext cx="100080" cy="954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1F53823F-9C07-42F3-AF02-7AE10E75D87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43593" y="701746"/>
                  <a:ext cx="117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CCF01BA7-0491-4EC6-84EE-8642DD8278F0}"/>
                    </a:ext>
                  </a:extLst>
                </p14:cNvPr>
                <p14:cNvContentPartPr/>
                <p14:nvPr/>
              </p14:nvContentPartPr>
              <p14:xfrm>
                <a:off x="4856273" y="721546"/>
                <a:ext cx="11160" cy="16200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CCF01BA7-0491-4EC6-84EE-8642DD8278F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847273" y="712906"/>
                  <a:ext cx="28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8DF791E0-4A33-45EA-A9C5-1E61DAFA9B1D}"/>
                    </a:ext>
                  </a:extLst>
                </p14:cNvPr>
                <p14:cNvContentPartPr/>
                <p14:nvPr/>
              </p14:nvContentPartPr>
              <p14:xfrm>
                <a:off x="5123753" y="976786"/>
                <a:ext cx="183240" cy="12420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8DF791E0-4A33-45EA-A9C5-1E61DAFA9B1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15113" y="967786"/>
                  <a:ext cx="200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4818E153-A65C-4A81-87CF-7ADDCBD0F732}"/>
                    </a:ext>
                  </a:extLst>
                </p14:cNvPr>
                <p14:cNvContentPartPr/>
                <p14:nvPr/>
              </p14:nvContentPartPr>
              <p14:xfrm>
                <a:off x="5144633" y="938986"/>
                <a:ext cx="180720" cy="2178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4818E153-A65C-4A81-87CF-7ADDCBD0F73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35633" y="930346"/>
                  <a:ext cx="198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EE5F3EBB-DE49-4D02-8335-6FA162EE81AF}"/>
                    </a:ext>
                  </a:extLst>
                </p14:cNvPr>
                <p14:cNvContentPartPr/>
                <p14:nvPr/>
              </p14:nvContentPartPr>
              <p14:xfrm>
                <a:off x="5377193" y="1065346"/>
                <a:ext cx="69120" cy="9936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EE5F3EBB-DE49-4D02-8335-6FA162EE81A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368193" y="1056346"/>
                  <a:ext cx="86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3ABC9A2E-DB28-4AAF-9B79-F9F6BCDD7763}"/>
                    </a:ext>
                  </a:extLst>
                </p14:cNvPr>
                <p14:cNvContentPartPr/>
                <p14:nvPr/>
              </p14:nvContentPartPr>
              <p14:xfrm>
                <a:off x="5384753" y="999826"/>
                <a:ext cx="52560" cy="6552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3ABC9A2E-DB28-4AAF-9B79-F9F6BCDD776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376113" y="991186"/>
                  <a:ext cx="70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8A9F6CB3-9A76-42FF-8D49-E20A97AE76A4}"/>
                    </a:ext>
                  </a:extLst>
                </p14:cNvPr>
                <p14:cNvContentPartPr/>
                <p14:nvPr/>
              </p14:nvContentPartPr>
              <p14:xfrm>
                <a:off x="5578433" y="974626"/>
                <a:ext cx="38880" cy="2520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8A9F6CB3-9A76-42FF-8D49-E20A97AE76A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569793" y="965986"/>
                  <a:ext cx="56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04392731-42D1-4E56-A834-F5415ED0B8E6}"/>
                    </a:ext>
                  </a:extLst>
                </p14:cNvPr>
                <p14:cNvContentPartPr/>
                <p14:nvPr/>
              </p14:nvContentPartPr>
              <p14:xfrm>
                <a:off x="5738273" y="950506"/>
                <a:ext cx="15120" cy="2386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04392731-42D1-4E56-A834-F5415ED0B8E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729633" y="941506"/>
                  <a:ext cx="32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19449C57-CAE1-409E-B099-F23C88E0CA9B}"/>
                    </a:ext>
                  </a:extLst>
                </p14:cNvPr>
                <p14:cNvContentPartPr/>
                <p14:nvPr/>
              </p14:nvContentPartPr>
              <p14:xfrm>
                <a:off x="5690393" y="903706"/>
                <a:ext cx="156600" cy="13248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19449C57-CAE1-409E-B099-F23C88E0CA9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681393" y="894706"/>
                  <a:ext cx="174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5DBE8BDF-D64F-4ACB-88EF-88304B5029A1}"/>
                    </a:ext>
                  </a:extLst>
                </p14:cNvPr>
                <p14:cNvContentPartPr/>
                <p14:nvPr/>
              </p14:nvContentPartPr>
              <p14:xfrm>
                <a:off x="5928353" y="868786"/>
                <a:ext cx="97200" cy="21096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5DBE8BDF-D64F-4ACB-88EF-88304B5029A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919353" y="859786"/>
                  <a:ext cx="114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FAE5BBCC-4FD3-464A-B297-BF929908ECFE}"/>
                    </a:ext>
                  </a:extLst>
                </p14:cNvPr>
                <p14:cNvContentPartPr/>
                <p14:nvPr/>
              </p14:nvContentPartPr>
              <p14:xfrm>
                <a:off x="6106913" y="927106"/>
                <a:ext cx="110520" cy="13356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FAE5BBCC-4FD3-464A-B297-BF929908ECF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98273" y="918106"/>
                  <a:ext cx="1281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28C36433-3F33-4837-83E2-103188F92B31}"/>
                    </a:ext>
                  </a:extLst>
                </p14:cNvPr>
                <p14:cNvContentPartPr/>
                <p14:nvPr/>
              </p14:nvContentPartPr>
              <p14:xfrm>
                <a:off x="6078833" y="879226"/>
                <a:ext cx="127800" cy="21024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28C36433-3F33-4837-83E2-103188F92B3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070193" y="870226"/>
                  <a:ext cx="145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1E03B0B1-6C8D-497B-B034-633B7D6A962E}"/>
                    </a:ext>
                  </a:extLst>
                </p14:cNvPr>
                <p14:cNvContentPartPr/>
                <p14:nvPr/>
              </p14:nvContentPartPr>
              <p14:xfrm>
                <a:off x="6326513" y="960946"/>
                <a:ext cx="100080" cy="752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1E03B0B1-6C8D-497B-B034-633B7D6A962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317513" y="951946"/>
                  <a:ext cx="1177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4FB83703-FA93-4C97-AAE2-6736B749E8E0}"/>
                    </a:ext>
                  </a:extLst>
                </p14:cNvPr>
                <p14:cNvContentPartPr/>
                <p14:nvPr/>
              </p14:nvContentPartPr>
              <p14:xfrm>
                <a:off x="6541073" y="943306"/>
                <a:ext cx="137520" cy="968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4FB83703-FA93-4C97-AAE2-6736B749E8E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532433" y="934666"/>
                  <a:ext cx="155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419DCD55-ADC8-4A2C-9A13-D28720B04F8C}"/>
                    </a:ext>
                  </a:extLst>
                </p14:cNvPr>
                <p14:cNvContentPartPr/>
                <p14:nvPr/>
              </p14:nvContentPartPr>
              <p14:xfrm>
                <a:off x="6570233" y="914866"/>
                <a:ext cx="100800" cy="1141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419DCD55-ADC8-4A2C-9A13-D28720B04F8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561233" y="905866"/>
                  <a:ext cx="118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572E6DB7-8F56-431A-8B92-0EECFE423197}"/>
                    </a:ext>
                  </a:extLst>
                </p14:cNvPr>
                <p14:cNvContentPartPr/>
                <p14:nvPr/>
              </p14:nvContentPartPr>
              <p14:xfrm>
                <a:off x="6733313" y="889666"/>
                <a:ext cx="84600" cy="13680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572E6DB7-8F56-431A-8B92-0EECFE42319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724673" y="880666"/>
                  <a:ext cx="102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277C9132-A9CF-45E0-9799-F847121C78FB}"/>
                    </a:ext>
                  </a:extLst>
                </p14:cNvPr>
                <p14:cNvContentPartPr/>
                <p14:nvPr/>
              </p14:nvContentPartPr>
              <p14:xfrm>
                <a:off x="6829073" y="846826"/>
                <a:ext cx="96120" cy="2404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277C9132-A9CF-45E0-9799-F847121C78F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820433" y="838186"/>
                  <a:ext cx="113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69D4281E-6C90-4300-9F29-712377D58814}"/>
                    </a:ext>
                  </a:extLst>
                </p14:cNvPr>
                <p14:cNvContentPartPr/>
                <p14:nvPr/>
              </p14:nvContentPartPr>
              <p14:xfrm>
                <a:off x="5448113" y="778066"/>
                <a:ext cx="56520" cy="11340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69D4281E-6C90-4300-9F29-712377D5881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439113" y="769426"/>
                  <a:ext cx="741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86AA0F89-F1E2-4BCF-9E8A-1B780CA8D655}"/>
              </a:ext>
            </a:extLst>
          </p:cNvPr>
          <p:cNvGrpSpPr/>
          <p:nvPr/>
        </p:nvGrpSpPr>
        <p:grpSpPr>
          <a:xfrm>
            <a:off x="7788473" y="1647106"/>
            <a:ext cx="415800" cy="239400"/>
            <a:chOff x="7788473" y="1647106"/>
            <a:chExt cx="41580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0952546F-BEA2-4184-8C40-616B6D4374B7}"/>
                    </a:ext>
                  </a:extLst>
                </p14:cNvPr>
                <p14:cNvContentPartPr/>
                <p14:nvPr/>
              </p14:nvContentPartPr>
              <p14:xfrm>
                <a:off x="7788473" y="1647106"/>
                <a:ext cx="118080" cy="1944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0952546F-BEA2-4184-8C40-616B6D4374B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779473" y="1638106"/>
                  <a:ext cx="1357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DC767386-D69C-4AA8-A267-D7FA87B4522B}"/>
                    </a:ext>
                  </a:extLst>
                </p14:cNvPr>
                <p14:cNvContentPartPr/>
                <p14:nvPr/>
              </p14:nvContentPartPr>
              <p14:xfrm>
                <a:off x="7963073" y="1829626"/>
                <a:ext cx="14760" cy="568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DC767386-D69C-4AA8-A267-D7FA87B4522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954433" y="1820626"/>
                  <a:ext cx="32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41135969-3B04-495D-BF2A-8E163849DD67}"/>
                    </a:ext>
                  </a:extLst>
                </p14:cNvPr>
                <p14:cNvContentPartPr/>
                <p14:nvPr/>
              </p14:nvContentPartPr>
              <p14:xfrm>
                <a:off x="8068913" y="1674106"/>
                <a:ext cx="135360" cy="1828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41135969-3B04-495D-BF2A-8E163849DD6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060273" y="1665106"/>
                  <a:ext cx="15300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AB5F81CF-EACF-4C89-A708-291EF9A84D3A}"/>
                  </a:ext>
                </a:extLst>
              </p14:cNvPr>
              <p14:cNvContentPartPr/>
              <p14:nvPr/>
            </p14:nvContentPartPr>
            <p14:xfrm>
              <a:off x="7731233" y="1631266"/>
              <a:ext cx="427320" cy="27576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AB5F81CF-EACF-4C89-A708-291EF9A84D3A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677233" y="1523266"/>
                <a:ext cx="53496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F96AC46E-D274-493C-9F09-0F2AA1B90BE1}"/>
                  </a:ext>
                </a:extLst>
              </p14:cNvPr>
              <p14:cNvContentPartPr/>
              <p14:nvPr/>
            </p14:nvContentPartPr>
            <p14:xfrm>
              <a:off x="2529593" y="224386"/>
              <a:ext cx="561240" cy="38052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F96AC46E-D274-493C-9F09-0F2AA1B90BE1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2475593" y="116746"/>
                <a:ext cx="668880" cy="59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upo 186">
            <a:extLst>
              <a:ext uri="{FF2B5EF4-FFF2-40B4-BE49-F238E27FC236}">
                <a16:creationId xmlns:a16="http://schemas.microsoft.com/office/drawing/2014/main" id="{F10578AD-E7EF-490E-BF50-5C3BD952DC59}"/>
              </a:ext>
            </a:extLst>
          </p:cNvPr>
          <p:cNvGrpSpPr/>
          <p:nvPr/>
        </p:nvGrpSpPr>
        <p:grpSpPr>
          <a:xfrm>
            <a:off x="603593" y="2470426"/>
            <a:ext cx="1424160" cy="267120"/>
            <a:chOff x="603593" y="2470426"/>
            <a:chExt cx="142416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B3548B60-6692-449A-952D-AA34B8AF8FA1}"/>
                    </a:ext>
                  </a:extLst>
                </p14:cNvPr>
                <p14:cNvContentPartPr/>
                <p14:nvPr/>
              </p14:nvContentPartPr>
              <p14:xfrm>
                <a:off x="603593" y="2496706"/>
                <a:ext cx="128880" cy="2088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B3548B60-6692-449A-952D-AA34B8AF8FA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94593" y="2487706"/>
                  <a:ext cx="146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E8011A98-D165-45F3-BB27-D3571B37DA73}"/>
                    </a:ext>
                  </a:extLst>
                </p14:cNvPr>
                <p14:cNvContentPartPr/>
                <p14:nvPr/>
              </p14:nvContentPartPr>
              <p14:xfrm>
                <a:off x="809513" y="2507146"/>
                <a:ext cx="157680" cy="23040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E8011A98-D165-45F3-BB27-D3571B37DA7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00513" y="2498146"/>
                  <a:ext cx="1753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070546FA-0439-473F-B4E0-3A70D1083BFD}"/>
                    </a:ext>
                  </a:extLst>
                </p14:cNvPr>
                <p14:cNvContentPartPr/>
                <p14:nvPr/>
              </p14:nvContentPartPr>
              <p14:xfrm>
                <a:off x="807353" y="2601826"/>
                <a:ext cx="189720" cy="759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070546FA-0439-473F-B4E0-3A70D1083BF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98713" y="2592826"/>
                  <a:ext cx="207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EE6385CD-24A9-45DF-88E1-A8D9CB1FFD71}"/>
                    </a:ext>
                  </a:extLst>
                </p14:cNvPr>
                <p14:cNvContentPartPr/>
                <p14:nvPr/>
              </p14:nvContentPartPr>
              <p14:xfrm>
                <a:off x="1070513" y="2532706"/>
                <a:ext cx="205200" cy="1872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EE6385CD-24A9-45DF-88E1-A8D9CB1FFD7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61513" y="2523706"/>
                  <a:ext cx="222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2DC600B2-0542-4C1F-832E-FA0682F6B5CE}"/>
                    </a:ext>
                  </a:extLst>
                </p14:cNvPr>
                <p14:cNvContentPartPr/>
                <p14:nvPr/>
              </p14:nvContentPartPr>
              <p14:xfrm>
                <a:off x="1298753" y="2517226"/>
                <a:ext cx="123120" cy="2091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2DC600B2-0542-4C1F-832E-FA0682F6B5C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289753" y="2508586"/>
                  <a:ext cx="1407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1555BAC0-B2E9-4299-9692-EFCAA5897605}"/>
                    </a:ext>
                  </a:extLst>
                </p14:cNvPr>
                <p14:cNvContentPartPr/>
                <p14:nvPr/>
              </p14:nvContentPartPr>
              <p14:xfrm>
                <a:off x="1449593" y="2560066"/>
                <a:ext cx="149400" cy="1472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1555BAC0-B2E9-4299-9692-EFCAA589760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440593" y="2551066"/>
                  <a:ext cx="167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648CE40F-39B9-4D66-A080-B9A655AD282D}"/>
                    </a:ext>
                  </a:extLst>
                </p14:cNvPr>
                <p14:cNvContentPartPr/>
                <p14:nvPr/>
              </p14:nvContentPartPr>
              <p14:xfrm>
                <a:off x="1468673" y="2470426"/>
                <a:ext cx="243720" cy="24516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648CE40F-39B9-4D66-A080-B9A655AD282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460033" y="2461786"/>
                  <a:ext cx="261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BD30A80A-85E1-400F-84A5-1B37A65CAF8C}"/>
                    </a:ext>
                  </a:extLst>
                </p14:cNvPr>
                <p14:cNvContentPartPr/>
                <p14:nvPr/>
              </p14:nvContentPartPr>
              <p14:xfrm>
                <a:off x="1842713" y="2552146"/>
                <a:ext cx="119160" cy="3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BD30A80A-85E1-400F-84A5-1B37A65CAF8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834073" y="2543506"/>
                  <a:ext cx="136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86AD8517-AB80-43A1-853A-7AF4B7C5AEA4}"/>
                    </a:ext>
                  </a:extLst>
                </p14:cNvPr>
                <p14:cNvContentPartPr/>
                <p14:nvPr/>
              </p14:nvContentPartPr>
              <p14:xfrm>
                <a:off x="1876553" y="2612986"/>
                <a:ext cx="151200" cy="2988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86AD8517-AB80-43A1-853A-7AF4B7C5AEA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867913" y="2604346"/>
                  <a:ext cx="1688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upo 191">
            <a:extLst>
              <a:ext uri="{FF2B5EF4-FFF2-40B4-BE49-F238E27FC236}">
                <a16:creationId xmlns:a16="http://schemas.microsoft.com/office/drawing/2014/main" id="{9B2E34E0-E2E4-40DA-B73B-E20E2EEDC5FA}"/>
              </a:ext>
            </a:extLst>
          </p:cNvPr>
          <p:cNvGrpSpPr/>
          <p:nvPr/>
        </p:nvGrpSpPr>
        <p:grpSpPr>
          <a:xfrm>
            <a:off x="2360033" y="2423266"/>
            <a:ext cx="499320" cy="259560"/>
            <a:chOff x="2360033" y="2423266"/>
            <a:chExt cx="49932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E2D16007-6B44-4F7D-B8F3-E465EF15F995}"/>
                    </a:ext>
                  </a:extLst>
                </p14:cNvPr>
                <p14:cNvContentPartPr/>
                <p14:nvPr/>
              </p14:nvContentPartPr>
              <p14:xfrm>
                <a:off x="2360033" y="2423266"/>
                <a:ext cx="155160" cy="19800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E2D16007-6B44-4F7D-B8F3-E465EF15F99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351393" y="2414266"/>
                  <a:ext cx="172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A7550188-35F9-4FFF-A0E8-C48205A8C102}"/>
                    </a:ext>
                  </a:extLst>
                </p14:cNvPr>
                <p14:cNvContentPartPr/>
                <p14:nvPr/>
              </p14:nvContentPartPr>
              <p14:xfrm>
                <a:off x="2607713" y="2620906"/>
                <a:ext cx="7200" cy="6192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A7550188-35F9-4FFF-A0E8-C48205A8C10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598713" y="2611906"/>
                  <a:ext cx="24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475A1128-0600-4A94-BDF0-20F35627E43D}"/>
                    </a:ext>
                  </a:extLst>
                </p14:cNvPr>
                <p14:cNvContentPartPr/>
                <p14:nvPr/>
              </p14:nvContentPartPr>
              <p14:xfrm>
                <a:off x="2716433" y="2439466"/>
                <a:ext cx="142920" cy="22248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475A1128-0600-4A94-BDF0-20F35627E43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707433" y="2430826"/>
                  <a:ext cx="160560" cy="24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65918224-5813-4F29-B17F-2709E8B39C42}"/>
                  </a:ext>
                </a:extLst>
              </p14:cNvPr>
              <p14:cNvContentPartPr/>
              <p14:nvPr/>
            </p14:nvContentPartPr>
            <p14:xfrm>
              <a:off x="3053033" y="2574466"/>
              <a:ext cx="84600" cy="11160"/>
            </p14:xfrm>
          </p:contentPart>
        </mc:Choice>
        <mc:Fallback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65918224-5813-4F29-B17F-2709E8B39C42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3044393" y="2565466"/>
                <a:ext cx="10224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upo 200">
            <a:extLst>
              <a:ext uri="{FF2B5EF4-FFF2-40B4-BE49-F238E27FC236}">
                <a16:creationId xmlns:a16="http://schemas.microsoft.com/office/drawing/2014/main" id="{AAE0C971-A99F-4E74-9B09-CA182E6A6C18}"/>
              </a:ext>
            </a:extLst>
          </p:cNvPr>
          <p:cNvGrpSpPr/>
          <p:nvPr/>
        </p:nvGrpSpPr>
        <p:grpSpPr>
          <a:xfrm>
            <a:off x="3323033" y="2356666"/>
            <a:ext cx="1143000" cy="353880"/>
            <a:chOff x="3323033" y="2356666"/>
            <a:chExt cx="114300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F1C73CC5-EC4C-4A03-BB79-B513DE1C6149}"/>
                    </a:ext>
                  </a:extLst>
                </p14:cNvPr>
                <p14:cNvContentPartPr/>
                <p14:nvPr/>
              </p14:nvContentPartPr>
              <p14:xfrm>
                <a:off x="3323033" y="2492026"/>
                <a:ext cx="63720" cy="17784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F1C73CC5-EC4C-4A03-BB79-B513DE1C614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314393" y="2483386"/>
                  <a:ext cx="81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C167DA76-B167-4E0B-95C7-B28E8D5686E7}"/>
                    </a:ext>
                  </a:extLst>
                </p14:cNvPr>
                <p14:cNvContentPartPr/>
                <p14:nvPr/>
              </p14:nvContentPartPr>
              <p14:xfrm>
                <a:off x="3497273" y="2516506"/>
                <a:ext cx="108000" cy="1166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C167DA76-B167-4E0B-95C7-B28E8D5686E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488273" y="2507866"/>
                  <a:ext cx="125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7B0D0245-945A-4463-8561-0DD3C3D17CFA}"/>
                    </a:ext>
                  </a:extLst>
                </p14:cNvPr>
                <p14:cNvContentPartPr/>
                <p14:nvPr/>
              </p14:nvContentPartPr>
              <p14:xfrm>
                <a:off x="3670073" y="2584186"/>
                <a:ext cx="42840" cy="12636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7B0D0245-945A-4463-8561-0DD3C3D17CF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661073" y="2575546"/>
                  <a:ext cx="60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911FB389-299E-41A0-8C43-95C5C214EED2}"/>
                    </a:ext>
                  </a:extLst>
                </p14:cNvPr>
                <p14:cNvContentPartPr/>
                <p14:nvPr/>
              </p14:nvContentPartPr>
              <p14:xfrm>
                <a:off x="3811193" y="2493826"/>
                <a:ext cx="76320" cy="16560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911FB389-299E-41A0-8C43-95C5C214EED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802193" y="2485186"/>
                  <a:ext cx="93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DA1C7CDA-3CF8-4E99-AA71-8C3E7D260835}"/>
                    </a:ext>
                  </a:extLst>
                </p14:cNvPr>
                <p14:cNvContentPartPr/>
                <p14:nvPr/>
              </p14:nvContentPartPr>
              <p14:xfrm>
                <a:off x="4002353" y="2455666"/>
                <a:ext cx="44280" cy="2318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DA1C7CDA-3CF8-4E99-AA71-8C3E7D26083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993713" y="2446666"/>
                  <a:ext cx="619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EE7129E1-21CF-41BF-8188-29FA52710244}"/>
                    </a:ext>
                  </a:extLst>
                </p14:cNvPr>
                <p14:cNvContentPartPr/>
                <p14:nvPr/>
              </p14:nvContentPartPr>
              <p14:xfrm>
                <a:off x="4136993" y="2356666"/>
                <a:ext cx="97920" cy="11844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EE7129E1-21CF-41BF-8188-29FA5271024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127993" y="2347666"/>
                  <a:ext cx="115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9A463525-BAFA-4D77-AEA0-81823B70F9A7}"/>
                    </a:ext>
                  </a:extLst>
                </p14:cNvPr>
                <p14:cNvContentPartPr/>
                <p14:nvPr/>
              </p14:nvContentPartPr>
              <p14:xfrm>
                <a:off x="4392233" y="2566906"/>
                <a:ext cx="73800" cy="900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9A463525-BAFA-4D77-AEA0-81823B70F9A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383233" y="2558266"/>
                  <a:ext cx="91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D41C1ABA-09E5-46CE-954F-0895F764F970}"/>
                    </a:ext>
                  </a:extLst>
                </p14:cNvPr>
                <p14:cNvContentPartPr/>
                <p14:nvPr/>
              </p14:nvContentPartPr>
              <p14:xfrm>
                <a:off x="4364873" y="2669506"/>
                <a:ext cx="81720" cy="216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D41C1ABA-09E5-46CE-954F-0895F764F97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356233" y="2660866"/>
                  <a:ext cx="993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4F51D9D6-8F7A-41DF-A667-8A262942F718}"/>
              </a:ext>
            </a:extLst>
          </p:cNvPr>
          <p:cNvGrpSpPr/>
          <p:nvPr/>
        </p:nvGrpSpPr>
        <p:grpSpPr>
          <a:xfrm>
            <a:off x="4660073" y="2449546"/>
            <a:ext cx="666360" cy="245520"/>
            <a:chOff x="4660073" y="2449546"/>
            <a:chExt cx="6663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0D3297A1-0455-4931-8222-01B79CB5D6FD}"/>
                    </a:ext>
                  </a:extLst>
                </p14:cNvPr>
                <p14:cNvContentPartPr/>
                <p14:nvPr/>
              </p14:nvContentPartPr>
              <p14:xfrm>
                <a:off x="4660073" y="2482666"/>
                <a:ext cx="134280" cy="15048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0D3297A1-0455-4931-8222-01B79CB5D6F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651433" y="2473666"/>
                  <a:ext cx="151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D38A3346-C663-427C-B921-4CCB7F8C909B}"/>
                    </a:ext>
                  </a:extLst>
                </p14:cNvPr>
                <p14:cNvContentPartPr/>
                <p14:nvPr/>
              </p14:nvContentPartPr>
              <p14:xfrm>
                <a:off x="4834673" y="2600746"/>
                <a:ext cx="33120" cy="9432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D38A3346-C663-427C-B921-4CCB7F8C909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826033" y="2592106"/>
                  <a:ext cx="50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1D81B0ED-AA50-4E4C-AEB4-EDC26D5962AB}"/>
                    </a:ext>
                  </a:extLst>
                </p14:cNvPr>
                <p14:cNvContentPartPr/>
                <p14:nvPr/>
              </p14:nvContentPartPr>
              <p14:xfrm>
                <a:off x="4999193" y="2450266"/>
                <a:ext cx="85320" cy="19332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1D81B0ED-AA50-4E4C-AEB4-EDC26D5962A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990193" y="2441626"/>
                  <a:ext cx="1029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C2FD8D90-E5CA-42A1-A1AD-BA90ED817CA1}"/>
                    </a:ext>
                  </a:extLst>
                </p14:cNvPr>
                <p14:cNvContentPartPr/>
                <p14:nvPr/>
              </p14:nvContentPartPr>
              <p14:xfrm>
                <a:off x="5003873" y="2557546"/>
                <a:ext cx="116280" cy="489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C2FD8D90-E5CA-42A1-A1AD-BA90ED817CA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995233" y="2548546"/>
                  <a:ext cx="133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3585CD06-FDA7-414C-8046-F2BE1F780C9A}"/>
                    </a:ext>
                  </a:extLst>
                </p14:cNvPr>
                <p14:cNvContentPartPr/>
                <p14:nvPr/>
              </p14:nvContentPartPr>
              <p14:xfrm>
                <a:off x="5195393" y="2449546"/>
                <a:ext cx="131040" cy="18396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3585CD06-FDA7-414C-8046-F2BE1F780C9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186753" y="2440906"/>
                  <a:ext cx="14868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upo 219">
            <a:extLst>
              <a:ext uri="{FF2B5EF4-FFF2-40B4-BE49-F238E27FC236}">
                <a16:creationId xmlns:a16="http://schemas.microsoft.com/office/drawing/2014/main" id="{2D3765C7-156A-436B-B8CC-6168A2CDA1E8}"/>
              </a:ext>
            </a:extLst>
          </p:cNvPr>
          <p:cNvGrpSpPr/>
          <p:nvPr/>
        </p:nvGrpSpPr>
        <p:grpSpPr>
          <a:xfrm>
            <a:off x="448793" y="3174586"/>
            <a:ext cx="1814040" cy="345240"/>
            <a:chOff x="448793" y="3174586"/>
            <a:chExt cx="181404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170380FF-B907-47DE-BE24-0C80F7B45C23}"/>
                    </a:ext>
                  </a:extLst>
                </p14:cNvPr>
                <p14:cNvContentPartPr/>
                <p14:nvPr/>
              </p14:nvContentPartPr>
              <p14:xfrm>
                <a:off x="448793" y="3174586"/>
                <a:ext cx="299160" cy="28692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170380FF-B907-47DE-BE24-0C80F7B45C2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40153" y="3165946"/>
                  <a:ext cx="316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A2ED411C-4B56-4274-B244-AE22BF1A6121}"/>
                    </a:ext>
                  </a:extLst>
                </p14:cNvPr>
                <p14:cNvContentPartPr/>
                <p14:nvPr/>
              </p14:nvContentPartPr>
              <p14:xfrm>
                <a:off x="744713" y="3365386"/>
                <a:ext cx="146160" cy="14832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A2ED411C-4B56-4274-B244-AE22BF1A612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35713" y="3356386"/>
                  <a:ext cx="163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A07D35AC-9697-425C-9B21-8A0FDB2F52A8}"/>
                    </a:ext>
                  </a:extLst>
                </p14:cNvPr>
                <p14:cNvContentPartPr/>
                <p14:nvPr/>
              </p14:nvContentPartPr>
              <p14:xfrm>
                <a:off x="738953" y="3371506"/>
                <a:ext cx="96120" cy="14832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A07D35AC-9697-425C-9B21-8A0FDB2F52A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9953" y="3362506"/>
                  <a:ext cx="113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44CC687A-7CDF-49F9-AA38-CC217CECF122}"/>
                    </a:ext>
                  </a:extLst>
                </p14:cNvPr>
                <p14:cNvContentPartPr/>
                <p14:nvPr/>
              </p14:nvContentPartPr>
              <p14:xfrm>
                <a:off x="1040633" y="3297346"/>
                <a:ext cx="129960" cy="1260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44CC687A-7CDF-49F9-AA38-CC217CECF12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31633" y="3288706"/>
                  <a:ext cx="147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0EE75223-A4E0-4C0A-A62F-E416C72784F5}"/>
                    </a:ext>
                  </a:extLst>
                </p14:cNvPr>
                <p14:cNvContentPartPr/>
                <p14:nvPr/>
              </p14:nvContentPartPr>
              <p14:xfrm>
                <a:off x="1068713" y="3223546"/>
                <a:ext cx="315360" cy="1778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0EE75223-A4E0-4C0A-A62F-E416C72784F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59713" y="3214546"/>
                  <a:ext cx="333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F3A22584-0124-46E0-8F8B-24AA2D321F6F}"/>
                    </a:ext>
                  </a:extLst>
                </p14:cNvPr>
                <p14:cNvContentPartPr/>
                <p14:nvPr/>
              </p14:nvContentPartPr>
              <p14:xfrm>
                <a:off x="1339073" y="3227146"/>
                <a:ext cx="157320" cy="1688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F3A22584-0124-46E0-8F8B-24AA2D321F6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330433" y="3218146"/>
                  <a:ext cx="1749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CA734C59-5174-4480-9ED8-E7158D3248D5}"/>
                    </a:ext>
                  </a:extLst>
                </p14:cNvPr>
                <p14:cNvContentPartPr/>
                <p14:nvPr/>
              </p14:nvContentPartPr>
              <p14:xfrm>
                <a:off x="1571273" y="3264586"/>
                <a:ext cx="147240" cy="13680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CA734C59-5174-4480-9ED8-E7158D3248D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562273" y="3255586"/>
                  <a:ext cx="164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E39C5C76-0515-453A-9CC9-66EC24A6D5C5}"/>
                    </a:ext>
                  </a:extLst>
                </p14:cNvPr>
                <p14:cNvContentPartPr/>
                <p14:nvPr/>
              </p14:nvContentPartPr>
              <p14:xfrm>
                <a:off x="1784033" y="3222466"/>
                <a:ext cx="60840" cy="1569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E39C5C76-0515-453A-9CC9-66EC24A6D5C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775033" y="3213826"/>
                  <a:ext cx="78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E531FCCF-D9ED-48BA-B340-28F26BBE59CC}"/>
                    </a:ext>
                  </a:extLst>
                </p14:cNvPr>
                <p14:cNvContentPartPr/>
                <p14:nvPr/>
              </p14:nvContentPartPr>
              <p14:xfrm>
                <a:off x="1897073" y="3198346"/>
                <a:ext cx="148320" cy="14976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E531FCCF-D9ED-48BA-B340-28F26BBE59C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888073" y="3189346"/>
                  <a:ext cx="165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B92E12BE-66BF-4EE0-82C2-A3AC802D72CB}"/>
                    </a:ext>
                  </a:extLst>
                </p14:cNvPr>
                <p14:cNvContentPartPr/>
                <p14:nvPr/>
              </p14:nvContentPartPr>
              <p14:xfrm>
                <a:off x="2108753" y="3287986"/>
                <a:ext cx="139680" cy="16128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B92E12BE-66BF-4EE0-82C2-A3AC802D72C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099753" y="3278986"/>
                  <a:ext cx="157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65F24ADC-9297-4595-B716-1E00E451FF17}"/>
                    </a:ext>
                  </a:extLst>
                </p14:cNvPr>
                <p14:cNvContentPartPr/>
                <p14:nvPr/>
              </p14:nvContentPartPr>
              <p14:xfrm>
                <a:off x="2110553" y="3328666"/>
                <a:ext cx="152280" cy="8280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65F24ADC-9297-4595-B716-1E00E451FF1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101913" y="3320026"/>
                  <a:ext cx="16992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C2380D5A-EA9E-4869-874C-94272F228BEA}"/>
                  </a:ext>
                </a:extLst>
              </p14:cNvPr>
              <p14:cNvContentPartPr/>
              <p14:nvPr/>
            </p14:nvContentPartPr>
            <p14:xfrm>
              <a:off x="2431673" y="3246226"/>
              <a:ext cx="145440" cy="9000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C2380D5A-EA9E-4869-874C-94272F228BEA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422673" y="3237226"/>
                <a:ext cx="16308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upo 228">
            <a:extLst>
              <a:ext uri="{FF2B5EF4-FFF2-40B4-BE49-F238E27FC236}">
                <a16:creationId xmlns:a16="http://schemas.microsoft.com/office/drawing/2014/main" id="{EC05D2CF-4327-4859-B1F4-60F07BBD99D0}"/>
              </a:ext>
            </a:extLst>
          </p:cNvPr>
          <p:cNvGrpSpPr/>
          <p:nvPr/>
        </p:nvGrpSpPr>
        <p:grpSpPr>
          <a:xfrm>
            <a:off x="2891753" y="3019786"/>
            <a:ext cx="1309680" cy="425880"/>
            <a:chOff x="2891753" y="3019786"/>
            <a:chExt cx="130968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72E23320-2904-40F6-9732-9F566D0EE77D}"/>
                    </a:ext>
                  </a:extLst>
                </p14:cNvPr>
                <p14:cNvContentPartPr/>
                <p14:nvPr/>
              </p14:nvContentPartPr>
              <p14:xfrm>
                <a:off x="2891753" y="3019786"/>
                <a:ext cx="1309680" cy="42408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72E23320-2904-40F6-9732-9F566D0EE77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83113" y="3011146"/>
                  <a:ext cx="13273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90F875EE-C0D4-401C-89CF-541BD1553B46}"/>
                    </a:ext>
                  </a:extLst>
                </p14:cNvPr>
                <p14:cNvContentPartPr/>
                <p14:nvPr/>
              </p14:nvContentPartPr>
              <p14:xfrm>
                <a:off x="3225473" y="3200866"/>
                <a:ext cx="106560" cy="13248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90F875EE-C0D4-401C-89CF-541BD1553B4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216473" y="3192226"/>
                  <a:ext cx="1242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77431EAA-883D-4D19-884F-06A8BB2FE43D}"/>
                    </a:ext>
                  </a:extLst>
                </p14:cNvPr>
                <p14:cNvContentPartPr/>
                <p14:nvPr/>
              </p14:nvContentPartPr>
              <p14:xfrm>
                <a:off x="3368393" y="3345226"/>
                <a:ext cx="39960" cy="10044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77431EAA-883D-4D19-884F-06A8BB2FE43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359393" y="3336586"/>
                  <a:ext cx="57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F48219B0-EAD7-44EF-A080-3DFEA6BC58D1}"/>
                    </a:ext>
                  </a:extLst>
                </p14:cNvPr>
                <p14:cNvContentPartPr/>
                <p14:nvPr/>
              </p14:nvContentPartPr>
              <p14:xfrm>
                <a:off x="3485393" y="3234346"/>
                <a:ext cx="200520" cy="16956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F48219B0-EAD7-44EF-A080-3DFEA6BC58D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476393" y="3225706"/>
                  <a:ext cx="218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21CFCAD3-593A-487E-9D38-089E2F82CE66}"/>
                    </a:ext>
                  </a:extLst>
                </p14:cNvPr>
                <p14:cNvContentPartPr/>
                <p14:nvPr/>
              </p14:nvContentPartPr>
              <p14:xfrm>
                <a:off x="3768353" y="3202666"/>
                <a:ext cx="144720" cy="19368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21CFCAD3-593A-487E-9D38-089E2F82CE6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759353" y="3193666"/>
                  <a:ext cx="16236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1F9DE059-297E-4238-89D5-F4FAEDDC678B}"/>
              </a:ext>
            </a:extLst>
          </p:cNvPr>
          <p:cNvGrpSpPr/>
          <p:nvPr/>
        </p:nvGrpSpPr>
        <p:grpSpPr>
          <a:xfrm>
            <a:off x="4423913" y="3130306"/>
            <a:ext cx="263520" cy="158760"/>
            <a:chOff x="4423913" y="3130306"/>
            <a:chExt cx="26352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3EF63147-4213-4F9E-999C-51B49A273A46}"/>
                    </a:ext>
                  </a:extLst>
                </p14:cNvPr>
                <p14:cNvContentPartPr/>
                <p14:nvPr/>
              </p14:nvContentPartPr>
              <p14:xfrm>
                <a:off x="4423913" y="3130306"/>
                <a:ext cx="204480" cy="6228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3EF63147-4213-4F9E-999C-51B49A273A4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415273" y="3121306"/>
                  <a:ext cx="222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69D7674A-0C57-49A3-97F0-835A099A2548}"/>
                    </a:ext>
                  </a:extLst>
                </p14:cNvPr>
                <p14:cNvContentPartPr/>
                <p14:nvPr/>
              </p14:nvContentPartPr>
              <p14:xfrm>
                <a:off x="4446233" y="3221746"/>
                <a:ext cx="241200" cy="6732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69D7674A-0C57-49A3-97F0-835A099A254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437233" y="3213106"/>
                  <a:ext cx="25884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42EA25B5-0025-4C0D-88C7-DF4C64503305}"/>
              </a:ext>
            </a:extLst>
          </p:cNvPr>
          <p:cNvGrpSpPr/>
          <p:nvPr/>
        </p:nvGrpSpPr>
        <p:grpSpPr>
          <a:xfrm>
            <a:off x="4871753" y="3111946"/>
            <a:ext cx="687240" cy="291960"/>
            <a:chOff x="4871753" y="3111946"/>
            <a:chExt cx="68724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35A778D9-ABCD-4E42-B76A-5F423AADA61A}"/>
                    </a:ext>
                  </a:extLst>
                </p14:cNvPr>
                <p14:cNvContentPartPr/>
                <p14:nvPr/>
              </p14:nvContentPartPr>
              <p14:xfrm>
                <a:off x="4871753" y="3131386"/>
                <a:ext cx="138240" cy="14040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35A778D9-ABCD-4E42-B76A-5F423AADA61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862753" y="3122386"/>
                  <a:ext cx="155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1E9BA4B5-443D-4207-A885-23EAFCCC7EC0}"/>
                    </a:ext>
                  </a:extLst>
                </p14:cNvPr>
                <p14:cNvContentPartPr/>
                <p14:nvPr/>
              </p14:nvContentPartPr>
              <p14:xfrm>
                <a:off x="5079473" y="3298426"/>
                <a:ext cx="24480" cy="10548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1E9BA4B5-443D-4207-A885-23EAFCCC7EC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070473" y="3289426"/>
                  <a:ext cx="42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D159B31A-5E9C-4E94-B833-7EFB7AD7B02C}"/>
                    </a:ext>
                  </a:extLst>
                </p14:cNvPr>
                <p14:cNvContentPartPr/>
                <p14:nvPr/>
              </p14:nvContentPartPr>
              <p14:xfrm>
                <a:off x="5231033" y="3111946"/>
                <a:ext cx="106560" cy="9036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D159B31A-5E9C-4E94-B833-7EFB7AD7B02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222393" y="3102946"/>
                  <a:ext cx="124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F7F74E9A-AFCF-49F5-8823-F883B21FAFED}"/>
                    </a:ext>
                  </a:extLst>
                </p14:cNvPr>
                <p14:cNvContentPartPr/>
                <p14:nvPr/>
              </p14:nvContentPartPr>
              <p14:xfrm>
                <a:off x="5228513" y="3139306"/>
                <a:ext cx="120600" cy="20808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F7F74E9A-AFCF-49F5-8823-F883B21FAFE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219873" y="3130306"/>
                  <a:ext cx="138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9D71C678-3922-46D8-B275-1068A751F242}"/>
                    </a:ext>
                  </a:extLst>
                </p14:cNvPr>
                <p14:cNvContentPartPr/>
                <p14:nvPr/>
              </p14:nvContentPartPr>
              <p14:xfrm>
                <a:off x="5405993" y="3124546"/>
                <a:ext cx="153000" cy="19080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9D71C678-3922-46D8-B275-1068A751F24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397353" y="3115546"/>
                  <a:ext cx="17064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0E914D2F-415A-410B-8C0A-F3BFC7A376B2}"/>
              </a:ext>
            </a:extLst>
          </p:cNvPr>
          <p:cNvGrpSpPr/>
          <p:nvPr/>
        </p:nvGrpSpPr>
        <p:grpSpPr>
          <a:xfrm>
            <a:off x="364193" y="3646186"/>
            <a:ext cx="245520" cy="435240"/>
            <a:chOff x="364193" y="3646186"/>
            <a:chExt cx="24552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632A699E-01C0-4E36-8D34-F5025EFB01AB}"/>
                    </a:ext>
                  </a:extLst>
                </p14:cNvPr>
                <p14:cNvContentPartPr/>
                <p14:nvPr/>
              </p14:nvContentPartPr>
              <p14:xfrm>
                <a:off x="364193" y="3800626"/>
                <a:ext cx="164520" cy="14112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632A699E-01C0-4E36-8D34-F5025EFB01A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55193" y="3791626"/>
                  <a:ext cx="182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887F2D97-B06D-4D95-89FD-A1235C58D3B3}"/>
                    </a:ext>
                  </a:extLst>
                </p14:cNvPr>
                <p14:cNvContentPartPr/>
                <p14:nvPr/>
              </p14:nvContentPartPr>
              <p14:xfrm>
                <a:off x="534113" y="3646186"/>
                <a:ext cx="75600" cy="43524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887F2D97-B06D-4D95-89FD-A1235C58D3B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25113" y="3637186"/>
                  <a:ext cx="93240" cy="45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upo 242">
            <a:extLst>
              <a:ext uri="{FF2B5EF4-FFF2-40B4-BE49-F238E27FC236}">
                <a16:creationId xmlns:a16="http://schemas.microsoft.com/office/drawing/2014/main" id="{C442DF23-BA8B-4258-BF7A-1EE232C0DE74}"/>
              </a:ext>
            </a:extLst>
          </p:cNvPr>
          <p:cNvGrpSpPr/>
          <p:nvPr/>
        </p:nvGrpSpPr>
        <p:grpSpPr>
          <a:xfrm>
            <a:off x="1251593" y="3885946"/>
            <a:ext cx="615960" cy="309240"/>
            <a:chOff x="1251593" y="3885946"/>
            <a:chExt cx="61596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BD145C11-5A6C-4443-8A36-BF002945650F}"/>
                    </a:ext>
                  </a:extLst>
                </p14:cNvPr>
                <p14:cNvContentPartPr/>
                <p14:nvPr/>
              </p14:nvContentPartPr>
              <p14:xfrm>
                <a:off x="1251593" y="3885946"/>
                <a:ext cx="97560" cy="24588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BD145C11-5A6C-4443-8A36-BF002945650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242953" y="3877306"/>
                  <a:ext cx="115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FA59BCD3-52B4-4824-8F94-5A82D62602D8}"/>
                    </a:ext>
                  </a:extLst>
                </p14:cNvPr>
                <p14:cNvContentPartPr/>
                <p14:nvPr/>
              </p14:nvContentPartPr>
              <p14:xfrm>
                <a:off x="1447073" y="3928426"/>
                <a:ext cx="101160" cy="11124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FA59BCD3-52B4-4824-8F94-5A82D62602D8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438433" y="3919786"/>
                  <a:ext cx="118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87D691D5-B4DE-41BD-96A5-D18F3FE9FACD}"/>
                    </a:ext>
                  </a:extLst>
                </p14:cNvPr>
                <p14:cNvContentPartPr/>
                <p14:nvPr/>
              </p14:nvContentPartPr>
              <p14:xfrm>
                <a:off x="1619513" y="4031386"/>
                <a:ext cx="47880" cy="16380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87D691D5-B4DE-41BD-96A5-D18F3FE9FAC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610873" y="4022386"/>
                  <a:ext cx="65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5118D2BB-030B-41EC-80C5-8AA73C39A6D0}"/>
                    </a:ext>
                  </a:extLst>
                </p14:cNvPr>
                <p14:cNvContentPartPr/>
                <p14:nvPr/>
              </p14:nvContentPartPr>
              <p14:xfrm>
                <a:off x="1783673" y="3912226"/>
                <a:ext cx="83880" cy="18648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5118D2BB-030B-41EC-80C5-8AA73C39A6D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774673" y="3903226"/>
                  <a:ext cx="10152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upo 253">
            <a:extLst>
              <a:ext uri="{FF2B5EF4-FFF2-40B4-BE49-F238E27FC236}">
                <a16:creationId xmlns:a16="http://schemas.microsoft.com/office/drawing/2014/main" id="{D8DB42EE-E48C-43DE-9765-A454A7BAC040}"/>
              </a:ext>
            </a:extLst>
          </p:cNvPr>
          <p:cNvGrpSpPr/>
          <p:nvPr/>
        </p:nvGrpSpPr>
        <p:grpSpPr>
          <a:xfrm>
            <a:off x="2038193" y="3813226"/>
            <a:ext cx="164880" cy="168480"/>
            <a:chOff x="2038193" y="3813226"/>
            <a:chExt cx="16488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87638DC9-55D6-4604-A6EE-C6728EF9D8FF}"/>
                    </a:ext>
                  </a:extLst>
                </p14:cNvPr>
                <p14:cNvContentPartPr/>
                <p14:nvPr/>
              </p14:nvContentPartPr>
              <p14:xfrm>
                <a:off x="2097233" y="3813226"/>
                <a:ext cx="7920" cy="16848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87638DC9-55D6-4604-A6EE-C6728EF9D8F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088593" y="3804226"/>
                  <a:ext cx="25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56B823E9-C926-4F11-BA0E-895604D06540}"/>
                    </a:ext>
                  </a:extLst>
                </p14:cNvPr>
                <p14:cNvContentPartPr/>
                <p14:nvPr/>
              </p14:nvContentPartPr>
              <p14:xfrm>
                <a:off x="2038193" y="3871546"/>
                <a:ext cx="164880" cy="2304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56B823E9-C926-4F11-BA0E-895604D0654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029193" y="3862546"/>
                  <a:ext cx="18252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46" name="Entrada de lápiz 245">
                <a:extLst>
                  <a:ext uri="{FF2B5EF4-FFF2-40B4-BE49-F238E27FC236}">
                    <a16:creationId xmlns:a16="http://schemas.microsoft.com/office/drawing/2014/main" id="{95B06E0B-88B3-4510-ADA6-223048F0A5EA}"/>
                  </a:ext>
                </a:extLst>
              </p14:cNvPr>
              <p14:cNvContentPartPr/>
              <p14:nvPr/>
            </p14:nvContentPartPr>
            <p14:xfrm>
              <a:off x="2059433" y="4084306"/>
              <a:ext cx="117360" cy="12600"/>
            </p14:xfrm>
          </p:contentPart>
        </mc:Choice>
        <mc:Fallback>
          <p:pic>
            <p:nvPicPr>
              <p:cNvPr id="246" name="Entrada de lápiz 245">
                <a:extLst>
                  <a:ext uri="{FF2B5EF4-FFF2-40B4-BE49-F238E27FC236}">
                    <a16:creationId xmlns:a16="http://schemas.microsoft.com/office/drawing/2014/main" id="{95B06E0B-88B3-4510-ADA6-223048F0A5EA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2050433" y="4075666"/>
                <a:ext cx="13500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upo 252">
            <a:extLst>
              <a:ext uri="{FF2B5EF4-FFF2-40B4-BE49-F238E27FC236}">
                <a16:creationId xmlns:a16="http://schemas.microsoft.com/office/drawing/2014/main" id="{0ADEDBD6-A705-4BDA-9254-B3A7B3C9EAE8}"/>
              </a:ext>
            </a:extLst>
          </p:cNvPr>
          <p:cNvGrpSpPr/>
          <p:nvPr/>
        </p:nvGrpSpPr>
        <p:grpSpPr>
          <a:xfrm>
            <a:off x="2388473" y="3776506"/>
            <a:ext cx="729360" cy="382320"/>
            <a:chOff x="2388473" y="3776506"/>
            <a:chExt cx="72936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A3BBB3A4-F2A3-42E1-A86F-685629D7BF97}"/>
                    </a:ext>
                  </a:extLst>
                </p14:cNvPr>
                <p14:cNvContentPartPr/>
                <p14:nvPr/>
              </p14:nvContentPartPr>
              <p14:xfrm>
                <a:off x="2388473" y="3925906"/>
                <a:ext cx="105120" cy="10944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A3BBB3A4-F2A3-42E1-A86F-685629D7BF97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379473" y="3917266"/>
                  <a:ext cx="122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8DD2C4AE-6D1E-46FC-9720-AB466933F257}"/>
                    </a:ext>
                  </a:extLst>
                </p14:cNvPr>
                <p14:cNvContentPartPr/>
                <p14:nvPr/>
              </p14:nvContentPartPr>
              <p14:xfrm>
                <a:off x="2503313" y="4003666"/>
                <a:ext cx="18720" cy="15516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8DD2C4AE-6D1E-46FC-9720-AB466933F25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494313" y="3994666"/>
                  <a:ext cx="363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3359E2F0-C7E0-4C28-95E9-1FBDB449F374}"/>
                    </a:ext>
                  </a:extLst>
                </p14:cNvPr>
                <p14:cNvContentPartPr/>
                <p14:nvPr/>
              </p14:nvContentPartPr>
              <p14:xfrm>
                <a:off x="2628593" y="3872986"/>
                <a:ext cx="91080" cy="12312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3359E2F0-C7E0-4C28-95E9-1FBDB449F37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619953" y="3863986"/>
                  <a:ext cx="108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3D489444-6FE5-4769-9AA1-D71FA2809725}"/>
                    </a:ext>
                  </a:extLst>
                </p14:cNvPr>
                <p14:cNvContentPartPr/>
                <p14:nvPr/>
              </p14:nvContentPartPr>
              <p14:xfrm>
                <a:off x="2630753" y="3978106"/>
                <a:ext cx="112680" cy="10296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3D489444-6FE5-4769-9AA1-D71FA280972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621753" y="3969466"/>
                  <a:ext cx="130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8A08111C-8F82-40B2-822B-D7924BA6CB69}"/>
                    </a:ext>
                  </a:extLst>
                </p14:cNvPr>
                <p14:cNvContentPartPr/>
                <p14:nvPr/>
              </p14:nvContentPartPr>
              <p14:xfrm>
                <a:off x="2857553" y="3894946"/>
                <a:ext cx="70200" cy="16308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8A08111C-8F82-40B2-822B-D7924BA6CB6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848913" y="3885946"/>
                  <a:ext cx="87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3EE88660-BA75-4D35-9511-B2D3E4BD7D1F}"/>
                    </a:ext>
                  </a:extLst>
                </p14:cNvPr>
                <p14:cNvContentPartPr/>
                <p14:nvPr/>
              </p14:nvContentPartPr>
              <p14:xfrm>
                <a:off x="3022433" y="3776506"/>
                <a:ext cx="95400" cy="37944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3EE88660-BA75-4D35-9511-B2D3E4BD7D1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013433" y="3767866"/>
                  <a:ext cx="113040" cy="39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upo 258">
            <a:extLst>
              <a:ext uri="{FF2B5EF4-FFF2-40B4-BE49-F238E27FC236}">
                <a16:creationId xmlns:a16="http://schemas.microsoft.com/office/drawing/2014/main" id="{A097FFC4-F4B8-4A0E-9335-3CCFFF2F29C9}"/>
              </a:ext>
            </a:extLst>
          </p:cNvPr>
          <p:cNvGrpSpPr/>
          <p:nvPr/>
        </p:nvGrpSpPr>
        <p:grpSpPr>
          <a:xfrm>
            <a:off x="3417713" y="3840946"/>
            <a:ext cx="315000" cy="266040"/>
            <a:chOff x="3417713" y="3840946"/>
            <a:chExt cx="31500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189104AF-2E4D-4094-8D83-B3590359CDA8}"/>
                    </a:ext>
                  </a:extLst>
                </p14:cNvPr>
                <p14:cNvContentPartPr/>
                <p14:nvPr/>
              </p14:nvContentPartPr>
              <p14:xfrm>
                <a:off x="3441833" y="3914746"/>
                <a:ext cx="164160" cy="3600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189104AF-2E4D-4094-8D83-B3590359CDA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432833" y="3906106"/>
                  <a:ext cx="181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8084B3F7-37B6-4264-913C-A8342A4C0F15}"/>
                    </a:ext>
                  </a:extLst>
                </p14:cNvPr>
                <p14:cNvContentPartPr/>
                <p14:nvPr/>
              </p14:nvContentPartPr>
              <p14:xfrm>
                <a:off x="3417713" y="3961906"/>
                <a:ext cx="222840" cy="4284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8084B3F7-37B6-4264-913C-A8342A4C0F1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408713" y="3952906"/>
                  <a:ext cx="240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42A368F8-44FB-4099-A1C1-8C3D568D2D1E}"/>
                    </a:ext>
                  </a:extLst>
                </p14:cNvPr>
                <p14:cNvContentPartPr/>
                <p14:nvPr/>
              </p14:nvContentPartPr>
              <p14:xfrm>
                <a:off x="3566393" y="3840946"/>
                <a:ext cx="166320" cy="26604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42A368F8-44FB-4099-A1C1-8C3D568D2D1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557753" y="3831946"/>
                  <a:ext cx="18396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F02A4F7F-BE72-4578-9F1C-4DBB240C46CF}"/>
                  </a:ext>
                </a:extLst>
              </p14:cNvPr>
              <p14:cNvContentPartPr/>
              <p14:nvPr/>
            </p14:nvContentPartPr>
            <p14:xfrm>
              <a:off x="4000553" y="3776506"/>
              <a:ext cx="99000" cy="29772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F02A4F7F-BE72-4578-9F1C-4DBB240C46CF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3991913" y="3767866"/>
                <a:ext cx="116640" cy="31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upo 266">
            <a:extLst>
              <a:ext uri="{FF2B5EF4-FFF2-40B4-BE49-F238E27FC236}">
                <a16:creationId xmlns:a16="http://schemas.microsoft.com/office/drawing/2014/main" id="{32AE69F1-D907-417D-87DE-18FB444662C9}"/>
              </a:ext>
            </a:extLst>
          </p:cNvPr>
          <p:cNvGrpSpPr/>
          <p:nvPr/>
        </p:nvGrpSpPr>
        <p:grpSpPr>
          <a:xfrm>
            <a:off x="4111793" y="3781906"/>
            <a:ext cx="1026000" cy="431640"/>
            <a:chOff x="4111793" y="3781906"/>
            <a:chExt cx="102600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60C57EC2-BD9F-456A-801B-0F52EEDBE50F}"/>
                    </a:ext>
                  </a:extLst>
                </p14:cNvPr>
                <p14:cNvContentPartPr/>
                <p14:nvPr/>
              </p14:nvContentPartPr>
              <p14:xfrm>
                <a:off x="4111793" y="3959026"/>
                <a:ext cx="113400" cy="2304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60C57EC2-BD9F-456A-801B-0F52EEDBE50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102793" y="3950386"/>
                  <a:ext cx="131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AB1582DA-1032-435D-BCC2-B7C4E5402535}"/>
                    </a:ext>
                  </a:extLst>
                </p14:cNvPr>
                <p14:cNvContentPartPr/>
                <p14:nvPr/>
              </p14:nvContentPartPr>
              <p14:xfrm>
                <a:off x="4286393" y="3875506"/>
                <a:ext cx="120600" cy="10224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AB1582DA-1032-435D-BCC2-B7C4E540253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277753" y="3866866"/>
                  <a:ext cx="138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3F04689A-0221-47F0-AD92-739AC006C87B}"/>
                    </a:ext>
                  </a:extLst>
                </p14:cNvPr>
                <p14:cNvContentPartPr/>
                <p14:nvPr/>
              </p14:nvContentPartPr>
              <p14:xfrm>
                <a:off x="4442273" y="3977386"/>
                <a:ext cx="35280" cy="11700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3F04689A-0221-47F0-AD92-739AC006C87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433633" y="3968746"/>
                  <a:ext cx="52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89550519-047F-4558-ABF3-D1754F27AEBE}"/>
                    </a:ext>
                  </a:extLst>
                </p14:cNvPr>
                <p14:cNvContentPartPr/>
                <p14:nvPr/>
              </p14:nvContentPartPr>
              <p14:xfrm>
                <a:off x="4535153" y="3878386"/>
                <a:ext cx="123120" cy="15732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89550519-047F-4558-ABF3-D1754F27AEB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526513" y="3869386"/>
                  <a:ext cx="1407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E1DD239B-8BD6-49CA-B697-BFE197CED1A1}"/>
                    </a:ext>
                  </a:extLst>
                </p14:cNvPr>
                <p14:cNvContentPartPr/>
                <p14:nvPr/>
              </p14:nvContentPartPr>
              <p14:xfrm>
                <a:off x="4711193" y="3837346"/>
                <a:ext cx="93240" cy="17244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E1DD239B-8BD6-49CA-B697-BFE197CED1A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702193" y="3828706"/>
                  <a:ext cx="110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DA079E3E-DDD1-4BD2-8223-4247741B9A5F}"/>
                    </a:ext>
                  </a:extLst>
                </p14:cNvPr>
                <p14:cNvContentPartPr/>
                <p14:nvPr/>
              </p14:nvContentPartPr>
              <p14:xfrm>
                <a:off x="5082353" y="3781906"/>
                <a:ext cx="17640" cy="4824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DA079E3E-DDD1-4BD2-8223-4247741B9A5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073353" y="3772906"/>
                  <a:ext cx="35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C1B31592-37C1-49EB-A8E0-E71B01C2F7F1}"/>
                    </a:ext>
                  </a:extLst>
                </p14:cNvPr>
                <p14:cNvContentPartPr/>
                <p14:nvPr/>
              </p14:nvContentPartPr>
              <p14:xfrm>
                <a:off x="4941233" y="3955786"/>
                <a:ext cx="196560" cy="25776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C1B31592-37C1-49EB-A8E0-E71B01C2F7F1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932233" y="3946786"/>
                  <a:ext cx="21420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upo 280">
            <a:extLst>
              <a:ext uri="{FF2B5EF4-FFF2-40B4-BE49-F238E27FC236}">
                <a16:creationId xmlns:a16="http://schemas.microsoft.com/office/drawing/2014/main" id="{608D54F8-3206-4EEC-8212-3765719378EA}"/>
              </a:ext>
            </a:extLst>
          </p:cNvPr>
          <p:cNvGrpSpPr/>
          <p:nvPr/>
        </p:nvGrpSpPr>
        <p:grpSpPr>
          <a:xfrm>
            <a:off x="5367473" y="3794866"/>
            <a:ext cx="627840" cy="294120"/>
            <a:chOff x="5367473" y="3794866"/>
            <a:chExt cx="62784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D3ABB23C-3B9A-4BFE-9030-50FD1B48F334}"/>
                    </a:ext>
                  </a:extLst>
                </p14:cNvPr>
                <p14:cNvContentPartPr/>
                <p14:nvPr/>
              </p14:nvContentPartPr>
              <p14:xfrm>
                <a:off x="5367473" y="3796666"/>
                <a:ext cx="111600" cy="29232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D3ABB23C-3B9A-4BFE-9030-50FD1B48F33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358833" y="3787666"/>
                  <a:ext cx="1292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24F07069-55C5-4EF4-BF0D-BFB889629AF2}"/>
                    </a:ext>
                  </a:extLst>
                </p14:cNvPr>
                <p14:cNvContentPartPr/>
                <p14:nvPr/>
              </p14:nvContentPartPr>
              <p14:xfrm>
                <a:off x="5547473" y="3975586"/>
                <a:ext cx="3240" cy="9612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24F07069-55C5-4EF4-BF0D-BFB889629AF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538473" y="3966946"/>
                  <a:ext cx="20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A37869BE-C6D8-431D-9FE2-67736D584965}"/>
                    </a:ext>
                  </a:extLst>
                </p14:cNvPr>
                <p14:cNvContentPartPr/>
                <p14:nvPr/>
              </p14:nvContentPartPr>
              <p14:xfrm>
                <a:off x="5790833" y="3829426"/>
                <a:ext cx="37080" cy="20880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A37869BE-C6D8-431D-9FE2-67736D584965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782193" y="3820786"/>
                  <a:ext cx="54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7A1FB7DD-4F29-4803-833D-E1437AFD5CCD}"/>
                    </a:ext>
                  </a:extLst>
                </p14:cNvPr>
                <p14:cNvContentPartPr/>
                <p14:nvPr/>
              </p14:nvContentPartPr>
              <p14:xfrm>
                <a:off x="5931953" y="3825106"/>
                <a:ext cx="63360" cy="1951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7A1FB7DD-4F29-4803-833D-E1437AFD5CCD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922953" y="3816466"/>
                  <a:ext cx="81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91D00E43-753C-4821-9204-01457E1BBE19}"/>
                    </a:ext>
                  </a:extLst>
                </p14:cNvPr>
                <p14:cNvContentPartPr/>
                <p14:nvPr/>
              </p14:nvContentPartPr>
              <p14:xfrm>
                <a:off x="5626673" y="3795586"/>
                <a:ext cx="144360" cy="12276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91D00E43-753C-4821-9204-01457E1BBE1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617673" y="3786946"/>
                  <a:ext cx="162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0E6F382E-B295-4596-B8AD-D76F7393403A}"/>
                    </a:ext>
                  </a:extLst>
                </p14:cNvPr>
                <p14:cNvContentPartPr/>
                <p14:nvPr/>
              </p14:nvContentPartPr>
              <p14:xfrm>
                <a:off x="5785433" y="3794866"/>
                <a:ext cx="12600" cy="26892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0E6F382E-B295-4596-B8AD-D76F7393403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5776433" y="3785866"/>
                  <a:ext cx="3024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A717679A-B093-44CA-802F-FBD920712C27}"/>
              </a:ext>
            </a:extLst>
          </p:cNvPr>
          <p:cNvGrpSpPr/>
          <p:nvPr/>
        </p:nvGrpSpPr>
        <p:grpSpPr>
          <a:xfrm>
            <a:off x="9036953" y="3164506"/>
            <a:ext cx="1456200" cy="303840"/>
            <a:chOff x="9036953" y="3164506"/>
            <a:chExt cx="14562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A1AC7D48-563F-4990-B280-4A5AF31775CD}"/>
                    </a:ext>
                  </a:extLst>
                </p14:cNvPr>
                <p14:cNvContentPartPr/>
                <p14:nvPr/>
              </p14:nvContentPartPr>
              <p14:xfrm>
                <a:off x="9036953" y="3378346"/>
                <a:ext cx="30240" cy="8460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A1AC7D48-563F-4990-B280-4A5AF31775C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028313" y="3369346"/>
                  <a:ext cx="47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CFFCC770-74C1-4845-9488-75801BA9753E}"/>
                    </a:ext>
                  </a:extLst>
                </p14:cNvPr>
                <p14:cNvContentPartPr/>
                <p14:nvPr/>
              </p14:nvContentPartPr>
              <p14:xfrm>
                <a:off x="9103553" y="3391306"/>
                <a:ext cx="101880" cy="7704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CFFCC770-74C1-4845-9488-75801BA9753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94913" y="3382666"/>
                  <a:ext cx="119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2765C63B-5857-4945-9BB0-31B862751518}"/>
                    </a:ext>
                  </a:extLst>
                </p14:cNvPr>
                <p14:cNvContentPartPr/>
                <p14:nvPr/>
              </p14:nvContentPartPr>
              <p14:xfrm>
                <a:off x="9274913" y="3164506"/>
                <a:ext cx="189000" cy="27792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2765C63B-5857-4945-9BB0-31B86275151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266273" y="3155506"/>
                  <a:ext cx="206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63A3615D-F9BD-4E91-B754-5AE6B3C444DC}"/>
                    </a:ext>
                  </a:extLst>
                </p14:cNvPr>
                <p14:cNvContentPartPr/>
                <p14:nvPr/>
              </p14:nvContentPartPr>
              <p14:xfrm>
                <a:off x="9454193" y="3314626"/>
                <a:ext cx="28800" cy="11700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63A3615D-F9BD-4E91-B754-5AE6B3C444D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445553" y="3305986"/>
                  <a:ext cx="46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44382875-83B0-4621-B11C-7785DD0DC4DC}"/>
                    </a:ext>
                  </a:extLst>
                </p14:cNvPr>
                <p14:cNvContentPartPr/>
                <p14:nvPr/>
              </p14:nvContentPartPr>
              <p14:xfrm>
                <a:off x="9558593" y="3319306"/>
                <a:ext cx="130320" cy="11016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44382875-83B0-4621-B11C-7785DD0DC4D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549953" y="3310306"/>
                  <a:ext cx="147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CE668AA4-B961-4F81-A185-6F230E4AFA8C}"/>
                    </a:ext>
                  </a:extLst>
                </p14:cNvPr>
                <p14:cNvContentPartPr/>
                <p14:nvPr/>
              </p14:nvContentPartPr>
              <p14:xfrm>
                <a:off x="9765953" y="3305266"/>
                <a:ext cx="75600" cy="10728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CE668AA4-B961-4F81-A185-6F230E4AFA8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757313" y="3296266"/>
                  <a:ext cx="93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0436EF30-2F80-4242-8A24-325870579D75}"/>
                    </a:ext>
                  </a:extLst>
                </p14:cNvPr>
                <p14:cNvContentPartPr/>
                <p14:nvPr/>
              </p14:nvContentPartPr>
              <p14:xfrm>
                <a:off x="9888353" y="3269626"/>
                <a:ext cx="144720" cy="12600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0436EF30-2F80-4242-8A24-325870579D7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879713" y="3260626"/>
                  <a:ext cx="162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A3DDE20A-9E0A-43D5-AD7C-6A643828B38D}"/>
                    </a:ext>
                  </a:extLst>
                </p14:cNvPr>
                <p14:cNvContentPartPr/>
                <p14:nvPr/>
              </p14:nvContentPartPr>
              <p14:xfrm>
                <a:off x="10092833" y="3263146"/>
                <a:ext cx="295920" cy="12636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A3DDE20A-9E0A-43D5-AD7C-6A643828B38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084193" y="3254146"/>
                  <a:ext cx="313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D7A5DD61-7348-4D17-BF94-C3D60EC8B7F2}"/>
                    </a:ext>
                  </a:extLst>
                </p14:cNvPr>
                <p14:cNvContentPartPr/>
                <p14:nvPr/>
              </p14:nvContentPartPr>
              <p14:xfrm>
                <a:off x="10329713" y="3204466"/>
                <a:ext cx="163440" cy="17676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D7A5DD61-7348-4D17-BF94-C3D60EC8B7F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320713" y="3195466"/>
                  <a:ext cx="181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E2C7DD36-26B5-4D7E-AB26-7D96760BD2A1}"/>
                    </a:ext>
                  </a:extLst>
                </p14:cNvPr>
                <p14:cNvContentPartPr/>
                <p14:nvPr/>
              </p14:nvContentPartPr>
              <p14:xfrm>
                <a:off x="10010753" y="3224266"/>
                <a:ext cx="360" cy="36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E2C7DD36-26B5-4D7E-AB26-7D96760BD2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01753" y="32156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upo 313">
            <a:extLst>
              <a:ext uri="{FF2B5EF4-FFF2-40B4-BE49-F238E27FC236}">
                <a16:creationId xmlns:a16="http://schemas.microsoft.com/office/drawing/2014/main" id="{3A6E03B7-6115-4DF6-87F7-13B3D1510ECA}"/>
              </a:ext>
            </a:extLst>
          </p:cNvPr>
          <p:cNvGrpSpPr/>
          <p:nvPr/>
        </p:nvGrpSpPr>
        <p:grpSpPr>
          <a:xfrm>
            <a:off x="345833" y="4412266"/>
            <a:ext cx="284400" cy="346320"/>
            <a:chOff x="345833" y="4412266"/>
            <a:chExt cx="28440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AB7FD797-C791-48BD-887D-B6B7AB0B6318}"/>
                    </a:ext>
                  </a:extLst>
                </p14:cNvPr>
                <p14:cNvContentPartPr/>
                <p14:nvPr/>
              </p14:nvContentPartPr>
              <p14:xfrm>
                <a:off x="345833" y="4429546"/>
                <a:ext cx="200160" cy="32112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AB7FD797-C791-48BD-887D-B6B7AB0B631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37193" y="4420906"/>
                  <a:ext cx="2178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F5DDAA16-ECA6-4789-929E-A93DB10EF992}"/>
                    </a:ext>
                  </a:extLst>
                </p14:cNvPr>
                <p14:cNvContentPartPr/>
                <p14:nvPr/>
              </p14:nvContentPartPr>
              <p14:xfrm>
                <a:off x="592793" y="4412266"/>
                <a:ext cx="37440" cy="34632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F5DDAA16-ECA6-4789-929E-A93DB10EF99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84153" y="4403266"/>
                  <a:ext cx="55080" cy="36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upo 320">
            <a:extLst>
              <a:ext uri="{FF2B5EF4-FFF2-40B4-BE49-F238E27FC236}">
                <a16:creationId xmlns:a16="http://schemas.microsoft.com/office/drawing/2014/main" id="{9D763ECF-D860-40A7-B047-1A7D79FD0618}"/>
              </a:ext>
            </a:extLst>
          </p:cNvPr>
          <p:cNvGrpSpPr/>
          <p:nvPr/>
        </p:nvGrpSpPr>
        <p:grpSpPr>
          <a:xfrm>
            <a:off x="1144673" y="4470946"/>
            <a:ext cx="888840" cy="330840"/>
            <a:chOff x="1144673" y="4470946"/>
            <a:chExt cx="88884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8DD6E6FD-307D-4FC6-9381-33AFDFD8C606}"/>
                    </a:ext>
                  </a:extLst>
                </p14:cNvPr>
                <p14:cNvContentPartPr/>
                <p14:nvPr/>
              </p14:nvContentPartPr>
              <p14:xfrm>
                <a:off x="1144673" y="4514866"/>
                <a:ext cx="124560" cy="28692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8DD6E6FD-307D-4FC6-9381-33AFDFD8C60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135673" y="4506226"/>
                  <a:ext cx="142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F7B6EF1D-C20C-44D0-B9B8-BCF66C28B688}"/>
                    </a:ext>
                  </a:extLst>
                </p14:cNvPr>
                <p14:cNvContentPartPr/>
                <p14:nvPr/>
              </p14:nvContentPartPr>
              <p14:xfrm>
                <a:off x="1323593" y="4546906"/>
                <a:ext cx="156600" cy="22788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F7B6EF1D-C20C-44D0-B9B8-BCF66C28B68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314953" y="4538266"/>
                  <a:ext cx="174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24923384-D543-4534-8B84-4FFE47C3A177}"/>
                    </a:ext>
                  </a:extLst>
                </p14:cNvPr>
                <p14:cNvContentPartPr/>
                <p14:nvPr/>
              </p14:nvContentPartPr>
              <p14:xfrm>
                <a:off x="1532033" y="4581826"/>
                <a:ext cx="145800" cy="17568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24923384-D543-4534-8B84-4FFE47C3A17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23393" y="4572826"/>
                  <a:ext cx="1634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F5E57714-A30F-43E4-B07C-BD53C0E98CA9}"/>
                    </a:ext>
                  </a:extLst>
                </p14:cNvPr>
                <p14:cNvContentPartPr/>
                <p14:nvPr/>
              </p14:nvContentPartPr>
              <p14:xfrm>
                <a:off x="1796633" y="4574986"/>
                <a:ext cx="121680" cy="15084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F5E57714-A30F-43E4-B07C-BD53C0E98CA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787633" y="4565986"/>
                  <a:ext cx="139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1F0AC107-A620-469A-9EE1-E365C63D15D4}"/>
                    </a:ext>
                  </a:extLst>
                </p14:cNvPr>
                <p14:cNvContentPartPr/>
                <p14:nvPr/>
              </p14:nvContentPartPr>
              <p14:xfrm>
                <a:off x="1780793" y="4546906"/>
                <a:ext cx="101160" cy="19980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1F0AC107-A620-469A-9EE1-E365C63D15D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772153" y="4538266"/>
                  <a:ext cx="1188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5DD18383-851A-42AE-B48D-B13C283C42EC}"/>
                    </a:ext>
                  </a:extLst>
                </p14:cNvPr>
                <p14:cNvContentPartPr/>
                <p14:nvPr/>
              </p14:nvContentPartPr>
              <p14:xfrm>
                <a:off x="1918313" y="4470946"/>
                <a:ext cx="115200" cy="11088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5DD18383-851A-42AE-B48D-B13C283C42E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09313" y="4461946"/>
                  <a:ext cx="13284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4">
            <p14:nvContentPartPr>
              <p14:cNvPr id="324" name="Entrada de lápiz 323">
                <a:extLst>
                  <a:ext uri="{FF2B5EF4-FFF2-40B4-BE49-F238E27FC236}">
                    <a16:creationId xmlns:a16="http://schemas.microsoft.com/office/drawing/2014/main" id="{D07C29EC-4047-4015-8E1A-9684F560741B}"/>
                  </a:ext>
                </a:extLst>
              </p14:cNvPr>
              <p14:cNvContentPartPr/>
              <p14:nvPr/>
            </p14:nvContentPartPr>
            <p14:xfrm>
              <a:off x="1712393" y="4355386"/>
              <a:ext cx="451440" cy="474120"/>
            </p14:xfrm>
          </p:contentPart>
        </mc:Choice>
        <mc:Fallback>
          <p:pic>
            <p:nvPicPr>
              <p:cNvPr id="324" name="Entrada de lápiz 323">
                <a:extLst>
                  <a:ext uri="{FF2B5EF4-FFF2-40B4-BE49-F238E27FC236}">
                    <a16:creationId xmlns:a16="http://schemas.microsoft.com/office/drawing/2014/main" id="{D07C29EC-4047-4015-8E1A-9684F560741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1694393" y="4337386"/>
                <a:ext cx="487080" cy="50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6" name="Grupo 335">
            <a:extLst>
              <a:ext uri="{FF2B5EF4-FFF2-40B4-BE49-F238E27FC236}">
                <a16:creationId xmlns:a16="http://schemas.microsoft.com/office/drawing/2014/main" id="{EABD38AA-019A-4ECC-81B5-56C40EE6FF9D}"/>
              </a:ext>
            </a:extLst>
          </p:cNvPr>
          <p:cNvGrpSpPr/>
          <p:nvPr/>
        </p:nvGrpSpPr>
        <p:grpSpPr>
          <a:xfrm>
            <a:off x="3058073" y="4455826"/>
            <a:ext cx="1424160" cy="351720"/>
            <a:chOff x="3058073" y="4455826"/>
            <a:chExt cx="142416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110DA035-2A71-4475-AF84-DC4F51E9483D}"/>
                    </a:ext>
                  </a:extLst>
                </p14:cNvPr>
                <p14:cNvContentPartPr/>
                <p14:nvPr/>
              </p14:nvContentPartPr>
              <p14:xfrm>
                <a:off x="3110273" y="4481746"/>
                <a:ext cx="172440" cy="11520"/>
              </p14:xfrm>
            </p:contentPart>
          </mc:Choice>
          <mc:Fallback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110DA035-2A71-4475-AF84-DC4F51E9483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101273" y="4473106"/>
                  <a:ext cx="190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127EB0AB-845F-4868-B6CC-1298DDCDE8B6}"/>
                    </a:ext>
                  </a:extLst>
                </p14:cNvPr>
                <p14:cNvContentPartPr/>
                <p14:nvPr/>
              </p14:nvContentPartPr>
              <p14:xfrm>
                <a:off x="3058073" y="4492186"/>
                <a:ext cx="167760" cy="250920"/>
              </p14:xfrm>
            </p:contentPart>
          </mc:Choice>
          <mc:Fallback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127EB0AB-845F-4868-B6CC-1298DDCDE8B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049073" y="4483546"/>
                  <a:ext cx="185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CA473271-E381-4566-A405-1B08989B78C4}"/>
                    </a:ext>
                  </a:extLst>
                </p14:cNvPr>
                <p14:cNvContentPartPr/>
                <p14:nvPr/>
              </p14:nvContentPartPr>
              <p14:xfrm>
                <a:off x="3064913" y="4609546"/>
                <a:ext cx="212040" cy="2556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CA473271-E381-4566-A405-1B08989B78C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055913" y="4600906"/>
                  <a:ext cx="229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E60E3969-7F8D-48FA-B36D-8F75FEBF2C8E}"/>
                    </a:ext>
                  </a:extLst>
                </p14:cNvPr>
                <p14:cNvContentPartPr/>
                <p14:nvPr/>
              </p14:nvContentPartPr>
              <p14:xfrm>
                <a:off x="3406553" y="4465186"/>
                <a:ext cx="97200" cy="25452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E60E3969-7F8D-48FA-B36D-8F75FEBF2C8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397913" y="4456546"/>
                  <a:ext cx="114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26035C95-A8AB-428F-90D7-713FBC5615FF}"/>
                    </a:ext>
                  </a:extLst>
                </p14:cNvPr>
                <p14:cNvContentPartPr/>
                <p14:nvPr/>
              </p14:nvContentPartPr>
              <p14:xfrm>
                <a:off x="3604193" y="4511626"/>
                <a:ext cx="32760" cy="21492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26035C95-A8AB-428F-90D7-713FBC5615F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595553" y="4502986"/>
                  <a:ext cx="504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46D501FF-8EDB-4596-B021-9E60B25EDF2B}"/>
                    </a:ext>
                  </a:extLst>
                </p14:cNvPr>
                <p14:cNvContentPartPr/>
                <p14:nvPr/>
              </p14:nvContentPartPr>
              <p14:xfrm>
                <a:off x="3731633" y="4564546"/>
                <a:ext cx="99360" cy="167040"/>
              </p14:xfrm>
            </p:contentPart>
          </mc:Choice>
          <mc:Fallback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46D501FF-8EDB-4596-B021-9E60B25EDF2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722633" y="4555546"/>
                  <a:ext cx="117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7C061C9A-EF6A-43C9-A750-451D314B7CE9}"/>
                    </a:ext>
                  </a:extLst>
                </p14:cNvPr>
                <p14:cNvContentPartPr/>
                <p14:nvPr/>
              </p14:nvContentPartPr>
              <p14:xfrm>
                <a:off x="3892913" y="4570306"/>
                <a:ext cx="100800" cy="15192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7C061C9A-EF6A-43C9-A750-451D314B7CE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884273" y="4561666"/>
                  <a:ext cx="118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2096F4DF-91A3-4F63-8545-120E19BA40CA}"/>
                    </a:ext>
                  </a:extLst>
                </p14:cNvPr>
                <p14:cNvContentPartPr/>
                <p14:nvPr/>
              </p14:nvContentPartPr>
              <p14:xfrm>
                <a:off x="4075073" y="4572106"/>
                <a:ext cx="107640" cy="16380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2096F4DF-91A3-4F63-8545-120E19BA40C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066073" y="4563466"/>
                  <a:ext cx="1252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471A7D3B-20F9-45A1-B1E9-D2D48607E944}"/>
                    </a:ext>
                  </a:extLst>
                </p14:cNvPr>
                <p14:cNvContentPartPr/>
                <p14:nvPr/>
              </p14:nvContentPartPr>
              <p14:xfrm>
                <a:off x="4072193" y="4558426"/>
                <a:ext cx="120960" cy="17352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471A7D3B-20F9-45A1-B1E9-D2D48607E94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063553" y="4549426"/>
                  <a:ext cx="138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F134F391-70D8-44F7-9A33-7CBE166CB3E4}"/>
                    </a:ext>
                  </a:extLst>
                </p14:cNvPr>
                <p14:cNvContentPartPr/>
                <p14:nvPr/>
              </p14:nvContentPartPr>
              <p14:xfrm>
                <a:off x="4228793" y="4455826"/>
                <a:ext cx="89280" cy="11844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F134F391-70D8-44F7-9A33-7CBE166CB3E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219793" y="4447186"/>
                  <a:ext cx="1069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D8CC91CA-E37C-4E72-B857-3C975593BF38}"/>
                    </a:ext>
                  </a:extLst>
                </p14:cNvPr>
                <p14:cNvContentPartPr/>
                <p14:nvPr/>
              </p14:nvContentPartPr>
              <p14:xfrm>
                <a:off x="4385393" y="4460146"/>
                <a:ext cx="96840" cy="34740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D8CC91CA-E37C-4E72-B857-3C975593BF3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376393" y="4451146"/>
                  <a:ext cx="114480" cy="36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337" name="Entrada de lápiz 336">
                <a:extLst>
                  <a:ext uri="{FF2B5EF4-FFF2-40B4-BE49-F238E27FC236}">
                    <a16:creationId xmlns:a16="http://schemas.microsoft.com/office/drawing/2014/main" id="{493AD2B1-A533-4A27-ADBE-C6B5DBFA57FA}"/>
                  </a:ext>
                </a:extLst>
              </p14:cNvPr>
              <p14:cNvContentPartPr/>
              <p14:nvPr/>
            </p14:nvContentPartPr>
            <p14:xfrm>
              <a:off x="4674473" y="4636546"/>
              <a:ext cx="102960" cy="8280"/>
            </p14:xfrm>
          </p:contentPart>
        </mc:Choice>
        <mc:Fallback>
          <p:pic>
            <p:nvPicPr>
              <p:cNvPr id="337" name="Entrada de lápiz 336">
                <a:extLst>
                  <a:ext uri="{FF2B5EF4-FFF2-40B4-BE49-F238E27FC236}">
                    <a16:creationId xmlns:a16="http://schemas.microsoft.com/office/drawing/2014/main" id="{493AD2B1-A533-4A27-ADBE-C6B5DBFA57FA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4665473" y="4627906"/>
                <a:ext cx="12060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338" name="Entrada de lápiz 337">
                <a:extLst>
                  <a:ext uri="{FF2B5EF4-FFF2-40B4-BE49-F238E27FC236}">
                    <a16:creationId xmlns:a16="http://schemas.microsoft.com/office/drawing/2014/main" id="{50CAD3CA-0797-432D-922A-A55F2B7BE4EC}"/>
                  </a:ext>
                </a:extLst>
              </p14:cNvPr>
              <p14:cNvContentPartPr/>
              <p14:nvPr/>
            </p14:nvContentPartPr>
            <p14:xfrm>
              <a:off x="4679153" y="4740946"/>
              <a:ext cx="114480" cy="12600"/>
            </p14:xfrm>
          </p:contentPart>
        </mc:Choice>
        <mc:Fallback>
          <p:pic>
            <p:nvPicPr>
              <p:cNvPr id="338" name="Entrada de lápiz 337">
                <a:extLst>
                  <a:ext uri="{FF2B5EF4-FFF2-40B4-BE49-F238E27FC236}">
                    <a16:creationId xmlns:a16="http://schemas.microsoft.com/office/drawing/2014/main" id="{50CAD3CA-0797-432D-922A-A55F2B7BE4EC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4670513" y="4731946"/>
                <a:ext cx="13212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upo 341">
            <a:extLst>
              <a:ext uri="{FF2B5EF4-FFF2-40B4-BE49-F238E27FC236}">
                <a16:creationId xmlns:a16="http://schemas.microsoft.com/office/drawing/2014/main" id="{8033CC0D-9CE2-4F5F-8F4B-FF1FD6755D34}"/>
              </a:ext>
            </a:extLst>
          </p:cNvPr>
          <p:cNvGrpSpPr/>
          <p:nvPr/>
        </p:nvGrpSpPr>
        <p:grpSpPr>
          <a:xfrm>
            <a:off x="4986593" y="4638346"/>
            <a:ext cx="491760" cy="175320"/>
            <a:chOff x="4986593" y="4638346"/>
            <a:chExt cx="49176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86C9DC25-2087-4661-830F-5E233D50D781}"/>
                    </a:ext>
                  </a:extLst>
                </p14:cNvPr>
                <p14:cNvContentPartPr/>
                <p14:nvPr/>
              </p14:nvContentPartPr>
              <p14:xfrm>
                <a:off x="4986593" y="4663546"/>
                <a:ext cx="135720" cy="15012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86C9DC25-2087-4661-830F-5E233D50D78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977953" y="4654906"/>
                  <a:ext cx="153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F629A629-5032-432F-99DB-D321E7BE2D50}"/>
                    </a:ext>
                  </a:extLst>
                </p14:cNvPr>
                <p14:cNvContentPartPr/>
                <p14:nvPr/>
              </p14:nvContentPartPr>
              <p14:xfrm>
                <a:off x="5159393" y="4638346"/>
                <a:ext cx="115560" cy="15444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F629A629-5032-432F-99DB-D321E7BE2D5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150753" y="4629346"/>
                  <a:ext cx="133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ECE15371-17DA-466C-BD8B-8D9DD2D1D9AB}"/>
                    </a:ext>
                  </a:extLst>
                </p14:cNvPr>
                <p14:cNvContentPartPr/>
                <p14:nvPr/>
              </p14:nvContentPartPr>
              <p14:xfrm>
                <a:off x="5367473" y="4640146"/>
                <a:ext cx="110880" cy="13932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ECE15371-17DA-466C-BD8B-8D9DD2D1D9A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358473" y="4631146"/>
                  <a:ext cx="1285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upo 352">
            <a:extLst>
              <a:ext uri="{FF2B5EF4-FFF2-40B4-BE49-F238E27FC236}">
                <a16:creationId xmlns:a16="http://schemas.microsoft.com/office/drawing/2014/main" id="{169A60ED-3700-40E0-A472-3B2AF004445A}"/>
              </a:ext>
            </a:extLst>
          </p:cNvPr>
          <p:cNvGrpSpPr/>
          <p:nvPr/>
        </p:nvGrpSpPr>
        <p:grpSpPr>
          <a:xfrm>
            <a:off x="5600393" y="4479946"/>
            <a:ext cx="1010520" cy="331920"/>
            <a:chOff x="5600393" y="4479946"/>
            <a:chExt cx="101052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43" name="Entrada de lápiz 342">
                  <a:extLst>
                    <a:ext uri="{FF2B5EF4-FFF2-40B4-BE49-F238E27FC236}">
                      <a16:creationId xmlns:a16="http://schemas.microsoft.com/office/drawing/2014/main" id="{AE5A698B-26FC-45E0-A921-5DD5F32F76C3}"/>
                    </a:ext>
                  </a:extLst>
                </p14:cNvPr>
                <p14:cNvContentPartPr/>
                <p14:nvPr/>
              </p14:nvContentPartPr>
              <p14:xfrm>
                <a:off x="5637113" y="4619266"/>
                <a:ext cx="122040" cy="2160"/>
              </p14:xfrm>
            </p:contentPart>
          </mc:Choice>
          <mc:Fallback>
            <p:pic>
              <p:nvPicPr>
                <p:cNvPr id="343" name="Entrada de lápiz 342">
                  <a:extLst>
                    <a:ext uri="{FF2B5EF4-FFF2-40B4-BE49-F238E27FC236}">
                      <a16:creationId xmlns:a16="http://schemas.microsoft.com/office/drawing/2014/main" id="{AE5A698B-26FC-45E0-A921-5DD5F32F76C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628473" y="4610266"/>
                  <a:ext cx="139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BE642E00-4EFF-43A7-8E28-34315D4BBFC6}"/>
                    </a:ext>
                  </a:extLst>
                </p14:cNvPr>
                <p14:cNvContentPartPr/>
                <p14:nvPr/>
              </p14:nvContentPartPr>
              <p14:xfrm>
                <a:off x="5600393" y="4613146"/>
                <a:ext cx="140400" cy="198720"/>
              </p14:xfrm>
            </p:contentPart>
          </mc:Choice>
          <mc:Fallback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BE642E00-4EFF-43A7-8E28-34315D4BBFC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591393" y="4604146"/>
                  <a:ext cx="1580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1F9DAEA6-7F35-4D7E-A38A-3836D2D5D1D3}"/>
                    </a:ext>
                  </a:extLst>
                </p14:cNvPr>
                <p14:cNvContentPartPr/>
                <p14:nvPr/>
              </p14:nvContentPartPr>
              <p14:xfrm>
                <a:off x="5608313" y="4713226"/>
                <a:ext cx="132840" cy="15840"/>
              </p14:xfrm>
            </p:contentPart>
          </mc:Choice>
          <mc:Fallback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1F9DAEA6-7F35-4D7E-A38A-3836D2D5D1D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599313" y="4704226"/>
                  <a:ext cx="150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6F343132-1CEC-4824-9D0A-8BDE868D8114}"/>
                    </a:ext>
                  </a:extLst>
                </p14:cNvPr>
                <p14:cNvContentPartPr/>
                <p14:nvPr/>
              </p14:nvContentPartPr>
              <p14:xfrm>
                <a:off x="5881553" y="4565266"/>
                <a:ext cx="126360" cy="207360"/>
              </p14:xfrm>
            </p:contentPart>
          </mc:Choice>
          <mc:Fallback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6F343132-1CEC-4824-9D0A-8BDE868D811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872553" y="4556266"/>
                  <a:ext cx="144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EBD65F22-652F-4E77-8451-CC83A7CAE97F}"/>
                    </a:ext>
                  </a:extLst>
                </p14:cNvPr>
                <p14:cNvContentPartPr/>
                <p14:nvPr/>
              </p14:nvContentPartPr>
              <p14:xfrm>
                <a:off x="6044273" y="4605226"/>
                <a:ext cx="81720" cy="145800"/>
              </p14:xfrm>
            </p:contentPart>
          </mc:Choice>
          <mc:Fallback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EBD65F22-652F-4E77-8451-CC83A7CAE97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035273" y="4596586"/>
                  <a:ext cx="99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31B5167A-2699-47B9-A0B4-4BED7FBCF4CE}"/>
                    </a:ext>
                  </a:extLst>
                </p14:cNvPr>
                <p14:cNvContentPartPr/>
                <p14:nvPr/>
              </p14:nvContentPartPr>
              <p14:xfrm>
                <a:off x="6041393" y="4599106"/>
                <a:ext cx="90360" cy="14976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31B5167A-2699-47B9-A0B4-4BED7FBCF4C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032393" y="4590466"/>
                  <a:ext cx="108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3B370153-9048-445F-BF11-D6E3C194A43F}"/>
                    </a:ext>
                  </a:extLst>
                </p14:cNvPr>
                <p14:cNvContentPartPr/>
                <p14:nvPr/>
              </p14:nvContentPartPr>
              <p14:xfrm>
                <a:off x="6164873" y="4498306"/>
                <a:ext cx="96120" cy="12204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3B370153-9048-445F-BF11-D6E3C194A43F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156233" y="4489666"/>
                  <a:ext cx="113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85F1B1EA-154A-4C47-8B1D-3E4306BF348A}"/>
                    </a:ext>
                  </a:extLst>
                </p14:cNvPr>
                <p14:cNvContentPartPr/>
                <p14:nvPr/>
              </p14:nvContentPartPr>
              <p14:xfrm>
                <a:off x="6338033" y="4479946"/>
                <a:ext cx="31320" cy="31176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85F1B1EA-154A-4C47-8B1D-3E4306BF34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329393" y="4471306"/>
                  <a:ext cx="489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11F2D688-E785-4BB1-A1F0-2715548629B2}"/>
                    </a:ext>
                  </a:extLst>
                </p14:cNvPr>
                <p14:cNvContentPartPr/>
                <p14:nvPr/>
              </p14:nvContentPartPr>
              <p14:xfrm>
                <a:off x="6509033" y="4610626"/>
                <a:ext cx="93240" cy="15840"/>
              </p14:xfrm>
            </p:contentPart>
          </mc:Choice>
          <mc:Fallback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11F2D688-E785-4BB1-A1F0-2715548629B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500393" y="4601626"/>
                  <a:ext cx="110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B79E7635-DF98-4BFF-BD1E-494647672DCC}"/>
                    </a:ext>
                  </a:extLst>
                </p14:cNvPr>
                <p14:cNvContentPartPr/>
                <p14:nvPr/>
              </p14:nvContentPartPr>
              <p14:xfrm>
                <a:off x="6482033" y="4708906"/>
                <a:ext cx="128880" cy="26280"/>
              </p14:xfrm>
            </p:contentPart>
          </mc:Choice>
          <mc:Fallback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B79E7635-DF98-4BFF-BD1E-494647672DC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473393" y="4699906"/>
                  <a:ext cx="14652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upo 359">
            <a:extLst>
              <a:ext uri="{FF2B5EF4-FFF2-40B4-BE49-F238E27FC236}">
                <a16:creationId xmlns:a16="http://schemas.microsoft.com/office/drawing/2014/main" id="{98D4F02E-6C58-4926-9931-8B6B33967750}"/>
              </a:ext>
            </a:extLst>
          </p:cNvPr>
          <p:cNvGrpSpPr/>
          <p:nvPr/>
        </p:nvGrpSpPr>
        <p:grpSpPr>
          <a:xfrm>
            <a:off x="6814313" y="4616746"/>
            <a:ext cx="530280" cy="189000"/>
            <a:chOff x="6814313" y="4616746"/>
            <a:chExt cx="53028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DB968EFE-9E84-4FC9-A6EE-6F053D341F85}"/>
                    </a:ext>
                  </a:extLst>
                </p14:cNvPr>
                <p14:cNvContentPartPr/>
                <p14:nvPr/>
              </p14:nvContentPartPr>
              <p14:xfrm>
                <a:off x="6814313" y="4621066"/>
                <a:ext cx="124560" cy="184680"/>
              </p14:xfrm>
            </p:contentPart>
          </mc:Choice>
          <mc:Fallback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DB968EFE-9E84-4FC9-A6EE-6F053D341F8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805673" y="4612066"/>
                  <a:ext cx="142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FF90057D-BD56-4B3B-A391-4FCD43A517C8}"/>
                    </a:ext>
                  </a:extLst>
                </p14:cNvPr>
                <p14:cNvContentPartPr/>
                <p14:nvPr/>
              </p14:nvContentPartPr>
              <p14:xfrm>
                <a:off x="7012673" y="4616746"/>
                <a:ext cx="134640" cy="168480"/>
              </p14:xfrm>
            </p:contentPart>
          </mc:Choice>
          <mc:Fallback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FF90057D-BD56-4B3B-A391-4FCD43A517C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004033" y="4607746"/>
                  <a:ext cx="152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41E24B6D-328C-496D-A4E0-4C15AAFC628C}"/>
                    </a:ext>
                  </a:extLst>
                </p14:cNvPr>
                <p14:cNvContentPartPr/>
                <p14:nvPr/>
              </p14:nvContentPartPr>
              <p14:xfrm>
                <a:off x="7199153" y="4625386"/>
                <a:ext cx="145440" cy="17280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41E24B6D-328C-496D-A4E0-4C15AAFC628C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190513" y="4616386"/>
                  <a:ext cx="1630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upo 358">
            <a:extLst>
              <a:ext uri="{FF2B5EF4-FFF2-40B4-BE49-F238E27FC236}">
                <a16:creationId xmlns:a16="http://schemas.microsoft.com/office/drawing/2014/main" id="{63AE37A2-3776-46FC-9022-160C1D1BE641}"/>
              </a:ext>
            </a:extLst>
          </p:cNvPr>
          <p:cNvGrpSpPr/>
          <p:nvPr/>
        </p:nvGrpSpPr>
        <p:grpSpPr>
          <a:xfrm>
            <a:off x="7496153" y="4597306"/>
            <a:ext cx="96120" cy="151920"/>
            <a:chOff x="7496153" y="4597306"/>
            <a:chExt cx="9612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AA99F700-859E-44BE-A14B-7C57866B8C2F}"/>
                    </a:ext>
                  </a:extLst>
                </p14:cNvPr>
                <p14:cNvContentPartPr/>
                <p14:nvPr/>
              </p14:nvContentPartPr>
              <p14:xfrm>
                <a:off x="7515593" y="4597306"/>
                <a:ext cx="76680" cy="137880"/>
              </p14:xfrm>
            </p:contentPart>
          </mc:Choice>
          <mc:Fallback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AA99F700-859E-44BE-A14B-7C57866B8C2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506593" y="4588666"/>
                  <a:ext cx="94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340597A3-8D22-4090-95D2-8925092D4547}"/>
                    </a:ext>
                  </a:extLst>
                </p14:cNvPr>
                <p14:cNvContentPartPr/>
                <p14:nvPr/>
              </p14:nvContentPartPr>
              <p14:xfrm>
                <a:off x="7496153" y="4619266"/>
                <a:ext cx="63360" cy="12996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340597A3-8D22-4090-95D2-8925092D454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487513" y="4610266"/>
                  <a:ext cx="8100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upo 363">
            <a:extLst>
              <a:ext uri="{FF2B5EF4-FFF2-40B4-BE49-F238E27FC236}">
                <a16:creationId xmlns:a16="http://schemas.microsoft.com/office/drawing/2014/main" id="{90E88D2D-A430-4C78-949C-50641068DC69}"/>
              </a:ext>
            </a:extLst>
          </p:cNvPr>
          <p:cNvGrpSpPr/>
          <p:nvPr/>
        </p:nvGrpSpPr>
        <p:grpSpPr>
          <a:xfrm>
            <a:off x="7761833" y="4560586"/>
            <a:ext cx="335160" cy="252720"/>
            <a:chOff x="7761833" y="4560586"/>
            <a:chExt cx="335160" cy="2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D5F60DD4-BD13-4F7E-B4EB-05507D021FEB}"/>
                    </a:ext>
                  </a:extLst>
                </p14:cNvPr>
                <p14:cNvContentPartPr/>
                <p14:nvPr/>
              </p14:nvContentPartPr>
              <p14:xfrm>
                <a:off x="7761833" y="4560586"/>
                <a:ext cx="99000" cy="212400"/>
              </p14:xfrm>
            </p:contentPart>
          </mc:Choice>
          <mc:Fallback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D5F60DD4-BD13-4F7E-B4EB-05507D021FE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753193" y="4551586"/>
                  <a:ext cx="116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3A16BC1F-1069-4268-85F0-3DBD00B2D772}"/>
                    </a:ext>
                  </a:extLst>
                </p14:cNvPr>
                <p14:cNvContentPartPr/>
                <p14:nvPr/>
              </p14:nvContentPartPr>
              <p14:xfrm>
                <a:off x="7926353" y="4739146"/>
                <a:ext cx="6120" cy="74160"/>
              </p14:xfrm>
            </p:contentPart>
          </mc:Choice>
          <mc:Fallback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3A16BC1F-1069-4268-85F0-3DBD00B2D77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917713" y="4730506"/>
                  <a:ext cx="23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3450D85D-3F85-4D01-8277-FE332B953ABE}"/>
                    </a:ext>
                  </a:extLst>
                </p14:cNvPr>
                <p14:cNvContentPartPr/>
                <p14:nvPr/>
              </p14:nvContentPartPr>
              <p14:xfrm>
                <a:off x="8020673" y="4582906"/>
                <a:ext cx="76320" cy="195840"/>
              </p14:xfrm>
            </p:contentPart>
          </mc:Choice>
          <mc:Fallback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3450D85D-3F85-4D01-8277-FE332B953AB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011673" y="4573906"/>
                  <a:ext cx="939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upo 369">
            <a:extLst>
              <a:ext uri="{FF2B5EF4-FFF2-40B4-BE49-F238E27FC236}">
                <a16:creationId xmlns:a16="http://schemas.microsoft.com/office/drawing/2014/main" id="{A1E086BB-DEE0-465A-BF04-DE21D6603390}"/>
              </a:ext>
            </a:extLst>
          </p:cNvPr>
          <p:cNvGrpSpPr/>
          <p:nvPr/>
        </p:nvGrpSpPr>
        <p:grpSpPr>
          <a:xfrm>
            <a:off x="8311193" y="4632586"/>
            <a:ext cx="698760" cy="209520"/>
            <a:chOff x="8311193" y="4632586"/>
            <a:chExt cx="69876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65" name="Entrada de lápiz 364">
                  <a:extLst>
                    <a:ext uri="{FF2B5EF4-FFF2-40B4-BE49-F238E27FC236}">
                      <a16:creationId xmlns:a16="http://schemas.microsoft.com/office/drawing/2014/main" id="{6EE074E1-11D1-4062-B7D8-9BC15CB0A950}"/>
                    </a:ext>
                  </a:extLst>
                </p14:cNvPr>
                <p14:cNvContentPartPr/>
                <p14:nvPr/>
              </p14:nvContentPartPr>
              <p14:xfrm>
                <a:off x="8325593" y="4668586"/>
                <a:ext cx="96120" cy="35280"/>
              </p14:xfrm>
            </p:contentPart>
          </mc:Choice>
          <mc:Fallback>
            <p:pic>
              <p:nvPicPr>
                <p:cNvPr id="365" name="Entrada de lápiz 364">
                  <a:extLst>
                    <a:ext uri="{FF2B5EF4-FFF2-40B4-BE49-F238E27FC236}">
                      <a16:creationId xmlns:a16="http://schemas.microsoft.com/office/drawing/2014/main" id="{6EE074E1-11D1-4062-B7D8-9BC15CB0A95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316953" y="4659946"/>
                  <a:ext cx="113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66" name="Entrada de lápiz 365">
                  <a:extLst>
                    <a:ext uri="{FF2B5EF4-FFF2-40B4-BE49-F238E27FC236}">
                      <a16:creationId xmlns:a16="http://schemas.microsoft.com/office/drawing/2014/main" id="{865CD694-7876-4BBF-AC7F-80598EADF713}"/>
                    </a:ext>
                  </a:extLst>
                </p14:cNvPr>
                <p14:cNvContentPartPr/>
                <p14:nvPr/>
              </p14:nvContentPartPr>
              <p14:xfrm>
                <a:off x="8311193" y="4769746"/>
                <a:ext cx="97920" cy="4680"/>
              </p14:xfrm>
            </p:contentPart>
          </mc:Choice>
          <mc:Fallback>
            <p:pic>
              <p:nvPicPr>
                <p:cNvPr id="366" name="Entrada de lápiz 365">
                  <a:extLst>
                    <a:ext uri="{FF2B5EF4-FFF2-40B4-BE49-F238E27FC236}">
                      <a16:creationId xmlns:a16="http://schemas.microsoft.com/office/drawing/2014/main" id="{865CD694-7876-4BBF-AC7F-80598EADF71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302193" y="4760746"/>
                  <a:ext cx="115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688EAD37-EB4A-41B0-915D-A3649F450E8B}"/>
                    </a:ext>
                  </a:extLst>
                </p14:cNvPr>
                <p14:cNvContentPartPr/>
                <p14:nvPr/>
              </p14:nvContentPartPr>
              <p14:xfrm>
                <a:off x="8513153" y="4632586"/>
                <a:ext cx="110520" cy="209520"/>
              </p14:xfrm>
            </p:contentPart>
          </mc:Choice>
          <mc:Fallback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688EAD37-EB4A-41B0-915D-A3649F450E8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504513" y="4623946"/>
                  <a:ext cx="128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68" name="Entrada de lápiz 367">
                  <a:extLst>
                    <a:ext uri="{FF2B5EF4-FFF2-40B4-BE49-F238E27FC236}">
                      <a16:creationId xmlns:a16="http://schemas.microsoft.com/office/drawing/2014/main" id="{804F349C-F55B-4C2E-9BCF-72EE03F38054}"/>
                    </a:ext>
                  </a:extLst>
                </p14:cNvPr>
                <p14:cNvContentPartPr/>
                <p14:nvPr/>
              </p14:nvContentPartPr>
              <p14:xfrm>
                <a:off x="8731313" y="4633666"/>
                <a:ext cx="88920" cy="175320"/>
              </p14:xfrm>
            </p:contentPart>
          </mc:Choice>
          <mc:Fallback>
            <p:pic>
              <p:nvPicPr>
                <p:cNvPr id="368" name="Entrada de lápiz 367">
                  <a:extLst>
                    <a:ext uri="{FF2B5EF4-FFF2-40B4-BE49-F238E27FC236}">
                      <a16:creationId xmlns:a16="http://schemas.microsoft.com/office/drawing/2014/main" id="{804F349C-F55B-4C2E-9BCF-72EE03F3805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722313" y="4625026"/>
                  <a:ext cx="106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69" name="Entrada de lápiz 368">
                  <a:extLst>
                    <a:ext uri="{FF2B5EF4-FFF2-40B4-BE49-F238E27FC236}">
                      <a16:creationId xmlns:a16="http://schemas.microsoft.com/office/drawing/2014/main" id="{10314932-8468-4027-AABC-2B49C6BF52D9}"/>
                    </a:ext>
                  </a:extLst>
                </p14:cNvPr>
                <p14:cNvContentPartPr/>
                <p14:nvPr/>
              </p14:nvContentPartPr>
              <p14:xfrm>
                <a:off x="8894033" y="4644826"/>
                <a:ext cx="115920" cy="141840"/>
              </p14:xfrm>
            </p:contentPart>
          </mc:Choice>
          <mc:Fallback>
            <p:pic>
              <p:nvPicPr>
                <p:cNvPr id="369" name="Entrada de lápiz 368">
                  <a:extLst>
                    <a:ext uri="{FF2B5EF4-FFF2-40B4-BE49-F238E27FC236}">
                      <a16:creationId xmlns:a16="http://schemas.microsoft.com/office/drawing/2014/main" id="{10314932-8468-4027-AABC-2B49C6BF52D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885393" y="4636186"/>
                  <a:ext cx="13356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upo 376">
            <a:extLst>
              <a:ext uri="{FF2B5EF4-FFF2-40B4-BE49-F238E27FC236}">
                <a16:creationId xmlns:a16="http://schemas.microsoft.com/office/drawing/2014/main" id="{F42F6F1D-068D-4E04-8AF5-74FD5435D97E}"/>
              </a:ext>
            </a:extLst>
          </p:cNvPr>
          <p:cNvGrpSpPr/>
          <p:nvPr/>
        </p:nvGrpSpPr>
        <p:grpSpPr>
          <a:xfrm>
            <a:off x="9219473" y="4573186"/>
            <a:ext cx="891000" cy="214920"/>
            <a:chOff x="9219473" y="4573186"/>
            <a:chExt cx="89100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71" name="Entrada de lápiz 370">
                  <a:extLst>
                    <a:ext uri="{FF2B5EF4-FFF2-40B4-BE49-F238E27FC236}">
                      <a16:creationId xmlns:a16="http://schemas.microsoft.com/office/drawing/2014/main" id="{E63D162A-2073-4511-945E-58D6688CA155}"/>
                    </a:ext>
                  </a:extLst>
                </p14:cNvPr>
                <p14:cNvContentPartPr/>
                <p14:nvPr/>
              </p14:nvContentPartPr>
              <p14:xfrm>
                <a:off x="9219473" y="4574986"/>
                <a:ext cx="158040" cy="207000"/>
              </p14:xfrm>
            </p:contentPart>
          </mc:Choice>
          <mc:Fallback>
            <p:pic>
              <p:nvPicPr>
                <p:cNvPr id="371" name="Entrada de lápiz 370">
                  <a:extLst>
                    <a:ext uri="{FF2B5EF4-FFF2-40B4-BE49-F238E27FC236}">
                      <a16:creationId xmlns:a16="http://schemas.microsoft.com/office/drawing/2014/main" id="{E63D162A-2073-4511-945E-58D6688CA155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210473" y="4565986"/>
                  <a:ext cx="175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72" name="Entrada de lápiz 371">
                  <a:extLst>
                    <a:ext uri="{FF2B5EF4-FFF2-40B4-BE49-F238E27FC236}">
                      <a16:creationId xmlns:a16="http://schemas.microsoft.com/office/drawing/2014/main" id="{5A2C6B92-D24A-432C-A6A8-B1598EFEAB74}"/>
                    </a:ext>
                  </a:extLst>
                </p14:cNvPr>
                <p14:cNvContentPartPr/>
                <p14:nvPr/>
              </p14:nvContentPartPr>
              <p14:xfrm>
                <a:off x="9440513" y="4621066"/>
                <a:ext cx="108720" cy="149760"/>
              </p14:xfrm>
            </p:contentPart>
          </mc:Choice>
          <mc:Fallback>
            <p:pic>
              <p:nvPicPr>
                <p:cNvPr id="372" name="Entrada de lápiz 371">
                  <a:extLst>
                    <a:ext uri="{FF2B5EF4-FFF2-40B4-BE49-F238E27FC236}">
                      <a16:creationId xmlns:a16="http://schemas.microsoft.com/office/drawing/2014/main" id="{5A2C6B92-D24A-432C-A6A8-B1598EFEAB74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431513" y="4612066"/>
                  <a:ext cx="126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7660DAC1-076F-4FA7-8328-BBBD507FA289}"/>
                    </a:ext>
                  </a:extLst>
                </p14:cNvPr>
                <p14:cNvContentPartPr/>
                <p14:nvPr/>
              </p14:nvContentPartPr>
              <p14:xfrm>
                <a:off x="9610433" y="4573186"/>
                <a:ext cx="61200" cy="19692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7660DAC1-076F-4FA7-8328-BBBD507FA289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601433" y="4564186"/>
                  <a:ext cx="788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74" name="Entrada de lápiz 373">
                  <a:extLst>
                    <a:ext uri="{FF2B5EF4-FFF2-40B4-BE49-F238E27FC236}">
                      <a16:creationId xmlns:a16="http://schemas.microsoft.com/office/drawing/2014/main" id="{1BE1417A-1969-4048-B071-FEF7D6B547F6}"/>
                    </a:ext>
                  </a:extLst>
                </p14:cNvPr>
                <p14:cNvContentPartPr/>
                <p14:nvPr/>
              </p14:nvContentPartPr>
              <p14:xfrm>
                <a:off x="9724193" y="4672186"/>
                <a:ext cx="308880" cy="110520"/>
              </p14:xfrm>
            </p:contentPart>
          </mc:Choice>
          <mc:Fallback>
            <p:pic>
              <p:nvPicPr>
                <p:cNvPr id="374" name="Entrada de lápiz 373">
                  <a:extLst>
                    <a:ext uri="{FF2B5EF4-FFF2-40B4-BE49-F238E27FC236}">
                      <a16:creationId xmlns:a16="http://schemas.microsoft.com/office/drawing/2014/main" id="{1BE1417A-1969-4048-B071-FEF7D6B547F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715553" y="4663546"/>
                  <a:ext cx="326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75" name="Entrada de lápiz 374">
                  <a:extLst>
                    <a:ext uri="{FF2B5EF4-FFF2-40B4-BE49-F238E27FC236}">
                      <a16:creationId xmlns:a16="http://schemas.microsoft.com/office/drawing/2014/main" id="{19BE451A-F087-4987-ADFA-08C293B03A93}"/>
                    </a:ext>
                  </a:extLst>
                </p14:cNvPr>
                <p14:cNvContentPartPr/>
                <p14:nvPr/>
              </p14:nvContentPartPr>
              <p14:xfrm>
                <a:off x="10025873" y="4630426"/>
                <a:ext cx="74880" cy="150840"/>
              </p14:xfrm>
            </p:contentPart>
          </mc:Choice>
          <mc:Fallback>
            <p:pic>
              <p:nvPicPr>
                <p:cNvPr id="375" name="Entrada de lápiz 374">
                  <a:extLst>
                    <a:ext uri="{FF2B5EF4-FFF2-40B4-BE49-F238E27FC236}">
                      <a16:creationId xmlns:a16="http://schemas.microsoft.com/office/drawing/2014/main" id="{19BE451A-F087-4987-ADFA-08C293B03A93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0017233" y="4621786"/>
                  <a:ext cx="92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76" name="Entrada de lápiz 375">
                  <a:extLst>
                    <a:ext uri="{FF2B5EF4-FFF2-40B4-BE49-F238E27FC236}">
                      <a16:creationId xmlns:a16="http://schemas.microsoft.com/office/drawing/2014/main" id="{0AC229D0-2BBD-4D47-A453-CB54CFEF0685}"/>
                    </a:ext>
                  </a:extLst>
                </p14:cNvPr>
                <p14:cNvContentPartPr/>
                <p14:nvPr/>
              </p14:nvContentPartPr>
              <p14:xfrm>
                <a:off x="10110113" y="4787746"/>
                <a:ext cx="360" cy="360"/>
              </p14:xfrm>
            </p:contentPart>
          </mc:Choice>
          <mc:Fallback>
            <p:pic>
              <p:nvPicPr>
                <p:cNvPr id="376" name="Entrada de lápiz 375">
                  <a:extLst>
                    <a:ext uri="{FF2B5EF4-FFF2-40B4-BE49-F238E27FC236}">
                      <a16:creationId xmlns:a16="http://schemas.microsoft.com/office/drawing/2014/main" id="{0AC229D0-2BBD-4D47-A453-CB54CFEF068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01473" y="47791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AA5E3031-AC0F-4BB0-B995-9BA5EE378128}"/>
                  </a:ext>
                </a:extLst>
              </p14:cNvPr>
              <p14:cNvContentPartPr/>
              <p14:nvPr/>
            </p14:nvContentPartPr>
            <p14:xfrm>
              <a:off x="981233" y="1976506"/>
              <a:ext cx="107280" cy="12096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AA5E3031-AC0F-4BB0-B995-9BA5EE378128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972593" y="1967506"/>
                <a:ext cx="1249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431AF0EC-2575-461B-BC4E-912C44363294}"/>
                  </a:ext>
                </a:extLst>
              </p14:cNvPr>
              <p14:cNvContentPartPr/>
              <p14:nvPr/>
            </p14:nvContentPartPr>
            <p14:xfrm>
              <a:off x="1152233" y="1829626"/>
              <a:ext cx="113040" cy="15768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431AF0EC-2575-461B-BC4E-912C44363294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1143233" y="1820986"/>
                <a:ext cx="1306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7B6B0208-629A-4797-A317-44CF4AFDBC85}"/>
                  </a:ext>
                </a:extLst>
              </p14:cNvPr>
              <p14:cNvContentPartPr/>
              <p14:nvPr/>
            </p14:nvContentPartPr>
            <p14:xfrm>
              <a:off x="1294433" y="2009266"/>
              <a:ext cx="69480" cy="4248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7B6B0208-629A-4797-A317-44CF4AFDBC85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285433" y="2000626"/>
                <a:ext cx="871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B7D69D62-1A39-4C44-A053-C64F4459581D}"/>
                  </a:ext>
                </a:extLst>
              </p14:cNvPr>
              <p14:cNvContentPartPr/>
              <p14:nvPr/>
            </p14:nvContentPartPr>
            <p14:xfrm>
              <a:off x="1507193" y="1925026"/>
              <a:ext cx="107640" cy="12276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B7D69D62-1A39-4C44-A053-C64F4459581D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498553" y="1916026"/>
                <a:ext cx="1252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51891506-47D1-4782-87FB-BE643328B045}"/>
                  </a:ext>
                </a:extLst>
              </p14:cNvPr>
              <p14:cNvContentPartPr/>
              <p14:nvPr/>
            </p14:nvContentPartPr>
            <p14:xfrm>
              <a:off x="1628153" y="2053906"/>
              <a:ext cx="54360" cy="8748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51891506-47D1-4782-87FB-BE643328B045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619513" y="2045266"/>
                <a:ext cx="720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9A2E4A7B-90DE-47AB-A4CA-E6090567FC9B}"/>
                  </a:ext>
                </a:extLst>
              </p14:cNvPr>
              <p14:cNvContentPartPr/>
              <p14:nvPr/>
            </p14:nvContentPartPr>
            <p14:xfrm>
              <a:off x="1794833" y="1886866"/>
              <a:ext cx="88200" cy="19980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9A2E4A7B-90DE-47AB-A4CA-E6090567FC9B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1785833" y="1878226"/>
                <a:ext cx="10584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272870E6-BAB8-4F57-BB1C-4E774E8AF8F2}"/>
                  </a:ext>
                </a:extLst>
              </p14:cNvPr>
              <p14:cNvContentPartPr/>
              <p14:nvPr/>
            </p14:nvContentPartPr>
            <p14:xfrm>
              <a:off x="1286873" y="1932946"/>
              <a:ext cx="92160" cy="11772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272870E6-BAB8-4F57-BB1C-4E774E8AF8F2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1278233" y="1924306"/>
                <a:ext cx="1098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8E635E5A-2B7F-452B-93FB-F5953673E20C}"/>
                  </a:ext>
                </a:extLst>
              </p14:cNvPr>
              <p14:cNvContentPartPr/>
              <p14:nvPr/>
            </p14:nvContentPartPr>
            <p14:xfrm>
              <a:off x="1338353" y="1946986"/>
              <a:ext cx="27360" cy="11268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8E635E5A-2B7F-452B-93FB-F5953673E20C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1329353" y="1937986"/>
                <a:ext cx="450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0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748C6FDD-0F76-4319-93E5-F15E87F375CB}"/>
                  </a:ext>
                </a:extLst>
              </p14:cNvPr>
              <p14:cNvContentPartPr/>
              <p14:nvPr/>
            </p14:nvContentPartPr>
            <p14:xfrm>
              <a:off x="1331513" y="1900906"/>
              <a:ext cx="39960" cy="14364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748C6FDD-0F76-4319-93E5-F15E87F375CB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1322513" y="1892266"/>
                <a:ext cx="576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2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7E07CC87-722F-4885-AA5F-D181F9F2D42D}"/>
                  </a:ext>
                </a:extLst>
              </p14:cNvPr>
              <p14:cNvContentPartPr/>
              <p14:nvPr/>
            </p14:nvContentPartPr>
            <p14:xfrm>
              <a:off x="1344113" y="1931146"/>
              <a:ext cx="45000" cy="5508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7E07CC87-722F-4885-AA5F-D181F9F2D42D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1335113" y="1922506"/>
                <a:ext cx="62640" cy="7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3" name="Grupo 392">
            <a:extLst>
              <a:ext uri="{FF2B5EF4-FFF2-40B4-BE49-F238E27FC236}">
                <a16:creationId xmlns:a16="http://schemas.microsoft.com/office/drawing/2014/main" id="{617178F8-8073-457E-AE94-C695EBEEBBF6}"/>
              </a:ext>
            </a:extLst>
          </p:cNvPr>
          <p:cNvGrpSpPr/>
          <p:nvPr/>
        </p:nvGrpSpPr>
        <p:grpSpPr>
          <a:xfrm>
            <a:off x="2080673" y="1690666"/>
            <a:ext cx="1408320" cy="390600"/>
            <a:chOff x="2080673" y="1690666"/>
            <a:chExt cx="140832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4399D07E-8785-4ECE-AD2B-66C1768A7226}"/>
                    </a:ext>
                  </a:extLst>
                </p14:cNvPr>
                <p14:cNvContentPartPr/>
                <p14:nvPr/>
              </p14:nvContentPartPr>
              <p14:xfrm>
                <a:off x="2413313" y="1814506"/>
                <a:ext cx="124200" cy="2563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4399D07E-8785-4ECE-AD2B-66C1768A722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404313" y="1805506"/>
                  <a:ext cx="141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4675825A-2D6F-4414-A6E5-F2FD85275751}"/>
                    </a:ext>
                  </a:extLst>
                </p14:cNvPr>
                <p14:cNvContentPartPr/>
                <p14:nvPr/>
              </p14:nvContentPartPr>
              <p14:xfrm>
                <a:off x="2551553" y="1690666"/>
                <a:ext cx="139680" cy="11232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4675825A-2D6F-4414-A6E5-F2FD8527575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542553" y="1682026"/>
                  <a:ext cx="157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430E2D17-9D07-4C84-B58A-0A196D6EC179}"/>
                    </a:ext>
                  </a:extLst>
                </p14:cNvPr>
                <p14:cNvContentPartPr/>
                <p14:nvPr/>
              </p14:nvContentPartPr>
              <p14:xfrm>
                <a:off x="2798873" y="1858426"/>
                <a:ext cx="92160" cy="7308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430E2D17-9D07-4C84-B58A-0A196D6EC17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790233" y="1849426"/>
                  <a:ext cx="109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CB62FD4F-A2FC-462D-B101-5B08948CA816}"/>
                    </a:ext>
                  </a:extLst>
                </p14:cNvPr>
                <p14:cNvContentPartPr/>
                <p14:nvPr/>
              </p14:nvContentPartPr>
              <p14:xfrm>
                <a:off x="2801753" y="1876426"/>
                <a:ext cx="63360" cy="1054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CB62FD4F-A2FC-462D-B101-5B08948CA81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793113" y="1867786"/>
                  <a:ext cx="81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4E07FA26-CA07-483E-9981-04057C6D06B3}"/>
                    </a:ext>
                  </a:extLst>
                </p14:cNvPr>
                <p14:cNvContentPartPr/>
                <p14:nvPr/>
              </p14:nvContentPartPr>
              <p14:xfrm>
                <a:off x="2987513" y="1875706"/>
                <a:ext cx="59400" cy="10296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4E07FA26-CA07-483E-9981-04057C6D06B3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978873" y="1866706"/>
                  <a:ext cx="77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D35B3F75-1DF5-4DAB-8921-56FCD16A70AD}"/>
                    </a:ext>
                  </a:extLst>
                </p14:cNvPr>
                <p14:cNvContentPartPr/>
                <p14:nvPr/>
              </p14:nvContentPartPr>
              <p14:xfrm>
                <a:off x="3090833" y="1985146"/>
                <a:ext cx="62280" cy="9432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D35B3F75-1DF5-4DAB-8921-56FCD16A70A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082193" y="1976506"/>
                  <a:ext cx="79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EEB786AD-EF2A-4F0F-9E96-483AA4DF56D5}"/>
                    </a:ext>
                  </a:extLst>
                </p14:cNvPr>
                <p14:cNvContentPartPr/>
                <p14:nvPr/>
              </p14:nvContentPartPr>
              <p14:xfrm>
                <a:off x="3224393" y="1890106"/>
                <a:ext cx="114120" cy="1702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EEB786AD-EF2A-4F0F-9E96-483AA4DF56D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215753" y="1881466"/>
                  <a:ext cx="131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01E0854D-3AE6-4130-B661-F4EDCB65170A}"/>
                    </a:ext>
                  </a:extLst>
                </p14:cNvPr>
                <p14:cNvContentPartPr/>
                <p14:nvPr/>
              </p14:nvContentPartPr>
              <p14:xfrm>
                <a:off x="3391433" y="1872826"/>
                <a:ext cx="97560" cy="18864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01E0854D-3AE6-4130-B661-F4EDCB65170A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382793" y="1864186"/>
                  <a:ext cx="115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724DEBDB-9331-4B8E-9695-E9C1BA3EC085}"/>
                    </a:ext>
                  </a:extLst>
                </p14:cNvPr>
                <p14:cNvContentPartPr/>
                <p14:nvPr/>
              </p14:nvContentPartPr>
              <p14:xfrm>
                <a:off x="2163833" y="1855546"/>
                <a:ext cx="31320" cy="22572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724DEBDB-9331-4B8E-9695-E9C1BA3EC085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154833" y="1846906"/>
                  <a:ext cx="489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FED0C1DF-B378-42D8-9B28-D3D1479B6E02}"/>
                    </a:ext>
                  </a:extLst>
                </p14:cNvPr>
                <p14:cNvContentPartPr/>
                <p14:nvPr/>
              </p14:nvContentPartPr>
              <p14:xfrm>
                <a:off x="2080673" y="2007826"/>
                <a:ext cx="158040" cy="133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FED0C1DF-B378-42D8-9B28-D3D1479B6E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2033" y="1999186"/>
                  <a:ext cx="1756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450" name="Entrada de lápiz 449">
                <a:extLst>
                  <a:ext uri="{FF2B5EF4-FFF2-40B4-BE49-F238E27FC236}">
                    <a16:creationId xmlns:a16="http://schemas.microsoft.com/office/drawing/2014/main" id="{00BC07DA-4D79-4D7B-88FC-52F779244B67}"/>
                  </a:ext>
                </a:extLst>
              </p14:cNvPr>
              <p14:cNvContentPartPr/>
              <p14:nvPr/>
            </p14:nvContentPartPr>
            <p14:xfrm>
              <a:off x="7783433" y="5312266"/>
              <a:ext cx="19440" cy="11520"/>
            </p14:xfrm>
          </p:contentPart>
        </mc:Choice>
        <mc:Fallback>
          <p:pic>
            <p:nvPicPr>
              <p:cNvPr id="450" name="Entrada de lápiz 449">
                <a:extLst>
                  <a:ext uri="{FF2B5EF4-FFF2-40B4-BE49-F238E27FC236}">
                    <a16:creationId xmlns:a16="http://schemas.microsoft.com/office/drawing/2014/main" id="{00BC07DA-4D79-4D7B-88FC-52F779244B67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7774793" y="5303266"/>
                <a:ext cx="370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5">
            <p14:nvContentPartPr>
              <p14:cNvPr id="474" name="Entrada de lápiz 473">
                <a:extLst>
                  <a:ext uri="{FF2B5EF4-FFF2-40B4-BE49-F238E27FC236}">
                    <a16:creationId xmlns:a16="http://schemas.microsoft.com/office/drawing/2014/main" id="{20001F09-BD51-4A4F-8787-760464CED1B3}"/>
                  </a:ext>
                </a:extLst>
              </p14:cNvPr>
              <p14:cNvContentPartPr/>
              <p14:nvPr/>
            </p14:nvContentPartPr>
            <p14:xfrm>
              <a:off x="6947153" y="3691186"/>
              <a:ext cx="52560" cy="322200"/>
            </p14:xfrm>
          </p:contentPart>
        </mc:Choice>
        <mc:Fallback>
          <p:pic>
            <p:nvPicPr>
              <p:cNvPr id="474" name="Entrada de lápiz 473">
                <a:extLst>
                  <a:ext uri="{FF2B5EF4-FFF2-40B4-BE49-F238E27FC236}">
                    <a16:creationId xmlns:a16="http://schemas.microsoft.com/office/drawing/2014/main" id="{20001F09-BD51-4A4F-8787-760464CED1B3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6938153" y="3682546"/>
                <a:ext cx="702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7">
            <p14:nvContentPartPr>
              <p14:cNvPr id="282" name="Entrada de lápiz 281">
                <a:extLst>
                  <a:ext uri="{FF2B5EF4-FFF2-40B4-BE49-F238E27FC236}">
                    <a16:creationId xmlns:a16="http://schemas.microsoft.com/office/drawing/2014/main" id="{4C77C242-927D-4AD1-A9A5-6062BC39F17B}"/>
                  </a:ext>
                </a:extLst>
              </p14:cNvPr>
              <p14:cNvContentPartPr/>
              <p14:nvPr/>
            </p14:nvContentPartPr>
            <p14:xfrm>
              <a:off x="6421193" y="3812146"/>
              <a:ext cx="141480" cy="36720"/>
            </p14:xfrm>
          </p:contentPart>
        </mc:Choice>
        <mc:Fallback>
          <p:pic>
            <p:nvPicPr>
              <p:cNvPr id="282" name="Entrada de lápiz 281">
                <a:extLst>
                  <a:ext uri="{FF2B5EF4-FFF2-40B4-BE49-F238E27FC236}">
                    <a16:creationId xmlns:a16="http://schemas.microsoft.com/office/drawing/2014/main" id="{4C77C242-927D-4AD1-A9A5-6062BC39F17B}"/>
                  </a:ext>
                </a:extLst>
              </p:cNvPr>
              <p:cNvPicPr/>
              <p:nvPr/>
            </p:nvPicPr>
            <p:blipFill>
              <a:blip r:embed="rId558"/>
              <a:stretch>
                <a:fillRect/>
              </a:stretch>
            </p:blipFill>
            <p:spPr>
              <a:xfrm>
                <a:off x="6412553" y="3803506"/>
                <a:ext cx="1591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9">
            <p14:nvContentPartPr>
              <p14:cNvPr id="283" name="Entrada de lápiz 282">
                <a:extLst>
                  <a:ext uri="{FF2B5EF4-FFF2-40B4-BE49-F238E27FC236}">
                    <a16:creationId xmlns:a16="http://schemas.microsoft.com/office/drawing/2014/main" id="{159393CD-E52E-4E1A-A584-603136602EF4}"/>
                  </a:ext>
                </a:extLst>
              </p14:cNvPr>
              <p14:cNvContentPartPr/>
              <p14:nvPr/>
            </p14:nvContentPartPr>
            <p14:xfrm>
              <a:off x="6428033" y="3918346"/>
              <a:ext cx="153000" cy="17640"/>
            </p14:xfrm>
          </p:contentPart>
        </mc:Choice>
        <mc:Fallback>
          <p:pic>
            <p:nvPicPr>
              <p:cNvPr id="283" name="Entrada de lápiz 282">
                <a:extLst>
                  <a:ext uri="{FF2B5EF4-FFF2-40B4-BE49-F238E27FC236}">
                    <a16:creationId xmlns:a16="http://schemas.microsoft.com/office/drawing/2014/main" id="{159393CD-E52E-4E1A-A584-603136602EF4}"/>
                  </a:ext>
                </a:extLst>
              </p:cNvPr>
              <p:cNvPicPr/>
              <p:nvPr/>
            </p:nvPicPr>
            <p:blipFill>
              <a:blip r:embed="rId560"/>
              <a:stretch>
                <a:fillRect/>
              </a:stretch>
            </p:blipFill>
            <p:spPr>
              <a:xfrm>
                <a:off x="6419033" y="3909346"/>
                <a:ext cx="1706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1">
            <p14:nvContentPartPr>
              <p14:cNvPr id="284" name="Entrada de lápiz 283">
                <a:extLst>
                  <a:ext uri="{FF2B5EF4-FFF2-40B4-BE49-F238E27FC236}">
                    <a16:creationId xmlns:a16="http://schemas.microsoft.com/office/drawing/2014/main" id="{69937678-1ADE-40B5-B220-02E6D9881605}"/>
                  </a:ext>
                </a:extLst>
              </p14:cNvPr>
              <p14:cNvContentPartPr/>
              <p14:nvPr/>
            </p14:nvContentPartPr>
            <p14:xfrm>
              <a:off x="6550793" y="3780106"/>
              <a:ext cx="129600" cy="248040"/>
            </p14:xfrm>
          </p:contentPart>
        </mc:Choice>
        <mc:Fallback>
          <p:pic>
            <p:nvPicPr>
              <p:cNvPr id="284" name="Entrada de lápiz 283">
                <a:extLst>
                  <a:ext uri="{FF2B5EF4-FFF2-40B4-BE49-F238E27FC236}">
                    <a16:creationId xmlns:a16="http://schemas.microsoft.com/office/drawing/2014/main" id="{69937678-1ADE-40B5-B220-02E6D9881605}"/>
                  </a:ext>
                </a:extLst>
              </p:cNvPr>
              <p:cNvPicPr/>
              <p:nvPr/>
            </p:nvPicPr>
            <p:blipFill>
              <a:blip r:embed="rId562"/>
              <a:stretch>
                <a:fillRect/>
              </a:stretch>
            </p:blipFill>
            <p:spPr>
              <a:xfrm>
                <a:off x="6541793" y="3771106"/>
                <a:ext cx="14724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9" name="Grupo 478">
            <a:extLst>
              <a:ext uri="{FF2B5EF4-FFF2-40B4-BE49-F238E27FC236}">
                <a16:creationId xmlns:a16="http://schemas.microsoft.com/office/drawing/2014/main" id="{049800EE-8C0F-4BDB-8BB7-87FB5A5E2F64}"/>
              </a:ext>
            </a:extLst>
          </p:cNvPr>
          <p:cNvGrpSpPr/>
          <p:nvPr/>
        </p:nvGrpSpPr>
        <p:grpSpPr>
          <a:xfrm>
            <a:off x="896633" y="303586"/>
            <a:ext cx="1297440" cy="279360"/>
            <a:chOff x="896633" y="303586"/>
            <a:chExt cx="129744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608CD24A-05F5-44C7-8B2A-25BD10D9296A}"/>
                    </a:ext>
                  </a:extLst>
                </p14:cNvPr>
                <p14:cNvContentPartPr/>
                <p14:nvPr/>
              </p14:nvContentPartPr>
              <p14:xfrm>
                <a:off x="896633" y="355786"/>
                <a:ext cx="143280" cy="1836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608CD24A-05F5-44C7-8B2A-25BD10D9296A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887633" y="346786"/>
                  <a:ext cx="16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962B90EF-021A-4DD6-BB92-805737D9177E}"/>
                    </a:ext>
                  </a:extLst>
                </p14:cNvPr>
                <p14:cNvContentPartPr/>
                <p14:nvPr/>
              </p14:nvContentPartPr>
              <p14:xfrm>
                <a:off x="1142153" y="366946"/>
                <a:ext cx="151200" cy="1890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962B90EF-021A-4DD6-BB92-805737D9177E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133153" y="357946"/>
                  <a:ext cx="1688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BC906F5-8B89-42DD-8928-4E1B582453EF}"/>
                    </a:ext>
                  </a:extLst>
                </p14:cNvPr>
                <p14:cNvContentPartPr/>
                <p14:nvPr/>
              </p14:nvContentPartPr>
              <p14:xfrm>
                <a:off x="1143953" y="408706"/>
                <a:ext cx="154080" cy="666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BC906F5-8B89-42DD-8928-4E1B582453EF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134953" y="399706"/>
                  <a:ext cx="171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D894736-7D14-4BDB-9647-0C969A191262}"/>
                    </a:ext>
                  </a:extLst>
                </p14:cNvPr>
                <p14:cNvContentPartPr/>
                <p14:nvPr/>
              </p14:nvContentPartPr>
              <p14:xfrm>
                <a:off x="1377593" y="371626"/>
                <a:ext cx="185400" cy="1785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D894736-7D14-4BDB-9647-0C969A19126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368593" y="362626"/>
                  <a:ext cx="203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999B1539-1FEF-4E10-AFC9-EC151CF53952}"/>
                    </a:ext>
                  </a:extLst>
                </p14:cNvPr>
                <p14:cNvContentPartPr/>
                <p14:nvPr/>
              </p14:nvContentPartPr>
              <p14:xfrm>
                <a:off x="1609073" y="349666"/>
                <a:ext cx="92160" cy="195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999B1539-1FEF-4E10-AFC9-EC151CF5395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600073" y="340666"/>
                  <a:ext cx="109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B290D06-2C59-4ED7-AA97-3A09A3CCDB55}"/>
                    </a:ext>
                  </a:extLst>
                </p14:cNvPr>
                <p14:cNvContentPartPr/>
                <p14:nvPr/>
              </p14:nvContentPartPr>
              <p14:xfrm>
                <a:off x="1762793" y="387106"/>
                <a:ext cx="101880" cy="1231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B290D06-2C59-4ED7-AA97-3A09A3CCDB55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753793" y="378106"/>
                  <a:ext cx="119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BE10C778-A358-4DCF-A832-CF43C5076D4F}"/>
                    </a:ext>
                  </a:extLst>
                </p14:cNvPr>
                <p14:cNvContentPartPr/>
                <p14:nvPr/>
              </p14:nvContentPartPr>
              <p14:xfrm>
                <a:off x="1721033" y="340666"/>
                <a:ext cx="154080" cy="18720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BE10C778-A358-4DCF-A832-CF43C5076D4F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712393" y="332026"/>
                  <a:ext cx="171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509FD9C5-1E71-4B54-8BBB-5671C30D57BD}"/>
                    </a:ext>
                  </a:extLst>
                </p14:cNvPr>
                <p14:cNvContentPartPr/>
                <p14:nvPr/>
              </p14:nvContentPartPr>
              <p14:xfrm>
                <a:off x="1944233" y="303586"/>
                <a:ext cx="246960" cy="2131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509FD9C5-1E71-4B54-8BBB-5671C30D57BD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935593" y="294586"/>
                  <a:ext cx="2646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FF9BDFF-A09B-4A5A-9314-20C01ECC5D69}"/>
                    </a:ext>
                  </a:extLst>
                </p14:cNvPr>
                <p14:cNvContentPartPr/>
                <p14:nvPr/>
              </p14:nvContentPartPr>
              <p14:xfrm>
                <a:off x="2099033" y="423466"/>
                <a:ext cx="95040" cy="176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FF9BDFF-A09B-4A5A-9314-20C01ECC5D69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2090393" y="414466"/>
                  <a:ext cx="112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78" name="Entrada de lápiz 477">
                  <a:extLst>
                    <a:ext uri="{FF2B5EF4-FFF2-40B4-BE49-F238E27FC236}">
                      <a16:creationId xmlns:a16="http://schemas.microsoft.com/office/drawing/2014/main" id="{AE01CA45-E7F1-4A19-ABA8-CE79030A6347}"/>
                    </a:ext>
                  </a:extLst>
                </p14:cNvPr>
                <p14:cNvContentPartPr/>
                <p14:nvPr/>
              </p14:nvContentPartPr>
              <p14:xfrm>
                <a:off x="1129553" y="489706"/>
                <a:ext cx="160920" cy="93240"/>
              </p14:xfrm>
            </p:contentPart>
          </mc:Choice>
          <mc:Fallback>
            <p:pic>
              <p:nvPicPr>
                <p:cNvPr id="478" name="Entrada de lápiz 477">
                  <a:extLst>
                    <a:ext uri="{FF2B5EF4-FFF2-40B4-BE49-F238E27FC236}">
                      <a16:creationId xmlns:a16="http://schemas.microsoft.com/office/drawing/2014/main" id="{AE01CA45-E7F1-4A19-ABA8-CE79030A6347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20553" y="480706"/>
                  <a:ext cx="17856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3">
            <p14:nvContentPartPr>
              <p14:cNvPr id="480" name="Entrada de lápiz 479">
                <a:extLst>
                  <a:ext uri="{FF2B5EF4-FFF2-40B4-BE49-F238E27FC236}">
                    <a16:creationId xmlns:a16="http://schemas.microsoft.com/office/drawing/2014/main" id="{CAAEA194-DED0-4ED5-802A-661D2849D8D8}"/>
                  </a:ext>
                </a:extLst>
              </p14:cNvPr>
              <p14:cNvContentPartPr/>
              <p14:nvPr/>
            </p14:nvContentPartPr>
            <p14:xfrm>
              <a:off x="4610393" y="3690466"/>
              <a:ext cx="11160" cy="6480"/>
            </p14:xfrm>
          </p:contentPart>
        </mc:Choice>
        <mc:Fallback>
          <p:pic>
            <p:nvPicPr>
              <p:cNvPr id="480" name="Entrada de lápiz 479">
                <a:extLst>
                  <a:ext uri="{FF2B5EF4-FFF2-40B4-BE49-F238E27FC236}">
                    <a16:creationId xmlns:a16="http://schemas.microsoft.com/office/drawing/2014/main" id="{CAAEA194-DED0-4ED5-802A-661D2849D8D8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4601753" y="3681466"/>
                <a:ext cx="288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481" name="Entrada de lápiz 480">
                <a:extLst>
                  <a:ext uri="{FF2B5EF4-FFF2-40B4-BE49-F238E27FC236}">
                    <a16:creationId xmlns:a16="http://schemas.microsoft.com/office/drawing/2014/main" id="{3439DA58-58A6-4F95-8554-2D6E713DA43C}"/>
                  </a:ext>
                </a:extLst>
              </p14:cNvPr>
              <p14:cNvContentPartPr/>
              <p14:nvPr/>
            </p14:nvContentPartPr>
            <p14:xfrm>
              <a:off x="5446673" y="3674986"/>
              <a:ext cx="5040" cy="360"/>
            </p14:xfrm>
          </p:contentPart>
        </mc:Choice>
        <mc:Fallback>
          <p:pic>
            <p:nvPicPr>
              <p:cNvPr id="481" name="Entrada de lápiz 480">
                <a:extLst>
                  <a:ext uri="{FF2B5EF4-FFF2-40B4-BE49-F238E27FC236}">
                    <a16:creationId xmlns:a16="http://schemas.microsoft.com/office/drawing/2014/main" id="{3439DA58-58A6-4F95-8554-2D6E713DA43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38033" y="3665986"/>
                <a:ext cx="226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3" name="Grupo 482">
            <a:extLst>
              <a:ext uri="{FF2B5EF4-FFF2-40B4-BE49-F238E27FC236}">
                <a16:creationId xmlns:a16="http://schemas.microsoft.com/office/drawing/2014/main" id="{52C6D9DB-95FA-4ED6-B592-A36329B97299}"/>
              </a:ext>
            </a:extLst>
          </p:cNvPr>
          <p:cNvGrpSpPr/>
          <p:nvPr/>
        </p:nvGrpSpPr>
        <p:grpSpPr>
          <a:xfrm>
            <a:off x="7134353" y="3213106"/>
            <a:ext cx="1726200" cy="831600"/>
            <a:chOff x="7134353" y="3213106"/>
            <a:chExt cx="1726200" cy="83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1D803540-562C-403A-B6FC-8DC45E5A0AAD}"/>
                    </a:ext>
                  </a:extLst>
                </p14:cNvPr>
                <p14:cNvContentPartPr/>
                <p14:nvPr/>
              </p14:nvContentPartPr>
              <p14:xfrm>
                <a:off x="7610273" y="3759226"/>
                <a:ext cx="115200" cy="17604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1D803540-562C-403A-B6FC-8DC45E5A0AA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601633" y="3750226"/>
                  <a:ext cx="132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C515761F-8A57-4C4E-AAA2-07FE03AFB76A}"/>
                    </a:ext>
                  </a:extLst>
                </p14:cNvPr>
                <p14:cNvContentPartPr/>
                <p14:nvPr/>
              </p14:nvContentPartPr>
              <p14:xfrm>
                <a:off x="7781273" y="3627106"/>
                <a:ext cx="106560" cy="36828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C515761F-8A57-4C4E-AAA2-07FE03AFB76A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772633" y="3618106"/>
                  <a:ext cx="1242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80AFE1D6-2636-43CD-8783-94E8F8812133}"/>
                    </a:ext>
                  </a:extLst>
                </p14:cNvPr>
                <p14:cNvContentPartPr/>
                <p14:nvPr/>
              </p14:nvContentPartPr>
              <p14:xfrm>
                <a:off x="7134353" y="3795586"/>
                <a:ext cx="150120" cy="14364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80AFE1D6-2636-43CD-8783-94E8F881213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7125353" y="3786946"/>
                  <a:ext cx="167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6F8194C0-9F6D-40BA-BE73-0DF0372CB383}"/>
                    </a:ext>
                  </a:extLst>
                </p14:cNvPr>
                <p14:cNvContentPartPr/>
                <p14:nvPr/>
              </p14:nvContentPartPr>
              <p14:xfrm>
                <a:off x="7348193" y="3916546"/>
                <a:ext cx="68040" cy="12816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6F8194C0-9F6D-40BA-BE73-0DF0372CB383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7339553" y="3907906"/>
                  <a:ext cx="85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8DAA238E-8EDD-46C6-99EF-850381DF2F80}"/>
                    </a:ext>
                  </a:extLst>
                </p14:cNvPr>
                <p14:cNvContentPartPr/>
                <p14:nvPr/>
              </p14:nvContentPartPr>
              <p14:xfrm>
                <a:off x="7556993" y="3412186"/>
                <a:ext cx="434880" cy="13608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8DAA238E-8EDD-46C6-99EF-850381DF2F80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7548353" y="3403546"/>
                  <a:ext cx="452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E1BE871A-3A99-4C0F-870F-685F20821F6E}"/>
                    </a:ext>
                  </a:extLst>
                </p14:cNvPr>
                <p14:cNvContentPartPr/>
                <p14:nvPr/>
              </p14:nvContentPartPr>
              <p14:xfrm>
                <a:off x="7854713" y="3371506"/>
                <a:ext cx="139680" cy="21780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E1BE871A-3A99-4C0F-870F-685F20821F6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846073" y="3362506"/>
                  <a:ext cx="1573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9A8C59DD-8546-4BC1-967D-23F1DB1B5CE6}"/>
                    </a:ext>
                  </a:extLst>
                </p14:cNvPr>
                <p14:cNvContentPartPr/>
                <p14:nvPr/>
              </p14:nvContentPartPr>
              <p14:xfrm>
                <a:off x="8219393" y="3307066"/>
                <a:ext cx="5040" cy="22212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9A8C59DD-8546-4BC1-967D-23F1DB1B5CE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210393" y="3298066"/>
                  <a:ext cx="22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101DF151-2AB5-4F98-B2A7-C73AFA39C0FA}"/>
                    </a:ext>
                  </a:extLst>
                </p14:cNvPr>
                <p14:cNvContentPartPr/>
                <p14:nvPr/>
              </p14:nvContentPartPr>
              <p14:xfrm>
                <a:off x="8122553" y="3298426"/>
                <a:ext cx="223560" cy="26748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101DF151-2AB5-4F98-B2A7-C73AFA39C0F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113913" y="3289426"/>
                  <a:ext cx="2412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5268B880-AB10-49F6-B4C2-04A3207706DA}"/>
                    </a:ext>
                  </a:extLst>
                </p14:cNvPr>
                <p14:cNvContentPartPr/>
                <p14:nvPr/>
              </p14:nvContentPartPr>
              <p14:xfrm>
                <a:off x="8229113" y="3443506"/>
                <a:ext cx="190800" cy="3852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5268B880-AB10-49F6-B4C2-04A3207706DA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220113" y="3434506"/>
                  <a:ext cx="208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F55E77C8-45D8-4DFF-ABF8-60EFE0DC482F}"/>
                    </a:ext>
                  </a:extLst>
                </p14:cNvPr>
                <p14:cNvContentPartPr/>
                <p14:nvPr/>
              </p14:nvContentPartPr>
              <p14:xfrm>
                <a:off x="8505953" y="3213106"/>
                <a:ext cx="354600" cy="24048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F55E77C8-45D8-4DFF-ABF8-60EFE0DC482F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497313" y="3204466"/>
                  <a:ext cx="372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82" name="Entrada de lápiz 481">
                  <a:extLst>
                    <a:ext uri="{FF2B5EF4-FFF2-40B4-BE49-F238E27FC236}">
                      <a16:creationId xmlns:a16="http://schemas.microsoft.com/office/drawing/2014/main" id="{3BC11603-3902-4C16-A080-B9EFF81B902B}"/>
                    </a:ext>
                  </a:extLst>
                </p14:cNvPr>
                <p14:cNvContentPartPr/>
                <p14:nvPr/>
              </p14:nvContentPartPr>
              <p14:xfrm>
                <a:off x="7556993" y="3943546"/>
                <a:ext cx="149400" cy="40320"/>
              </p14:xfrm>
            </p:contentPart>
          </mc:Choice>
          <mc:Fallback>
            <p:pic>
              <p:nvPicPr>
                <p:cNvPr id="482" name="Entrada de lápiz 481">
                  <a:extLst>
                    <a:ext uri="{FF2B5EF4-FFF2-40B4-BE49-F238E27FC236}">
                      <a16:creationId xmlns:a16="http://schemas.microsoft.com/office/drawing/2014/main" id="{3BC11603-3902-4C16-A080-B9EFF81B902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548353" y="3934546"/>
                  <a:ext cx="16704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8">
            <p14:nvContentPartPr>
              <p14:cNvPr id="484" name="Entrada de lápiz 483">
                <a:extLst>
                  <a:ext uri="{FF2B5EF4-FFF2-40B4-BE49-F238E27FC236}">
                    <a16:creationId xmlns:a16="http://schemas.microsoft.com/office/drawing/2014/main" id="{DE2DC3C6-CD0A-419F-B9C1-DAADE7F5E81D}"/>
                  </a:ext>
                </a:extLst>
              </p14:cNvPr>
              <p14:cNvContentPartPr/>
              <p14:nvPr/>
            </p14:nvContentPartPr>
            <p14:xfrm>
              <a:off x="7143353" y="3463666"/>
              <a:ext cx="159120" cy="129240"/>
            </p14:xfrm>
          </p:contentPart>
        </mc:Choice>
        <mc:Fallback>
          <p:pic>
            <p:nvPicPr>
              <p:cNvPr id="484" name="Entrada de lápiz 483">
                <a:extLst>
                  <a:ext uri="{FF2B5EF4-FFF2-40B4-BE49-F238E27FC236}">
                    <a16:creationId xmlns:a16="http://schemas.microsoft.com/office/drawing/2014/main" id="{DE2DC3C6-CD0A-419F-B9C1-DAADE7F5E81D}"/>
                  </a:ext>
                </a:extLst>
              </p:cNvPr>
              <p:cNvPicPr/>
              <p:nvPr/>
            </p:nvPicPr>
            <p:blipFill>
              <a:blip r:embed="rId609"/>
              <a:stretch>
                <a:fillRect/>
              </a:stretch>
            </p:blipFill>
            <p:spPr>
              <a:xfrm>
                <a:off x="7134353" y="3454666"/>
                <a:ext cx="1767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0">
            <p14:nvContentPartPr>
              <p14:cNvPr id="485" name="Entrada de lápiz 484">
                <a:extLst>
                  <a:ext uri="{FF2B5EF4-FFF2-40B4-BE49-F238E27FC236}">
                    <a16:creationId xmlns:a16="http://schemas.microsoft.com/office/drawing/2014/main" id="{6DA5EBA4-FEA9-4FAD-8AD8-2807E7EDD4D9}"/>
                  </a:ext>
                </a:extLst>
              </p14:cNvPr>
              <p14:cNvContentPartPr/>
              <p14:nvPr/>
            </p14:nvContentPartPr>
            <p14:xfrm>
              <a:off x="7548353" y="3353146"/>
              <a:ext cx="137520" cy="87480"/>
            </p14:xfrm>
          </p:contentPart>
        </mc:Choice>
        <mc:Fallback>
          <p:pic>
            <p:nvPicPr>
              <p:cNvPr id="485" name="Entrada de lápiz 484">
                <a:extLst>
                  <a:ext uri="{FF2B5EF4-FFF2-40B4-BE49-F238E27FC236}">
                    <a16:creationId xmlns:a16="http://schemas.microsoft.com/office/drawing/2014/main" id="{6DA5EBA4-FEA9-4FAD-8AD8-2807E7EDD4D9}"/>
                  </a:ext>
                </a:extLst>
              </p:cNvPr>
              <p:cNvPicPr/>
              <p:nvPr/>
            </p:nvPicPr>
            <p:blipFill>
              <a:blip r:embed="rId611"/>
              <a:stretch>
                <a:fillRect/>
              </a:stretch>
            </p:blipFill>
            <p:spPr>
              <a:xfrm>
                <a:off x="7539713" y="3344146"/>
                <a:ext cx="155160" cy="1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9" name="Grupo 498">
            <a:extLst>
              <a:ext uri="{FF2B5EF4-FFF2-40B4-BE49-F238E27FC236}">
                <a16:creationId xmlns:a16="http://schemas.microsoft.com/office/drawing/2014/main" id="{AAEEFD8B-7EE3-4E32-B1EE-CA741690AE1C}"/>
              </a:ext>
            </a:extLst>
          </p:cNvPr>
          <p:cNvGrpSpPr/>
          <p:nvPr/>
        </p:nvGrpSpPr>
        <p:grpSpPr>
          <a:xfrm>
            <a:off x="10286153" y="3755626"/>
            <a:ext cx="1005840" cy="417960"/>
            <a:chOff x="10286153" y="3755626"/>
            <a:chExt cx="100584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93" name="Entrada de lápiz 492">
                  <a:extLst>
                    <a:ext uri="{FF2B5EF4-FFF2-40B4-BE49-F238E27FC236}">
                      <a16:creationId xmlns:a16="http://schemas.microsoft.com/office/drawing/2014/main" id="{A19E3F57-3DFB-4C0F-9DF4-A2BE8C09D378}"/>
                    </a:ext>
                  </a:extLst>
                </p14:cNvPr>
                <p14:cNvContentPartPr/>
                <p14:nvPr/>
              </p14:nvContentPartPr>
              <p14:xfrm>
                <a:off x="10286153" y="3892066"/>
                <a:ext cx="29880" cy="281520"/>
              </p14:xfrm>
            </p:contentPart>
          </mc:Choice>
          <mc:Fallback>
            <p:pic>
              <p:nvPicPr>
                <p:cNvPr id="493" name="Entrada de lápiz 492">
                  <a:extLst>
                    <a:ext uri="{FF2B5EF4-FFF2-40B4-BE49-F238E27FC236}">
                      <a16:creationId xmlns:a16="http://schemas.microsoft.com/office/drawing/2014/main" id="{A19E3F57-3DFB-4C0F-9DF4-A2BE8C09D37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0277153" y="3883426"/>
                  <a:ext cx="475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94" name="Entrada de lápiz 493">
                  <a:extLst>
                    <a:ext uri="{FF2B5EF4-FFF2-40B4-BE49-F238E27FC236}">
                      <a16:creationId xmlns:a16="http://schemas.microsoft.com/office/drawing/2014/main" id="{32C42219-C99C-4543-A1A5-73ECF1BC6AAD}"/>
                    </a:ext>
                  </a:extLst>
                </p14:cNvPr>
                <p14:cNvContentPartPr/>
                <p14:nvPr/>
              </p14:nvContentPartPr>
              <p14:xfrm>
                <a:off x="10396313" y="3924466"/>
                <a:ext cx="156600" cy="231840"/>
              </p14:xfrm>
            </p:contentPart>
          </mc:Choice>
          <mc:Fallback>
            <p:pic>
              <p:nvPicPr>
                <p:cNvPr id="494" name="Entrada de lápiz 493">
                  <a:extLst>
                    <a:ext uri="{FF2B5EF4-FFF2-40B4-BE49-F238E27FC236}">
                      <a16:creationId xmlns:a16="http://schemas.microsoft.com/office/drawing/2014/main" id="{32C42219-C99C-4543-A1A5-73ECF1BC6AAD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387313" y="3915826"/>
                  <a:ext cx="174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95" name="Entrada de lápiz 494">
                  <a:extLst>
                    <a:ext uri="{FF2B5EF4-FFF2-40B4-BE49-F238E27FC236}">
                      <a16:creationId xmlns:a16="http://schemas.microsoft.com/office/drawing/2014/main" id="{218722CF-483B-4503-A897-C5A9ED9F4361}"/>
                    </a:ext>
                  </a:extLst>
                </p14:cNvPr>
                <p14:cNvContentPartPr/>
                <p14:nvPr/>
              </p14:nvContentPartPr>
              <p14:xfrm>
                <a:off x="10604033" y="3965146"/>
                <a:ext cx="153000" cy="198720"/>
              </p14:xfrm>
            </p:contentPart>
          </mc:Choice>
          <mc:Fallback>
            <p:pic>
              <p:nvPicPr>
                <p:cNvPr id="495" name="Entrada de lápiz 494">
                  <a:extLst>
                    <a:ext uri="{FF2B5EF4-FFF2-40B4-BE49-F238E27FC236}">
                      <a16:creationId xmlns:a16="http://schemas.microsoft.com/office/drawing/2014/main" id="{218722CF-483B-4503-A897-C5A9ED9F436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595393" y="3956146"/>
                  <a:ext cx="170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96" name="Entrada de lápiz 495">
                  <a:extLst>
                    <a:ext uri="{FF2B5EF4-FFF2-40B4-BE49-F238E27FC236}">
                      <a16:creationId xmlns:a16="http://schemas.microsoft.com/office/drawing/2014/main" id="{B54F8554-878F-44B5-8467-46E0AF8726B5}"/>
                    </a:ext>
                  </a:extLst>
                </p14:cNvPr>
                <p14:cNvContentPartPr/>
                <p14:nvPr/>
              </p14:nvContentPartPr>
              <p14:xfrm>
                <a:off x="10902833" y="3944266"/>
                <a:ext cx="146160" cy="214200"/>
              </p14:xfrm>
            </p:contentPart>
          </mc:Choice>
          <mc:Fallback>
            <p:pic>
              <p:nvPicPr>
                <p:cNvPr id="496" name="Entrada de lápiz 495">
                  <a:extLst>
                    <a:ext uri="{FF2B5EF4-FFF2-40B4-BE49-F238E27FC236}">
                      <a16:creationId xmlns:a16="http://schemas.microsoft.com/office/drawing/2014/main" id="{B54F8554-878F-44B5-8467-46E0AF8726B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894193" y="3935626"/>
                  <a:ext cx="1638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97" name="Entrada de lápiz 496">
                  <a:extLst>
                    <a:ext uri="{FF2B5EF4-FFF2-40B4-BE49-F238E27FC236}">
                      <a16:creationId xmlns:a16="http://schemas.microsoft.com/office/drawing/2014/main" id="{47532AED-D59F-466B-B30B-85F5BD30268C}"/>
                    </a:ext>
                  </a:extLst>
                </p14:cNvPr>
                <p14:cNvContentPartPr/>
                <p14:nvPr/>
              </p14:nvContentPartPr>
              <p14:xfrm>
                <a:off x="10872233" y="3912946"/>
                <a:ext cx="197280" cy="247320"/>
              </p14:xfrm>
            </p:contentPart>
          </mc:Choice>
          <mc:Fallback>
            <p:pic>
              <p:nvPicPr>
                <p:cNvPr id="497" name="Entrada de lápiz 496">
                  <a:extLst>
                    <a:ext uri="{FF2B5EF4-FFF2-40B4-BE49-F238E27FC236}">
                      <a16:creationId xmlns:a16="http://schemas.microsoft.com/office/drawing/2014/main" id="{47532AED-D59F-466B-B30B-85F5BD30268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863593" y="3904306"/>
                  <a:ext cx="214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98" name="Entrada de lápiz 497">
                  <a:extLst>
                    <a:ext uri="{FF2B5EF4-FFF2-40B4-BE49-F238E27FC236}">
                      <a16:creationId xmlns:a16="http://schemas.microsoft.com/office/drawing/2014/main" id="{0A8C19FA-EEDE-4932-8283-DE2C1BF1CC47}"/>
                    </a:ext>
                  </a:extLst>
                </p14:cNvPr>
                <p14:cNvContentPartPr/>
                <p14:nvPr/>
              </p14:nvContentPartPr>
              <p14:xfrm>
                <a:off x="11122433" y="3755626"/>
                <a:ext cx="169560" cy="167040"/>
              </p14:xfrm>
            </p:contentPart>
          </mc:Choice>
          <mc:Fallback>
            <p:pic>
              <p:nvPicPr>
                <p:cNvPr id="498" name="Entrada de lápiz 497">
                  <a:extLst>
                    <a:ext uri="{FF2B5EF4-FFF2-40B4-BE49-F238E27FC236}">
                      <a16:creationId xmlns:a16="http://schemas.microsoft.com/office/drawing/2014/main" id="{0A8C19FA-EEDE-4932-8283-DE2C1BF1CC47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113433" y="3746626"/>
                  <a:ext cx="18720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5" name="Grupo 504">
            <a:extLst>
              <a:ext uri="{FF2B5EF4-FFF2-40B4-BE49-F238E27FC236}">
                <a16:creationId xmlns:a16="http://schemas.microsoft.com/office/drawing/2014/main" id="{25644FB1-A94D-4001-9DBF-CCB111A5B92A}"/>
              </a:ext>
            </a:extLst>
          </p:cNvPr>
          <p:cNvGrpSpPr/>
          <p:nvPr/>
        </p:nvGrpSpPr>
        <p:grpSpPr>
          <a:xfrm>
            <a:off x="9528713" y="3874786"/>
            <a:ext cx="478440" cy="424800"/>
            <a:chOff x="9528713" y="3874786"/>
            <a:chExt cx="47844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500" name="Entrada de lápiz 499">
                  <a:extLst>
                    <a:ext uri="{FF2B5EF4-FFF2-40B4-BE49-F238E27FC236}">
                      <a16:creationId xmlns:a16="http://schemas.microsoft.com/office/drawing/2014/main" id="{739A5B16-A073-4705-AD60-F20B5B7C558E}"/>
                    </a:ext>
                  </a:extLst>
                </p14:cNvPr>
                <p14:cNvContentPartPr/>
                <p14:nvPr/>
              </p14:nvContentPartPr>
              <p14:xfrm>
                <a:off x="9534113" y="3914026"/>
                <a:ext cx="105840" cy="173880"/>
              </p14:xfrm>
            </p:contentPart>
          </mc:Choice>
          <mc:Fallback>
            <p:pic>
              <p:nvPicPr>
                <p:cNvPr id="500" name="Entrada de lápiz 499">
                  <a:extLst>
                    <a:ext uri="{FF2B5EF4-FFF2-40B4-BE49-F238E27FC236}">
                      <a16:creationId xmlns:a16="http://schemas.microsoft.com/office/drawing/2014/main" id="{739A5B16-A073-4705-AD60-F20B5B7C558E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525113" y="3905386"/>
                  <a:ext cx="123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501" name="Entrada de lápiz 500">
                  <a:extLst>
                    <a:ext uri="{FF2B5EF4-FFF2-40B4-BE49-F238E27FC236}">
                      <a16:creationId xmlns:a16="http://schemas.microsoft.com/office/drawing/2014/main" id="{00190A1E-7BEB-48CE-BC3C-2CCCE2AE3C79}"/>
                    </a:ext>
                  </a:extLst>
                </p14:cNvPr>
                <p14:cNvContentPartPr/>
                <p14:nvPr/>
              </p14:nvContentPartPr>
              <p14:xfrm>
                <a:off x="9528713" y="3874786"/>
                <a:ext cx="220320" cy="424800"/>
              </p14:xfrm>
            </p:contentPart>
          </mc:Choice>
          <mc:Fallback>
            <p:pic>
              <p:nvPicPr>
                <p:cNvPr id="501" name="Entrada de lápiz 500">
                  <a:extLst>
                    <a:ext uri="{FF2B5EF4-FFF2-40B4-BE49-F238E27FC236}">
                      <a16:creationId xmlns:a16="http://schemas.microsoft.com/office/drawing/2014/main" id="{00190A1E-7BEB-48CE-BC3C-2CCCE2AE3C7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520073" y="3865786"/>
                  <a:ext cx="2379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503" name="Entrada de lápiz 502">
                  <a:extLst>
                    <a:ext uri="{FF2B5EF4-FFF2-40B4-BE49-F238E27FC236}">
                      <a16:creationId xmlns:a16="http://schemas.microsoft.com/office/drawing/2014/main" id="{AD4A0A01-A0AC-430E-B3B4-409969B9E02E}"/>
                    </a:ext>
                  </a:extLst>
                </p14:cNvPr>
                <p14:cNvContentPartPr/>
                <p14:nvPr/>
              </p14:nvContentPartPr>
              <p14:xfrm>
                <a:off x="9865673" y="4031386"/>
                <a:ext cx="141480" cy="10080"/>
              </p14:xfrm>
            </p:contentPart>
          </mc:Choice>
          <mc:Fallback>
            <p:pic>
              <p:nvPicPr>
                <p:cNvPr id="503" name="Entrada de lápiz 502">
                  <a:extLst>
                    <a:ext uri="{FF2B5EF4-FFF2-40B4-BE49-F238E27FC236}">
                      <a16:creationId xmlns:a16="http://schemas.microsoft.com/office/drawing/2014/main" id="{AD4A0A01-A0AC-430E-B3B4-409969B9E02E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856673" y="4022386"/>
                  <a:ext cx="159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504" name="Entrada de lápiz 503">
                  <a:extLst>
                    <a:ext uri="{FF2B5EF4-FFF2-40B4-BE49-F238E27FC236}">
                      <a16:creationId xmlns:a16="http://schemas.microsoft.com/office/drawing/2014/main" id="{DB430457-48AE-418E-A33A-46EA7BB0BEA6}"/>
                    </a:ext>
                  </a:extLst>
                </p14:cNvPr>
                <p14:cNvContentPartPr/>
                <p14:nvPr/>
              </p14:nvContentPartPr>
              <p14:xfrm>
                <a:off x="9875393" y="4127866"/>
                <a:ext cx="123840" cy="18720"/>
              </p14:xfrm>
            </p:contentPart>
          </mc:Choice>
          <mc:Fallback>
            <p:pic>
              <p:nvPicPr>
                <p:cNvPr id="504" name="Entrada de lápiz 503">
                  <a:extLst>
                    <a:ext uri="{FF2B5EF4-FFF2-40B4-BE49-F238E27FC236}">
                      <a16:creationId xmlns:a16="http://schemas.microsoft.com/office/drawing/2014/main" id="{DB430457-48AE-418E-A33A-46EA7BB0BEA6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866393" y="4118866"/>
                  <a:ext cx="1414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8" name="Grupo 507">
            <a:extLst>
              <a:ext uri="{FF2B5EF4-FFF2-40B4-BE49-F238E27FC236}">
                <a16:creationId xmlns:a16="http://schemas.microsoft.com/office/drawing/2014/main" id="{DBBD6924-01AA-4219-898A-B006F8554D07}"/>
              </a:ext>
            </a:extLst>
          </p:cNvPr>
          <p:cNvGrpSpPr/>
          <p:nvPr/>
        </p:nvGrpSpPr>
        <p:grpSpPr>
          <a:xfrm>
            <a:off x="10912553" y="3398866"/>
            <a:ext cx="126720" cy="418680"/>
            <a:chOff x="10912553" y="3398866"/>
            <a:chExt cx="12672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506" name="Entrada de lápiz 505">
                  <a:extLst>
                    <a:ext uri="{FF2B5EF4-FFF2-40B4-BE49-F238E27FC236}">
                      <a16:creationId xmlns:a16="http://schemas.microsoft.com/office/drawing/2014/main" id="{E2B89D55-A1F8-455D-AD88-4F228CEEB628}"/>
                    </a:ext>
                  </a:extLst>
                </p14:cNvPr>
                <p14:cNvContentPartPr/>
                <p14:nvPr/>
              </p14:nvContentPartPr>
              <p14:xfrm>
                <a:off x="10942433" y="3398866"/>
                <a:ext cx="28440" cy="387000"/>
              </p14:xfrm>
            </p:contentPart>
          </mc:Choice>
          <mc:Fallback>
            <p:pic>
              <p:nvPicPr>
                <p:cNvPr id="506" name="Entrada de lápiz 505">
                  <a:extLst>
                    <a:ext uri="{FF2B5EF4-FFF2-40B4-BE49-F238E27FC236}">
                      <a16:creationId xmlns:a16="http://schemas.microsoft.com/office/drawing/2014/main" id="{E2B89D55-A1F8-455D-AD88-4F228CEEB62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933793" y="3389866"/>
                  <a:ext cx="460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507" name="Entrada de lápiz 506">
                  <a:extLst>
                    <a:ext uri="{FF2B5EF4-FFF2-40B4-BE49-F238E27FC236}">
                      <a16:creationId xmlns:a16="http://schemas.microsoft.com/office/drawing/2014/main" id="{AD404638-53E5-4640-8B3F-24221AB8AA0D}"/>
                    </a:ext>
                  </a:extLst>
                </p14:cNvPr>
                <p14:cNvContentPartPr/>
                <p14:nvPr/>
              </p14:nvContentPartPr>
              <p14:xfrm>
                <a:off x="10912553" y="3711346"/>
                <a:ext cx="126720" cy="106200"/>
              </p14:xfrm>
            </p:contentPart>
          </mc:Choice>
          <mc:Fallback>
            <p:pic>
              <p:nvPicPr>
                <p:cNvPr id="507" name="Entrada de lápiz 506">
                  <a:extLst>
                    <a:ext uri="{FF2B5EF4-FFF2-40B4-BE49-F238E27FC236}">
                      <a16:creationId xmlns:a16="http://schemas.microsoft.com/office/drawing/2014/main" id="{AD404638-53E5-4640-8B3F-24221AB8AA0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903553" y="3702706"/>
                  <a:ext cx="14436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upo 515">
            <a:extLst>
              <a:ext uri="{FF2B5EF4-FFF2-40B4-BE49-F238E27FC236}">
                <a16:creationId xmlns:a16="http://schemas.microsoft.com/office/drawing/2014/main" id="{6DC1F4C6-0154-422B-B7AB-CE89BFB4F511}"/>
              </a:ext>
            </a:extLst>
          </p:cNvPr>
          <p:cNvGrpSpPr/>
          <p:nvPr/>
        </p:nvGrpSpPr>
        <p:grpSpPr>
          <a:xfrm>
            <a:off x="3150953" y="4112746"/>
            <a:ext cx="668520" cy="287640"/>
            <a:chOff x="3150953" y="4112746"/>
            <a:chExt cx="66852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509" name="Entrada de lápiz 508">
                  <a:extLst>
                    <a:ext uri="{FF2B5EF4-FFF2-40B4-BE49-F238E27FC236}">
                      <a16:creationId xmlns:a16="http://schemas.microsoft.com/office/drawing/2014/main" id="{DC2612E2-D752-4C26-8D3E-C93429233D63}"/>
                    </a:ext>
                  </a:extLst>
                </p14:cNvPr>
                <p14:cNvContentPartPr/>
                <p14:nvPr/>
              </p14:nvContentPartPr>
              <p14:xfrm>
                <a:off x="3150953" y="4148026"/>
                <a:ext cx="192600" cy="65520"/>
              </p14:xfrm>
            </p:contentPart>
          </mc:Choice>
          <mc:Fallback>
            <p:pic>
              <p:nvPicPr>
                <p:cNvPr id="509" name="Entrada de lápiz 508">
                  <a:extLst>
                    <a:ext uri="{FF2B5EF4-FFF2-40B4-BE49-F238E27FC236}">
                      <a16:creationId xmlns:a16="http://schemas.microsoft.com/office/drawing/2014/main" id="{DC2612E2-D752-4C26-8D3E-C93429233D63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3141953" y="4139026"/>
                  <a:ext cx="210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510" name="Entrada de lápiz 509">
                  <a:extLst>
                    <a:ext uri="{FF2B5EF4-FFF2-40B4-BE49-F238E27FC236}">
                      <a16:creationId xmlns:a16="http://schemas.microsoft.com/office/drawing/2014/main" id="{D26DB9AB-9BEC-4A55-B1A7-1D7AE4ABF045}"/>
                    </a:ext>
                  </a:extLst>
                </p14:cNvPr>
                <p14:cNvContentPartPr/>
                <p14:nvPr/>
              </p14:nvContentPartPr>
              <p14:xfrm>
                <a:off x="3150953" y="4167106"/>
                <a:ext cx="164880" cy="175680"/>
              </p14:xfrm>
            </p:contentPart>
          </mc:Choice>
          <mc:Fallback>
            <p:pic>
              <p:nvPicPr>
                <p:cNvPr id="510" name="Entrada de lápiz 509">
                  <a:extLst>
                    <a:ext uri="{FF2B5EF4-FFF2-40B4-BE49-F238E27FC236}">
                      <a16:creationId xmlns:a16="http://schemas.microsoft.com/office/drawing/2014/main" id="{D26DB9AB-9BEC-4A55-B1A7-1D7AE4ABF045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3142313" y="4158106"/>
                  <a:ext cx="182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511" name="Entrada de lápiz 510">
                  <a:extLst>
                    <a:ext uri="{FF2B5EF4-FFF2-40B4-BE49-F238E27FC236}">
                      <a16:creationId xmlns:a16="http://schemas.microsoft.com/office/drawing/2014/main" id="{05329A34-A72B-4353-B7B7-1E7CB92A0722}"/>
                    </a:ext>
                  </a:extLst>
                </p14:cNvPr>
                <p14:cNvContentPartPr/>
                <p14:nvPr/>
              </p14:nvContentPartPr>
              <p14:xfrm>
                <a:off x="3180833" y="4255666"/>
                <a:ext cx="140400" cy="29160"/>
              </p14:xfrm>
            </p:contentPart>
          </mc:Choice>
          <mc:Fallback>
            <p:pic>
              <p:nvPicPr>
                <p:cNvPr id="511" name="Entrada de lápiz 510">
                  <a:extLst>
                    <a:ext uri="{FF2B5EF4-FFF2-40B4-BE49-F238E27FC236}">
                      <a16:creationId xmlns:a16="http://schemas.microsoft.com/office/drawing/2014/main" id="{05329A34-A72B-4353-B7B7-1E7CB92A0722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3171833" y="4247026"/>
                  <a:ext cx="1580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512" name="Entrada de lápiz 511">
                  <a:extLst>
                    <a:ext uri="{FF2B5EF4-FFF2-40B4-BE49-F238E27FC236}">
                      <a16:creationId xmlns:a16="http://schemas.microsoft.com/office/drawing/2014/main" id="{E60A9B8A-A3D5-4EE7-B67A-05E844FF05D4}"/>
                    </a:ext>
                  </a:extLst>
                </p14:cNvPr>
                <p14:cNvContentPartPr/>
                <p14:nvPr/>
              </p14:nvContentPartPr>
              <p14:xfrm>
                <a:off x="3450833" y="4180066"/>
                <a:ext cx="137520" cy="187920"/>
              </p14:xfrm>
            </p:contentPart>
          </mc:Choice>
          <mc:Fallback>
            <p:pic>
              <p:nvPicPr>
                <p:cNvPr id="512" name="Entrada de lápiz 511">
                  <a:extLst>
                    <a:ext uri="{FF2B5EF4-FFF2-40B4-BE49-F238E27FC236}">
                      <a16:creationId xmlns:a16="http://schemas.microsoft.com/office/drawing/2014/main" id="{E60A9B8A-A3D5-4EE7-B67A-05E844FF05D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3441833" y="4171066"/>
                  <a:ext cx="155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513" name="Entrada de lápiz 512">
                  <a:extLst>
                    <a:ext uri="{FF2B5EF4-FFF2-40B4-BE49-F238E27FC236}">
                      <a16:creationId xmlns:a16="http://schemas.microsoft.com/office/drawing/2014/main" id="{80A605CE-A33B-4627-A387-6FCFA9035EA6}"/>
                    </a:ext>
                  </a:extLst>
                </p14:cNvPr>
                <p14:cNvContentPartPr/>
                <p14:nvPr/>
              </p14:nvContentPartPr>
              <p14:xfrm>
                <a:off x="3581153" y="4186906"/>
                <a:ext cx="93240" cy="106560"/>
              </p14:xfrm>
            </p:contentPart>
          </mc:Choice>
          <mc:Fallback>
            <p:pic>
              <p:nvPicPr>
                <p:cNvPr id="513" name="Entrada de lápiz 512">
                  <a:extLst>
                    <a:ext uri="{FF2B5EF4-FFF2-40B4-BE49-F238E27FC236}">
                      <a16:creationId xmlns:a16="http://schemas.microsoft.com/office/drawing/2014/main" id="{80A605CE-A33B-4627-A387-6FCFA9035EA6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572153" y="4178266"/>
                  <a:ext cx="110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514" name="Entrada de lápiz 513">
                  <a:extLst>
                    <a:ext uri="{FF2B5EF4-FFF2-40B4-BE49-F238E27FC236}">
                      <a16:creationId xmlns:a16="http://schemas.microsoft.com/office/drawing/2014/main" id="{EDF6818F-3B1D-48E1-8E6B-CC087A389796}"/>
                    </a:ext>
                  </a:extLst>
                </p14:cNvPr>
                <p14:cNvContentPartPr/>
                <p14:nvPr/>
              </p14:nvContentPartPr>
              <p14:xfrm>
                <a:off x="3641273" y="4183666"/>
                <a:ext cx="68760" cy="190800"/>
              </p14:xfrm>
            </p:contentPart>
          </mc:Choice>
          <mc:Fallback>
            <p:pic>
              <p:nvPicPr>
                <p:cNvPr id="514" name="Entrada de lápiz 513">
                  <a:extLst>
                    <a:ext uri="{FF2B5EF4-FFF2-40B4-BE49-F238E27FC236}">
                      <a16:creationId xmlns:a16="http://schemas.microsoft.com/office/drawing/2014/main" id="{EDF6818F-3B1D-48E1-8E6B-CC087A389796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632273" y="4174666"/>
                  <a:ext cx="864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515" name="Entrada de lápiz 514">
                  <a:extLst>
                    <a:ext uri="{FF2B5EF4-FFF2-40B4-BE49-F238E27FC236}">
                      <a16:creationId xmlns:a16="http://schemas.microsoft.com/office/drawing/2014/main" id="{AB3D85D6-649D-43A4-8E40-B35D148D40BE}"/>
                    </a:ext>
                  </a:extLst>
                </p14:cNvPr>
                <p14:cNvContentPartPr/>
                <p14:nvPr/>
              </p14:nvContentPartPr>
              <p14:xfrm>
                <a:off x="3753953" y="4112746"/>
                <a:ext cx="65520" cy="287640"/>
              </p14:xfrm>
            </p:contentPart>
          </mc:Choice>
          <mc:Fallback>
            <p:pic>
              <p:nvPicPr>
                <p:cNvPr id="515" name="Entrada de lápiz 514">
                  <a:extLst>
                    <a:ext uri="{FF2B5EF4-FFF2-40B4-BE49-F238E27FC236}">
                      <a16:creationId xmlns:a16="http://schemas.microsoft.com/office/drawing/2014/main" id="{AB3D85D6-649D-43A4-8E40-B35D148D40BE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745313" y="4104106"/>
                  <a:ext cx="83160" cy="30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0">
            <p14:nvContentPartPr>
              <p14:cNvPr id="518" name="Entrada de lápiz 517">
                <a:extLst>
                  <a:ext uri="{FF2B5EF4-FFF2-40B4-BE49-F238E27FC236}">
                    <a16:creationId xmlns:a16="http://schemas.microsoft.com/office/drawing/2014/main" id="{99F6997E-A00F-4057-B95C-0EFBB69BDB17}"/>
                  </a:ext>
                </a:extLst>
              </p14:cNvPr>
              <p14:cNvContentPartPr/>
              <p14:nvPr/>
            </p14:nvContentPartPr>
            <p14:xfrm>
              <a:off x="9737873" y="4529626"/>
              <a:ext cx="100080" cy="96120"/>
            </p14:xfrm>
          </p:contentPart>
        </mc:Choice>
        <mc:Fallback>
          <p:pic>
            <p:nvPicPr>
              <p:cNvPr id="518" name="Entrada de lápiz 517">
                <a:extLst>
                  <a:ext uri="{FF2B5EF4-FFF2-40B4-BE49-F238E27FC236}">
                    <a16:creationId xmlns:a16="http://schemas.microsoft.com/office/drawing/2014/main" id="{99F6997E-A00F-4057-B95C-0EFBB69BDB17}"/>
                  </a:ext>
                </a:extLst>
              </p:cNvPr>
              <p:cNvPicPr/>
              <p:nvPr/>
            </p:nvPicPr>
            <p:blipFill>
              <a:blip r:embed="rId651"/>
              <a:stretch>
                <a:fillRect/>
              </a:stretch>
            </p:blipFill>
            <p:spPr>
              <a:xfrm>
                <a:off x="9729233" y="4520626"/>
                <a:ext cx="11772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52">
            <p14:nvContentPartPr>
              <p14:cNvPr id="519" name="Entrada de lápiz 518">
                <a:extLst>
                  <a:ext uri="{FF2B5EF4-FFF2-40B4-BE49-F238E27FC236}">
                    <a16:creationId xmlns:a16="http://schemas.microsoft.com/office/drawing/2014/main" id="{5E81AF5D-95A5-442D-9FAC-BB594F483E09}"/>
                  </a:ext>
                </a:extLst>
              </p14:cNvPr>
              <p14:cNvContentPartPr/>
              <p14:nvPr/>
            </p14:nvContentPartPr>
            <p14:xfrm>
              <a:off x="10813913" y="4159546"/>
              <a:ext cx="357840" cy="150840"/>
            </p14:xfrm>
          </p:contentPart>
        </mc:Choice>
        <mc:Fallback>
          <p:pic>
            <p:nvPicPr>
              <p:cNvPr id="519" name="Entrada de lápiz 518">
                <a:extLst>
                  <a:ext uri="{FF2B5EF4-FFF2-40B4-BE49-F238E27FC236}">
                    <a16:creationId xmlns:a16="http://schemas.microsoft.com/office/drawing/2014/main" id="{5E81AF5D-95A5-442D-9FAC-BB594F483E09}"/>
                  </a:ext>
                </a:extLst>
              </p:cNvPr>
              <p:cNvPicPr/>
              <p:nvPr/>
            </p:nvPicPr>
            <p:blipFill>
              <a:blip r:embed="rId653"/>
              <a:stretch>
                <a:fillRect/>
              </a:stretch>
            </p:blipFill>
            <p:spPr>
              <a:xfrm>
                <a:off x="10795913" y="4141906"/>
                <a:ext cx="3934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54">
            <p14:nvContentPartPr>
              <p14:cNvPr id="520" name="Entrada de lápiz 519">
                <a:extLst>
                  <a:ext uri="{FF2B5EF4-FFF2-40B4-BE49-F238E27FC236}">
                    <a16:creationId xmlns:a16="http://schemas.microsoft.com/office/drawing/2014/main" id="{455A0A50-10B6-49FA-9795-34CB9C202FC2}"/>
                  </a:ext>
                </a:extLst>
              </p14:cNvPr>
              <p14:cNvContentPartPr/>
              <p14:nvPr/>
            </p14:nvContentPartPr>
            <p14:xfrm>
              <a:off x="3551993" y="4734826"/>
              <a:ext cx="663480" cy="149400"/>
            </p14:xfrm>
          </p:contentPart>
        </mc:Choice>
        <mc:Fallback>
          <p:pic>
            <p:nvPicPr>
              <p:cNvPr id="520" name="Entrada de lápiz 519">
                <a:extLst>
                  <a:ext uri="{FF2B5EF4-FFF2-40B4-BE49-F238E27FC236}">
                    <a16:creationId xmlns:a16="http://schemas.microsoft.com/office/drawing/2014/main" id="{455A0A50-10B6-49FA-9795-34CB9C202FC2}"/>
                  </a:ext>
                </a:extLst>
              </p:cNvPr>
              <p:cNvPicPr/>
              <p:nvPr/>
            </p:nvPicPr>
            <p:blipFill>
              <a:blip r:embed="rId655"/>
              <a:stretch>
                <a:fillRect/>
              </a:stretch>
            </p:blipFill>
            <p:spPr>
              <a:xfrm>
                <a:off x="3534353" y="4717186"/>
                <a:ext cx="6991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56">
            <p14:nvContentPartPr>
              <p14:cNvPr id="521" name="Entrada de lápiz 520">
                <a:extLst>
                  <a:ext uri="{FF2B5EF4-FFF2-40B4-BE49-F238E27FC236}">
                    <a16:creationId xmlns:a16="http://schemas.microsoft.com/office/drawing/2014/main" id="{BE0B78A6-EFAB-4BB5-9283-161E09593792}"/>
                  </a:ext>
                </a:extLst>
              </p14:cNvPr>
              <p14:cNvContentPartPr/>
              <p14:nvPr/>
            </p14:nvContentPartPr>
            <p14:xfrm>
              <a:off x="471113" y="1238506"/>
              <a:ext cx="734760" cy="236160"/>
            </p14:xfrm>
          </p:contentPart>
        </mc:Choice>
        <mc:Fallback>
          <p:pic>
            <p:nvPicPr>
              <p:cNvPr id="521" name="Entrada de lápiz 520">
                <a:extLst>
                  <a:ext uri="{FF2B5EF4-FFF2-40B4-BE49-F238E27FC236}">
                    <a16:creationId xmlns:a16="http://schemas.microsoft.com/office/drawing/2014/main" id="{BE0B78A6-EFAB-4BB5-9283-161E09593792}"/>
                  </a:ext>
                </a:extLst>
              </p:cNvPr>
              <p:cNvPicPr/>
              <p:nvPr/>
            </p:nvPicPr>
            <p:blipFill>
              <a:blip r:embed="rId657"/>
              <a:stretch>
                <a:fillRect/>
              </a:stretch>
            </p:blipFill>
            <p:spPr>
              <a:xfrm>
                <a:off x="453113" y="1220866"/>
                <a:ext cx="770400" cy="2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3" name="Grupo 552">
            <a:extLst>
              <a:ext uri="{FF2B5EF4-FFF2-40B4-BE49-F238E27FC236}">
                <a16:creationId xmlns:a16="http://schemas.microsoft.com/office/drawing/2014/main" id="{D0D2FF4E-BD1D-4176-9430-7403464D56E2}"/>
              </a:ext>
            </a:extLst>
          </p:cNvPr>
          <p:cNvGrpSpPr/>
          <p:nvPr/>
        </p:nvGrpSpPr>
        <p:grpSpPr>
          <a:xfrm>
            <a:off x="5235713" y="4297426"/>
            <a:ext cx="207720" cy="169200"/>
            <a:chOff x="5235713" y="4297426"/>
            <a:chExt cx="20772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551" name="Entrada de lápiz 550">
                  <a:extLst>
                    <a:ext uri="{FF2B5EF4-FFF2-40B4-BE49-F238E27FC236}">
                      <a16:creationId xmlns:a16="http://schemas.microsoft.com/office/drawing/2014/main" id="{F65AF8A0-3F87-415D-A767-ED40F562A5E9}"/>
                    </a:ext>
                  </a:extLst>
                </p14:cNvPr>
                <p14:cNvContentPartPr/>
                <p14:nvPr/>
              </p14:nvContentPartPr>
              <p14:xfrm>
                <a:off x="5238953" y="4417306"/>
                <a:ext cx="23400" cy="25560"/>
              </p14:xfrm>
            </p:contentPart>
          </mc:Choice>
          <mc:Fallback>
            <p:pic>
              <p:nvPicPr>
                <p:cNvPr id="551" name="Entrada de lápiz 550">
                  <a:extLst>
                    <a:ext uri="{FF2B5EF4-FFF2-40B4-BE49-F238E27FC236}">
                      <a16:creationId xmlns:a16="http://schemas.microsoft.com/office/drawing/2014/main" id="{F65AF8A0-3F87-415D-A767-ED40F562A5E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5229953" y="4408666"/>
                  <a:ext cx="41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552" name="Entrada de lápiz 551">
                  <a:extLst>
                    <a:ext uri="{FF2B5EF4-FFF2-40B4-BE49-F238E27FC236}">
                      <a16:creationId xmlns:a16="http://schemas.microsoft.com/office/drawing/2014/main" id="{DDA777EA-F741-4278-BC04-7F49337F3664}"/>
                    </a:ext>
                  </a:extLst>
                </p14:cNvPr>
                <p14:cNvContentPartPr/>
                <p14:nvPr/>
              </p14:nvContentPartPr>
              <p14:xfrm>
                <a:off x="5235713" y="4297426"/>
                <a:ext cx="207720" cy="169200"/>
              </p14:xfrm>
            </p:contentPart>
          </mc:Choice>
          <mc:Fallback>
            <p:pic>
              <p:nvPicPr>
                <p:cNvPr id="552" name="Entrada de lápiz 551">
                  <a:extLst>
                    <a:ext uri="{FF2B5EF4-FFF2-40B4-BE49-F238E27FC236}">
                      <a16:creationId xmlns:a16="http://schemas.microsoft.com/office/drawing/2014/main" id="{DDA777EA-F741-4278-BC04-7F49337F3664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5226713" y="4288786"/>
                  <a:ext cx="2253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3" name="Grupo 572">
            <a:extLst>
              <a:ext uri="{FF2B5EF4-FFF2-40B4-BE49-F238E27FC236}">
                <a16:creationId xmlns:a16="http://schemas.microsoft.com/office/drawing/2014/main" id="{38B8B06F-C4EC-41B4-A99B-C42E742FB81A}"/>
              </a:ext>
            </a:extLst>
          </p:cNvPr>
          <p:cNvGrpSpPr/>
          <p:nvPr/>
        </p:nvGrpSpPr>
        <p:grpSpPr>
          <a:xfrm>
            <a:off x="9059993" y="186586"/>
            <a:ext cx="2765880" cy="2205000"/>
            <a:chOff x="9059993" y="186586"/>
            <a:chExt cx="2765880" cy="22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554" name="Entrada de lápiz 553">
                  <a:extLst>
                    <a:ext uri="{FF2B5EF4-FFF2-40B4-BE49-F238E27FC236}">
                      <a16:creationId xmlns:a16="http://schemas.microsoft.com/office/drawing/2014/main" id="{24FEC3EB-4BE6-4A5B-ACC6-17CAAD7B73B2}"/>
                    </a:ext>
                  </a:extLst>
                </p14:cNvPr>
                <p14:cNvContentPartPr/>
                <p14:nvPr/>
              </p14:nvContentPartPr>
              <p14:xfrm>
                <a:off x="9059993" y="186586"/>
                <a:ext cx="2765880" cy="2205000"/>
              </p14:xfrm>
            </p:contentPart>
          </mc:Choice>
          <mc:Fallback>
            <p:pic>
              <p:nvPicPr>
                <p:cNvPr id="554" name="Entrada de lápiz 553">
                  <a:extLst>
                    <a:ext uri="{FF2B5EF4-FFF2-40B4-BE49-F238E27FC236}">
                      <a16:creationId xmlns:a16="http://schemas.microsoft.com/office/drawing/2014/main" id="{24FEC3EB-4BE6-4A5B-ACC6-17CAAD7B73B2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9051353" y="177946"/>
                  <a:ext cx="2783520" cy="22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555" name="Entrada de lápiz 554">
                  <a:extLst>
                    <a:ext uri="{FF2B5EF4-FFF2-40B4-BE49-F238E27FC236}">
                      <a16:creationId xmlns:a16="http://schemas.microsoft.com/office/drawing/2014/main" id="{1E6F3808-338E-44DF-8A20-0776346152C8}"/>
                    </a:ext>
                  </a:extLst>
                </p14:cNvPr>
                <p14:cNvContentPartPr/>
                <p14:nvPr/>
              </p14:nvContentPartPr>
              <p14:xfrm>
                <a:off x="9273833" y="357946"/>
                <a:ext cx="216000" cy="255600"/>
              </p14:xfrm>
            </p:contentPart>
          </mc:Choice>
          <mc:Fallback>
            <p:pic>
              <p:nvPicPr>
                <p:cNvPr id="555" name="Entrada de lápiz 554">
                  <a:extLst>
                    <a:ext uri="{FF2B5EF4-FFF2-40B4-BE49-F238E27FC236}">
                      <a16:creationId xmlns:a16="http://schemas.microsoft.com/office/drawing/2014/main" id="{1E6F3808-338E-44DF-8A20-0776346152C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9265193" y="349306"/>
                  <a:ext cx="2336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556" name="Entrada de lápiz 555">
                  <a:extLst>
                    <a:ext uri="{FF2B5EF4-FFF2-40B4-BE49-F238E27FC236}">
                      <a16:creationId xmlns:a16="http://schemas.microsoft.com/office/drawing/2014/main" id="{67698831-F0ED-4E20-AC28-85A846C6AF27}"/>
                    </a:ext>
                  </a:extLst>
                </p14:cNvPr>
                <p14:cNvContentPartPr/>
                <p14:nvPr/>
              </p14:nvContentPartPr>
              <p14:xfrm>
                <a:off x="9488393" y="392146"/>
                <a:ext cx="190800" cy="183600"/>
              </p14:xfrm>
            </p:contentPart>
          </mc:Choice>
          <mc:Fallback>
            <p:pic>
              <p:nvPicPr>
                <p:cNvPr id="556" name="Entrada de lápiz 555">
                  <a:extLst>
                    <a:ext uri="{FF2B5EF4-FFF2-40B4-BE49-F238E27FC236}">
                      <a16:creationId xmlns:a16="http://schemas.microsoft.com/office/drawing/2014/main" id="{67698831-F0ED-4E20-AC28-85A846C6AF2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9479753" y="383506"/>
                  <a:ext cx="208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557" name="Entrada de lápiz 556">
                  <a:extLst>
                    <a:ext uri="{FF2B5EF4-FFF2-40B4-BE49-F238E27FC236}">
                      <a16:creationId xmlns:a16="http://schemas.microsoft.com/office/drawing/2014/main" id="{7C572EF9-2D55-4B32-9FC7-811C1159D2E6}"/>
                    </a:ext>
                  </a:extLst>
                </p14:cNvPr>
                <p14:cNvContentPartPr/>
                <p14:nvPr/>
              </p14:nvContentPartPr>
              <p14:xfrm>
                <a:off x="9776753" y="388546"/>
                <a:ext cx="75600" cy="212400"/>
              </p14:xfrm>
            </p:contentPart>
          </mc:Choice>
          <mc:Fallback>
            <p:pic>
              <p:nvPicPr>
                <p:cNvPr id="557" name="Entrada de lápiz 556">
                  <a:extLst>
                    <a:ext uri="{FF2B5EF4-FFF2-40B4-BE49-F238E27FC236}">
                      <a16:creationId xmlns:a16="http://schemas.microsoft.com/office/drawing/2014/main" id="{7C572EF9-2D55-4B32-9FC7-811C1159D2E6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9767753" y="379906"/>
                  <a:ext cx="93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558" name="Entrada de lápiz 557">
                  <a:extLst>
                    <a:ext uri="{FF2B5EF4-FFF2-40B4-BE49-F238E27FC236}">
                      <a16:creationId xmlns:a16="http://schemas.microsoft.com/office/drawing/2014/main" id="{CD83E7DF-FCF2-477D-BA8F-F5D56C92B6E6}"/>
                    </a:ext>
                  </a:extLst>
                </p14:cNvPr>
                <p14:cNvContentPartPr/>
                <p14:nvPr/>
              </p14:nvContentPartPr>
              <p14:xfrm>
                <a:off x="9917873" y="347866"/>
                <a:ext cx="103680" cy="221400"/>
              </p14:xfrm>
            </p:contentPart>
          </mc:Choice>
          <mc:Fallback>
            <p:pic>
              <p:nvPicPr>
                <p:cNvPr id="558" name="Entrada de lápiz 557">
                  <a:extLst>
                    <a:ext uri="{FF2B5EF4-FFF2-40B4-BE49-F238E27FC236}">
                      <a16:creationId xmlns:a16="http://schemas.microsoft.com/office/drawing/2014/main" id="{CD83E7DF-FCF2-477D-BA8F-F5D56C92B6E6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9908873" y="338866"/>
                  <a:ext cx="121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559" name="Entrada de lápiz 558">
                  <a:extLst>
                    <a:ext uri="{FF2B5EF4-FFF2-40B4-BE49-F238E27FC236}">
                      <a16:creationId xmlns:a16="http://schemas.microsoft.com/office/drawing/2014/main" id="{DF7ABF3F-8D9C-4133-86A1-B74F37B65F9E}"/>
                    </a:ext>
                  </a:extLst>
                </p14:cNvPr>
                <p14:cNvContentPartPr/>
                <p14:nvPr/>
              </p14:nvContentPartPr>
              <p14:xfrm>
                <a:off x="10040633" y="413746"/>
                <a:ext cx="170280" cy="131400"/>
              </p14:xfrm>
            </p:contentPart>
          </mc:Choice>
          <mc:Fallback>
            <p:pic>
              <p:nvPicPr>
                <p:cNvPr id="559" name="Entrada de lápiz 558">
                  <a:extLst>
                    <a:ext uri="{FF2B5EF4-FFF2-40B4-BE49-F238E27FC236}">
                      <a16:creationId xmlns:a16="http://schemas.microsoft.com/office/drawing/2014/main" id="{DF7ABF3F-8D9C-4133-86A1-B74F37B65F9E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0031993" y="405106"/>
                  <a:ext cx="187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560" name="Entrada de lápiz 559">
                  <a:extLst>
                    <a:ext uri="{FF2B5EF4-FFF2-40B4-BE49-F238E27FC236}">
                      <a16:creationId xmlns:a16="http://schemas.microsoft.com/office/drawing/2014/main" id="{B058AE0F-149A-4DDC-886F-D5D6CE54363B}"/>
                    </a:ext>
                  </a:extLst>
                </p14:cNvPr>
                <p14:cNvContentPartPr/>
                <p14:nvPr/>
              </p14:nvContentPartPr>
              <p14:xfrm>
                <a:off x="10275353" y="351106"/>
                <a:ext cx="128880" cy="196920"/>
              </p14:xfrm>
            </p:contentPart>
          </mc:Choice>
          <mc:Fallback>
            <p:pic>
              <p:nvPicPr>
                <p:cNvPr id="560" name="Entrada de lápiz 559">
                  <a:extLst>
                    <a:ext uri="{FF2B5EF4-FFF2-40B4-BE49-F238E27FC236}">
                      <a16:creationId xmlns:a16="http://schemas.microsoft.com/office/drawing/2014/main" id="{B058AE0F-149A-4DDC-886F-D5D6CE54363B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0266713" y="342466"/>
                  <a:ext cx="146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561" name="Entrada de lápiz 560">
                  <a:extLst>
                    <a:ext uri="{FF2B5EF4-FFF2-40B4-BE49-F238E27FC236}">
                      <a16:creationId xmlns:a16="http://schemas.microsoft.com/office/drawing/2014/main" id="{70EE1DB6-76BD-4A02-BCA0-E0EEDBA8C424}"/>
                    </a:ext>
                  </a:extLst>
                </p14:cNvPr>
                <p14:cNvContentPartPr/>
                <p14:nvPr/>
              </p14:nvContentPartPr>
              <p14:xfrm>
                <a:off x="10434113" y="322666"/>
                <a:ext cx="38160" cy="271800"/>
              </p14:xfrm>
            </p:contentPart>
          </mc:Choice>
          <mc:Fallback>
            <p:pic>
              <p:nvPicPr>
                <p:cNvPr id="561" name="Entrada de lápiz 560">
                  <a:extLst>
                    <a:ext uri="{FF2B5EF4-FFF2-40B4-BE49-F238E27FC236}">
                      <a16:creationId xmlns:a16="http://schemas.microsoft.com/office/drawing/2014/main" id="{70EE1DB6-76BD-4A02-BCA0-E0EEDBA8C42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0425113" y="313666"/>
                  <a:ext cx="558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562" name="Entrada de lápiz 561">
                  <a:extLst>
                    <a:ext uri="{FF2B5EF4-FFF2-40B4-BE49-F238E27FC236}">
                      <a16:creationId xmlns:a16="http://schemas.microsoft.com/office/drawing/2014/main" id="{702B1543-5F8B-4C60-9FF9-4FF3D0376F76}"/>
                    </a:ext>
                  </a:extLst>
                </p14:cNvPr>
                <p14:cNvContentPartPr/>
                <p14:nvPr/>
              </p14:nvContentPartPr>
              <p14:xfrm>
                <a:off x="10567313" y="458386"/>
                <a:ext cx="189720" cy="105480"/>
              </p14:xfrm>
            </p:contentPart>
          </mc:Choice>
          <mc:Fallback>
            <p:pic>
              <p:nvPicPr>
                <p:cNvPr id="562" name="Entrada de lápiz 561">
                  <a:extLst>
                    <a:ext uri="{FF2B5EF4-FFF2-40B4-BE49-F238E27FC236}">
                      <a16:creationId xmlns:a16="http://schemas.microsoft.com/office/drawing/2014/main" id="{702B1543-5F8B-4C60-9FF9-4FF3D0376F76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0558673" y="449386"/>
                  <a:ext cx="207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563" name="Entrada de lápiz 562">
                  <a:extLst>
                    <a:ext uri="{FF2B5EF4-FFF2-40B4-BE49-F238E27FC236}">
                      <a16:creationId xmlns:a16="http://schemas.microsoft.com/office/drawing/2014/main" id="{83506AC1-5BC6-4A8D-8B74-C6A2E23BCD0C}"/>
                    </a:ext>
                  </a:extLst>
                </p14:cNvPr>
                <p14:cNvContentPartPr/>
                <p14:nvPr/>
              </p14:nvContentPartPr>
              <p14:xfrm>
                <a:off x="9490913" y="916666"/>
                <a:ext cx="188640" cy="259920"/>
              </p14:xfrm>
            </p:contentPart>
          </mc:Choice>
          <mc:Fallback>
            <p:pic>
              <p:nvPicPr>
                <p:cNvPr id="563" name="Entrada de lápiz 562">
                  <a:extLst>
                    <a:ext uri="{FF2B5EF4-FFF2-40B4-BE49-F238E27FC236}">
                      <a16:creationId xmlns:a16="http://schemas.microsoft.com/office/drawing/2014/main" id="{83506AC1-5BC6-4A8D-8B74-C6A2E23BCD0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481913" y="907666"/>
                  <a:ext cx="206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564" name="Entrada de lápiz 563">
                  <a:extLst>
                    <a:ext uri="{FF2B5EF4-FFF2-40B4-BE49-F238E27FC236}">
                      <a16:creationId xmlns:a16="http://schemas.microsoft.com/office/drawing/2014/main" id="{2EC2FC5A-0ABD-468E-8ED0-4D19DAA57CD6}"/>
                    </a:ext>
                  </a:extLst>
                </p14:cNvPr>
                <p14:cNvContentPartPr/>
                <p14:nvPr/>
              </p14:nvContentPartPr>
              <p14:xfrm>
                <a:off x="9709073" y="844666"/>
                <a:ext cx="237240" cy="189000"/>
              </p14:xfrm>
            </p:contentPart>
          </mc:Choice>
          <mc:Fallback>
            <p:pic>
              <p:nvPicPr>
                <p:cNvPr id="564" name="Entrada de lápiz 563">
                  <a:extLst>
                    <a:ext uri="{FF2B5EF4-FFF2-40B4-BE49-F238E27FC236}">
                      <a16:creationId xmlns:a16="http://schemas.microsoft.com/office/drawing/2014/main" id="{2EC2FC5A-0ABD-468E-8ED0-4D19DAA57CD6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9700073" y="835666"/>
                  <a:ext cx="2548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565" name="Entrada de lápiz 564">
                  <a:extLst>
                    <a:ext uri="{FF2B5EF4-FFF2-40B4-BE49-F238E27FC236}">
                      <a16:creationId xmlns:a16="http://schemas.microsoft.com/office/drawing/2014/main" id="{88B86B75-2053-492D-B861-A956B0BFF645}"/>
                    </a:ext>
                  </a:extLst>
                </p14:cNvPr>
                <p14:cNvContentPartPr/>
                <p14:nvPr/>
              </p14:nvContentPartPr>
              <p14:xfrm>
                <a:off x="9984473" y="935746"/>
                <a:ext cx="137520" cy="138600"/>
              </p14:xfrm>
            </p:contentPart>
          </mc:Choice>
          <mc:Fallback>
            <p:pic>
              <p:nvPicPr>
                <p:cNvPr id="565" name="Entrada de lápiz 564">
                  <a:extLst>
                    <a:ext uri="{FF2B5EF4-FFF2-40B4-BE49-F238E27FC236}">
                      <a16:creationId xmlns:a16="http://schemas.microsoft.com/office/drawing/2014/main" id="{88B86B75-2053-492D-B861-A956B0BFF645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9975833" y="926746"/>
                  <a:ext cx="155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566" name="Entrada de lápiz 565">
                  <a:extLst>
                    <a:ext uri="{FF2B5EF4-FFF2-40B4-BE49-F238E27FC236}">
                      <a16:creationId xmlns:a16="http://schemas.microsoft.com/office/drawing/2014/main" id="{6923C72E-6B80-40C7-8B07-C93543BF024B}"/>
                    </a:ext>
                  </a:extLst>
                </p14:cNvPr>
                <p14:cNvContentPartPr/>
                <p14:nvPr/>
              </p14:nvContentPartPr>
              <p14:xfrm>
                <a:off x="10128113" y="943306"/>
                <a:ext cx="138960" cy="164160"/>
              </p14:xfrm>
            </p:contentPart>
          </mc:Choice>
          <mc:Fallback>
            <p:pic>
              <p:nvPicPr>
                <p:cNvPr id="566" name="Entrada de lápiz 565">
                  <a:extLst>
                    <a:ext uri="{FF2B5EF4-FFF2-40B4-BE49-F238E27FC236}">
                      <a16:creationId xmlns:a16="http://schemas.microsoft.com/office/drawing/2014/main" id="{6923C72E-6B80-40C7-8B07-C93543BF024B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0119113" y="934666"/>
                  <a:ext cx="156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567" name="Entrada de lápiz 566">
                  <a:extLst>
                    <a:ext uri="{FF2B5EF4-FFF2-40B4-BE49-F238E27FC236}">
                      <a16:creationId xmlns:a16="http://schemas.microsoft.com/office/drawing/2014/main" id="{3034875E-05E3-477B-9E9F-7D720804C376}"/>
                    </a:ext>
                  </a:extLst>
                </p14:cNvPr>
                <p14:cNvContentPartPr/>
                <p14:nvPr/>
              </p14:nvContentPartPr>
              <p14:xfrm>
                <a:off x="10166273" y="995506"/>
                <a:ext cx="147240" cy="69840"/>
              </p14:xfrm>
            </p:contentPart>
          </mc:Choice>
          <mc:Fallback>
            <p:pic>
              <p:nvPicPr>
                <p:cNvPr id="567" name="Entrada de lápiz 566">
                  <a:extLst>
                    <a:ext uri="{FF2B5EF4-FFF2-40B4-BE49-F238E27FC236}">
                      <a16:creationId xmlns:a16="http://schemas.microsoft.com/office/drawing/2014/main" id="{3034875E-05E3-477B-9E9F-7D720804C376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0157273" y="986866"/>
                  <a:ext cx="164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568" name="Entrada de lápiz 567">
                  <a:extLst>
                    <a:ext uri="{FF2B5EF4-FFF2-40B4-BE49-F238E27FC236}">
                      <a16:creationId xmlns:a16="http://schemas.microsoft.com/office/drawing/2014/main" id="{116C75FF-DAEB-4BE0-B060-20FE72FC43C4}"/>
                    </a:ext>
                  </a:extLst>
                </p14:cNvPr>
                <p14:cNvContentPartPr/>
                <p14:nvPr/>
              </p14:nvContentPartPr>
              <p14:xfrm>
                <a:off x="10355633" y="965986"/>
                <a:ext cx="145440" cy="131040"/>
              </p14:xfrm>
            </p:contentPart>
          </mc:Choice>
          <mc:Fallback>
            <p:pic>
              <p:nvPicPr>
                <p:cNvPr id="568" name="Entrada de lápiz 567">
                  <a:extLst>
                    <a:ext uri="{FF2B5EF4-FFF2-40B4-BE49-F238E27FC236}">
                      <a16:creationId xmlns:a16="http://schemas.microsoft.com/office/drawing/2014/main" id="{116C75FF-DAEB-4BE0-B060-20FE72FC43C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0346993" y="957346"/>
                  <a:ext cx="1630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569" name="Entrada de lápiz 568">
                  <a:extLst>
                    <a:ext uri="{FF2B5EF4-FFF2-40B4-BE49-F238E27FC236}">
                      <a16:creationId xmlns:a16="http://schemas.microsoft.com/office/drawing/2014/main" id="{E95C6004-96AA-45DE-9D53-13BC0DB61B65}"/>
                    </a:ext>
                  </a:extLst>
                </p14:cNvPr>
                <p14:cNvContentPartPr/>
                <p14:nvPr/>
              </p14:nvContentPartPr>
              <p14:xfrm>
                <a:off x="10551833" y="900106"/>
                <a:ext cx="248760" cy="201240"/>
              </p14:xfrm>
            </p:contentPart>
          </mc:Choice>
          <mc:Fallback>
            <p:pic>
              <p:nvPicPr>
                <p:cNvPr id="569" name="Entrada de lápiz 568">
                  <a:extLst>
                    <a:ext uri="{FF2B5EF4-FFF2-40B4-BE49-F238E27FC236}">
                      <a16:creationId xmlns:a16="http://schemas.microsoft.com/office/drawing/2014/main" id="{E95C6004-96AA-45DE-9D53-13BC0DB61B65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543193" y="891106"/>
                  <a:ext cx="2664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570" name="Entrada de lápiz 569">
                  <a:extLst>
                    <a:ext uri="{FF2B5EF4-FFF2-40B4-BE49-F238E27FC236}">
                      <a16:creationId xmlns:a16="http://schemas.microsoft.com/office/drawing/2014/main" id="{6D3F7B0C-1D86-476B-9CD4-0B2E77C46A2E}"/>
                    </a:ext>
                  </a:extLst>
                </p14:cNvPr>
                <p14:cNvContentPartPr/>
                <p14:nvPr/>
              </p14:nvContentPartPr>
              <p14:xfrm>
                <a:off x="10659113" y="938986"/>
                <a:ext cx="145440" cy="142200"/>
              </p14:xfrm>
            </p:contentPart>
          </mc:Choice>
          <mc:Fallback>
            <p:pic>
              <p:nvPicPr>
                <p:cNvPr id="570" name="Entrada de lápiz 569">
                  <a:extLst>
                    <a:ext uri="{FF2B5EF4-FFF2-40B4-BE49-F238E27FC236}">
                      <a16:creationId xmlns:a16="http://schemas.microsoft.com/office/drawing/2014/main" id="{6D3F7B0C-1D86-476B-9CD4-0B2E77C46A2E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0650473" y="930346"/>
                  <a:ext cx="163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571" name="Entrada de lápiz 570">
                  <a:extLst>
                    <a:ext uri="{FF2B5EF4-FFF2-40B4-BE49-F238E27FC236}">
                      <a16:creationId xmlns:a16="http://schemas.microsoft.com/office/drawing/2014/main" id="{221CA333-5AA6-418D-99A3-0C5CBE6F3A66}"/>
                    </a:ext>
                  </a:extLst>
                </p14:cNvPr>
                <p14:cNvContentPartPr/>
                <p14:nvPr/>
              </p14:nvContentPartPr>
              <p14:xfrm>
                <a:off x="10780073" y="852226"/>
                <a:ext cx="151200" cy="290880"/>
              </p14:xfrm>
            </p:contentPart>
          </mc:Choice>
          <mc:Fallback>
            <p:pic>
              <p:nvPicPr>
                <p:cNvPr id="571" name="Entrada de lápiz 570">
                  <a:extLst>
                    <a:ext uri="{FF2B5EF4-FFF2-40B4-BE49-F238E27FC236}">
                      <a16:creationId xmlns:a16="http://schemas.microsoft.com/office/drawing/2014/main" id="{221CA333-5AA6-418D-99A3-0C5CBE6F3A66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0771433" y="843226"/>
                  <a:ext cx="16884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6" name="Grupo 575">
            <a:extLst>
              <a:ext uri="{FF2B5EF4-FFF2-40B4-BE49-F238E27FC236}">
                <a16:creationId xmlns:a16="http://schemas.microsoft.com/office/drawing/2014/main" id="{80976D07-FC7F-4140-BF88-95EC399CB43B}"/>
              </a:ext>
            </a:extLst>
          </p:cNvPr>
          <p:cNvGrpSpPr/>
          <p:nvPr/>
        </p:nvGrpSpPr>
        <p:grpSpPr>
          <a:xfrm>
            <a:off x="3675833" y="4504426"/>
            <a:ext cx="227520" cy="246600"/>
            <a:chOff x="3675833" y="4504426"/>
            <a:chExt cx="22752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574" name="Entrada de lápiz 573">
                  <a:extLst>
                    <a:ext uri="{FF2B5EF4-FFF2-40B4-BE49-F238E27FC236}">
                      <a16:creationId xmlns:a16="http://schemas.microsoft.com/office/drawing/2014/main" id="{DAD36B1C-FBE4-423F-86E7-FE907D0E7866}"/>
                    </a:ext>
                  </a:extLst>
                </p14:cNvPr>
                <p14:cNvContentPartPr/>
                <p14:nvPr/>
              </p14:nvContentPartPr>
              <p14:xfrm>
                <a:off x="3675833" y="4613146"/>
                <a:ext cx="227520" cy="137880"/>
              </p14:xfrm>
            </p:contentPart>
          </mc:Choice>
          <mc:Fallback>
            <p:pic>
              <p:nvPicPr>
                <p:cNvPr id="574" name="Entrada de lápiz 573">
                  <a:extLst>
                    <a:ext uri="{FF2B5EF4-FFF2-40B4-BE49-F238E27FC236}">
                      <a16:creationId xmlns:a16="http://schemas.microsoft.com/office/drawing/2014/main" id="{DAD36B1C-FBE4-423F-86E7-FE907D0E7866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666833" y="4604146"/>
                  <a:ext cx="245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575" name="Entrada de lápiz 574">
                  <a:extLst>
                    <a:ext uri="{FF2B5EF4-FFF2-40B4-BE49-F238E27FC236}">
                      <a16:creationId xmlns:a16="http://schemas.microsoft.com/office/drawing/2014/main" id="{1D995D13-5E35-4390-A24F-0D077A71D540}"/>
                    </a:ext>
                  </a:extLst>
                </p14:cNvPr>
                <p14:cNvContentPartPr/>
                <p14:nvPr/>
              </p14:nvContentPartPr>
              <p14:xfrm>
                <a:off x="3708593" y="4504426"/>
                <a:ext cx="103680" cy="23760"/>
              </p14:xfrm>
            </p:contentPart>
          </mc:Choice>
          <mc:Fallback>
            <p:pic>
              <p:nvPicPr>
                <p:cNvPr id="575" name="Entrada de lápiz 574">
                  <a:extLst>
                    <a:ext uri="{FF2B5EF4-FFF2-40B4-BE49-F238E27FC236}">
                      <a16:creationId xmlns:a16="http://schemas.microsoft.com/office/drawing/2014/main" id="{1D995D13-5E35-4390-A24F-0D077A71D540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699953" y="4495426"/>
                  <a:ext cx="1213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2">
            <p14:nvContentPartPr>
              <p14:cNvPr id="577" name="Entrada de lápiz 576">
                <a:extLst>
                  <a:ext uri="{FF2B5EF4-FFF2-40B4-BE49-F238E27FC236}">
                    <a16:creationId xmlns:a16="http://schemas.microsoft.com/office/drawing/2014/main" id="{09CD2B6F-9576-45DC-8E9C-5BAF55607D82}"/>
                  </a:ext>
                </a:extLst>
              </p14:cNvPr>
              <p14:cNvContentPartPr/>
              <p14:nvPr/>
            </p14:nvContentPartPr>
            <p14:xfrm>
              <a:off x="6003593" y="4595866"/>
              <a:ext cx="17640" cy="65520"/>
            </p14:xfrm>
          </p:contentPart>
        </mc:Choice>
        <mc:Fallback>
          <p:pic>
            <p:nvPicPr>
              <p:cNvPr id="577" name="Entrada de lápiz 576">
                <a:extLst>
                  <a:ext uri="{FF2B5EF4-FFF2-40B4-BE49-F238E27FC236}">
                    <a16:creationId xmlns:a16="http://schemas.microsoft.com/office/drawing/2014/main" id="{09CD2B6F-9576-45DC-8E9C-5BAF55607D82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5994953" y="4586866"/>
                <a:ext cx="352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4">
            <p14:nvContentPartPr>
              <p14:cNvPr id="578" name="Entrada de lápiz 577">
                <a:extLst>
                  <a:ext uri="{FF2B5EF4-FFF2-40B4-BE49-F238E27FC236}">
                    <a16:creationId xmlns:a16="http://schemas.microsoft.com/office/drawing/2014/main" id="{844ADBD4-CF93-4E3B-8688-F14B9A5634BF}"/>
                  </a:ext>
                </a:extLst>
              </p14:cNvPr>
              <p14:cNvContentPartPr/>
              <p14:nvPr/>
            </p14:nvContentPartPr>
            <p14:xfrm>
              <a:off x="6183233" y="4774066"/>
              <a:ext cx="360" cy="360"/>
            </p14:xfrm>
          </p:contentPart>
        </mc:Choice>
        <mc:Fallback>
          <p:pic>
            <p:nvPicPr>
              <p:cNvPr id="578" name="Entrada de lápiz 577">
                <a:extLst>
                  <a:ext uri="{FF2B5EF4-FFF2-40B4-BE49-F238E27FC236}">
                    <a16:creationId xmlns:a16="http://schemas.microsoft.com/office/drawing/2014/main" id="{844ADBD4-CF93-4E3B-8688-F14B9A5634BF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6174593" y="476506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6">
            <p14:nvContentPartPr>
              <p14:cNvPr id="579" name="Entrada de lápiz 578">
                <a:extLst>
                  <a:ext uri="{FF2B5EF4-FFF2-40B4-BE49-F238E27FC236}">
                    <a16:creationId xmlns:a16="http://schemas.microsoft.com/office/drawing/2014/main" id="{A8DE9087-4871-4ABA-B0A9-179AFA601C64}"/>
                  </a:ext>
                </a:extLst>
              </p14:cNvPr>
              <p14:cNvContentPartPr/>
              <p14:nvPr/>
            </p14:nvContentPartPr>
            <p14:xfrm>
              <a:off x="662633" y="1319866"/>
              <a:ext cx="53640" cy="81360"/>
            </p14:xfrm>
          </p:contentPart>
        </mc:Choice>
        <mc:Fallback>
          <p:pic>
            <p:nvPicPr>
              <p:cNvPr id="579" name="Entrada de lápiz 578">
                <a:extLst>
                  <a:ext uri="{FF2B5EF4-FFF2-40B4-BE49-F238E27FC236}">
                    <a16:creationId xmlns:a16="http://schemas.microsoft.com/office/drawing/2014/main" id="{A8DE9087-4871-4ABA-B0A9-179AFA601C64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653633" y="1311226"/>
                <a:ext cx="712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8">
            <p14:nvContentPartPr>
              <p14:cNvPr id="580" name="Entrada de lápiz 579">
                <a:extLst>
                  <a:ext uri="{FF2B5EF4-FFF2-40B4-BE49-F238E27FC236}">
                    <a16:creationId xmlns:a16="http://schemas.microsoft.com/office/drawing/2014/main" id="{88185893-9370-48DE-8DBF-B0F178862A75}"/>
                  </a:ext>
                </a:extLst>
              </p14:cNvPr>
              <p14:cNvContentPartPr/>
              <p14:nvPr/>
            </p14:nvContentPartPr>
            <p14:xfrm>
              <a:off x="873593" y="1952026"/>
              <a:ext cx="6285600" cy="344880"/>
            </p14:xfrm>
          </p:contentPart>
        </mc:Choice>
        <mc:Fallback>
          <p:pic>
            <p:nvPicPr>
              <p:cNvPr id="580" name="Entrada de lápiz 579">
                <a:extLst>
                  <a:ext uri="{FF2B5EF4-FFF2-40B4-BE49-F238E27FC236}">
                    <a16:creationId xmlns:a16="http://schemas.microsoft.com/office/drawing/2014/main" id="{88185893-9370-48DE-8DBF-B0F178862A75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864593" y="1943386"/>
                <a:ext cx="63032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0">
            <p14:nvContentPartPr>
              <p14:cNvPr id="581" name="Entrada de lápiz 580">
                <a:extLst>
                  <a:ext uri="{FF2B5EF4-FFF2-40B4-BE49-F238E27FC236}">
                    <a16:creationId xmlns:a16="http://schemas.microsoft.com/office/drawing/2014/main" id="{C9BCF872-AC7E-4AC3-B510-138457E03C2A}"/>
                  </a:ext>
                </a:extLst>
              </p14:cNvPr>
              <p14:cNvContentPartPr/>
              <p14:nvPr/>
            </p14:nvContentPartPr>
            <p14:xfrm>
              <a:off x="5576633" y="4760026"/>
              <a:ext cx="862560" cy="195840"/>
            </p14:xfrm>
          </p:contentPart>
        </mc:Choice>
        <mc:Fallback>
          <p:pic>
            <p:nvPicPr>
              <p:cNvPr id="581" name="Entrada de lápiz 580">
                <a:extLst>
                  <a:ext uri="{FF2B5EF4-FFF2-40B4-BE49-F238E27FC236}">
                    <a16:creationId xmlns:a16="http://schemas.microsoft.com/office/drawing/2014/main" id="{C9BCF872-AC7E-4AC3-B510-138457E03C2A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5567633" y="4751386"/>
                <a:ext cx="88020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2">
            <p14:nvContentPartPr>
              <p14:cNvPr id="582" name="Entrada de lápiz 581">
                <a:extLst>
                  <a:ext uri="{FF2B5EF4-FFF2-40B4-BE49-F238E27FC236}">
                    <a16:creationId xmlns:a16="http://schemas.microsoft.com/office/drawing/2014/main" id="{4D9231F8-F854-4719-91A1-6CF7F2E40A3B}"/>
                  </a:ext>
                </a:extLst>
              </p14:cNvPr>
              <p14:cNvContentPartPr/>
              <p14:nvPr/>
            </p14:nvContentPartPr>
            <p14:xfrm>
              <a:off x="7676153" y="4853266"/>
              <a:ext cx="466200" cy="92880"/>
            </p14:xfrm>
          </p:contentPart>
        </mc:Choice>
        <mc:Fallback>
          <p:pic>
            <p:nvPicPr>
              <p:cNvPr id="582" name="Entrada de lápiz 581">
                <a:extLst>
                  <a:ext uri="{FF2B5EF4-FFF2-40B4-BE49-F238E27FC236}">
                    <a16:creationId xmlns:a16="http://schemas.microsoft.com/office/drawing/2014/main" id="{4D9231F8-F854-4719-91A1-6CF7F2E40A3B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7667153" y="4844266"/>
                <a:ext cx="48384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4">
            <p14:nvContentPartPr>
              <p14:cNvPr id="583" name="Entrada de lápiz 582">
                <a:extLst>
                  <a:ext uri="{FF2B5EF4-FFF2-40B4-BE49-F238E27FC236}">
                    <a16:creationId xmlns:a16="http://schemas.microsoft.com/office/drawing/2014/main" id="{B5252532-AD9B-40D4-B008-851D54B46569}"/>
                  </a:ext>
                </a:extLst>
              </p14:cNvPr>
              <p14:cNvContentPartPr/>
              <p14:nvPr/>
            </p14:nvContentPartPr>
            <p14:xfrm>
              <a:off x="8769473" y="4775866"/>
              <a:ext cx="360" cy="360"/>
            </p14:xfrm>
          </p:contentPart>
        </mc:Choice>
        <mc:Fallback>
          <p:pic>
            <p:nvPicPr>
              <p:cNvPr id="583" name="Entrada de lápiz 582">
                <a:extLst>
                  <a:ext uri="{FF2B5EF4-FFF2-40B4-BE49-F238E27FC236}">
                    <a16:creationId xmlns:a16="http://schemas.microsoft.com/office/drawing/2014/main" id="{B5252532-AD9B-40D4-B008-851D54B46569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8760473" y="476686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5">
            <p14:nvContentPartPr>
              <p14:cNvPr id="584" name="Entrada de lápiz 583">
                <a:extLst>
                  <a:ext uri="{FF2B5EF4-FFF2-40B4-BE49-F238E27FC236}">
                    <a16:creationId xmlns:a16="http://schemas.microsoft.com/office/drawing/2014/main" id="{1927EA08-EAC6-415C-A6BE-0E7ED4BC5D42}"/>
                  </a:ext>
                </a:extLst>
              </p14:cNvPr>
              <p14:cNvContentPartPr/>
              <p14:nvPr/>
            </p14:nvContentPartPr>
            <p14:xfrm>
              <a:off x="8401553" y="4860826"/>
              <a:ext cx="637920" cy="137520"/>
            </p14:xfrm>
          </p:contentPart>
        </mc:Choice>
        <mc:Fallback>
          <p:pic>
            <p:nvPicPr>
              <p:cNvPr id="584" name="Entrada de lápiz 583">
                <a:extLst>
                  <a:ext uri="{FF2B5EF4-FFF2-40B4-BE49-F238E27FC236}">
                    <a16:creationId xmlns:a16="http://schemas.microsoft.com/office/drawing/2014/main" id="{1927EA08-EAC6-415C-A6BE-0E7ED4BC5D42}"/>
                  </a:ext>
                </a:extLst>
              </p:cNvPr>
              <p:cNvPicPr/>
              <p:nvPr/>
            </p:nvPicPr>
            <p:blipFill>
              <a:blip r:embed="rId716"/>
              <a:stretch>
                <a:fillRect/>
              </a:stretch>
            </p:blipFill>
            <p:spPr>
              <a:xfrm>
                <a:off x="8392913" y="4852186"/>
                <a:ext cx="6555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7">
            <p14:nvContentPartPr>
              <p14:cNvPr id="585" name="Entrada de lápiz 584">
                <a:extLst>
                  <a:ext uri="{FF2B5EF4-FFF2-40B4-BE49-F238E27FC236}">
                    <a16:creationId xmlns:a16="http://schemas.microsoft.com/office/drawing/2014/main" id="{75294B3B-6047-440D-88FF-1D831E5DAD15}"/>
                  </a:ext>
                </a:extLst>
              </p14:cNvPr>
              <p14:cNvContentPartPr/>
              <p14:nvPr/>
            </p14:nvContentPartPr>
            <p14:xfrm>
              <a:off x="8546993" y="4469506"/>
              <a:ext cx="360" cy="360"/>
            </p14:xfrm>
          </p:contentPart>
        </mc:Choice>
        <mc:Fallback>
          <p:pic>
            <p:nvPicPr>
              <p:cNvPr id="585" name="Entrada de lápiz 584">
                <a:extLst>
                  <a:ext uri="{FF2B5EF4-FFF2-40B4-BE49-F238E27FC236}">
                    <a16:creationId xmlns:a16="http://schemas.microsoft.com/office/drawing/2014/main" id="{75294B3B-6047-440D-88FF-1D831E5DAD15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8538353" y="446086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8">
            <p14:nvContentPartPr>
              <p14:cNvPr id="586" name="Entrada de lápiz 585">
                <a:extLst>
                  <a:ext uri="{FF2B5EF4-FFF2-40B4-BE49-F238E27FC236}">
                    <a16:creationId xmlns:a16="http://schemas.microsoft.com/office/drawing/2014/main" id="{FD1B22AC-4B7D-4F04-A3C9-4161420470A9}"/>
                  </a:ext>
                </a:extLst>
              </p14:cNvPr>
              <p14:cNvContentPartPr/>
              <p14:nvPr/>
            </p14:nvContentPartPr>
            <p14:xfrm>
              <a:off x="8821673" y="4490386"/>
              <a:ext cx="360" cy="360"/>
            </p14:xfrm>
          </p:contentPart>
        </mc:Choice>
        <mc:Fallback>
          <p:pic>
            <p:nvPicPr>
              <p:cNvPr id="586" name="Entrada de lápiz 585">
                <a:extLst>
                  <a:ext uri="{FF2B5EF4-FFF2-40B4-BE49-F238E27FC236}">
                    <a16:creationId xmlns:a16="http://schemas.microsoft.com/office/drawing/2014/main" id="{FD1B22AC-4B7D-4F04-A3C9-4161420470A9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8812673" y="448174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9">
            <p14:nvContentPartPr>
              <p14:cNvPr id="587" name="Entrada de lápiz 586">
                <a:extLst>
                  <a:ext uri="{FF2B5EF4-FFF2-40B4-BE49-F238E27FC236}">
                    <a16:creationId xmlns:a16="http://schemas.microsoft.com/office/drawing/2014/main" id="{F26942A9-E82A-4AC9-8F54-6E356D87C110}"/>
                  </a:ext>
                </a:extLst>
              </p14:cNvPr>
              <p14:cNvContentPartPr/>
              <p14:nvPr/>
            </p14:nvContentPartPr>
            <p14:xfrm>
              <a:off x="7162793" y="3770386"/>
              <a:ext cx="360" cy="20520"/>
            </p14:xfrm>
          </p:contentPart>
        </mc:Choice>
        <mc:Fallback>
          <p:pic>
            <p:nvPicPr>
              <p:cNvPr id="587" name="Entrada de lápiz 586">
                <a:extLst>
                  <a:ext uri="{FF2B5EF4-FFF2-40B4-BE49-F238E27FC236}">
                    <a16:creationId xmlns:a16="http://schemas.microsoft.com/office/drawing/2014/main" id="{F26942A9-E82A-4AC9-8F54-6E356D87C110}"/>
                  </a:ext>
                </a:extLst>
              </p:cNvPr>
              <p:cNvPicPr/>
              <p:nvPr/>
            </p:nvPicPr>
            <p:blipFill>
              <a:blip r:embed="rId720"/>
              <a:stretch>
                <a:fillRect/>
              </a:stretch>
            </p:blipFill>
            <p:spPr>
              <a:xfrm>
                <a:off x="7153793" y="3761746"/>
                <a:ext cx="180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1">
            <p14:nvContentPartPr>
              <p14:cNvPr id="588" name="Entrada de lápiz 587">
                <a:extLst>
                  <a:ext uri="{FF2B5EF4-FFF2-40B4-BE49-F238E27FC236}">
                    <a16:creationId xmlns:a16="http://schemas.microsoft.com/office/drawing/2014/main" id="{DAA28A53-A3D1-49F7-BFF2-534392BD8307}"/>
                  </a:ext>
                </a:extLst>
              </p14:cNvPr>
              <p14:cNvContentPartPr/>
              <p14:nvPr/>
            </p14:nvContentPartPr>
            <p14:xfrm>
              <a:off x="7590833" y="3804226"/>
              <a:ext cx="360" cy="360"/>
            </p14:xfrm>
          </p:contentPart>
        </mc:Choice>
        <mc:Fallback>
          <p:pic>
            <p:nvPicPr>
              <p:cNvPr id="588" name="Entrada de lápiz 587">
                <a:extLst>
                  <a:ext uri="{FF2B5EF4-FFF2-40B4-BE49-F238E27FC236}">
                    <a16:creationId xmlns:a16="http://schemas.microsoft.com/office/drawing/2014/main" id="{DAA28A53-A3D1-49F7-BFF2-534392BD8307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7582193" y="379558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2">
            <p14:nvContentPartPr>
              <p14:cNvPr id="589" name="Entrada de lápiz 588">
                <a:extLst>
                  <a:ext uri="{FF2B5EF4-FFF2-40B4-BE49-F238E27FC236}">
                    <a16:creationId xmlns:a16="http://schemas.microsoft.com/office/drawing/2014/main" id="{F44896D7-26A5-490E-B2EA-57434C8F5B12}"/>
                  </a:ext>
                </a:extLst>
              </p14:cNvPr>
              <p14:cNvContentPartPr/>
              <p14:nvPr/>
            </p14:nvContentPartPr>
            <p14:xfrm>
              <a:off x="7267193" y="3881626"/>
              <a:ext cx="1440" cy="3960"/>
            </p14:xfrm>
          </p:contentPart>
        </mc:Choice>
        <mc:Fallback>
          <p:pic>
            <p:nvPicPr>
              <p:cNvPr id="589" name="Entrada de lápiz 588">
                <a:extLst>
                  <a:ext uri="{FF2B5EF4-FFF2-40B4-BE49-F238E27FC236}">
                    <a16:creationId xmlns:a16="http://schemas.microsoft.com/office/drawing/2014/main" id="{F44896D7-26A5-490E-B2EA-57434C8F5B12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7258193" y="3872986"/>
                <a:ext cx="1908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519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2BCC2D0F-6285-4EE6-BE30-DB2BED637F0E}"/>
                  </a:ext>
                </a:extLst>
              </p14:cNvPr>
              <p14:cNvContentPartPr/>
              <p14:nvPr/>
            </p14:nvContentPartPr>
            <p14:xfrm>
              <a:off x="308753" y="370546"/>
              <a:ext cx="127800" cy="12996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2BCC2D0F-6285-4EE6-BE30-DB2BED637F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753" y="361546"/>
                <a:ext cx="14544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upo 63">
            <a:extLst>
              <a:ext uri="{FF2B5EF4-FFF2-40B4-BE49-F238E27FC236}">
                <a16:creationId xmlns:a16="http://schemas.microsoft.com/office/drawing/2014/main" id="{39D5AEFA-EFD7-4FE2-84B3-8280954FDA56}"/>
              </a:ext>
            </a:extLst>
          </p:cNvPr>
          <p:cNvGrpSpPr/>
          <p:nvPr/>
        </p:nvGrpSpPr>
        <p:grpSpPr>
          <a:xfrm>
            <a:off x="1293713" y="281986"/>
            <a:ext cx="1263960" cy="798120"/>
            <a:chOff x="1293713" y="281986"/>
            <a:chExt cx="1263960" cy="79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D06E81BF-1DBB-4F5B-A6F5-11115908307E}"/>
                    </a:ext>
                  </a:extLst>
                </p14:cNvPr>
                <p14:cNvContentPartPr/>
                <p14:nvPr/>
              </p14:nvContentPartPr>
              <p14:xfrm>
                <a:off x="1435913" y="281986"/>
                <a:ext cx="109440" cy="6732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D06E81BF-1DBB-4F5B-A6F5-1111590830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26913" y="273346"/>
                  <a:ext cx="12708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639F43A-799A-4632-ADDF-E43F2F7F1AA1}"/>
                    </a:ext>
                  </a:extLst>
                </p14:cNvPr>
                <p14:cNvContentPartPr/>
                <p14:nvPr/>
              </p14:nvContentPartPr>
              <p14:xfrm>
                <a:off x="1293713" y="779866"/>
                <a:ext cx="270000" cy="777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639F43A-799A-4632-ADDF-E43F2F7F1AA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5073" y="771226"/>
                  <a:ext cx="287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D5108E4-1214-4C75-8A1A-124265F242FA}"/>
                    </a:ext>
                  </a:extLst>
                </p14:cNvPr>
                <p14:cNvContentPartPr/>
                <p14:nvPr/>
              </p14:nvContentPartPr>
              <p14:xfrm>
                <a:off x="1686113" y="881746"/>
                <a:ext cx="96120" cy="1983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D5108E4-1214-4C75-8A1A-124265F242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77473" y="872746"/>
                  <a:ext cx="1137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68211EE-F845-451B-B9C9-21CC71E49D54}"/>
                    </a:ext>
                  </a:extLst>
                </p14:cNvPr>
                <p14:cNvContentPartPr/>
                <p14:nvPr/>
              </p14:nvContentPartPr>
              <p14:xfrm>
                <a:off x="1712393" y="913066"/>
                <a:ext cx="91080" cy="13248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68211EE-F845-451B-B9C9-21CC71E49D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3393" y="904066"/>
                  <a:ext cx="108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C274205D-694F-435F-B4B9-EF4441ED8E89}"/>
                    </a:ext>
                  </a:extLst>
                </p14:cNvPr>
                <p14:cNvContentPartPr/>
                <p14:nvPr/>
              </p14:nvContentPartPr>
              <p14:xfrm>
                <a:off x="1917953" y="667906"/>
                <a:ext cx="79920" cy="1936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C274205D-694F-435F-B4B9-EF4441ED8E8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09313" y="658906"/>
                  <a:ext cx="97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908D8DC1-2EB5-49CB-A802-987938BCBECC}"/>
                    </a:ext>
                  </a:extLst>
                </p14:cNvPr>
                <p14:cNvContentPartPr/>
                <p14:nvPr/>
              </p14:nvContentPartPr>
              <p14:xfrm>
                <a:off x="2037113" y="681586"/>
                <a:ext cx="70920" cy="1328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908D8DC1-2EB5-49CB-A802-987938BCBE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28473" y="672946"/>
                  <a:ext cx="885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AE3639BA-1167-49F9-8810-2E0332331798}"/>
                    </a:ext>
                  </a:extLst>
                </p14:cNvPr>
                <p14:cNvContentPartPr/>
                <p14:nvPr/>
              </p14:nvContentPartPr>
              <p14:xfrm>
                <a:off x="2084273" y="585106"/>
                <a:ext cx="245160" cy="22104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AE3639BA-1167-49F9-8810-2E03323317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75633" y="576466"/>
                  <a:ext cx="262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F267EFA-0924-4621-8ECC-C3C853D4D8D4}"/>
                    </a:ext>
                  </a:extLst>
                </p14:cNvPr>
                <p14:cNvContentPartPr/>
                <p14:nvPr/>
              </p14:nvContentPartPr>
              <p14:xfrm>
                <a:off x="2407553" y="634786"/>
                <a:ext cx="109440" cy="3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F267EFA-0924-4621-8ECC-C3C853D4D8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8553" y="625786"/>
                  <a:ext cx="127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8D26200A-6DD1-43D6-B839-8865DACA59C2}"/>
                    </a:ext>
                  </a:extLst>
                </p14:cNvPr>
                <p14:cNvContentPartPr/>
                <p14:nvPr/>
              </p14:nvContentPartPr>
              <p14:xfrm>
                <a:off x="2443193" y="707866"/>
                <a:ext cx="114480" cy="82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8D26200A-6DD1-43D6-B839-8865DACA59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34553" y="698866"/>
                  <a:ext cx="13212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6CCC2F1E-7DDE-46BE-83FF-A71731812474}"/>
              </a:ext>
            </a:extLst>
          </p:cNvPr>
          <p:cNvGrpSpPr/>
          <p:nvPr/>
        </p:nvGrpSpPr>
        <p:grpSpPr>
          <a:xfrm>
            <a:off x="6109793" y="230506"/>
            <a:ext cx="911160" cy="237600"/>
            <a:chOff x="6109793" y="230506"/>
            <a:chExt cx="91116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524A7477-A935-41AB-B6E4-AC9B2B4C07A2}"/>
                    </a:ext>
                  </a:extLst>
                </p14:cNvPr>
                <p14:cNvContentPartPr/>
                <p14:nvPr/>
              </p14:nvContentPartPr>
              <p14:xfrm>
                <a:off x="6541073" y="308266"/>
                <a:ext cx="189720" cy="1238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524A7477-A935-41AB-B6E4-AC9B2B4C07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32433" y="299266"/>
                  <a:ext cx="207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7D115119-16F1-4870-A790-7CBA4F9CC9D6}"/>
                    </a:ext>
                  </a:extLst>
                </p14:cNvPr>
                <p14:cNvContentPartPr/>
                <p14:nvPr/>
              </p14:nvContentPartPr>
              <p14:xfrm>
                <a:off x="6572033" y="230506"/>
                <a:ext cx="126000" cy="1710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7D115119-16F1-4870-A790-7CBA4F9CC9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63033" y="221506"/>
                  <a:ext cx="143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FBE2C34B-A2FD-4A39-A3C6-B635F6B7D7E0}"/>
                    </a:ext>
                  </a:extLst>
                </p14:cNvPr>
                <p14:cNvContentPartPr/>
                <p14:nvPr/>
              </p14:nvContentPartPr>
              <p14:xfrm>
                <a:off x="6345593" y="236626"/>
                <a:ext cx="100800" cy="1447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FBE2C34B-A2FD-4A39-A3C6-B635F6B7D7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36953" y="227626"/>
                  <a:ext cx="118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AC6E0083-40D4-4067-ACB0-A00843ECCE7B}"/>
                    </a:ext>
                  </a:extLst>
                </p14:cNvPr>
                <p14:cNvContentPartPr/>
                <p14:nvPr/>
              </p14:nvContentPartPr>
              <p14:xfrm>
                <a:off x="6274313" y="446866"/>
                <a:ext cx="189000" cy="212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AC6E0083-40D4-4067-ACB0-A00843ECCE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65313" y="438226"/>
                  <a:ext cx="206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0102C9D1-D785-426F-A5D0-25238C8E1761}"/>
                    </a:ext>
                  </a:extLst>
                </p14:cNvPr>
                <p14:cNvContentPartPr/>
                <p14:nvPr/>
              </p14:nvContentPartPr>
              <p14:xfrm>
                <a:off x="6109793" y="278386"/>
                <a:ext cx="123840" cy="1159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0102C9D1-D785-426F-A5D0-25238C8E17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01153" y="269386"/>
                  <a:ext cx="141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EE771ABA-E6DC-46C0-A4CE-8E651FDC9403}"/>
                    </a:ext>
                  </a:extLst>
                </p14:cNvPr>
                <p14:cNvContentPartPr/>
                <p14:nvPr/>
              </p14:nvContentPartPr>
              <p14:xfrm>
                <a:off x="6866873" y="269386"/>
                <a:ext cx="114480" cy="1029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EE771ABA-E6DC-46C0-A4CE-8E651FDC940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58233" y="260746"/>
                  <a:ext cx="132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3830254B-5FB5-484D-8000-6B7803256B18}"/>
                    </a:ext>
                  </a:extLst>
                </p14:cNvPr>
                <p14:cNvContentPartPr/>
                <p14:nvPr/>
              </p14:nvContentPartPr>
              <p14:xfrm>
                <a:off x="6851393" y="428506"/>
                <a:ext cx="169560" cy="10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3830254B-5FB5-484D-8000-6B7803256B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842753" y="419866"/>
                  <a:ext cx="18720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0204541B-185A-4363-85D2-5689D73050DC}"/>
                  </a:ext>
                </a:extLst>
              </p14:cNvPr>
              <p14:cNvContentPartPr/>
              <p14:nvPr/>
            </p14:nvContentPartPr>
            <p14:xfrm>
              <a:off x="7245953" y="218266"/>
              <a:ext cx="141480" cy="18180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0204541B-185A-4363-85D2-5689D73050D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36953" y="209266"/>
                <a:ext cx="1591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226C1CF7-A76E-43E0-BC5C-A91FFD039E8D}"/>
                  </a:ext>
                </a:extLst>
              </p14:cNvPr>
              <p14:cNvContentPartPr/>
              <p14:nvPr/>
            </p14:nvContentPartPr>
            <p14:xfrm>
              <a:off x="3213233" y="173986"/>
              <a:ext cx="169920" cy="90036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226C1CF7-A76E-43E0-BC5C-A91FFD039E8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04593" y="164986"/>
                <a:ext cx="187560" cy="9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C6A8C8F3-EEE2-4C28-B5A3-DE619ED0113E}"/>
                  </a:ext>
                </a:extLst>
              </p14:cNvPr>
              <p14:cNvContentPartPr/>
              <p14:nvPr/>
            </p14:nvContentPartPr>
            <p14:xfrm>
              <a:off x="11676113" y="449386"/>
              <a:ext cx="136800" cy="648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C6A8C8F3-EEE2-4C28-B5A3-DE619ED0113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667473" y="440746"/>
                <a:ext cx="15444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upo 108">
            <a:extLst>
              <a:ext uri="{FF2B5EF4-FFF2-40B4-BE49-F238E27FC236}">
                <a16:creationId xmlns:a16="http://schemas.microsoft.com/office/drawing/2014/main" id="{75866BBA-201B-49A1-ADE0-1185BCDABE5D}"/>
              </a:ext>
            </a:extLst>
          </p:cNvPr>
          <p:cNvGrpSpPr/>
          <p:nvPr/>
        </p:nvGrpSpPr>
        <p:grpSpPr>
          <a:xfrm>
            <a:off x="9040913" y="186586"/>
            <a:ext cx="2438640" cy="880920"/>
            <a:chOff x="9040913" y="186586"/>
            <a:chExt cx="2438640" cy="88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7A85CB9C-2C60-4D51-8F3B-3553067C542A}"/>
                    </a:ext>
                  </a:extLst>
                </p14:cNvPr>
                <p14:cNvContentPartPr/>
                <p14:nvPr/>
              </p14:nvContentPartPr>
              <p14:xfrm>
                <a:off x="9040913" y="253186"/>
                <a:ext cx="346680" cy="2613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7A85CB9C-2C60-4D51-8F3B-3553067C542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31913" y="244186"/>
                  <a:ext cx="3643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914CA17D-CEA6-4FBC-A50D-619A1B28010D}"/>
                    </a:ext>
                  </a:extLst>
                </p14:cNvPr>
                <p14:cNvContentPartPr/>
                <p14:nvPr/>
              </p14:nvContentPartPr>
              <p14:xfrm>
                <a:off x="9357713" y="216826"/>
                <a:ext cx="496800" cy="2282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914CA17D-CEA6-4FBC-A50D-619A1B2801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48713" y="207826"/>
                  <a:ext cx="514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352A44D-F929-4726-90D1-5E900C61ADE6}"/>
                    </a:ext>
                  </a:extLst>
                </p14:cNvPr>
                <p14:cNvContentPartPr/>
                <p14:nvPr/>
              </p14:nvContentPartPr>
              <p14:xfrm>
                <a:off x="9839393" y="233026"/>
                <a:ext cx="68760" cy="16668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352A44D-F929-4726-90D1-5E900C61AD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30753" y="224026"/>
                  <a:ext cx="86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002B889-7D75-427E-8676-3914EB2E569A}"/>
                    </a:ext>
                  </a:extLst>
                </p14:cNvPr>
                <p14:cNvContentPartPr/>
                <p14:nvPr/>
              </p14:nvContentPartPr>
              <p14:xfrm>
                <a:off x="9137753" y="686986"/>
                <a:ext cx="484560" cy="2401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002B889-7D75-427E-8676-3914EB2E56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28753" y="677986"/>
                  <a:ext cx="502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5CE2FEDF-5E0F-4516-B587-713D56088D25}"/>
                    </a:ext>
                  </a:extLst>
                </p14:cNvPr>
                <p14:cNvContentPartPr/>
                <p14:nvPr/>
              </p14:nvContentPartPr>
              <p14:xfrm>
                <a:off x="9611513" y="680866"/>
                <a:ext cx="291240" cy="13788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5CE2FEDF-5E0F-4516-B587-713D56088D2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02513" y="671866"/>
                  <a:ext cx="308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9A94E32C-E845-4F59-AB8B-ABEEDA7A684A}"/>
                    </a:ext>
                  </a:extLst>
                </p14:cNvPr>
                <p14:cNvContentPartPr/>
                <p14:nvPr/>
              </p14:nvContentPartPr>
              <p14:xfrm>
                <a:off x="9881153" y="596626"/>
                <a:ext cx="91080" cy="14976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9A94E32C-E845-4F59-AB8B-ABEEDA7A68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72153" y="587626"/>
                  <a:ext cx="108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081A5BAC-FDDD-4C7E-A4FC-98510AA289A2}"/>
                    </a:ext>
                  </a:extLst>
                </p14:cNvPr>
                <p14:cNvContentPartPr/>
                <p14:nvPr/>
              </p14:nvContentPartPr>
              <p14:xfrm>
                <a:off x="10101473" y="186586"/>
                <a:ext cx="233280" cy="64260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081A5BAC-FDDD-4C7E-A4FC-98510AA289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92833" y="177586"/>
                  <a:ext cx="25092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594F6345-EF85-4ABE-AB0A-C64675CBBF1A}"/>
                    </a:ext>
                  </a:extLst>
                </p14:cNvPr>
                <p14:cNvContentPartPr/>
                <p14:nvPr/>
              </p14:nvContentPartPr>
              <p14:xfrm>
                <a:off x="10472633" y="387826"/>
                <a:ext cx="122040" cy="2376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594F6345-EF85-4ABE-AB0A-C64675CBBF1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63993" y="378826"/>
                  <a:ext cx="139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DE6EB12E-7777-48A2-B9B0-766FCB4AA423}"/>
                    </a:ext>
                  </a:extLst>
                </p14:cNvPr>
                <p14:cNvContentPartPr/>
                <p14:nvPr/>
              </p14:nvContentPartPr>
              <p14:xfrm>
                <a:off x="10516193" y="495466"/>
                <a:ext cx="132840" cy="4572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DE6EB12E-7777-48A2-B9B0-766FCB4AA42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07193" y="486826"/>
                  <a:ext cx="1504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ABA635AD-A091-444B-BEFD-486E6E76EA8F}"/>
                    </a:ext>
                  </a:extLst>
                </p14:cNvPr>
                <p14:cNvContentPartPr/>
                <p14:nvPr/>
              </p14:nvContentPartPr>
              <p14:xfrm>
                <a:off x="10697993" y="442546"/>
                <a:ext cx="43920" cy="13500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ABA635AD-A091-444B-BEFD-486E6E76EA8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88993" y="433906"/>
                  <a:ext cx="61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75D8FD5A-8513-4A9C-B8FB-C2F1508AA5A6}"/>
                    </a:ext>
                  </a:extLst>
                </p14:cNvPr>
                <p14:cNvContentPartPr/>
                <p14:nvPr/>
              </p14:nvContentPartPr>
              <p14:xfrm>
                <a:off x="10765313" y="421666"/>
                <a:ext cx="96480" cy="11988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75D8FD5A-8513-4A9C-B8FB-C2F1508AA5A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56313" y="413026"/>
                  <a:ext cx="114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E0E32BF2-FF73-4D7B-B51F-BE00A55F41CD}"/>
                    </a:ext>
                  </a:extLst>
                </p14:cNvPr>
                <p14:cNvContentPartPr/>
                <p14:nvPr/>
              </p14:nvContentPartPr>
              <p14:xfrm>
                <a:off x="10874753" y="423466"/>
                <a:ext cx="126000" cy="1375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E0E32BF2-FF73-4D7B-B51F-BE00A55F41C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66113" y="414466"/>
                  <a:ext cx="143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95B213B9-187C-4EFB-917D-09B6EBC25906}"/>
                    </a:ext>
                  </a:extLst>
                </p14:cNvPr>
                <p14:cNvContentPartPr/>
                <p14:nvPr/>
              </p14:nvContentPartPr>
              <p14:xfrm>
                <a:off x="11137913" y="458386"/>
                <a:ext cx="104760" cy="2808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95B213B9-187C-4EFB-917D-09B6EBC259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128913" y="449386"/>
                  <a:ext cx="122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E7DCE502-3399-438A-8E05-B459DC91C281}"/>
                    </a:ext>
                  </a:extLst>
                </p14:cNvPr>
                <p14:cNvContentPartPr/>
                <p14:nvPr/>
              </p14:nvContentPartPr>
              <p14:xfrm>
                <a:off x="11119913" y="444346"/>
                <a:ext cx="193320" cy="14724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E7DCE502-3399-438A-8E05-B459DC91C28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110913" y="435346"/>
                  <a:ext cx="2109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837017EF-4DB8-43B3-9E71-5A0CBF5D6052}"/>
                    </a:ext>
                  </a:extLst>
                </p14:cNvPr>
                <p14:cNvContentPartPr/>
                <p14:nvPr/>
              </p14:nvContentPartPr>
              <p14:xfrm>
                <a:off x="11339873" y="465586"/>
                <a:ext cx="139680" cy="1468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837017EF-4DB8-43B3-9E71-5A0CBF5D605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30873" y="456586"/>
                  <a:ext cx="157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80E1D064-FBC8-483D-95D2-35CBD6412F85}"/>
                    </a:ext>
                  </a:extLst>
                </p14:cNvPr>
                <p14:cNvContentPartPr/>
                <p14:nvPr/>
              </p14:nvContentPartPr>
              <p14:xfrm>
                <a:off x="10550753" y="858346"/>
                <a:ext cx="163080" cy="2091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80E1D064-FBC8-483D-95D2-35CBD6412F8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41753" y="849346"/>
                  <a:ext cx="180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5C4F82B-EC4E-4CD5-8B4D-103CC3BB3F09}"/>
                    </a:ext>
                  </a:extLst>
                </p14:cNvPr>
                <p14:cNvContentPartPr/>
                <p14:nvPr/>
              </p14:nvContentPartPr>
              <p14:xfrm>
                <a:off x="10719233" y="894706"/>
                <a:ext cx="65160" cy="1526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5C4F82B-EC4E-4CD5-8B4D-103CC3BB3F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10233" y="886066"/>
                  <a:ext cx="82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1487B250-21B9-4727-A580-C4DAA77C1FCC}"/>
                    </a:ext>
                  </a:extLst>
                </p14:cNvPr>
                <p14:cNvContentPartPr/>
                <p14:nvPr/>
              </p14:nvContentPartPr>
              <p14:xfrm>
                <a:off x="10802393" y="879946"/>
                <a:ext cx="237960" cy="13932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1487B250-21B9-4727-A580-C4DAA77C1FC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93753" y="871306"/>
                  <a:ext cx="255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43BFBB2F-2A84-454B-9877-1E62B166C4BA}"/>
                    </a:ext>
                  </a:extLst>
                </p14:cNvPr>
                <p14:cNvContentPartPr/>
                <p14:nvPr/>
              </p14:nvContentPartPr>
              <p14:xfrm>
                <a:off x="11130713" y="836026"/>
                <a:ext cx="288720" cy="15480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43BFBB2F-2A84-454B-9877-1E62B166C4B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22073" y="827386"/>
                  <a:ext cx="30636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550B2C60-8399-4EDE-83A5-50C42CCC04E3}"/>
              </a:ext>
            </a:extLst>
          </p:cNvPr>
          <p:cNvGrpSpPr/>
          <p:nvPr/>
        </p:nvGrpSpPr>
        <p:grpSpPr>
          <a:xfrm>
            <a:off x="11101913" y="80026"/>
            <a:ext cx="435240" cy="226440"/>
            <a:chOff x="11101913" y="80026"/>
            <a:chExt cx="43524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D6BA172F-0C41-4EAC-B526-01BCDF3DD640}"/>
                    </a:ext>
                  </a:extLst>
                </p14:cNvPr>
                <p14:cNvContentPartPr/>
                <p14:nvPr/>
              </p14:nvContentPartPr>
              <p14:xfrm>
                <a:off x="11101913" y="104506"/>
                <a:ext cx="113400" cy="1670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D6BA172F-0C41-4EAC-B526-01BCDF3DD64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93273" y="95506"/>
                  <a:ext cx="131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92C446D3-8F3D-4064-980A-8DA3A6489DE6}"/>
                    </a:ext>
                  </a:extLst>
                </p14:cNvPr>
                <p14:cNvContentPartPr/>
                <p14:nvPr/>
              </p14:nvContentPartPr>
              <p14:xfrm>
                <a:off x="11146553" y="159946"/>
                <a:ext cx="141480" cy="4284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92C446D3-8F3D-4064-980A-8DA3A6489DE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37553" y="151306"/>
                  <a:ext cx="159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4FE012E4-D327-40E8-8FA0-2EAC5DFD3FB4}"/>
                    </a:ext>
                  </a:extLst>
                </p14:cNvPr>
                <p14:cNvContentPartPr/>
                <p14:nvPr/>
              </p14:nvContentPartPr>
              <p14:xfrm>
                <a:off x="11347433" y="130426"/>
                <a:ext cx="17640" cy="10476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4FE012E4-D327-40E8-8FA0-2EAC5DFD3FB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338793" y="121426"/>
                  <a:ext cx="35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E05AACC8-BA07-49E7-B899-2A6F531A01FF}"/>
                    </a:ext>
                  </a:extLst>
                </p14:cNvPr>
                <p14:cNvContentPartPr/>
                <p14:nvPr/>
              </p14:nvContentPartPr>
              <p14:xfrm>
                <a:off x="11418713" y="135466"/>
                <a:ext cx="110160" cy="13248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E05AACC8-BA07-49E7-B899-2A6F531A01F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409713" y="126826"/>
                  <a:ext cx="127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B50A4E33-CB41-4949-A1C3-2325AFCB2C73}"/>
                    </a:ext>
                  </a:extLst>
                </p14:cNvPr>
                <p14:cNvContentPartPr/>
                <p14:nvPr/>
              </p14:nvContentPartPr>
              <p14:xfrm>
                <a:off x="11112713" y="80026"/>
                <a:ext cx="115560" cy="16488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B50A4E33-CB41-4949-A1C3-2325AFCB2C7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03713" y="71026"/>
                  <a:ext cx="1332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ABCFE0FF-C543-4CA3-A767-F7DBB5599AEE}"/>
                    </a:ext>
                  </a:extLst>
                </p14:cNvPr>
                <p14:cNvContentPartPr/>
                <p14:nvPr/>
              </p14:nvContentPartPr>
              <p14:xfrm>
                <a:off x="11187233" y="122506"/>
                <a:ext cx="103680" cy="1508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ABCFE0FF-C543-4CA3-A767-F7DBB5599AE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78233" y="113866"/>
                  <a:ext cx="121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07D1A0A-7822-4BB0-9587-11F3B3124E18}"/>
                    </a:ext>
                  </a:extLst>
                </p14:cNvPr>
                <p14:cNvContentPartPr/>
                <p14:nvPr/>
              </p14:nvContentPartPr>
              <p14:xfrm>
                <a:off x="11371553" y="150586"/>
                <a:ext cx="165600" cy="15588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07D1A0A-7822-4BB0-9587-11F3B3124E1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62913" y="141586"/>
                  <a:ext cx="1832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61725426-9C3B-45C1-813A-55573D43253B}"/>
              </a:ext>
            </a:extLst>
          </p:cNvPr>
          <p:cNvGrpSpPr/>
          <p:nvPr/>
        </p:nvGrpSpPr>
        <p:grpSpPr>
          <a:xfrm>
            <a:off x="597833" y="1836466"/>
            <a:ext cx="1865520" cy="394200"/>
            <a:chOff x="597833" y="1836466"/>
            <a:chExt cx="186552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11756902-08A0-4933-9A16-93349B22D960}"/>
                    </a:ext>
                  </a:extLst>
                </p14:cNvPr>
                <p14:cNvContentPartPr/>
                <p14:nvPr/>
              </p14:nvContentPartPr>
              <p14:xfrm>
                <a:off x="597833" y="1914946"/>
                <a:ext cx="226440" cy="28836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11756902-08A0-4933-9A16-93349B22D96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8833" y="1905946"/>
                  <a:ext cx="2440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15BF01B8-5AE8-44C2-B723-28914201D47A}"/>
                    </a:ext>
                  </a:extLst>
                </p14:cNvPr>
                <p14:cNvContentPartPr/>
                <p14:nvPr/>
              </p14:nvContentPartPr>
              <p14:xfrm>
                <a:off x="604673" y="1923586"/>
                <a:ext cx="194760" cy="24300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15BF01B8-5AE8-44C2-B723-28914201D47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5673" y="1914586"/>
                  <a:ext cx="212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D29E1A2E-A6A1-4140-8D27-B45ED2C32D01}"/>
                    </a:ext>
                  </a:extLst>
                </p14:cNvPr>
                <p14:cNvContentPartPr/>
                <p14:nvPr/>
              </p14:nvContentPartPr>
              <p14:xfrm>
                <a:off x="909953" y="1996666"/>
                <a:ext cx="156960" cy="11880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D29E1A2E-A6A1-4140-8D27-B45ED2C32D0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1313" y="1987666"/>
                  <a:ext cx="174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CF3314C9-BC6A-42CE-8340-576F3441476B}"/>
                    </a:ext>
                  </a:extLst>
                </p14:cNvPr>
                <p14:cNvContentPartPr/>
                <p14:nvPr/>
              </p14:nvContentPartPr>
              <p14:xfrm>
                <a:off x="1218473" y="1840066"/>
                <a:ext cx="49680" cy="1386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CF3314C9-BC6A-42CE-8340-576F3441476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09473" y="1831066"/>
                  <a:ext cx="67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30CA7D0F-16E3-474A-874C-01FA8503072C}"/>
                    </a:ext>
                  </a:extLst>
                </p14:cNvPr>
                <p14:cNvContentPartPr/>
                <p14:nvPr/>
              </p14:nvContentPartPr>
              <p14:xfrm>
                <a:off x="1298753" y="1847986"/>
                <a:ext cx="48600" cy="1306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30CA7D0F-16E3-474A-874C-01FA850307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89753" y="1838986"/>
                  <a:ext cx="66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85F0DA0B-F74B-40BA-8249-0298BD287B2E}"/>
                    </a:ext>
                  </a:extLst>
                </p14:cNvPr>
                <p14:cNvContentPartPr/>
                <p14:nvPr/>
              </p14:nvContentPartPr>
              <p14:xfrm>
                <a:off x="1512233" y="1836466"/>
                <a:ext cx="73080" cy="3168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85F0DA0B-F74B-40BA-8249-0298BD287B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03233" y="1827826"/>
                  <a:ext cx="907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E882C4FD-2F75-4954-A2E6-933E7E6090E0}"/>
                    </a:ext>
                  </a:extLst>
                </p14:cNvPr>
                <p14:cNvContentPartPr/>
                <p14:nvPr/>
              </p14:nvContentPartPr>
              <p14:xfrm>
                <a:off x="1402073" y="1953106"/>
                <a:ext cx="172440" cy="2736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E882C4FD-2F75-4954-A2E6-933E7E6090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93073" y="1944106"/>
                  <a:ext cx="190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EF4B6F7F-0715-431C-BD91-BB766C2510B7}"/>
                    </a:ext>
                  </a:extLst>
                </p14:cNvPr>
                <p14:cNvContentPartPr/>
                <p14:nvPr/>
              </p14:nvContentPartPr>
              <p14:xfrm>
                <a:off x="1668833" y="2012146"/>
                <a:ext cx="105840" cy="1288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EF4B6F7F-0715-431C-BD91-BB766C2510B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60193" y="2003506"/>
                  <a:ext cx="123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E66212E6-C20B-433E-B30D-C35AA73BFF2C}"/>
                    </a:ext>
                  </a:extLst>
                </p14:cNvPr>
                <p14:cNvContentPartPr/>
                <p14:nvPr/>
              </p14:nvContentPartPr>
              <p14:xfrm>
                <a:off x="1696913" y="1955626"/>
                <a:ext cx="37080" cy="133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E66212E6-C20B-433E-B30D-C35AA73BFF2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87913" y="1946986"/>
                  <a:ext cx="54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7AFC0B0A-5545-407A-BD90-33E3C58C8A33}"/>
                    </a:ext>
                  </a:extLst>
                </p14:cNvPr>
                <p14:cNvContentPartPr/>
                <p14:nvPr/>
              </p14:nvContentPartPr>
              <p14:xfrm>
                <a:off x="1831193" y="2024386"/>
                <a:ext cx="103680" cy="8352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7AFC0B0A-5545-407A-BD90-33E3C58C8A3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822553" y="2015386"/>
                  <a:ext cx="121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8485A126-CA00-4353-9848-EB22C0E43912}"/>
                    </a:ext>
                  </a:extLst>
                </p14:cNvPr>
                <p14:cNvContentPartPr/>
                <p14:nvPr/>
              </p14:nvContentPartPr>
              <p14:xfrm>
                <a:off x="1992473" y="2024026"/>
                <a:ext cx="146520" cy="9828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8485A126-CA00-4353-9848-EB22C0E4391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983473" y="2015026"/>
                  <a:ext cx="164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84788901-3779-463D-938F-3E21518164F6}"/>
                    </a:ext>
                  </a:extLst>
                </p14:cNvPr>
                <p14:cNvContentPartPr/>
                <p14:nvPr/>
              </p14:nvContentPartPr>
              <p14:xfrm>
                <a:off x="2185073" y="1987666"/>
                <a:ext cx="124200" cy="24300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84788901-3779-463D-938F-3E21518164F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76433" y="1979026"/>
                  <a:ext cx="1418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8243A8E6-B7F5-41E7-80AD-7512B06FF73F}"/>
                    </a:ext>
                  </a:extLst>
                </p14:cNvPr>
                <p14:cNvContentPartPr/>
                <p14:nvPr/>
              </p14:nvContentPartPr>
              <p14:xfrm>
                <a:off x="2361113" y="1986946"/>
                <a:ext cx="102240" cy="982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8243A8E6-B7F5-41E7-80AD-7512B06FF73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52113" y="1977946"/>
                  <a:ext cx="11988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4BBB7E6F-4717-4D93-A2DD-63591A99B3DA}"/>
              </a:ext>
            </a:extLst>
          </p:cNvPr>
          <p:cNvGrpSpPr/>
          <p:nvPr/>
        </p:nvGrpSpPr>
        <p:grpSpPr>
          <a:xfrm>
            <a:off x="2799953" y="1836466"/>
            <a:ext cx="1566360" cy="286920"/>
            <a:chOff x="2799953" y="1836466"/>
            <a:chExt cx="156636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D200ED82-CA46-41F6-879A-7F9A6F1953DF}"/>
                    </a:ext>
                  </a:extLst>
                </p14:cNvPr>
                <p14:cNvContentPartPr/>
                <p14:nvPr/>
              </p14:nvContentPartPr>
              <p14:xfrm>
                <a:off x="2851073" y="1836466"/>
                <a:ext cx="53640" cy="26568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D200ED82-CA46-41F6-879A-7F9A6F1953D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42433" y="1827826"/>
                  <a:ext cx="712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ED617F43-BCE5-4068-928E-219935C93F0B}"/>
                    </a:ext>
                  </a:extLst>
                </p14:cNvPr>
                <p14:cNvContentPartPr/>
                <p14:nvPr/>
              </p14:nvContentPartPr>
              <p14:xfrm>
                <a:off x="2799953" y="1969666"/>
                <a:ext cx="219960" cy="15372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ED617F43-BCE5-4068-928E-219935C93F0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90953" y="1960666"/>
                  <a:ext cx="237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E8BCCEE7-5B07-4854-9D8D-9D92DF3FC878}"/>
                    </a:ext>
                  </a:extLst>
                </p14:cNvPr>
                <p14:cNvContentPartPr/>
                <p14:nvPr/>
              </p14:nvContentPartPr>
              <p14:xfrm>
                <a:off x="3031793" y="1972186"/>
                <a:ext cx="239400" cy="14832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E8BCCEE7-5B07-4854-9D8D-9D92DF3FC87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22793" y="1963186"/>
                  <a:ext cx="257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62D61A61-987E-48C2-BB39-83245E9794F0}"/>
                    </a:ext>
                  </a:extLst>
                </p14:cNvPr>
                <p14:cNvContentPartPr/>
                <p14:nvPr/>
              </p14:nvContentPartPr>
              <p14:xfrm>
                <a:off x="3272993" y="1942666"/>
                <a:ext cx="91800" cy="1803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62D61A61-987E-48C2-BB39-83245E9794F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64353" y="1933666"/>
                  <a:ext cx="109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FB841C65-BC0C-4FF0-B98F-AFC0AC1C6C0A}"/>
                    </a:ext>
                  </a:extLst>
                </p14:cNvPr>
                <p14:cNvContentPartPr/>
                <p14:nvPr/>
              </p14:nvContentPartPr>
              <p14:xfrm>
                <a:off x="3378833" y="1974706"/>
                <a:ext cx="134640" cy="1447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FB841C65-BC0C-4FF0-B98F-AFC0AC1C6C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70193" y="1966066"/>
                  <a:ext cx="152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715AC2D4-B547-493A-A887-71A4F33B8601}"/>
                    </a:ext>
                  </a:extLst>
                </p14:cNvPr>
                <p14:cNvContentPartPr/>
                <p14:nvPr/>
              </p14:nvContentPartPr>
              <p14:xfrm>
                <a:off x="3518153" y="1963546"/>
                <a:ext cx="157680" cy="13968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715AC2D4-B547-493A-A887-71A4F33B860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09513" y="1954546"/>
                  <a:ext cx="175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16997C67-7742-4D93-B1BB-7D9B11DFBAA2}"/>
                    </a:ext>
                  </a:extLst>
                </p14:cNvPr>
                <p14:cNvContentPartPr/>
                <p14:nvPr/>
              </p14:nvContentPartPr>
              <p14:xfrm>
                <a:off x="3694193" y="1986226"/>
                <a:ext cx="34200" cy="1159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16997C67-7742-4D93-B1BB-7D9B11DFBAA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85193" y="1977226"/>
                  <a:ext cx="51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2909D25-4A04-47C0-BD03-29FE7E009F76}"/>
                    </a:ext>
                  </a:extLst>
                </p14:cNvPr>
                <p14:cNvContentPartPr/>
                <p14:nvPr/>
              </p14:nvContentPartPr>
              <p14:xfrm>
                <a:off x="3809753" y="1931506"/>
                <a:ext cx="119520" cy="16812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2909D25-4A04-47C0-BD03-29FE7E009F7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01113" y="1922506"/>
                  <a:ext cx="137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7D231A23-DD80-4698-9BAF-0B804FB6DB4D}"/>
                    </a:ext>
                  </a:extLst>
                </p14:cNvPr>
                <p14:cNvContentPartPr/>
                <p14:nvPr/>
              </p14:nvContentPartPr>
              <p14:xfrm>
                <a:off x="3964913" y="1855906"/>
                <a:ext cx="239040" cy="20556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7D231A23-DD80-4698-9BAF-0B804FB6DB4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55913" y="1846906"/>
                  <a:ext cx="256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7FD1EFCA-9E51-4DC2-AAF2-930C6C3A502A}"/>
                    </a:ext>
                  </a:extLst>
                </p14:cNvPr>
                <p14:cNvContentPartPr/>
                <p14:nvPr/>
              </p14:nvContentPartPr>
              <p14:xfrm>
                <a:off x="4213313" y="1893706"/>
                <a:ext cx="153000" cy="14760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7FD1EFCA-9E51-4DC2-AAF2-930C6C3A50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04313" y="1885066"/>
                  <a:ext cx="17064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92C0214E-1746-4C94-8C43-9D4CF4133644}"/>
                  </a:ext>
                </a:extLst>
              </p14:cNvPr>
              <p14:cNvContentPartPr/>
              <p14:nvPr/>
            </p14:nvContentPartPr>
            <p14:xfrm>
              <a:off x="4684913" y="1942666"/>
              <a:ext cx="407520" cy="14616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92C0214E-1746-4C94-8C43-9D4CF413364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676273" y="1934026"/>
                <a:ext cx="425160" cy="16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upo 155">
            <a:extLst>
              <a:ext uri="{FF2B5EF4-FFF2-40B4-BE49-F238E27FC236}">
                <a16:creationId xmlns:a16="http://schemas.microsoft.com/office/drawing/2014/main" id="{6A28BD4C-8F81-48C1-9380-005986462690}"/>
              </a:ext>
            </a:extLst>
          </p:cNvPr>
          <p:cNvGrpSpPr/>
          <p:nvPr/>
        </p:nvGrpSpPr>
        <p:grpSpPr>
          <a:xfrm>
            <a:off x="5288273" y="1791466"/>
            <a:ext cx="1097640" cy="273600"/>
            <a:chOff x="5288273" y="1791466"/>
            <a:chExt cx="109764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44885CFA-A88F-4FAB-A95D-5AA42381B065}"/>
                    </a:ext>
                  </a:extLst>
                </p14:cNvPr>
                <p14:cNvContentPartPr/>
                <p14:nvPr/>
              </p14:nvContentPartPr>
              <p14:xfrm>
                <a:off x="5288273" y="1935826"/>
                <a:ext cx="258480" cy="12924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44885CFA-A88F-4FAB-A95D-5AA42381B0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279273" y="1927186"/>
                  <a:ext cx="276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36F7C330-91DA-41FD-81A2-E2E42D1847C0}"/>
                    </a:ext>
                  </a:extLst>
                </p14:cNvPr>
                <p14:cNvContentPartPr/>
                <p14:nvPr/>
              </p14:nvContentPartPr>
              <p14:xfrm>
                <a:off x="5518313" y="1859866"/>
                <a:ext cx="120240" cy="1742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36F7C330-91DA-41FD-81A2-E2E42D1847C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09313" y="1851226"/>
                  <a:ext cx="137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9ED35E67-C1DB-4D7A-906B-1ABDF87670A6}"/>
                    </a:ext>
                  </a:extLst>
                </p14:cNvPr>
                <p14:cNvContentPartPr/>
                <p14:nvPr/>
              </p14:nvContentPartPr>
              <p14:xfrm>
                <a:off x="5678513" y="1894786"/>
                <a:ext cx="118440" cy="1026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9ED35E67-C1DB-4D7A-906B-1ABDF87670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69513" y="1885786"/>
                  <a:ext cx="136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7FC63E8D-AEA8-4F2E-8A8D-23DA7A14A9BB}"/>
                    </a:ext>
                  </a:extLst>
                </p14:cNvPr>
                <p14:cNvContentPartPr/>
                <p14:nvPr/>
              </p14:nvContentPartPr>
              <p14:xfrm>
                <a:off x="5834393" y="1791466"/>
                <a:ext cx="205200" cy="20808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7FC63E8D-AEA8-4F2E-8A8D-23DA7A14A9B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25753" y="1782466"/>
                  <a:ext cx="222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E5059771-E0D4-4C5D-A5B8-81DA29153896}"/>
                    </a:ext>
                  </a:extLst>
                </p14:cNvPr>
                <p14:cNvContentPartPr/>
                <p14:nvPr/>
              </p14:nvContentPartPr>
              <p14:xfrm>
                <a:off x="5943833" y="1899826"/>
                <a:ext cx="140400" cy="532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E5059771-E0D4-4C5D-A5B8-81DA2915389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34833" y="1891186"/>
                  <a:ext cx="158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ED677FA3-E9B5-48A1-9AA7-6562465EF5FF}"/>
                    </a:ext>
                  </a:extLst>
                </p14:cNvPr>
                <p14:cNvContentPartPr/>
                <p14:nvPr/>
              </p14:nvContentPartPr>
              <p14:xfrm>
                <a:off x="6087473" y="1811266"/>
                <a:ext cx="298440" cy="19440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ED677FA3-E9B5-48A1-9AA7-6562465EF5F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78473" y="1802626"/>
                  <a:ext cx="31608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0FAF84B1-7C71-4E9E-A7F7-8F93827BA0C1}"/>
              </a:ext>
            </a:extLst>
          </p:cNvPr>
          <p:cNvGrpSpPr/>
          <p:nvPr/>
        </p:nvGrpSpPr>
        <p:grpSpPr>
          <a:xfrm>
            <a:off x="6626033" y="1728826"/>
            <a:ext cx="907200" cy="298080"/>
            <a:chOff x="6626033" y="1728826"/>
            <a:chExt cx="90720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088E59D1-92D9-49D8-B61D-41591961DA9F}"/>
                    </a:ext>
                  </a:extLst>
                </p14:cNvPr>
                <p14:cNvContentPartPr/>
                <p14:nvPr/>
              </p14:nvContentPartPr>
              <p14:xfrm>
                <a:off x="6626033" y="1837186"/>
                <a:ext cx="173880" cy="1422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088E59D1-92D9-49D8-B61D-41591961DA9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17393" y="1828546"/>
                  <a:ext cx="191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13AB7C63-9CCC-4868-92C2-C060197E57E4}"/>
                    </a:ext>
                  </a:extLst>
                </p14:cNvPr>
                <p14:cNvContentPartPr/>
                <p14:nvPr/>
              </p14:nvContentPartPr>
              <p14:xfrm>
                <a:off x="6849233" y="1872106"/>
                <a:ext cx="127080" cy="13140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13AB7C63-9CCC-4868-92C2-C060197E57E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40593" y="1863466"/>
                  <a:ext cx="1447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9962FF93-EC2F-4A46-8E32-7921B22E1AEA}"/>
                    </a:ext>
                  </a:extLst>
                </p14:cNvPr>
                <p14:cNvContentPartPr/>
                <p14:nvPr/>
              </p14:nvContentPartPr>
              <p14:xfrm>
                <a:off x="7046513" y="1728826"/>
                <a:ext cx="49680" cy="24408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9962FF93-EC2F-4A46-8E32-7921B22E1AE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037873" y="1719826"/>
                  <a:ext cx="67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103574AC-8DF1-4D6E-A23A-A32D7C3E1EC5}"/>
                    </a:ext>
                  </a:extLst>
                </p14:cNvPr>
                <p14:cNvContentPartPr/>
                <p14:nvPr/>
              </p14:nvContentPartPr>
              <p14:xfrm>
                <a:off x="7017713" y="1838986"/>
                <a:ext cx="515520" cy="18792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103574AC-8DF1-4D6E-A23A-A32D7C3E1EC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08713" y="1830346"/>
                  <a:ext cx="5331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upo 187">
            <a:extLst>
              <a:ext uri="{FF2B5EF4-FFF2-40B4-BE49-F238E27FC236}">
                <a16:creationId xmlns:a16="http://schemas.microsoft.com/office/drawing/2014/main" id="{08CCBED9-66FC-46DA-B70F-439B180FD996}"/>
              </a:ext>
            </a:extLst>
          </p:cNvPr>
          <p:cNvGrpSpPr/>
          <p:nvPr/>
        </p:nvGrpSpPr>
        <p:grpSpPr>
          <a:xfrm>
            <a:off x="7711793" y="1749706"/>
            <a:ext cx="222480" cy="273240"/>
            <a:chOff x="7711793" y="1749706"/>
            <a:chExt cx="22248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96B7B1EE-68C6-49D5-9927-B7EDEEA44F9A}"/>
                    </a:ext>
                  </a:extLst>
                </p14:cNvPr>
                <p14:cNvContentPartPr/>
                <p14:nvPr/>
              </p14:nvContentPartPr>
              <p14:xfrm>
                <a:off x="7711793" y="1749706"/>
                <a:ext cx="99000" cy="22284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96B7B1EE-68C6-49D5-9927-B7EDEEA44F9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02793" y="1740706"/>
                  <a:ext cx="116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86DF05CC-19B6-47DA-A634-8FAF678F07B7}"/>
                    </a:ext>
                  </a:extLst>
                </p14:cNvPr>
                <p14:cNvContentPartPr/>
                <p14:nvPr/>
              </p14:nvContentPartPr>
              <p14:xfrm>
                <a:off x="7814753" y="1840786"/>
                <a:ext cx="119520" cy="18216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86DF05CC-19B6-47DA-A634-8FAF678F07B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06113" y="1832146"/>
                  <a:ext cx="13716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upo 186">
            <a:extLst>
              <a:ext uri="{FF2B5EF4-FFF2-40B4-BE49-F238E27FC236}">
                <a16:creationId xmlns:a16="http://schemas.microsoft.com/office/drawing/2014/main" id="{9B9510E2-DA5A-4701-BCB8-5556D7038B7F}"/>
              </a:ext>
            </a:extLst>
          </p:cNvPr>
          <p:cNvGrpSpPr/>
          <p:nvPr/>
        </p:nvGrpSpPr>
        <p:grpSpPr>
          <a:xfrm>
            <a:off x="8210753" y="1687066"/>
            <a:ext cx="1900800" cy="371520"/>
            <a:chOff x="8210753" y="1687066"/>
            <a:chExt cx="190080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33302A11-FBED-431F-BB69-F549CA80B6BF}"/>
                    </a:ext>
                  </a:extLst>
                </p14:cNvPr>
                <p14:cNvContentPartPr/>
                <p14:nvPr/>
              </p14:nvContentPartPr>
              <p14:xfrm>
                <a:off x="8238833" y="1687066"/>
                <a:ext cx="97920" cy="37152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33302A11-FBED-431F-BB69-F549CA80B6B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29833" y="1678066"/>
                  <a:ext cx="1155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C6FAD97D-3176-47C9-AB14-AC7659FD959E}"/>
                    </a:ext>
                  </a:extLst>
                </p14:cNvPr>
                <p14:cNvContentPartPr/>
                <p14:nvPr/>
              </p14:nvContentPartPr>
              <p14:xfrm>
                <a:off x="8210753" y="1894066"/>
                <a:ext cx="189720" cy="561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C6FAD97D-3176-47C9-AB14-AC7659FD959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01753" y="1885066"/>
                  <a:ext cx="207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10EADBDB-D8D3-4FFD-8F63-5D234D6C79AC}"/>
                    </a:ext>
                  </a:extLst>
                </p14:cNvPr>
                <p14:cNvContentPartPr/>
                <p14:nvPr/>
              </p14:nvContentPartPr>
              <p14:xfrm>
                <a:off x="8464913" y="1882546"/>
                <a:ext cx="279720" cy="16560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10EADBDB-D8D3-4FFD-8F63-5D234D6C79A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55913" y="1873906"/>
                  <a:ext cx="2973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FE60C027-7AE8-4D7B-8FAA-FE8ED6585E61}"/>
                    </a:ext>
                  </a:extLst>
                </p14:cNvPr>
                <p14:cNvContentPartPr/>
                <p14:nvPr/>
              </p14:nvContentPartPr>
              <p14:xfrm>
                <a:off x="8793953" y="1899106"/>
                <a:ext cx="155520" cy="1202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FE60C027-7AE8-4D7B-8FAA-FE8ED6585E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85313" y="1890466"/>
                  <a:ext cx="173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4EB453A3-5A25-4C35-BD5F-47BC69F63F0C}"/>
                    </a:ext>
                  </a:extLst>
                </p14:cNvPr>
                <p14:cNvContentPartPr/>
                <p14:nvPr/>
              </p14:nvContentPartPr>
              <p14:xfrm>
                <a:off x="8972513" y="1706146"/>
                <a:ext cx="74880" cy="28296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4EB453A3-5A25-4C35-BD5F-47BC69F63F0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963513" y="1697146"/>
                  <a:ext cx="92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B506173D-BDB5-4DCA-BD45-AFF8374B1A0C}"/>
                    </a:ext>
                  </a:extLst>
                </p14:cNvPr>
                <p14:cNvContentPartPr/>
                <p14:nvPr/>
              </p14:nvContentPartPr>
              <p14:xfrm>
                <a:off x="9104633" y="1833946"/>
                <a:ext cx="23400" cy="1908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B506173D-BDB5-4DCA-BD45-AFF8374B1A0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95993" y="1824946"/>
                  <a:ext cx="41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4240863F-A85F-4BD6-98EE-824229FFA724}"/>
                    </a:ext>
                  </a:extLst>
                </p14:cNvPr>
                <p14:cNvContentPartPr/>
                <p14:nvPr/>
              </p14:nvContentPartPr>
              <p14:xfrm>
                <a:off x="9230633" y="1824586"/>
                <a:ext cx="166680" cy="1717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4240863F-A85F-4BD6-98EE-824229FFA72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221633" y="1815946"/>
                  <a:ext cx="184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B22B761D-4746-40CA-A969-38527FF196CE}"/>
                    </a:ext>
                  </a:extLst>
                </p14:cNvPr>
                <p14:cNvContentPartPr/>
                <p14:nvPr/>
              </p14:nvContentPartPr>
              <p14:xfrm>
                <a:off x="9434753" y="1827826"/>
                <a:ext cx="139320" cy="16812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B22B761D-4746-40CA-A969-38527FF196C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25753" y="1818826"/>
                  <a:ext cx="156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076FCCC3-BB7C-461B-A69A-460E98DAF46E}"/>
                    </a:ext>
                  </a:extLst>
                </p14:cNvPr>
                <p14:cNvContentPartPr/>
                <p14:nvPr/>
              </p14:nvContentPartPr>
              <p14:xfrm>
                <a:off x="9627713" y="1826026"/>
                <a:ext cx="192960" cy="14400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076FCCC3-BB7C-461B-A69A-460E98DAF46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18713" y="1817386"/>
                  <a:ext cx="210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AB976C7C-E5DE-4DC1-B80E-BEE62610573D}"/>
                    </a:ext>
                  </a:extLst>
                </p14:cNvPr>
                <p14:cNvContentPartPr/>
                <p14:nvPr/>
              </p14:nvContentPartPr>
              <p14:xfrm>
                <a:off x="9867473" y="1783186"/>
                <a:ext cx="244080" cy="1555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AB976C7C-E5DE-4DC1-B80E-BEE62610573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858473" y="1774186"/>
                  <a:ext cx="261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114328D5-C3F8-4517-AC13-C25D34FFC7A2}"/>
                    </a:ext>
                  </a:extLst>
                </p14:cNvPr>
                <p14:cNvContentPartPr/>
                <p14:nvPr/>
              </p14:nvContentPartPr>
              <p14:xfrm>
                <a:off x="10002833" y="1709386"/>
                <a:ext cx="95040" cy="10908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114328D5-C3F8-4517-AC13-C25D34FFC7A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994193" y="1700746"/>
                  <a:ext cx="11268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63A989A6-BD57-4375-A984-E57FE4CFE7CF}"/>
                  </a:ext>
                </a:extLst>
              </p14:cNvPr>
              <p14:cNvContentPartPr/>
              <p14:nvPr/>
            </p14:nvContentPartPr>
            <p14:xfrm>
              <a:off x="10442033" y="1696066"/>
              <a:ext cx="330480" cy="25200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63A989A6-BD57-4375-A984-E57FE4CFE7C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433393" y="1687066"/>
                <a:ext cx="34812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upo 185">
            <a:extLst>
              <a:ext uri="{FF2B5EF4-FFF2-40B4-BE49-F238E27FC236}">
                <a16:creationId xmlns:a16="http://schemas.microsoft.com/office/drawing/2014/main" id="{4222148B-E23D-472A-8DCE-B5C03DC34B65}"/>
              </a:ext>
            </a:extLst>
          </p:cNvPr>
          <p:cNvGrpSpPr/>
          <p:nvPr/>
        </p:nvGrpSpPr>
        <p:grpSpPr>
          <a:xfrm>
            <a:off x="548513" y="2426866"/>
            <a:ext cx="462240" cy="216000"/>
            <a:chOff x="548513" y="2426866"/>
            <a:chExt cx="46224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B0DE72BE-45CE-4B66-A89F-8506C673D008}"/>
                    </a:ext>
                  </a:extLst>
                </p14:cNvPr>
                <p14:cNvContentPartPr/>
                <p14:nvPr/>
              </p14:nvContentPartPr>
              <p14:xfrm>
                <a:off x="548513" y="2426866"/>
                <a:ext cx="131760" cy="21600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B0DE72BE-45CE-4B66-A89F-8506C673D00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39513" y="2418226"/>
                  <a:ext cx="1494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0C0DAE1E-2B47-4066-82C8-5D8CF967BF91}"/>
                    </a:ext>
                  </a:extLst>
                </p14:cNvPr>
                <p14:cNvContentPartPr/>
                <p14:nvPr/>
              </p14:nvContentPartPr>
              <p14:xfrm>
                <a:off x="794753" y="2491306"/>
                <a:ext cx="216000" cy="1360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0C0DAE1E-2B47-4066-82C8-5D8CF967BF9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6113" y="2482666"/>
                  <a:ext cx="23364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99CF5ADB-5145-4FED-85CD-B19D85EEF608}"/>
              </a:ext>
            </a:extLst>
          </p:cNvPr>
          <p:cNvGrpSpPr/>
          <p:nvPr/>
        </p:nvGrpSpPr>
        <p:grpSpPr>
          <a:xfrm>
            <a:off x="1295873" y="2303386"/>
            <a:ext cx="739080" cy="311040"/>
            <a:chOff x="1295873" y="2303386"/>
            <a:chExt cx="73908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CA621EED-5ADF-45B2-9746-5BED0AD27973}"/>
                    </a:ext>
                  </a:extLst>
                </p14:cNvPr>
                <p14:cNvContentPartPr/>
                <p14:nvPr/>
              </p14:nvContentPartPr>
              <p14:xfrm>
                <a:off x="1295873" y="2479066"/>
                <a:ext cx="69120" cy="1353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CA621EED-5ADF-45B2-9746-5BED0AD2797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86873" y="2470426"/>
                  <a:ext cx="86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A6436F7E-FD51-4C7D-8BBC-65C8AB09EC04}"/>
                    </a:ext>
                  </a:extLst>
                </p14:cNvPr>
                <p14:cNvContentPartPr/>
                <p14:nvPr/>
              </p14:nvContentPartPr>
              <p14:xfrm>
                <a:off x="1424393" y="2475466"/>
                <a:ext cx="150840" cy="1342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A6436F7E-FD51-4C7D-8BBC-65C8AB09EC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15753" y="2466466"/>
                  <a:ext cx="168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5D88E0C3-7213-4C34-80A7-543FA88467AC}"/>
                    </a:ext>
                  </a:extLst>
                </p14:cNvPr>
                <p14:cNvContentPartPr/>
                <p14:nvPr/>
              </p14:nvContentPartPr>
              <p14:xfrm>
                <a:off x="1624553" y="2462506"/>
                <a:ext cx="47520" cy="12384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5D88E0C3-7213-4C34-80A7-543FA88467A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615913" y="2453866"/>
                  <a:ext cx="65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EF93EBF9-4AAC-46B3-B5E1-2315D2E8A0E5}"/>
                    </a:ext>
                  </a:extLst>
                </p14:cNvPr>
                <p14:cNvContentPartPr/>
                <p14:nvPr/>
              </p14:nvContentPartPr>
              <p14:xfrm>
                <a:off x="1761713" y="2479066"/>
                <a:ext cx="38880" cy="9792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EF93EBF9-4AAC-46B3-B5E1-2315D2E8A0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52713" y="2470426"/>
                  <a:ext cx="56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B6B15BBA-AC68-4EE2-8274-5F8DC742B012}"/>
                    </a:ext>
                  </a:extLst>
                </p14:cNvPr>
                <p14:cNvContentPartPr/>
                <p14:nvPr/>
              </p14:nvContentPartPr>
              <p14:xfrm>
                <a:off x="1817873" y="2433706"/>
                <a:ext cx="217080" cy="11448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B6B15BBA-AC68-4EE2-8274-5F8DC742B01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809233" y="2424706"/>
                  <a:ext cx="234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380AF8E0-01FE-4C0C-A131-37D69BD0821E}"/>
                    </a:ext>
                  </a:extLst>
                </p14:cNvPr>
                <p14:cNvContentPartPr/>
                <p14:nvPr/>
              </p14:nvContentPartPr>
              <p14:xfrm>
                <a:off x="1924073" y="2303386"/>
                <a:ext cx="2160" cy="14112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380AF8E0-01FE-4C0C-A131-37D69BD082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15433" y="2294746"/>
                  <a:ext cx="1980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90" name="Entrada de lápiz 189">
                <a:extLst>
                  <a:ext uri="{FF2B5EF4-FFF2-40B4-BE49-F238E27FC236}">
                    <a16:creationId xmlns:a16="http://schemas.microsoft.com/office/drawing/2014/main" id="{2AE9DE50-0A24-458D-A111-9DE958E7B0F8}"/>
                  </a:ext>
                </a:extLst>
              </p14:cNvPr>
              <p14:cNvContentPartPr/>
              <p14:nvPr/>
            </p14:nvContentPartPr>
            <p14:xfrm>
              <a:off x="2471273" y="2506786"/>
              <a:ext cx="119160" cy="225000"/>
            </p14:xfrm>
          </p:contentPart>
        </mc:Choice>
        <mc:Fallback>
          <p:pic>
            <p:nvPicPr>
              <p:cNvPr id="190" name="Entrada de lápiz 189">
                <a:extLst>
                  <a:ext uri="{FF2B5EF4-FFF2-40B4-BE49-F238E27FC236}">
                    <a16:creationId xmlns:a16="http://schemas.microsoft.com/office/drawing/2014/main" id="{2AE9DE50-0A24-458D-A111-9DE958E7B0F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462273" y="2498146"/>
                <a:ext cx="13680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upo 213">
            <a:extLst>
              <a:ext uri="{FF2B5EF4-FFF2-40B4-BE49-F238E27FC236}">
                <a16:creationId xmlns:a16="http://schemas.microsoft.com/office/drawing/2014/main" id="{6DA9527A-0275-4C5F-A2E9-E1939AAB3A8F}"/>
              </a:ext>
            </a:extLst>
          </p:cNvPr>
          <p:cNvGrpSpPr/>
          <p:nvPr/>
        </p:nvGrpSpPr>
        <p:grpSpPr>
          <a:xfrm>
            <a:off x="2839553" y="2399146"/>
            <a:ext cx="342720" cy="220320"/>
            <a:chOff x="2839553" y="2399146"/>
            <a:chExt cx="34272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320BE6DF-58CD-4331-86EA-FD894F74A046}"/>
                    </a:ext>
                  </a:extLst>
                </p14:cNvPr>
                <p14:cNvContentPartPr/>
                <p14:nvPr/>
              </p14:nvContentPartPr>
              <p14:xfrm>
                <a:off x="2839553" y="2479066"/>
                <a:ext cx="199440" cy="1188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320BE6DF-58CD-4331-86EA-FD894F74A0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30913" y="2470066"/>
                  <a:ext cx="217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A3B053E7-D65F-4F93-8B8C-2A5FCC31C0F2}"/>
                    </a:ext>
                  </a:extLst>
                </p14:cNvPr>
                <p14:cNvContentPartPr/>
                <p14:nvPr/>
              </p14:nvContentPartPr>
              <p14:xfrm>
                <a:off x="3152753" y="2399146"/>
                <a:ext cx="29520" cy="2203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A3B053E7-D65F-4F93-8B8C-2A5FCC31C0F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144113" y="2390146"/>
                  <a:ext cx="4716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upo 212">
            <a:extLst>
              <a:ext uri="{FF2B5EF4-FFF2-40B4-BE49-F238E27FC236}">
                <a16:creationId xmlns:a16="http://schemas.microsoft.com/office/drawing/2014/main" id="{9557A94C-EC2E-46A6-9CB7-750341F9D851}"/>
              </a:ext>
            </a:extLst>
          </p:cNvPr>
          <p:cNvGrpSpPr/>
          <p:nvPr/>
        </p:nvGrpSpPr>
        <p:grpSpPr>
          <a:xfrm>
            <a:off x="3450473" y="2323546"/>
            <a:ext cx="1252080" cy="276120"/>
            <a:chOff x="3450473" y="2323546"/>
            <a:chExt cx="125208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98FFA1BC-3D45-4B89-8982-0CE041EA2964}"/>
                    </a:ext>
                  </a:extLst>
                </p14:cNvPr>
                <p14:cNvContentPartPr/>
                <p14:nvPr/>
              </p14:nvContentPartPr>
              <p14:xfrm>
                <a:off x="3511313" y="2323546"/>
                <a:ext cx="22680" cy="22572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98FFA1BC-3D45-4B89-8982-0CE041EA296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02313" y="2314546"/>
                  <a:ext cx="40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FCE4C23-A792-48C3-A71C-3DE74AE68A35}"/>
                    </a:ext>
                  </a:extLst>
                </p14:cNvPr>
                <p14:cNvContentPartPr/>
                <p14:nvPr/>
              </p14:nvContentPartPr>
              <p14:xfrm>
                <a:off x="3450473" y="2432266"/>
                <a:ext cx="174240" cy="1440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FCE4C23-A792-48C3-A71C-3DE74AE68A3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441833" y="2423266"/>
                  <a:ext cx="191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82750AA7-C22D-4D62-948B-F9B2E3EF3EA6}"/>
                    </a:ext>
                  </a:extLst>
                </p14:cNvPr>
                <p14:cNvContentPartPr/>
                <p14:nvPr/>
              </p14:nvContentPartPr>
              <p14:xfrm>
                <a:off x="3681593" y="2405626"/>
                <a:ext cx="263880" cy="17208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82750AA7-C22D-4D62-948B-F9B2E3EF3E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672593" y="2396986"/>
                  <a:ext cx="281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985E1547-5350-4A65-AD64-58D63F4E963E}"/>
                    </a:ext>
                  </a:extLst>
                </p14:cNvPr>
                <p14:cNvContentPartPr/>
                <p14:nvPr/>
              </p14:nvContentPartPr>
              <p14:xfrm>
                <a:off x="3983993" y="2441626"/>
                <a:ext cx="213840" cy="1245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985E1547-5350-4A65-AD64-58D63F4E963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975353" y="2432986"/>
                  <a:ext cx="231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ECA3FB4A-BDEC-4695-85B1-1017BBF066A4}"/>
                    </a:ext>
                  </a:extLst>
                </p14:cNvPr>
                <p14:cNvContentPartPr/>
                <p14:nvPr/>
              </p14:nvContentPartPr>
              <p14:xfrm>
                <a:off x="4233473" y="2503546"/>
                <a:ext cx="75600" cy="9612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ECA3FB4A-BDEC-4695-85B1-1017BBF066A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24833" y="2494546"/>
                  <a:ext cx="93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23F7FB23-0256-4475-8A74-F41E5F90BB0B}"/>
                    </a:ext>
                  </a:extLst>
                </p14:cNvPr>
                <p14:cNvContentPartPr/>
                <p14:nvPr/>
              </p14:nvContentPartPr>
              <p14:xfrm>
                <a:off x="4331033" y="2450266"/>
                <a:ext cx="111600" cy="12384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23F7FB23-0256-4475-8A74-F41E5F90BB0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22393" y="2441626"/>
                  <a:ext cx="129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E79746EC-FA84-425B-A80E-A2F5D76A8134}"/>
                    </a:ext>
                  </a:extLst>
                </p14:cNvPr>
                <p14:cNvContentPartPr/>
                <p14:nvPr/>
              </p14:nvContentPartPr>
              <p14:xfrm>
                <a:off x="4545233" y="2467906"/>
                <a:ext cx="157320" cy="10296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E79746EC-FA84-425B-A80E-A2F5D76A813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36593" y="2458906"/>
                  <a:ext cx="174960" cy="12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F99BC179-733F-4A61-9AC9-BCE26C4849D6}"/>
                  </a:ext>
                </a:extLst>
              </p14:cNvPr>
              <p14:cNvContentPartPr/>
              <p14:nvPr/>
            </p14:nvContentPartPr>
            <p14:xfrm>
              <a:off x="4973633" y="2298346"/>
              <a:ext cx="410760" cy="232560"/>
            </p14:xfrm>
          </p:contentPart>
        </mc:Choice>
        <mc:Fallback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F99BC179-733F-4A61-9AC9-BCE26C4849D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964633" y="2289346"/>
                <a:ext cx="42840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upo 211">
            <a:extLst>
              <a:ext uri="{FF2B5EF4-FFF2-40B4-BE49-F238E27FC236}">
                <a16:creationId xmlns:a16="http://schemas.microsoft.com/office/drawing/2014/main" id="{3FCD08E0-2FDF-4756-B379-D5928426AF5A}"/>
              </a:ext>
            </a:extLst>
          </p:cNvPr>
          <p:cNvGrpSpPr/>
          <p:nvPr/>
        </p:nvGrpSpPr>
        <p:grpSpPr>
          <a:xfrm>
            <a:off x="5596433" y="2225266"/>
            <a:ext cx="2214000" cy="300600"/>
            <a:chOff x="5596433" y="2225266"/>
            <a:chExt cx="221400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69663862-920B-4E0B-A105-2A7F913060E3}"/>
                    </a:ext>
                  </a:extLst>
                </p14:cNvPr>
                <p14:cNvContentPartPr/>
                <p14:nvPr/>
              </p14:nvContentPartPr>
              <p14:xfrm>
                <a:off x="5596433" y="2272066"/>
                <a:ext cx="141480" cy="18828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69663862-920B-4E0B-A105-2A7F913060E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587793" y="2263426"/>
                  <a:ext cx="159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9A4ABB2B-8FD4-46D7-A8C4-EAEBCAB67B8C}"/>
                    </a:ext>
                  </a:extLst>
                </p14:cNvPr>
                <p14:cNvContentPartPr/>
                <p14:nvPr/>
              </p14:nvContentPartPr>
              <p14:xfrm>
                <a:off x="5785793" y="2360986"/>
                <a:ext cx="263880" cy="12384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9A4ABB2B-8FD4-46D7-A8C4-EAEBCAB67B8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776793" y="2351986"/>
                  <a:ext cx="281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AD72B928-D2A9-442A-8105-4B62717CC7FD}"/>
                    </a:ext>
                  </a:extLst>
                </p14:cNvPr>
                <p14:cNvContentPartPr/>
                <p14:nvPr/>
              </p14:nvContentPartPr>
              <p14:xfrm>
                <a:off x="6075593" y="2261986"/>
                <a:ext cx="206640" cy="23364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AD72B928-D2A9-442A-8105-4B62717CC7F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66953" y="2252986"/>
                  <a:ext cx="224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7E6AB97E-53E3-495E-9A36-8787E198C302}"/>
                    </a:ext>
                  </a:extLst>
                </p14:cNvPr>
                <p14:cNvContentPartPr/>
                <p14:nvPr/>
              </p14:nvContentPartPr>
              <p14:xfrm>
                <a:off x="6316793" y="2340826"/>
                <a:ext cx="46800" cy="14724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7E6AB97E-53E3-495E-9A36-8787E198C30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308153" y="2332186"/>
                  <a:ext cx="64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86FC65B6-81B8-4756-98A3-53AA35ACEC28}"/>
                    </a:ext>
                  </a:extLst>
                </p14:cNvPr>
                <p14:cNvContentPartPr/>
                <p14:nvPr/>
              </p14:nvContentPartPr>
              <p14:xfrm>
                <a:off x="6447113" y="2351266"/>
                <a:ext cx="68040" cy="1587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86FC65B6-81B8-4756-98A3-53AA35ACEC2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438473" y="2342626"/>
                  <a:ext cx="85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14246523-A52F-4304-9E26-6F4C5A163944}"/>
                    </a:ext>
                  </a:extLst>
                </p14:cNvPr>
                <p14:cNvContentPartPr/>
                <p14:nvPr/>
              </p14:nvContentPartPr>
              <p14:xfrm>
                <a:off x="6619193" y="2358106"/>
                <a:ext cx="202680" cy="16776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14246523-A52F-4304-9E26-6F4C5A16394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610193" y="2349466"/>
                  <a:ext cx="220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A4042BC6-322B-4033-8D7D-CF0CC4D484D4}"/>
                    </a:ext>
                  </a:extLst>
                </p14:cNvPr>
                <p14:cNvContentPartPr/>
                <p14:nvPr/>
              </p14:nvContentPartPr>
              <p14:xfrm>
                <a:off x="6830153" y="2281786"/>
                <a:ext cx="111600" cy="19152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A4042BC6-322B-4033-8D7D-CF0CC4D484D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21153" y="2272786"/>
                  <a:ext cx="129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1E01EB1B-07DF-44E7-8F59-9574BA9B70B0}"/>
                    </a:ext>
                  </a:extLst>
                </p14:cNvPr>
                <p14:cNvContentPartPr/>
                <p14:nvPr/>
              </p14:nvContentPartPr>
              <p14:xfrm>
                <a:off x="7040753" y="2354866"/>
                <a:ext cx="140760" cy="12060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1E01EB1B-07DF-44E7-8F59-9574BA9B70B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32113" y="2345866"/>
                  <a:ext cx="158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C6B346EC-81D0-4A83-B765-ABC9BFBF0A45}"/>
                    </a:ext>
                  </a:extLst>
                </p14:cNvPr>
                <p14:cNvContentPartPr/>
                <p14:nvPr/>
              </p14:nvContentPartPr>
              <p14:xfrm>
                <a:off x="7285193" y="2385106"/>
                <a:ext cx="183240" cy="1008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C6B346EC-81D0-4A83-B765-ABC9BFBF0A4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276193" y="2376466"/>
                  <a:ext cx="200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CB4B8323-8B7B-490A-90DC-0C165795C87E}"/>
                    </a:ext>
                  </a:extLst>
                </p14:cNvPr>
                <p14:cNvContentPartPr/>
                <p14:nvPr/>
              </p14:nvContentPartPr>
              <p14:xfrm>
                <a:off x="7560953" y="2375026"/>
                <a:ext cx="249480" cy="11664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CB4B8323-8B7B-490A-90DC-0C165795C8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51953" y="2366386"/>
                  <a:ext cx="267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1D1844B9-D135-4AA7-A1FF-74975FE8C050}"/>
                    </a:ext>
                  </a:extLst>
                </p14:cNvPr>
                <p14:cNvContentPartPr/>
                <p14:nvPr/>
              </p14:nvContentPartPr>
              <p14:xfrm>
                <a:off x="7648073" y="2225266"/>
                <a:ext cx="69120" cy="14220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1D1844B9-D135-4AA7-A1FF-74975FE8C05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639073" y="2216266"/>
                  <a:ext cx="867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upo 217">
            <a:extLst>
              <a:ext uri="{FF2B5EF4-FFF2-40B4-BE49-F238E27FC236}">
                <a16:creationId xmlns:a16="http://schemas.microsoft.com/office/drawing/2014/main" id="{5CA2D820-867F-41A2-B9B6-58B23E0A58F6}"/>
              </a:ext>
            </a:extLst>
          </p:cNvPr>
          <p:cNvGrpSpPr/>
          <p:nvPr/>
        </p:nvGrpSpPr>
        <p:grpSpPr>
          <a:xfrm>
            <a:off x="7985393" y="2196466"/>
            <a:ext cx="42840" cy="139320"/>
            <a:chOff x="7985393" y="2196466"/>
            <a:chExt cx="42840" cy="13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98602F64-0DE2-4402-8A9F-D0D1C523F874}"/>
                    </a:ext>
                  </a:extLst>
                </p14:cNvPr>
                <p14:cNvContentPartPr/>
                <p14:nvPr/>
              </p14:nvContentPartPr>
              <p14:xfrm>
                <a:off x="7985393" y="2196466"/>
                <a:ext cx="3240" cy="9072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98602F64-0DE2-4402-8A9F-D0D1C523F87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76393" y="2187826"/>
                  <a:ext cx="20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51C5B0D8-D373-4AAD-9CC0-2C5C9A9E2A1C}"/>
                    </a:ext>
                  </a:extLst>
                </p14:cNvPr>
                <p14:cNvContentPartPr/>
                <p14:nvPr/>
              </p14:nvContentPartPr>
              <p14:xfrm>
                <a:off x="8011313" y="2196466"/>
                <a:ext cx="16920" cy="13932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51C5B0D8-D373-4AAD-9CC0-2C5C9A9E2A1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002673" y="2187826"/>
                  <a:ext cx="34560" cy="15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4962D0A1-EDB3-42A5-91F0-97F722EBEDD5}"/>
                  </a:ext>
                </a:extLst>
              </p14:cNvPr>
              <p14:cNvContentPartPr/>
              <p14:nvPr/>
            </p14:nvContentPartPr>
            <p14:xfrm>
              <a:off x="8008433" y="2504986"/>
              <a:ext cx="72000" cy="2736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4962D0A1-EDB3-42A5-91F0-97F722EBEDD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7999793" y="2496346"/>
                <a:ext cx="896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19195538-38BA-49A0-A5C0-64982C6CC8C0}"/>
                  </a:ext>
                </a:extLst>
              </p14:cNvPr>
              <p14:cNvContentPartPr/>
              <p14:nvPr/>
            </p14:nvContentPartPr>
            <p14:xfrm>
              <a:off x="8037233" y="2486266"/>
              <a:ext cx="71640" cy="6840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19195538-38BA-49A0-A5C0-64982C6CC8C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028233" y="2477266"/>
                <a:ext cx="8928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upo 220">
            <a:extLst>
              <a:ext uri="{FF2B5EF4-FFF2-40B4-BE49-F238E27FC236}">
                <a16:creationId xmlns:a16="http://schemas.microsoft.com/office/drawing/2014/main" id="{205E6C8A-0A5F-4E0E-9D57-90670E58532B}"/>
              </a:ext>
            </a:extLst>
          </p:cNvPr>
          <p:cNvGrpSpPr/>
          <p:nvPr/>
        </p:nvGrpSpPr>
        <p:grpSpPr>
          <a:xfrm>
            <a:off x="11046833" y="1091986"/>
            <a:ext cx="701640" cy="367560"/>
            <a:chOff x="11046833" y="1091986"/>
            <a:chExt cx="70164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2D5258A1-A05C-469B-9A39-2B4B53E9CB57}"/>
                    </a:ext>
                  </a:extLst>
                </p14:cNvPr>
                <p14:cNvContentPartPr/>
                <p14:nvPr/>
              </p14:nvContentPartPr>
              <p14:xfrm>
                <a:off x="11190833" y="1091986"/>
                <a:ext cx="93960" cy="1656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2D5258A1-A05C-469B-9A39-2B4B53E9CB5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182193" y="1083346"/>
                  <a:ext cx="111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72EA558C-3B8B-4500-B6C3-5CAED22DB163}"/>
                    </a:ext>
                  </a:extLst>
                </p14:cNvPr>
                <p14:cNvContentPartPr/>
                <p14:nvPr/>
              </p14:nvContentPartPr>
              <p14:xfrm>
                <a:off x="11358233" y="1098106"/>
                <a:ext cx="43920" cy="16920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72EA558C-3B8B-4500-B6C3-5CAED22DB16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349233" y="1089466"/>
                  <a:ext cx="615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2BE63F6D-2421-4D2D-A7DF-E5A732F403D3}"/>
                    </a:ext>
                  </a:extLst>
                </p14:cNvPr>
                <p14:cNvContentPartPr/>
                <p14:nvPr/>
              </p14:nvContentPartPr>
              <p14:xfrm>
                <a:off x="11430953" y="1120066"/>
                <a:ext cx="112320" cy="10296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2BE63F6D-2421-4D2D-A7DF-E5A732F403D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422313" y="1111066"/>
                  <a:ext cx="129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2349AFA4-21AD-40F0-BFD1-87CB47AEEFD8}"/>
                    </a:ext>
                  </a:extLst>
                </p14:cNvPr>
                <p14:cNvContentPartPr/>
                <p14:nvPr/>
              </p14:nvContentPartPr>
              <p14:xfrm>
                <a:off x="11597993" y="1095586"/>
                <a:ext cx="82440" cy="1515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2349AFA4-21AD-40F0-BFD1-87CB47AEEFD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588993" y="1086946"/>
                  <a:ext cx="100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C5D36BC9-839E-4F67-BD68-8F2CBDD40A2C}"/>
                    </a:ext>
                  </a:extLst>
                </p14:cNvPr>
                <p14:cNvContentPartPr/>
                <p14:nvPr/>
              </p14:nvContentPartPr>
              <p14:xfrm>
                <a:off x="11046833" y="1209706"/>
                <a:ext cx="701640" cy="24984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C5D36BC9-839E-4F67-BD68-8F2CBDD40A2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038193" y="1200706"/>
                  <a:ext cx="71928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upo 225">
            <a:extLst>
              <a:ext uri="{FF2B5EF4-FFF2-40B4-BE49-F238E27FC236}">
                <a16:creationId xmlns:a16="http://schemas.microsoft.com/office/drawing/2014/main" id="{311A8843-2B07-4F1C-B11D-EDE926969A3B}"/>
              </a:ext>
            </a:extLst>
          </p:cNvPr>
          <p:cNvGrpSpPr/>
          <p:nvPr/>
        </p:nvGrpSpPr>
        <p:grpSpPr>
          <a:xfrm>
            <a:off x="464993" y="3054706"/>
            <a:ext cx="255600" cy="400320"/>
            <a:chOff x="464993" y="3054706"/>
            <a:chExt cx="25560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C8CE77D1-7CF1-4644-B9A9-3DCC39E162CA}"/>
                    </a:ext>
                  </a:extLst>
                </p14:cNvPr>
                <p14:cNvContentPartPr/>
                <p14:nvPr/>
              </p14:nvContentPartPr>
              <p14:xfrm>
                <a:off x="464993" y="3165946"/>
                <a:ext cx="196920" cy="18612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C8CE77D1-7CF1-4644-B9A9-3DCC39E162C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55993" y="3157306"/>
                  <a:ext cx="214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37E7FE66-3A8D-4436-8609-2BC948D3609E}"/>
                    </a:ext>
                  </a:extLst>
                </p14:cNvPr>
                <p14:cNvContentPartPr/>
                <p14:nvPr/>
              </p14:nvContentPartPr>
              <p14:xfrm>
                <a:off x="611153" y="3054706"/>
                <a:ext cx="109440" cy="40032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37E7FE66-3A8D-4436-8609-2BC948D3609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02513" y="3046066"/>
                  <a:ext cx="127080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6FEE3DC1-5F05-4F96-99CE-E429942B3982}"/>
              </a:ext>
            </a:extLst>
          </p:cNvPr>
          <p:cNvGrpSpPr/>
          <p:nvPr/>
        </p:nvGrpSpPr>
        <p:grpSpPr>
          <a:xfrm>
            <a:off x="1063313" y="2987746"/>
            <a:ext cx="1230120" cy="322560"/>
            <a:chOff x="1063313" y="2987746"/>
            <a:chExt cx="123012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9824E8D4-831B-4C0F-9890-706DE52DBC5C}"/>
                    </a:ext>
                  </a:extLst>
                </p14:cNvPr>
                <p14:cNvContentPartPr/>
                <p14:nvPr/>
              </p14:nvContentPartPr>
              <p14:xfrm>
                <a:off x="1063313" y="2987746"/>
                <a:ext cx="280080" cy="32184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9824E8D4-831B-4C0F-9890-706DE52DBC5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4673" y="2979106"/>
                  <a:ext cx="2977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006551F4-FB62-4132-B63B-44BA6F525596}"/>
                    </a:ext>
                  </a:extLst>
                </p14:cNvPr>
                <p14:cNvContentPartPr/>
                <p14:nvPr/>
              </p14:nvContentPartPr>
              <p14:xfrm>
                <a:off x="1340873" y="3172786"/>
                <a:ext cx="312840" cy="13752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006551F4-FB62-4132-B63B-44BA6F52559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332233" y="3164146"/>
                  <a:ext cx="330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CE6A1FD9-D05F-489F-9440-DDA65CA46C6D}"/>
                    </a:ext>
                  </a:extLst>
                </p14:cNvPr>
                <p14:cNvContentPartPr/>
                <p14:nvPr/>
              </p14:nvContentPartPr>
              <p14:xfrm>
                <a:off x="1716353" y="3038146"/>
                <a:ext cx="20520" cy="25344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CE6A1FD9-D05F-489F-9440-DDA65CA46C6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707353" y="3029506"/>
                  <a:ext cx="38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7BC22344-30CA-4E51-B946-3AC55F28A4D7}"/>
                    </a:ext>
                  </a:extLst>
                </p14:cNvPr>
                <p14:cNvContentPartPr/>
                <p14:nvPr/>
              </p14:nvContentPartPr>
              <p14:xfrm>
                <a:off x="1684313" y="3186466"/>
                <a:ext cx="167760" cy="9504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7BC22344-30CA-4E51-B946-3AC55F28A4D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675673" y="3177466"/>
                  <a:ext cx="185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DC3C5E54-A9D5-4964-8397-0594AA419944}"/>
                    </a:ext>
                  </a:extLst>
                </p14:cNvPr>
                <p14:cNvContentPartPr/>
                <p14:nvPr/>
              </p14:nvContentPartPr>
              <p14:xfrm>
                <a:off x="1888433" y="3152986"/>
                <a:ext cx="252720" cy="11520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DC3C5E54-A9D5-4964-8397-0594AA41994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879433" y="3144346"/>
                  <a:ext cx="270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3228F86F-9BFF-4D52-A373-2FA212AF7B69}"/>
                    </a:ext>
                  </a:extLst>
                </p14:cNvPr>
                <p14:cNvContentPartPr/>
                <p14:nvPr/>
              </p14:nvContentPartPr>
              <p14:xfrm>
                <a:off x="2174993" y="3125986"/>
                <a:ext cx="118440" cy="16128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3228F86F-9BFF-4D52-A373-2FA212AF7B6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166353" y="3117346"/>
                  <a:ext cx="13608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A2474EC5-91D7-4743-8AFB-2F2A5F8F2FE6}"/>
              </a:ext>
            </a:extLst>
          </p:cNvPr>
          <p:cNvGrpSpPr/>
          <p:nvPr/>
        </p:nvGrpSpPr>
        <p:grpSpPr>
          <a:xfrm>
            <a:off x="475793" y="3685786"/>
            <a:ext cx="217800" cy="423360"/>
            <a:chOff x="475793" y="3685786"/>
            <a:chExt cx="21780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5D9E56F0-4DE1-4431-A6DD-84F58579EF7C}"/>
                    </a:ext>
                  </a:extLst>
                </p14:cNvPr>
                <p14:cNvContentPartPr/>
                <p14:nvPr/>
              </p14:nvContentPartPr>
              <p14:xfrm>
                <a:off x="475793" y="3685786"/>
                <a:ext cx="131760" cy="34524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5D9E56F0-4DE1-4431-A6DD-84F58579EF7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67153" y="3676786"/>
                  <a:ext cx="1494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6BB593F5-B139-421E-B672-E9E2BC881E69}"/>
                    </a:ext>
                  </a:extLst>
                </p14:cNvPr>
                <p14:cNvContentPartPr/>
                <p14:nvPr/>
              </p14:nvContentPartPr>
              <p14:xfrm>
                <a:off x="583433" y="3705226"/>
                <a:ext cx="110160" cy="40392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6BB593F5-B139-421E-B672-E9E2BC881E6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74433" y="3696586"/>
                  <a:ext cx="127800" cy="42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upo 259">
            <a:extLst>
              <a:ext uri="{FF2B5EF4-FFF2-40B4-BE49-F238E27FC236}">
                <a16:creationId xmlns:a16="http://schemas.microsoft.com/office/drawing/2014/main" id="{B8A63FEF-046C-46D6-9C64-F5692EC95B7B}"/>
              </a:ext>
            </a:extLst>
          </p:cNvPr>
          <p:cNvGrpSpPr/>
          <p:nvPr/>
        </p:nvGrpSpPr>
        <p:grpSpPr>
          <a:xfrm>
            <a:off x="884753" y="4402546"/>
            <a:ext cx="348840" cy="159120"/>
            <a:chOff x="884753" y="4402546"/>
            <a:chExt cx="348840" cy="1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504D1096-6B24-428E-AC59-5C7260240875}"/>
                    </a:ext>
                  </a:extLst>
                </p14:cNvPr>
                <p14:cNvContentPartPr/>
                <p14:nvPr/>
              </p14:nvContentPartPr>
              <p14:xfrm>
                <a:off x="884753" y="4500106"/>
                <a:ext cx="137520" cy="1080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504D1096-6B24-428E-AC59-5C726024087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76113" y="4491106"/>
                  <a:ext cx="155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0F13BBBF-2138-48EE-B707-39E86E94FA99}"/>
                    </a:ext>
                  </a:extLst>
                </p14:cNvPr>
                <p14:cNvContentPartPr/>
                <p14:nvPr/>
              </p14:nvContentPartPr>
              <p14:xfrm>
                <a:off x="1026953" y="4456546"/>
                <a:ext cx="95760" cy="10512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0F13BBBF-2138-48EE-B707-39E86E94FA9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17953" y="4447906"/>
                  <a:ext cx="113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C7A1B743-6A5F-4653-9B2C-0FBF82470A26}"/>
                    </a:ext>
                  </a:extLst>
                </p14:cNvPr>
                <p14:cNvContentPartPr/>
                <p14:nvPr/>
              </p14:nvContentPartPr>
              <p14:xfrm>
                <a:off x="1136033" y="4402546"/>
                <a:ext cx="97560" cy="14184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C7A1B743-6A5F-4653-9B2C-0FBF82470A2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27393" y="4393906"/>
                  <a:ext cx="11520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9B3E8C62-E33A-488E-8BDF-651DE173583C}"/>
              </a:ext>
            </a:extLst>
          </p:cNvPr>
          <p:cNvGrpSpPr/>
          <p:nvPr/>
        </p:nvGrpSpPr>
        <p:grpSpPr>
          <a:xfrm>
            <a:off x="1104353" y="3515146"/>
            <a:ext cx="1673640" cy="772560"/>
            <a:chOff x="1104353" y="3515146"/>
            <a:chExt cx="1673640" cy="77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86762702-70F7-4F83-9EA3-D4EEB0EB97AC}"/>
                    </a:ext>
                  </a:extLst>
                </p14:cNvPr>
                <p14:cNvContentPartPr/>
                <p14:nvPr/>
              </p14:nvContentPartPr>
              <p14:xfrm>
                <a:off x="1159073" y="3515146"/>
                <a:ext cx="194760" cy="14040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86762702-70F7-4F83-9EA3-D4EEB0EB97A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50433" y="3506146"/>
                  <a:ext cx="212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324CC6EE-C533-42FF-AB76-95DAF98475C7}"/>
                    </a:ext>
                  </a:extLst>
                </p14:cNvPr>
                <p14:cNvContentPartPr/>
                <p14:nvPr/>
              </p14:nvContentPartPr>
              <p14:xfrm>
                <a:off x="1104353" y="3764626"/>
                <a:ext cx="175320" cy="52308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324CC6EE-C533-42FF-AB76-95DAF98475C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95713" y="3755626"/>
                  <a:ext cx="1929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84407598-5755-4F01-9A16-CFFA6B653075}"/>
                    </a:ext>
                  </a:extLst>
                </p14:cNvPr>
                <p14:cNvContentPartPr/>
                <p14:nvPr/>
              </p14:nvContentPartPr>
              <p14:xfrm>
                <a:off x="1493153" y="3767506"/>
                <a:ext cx="87120" cy="35928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84407598-5755-4F01-9A16-CFFA6B65307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484153" y="3758866"/>
                  <a:ext cx="1047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717334C4-B9F7-4299-84FE-DF2C9CE54BCB}"/>
                    </a:ext>
                  </a:extLst>
                </p14:cNvPr>
                <p14:cNvContentPartPr/>
                <p14:nvPr/>
              </p14:nvContentPartPr>
              <p14:xfrm>
                <a:off x="1416473" y="3961906"/>
                <a:ext cx="192600" cy="4284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717334C4-B9F7-4299-84FE-DF2C9CE54BC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407833" y="3952906"/>
                  <a:ext cx="210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D10691B1-9238-4BE7-BA69-341FF6D2CB65}"/>
                    </a:ext>
                  </a:extLst>
                </p14:cNvPr>
                <p14:cNvContentPartPr/>
                <p14:nvPr/>
              </p14:nvContentPartPr>
              <p14:xfrm>
                <a:off x="1652273" y="3887746"/>
                <a:ext cx="198360" cy="17784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D10691B1-9238-4BE7-BA69-341FF6D2CB6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643633" y="3879106"/>
                  <a:ext cx="216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3CEBD4DC-A050-4A93-833C-20FC0B5F04ED}"/>
                    </a:ext>
                  </a:extLst>
                </p14:cNvPr>
                <p14:cNvContentPartPr/>
                <p14:nvPr/>
              </p14:nvContentPartPr>
              <p14:xfrm>
                <a:off x="1760633" y="3917266"/>
                <a:ext cx="92160" cy="13788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3CEBD4DC-A050-4A93-833C-20FC0B5F04E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51993" y="3908626"/>
                  <a:ext cx="109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89011152-CCB0-4137-B33E-42792F875592}"/>
                    </a:ext>
                  </a:extLst>
                </p14:cNvPr>
                <p14:cNvContentPartPr/>
                <p14:nvPr/>
              </p14:nvContentPartPr>
              <p14:xfrm>
                <a:off x="1924073" y="3831226"/>
                <a:ext cx="54000" cy="25884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89011152-CCB0-4137-B33E-42792F87559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915433" y="3822586"/>
                  <a:ext cx="71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D675AE86-00C1-4C2B-8410-DDFA4BC29DCA}"/>
                    </a:ext>
                  </a:extLst>
                </p14:cNvPr>
                <p14:cNvContentPartPr/>
                <p14:nvPr/>
              </p14:nvContentPartPr>
              <p14:xfrm>
                <a:off x="2051873" y="3829786"/>
                <a:ext cx="144360" cy="23832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D675AE86-00C1-4C2B-8410-DDFA4BC29DC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042873" y="3821146"/>
                  <a:ext cx="162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4F2D67A2-6A9C-4853-8B88-79AB148E3E70}"/>
                    </a:ext>
                  </a:extLst>
                </p14:cNvPr>
                <p14:cNvContentPartPr/>
                <p14:nvPr/>
              </p14:nvContentPartPr>
              <p14:xfrm>
                <a:off x="2244113" y="3927706"/>
                <a:ext cx="88200" cy="14544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4F2D67A2-6A9C-4853-8B88-79AB148E3E7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235113" y="3919066"/>
                  <a:ext cx="105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77496A99-3196-438A-BF59-F311348EB838}"/>
                    </a:ext>
                  </a:extLst>
                </p14:cNvPr>
                <p14:cNvContentPartPr/>
                <p14:nvPr/>
              </p14:nvContentPartPr>
              <p14:xfrm>
                <a:off x="2439233" y="3968746"/>
                <a:ext cx="134640" cy="6660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77496A99-3196-438A-BF59-F311348EB83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30593" y="3959746"/>
                  <a:ext cx="152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1F04125D-E170-4635-8C48-E5B75BEE6A47}"/>
                    </a:ext>
                  </a:extLst>
                </p14:cNvPr>
                <p14:cNvContentPartPr/>
                <p14:nvPr/>
              </p14:nvContentPartPr>
              <p14:xfrm>
                <a:off x="2660633" y="3868666"/>
                <a:ext cx="117360" cy="21960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1F04125D-E170-4635-8C48-E5B75BEE6A4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651993" y="3860026"/>
                  <a:ext cx="135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8E623DEE-79F0-484B-80E7-757708E258BA}"/>
                    </a:ext>
                  </a:extLst>
                </p14:cNvPr>
                <p14:cNvContentPartPr/>
                <p14:nvPr/>
              </p14:nvContentPartPr>
              <p14:xfrm>
                <a:off x="1723913" y="3683626"/>
                <a:ext cx="5040" cy="6984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8E623DEE-79F0-484B-80E7-757708E258B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715273" y="3674626"/>
                  <a:ext cx="2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FE7C4641-5FD4-4E5B-9724-86FF7CE7B783}"/>
                    </a:ext>
                  </a:extLst>
                </p14:cNvPr>
                <p14:cNvContentPartPr/>
                <p14:nvPr/>
              </p14:nvContentPartPr>
              <p14:xfrm>
                <a:off x="1851713" y="3651226"/>
                <a:ext cx="360" cy="3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FE7C4641-5FD4-4E5B-9724-86FF7CE7B78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842713" y="36425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B4D03A9C-B93C-4765-A202-EC3C31CD53F0}"/>
              </a:ext>
            </a:extLst>
          </p:cNvPr>
          <p:cNvGrpSpPr/>
          <p:nvPr/>
        </p:nvGrpSpPr>
        <p:grpSpPr>
          <a:xfrm>
            <a:off x="3373073" y="219706"/>
            <a:ext cx="668520" cy="448560"/>
            <a:chOff x="3373073" y="219706"/>
            <a:chExt cx="66852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C6AAC28B-F219-4C20-A7A9-DA0A38AB5D30}"/>
                    </a:ext>
                  </a:extLst>
                </p14:cNvPr>
                <p14:cNvContentPartPr/>
                <p14:nvPr/>
              </p14:nvContentPartPr>
              <p14:xfrm>
                <a:off x="3403313" y="346066"/>
                <a:ext cx="63360" cy="1976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C6AAC28B-F219-4C20-A7A9-DA0A38AB5D3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394313" y="337066"/>
                  <a:ext cx="81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146FDBFB-569A-4C8E-9D4A-499C74E1FCE3}"/>
                    </a:ext>
                  </a:extLst>
                </p14:cNvPr>
                <p14:cNvContentPartPr/>
                <p14:nvPr/>
              </p14:nvContentPartPr>
              <p14:xfrm>
                <a:off x="3440753" y="346786"/>
                <a:ext cx="158040" cy="1666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146FDBFB-569A-4C8E-9D4A-499C74E1FCE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432113" y="338146"/>
                  <a:ext cx="175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1D5A6FAA-9ACF-4F9D-B687-532C469616A4}"/>
                    </a:ext>
                  </a:extLst>
                </p14:cNvPr>
                <p14:cNvContentPartPr/>
                <p14:nvPr/>
              </p14:nvContentPartPr>
              <p14:xfrm>
                <a:off x="3625433" y="380986"/>
                <a:ext cx="112680" cy="1681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1D5A6FAA-9ACF-4F9D-B687-532C469616A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616793" y="371986"/>
                  <a:ext cx="130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20809505-2FC6-4E64-B292-C532880D6BEB}"/>
                    </a:ext>
                  </a:extLst>
                </p14:cNvPr>
                <p14:cNvContentPartPr/>
                <p14:nvPr/>
              </p14:nvContentPartPr>
              <p14:xfrm>
                <a:off x="3737753" y="343546"/>
                <a:ext cx="165240" cy="224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20809505-2FC6-4E64-B292-C532880D6BE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729113" y="334546"/>
                  <a:ext cx="1828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0AB16E09-3755-4626-A164-C41A47CF519C}"/>
                    </a:ext>
                  </a:extLst>
                </p14:cNvPr>
                <p14:cNvContentPartPr/>
                <p14:nvPr/>
              </p14:nvContentPartPr>
              <p14:xfrm>
                <a:off x="3881753" y="219706"/>
                <a:ext cx="159840" cy="1018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0AB16E09-3755-4626-A164-C41A47CF519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872753" y="210706"/>
                  <a:ext cx="177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97F659AD-1622-4F7E-83C4-F620440D12E3}"/>
                    </a:ext>
                  </a:extLst>
                </p14:cNvPr>
                <p14:cNvContentPartPr/>
                <p14:nvPr/>
              </p14:nvContentPartPr>
              <p14:xfrm>
                <a:off x="3373073" y="533986"/>
                <a:ext cx="443160" cy="13428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97F659AD-1622-4F7E-83C4-F620440D12E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364433" y="524986"/>
                  <a:ext cx="460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D51154FE-CE65-47FA-8C5B-362197E0602D}"/>
                    </a:ext>
                  </a:extLst>
                </p14:cNvPr>
                <p14:cNvContentPartPr/>
                <p14:nvPr/>
              </p14:nvContentPartPr>
              <p14:xfrm>
                <a:off x="3833153" y="618946"/>
                <a:ext cx="61200" cy="1764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D51154FE-CE65-47FA-8C5B-362197E0602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824513" y="610306"/>
                  <a:ext cx="788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upo 275">
            <a:extLst>
              <a:ext uri="{FF2B5EF4-FFF2-40B4-BE49-F238E27FC236}">
                <a16:creationId xmlns:a16="http://schemas.microsoft.com/office/drawing/2014/main" id="{E970AAD7-AC37-4DC5-9861-24A143345352}"/>
              </a:ext>
            </a:extLst>
          </p:cNvPr>
          <p:cNvGrpSpPr/>
          <p:nvPr/>
        </p:nvGrpSpPr>
        <p:grpSpPr>
          <a:xfrm>
            <a:off x="3079313" y="3842746"/>
            <a:ext cx="364680" cy="288360"/>
            <a:chOff x="3079313" y="3842746"/>
            <a:chExt cx="36468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F44433C3-6270-4D6C-8EFC-AEF4B17E830A}"/>
                    </a:ext>
                  </a:extLst>
                </p14:cNvPr>
                <p14:cNvContentPartPr/>
                <p14:nvPr/>
              </p14:nvContentPartPr>
              <p14:xfrm>
                <a:off x="3079313" y="3942826"/>
                <a:ext cx="264240" cy="1908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F44433C3-6270-4D6C-8EFC-AEF4B17E830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070313" y="3934186"/>
                  <a:ext cx="2818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412A7EC9-5838-49CF-95A8-A6713237131D}"/>
                    </a:ext>
                  </a:extLst>
                </p14:cNvPr>
                <p14:cNvContentPartPr/>
                <p14:nvPr/>
              </p14:nvContentPartPr>
              <p14:xfrm>
                <a:off x="3114953" y="3986386"/>
                <a:ext cx="281520" cy="3060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412A7EC9-5838-49CF-95A8-A6713237131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106313" y="3977746"/>
                  <a:ext cx="299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758F374A-1532-485E-AAD0-B4F23ECDF9C9}"/>
                    </a:ext>
                  </a:extLst>
                </p14:cNvPr>
                <p14:cNvContentPartPr/>
                <p14:nvPr/>
              </p14:nvContentPartPr>
              <p14:xfrm>
                <a:off x="3309353" y="3842746"/>
                <a:ext cx="134640" cy="28836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758F374A-1532-485E-AAD0-B4F23ECDF9C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300713" y="3833746"/>
                  <a:ext cx="152280" cy="30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73" name="Entrada de lápiz 272">
                <a:extLst>
                  <a:ext uri="{FF2B5EF4-FFF2-40B4-BE49-F238E27FC236}">
                    <a16:creationId xmlns:a16="http://schemas.microsoft.com/office/drawing/2014/main" id="{79DB7A9C-65C7-45EA-92E5-96DFCBFCA511}"/>
                  </a:ext>
                </a:extLst>
              </p14:cNvPr>
              <p14:cNvContentPartPr/>
              <p14:nvPr/>
            </p14:nvContentPartPr>
            <p14:xfrm>
              <a:off x="3765833" y="3683266"/>
              <a:ext cx="117000" cy="456840"/>
            </p14:xfrm>
          </p:contentPart>
        </mc:Choice>
        <mc:Fallback>
          <p:pic>
            <p:nvPicPr>
              <p:cNvPr id="273" name="Entrada de lápiz 272">
                <a:extLst>
                  <a:ext uri="{FF2B5EF4-FFF2-40B4-BE49-F238E27FC236}">
                    <a16:creationId xmlns:a16="http://schemas.microsoft.com/office/drawing/2014/main" id="{79DB7A9C-65C7-45EA-92E5-96DFCBFCA511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3757193" y="3674266"/>
                <a:ext cx="13464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74" name="Entrada de lápiz 273">
                <a:extLst>
                  <a:ext uri="{FF2B5EF4-FFF2-40B4-BE49-F238E27FC236}">
                    <a16:creationId xmlns:a16="http://schemas.microsoft.com/office/drawing/2014/main" id="{D70DAA42-83D4-41FE-A908-440420F9FD61}"/>
                  </a:ext>
                </a:extLst>
              </p14:cNvPr>
              <p14:cNvContentPartPr/>
              <p14:nvPr/>
            </p14:nvContentPartPr>
            <p14:xfrm>
              <a:off x="3779153" y="4235146"/>
              <a:ext cx="70920" cy="115920"/>
            </p14:xfrm>
          </p:contentPart>
        </mc:Choice>
        <mc:Fallback>
          <p:pic>
            <p:nvPicPr>
              <p:cNvPr id="274" name="Entrada de lápiz 273">
                <a:extLst>
                  <a:ext uri="{FF2B5EF4-FFF2-40B4-BE49-F238E27FC236}">
                    <a16:creationId xmlns:a16="http://schemas.microsoft.com/office/drawing/2014/main" id="{D70DAA42-83D4-41FE-A908-440420F9FD61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770513" y="4226146"/>
                <a:ext cx="885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75" name="Entrada de lápiz 274">
                <a:extLst>
                  <a:ext uri="{FF2B5EF4-FFF2-40B4-BE49-F238E27FC236}">
                    <a16:creationId xmlns:a16="http://schemas.microsoft.com/office/drawing/2014/main" id="{45C630B2-1F9A-4667-8782-AE5F2D862D81}"/>
                  </a:ext>
                </a:extLst>
              </p14:cNvPr>
              <p14:cNvContentPartPr/>
              <p14:nvPr/>
            </p14:nvContentPartPr>
            <p14:xfrm>
              <a:off x="3775913" y="3446746"/>
              <a:ext cx="189360" cy="129960"/>
            </p14:xfrm>
          </p:contentPart>
        </mc:Choice>
        <mc:Fallback>
          <p:pic>
            <p:nvPicPr>
              <p:cNvPr id="275" name="Entrada de lápiz 274">
                <a:extLst>
                  <a:ext uri="{FF2B5EF4-FFF2-40B4-BE49-F238E27FC236}">
                    <a16:creationId xmlns:a16="http://schemas.microsoft.com/office/drawing/2014/main" id="{45C630B2-1F9A-4667-8782-AE5F2D862D8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766913" y="3438106"/>
                <a:ext cx="20700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upo 284">
            <a:extLst>
              <a:ext uri="{FF2B5EF4-FFF2-40B4-BE49-F238E27FC236}">
                <a16:creationId xmlns:a16="http://schemas.microsoft.com/office/drawing/2014/main" id="{770F30C1-77F4-4041-B6AB-22085DC404A6}"/>
              </a:ext>
            </a:extLst>
          </p:cNvPr>
          <p:cNvGrpSpPr/>
          <p:nvPr/>
        </p:nvGrpSpPr>
        <p:grpSpPr>
          <a:xfrm>
            <a:off x="4155353" y="3671386"/>
            <a:ext cx="1042200" cy="298080"/>
            <a:chOff x="4155353" y="3671386"/>
            <a:chExt cx="104220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55E03EED-8F00-4FF1-B3B6-2CFF4ED3D5A1}"/>
                    </a:ext>
                  </a:extLst>
                </p14:cNvPr>
                <p14:cNvContentPartPr/>
                <p14:nvPr/>
              </p14:nvContentPartPr>
              <p14:xfrm>
                <a:off x="4155353" y="3763186"/>
                <a:ext cx="16920" cy="20628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55E03EED-8F00-4FF1-B3B6-2CFF4ED3D5A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146353" y="3754186"/>
                  <a:ext cx="34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70C0CA5C-C4F1-4AEE-9274-29BB5999EFDB}"/>
                    </a:ext>
                  </a:extLst>
                </p14:cNvPr>
                <p14:cNvContentPartPr/>
                <p14:nvPr/>
              </p14:nvContentPartPr>
              <p14:xfrm>
                <a:off x="4189553" y="3780826"/>
                <a:ext cx="132480" cy="13536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70C0CA5C-C4F1-4AEE-9274-29BB5999EFD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180553" y="3772186"/>
                  <a:ext cx="150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C2A399A0-6DF6-4307-BC5A-D9FB9748D0B5}"/>
                    </a:ext>
                  </a:extLst>
                </p14:cNvPr>
                <p14:cNvContentPartPr/>
                <p14:nvPr/>
              </p14:nvContentPartPr>
              <p14:xfrm>
                <a:off x="4347233" y="3798466"/>
                <a:ext cx="99000" cy="15192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C2A399A0-6DF6-4307-BC5A-D9FB9748D0B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338233" y="3789466"/>
                  <a:ext cx="116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7BCC50CA-A998-4895-9F8A-6D81DE612082}"/>
                    </a:ext>
                  </a:extLst>
                </p14:cNvPr>
                <p14:cNvContentPartPr/>
                <p14:nvPr/>
              </p14:nvContentPartPr>
              <p14:xfrm>
                <a:off x="4413473" y="3771466"/>
                <a:ext cx="175320" cy="18000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7BCC50CA-A998-4895-9F8A-6D81DE61208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404473" y="3762466"/>
                  <a:ext cx="192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021B3AC4-8D9D-4DDF-820C-F8E16A21E969}"/>
                    </a:ext>
                  </a:extLst>
                </p14:cNvPr>
                <p14:cNvContentPartPr/>
                <p14:nvPr/>
              </p14:nvContentPartPr>
              <p14:xfrm>
                <a:off x="4565033" y="3671386"/>
                <a:ext cx="137520" cy="11772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021B3AC4-8D9D-4DDF-820C-F8E16A21E96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556393" y="3662386"/>
                  <a:ext cx="1551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D947812A-6BF4-4082-B896-4AC94BB329F3}"/>
                    </a:ext>
                  </a:extLst>
                </p14:cNvPr>
                <p14:cNvContentPartPr/>
                <p14:nvPr/>
              </p14:nvContentPartPr>
              <p14:xfrm>
                <a:off x="4801193" y="3692986"/>
                <a:ext cx="173160" cy="24624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D947812A-6BF4-4082-B896-4AC94BB329F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792553" y="3683986"/>
                  <a:ext cx="190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3152E3F8-B723-42D0-AE5B-049082260924}"/>
                    </a:ext>
                  </a:extLst>
                </p14:cNvPr>
                <p14:cNvContentPartPr/>
                <p14:nvPr/>
              </p14:nvContentPartPr>
              <p14:xfrm>
                <a:off x="5002793" y="3783346"/>
                <a:ext cx="88560" cy="15948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3152E3F8-B723-42D0-AE5B-04908226092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993793" y="3774706"/>
                  <a:ext cx="106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5207C40F-8FAD-4B3A-8444-5305AAF2CE0F}"/>
                    </a:ext>
                  </a:extLst>
                </p14:cNvPr>
                <p14:cNvContentPartPr/>
                <p14:nvPr/>
              </p14:nvContentPartPr>
              <p14:xfrm>
                <a:off x="5067233" y="3772186"/>
                <a:ext cx="130320" cy="18036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5207C40F-8FAD-4B3A-8444-5305AAF2CE0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058593" y="3763546"/>
                  <a:ext cx="14796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upo 288">
            <a:extLst>
              <a:ext uri="{FF2B5EF4-FFF2-40B4-BE49-F238E27FC236}">
                <a16:creationId xmlns:a16="http://schemas.microsoft.com/office/drawing/2014/main" id="{6E5A47AC-6580-424E-9B32-571A940F21C8}"/>
              </a:ext>
            </a:extLst>
          </p:cNvPr>
          <p:cNvGrpSpPr/>
          <p:nvPr/>
        </p:nvGrpSpPr>
        <p:grpSpPr>
          <a:xfrm>
            <a:off x="5310593" y="3809626"/>
            <a:ext cx="131760" cy="128160"/>
            <a:chOff x="5310593" y="3809626"/>
            <a:chExt cx="13176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1EBE3ADC-ADED-4540-A37E-76E81441621A}"/>
                    </a:ext>
                  </a:extLst>
                </p14:cNvPr>
                <p14:cNvContentPartPr/>
                <p14:nvPr/>
              </p14:nvContentPartPr>
              <p14:xfrm>
                <a:off x="5310593" y="3809626"/>
                <a:ext cx="131760" cy="1872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1EBE3ADC-ADED-4540-A37E-76E81441621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301593" y="3800626"/>
                  <a:ext cx="149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2174B45B-E8AF-4536-9A0E-5CDD3E806F62}"/>
                    </a:ext>
                  </a:extLst>
                </p14:cNvPr>
                <p14:cNvContentPartPr/>
                <p14:nvPr/>
              </p14:nvContentPartPr>
              <p14:xfrm>
                <a:off x="5329673" y="3906106"/>
                <a:ext cx="97920" cy="3168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2174B45B-E8AF-4536-9A0E-5CDD3E806F6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321033" y="3897466"/>
                  <a:ext cx="11556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upo 291">
            <a:extLst>
              <a:ext uri="{FF2B5EF4-FFF2-40B4-BE49-F238E27FC236}">
                <a16:creationId xmlns:a16="http://schemas.microsoft.com/office/drawing/2014/main" id="{3B2DCC3B-000F-403D-B894-84113C2DBAFE}"/>
              </a:ext>
            </a:extLst>
          </p:cNvPr>
          <p:cNvGrpSpPr/>
          <p:nvPr/>
        </p:nvGrpSpPr>
        <p:grpSpPr>
          <a:xfrm>
            <a:off x="5746553" y="3712066"/>
            <a:ext cx="165600" cy="201240"/>
            <a:chOff x="5746553" y="3712066"/>
            <a:chExt cx="16560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74B50540-9A2A-4992-8EB8-AEE595F57EA5}"/>
                    </a:ext>
                  </a:extLst>
                </p14:cNvPr>
                <p14:cNvContentPartPr/>
                <p14:nvPr/>
              </p14:nvContentPartPr>
              <p14:xfrm>
                <a:off x="5749433" y="3712066"/>
                <a:ext cx="22680" cy="20124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74B50540-9A2A-4992-8EB8-AEE595F57EA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740433" y="3703426"/>
                  <a:ext cx="40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5079F548-BC4E-41F4-8166-85968B8C68FB}"/>
                    </a:ext>
                  </a:extLst>
                </p14:cNvPr>
                <p14:cNvContentPartPr/>
                <p14:nvPr/>
              </p14:nvContentPartPr>
              <p14:xfrm>
                <a:off x="5746553" y="3722506"/>
                <a:ext cx="165600" cy="17316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5079F548-BC4E-41F4-8166-85968B8C68F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737553" y="3713866"/>
                  <a:ext cx="18324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upo 310">
            <a:extLst>
              <a:ext uri="{FF2B5EF4-FFF2-40B4-BE49-F238E27FC236}">
                <a16:creationId xmlns:a16="http://schemas.microsoft.com/office/drawing/2014/main" id="{D2AC2BD4-DBF1-4F48-A371-AF968DDD8B02}"/>
              </a:ext>
            </a:extLst>
          </p:cNvPr>
          <p:cNvGrpSpPr/>
          <p:nvPr/>
        </p:nvGrpSpPr>
        <p:grpSpPr>
          <a:xfrm>
            <a:off x="6127433" y="3363586"/>
            <a:ext cx="1354680" cy="888840"/>
            <a:chOff x="6127433" y="3363586"/>
            <a:chExt cx="1354680" cy="88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92506B9A-BA8C-42D1-BC08-6B6AAD929F05}"/>
                    </a:ext>
                  </a:extLst>
                </p14:cNvPr>
                <p14:cNvContentPartPr/>
                <p14:nvPr/>
              </p14:nvContentPartPr>
              <p14:xfrm>
                <a:off x="6154433" y="3588586"/>
                <a:ext cx="124560" cy="48744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92506B9A-BA8C-42D1-BC08-6B6AAD929F0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145433" y="3579586"/>
                  <a:ext cx="14220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C47C1711-7478-48A7-BF01-6A91D680A4B1}"/>
                    </a:ext>
                  </a:extLst>
                </p14:cNvPr>
                <p14:cNvContentPartPr/>
                <p14:nvPr/>
              </p14:nvContentPartPr>
              <p14:xfrm>
                <a:off x="6127433" y="4051186"/>
                <a:ext cx="63000" cy="20124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C47C1711-7478-48A7-BF01-6A91D680A4B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118433" y="4042546"/>
                  <a:ext cx="80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B384120E-1C33-4192-9EC0-56A34A537760}"/>
                    </a:ext>
                  </a:extLst>
                </p14:cNvPr>
                <p14:cNvContentPartPr/>
                <p14:nvPr/>
              </p14:nvContentPartPr>
              <p14:xfrm>
                <a:off x="6241553" y="3363586"/>
                <a:ext cx="139680" cy="14292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B384120E-1C33-4192-9EC0-56A34A53776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232553" y="3354946"/>
                  <a:ext cx="157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4248B962-ECEF-4286-90B9-44A970090802}"/>
                    </a:ext>
                  </a:extLst>
                </p14:cNvPr>
                <p14:cNvContentPartPr/>
                <p14:nvPr/>
              </p14:nvContentPartPr>
              <p14:xfrm>
                <a:off x="6442793" y="3703426"/>
                <a:ext cx="125640" cy="15876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4248B962-ECEF-4286-90B9-44A97009080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434153" y="3694786"/>
                  <a:ext cx="143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9DCFE381-A071-4FEE-9318-68DE301E95B8}"/>
                    </a:ext>
                  </a:extLst>
                </p14:cNvPr>
                <p14:cNvContentPartPr/>
                <p14:nvPr/>
              </p14:nvContentPartPr>
              <p14:xfrm>
                <a:off x="6530993" y="3700906"/>
                <a:ext cx="114840" cy="14616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9DCFE381-A071-4FEE-9318-68DE301E95B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522353" y="3691906"/>
                  <a:ext cx="132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327D16C9-E70C-4086-8A21-F9B4BB59B337}"/>
                    </a:ext>
                  </a:extLst>
                </p14:cNvPr>
                <p14:cNvContentPartPr/>
                <p14:nvPr/>
              </p14:nvContentPartPr>
              <p14:xfrm>
                <a:off x="6665633" y="3572026"/>
                <a:ext cx="117360" cy="14040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327D16C9-E70C-4086-8A21-F9B4BB59B33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656993" y="3563386"/>
                  <a:ext cx="135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9A69E538-7E60-4061-BA08-95D9362B31B8}"/>
                    </a:ext>
                  </a:extLst>
                </p14:cNvPr>
                <p14:cNvContentPartPr/>
                <p14:nvPr/>
              </p14:nvContentPartPr>
              <p14:xfrm>
                <a:off x="6859673" y="3592186"/>
                <a:ext cx="163080" cy="26568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9A69E538-7E60-4061-BA08-95D9362B31B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851033" y="3583546"/>
                  <a:ext cx="1807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BDB98723-3AB5-46DB-833F-13F370F2FFBE}"/>
                    </a:ext>
                  </a:extLst>
                </p14:cNvPr>
                <p14:cNvContentPartPr/>
                <p14:nvPr/>
              </p14:nvContentPartPr>
              <p14:xfrm>
                <a:off x="7051913" y="3715666"/>
                <a:ext cx="105840" cy="11628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BDB98723-3AB5-46DB-833F-13F370F2FFB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043273" y="3706666"/>
                  <a:ext cx="123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3788980F-DFC0-495B-8CF2-25ADDAB45553}"/>
                    </a:ext>
                  </a:extLst>
                </p14:cNvPr>
                <p14:cNvContentPartPr/>
                <p14:nvPr/>
              </p14:nvContentPartPr>
              <p14:xfrm>
                <a:off x="7130393" y="3688666"/>
                <a:ext cx="150480" cy="15624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3788980F-DFC0-495B-8CF2-25ADDAB4555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121753" y="3680026"/>
                  <a:ext cx="168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CD388A51-5EFB-4378-8164-F8AE15F26254}"/>
                    </a:ext>
                  </a:extLst>
                </p14:cNvPr>
                <p14:cNvContentPartPr/>
                <p14:nvPr/>
              </p14:nvContentPartPr>
              <p14:xfrm>
                <a:off x="7389953" y="3687946"/>
                <a:ext cx="92160" cy="8028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CD388A51-5EFB-4378-8164-F8AE15F2625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380953" y="3678946"/>
                  <a:ext cx="10980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B36691BD-F452-4853-975B-E161E9508B01}"/>
              </a:ext>
            </a:extLst>
          </p:cNvPr>
          <p:cNvGrpSpPr/>
          <p:nvPr/>
        </p:nvGrpSpPr>
        <p:grpSpPr>
          <a:xfrm>
            <a:off x="7967033" y="3388426"/>
            <a:ext cx="675360" cy="681480"/>
            <a:chOff x="7967033" y="3388426"/>
            <a:chExt cx="675360" cy="68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B338943E-69BD-499B-B241-EC303A58C4B6}"/>
                    </a:ext>
                  </a:extLst>
                </p14:cNvPr>
                <p14:cNvContentPartPr/>
                <p14:nvPr/>
              </p14:nvContentPartPr>
              <p14:xfrm>
                <a:off x="7967033" y="3566986"/>
                <a:ext cx="14760" cy="16488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B338943E-69BD-499B-B241-EC303A58C4B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958033" y="3557986"/>
                  <a:ext cx="32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0816BFC1-D7B7-4A67-859E-397C0C9C7010}"/>
                    </a:ext>
                  </a:extLst>
                </p14:cNvPr>
                <p14:cNvContentPartPr/>
                <p14:nvPr/>
              </p14:nvContentPartPr>
              <p14:xfrm>
                <a:off x="7968113" y="3556546"/>
                <a:ext cx="170280" cy="14076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0816BFC1-D7B7-4A67-859E-397C0C9C701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959473" y="3547906"/>
                  <a:ext cx="1879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E7BD7D61-B642-4D5F-88D6-7467A9EDC669}"/>
                    </a:ext>
                  </a:extLst>
                </p14:cNvPr>
                <p14:cNvContentPartPr/>
                <p14:nvPr/>
              </p14:nvContentPartPr>
              <p14:xfrm>
                <a:off x="8287073" y="3572026"/>
                <a:ext cx="117000" cy="12600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E7BD7D61-B642-4D5F-88D6-7467A9EDC66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278073" y="3563026"/>
                  <a:ext cx="134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939E7396-E611-4357-8856-E1E160713FDE}"/>
                    </a:ext>
                  </a:extLst>
                </p14:cNvPr>
                <p14:cNvContentPartPr/>
                <p14:nvPr/>
              </p14:nvContentPartPr>
              <p14:xfrm>
                <a:off x="8367353" y="3534946"/>
                <a:ext cx="163440" cy="16272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939E7396-E611-4357-8856-E1E160713FD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358713" y="3525946"/>
                  <a:ext cx="181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78D6B383-B41C-47E3-BE26-BF7946B44574}"/>
                    </a:ext>
                  </a:extLst>
                </p14:cNvPr>
                <p14:cNvContentPartPr/>
                <p14:nvPr/>
              </p14:nvContentPartPr>
              <p14:xfrm>
                <a:off x="8533313" y="3388426"/>
                <a:ext cx="109080" cy="17604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78D6B383-B41C-47E3-BE26-BF7946B4457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524673" y="3379786"/>
                  <a:ext cx="126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0192D02C-B7C4-4981-B976-8E9B9FFA6C70}"/>
                    </a:ext>
                  </a:extLst>
                </p14:cNvPr>
                <p14:cNvContentPartPr/>
                <p14:nvPr/>
              </p14:nvContentPartPr>
              <p14:xfrm>
                <a:off x="8193113" y="3778306"/>
                <a:ext cx="403920" cy="2304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0192D02C-B7C4-4981-B976-8E9B9FFA6C70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184473" y="3769306"/>
                  <a:ext cx="421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A430FB25-7C01-4F50-986D-2607F9AE41A6}"/>
                    </a:ext>
                  </a:extLst>
                </p14:cNvPr>
                <p14:cNvContentPartPr/>
                <p14:nvPr/>
              </p14:nvContentPartPr>
              <p14:xfrm>
                <a:off x="8297513" y="3874786"/>
                <a:ext cx="172080" cy="19512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A430FB25-7C01-4F50-986D-2607F9AE41A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288873" y="3865786"/>
                  <a:ext cx="189720" cy="21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313" name="Entrada de lápiz 312">
                <a:extLst>
                  <a:ext uri="{FF2B5EF4-FFF2-40B4-BE49-F238E27FC236}">
                    <a16:creationId xmlns:a16="http://schemas.microsoft.com/office/drawing/2014/main" id="{96842644-C0DD-425A-A824-A068C6F6E1C8}"/>
                  </a:ext>
                </a:extLst>
              </p14:cNvPr>
              <p14:cNvContentPartPr/>
              <p14:nvPr/>
            </p14:nvContentPartPr>
            <p14:xfrm>
              <a:off x="8823473" y="3458626"/>
              <a:ext cx="84600" cy="487080"/>
            </p14:xfrm>
          </p:contentPart>
        </mc:Choice>
        <mc:Fallback>
          <p:pic>
            <p:nvPicPr>
              <p:cNvPr id="313" name="Entrada de lápiz 312">
                <a:extLst>
                  <a:ext uri="{FF2B5EF4-FFF2-40B4-BE49-F238E27FC236}">
                    <a16:creationId xmlns:a16="http://schemas.microsoft.com/office/drawing/2014/main" id="{96842644-C0DD-425A-A824-A068C6F6E1C8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8814833" y="3449626"/>
                <a:ext cx="102240" cy="50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" name="Grupo 322">
            <a:extLst>
              <a:ext uri="{FF2B5EF4-FFF2-40B4-BE49-F238E27FC236}">
                <a16:creationId xmlns:a16="http://schemas.microsoft.com/office/drawing/2014/main" id="{8DBD3B17-9096-4E2E-9D3C-33DABBCEBAE5}"/>
              </a:ext>
            </a:extLst>
          </p:cNvPr>
          <p:cNvGrpSpPr/>
          <p:nvPr/>
        </p:nvGrpSpPr>
        <p:grpSpPr>
          <a:xfrm>
            <a:off x="8775233" y="4044346"/>
            <a:ext cx="448560" cy="151920"/>
            <a:chOff x="8775233" y="4044346"/>
            <a:chExt cx="448560" cy="15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20A2D4BA-1CBE-457B-BA44-2E95EAD80412}"/>
                    </a:ext>
                  </a:extLst>
                </p14:cNvPr>
                <p14:cNvContentPartPr/>
                <p14:nvPr/>
              </p14:nvContentPartPr>
              <p14:xfrm>
                <a:off x="8775233" y="4044346"/>
                <a:ext cx="118440" cy="10980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20A2D4BA-1CBE-457B-BA44-2E95EAD8041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766233" y="4035706"/>
                  <a:ext cx="136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B7560045-AB43-4B2C-97B5-BC22F66390A6}"/>
                    </a:ext>
                  </a:extLst>
                </p14:cNvPr>
                <p14:cNvContentPartPr/>
                <p14:nvPr/>
              </p14:nvContentPartPr>
              <p14:xfrm>
                <a:off x="8789633" y="4045426"/>
                <a:ext cx="59400" cy="15084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B7560045-AB43-4B2C-97B5-BC22F66390A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780993" y="4036426"/>
                  <a:ext cx="77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E973C45F-4D75-47BF-83FE-F4F1F7EA7F3E}"/>
                    </a:ext>
                  </a:extLst>
                </p14:cNvPr>
                <p14:cNvContentPartPr/>
                <p14:nvPr/>
              </p14:nvContentPartPr>
              <p14:xfrm>
                <a:off x="8949113" y="4092226"/>
                <a:ext cx="127080" cy="6984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E973C45F-4D75-47BF-83FE-F4F1F7EA7F3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940473" y="4083226"/>
                  <a:ext cx="144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4FC83CAD-B56C-4F42-B6B2-B14B8B8E80B9}"/>
                    </a:ext>
                  </a:extLst>
                </p14:cNvPr>
                <p14:cNvContentPartPr/>
                <p14:nvPr/>
              </p14:nvContentPartPr>
              <p14:xfrm>
                <a:off x="9122993" y="4118866"/>
                <a:ext cx="100800" cy="5940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4FC83CAD-B56C-4F42-B6B2-B14B8B8E80B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114353" y="4109866"/>
                  <a:ext cx="1184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047D6ABC-FFA2-4C5E-A3FF-146388ABA027}"/>
              </a:ext>
            </a:extLst>
          </p:cNvPr>
          <p:cNvGrpSpPr/>
          <p:nvPr/>
        </p:nvGrpSpPr>
        <p:grpSpPr>
          <a:xfrm>
            <a:off x="8941553" y="3213106"/>
            <a:ext cx="396720" cy="217440"/>
            <a:chOff x="8941553" y="3213106"/>
            <a:chExt cx="39672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ECCC9C65-EBAC-428C-BC1D-F30A9C57FBBC}"/>
                    </a:ext>
                  </a:extLst>
                </p14:cNvPr>
                <p14:cNvContentPartPr/>
                <p14:nvPr/>
              </p14:nvContentPartPr>
              <p14:xfrm>
                <a:off x="8941553" y="3213106"/>
                <a:ext cx="117360" cy="13428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ECCC9C65-EBAC-428C-BC1D-F30A9C57FBB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32553" y="3204106"/>
                  <a:ext cx="135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49E9B2AB-D431-4EEE-832A-F0C1E05A5605}"/>
                    </a:ext>
                  </a:extLst>
                </p14:cNvPr>
                <p14:cNvContentPartPr/>
                <p14:nvPr/>
              </p14:nvContentPartPr>
              <p14:xfrm>
                <a:off x="8946233" y="3270346"/>
                <a:ext cx="101880" cy="10980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49E9B2AB-D431-4EEE-832A-F0C1E05A560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937593" y="3261706"/>
                  <a:ext cx="119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F0A43322-F2BC-4F6B-9115-793E85A5520A}"/>
                    </a:ext>
                  </a:extLst>
                </p14:cNvPr>
                <p14:cNvContentPartPr/>
                <p14:nvPr/>
              </p14:nvContentPartPr>
              <p14:xfrm>
                <a:off x="9094193" y="3286906"/>
                <a:ext cx="95040" cy="7092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F0A43322-F2BC-4F6B-9115-793E85A5520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085193" y="3278266"/>
                  <a:ext cx="112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B8F20D4E-DBCA-4958-B041-ADE352A4C861}"/>
                    </a:ext>
                  </a:extLst>
                </p14:cNvPr>
                <p14:cNvContentPartPr/>
                <p14:nvPr/>
              </p14:nvContentPartPr>
              <p14:xfrm>
                <a:off x="9242153" y="3268186"/>
                <a:ext cx="96120" cy="16236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B8F20D4E-DBCA-4958-B041-ADE352A4C86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233153" y="3259546"/>
                  <a:ext cx="1137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upo 338">
            <a:extLst>
              <a:ext uri="{FF2B5EF4-FFF2-40B4-BE49-F238E27FC236}">
                <a16:creationId xmlns:a16="http://schemas.microsoft.com/office/drawing/2014/main" id="{DCDD81FE-9811-46B8-A195-CB38C8F2A5C5}"/>
              </a:ext>
            </a:extLst>
          </p:cNvPr>
          <p:cNvGrpSpPr/>
          <p:nvPr/>
        </p:nvGrpSpPr>
        <p:grpSpPr>
          <a:xfrm>
            <a:off x="1197233" y="4726186"/>
            <a:ext cx="1332360" cy="520560"/>
            <a:chOff x="1197233" y="4726186"/>
            <a:chExt cx="1332360" cy="5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57645D83-09A6-4746-A1C1-D3EC2FF803C4}"/>
                    </a:ext>
                  </a:extLst>
                </p14:cNvPr>
                <p14:cNvContentPartPr/>
                <p14:nvPr/>
              </p14:nvContentPartPr>
              <p14:xfrm>
                <a:off x="1197233" y="4841746"/>
                <a:ext cx="118440" cy="3348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57645D83-09A6-4746-A1C1-D3EC2FF803C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88233" y="4833106"/>
                  <a:ext cx="136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E8586A30-5CF1-48EC-849E-C0F9473C0DF4}"/>
                    </a:ext>
                  </a:extLst>
                </p14:cNvPr>
                <p14:cNvContentPartPr/>
                <p14:nvPr/>
              </p14:nvContentPartPr>
              <p14:xfrm>
                <a:off x="1218473" y="4922746"/>
                <a:ext cx="176400" cy="31680"/>
              </p14:xfrm>
            </p:contentPart>
          </mc:Choice>
          <mc:Fallback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E8586A30-5CF1-48EC-849E-C0F9473C0DF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209473" y="4913746"/>
                  <a:ext cx="1940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FE0AE866-C537-4EDE-B561-B5C5B4183B70}"/>
                    </a:ext>
                  </a:extLst>
                </p14:cNvPr>
                <p14:cNvContentPartPr/>
                <p14:nvPr/>
              </p14:nvContentPartPr>
              <p14:xfrm>
                <a:off x="1511153" y="4797466"/>
                <a:ext cx="27360" cy="133560"/>
              </p14:xfrm>
            </p:contentPart>
          </mc:Choice>
          <mc:Fallback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FE0AE866-C537-4EDE-B561-B5C5B4183B7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502513" y="4788466"/>
                  <a:ext cx="45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DC94A407-33E1-4CDA-AE1A-F510407DDD3D}"/>
                    </a:ext>
                  </a:extLst>
                </p14:cNvPr>
                <p14:cNvContentPartPr/>
                <p14:nvPr/>
              </p14:nvContentPartPr>
              <p14:xfrm>
                <a:off x="1503593" y="4785226"/>
                <a:ext cx="131760" cy="15948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DC94A407-33E1-4CDA-AE1A-F510407DDD3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494593" y="4776586"/>
                  <a:ext cx="149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E1874489-2488-4B1E-B59F-E75D31BB3632}"/>
                    </a:ext>
                  </a:extLst>
                </p14:cNvPr>
                <p14:cNvContentPartPr/>
                <p14:nvPr/>
              </p14:nvContentPartPr>
              <p14:xfrm>
                <a:off x="1798433" y="4726186"/>
                <a:ext cx="187920" cy="2124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E1874489-2488-4B1E-B59F-E75D31BB363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789433" y="4717186"/>
                  <a:ext cx="205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11365E59-DCD8-46E3-ABA1-41E9DF066DC8}"/>
                    </a:ext>
                  </a:extLst>
                </p14:cNvPr>
                <p14:cNvContentPartPr/>
                <p14:nvPr/>
              </p14:nvContentPartPr>
              <p14:xfrm>
                <a:off x="1762793" y="4735546"/>
                <a:ext cx="192600" cy="50724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11365E59-DCD8-46E3-ABA1-41E9DF066DC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753793" y="4726906"/>
                  <a:ext cx="21024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255447BB-8D63-4148-B5B9-D66AE113D986}"/>
                    </a:ext>
                  </a:extLst>
                </p14:cNvPr>
                <p14:cNvContentPartPr/>
                <p14:nvPr/>
              </p14:nvContentPartPr>
              <p14:xfrm>
                <a:off x="2141513" y="4726906"/>
                <a:ext cx="97200" cy="7632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255447BB-8D63-4148-B5B9-D66AE113D98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132873" y="4717906"/>
                  <a:ext cx="114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C16685D7-50D2-4AA9-8AAC-7B223DAB9CB5}"/>
                    </a:ext>
                  </a:extLst>
                </p14:cNvPr>
                <p14:cNvContentPartPr/>
                <p14:nvPr/>
              </p14:nvContentPartPr>
              <p14:xfrm>
                <a:off x="2136473" y="4738426"/>
                <a:ext cx="108000" cy="17208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C16685D7-50D2-4AA9-8AAC-7B223DAB9CB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127473" y="4729426"/>
                  <a:ext cx="125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BB93181B-B03A-4FBF-A46A-C87FB2B77246}"/>
                    </a:ext>
                  </a:extLst>
                </p14:cNvPr>
                <p14:cNvContentPartPr/>
                <p14:nvPr/>
              </p14:nvContentPartPr>
              <p14:xfrm>
                <a:off x="2072033" y="4982506"/>
                <a:ext cx="217800" cy="648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BB93181B-B03A-4FBF-A46A-C87FB2B7724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063033" y="4973866"/>
                  <a:ext cx="235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49DDE0DA-53C5-4DAC-A8B2-A3A7853EE85C}"/>
                    </a:ext>
                  </a:extLst>
                </p14:cNvPr>
                <p14:cNvContentPartPr/>
                <p14:nvPr/>
              </p14:nvContentPartPr>
              <p14:xfrm>
                <a:off x="2073833" y="5076106"/>
                <a:ext cx="98640" cy="170640"/>
              </p14:xfrm>
            </p:contentPart>
          </mc:Choice>
          <mc:Fallback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49DDE0DA-53C5-4DAC-A8B2-A3A7853EE85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065193" y="5067106"/>
                  <a:ext cx="116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1EC48B4D-02A8-41DD-BD23-51A752833511}"/>
                    </a:ext>
                  </a:extLst>
                </p14:cNvPr>
                <p14:cNvContentPartPr/>
                <p14:nvPr/>
              </p14:nvContentPartPr>
              <p14:xfrm>
                <a:off x="2390993" y="4996546"/>
                <a:ext cx="138600" cy="10080"/>
              </p14:xfrm>
            </p:contentPart>
          </mc:Choice>
          <mc:Fallback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1EC48B4D-02A8-41DD-BD23-51A75283351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382353" y="4987906"/>
                  <a:ext cx="15624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upo 344">
            <a:extLst>
              <a:ext uri="{FF2B5EF4-FFF2-40B4-BE49-F238E27FC236}">
                <a16:creationId xmlns:a16="http://schemas.microsoft.com/office/drawing/2014/main" id="{CE12471F-70E6-4C11-A91F-16024378EE54}"/>
              </a:ext>
            </a:extLst>
          </p:cNvPr>
          <p:cNvGrpSpPr/>
          <p:nvPr/>
        </p:nvGrpSpPr>
        <p:grpSpPr>
          <a:xfrm>
            <a:off x="2675393" y="4680826"/>
            <a:ext cx="396000" cy="587160"/>
            <a:chOff x="2675393" y="4680826"/>
            <a:chExt cx="396000" cy="58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6E95ED63-8C57-4302-8388-4AC1E67F44C9}"/>
                    </a:ext>
                  </a:extLst>
                </p14:cNvPr>
                <p14:cNvContentPartPr/>
                <p14:nvPr/>
              </p14:nvContentPartPr>
              <p14:xfrm>
                <a:off x="2675393" y="4792786"/>
                <a:ext cx="103680" cy="12852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6E95ED63-8C57-4302-8388-4AC1E67F44C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666393" y="4784146"/>
                  <a:ext cx="121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4AF64597-84F5-45D1-A9B9-2F748CE9C503}"/>
                    </a:ext>
                  </a:extLst>
                </p14:cNvPr>
                <p14:cNvContentPartPr/>
                <p14:nvPr/>
              </p14:nvContentPartPr>
              <p14:xfrm>
                <a:off x="2918033" y="4680826"/>
                <a:ext cx="153360" cy="58716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4AF64597-84F5-45D1-A9B9-2F748CE9C50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909033" y="4672186"/>
                  <a:ext cx="171000" cy="60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upo 352">
            <a:extLst>
              <a:ext uri="{FF2B5EF4-FFF2-40B4-BE49-F238E27FC236}">
                <a16:creationId xmlns:a16="http://schemas.microsoft.com/office/drawing/2014/main" id="{3564FF5F-9497-4C66-9150-0DCBC6C3A494}"/>
              </a:ext>
            </a:extLst>
          </p:cNvPr>
          <p:cNvGrpSpPr/>
          <p:nvPr/>
        </p:nvGrpSpPr>
        <p:grpSpPr>
          <a:xfrm>
            <a:off x="3914513" y="4756786"/>
            <a:ext cx="427680" cy="466200"/>
            <a:chOff x="3914513" y="4756786"/>
            <a:chExt cx="427680" cy="46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2D988600-9F18-4F90-A895-65CC43F4FB37}"/>
                    </a:ext>
                  </a:extLst>
                </p14:cNvPr>
                <p14:cNvContentPartPr/>
                <p14:nvPr/>
              </p14:nvContentPartPr>
              <p14:xfrm>
                <a:off x="4005233" y="4778386"/>
                <a:ext cx="2160" cy="141120"/>
              </p14:xfrm>
            </p:contentPart>
          </mc:Choice>
          <mc:Fallback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2D988600-9F18-4F90-A895-65CC43F4FB37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996593" y="4769386"/>
                  <a:ext cx="19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BE2507F1-6AAD-49EE-862A-CC27E6B672B2}"/>
                    </a:ext>
                  </a:extLst>
                </p14:cNvPr>
                <p14:cNvContentPartPr/>
                <p14:nvPr/>
              </p14:nvContentPartPr>
              <p14:xfrm>
                <a:off x="3985073" y="4756786"/>
                <a:ext cx="115560" cy="89280"/>
              </p14:xfrm>
            </p:contentPart>
          </mc:Choice>
          <mc:Fallback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BE2507F1-6AAD-49EE-862A-CC27E6B672B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76073" y="4747786"/>
                  <a:ext cx="133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977E11D2-7319-4C52-9E39-611370590BB3}"/>
                    </a:ext>
                  </a:extLst>
                </p14:cNvPr>
                <p14:cNvContentPartPr/>
                <p14:nvPr/>
              </p14:nvContentPartPr>
              <p14:xfrm>
                <a:off x="3989753" y="4839946"/>
                <a:ext cx="111240" cy="7740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977E11D2-7319-4C52-9E39-611370590BB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980753" y="4830946"/>
                  <a:ext cx="128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6DB33EE1-07EA-40F9-81DA-BD23E4E6BC03}"/>
                    </a:ext>
                  </a:extLst>
                </p14:cNvPr>
                <p14:cNvContentPartPr/>
                <p14:nvPr/>
              </p14:nvContentPartPr>
              <p14:xfrm>
                <a:off x="3914513" y="4987186"/>
                <a:ext cx="207360" cy="468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6DB33EE1-07EA-40F9-81DA-BD23E4E6BC0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905873" y="4978186"/>
                  <a:ext cx="2250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CDFCA619-0DA1-4B23-91BD-DE7F46D65A9B}"/>
                    </a:ext>
                  </a:extLst>
                </p14:cNvPr>
                <p14:cNvContentPartPr/>
                <p14:nvPr/>
              </p14:nvContentPartPr>
              <p14:xfrm>
                <a:off x="3936113" y="5047666"/>
                <a:ext cx="120600" cy="17532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CDFCA619-0DA1-4B23-91BD-DE7F46D65A9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927113" y="5039026"/>
                  <a:ext cx="138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93DE5AC1-DF92-4882-A577-5B424C3D64DD}"/>
                    </a:ext>
                  </a:extLst>
                </p14:cNvPr>
                <p14:cNvContentPartPr/>
                <p14:nvPr/>
              </p14:nvContentPartPr>
              <p14:xfrm>
                <a:off x="4241393" y="4895746"/>
                <a:ext cx="6120" cy="132480"/>
              </p14:xfrm>
            </p:contentPart>
          </mc:Choice>
          <mc:Fallback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93DE5AC1-DF92-4882-A577-5B424C3D64D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232393" y="4886746"/>
                  <a:ext cx="23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B779B257-A1A6-4FBA-B274-C2F8A7E5C65D}"/>
                    </a:ext>
                  </a:extLst>
                </p14:cNvPr>
                <p14:cNvContentPartPr/>
                <p14:nvPr/>
              </p14:nvContentPartPr>
              <p14:xfrm>
                <a:off x="4237793" y="4893946"/>
                <a:ext cx="104400" cy="135360"/>
              </p14:xfrm>
            </p:contentPart>
          </mc:Choice>
          <mc:Fallback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B779B257-A1A6-4FBA-B274-C2F8A7E5C65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228793" y="4885306"/>
                  <a:ext cx="12204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upo 358">
            <a:extLst>
              <a:ext uri="{FF2B5EF4-FFF2-40B4-BE49-F238E27FC236}">
                <a16:creationId xmlns:a16="http://schemas.microsoft.com/office/drawing/2014/main" id="{3D81D338-E308-453F-A7DD-7DDA699BE3CF}"/>
              </a:ext>
            </a:extLst>
          </p:cNvPr>
          <p:cNvGrpSpPr/>
          <p:nvPr/>
        </p:nvGrpSpPr>
        <p:grpSpPr>
          <a:xfrm>
            <a:off x="3492233" y="4750306"/>
            <a:ext cx="167040" cy="285840"/>
            <a:chOff x="3492233" y="4750306"/>
            <a:chExt cx="16704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8CC0236D-3545-4C40-927B-69A8F41C0F89}"/>
                    </a:ext>
                  </a:extLst>
                </p14:cNvPr>
                <p14:cNvContentPartPr/>
                <p14:nvPr/>
              </p14:nvContentPartPr>
              <p14:xfrm>
                <a:off x="3492233" y="4837786"/>
                <a:ext cx="91440" cy="3564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8CC0236D-3545-4C40-927B-69A8F41C0F8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483233" y="4829146"/>
                  <a:ext cx="109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43" name="Entrada de lápiz 342">
                  <a:extLst>
                    <a:ext uri="{FF2B5EF4-FFF2-40B4-BE49-F238E27FC236}">
                      <a16:creationId xmlns:a16="http://schemas.microsoft.com/office/drawing/2014/main" id="{6C2CE7BB-40C7-41BA-8614-04CB32D727A9}"/>
                    </a:ext>
                  </a:extLst>
                </p14:cNvPr>
                <p14:cNvContentPartPr/>
                <p14:nvPr/>
              </p14:nvContentPartPr>
              <p14:xfrm>
                <a:off x="3519953" y="4915546"/>
                <a:ext cx="75600" cy="17640"/>
              </p14:xfrm>
            </p:contentPart>
          </mc:Choice>
          <mc:Fallback>
            <p:pic>
              <p:nvPicPr>
                <p:cNvPr id="343" name="Entrada de lápiz 342">
                  <a:extLst>
                    <a:ext uri="{FF2B5EF4-FFF2-40B4-BE49-F238E27FC236}">
                      <a16:creationId xmlns:a16="http://schemas.microsoft.com/office/drawing/2014/main" id="{6C2CE7BB-40C7-41BA-8614-04CB32D727A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511313" y="4906906"/>
                  <a:ext cx="93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981C4F4A-4D4F-402B-BE65-D215B478F1B3}"/>
                    </a:ext>
                  </a:extLst>
                </p14:cNvPr>
                <p14:cNvContentPartPr/>
                <p14:nvPr/>
              </p14:nvContentPartPr>
              <p14:xfrm>
                <a:off x="3536513" y="4750306"/>
                <a:ext cx="122760" cy="285840"/>
              </p14:xfrm>
            </p:contentPart>
          </mc:Choice>
          <mc:Fallback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981C4F4A-4D4F-402B-BE65-D215B478F1B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527873" y="4741666"/>
                  <a:ext cx="14040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upo 357">
            <a:extLst>
              <a:ext uri="{FF2B5EF4-FFF2-40B4-BE49-F238E27FC236}">
                <a16:creationId xmlns:a16="http://schemas.microsoft.com/office/drawing/2014/main" id="{901D612C-CA29-4490-840E-4FE2DBB291C4}"/>
              </a:ext>
            </a:extLst>
          </p:cNvPr>
          <p:cNvGrpSpPr/>
          <p:nvPr/>
        </p:nvGrpSpPr>
        <p:grpSpPr>
          <a:xfrm>
            <a:off x="4543073" y="4828426"/>
            <a:ext cx="365400" cy="173160"/>
            <a:chOff x="4543073" y="4828426"/>
            <a:chExt cx="36540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6473ACB6-B43D-4C30-A4A3-DA4CDC676B9C}"/>
                    </a:ext>
                  </a:extLst>
                </p14:cNvPr>
                <p14:cNvContentPartPr/>
                <p14:nvPr/>
              </p14:nvContentPartPr>
              <p14:xfrm>
                <a:off x="4543073" y="4908706"/>
                <a:ext cx="110520" cy="9000"/>
              </p14:xfrm>
            </p:contentPart>
          </mc:Choice>
          <mc:Fallback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6473ACB6-B43D-4C30-A4A3-DA4CDC676B9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534073" y="4900066"/>
                  <a:ext cx="128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79F73450-A3CF-4DA8-9083-5A828EBC32C3}"/>
                    </a:ext>
                  </a:extLst>
                </p14:cNvPr>
                <p14:cNvContentPartPr/>
                <p14:nvPr/>
              </p14:nvContentPartPr>
              <p14:xfrm>
                <a:off x="4564313" y="4965226"/>
                <a:ext cx="147240" cy="2052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79F73450-A3CF-4DA8-9083-5A828EBC32C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555313" y="4956586"/>
                  <a:ext cx="164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9FE0A789-5A48-4A62-A2B8-30190BE37DE8}"/>
                    </a:ext>
                  </a:extLst>
                </p14:cNvPr>
                <p14:cNvContentPartPr/>
                <p14:nvPr/>
              </p14:nvContentPartPr>
              <p14:xfrm>
                <a:off x="4765553" y="4828426"/>
                <a:ext cx="142920" cy="173160"/>
              </p14:xfrm>
            </p:contentPart>
          </mc:Choice>
          <mc:Fallback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9FE0A789-5A48-4A62-A2B8-30190BE37DE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756913" y="4819786"/>
                  <a:ext cx="16056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upo 365">
            <a:extLst>
              <a:ext uri="{FF2B5EF4-FFF2-40B4-BE49-F238E27FC236}">
                <a16:creationId xmlns:a16="http://schemas.microsoft.com/office/drawing/2014/main" id="{910CE9A4-147B-417A-A74F-689E10413654}"/>
              </a:ext>
            </a:extLst>
          </p:cNvPr>
          <p:cNvGrpSpPr/>
          <p:nvPr/>
        </p:nvGrpSpPr>
        <p:grpSpPr>
          <a:xfrm>
            <a:off x="5314193" y="4845346"/>
            <a:ext cx="226800" cy="201960"/>
            <a:chOff x="5314193" y="4845346"/>
            <a:chExt cx="22680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60" name="Entrada de lápiz 359">
                  <a:extLst>
                    <a:ext uri="{FF2B5EF4-FFF2-40B4-BE49-F238E27FC236}">
                      <a16:creationId xmlns:a16="http://schemas.microsoft.com/office/drawing/2014/main" id="{24DFA332-7491-4DEB-8FB7-1C3049E5A270}"/>
                    </a:ext>
                  </a:extLst>
                </p14:cNvPr>
                <p14:cNvContentPartPr/>
                <p14:nvPr/>
              </p14:nvContentPartPr>
              <p14:xfrm>
                <a:off x="5314193" y="4891426"/>
                <a:ext cx="138600" cy="18720"/>
              </p14:xfrm>
            </p:contentPart>
          </mc:Choice>
          <mc:Fallback>
            <p:pic>
              <p:nvPicPr>
                <p:cNvPr id="360" name="Entrada de lápiz 359">
                  <a:extLst>
                    <a:ext uri="{FF2B5EF4-FFF2-40B4-BE49-F238E27FC236}">
                      <a16:creationId xmlns:a16="http://schemas.microsoft.com/office/drawing/2014/main" id="{24DFA332-7491-4DEB-8FB7-1C3049E5A27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305553" y="4882426"/>
                  <a:ext cx="156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B7335C42-4936-497B-BF4C-7455A7003768}"/>
                    </a:ext>
                  </a:extLst>
                </p14:cNvPr>
                <p14:cNvContentPartPr/>
                <p14:nvPr/>
              </p14:nvContentPartPr>
              <p14:xfrm>
                <a:off x="5332553" y="4955866"/>
                <a:ext cx="185040" cy="20520"/>
              </p14:xfrm>
            </p:contentPart>
          </mc:Choice>
          <mc:Fallback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B7335C42-4936-497B-BF4C-7455A700376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323913" y="4946866"/>
                  <a:ext cx="202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BCD23293-A635-4754-B1D7-E072BD3325E5}"/>
                    </a:ext>
                  </a:extLst>
                </p14:cNvPr>
                <p14:cNvContentPartPr/>
                <p14:nvPr/>
              </p14:nvContentPartPr>
              <p14:xfrm>
                <a:off x="5429393" y="4845346"/>
                <a:ext cx="111600" cy="201960"/>
              </p14:xfrm>
            </p:contentPart>
          </mc:Choice>
          <mc:Fallback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BCD23293-A635-4754-B1D7-E072BD3325E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420393" y="4836346"/>
                  <a:ext cx="12924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upo 364">
            <a:extLst>
              <a:ext uri="{FF2B5EF4-FFF2-40B4-BE49-F238E27FC236}">
                <a16:creationId xmlns:a16="http://schemas.microsoft.com/office/drawing/2014/main" id="{3B3AA30A-91EC-4C42-B8FA-914FD7C13302}"/>
              </a:ext>
            </a:extLst>
          </p:cNvPr>
          <p:cNvGrpSpPr/>
          <p:nvPr/>
        </p:nvGrpSpPr>
        <p:grpSpPr>
          <a:xfrm>
            <a:off x="5785433" y="4881706"/>
            <a:ext cx="171360" cy="161280"/>
            <a:chOff x="5785433" y="4881706"/>
            <a:chExt cx="17136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41FA6733-B629-441D-A76B-FC0BBA5453C0}"/>
                    </a:ext>
                  </a:extLst>
                </p14:cNvPr>
                <p14:cNvContentPartPr/>
                <p14:nvPr/>
              </p14:nvContentPartPr>
              <p14:xfrm>
                <a:off x="5790113" y="4895746"/>
                <a:ext cx="41040" cy="147240"/>
              </p14:xfrm>
            </p:contentPart>
          </mc:Choice>
          <mc:Fallback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41FA6733-B629-441D-A76B-FC0BBA5453C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5781113" y="4886746"/>
                  <a:ext cx="58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64" name="Entrada de lápiz 363">
                  <a:extLst>
                    <a:ext uri="{FF2B5EF4-FFF2-40B4-BE49-F238E27FC236}">
                      <a16:creationId xmlns:a16="http://schemas.microsoft.com/office/drawing/2014/main" id="{DCDC0653-DEBD-42A2-9AF2-0922179A68C9}"/>
                    </a:ext>
                  </a:extLst>
                </p14:cNvPr>
                <p14:cNvContentPartPr/>
                <p14:nvPr/>
              </p14:nvContentPartPr>
              <p14:xfrm>
                <a:off x="5785433" y="4881706"/>
                <a:ext cx="171360" cy="132120"/>
              </p14:xfrm>
            </p:contentPart>
          </mc:Choice>
          <mc:Fallback>
            <p:pic>
              <p:nvPicPr>
                <p:cNvPr id="364" name="Entrada de lápiz 363">
                  <a:extLst>
                    <a:ext uri="{FF2B5EF4-FFF2-40B4-BE49-F238E27FC236}">
                      <a16:creationId xmlns:a16="http://schemas.microsoft.com/office/drawing/2014/main" id="{DCDC0653-DEBD-42A2-9AF2-0922179A68C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776433" y="4873066"/>
                  <a:ext cx="18900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upo 368">
            <a:extLst>
              <a:ext uri="{FF2B5EF4-FFF2-40B4-BE49-F238E27FC236}">
                <a16:creationId xmlns:a16="http://schemas.microsoft.com/office/drawing/2014/main" id="{2752E9D1-9B99-4738-9038-1F3728BB3391}"/>
              </a:ext>
            </a:extLst>
          </p:cNvPr>
          <p:cNvGrpSpPr/>
          <p:nvPr/>
        </p:nvGrpSpPr>
        <p:grpSpPr>
          <a:xfrm>
            <a:off x="6168833" y="4855786"/>
            <a:ext cx="124920" cy="75240"/>
            <a:chOff x="6168833" y="4855786"/>
            <a:chExt cx="12492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61128A73-FDF1-46D4-B4A1-B9FE6FE2AB4B}"/>
                    </a:ext>
                  </a:extLst>
                </p14:cNvPr>
                <p14:cNvContentPartPr/>
                <p14:nvPr/>
              </p14:nvContentPartPr>
              <p14:xfrm>
                <a:off x="6200873" y="4855786"/>
                <a:ext cx="72720" cy="7200"/>
              </p14:xfrm>
            </p:contentPart>
          </mc:Choice>
          <mc:Fallback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61128A73-FDF1-46D4-B4A1-B9FE6FE2AB4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191873" y="4846786"/>
                  <a:ext cx="90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68" name="Entrada de lápiz 367">
                  <a:extLst>
                    <a:ext uri="{FF2B5EF4-FFF2-40B4-BE49-F238E27FC236}">
                      <a16:creationId xmlns:a16="http://schemas.microsoft.com/office/drawing/2014/main" id="{2C303B8B-0285-4C7A-9149-A378674EB40C}"/>
                    </a:ext>
                  </a:extLst>
                </p14:cNvPr>
                <p14:cNvContentPartPr/>
                <p14:nvPr/>
              </p14:nvContentPartPr>
              <p14:xfrm>
                <a:off x="6168833" y="4924546"/>
                <a:ext cx="124920" cy="6480"/>
              </p14:xfrm>
            </p:contentPart>
          </mc:Choice>
          <mc:Fallback>
            <p:pic>
              <p:nvPicPr>
                <p:cNvPr id="368" name="Entrada de lápiz 367">
                  <a:extLst>
                    <a:ext uri="{FF2B5EF4-FFF2-40B4-BE49-F238E27FC236}">
                      <a16:creationId xmlns:a16="http://schemas.microsoft.com/office/drawing/2014/main" id="{2C303B8B-0285-4C7A-9149-A378674EB40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160193" y="4915546"/>
                  <a:ext cx="1425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upo 373">
            <a:extLst>
              <a:ext uri="{FF2B5EF4-FFF2-40B4-BE49-F238E27FC236}">
                <a16:creationId xmlns:a16="http://schemas.microsoft.com/office/drawing/2014/main" id="{86973B0C-F49F-4FF7-8D38-592F14A4FEFA}"/>
              </a:ext>
            </a:extLst>
          </p:cNvPr>
          <p:cNvGrpSpPr/>
          <p:nvPr/>
        </p:nvGrpSpPr>
        <p:grpSpPr>
          <a:xfrm>
            <a:off x="6449273" y="4704586"/>
            <a:ext cx="291240" cy="499680"/>
            <a:chOff x="6449273" y="4704586"/>
            <a:chExt cx="291240" cy="4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70" name="Entrada de lápiz 369">
                  <a:extLst>
                    <a:ext uri="{FF2B5EF4-FFF2-40B4-BE49-F238E27FC236}">
                      <a16:creationId xmlns:a16="http://schemas.microsoft.com/office/drawing/2014/main" id="{E5897488-811E-4396-BC47-4A9F58339315}"/>
                    </a:ext>
                  </a:extLst>
                </p14:cNvPr>
                <p14:cNvContentPartPr/>
                <p14:nvPr/>
              </p14:nvContentPartPr>
              <p14:xfrm>
                <a:off x="6580673" y="4704586"/>
                <a:ext cx="110160" cy="166320"/>
              </p14:xfrm>
            </p:contentPart>
          </mc:Choice>
          <mc:Fallback>
            <p:pic>
              <p:nvPicPr>
                <p:cNvPr id="370" name="Entrada de lápiz 369">
                  <a:extLst>
                    <a:ext uri="{FF2B5EF4-FFF2-40B4-BE49-F238E27FC236}">
                      <a16:creationId xmlns:a16="http://schemas.microsoft.com/office/drawing/2014/main" id="{E5897488-811E-4396-BC47-4A9F5833931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572033" y="4695586"/>
                  <a:ext cx="1278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71" name="Entrada de lápiz 370">
                  <a:extLst>
                    <a:ext uri="{FF2B5EF4-FFF2-40B4-BE49-F238E27FC236}">
                      <a16:creationId xmlns:a16="http://schemas.microsoft.com/office/drawing/2014/main" id="{989FFE39-8E3A-4D9C-856F-705430DE1B35}"/>
                    </a:ext>
                  </a:extLst>
                </p14:cNvPr>
                <p14:cNvContentPartPr/>
                <p14:nvPr/>
              </p14:nvContentPartPr>
              <p14:xfrm>
                <a:off x="6449273" y="4924546"/>
                <a:ext cx="291240" cy="9000"/>
              </p14:xfrm>
            </p:contentPart>
          </mc:Choice>
          <mc:Fallback>
            <p:pic>
              <p:nvPicPr>
                <p:cNvPr id="371" name="Entrada de lápiz 370">
                  <a:extLst>
                    <a:ext uri="{FF2B5EF4-FFF2-40B4-BE49-F238E27FC236}">
                      <a16:creationId xmlns:a16="http://schemas.microsoft.com/office/drawing/2014/main" id="{989FFE39-8E3A-4D9C-856F-705430DE1B35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440273" y="4915546"/>
                  <a:ext cx="308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72" name="Entrada de lápiz 371">
                  <a:extLst>
                    <a:ext uri="{FF2B5EF4-FFF2-40B4-BE49-F238E27FC236}">
                      <a16:creationId xmlns:a16="http://schemas.microsoft.com/office/drawing/2014/main" id="{AA181AF8-03C4-4AAF-A6CD-07F38EBC45F7}"/>
                    </a:ext>
                  </a:extLst>
                </p14:cNvPr>
                <p14:cNvContentPartPr/>
                <p14:nvPr/>
              </p14:nvContentPartPr>
              <p14:xfrm>
                <a:off x="6475913" y="5011666"/>
                <a:ext cx="114480" cy="107280"/>
              </p14:xfrm>
            </p:contentPart>
          </mc:Choice>
          <mc:Fallback>
            <p:pic>
              <p:nvPicPr>
                <p:cNvPr id="372" name="Entrada de lápiz 371">
                  <a:extLst>
                    <a:ext uri="{FF2B5EF4-FFF2-40B4-BE49-F238E27FC236}">
                      <a16:creationId xmlns:a16="http://schemas.microsoft.com/office/drawing/2014/main" id="{AA181AF8-03C4-4AAF-A6CD-07F38EBC45F7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467273" y="5002666"/>
                  <a:ext cx="132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516483F9-52C6-4733-8330-D9AE673CE408}"/>
                    </a:ext>
                  </a:extLst>
                </p14:cNvPr>
                <p14:cNvContentPartPr/>
                <p14:nvPr/>
              </p14:nvContentPartPr>
              <p14:xfrm>
                <a:off x="6487793" y="5060986"/>
                <a:ext cx="122400" cy="14328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516483F9-52C6-4733-8330-D9AE673CE40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479153" y="5051986"/>
                  <a:ext cx="14004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upo 376">
            <a:extLst>
              <a:ext uri="{FF2B5EF4-FFF2-40B4-BE49-F238E27FC236}">
                <a16:creationId xmlns:a16="http://schemas.microsoft.com/office/drawing/2014/main" id="{A08661B4-6ED4-4504-95E8-64AAA8F26AEC}"/>
              </a:ext>
            </a:extLst>
          </p:cNvPr>
          <p:cNvGrpSpPr/>
          <p:nvPr/>
        </p:nvGrpSpPr>
        <p:grpSpPr>
          <a:xfrm>
            <a:off x="4288553" y="3210586"/>
            <a:ext cx="101160" cy="367920"/>
            <a:chOff x="4288553" y="3210586"/>
            <a:chExt cx="10116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75" name="Entrada de lápiz 374">
                  <a:extLst>
                    <a:ext uri="{FF2B5EF4-FFF2-40B4-BE49-F238E27FC236}">
                      <a16:creationId xmlns:a16="http://schemas.microsoft.com/office/drawing/2014/main" id="{2DC2B6F8-BAD9-4064-BF65-96D20CE7D1CD}"/>
                    </a:ext>
                  </a:extLst>
                </p14:cNvPr>
                <p14:cNvContentPartPr/>
                <p14:nvPr/>
              </p14:nvContentPartPr>
              <p14:xfrm>
                <a:off x="4344713" y="3210586"/>
                <a:ext cx="14040" cy="352800"/>
              </p14:xfrm>
            </p:contentPart>
          </mc:Choice>
          <mc:Fallback>
            <p:pic>
              <p:nvPicPr>
                <p:cNvPr id="375" name="Entrada de lápiz 374">
                  <a:extLst>
                    <a:ext uri="{FF2B5EF4-FFF2-40B4-BE49-F238E27FC236}">
                      <a16:creationId xmlns:a16="http://schemas.microsoft.com/office/drawing/2014/main" id="{2DC2B6F8-BAD9-4064-BF65-96D20CE7D1C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335713" y="3201946"/>
                  <a:ext cx="316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76" name="Entrada de lápiz 375">
                  <a:extLst>
                    <a:ext uri="{FF2B5EF4-FFF2-40B4-BE49-F238E27FC236}">
                      <a16:creationId xmlns:a16="http://schemas.microsoft.com/office/drawing/2014/main" id="{DA59D9D4-12D3-42C9-8C72-321ACBF7388F}"/>
                    </a:ext>
                  </a:extLst>
                </p14:cNvPr>
                <p14:cNvContentPartPr/>
                <p14:nvPr/>
              </p14:nvContentPartPr>
              <p14:xfrm>
                <a:off x="4288553" y="3493186"/>
                <a:ext cx="101160" cy="85320"/>
              </p14:xfrm>
            </p:contentPart>
          </mc:Choice>
          <mc:Fallback>
            <p:pic>
              <p:nvPicPr>
                <p:cNvPr id="376" name="Entrada de lápiz 375">
                  <a:extLst>
                    <a:ext uri="{FF2B5EF4-FFF2-40B4-BE49-F238E27FC236}">
                      <a16:creationId xmlns:a16="http://schemas.microsoft.com/office/drawing/2014/main" id="{DA59D9D4-12D3-42C9-8C72-321ACBF7388F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79913" y="3484186"/>
                  <a:ext cx="11880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412" name="Entrada de lápiz 411">
                <a:extLst>
                  <a:ext uri="{FF2B5EF4-FFF2-40B4-BE49-F238E27FC236}">
                    <a16:creationId xmlns:a16="http://schemas.microsoft.com/office/drawing/2014/main" id="{0E0E633F-F79B-40E4-8CF2-EF3142368B65}"/>
                  </a:ext>
                </a:extLst>
              </p14:cNvPr>
              <p14:cNvContentPartPr/>
              <p14:nvPr/>
            </p14:nvContentPartPr>
            <p14:xfrm>
              <a:off x="3620033" y="879946"/>
              <a:ext cx="157680" cy="161640"/>
            </p14:xfrm>
          </p:contentPart>
        </mc:Choice>
        <mc:Fallback>
          <p:pic>
            <p:nvPicPr>
              <p:cNvPr id="412" name="Entrada de lápiz 411">
                <a:extLst>
                  <a:ext uri="{FF2B5EF4-FFF2-40B4-BE49-F238E27FC236}">
                    <a16:creationId xmlns:a16="http://schemas.microsoft.com/office/drawing/2014/main" id="{0E0E633F-F79B-40E4-8CF2-EF3142368B65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3611393" y="871306"/>
                <a:ext cx="17532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6" name="Grupo 415">
            <a:extLst>
              <a:ext uri="{FF2B5EF4-FFF2-40B4-BE49-F238E27FC236}">
                <a16:creationId xmlns:a16="http://schemas.microsoft.com/office/drawing/2014/main" id="{91D3B3CA-E80F-454B-9007-EE5D2CCBD5F0}"/>
              </a:ext>
            </a:extLst>
          </p:cNvPr>
          <p:cNvGrpSpPr/>
          <p:nvPr/>
        </p:nvGrpSpPr>
        <p:grpSpPr>
          <a:xfrm>
            <a:off x="6437753" y="782746"/>
            <a:ext cx="586080" cy="254160"/>
            <a:chOff x="6437753" y="782746"/>
            <a:chExt cx="58608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413" name="Entrada de lápiz 412">
                  <a:extLst>
                    <a:ext uri="{FF2B5EF4-FFF2-40B4-BE49-F238E27FC236}">
                      <a16:creationId xmlns:a16="http://schemas.microsoft.com/office/drawing/2014/main" id="{08185199-DBDD-4D3B-B1EA-258984A69171}"/>
                    </a:ext>
                  </a:extLst>
                </p14:cNvPr>
                <p14:cNvContentPartPr/>
                <p14:nvPr/>
              </p14:nvContentPartPr>
              <p14:xfrm>
                <a:off x="6437753" y="782746"/>
                <a:ext cx="163800" cy="254160"/>
              </p14:xfrm>
            </p:contentPart>
          </mc:Choice>
          <mc:Fallback>
            <p:pic>
              <p:nvPicPr>
                <p:cNvPr id="413" name="Entrada de lápiz 412">
                  <a:extLst>
                    <a:ext uri="{FF2B5EF4-FFF2-40B4-BE49-F238E27FC236}">
                      <a16:creationId xmlns:a16="http://schemas.microsoft.com/office/drawing/2014/main" id="{08185199-DBDD-4D3B-B1EA-258984A69171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428753" y="773746"/>
                  <a:ext cx="181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414" name="Entrada de lápiz 413">
                  <a:extLst>
                    <a:ext uri="{FF2B5EF4-FFF2-40B4-BE49-F238E27FC236}">
                      <a16:creationId xmlns:a16="http://schemas.microsoft.com/office/drawing/2014/main" id="{79B8CA9A-DEE9-47EB-BC30-B9BC7A98A964}"/>
                    </a:ext>
                  </a:extLst>
                </p14:cNvPr>
                <p14:cNvContentPartPr/>
                <p14:nvPr/>
              </p14:nvContentPartPr>
              <p14:xfrm>
                <a:off x="6670313" y="872026"/>
                <a:ext cx="121320" cy="130320"/>
              </p14:xfrm>
            </p:contentPart>
          </mc:Choice>
          <mc:Fallback>
            <p:pic>
              <p:nvPicPr>
                <p:cNvPr id="414" name="Entrada de lápiz 413">
                  <a:extLst>
                    <a:ext uri="{FF2B5EF4-FFF2-40B4-BE49-F238E27FC236}">
                      <a16:creationId xmlns:a16="http://schemas.microsoft.com/office/drawing/2014/main" id="{79B8CA9A-DEE9-47EB-BC30-B9BC7A98A96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661673" y="863386"/>
                  <a:ext cx="138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415" name="Entrada de lápiz 414">
                  <a:extLst>
                    <a:ext uri="{FF2B5EF4-FFF2-40B4-BE49-F238E27FC236}">
                      <a16:creationId xmlns:a16="http://schemas.microsoft.com/office/drawing/2014/main" id="{CD5527EF-5569-4C9E-978A-12649B1947D3}"/>
                    </a:ext>
                  </a:extLst>
                </p14:cNvPr>
                <p14:cNvContentPartPr/>
                <p14:nvPr/>
              </p14:nvContentPartPr>
              <p14:xfrm>
                <a:off x="6865793" y="864466"/>
                <a:ext cx="158040" cy="127440"/>
              </p14:xfrm>
            </p:contentPart>
          </mc:Choice>
          <mc:Fallback>
            <p:pic>
              <p:nvPicPr>
                <p:cNvPr id="415" name="Entrada de lápiz 414">
                  <a:extLst>
                    <a:ext uri="{FF2B5EF4-FFF2-40B4-BE49-F238E27FC236}">
                      <a16:creationId xmlns:a16="http://schemas.microsoft.com/office/drawing/2014/main" id="{CD5527EF-5569-4C9E-978A-12649B1947D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857153" y="855466"/>
                  <a:ext cx="175680" cy="14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6431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8503F963-8B88-4F34-AB2D-B5D1CBC7BC08}"/>
              </a:ext>
            </a:extLst>
          </p:cNvPr>
          <p:cNvGrpSpPr/>
          <p:nvPr/>
        </p:nvGrpSpPr>
        <p:grpSpPr>
          <a:xfrm>
            <a:off x="1703753" y="467386"/>
            <a:ext cx="838800" cy="596160"/>
            <a:chOff x="1703753" y="467386"/>
            <a:chExt cx="83880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F73805C9-A3CD-4A42-94B0-A7E81215D496}"/>
                    </a:ext>
                  </a:extLst>
                </p14:cNvPr>
                <p14:cNvContentPartPr/>
                <p14:nvPr/>
              </p14:nvContentPartPr>
              <p14:xfrm>
                <a:off x="1755953" y="467386"/>
                <a:ext cx="181080" cy="5961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F73805C9-A3CD-4A42-94B0-A7E81215D4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46953" y="458746"/>
                  <a:ext cx="19872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03DADF61-4ADE-4076-B875-D493515C43FA}"/>
                    </a:ext>
                  </a:extLst>
                </p14:cNvPr>
                <p14:cNvContentPartPr/>
                <p14:nvPr/>
              </p14:nvContentPartPr>
              <p14:xfrm>
                <a:off x="1703753" y="918106"/>
                <a:ext cx="156960" cy="396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03DADF61-4ADE-4076-B875-D493515C43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94753" y="909466"/>
                  <a:ext cx="174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4FE361F-D703-4C74-9FBD-29AC2D4FF937}"/>
                    </a:ext>
                  </a:extLst>
                </p14:cNvPr>
                <p14:cNvContentPartPr/>
                <p14:nvPr/>
              </p14:nvContentPartPr>
              <p14:xfrm>
                <a:off x="1935593" y="892186"/>
                <a:ext cx="124200" cy="1454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4FE361F-D703-4C74-9FBD-29AC2D4FF9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26953" y="883186"/>
                  <a:ext cx="141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CB5F43FB-7751-48D0-A84D-03A1D3EC0DAE}"/>
                    </a:ext>
                  </a:extLst>
                </p14:cNvPr>
                <p14:cNvContentPartPr/>
                <p14:nvPr/>
              </p14:nvContentPartPr>
              <p14:xfrm>
                <a:off x="2174633" y="677266"/>
                <a:ext cx="58320" cy="1926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CB5F43FB-7751-48D0-A84D-03A1D3EC0D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5633" y="668626"/>
                  <a:ext cx="75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7C1B708E-8729-4FCE-978C-B0EFCA07F05A}"/>
                    </a:ext>
                  </a:extLst>
                </p14:cNvPr>
                <p14:cNvContentPartPr/>
                <p14:nvPr/>
              </p14:nvContentPartPr>
              <p14:xfrm>
                <a:off x="2265713" y="687706"/>
                <a:ext cx="171000" cy="1558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7C1B708E-8729-4FCE-978C-B0EFCA07F0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57073" y="679066"/>
                  <a:ext cx="188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15BBAFCB-ADAA-46B6-8763-637AA3C78211}"/>
                    </a:ext>
                  </a:extLst>
                </p14:cNvPr>
                <p14:cNvContentPartPr/>
                <p14:nvPr/>
              </p14:nvContentPartPr>
              <p14:xfrm>
                <a:off x="2483873" y="617506"/>
                <a:ext cx="58680" cy="2728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15BBAFCB-ADAA-46B6-8763-637AA3C782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74873" y="608506"/>
                  <a:ext cx="76320" cy="29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9B9BC90-94F3-4B82-A0BE-B9B6C3282EB4}"/>
                  </a:ext>
                </a:extLst>
              </p14:cNvPr>
              <p14:cNvContentPartPr/>
              <p14:nvPr/>
            </p14:nvContentPartPr>
            <p14:xfrm>
              <a:off x="2749553" y="703546"/>
              <a:ext cx="159840" cy="950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9B9BC90-94F3-4B82-A0BE-B9B6C3282EB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40913" y="694546"/>
                <a:ext cx="17748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upo 44">
            <a:extLst>
              <a:ext uri="{FF2B5EF4-FFF2-40B4-BE49-F238E27FC236}">
                <a16:creationId xmlns:a16="http://schemas.microsoft.com/office/drawing/2014/main" id="{33786E28-8CB9-46A5-BCD7-71778676F739}"/>
              </a:ext>
            </a:extLst>
          </p:cNvPr>
          <p:cNvGrpSpPr/>
          <p:nvPr/>
        </p:nvGrpSpPr>
        <p:grpSpPr>
          <a:xfrm>
            <a:off x="5832233" y="333106"/>
            <a:ext cx="716040" cy="259560"/>
            <a:chOff x="5832233" y="333106"/>
            <a:chExt cx="71604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9B73750F-2503-45F8-9A08-635B61F99A75}"/>
                    </a:ext>
                  </a:extLst>
                </p14:cNvPr>
                <p14:cNvContentPartPr/>
                <p14:nvPr/>
              </p14:nvContentPartPr>
              <p14:xfrm>
                <a:off x="6403913" y="412306"/>
                <a:ext cx="131400" cy="1771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9B73750F-2503-45F8-9A08-635B61F99A7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94913" y="403306"/>
                  <a:ext cx="149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191C1E02-19F6-4345-80E4-30C66AE231EF}"/>
                    </a:ext>
                  </a:extLst>
                </p14:cNvPr>
                <p14:cNvContentPartPr/>
                <p14:nvPr/>
              </p14:nvContentPartPr>
              <p14:xfrm>
                <a:off x="6380513" y="397546"/>
                <a:ext cx="167760" cy="1951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191C1E02-19F6-4345-80E4-30C66AE231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71873" y="388546"/>
                  <a:ext cx="1854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BD14262F-D052-494F-AC8A-D1C642FE86AA}"/>
                    </a:ext>
                  </a:extLst>
                </p14:cNvPr>
                <p14:cNvContentPartPr/>
                <p14:nvPr/>
              </p14:nvContentPartPr>
              <p14:xfrm>
                <a:off x="6154433" y="333106"/>
                <a:ext cx="135000" cy="1735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BD14262F-D052-494F-AC8A-D1C642FE86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45433" y="324106"/>
                  <a:ext cx="152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EE140C35-7793-44E1-A87B-F9BA9AC91B6B}"/>
                    </a:ext>
                  </a:extLst>
                </p14:cNvPr>
                <p14:cNvContentPartPr/>
                <p14:nvPr/>
              </p14:nvContentPartPr>
              <p14:xfrm>
                <a:off x="6067313" y="554866"/>
                <a:ext cx="185040" cy="144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EE140C35-7793-44E1-A87B-F9BA9AC91B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58673" y="545866"/>
                  <a:ext cx="20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9ADE40AD-96E4-44D8-ADC3-9FFB29ED2A06}"/>
                    </a:ext>
                  </a:extLst>
                </p14:cNvPr>
                <p14:cNvContentPartPr/>
                <p14:nvPr/>
              </p14:nvContentPartPr>
              <p14:xfrm>
                <a:off x="5832233" y="371266"/>
                <a:ext cx="127800" cy="10368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9ADE40AD-96E4-44D8-ADC3-9FFB29ED2A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23593" y="362266"/>
                  <a:ext cx="1454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F327D6F3-F28B-4024-BC55-F26E0B00F19B}"/>
              </a:ext>
            </a:extLst>
          </p:cNvPr>
          <p:cNvGrpSpPr/>
          <p:nvPr/>
        </p:nvGrpSpPr>
        <p:grpSpPr>
          <a:xfrm>
            <a:off x="6770033" y="391786"/>
            <a:ext cx="156960" cy="192240"/>
            <a:chOff x="6770033" y="391786"/>
            <a:chExt cx="1569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DB4D8C3-A216-4A11-91FB-F66996B687AF}"/>
                    </a:ext>
                  </a:extLst>
                </p14:cNvPr>
                <p14:cNvContentPartPr/>
                <p14:nvPr/>
              </p14:nvContentPartPr>
              <p14:xfrm>
                <a:off x="6794153" y="391786"/>
                <a:ext cx="130320" cy="1242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DB4D8C3-A216-4A11-91FB-F66996B687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85153" y="383146"/>
                  <a:ext cx="147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5EBAC44-D893-469A-9776-0CCDF2451B90}"/>
                    </a:ext>
                  </a:extLst>
                </p14:cNvPr>
                <p14:cNvContentPartPr/>
                <p14:nvPr/>
              </p14:nvContentPartPr>
              <p14:xfrm>
                <a:off x="6770033" y="581866"/>
                <a:ext cx="156960" cy="21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5EBAC44-D893-469A-9776-0CCDF2451B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61393" y="572866"/>
                  <a:ext cx="17460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60688784-8803-48B4-A69C-235FAF162674}"/>
                  </a:ext>
                </a:extLst>
              </p14:cNvPr>
              <p14:cNvContentPartPr/>
              <p14:nvPr/>
            </p14:nvContentPartPr>
            <p14:xfrm>
              <a:off x="7120313" y="401146"/>
              <a:ext cx="147960" cy="21204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60688784-8803-48B4-A69C-235FAF16267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111313" y="392146"/>
                <a:ext cx="16560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upo 42">
            <a:extLst>
              <a:ext uri="{FF2B5EF4-FFF2-40B4-BE49-F238E27FC236}">
                <a16:creationId xmlns:a16="http://schemas.microsoft.com/office/drawing/2014/main" id="{9267B69B-26A7-47EC-98CD-B66E14B85FA5}"/>
              </a:ext>
            </a:extLst>
          </p:cNvPr>
          <p:cNvGrpSpPr/>
          <p:nvPr/>
        </p:nvGrpSpPr>
        <p:grpSpPr>
          <a:xfrm>
            <a:off x="5539913" y="1079026"/>
            <a:ext cx="700920" cy="217080"/>
            <a:chOff x="5539913" y="1079026"/>
            <a:chExt cx="70092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EDB27FA-6806-4E89-BB96-829C2E9201E8}"/>
                    </a:ext>
                  </a:extLst>
                </p14:cNvPr>
                <p14:cNvContentPartPr/>
                <p14:nvPr/>
              </p14:nvContentPartPr>
              <p14:xfrm>
                <a:off x="5539913" y="1104226"/>
                <a:ext cx="177840" cy="1918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EDB27FA-6806-4E89-BB96-829C2E9201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31273" y="1095586"/>
                  <a:ext cx="195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FA52D58-5BDA-401C-AA3C-AD05EC9E8826}"/>
                    </a:ext>
                  </a:extLst>
                </p14:cNvPr>
                <p14:cNvContentPartPr/>
                <p14:nvPr/>
              </p14:nvContentPartPr>
              <p14:xfrm>
                <a:off x="5828633" y="1120786"/>
                <a:ext cx="141480" cy="1224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FA52D58-5BDA-401C-AA3C-AD05EC9E88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19993" y="1112146"/>
                  <a:ext cx="159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EAC36605-2589-4E7C-AFC5-6A3D288714D6}"/>
                    </a:ext>
                  </a:extLst>
                </p14:cNvPr>
                <p14:cNvContentPartPr/>
                <p14:nvPr/>
              </p14:nvContentPartPr>
              <p14:xfrm>
                <a:off x="6077033" y="1079026"/>
                <a:ext cx="163800" cy="14868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EAC36605-2589-4E7C-AFC5-6A3D288714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068033" y="1070386"/>
                  <a:ext cx="18144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7F2703F6-1B72-4E80-8813-2DB315307401}"/>
                  </a:ext>
                </a:extLst>
              </p14:cNvPr>
              <p14:cNvContentPartPr/>
              <p14:nvPr/>
            </p14:nvContentPartPr>
            <p14:xfrm>
              <a:off x="869273" y="1882546"/>
              <a:ext cx="89640" cy="42048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7F2703F6-1B72-4E80-8813-2DB31530740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0633" y="1873906"/>
                <a:ext cx="10728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65F581FA-56A9-4DBD-9330-6E6D370A622D}"/>
                  </a:ext>
                </a:extLst>
              </p14:cNvPr>
              <p14:cNvContentPartPr/>
              <p14:nvPr/>
            </p14:nvContentPartPr>
            <p14:xfrm>
              <a:off x="1128473" y="1996666"/>
              <a:ext cx="32400" cy="43236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65F581FA-56A9-4DBD-9330-6E6D370A622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19473" y="1987666"/>
                <a:ext cx="5004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CE506298-067B-478C-ACD6-BA5CA15971BF}"/>
                  </a:ext>
                </a:extLst>
              </p14:cNvPr>
              <p14:cNvContentPartPr/>
              <p14:nvPr/>
            </p14:nvContentPartPr>
            <p14:xfrm>
              <a:off x="1131353" y="1989826"/>
              <a:ext cx="164520" cy="21240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CE506298-067B-478C-ACD6-BA5CA15971B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22713" y="1980826"/>
                <a:ext cx="1821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E1B279F2-3022-4C9A-882C-1095EAEF1E04}"/>
                  </a:ext>
                </a:extLst>
              </p14:cNvPr>
              <p14:cNvContentPartPr/>
              <p14:nvPr/>
            </p14:nvContentPartPr>
            <p14:xfrm>
              <a:off x="1422233" y="1948786"/>
              <a:ext cx="162720" cy="30384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E1B279F2-3022-4C9A-882C-1095EAEF1E0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13593" y="1939786"/>
                <a:ext cx="180360" cy="3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599078CF-BCFB-4F65-967A-C875DC01DBC3}"/>
              </a:ext>
            </a:extLst>
          </p:cNvPr>
          <p:cNvGrpSpPr/>
          <p:nvPr/>
        </p:nvGrpSpPr>
        <p:grpSpPr>
          <a:xfrm>
            <a:off x="1649393" y="1981906"/>
            <a:ext cx="1097640" cy="329760"/>
            <a:chOff x="1649393" y="1981906"/>
            <a:chExt cx="109764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B04ED15B-055B-47B5-BB0D-9A6362636293}"/>
                    </a:ext>
                  </a:extLst>
                </p14:cNvPr>
                <p14:cNvContentPartPr/>
                <p14:nvPr/>
              </p14:nvContentPartPr>
              <p14:xfrm>
                <a:off x="1690073" y="2060026"/>
                <a:ext cx="99000" cy="1710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B04ED15B-055B-47B5-BB0D-9A636263629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81433" y="2051026"/>
                  <a:ext cx="116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3C9E3E08-7495-46E1-824F-0F362D8ABC75}"/>
                    </a:ext>
                  </a:extLst>
                </p14:cNvPr>
                <p14:cNvContentPartPr/>
                <p14:nvPr/>
              </p14:nvContentPartPr>
              <p14:xfrm>
                <a:off x="1649393" y="2005306"/>
                <a:ext cx="175320" cy="1767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3C9E3E08-7495-46E1-824F-0F362D8ABC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40753" y="1996306"/>
                  <a:ext cx="192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935DB14-46F2-4ABF-BD97-2A364F983F81}"/>
                    </a:ext>
                  </a:extLst>
                </p14:cNvPr>
                <p14:cNvContentPartPr/>
                <p14:nvPr/>
              </p14:nvContentPartPr>
              <p14:xfrm>
                <a:off x="1936673" y="2042746"/>
                <a:ext cx="124560" cy="1047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935DB14-46F2-4ABF-BD97-2A364F983F8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27673" y="2033746"/>
                  <a:ext cx="142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2444F955-335D-447D-A3CD-61DCA01C75E4}"/>
                    </a:ext>
                  </a:extLst>
                </p14:cNvPr>
                <p14:cNvContentPartPr/>
                <p14:nvPr/>
              </p14:nvContentPartPr>
              <p14:xfrm>
                <a:off x="1946393" y="2210506"/>
                <a:ext cx="137520" cy="446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2444F955-335D-447D-A3CD-61DCA01C75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37393" y="2201506"/>
                  <a:ext cx="155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CCC6C2F5-393A-422D-8FA0-F61E84322598}"/>
                    </a:ext>
                  </a:extLst>
                </p14:cNvPr>
                <p14:cNvContentPartPr/>
                <p14:nvPr/>
              </p14:nvContentPartPr>
              <p14:xfrm>
                <a:off x="2187593" y="2035186"/>
                <a:ext cx="106200" cy="2077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CCC6C2F5-393A-422D-8FA0-F61E843225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78593" y="2026546"/>
                  <a:ext cx="123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3724606E-5AB0-4033-A318-B03E0663B1B0}"/>
                    </a:ext>
                  </a:extLst>
                </p14:cNvPr>
                <p14:cNvContentPartPr/>
                <p14:nvPr/>
              </p14:nvContentPartPr>
              <p14:xfrm>
                <a:off x="2346713" y="2249746"/>
                <a:ext cx="5040" cy="482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3724606E-5AB0-4033-A318-B03E0663B1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37713" y="2240746"/>
                  <a:ext cx="22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75A79F2-DB0C-4035-881B-549852FD86B5}"/>
                    </a:ext>
                  </a:extLst>
                </p14:cNvPr>
                <p14:cNvContentPartPr/>
                <p14:nvPr/>
              </p14:nvContentPartPr>
              <p14:xfrm>
                <a:off x="2459753" y="2045266"/>
                <a:ext cx="90720" cy="1666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75A79F2-DB0C-4035-881B-549852FD86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51113" y="2036266"/>
                  <a:ext cx="108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9A84F64-B394-4173-BD51-92C9D51288BC}"/>
                    </a:ext>
                  </a:extLst>
                </p14:cNvPr>
                <p14:cNvContentPartPr/>
                <p14:nvPr/>
              </p14:nvContentPartPr>
              <p14:xfrm>
                <a:off x="2632553" y="1981906"/>
                <a:ext cx="114480" cy="3297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9A84F64-B394-4173-BD51-92C9D51288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23913" y="1972906"/>
                  <a:ext cx="13212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F3E8BDB1-C255-4829-BEFA-3A39C8684792}"/>
              </a:ext>
            </a:extLst>
          </p:cNvPr>
          <p:cNvGrpSpPr/>
          <p:nvPr/>
        </p:nvGrpSpPr>
        <p:grpSpPr>
          <a:xfrm>
            <a:off x="8917433" y="1270546"/>
            <a:ext cx="972720" cy="298800"/>
            <a:chOff x="8917433" y="1270546"/>
            <a:chExt cx="97272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703EC316-C215-440E-86FB-7F9C7599AB13}"/>
                    </a:ext>
                  </a:extLst>
                </p14:cNvPr>
                <p14:cNvContentPartPr/>
                <p14:nvPr/>
              </p14:nvContentPartPr>
              <p14:xfrm>
                <a:off x="8917433" y="1270546"/>
                <a:ext cx="208080" cy="2426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703EC316-C215-440E-86FB-7F9C7599AB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908433" y="1261906"/>
                  <a:ext cx="225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8BE2E15E-684F-4656-AF6C-2B5D0D6662D4}"/>
                    </a:ext>
                  </a:extLst>
                </p14:cNvPr>
                <p14:cNvContentPartPr/>
                <p14:nvPr/>
              </p14:nvContentPartPr>
              <p14:xfrm>
                <a:off x="9163673" y="1318426"/>
                <a:ext cx="228960" cy="1681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8BE2E15E-684F-4656-AF6C-2B5D0D6662D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54673" y="1309426"/>
                  <a:ext cx="2466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B8EB5716-A434-41D6-8E3F-E664A752822F}"/>
                    </a:ext>
                  </a:extLst>
                </p14:cNvPr>
                <p14:cNvContentPartPr/>
                <p14:nvPr/>
              </p14:nvContentPartPr>
              <p14:xfrm>
                <a:off x="9523673" y="1364506"/>
                <a:ext cx="284400" cy="1414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B8EB5716-A434-41D6-8E3F-E664A752822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14673" y="1355506"/>
                  <a:ext cx="302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8679091B-C121-4DAA-A55B-978D9F6C7D7D}"/>
                    </a:ext>
                  </a:extLst>
                </p14:cNvPr>
                <p14:cNvContentPartPr/>
                <p14:nvPr/>
              </p14:nvContentPartPr>
              <p14:xfrm>
                <a:off x="9774593" y="1388266"/>
                <a:ext cx="115560" cy="1810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8679091B-C121-4DAA-A55B-978D9F6C7D7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65953" y="1379266"/>
                  <a:ext cx="1332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50FE58A0-BEBF-4C5A-BD68-2BE07BAE37DD}"/>
              </a:ext>
            </a:extLst>
          </p:cNvPr>
          <p:cNvGrpSpPr/>
          <p:nvPr/>
        </p:nvGrpSpPr>
        <p:grpSpPr>
          <a:xfrm>
            <a:off x="10209833" y="1254346"/>
            <a:ext cx="1039320" cy="213840"/>
            <a:chOff x="10209833" y="1254346"/>
            <a:chExt cx="103932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F217CE22-EE14-4E6C-BC38-146E86F30DBA}"/>
                    </a:ext>
                  </a:extLst>
                </p14:cNvPr>
                <p14:cNvContentPartPr/>
                <p14:nvPr/>
              </p14:nvContentPartPr>
              <p14:xfrm>
                <a:off x="10209833" y="1386106"/>
                <a:ext cx="93960" cy="72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F217CE22-EE14-4E6C-BC38-146E86F30DB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00833" y="1377106"/>
                  <a:ext cx="111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2867A9DA-B910-4BCD-B4DC-1A489078A2A1}"/>
                    </a:ext>
                  </a:extLst>
                </p14:cNvPr>
                <p14:cNvContentPartPr/>
                <p14:nvPr/>
              </p14:nvContentPartPr>
              <p14:xfrm>
                <a:off x="10225313" y="1428586"/>
                <a:ext cx="159840" cy="309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2867A9DA-B910-4BCD-B4DC-1A489078A2A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16313" y="1419946"/>
                  <a:ext cx="177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DAA0685C-F039-4119-9880-0BD445BB12FD}"/>
                    </a:ext>
                  </a:extLst>
                </p14:cNvPr>
                <p14:cNvContentPartPr/>
                <p14:nvPr/>
              </p14:nvContentPartPr>
              <p14:xfrm>
                <a:off x="10490273" y="1254346"/>
                <a:ext cx="217440" cy="2138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DAA0685C-F039-4119-9880-0BD445BB12F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81633" y="1245706"/>
                  <a:ext cx="235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26A65A61-0961-408B-B265-C91BB6DE85E4}"/>
                    </a:ext>
                  </a:extLst>
                </p14:cNvPr>
                <p14:cNvContentPartPr/>
                <p14:nvPr/>
              </p14:nvContentPartPr>
              <p14:xfrm>
                <a:off x="10774313" y="1265866"/>
                <a:ext cx="81720" cy="1364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26A65A61-0961-408B-B265-C91BB6DE85E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5313" y="1256866"/>
                  <a:ext cx="99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AA13B412-30BF-4FA2-BC71-6FE78160A585}"/>
                    </a:ext>
                  </a:extLst>
                </p14:cNvPr>
                <p14:cNvContentPartPr/>
                <p14:nvPr/>
              </p14:nvContentPartPr>
              <p14:xfrm>
                <a:off x="11015153" y="1300066"/>
                <a:ext cx="183960" cy="986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AA13B412-30BF-4FA2-BC71-6FE78160A58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06153" y="1291066"/>
                  <a:ext cx="201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7422733-AA31-470D-A32F-0F8C1D562170}"/>
                    </a:ext>
                  </a:extLst>
                </p14:cNvPr>
                <p14:cNvContentPartPr/>
                <p14:nvPr/>
              </p14:nvContentPartPr>
              <p14:xfrm>
                <a:off x="11248793" y="1400866"/>
                <a:ext cx="360" cy="3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7422733-AA31-470D-A32F-0F8C1D5621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240153" y="13918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67C5C322-510E-48B9-9223-80E2C5E4AE7E}"/>
              </a:ext>
            </a:extLst>
          </p:cNvPr>
          <p:cNvGrpSpPr/>
          <p:nvPr/>
        </p:nvGrpSpPr>
        <p:grpSpPr>
          <a:xfrm>
            <a:off x="5856713" y="88666"/>
            <a:ext cx="131760" cy="213120"/>
            <a:chOff x="5856713" y="88666"/>
            <a:chExt cx="13176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E8C6960B-6440-4328-AD6A-D572C2217C44}"/>
                    </a:ext>
                  </a:extLst>
                </p14:cNvPr>
                <p14:cNvContentPartPr/>
                <p14:nvPr/>
              </p14:nvContentPartPr>
              <p14:xfrm>
                <a:off x="5894513" y="88666"/>
                <a:ext cx="33480" cy="1447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E8C6960B-6440-4328-AD6A-D572C2217C4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85513" y="80026"/>
                  <a:ext cx="51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67603FCB-7D4D-4F09-8FF4-5F9F32CA8C68}"/>
                    </a:ext>
                  </a:extLst>
                </p14:cNvPr>
                <p14:cNvContentPartPr/>
                <p14:nvPr/>
              </p14:nvContentPartPr>
              <p14:xfrm>
                <a:off x="5856713" y="220786"/>
                <a:ext cx="131760" cy="8100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67603FCB-7D4D-4F09-8FF4-5F9F32CA8C6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47713" y="212146"/>
                  <a:ext cx="1494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E86FBF18-F0CD-464A-8A43-6747037B1B8A}"/>
              </a:ext>
            </a:extLst>
          </p:cNvPr>
          <p:cNvGrpSpPr/>
          <p:nvPr/>
        </p:nvGrpSpPr>
        <p:grpSpPr>
          <a:xfrm>
            <a:off x="10534193" y="297466"/>
            <a:ext cx="770760" cy="191520"/>
            <a:chOff x="10534193" y="297466"/>
            <a:chExt cx="77076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A165D01C-4B03-442A-881A-D646E9F2777A}"/>
                    </a:ext>
                  </a:extLst>
                </p14:cNvPr>
                <p14:cNvContentPartPr/>
                <p14:nvPr/>
              </p14:nvContentPartPr>
              <p14:xfrm>
                <a:off x="10534193" y="297466"/>
                <a:ext cx="142920" cy="1674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A165D01C-4B03-442A-881A-D646E9F2777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25553" y="288466"/>
                  <a:ext cx="160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46B9BE7-1DE6-444F-A674-7D6AD3D8A2EE}"/>
                    </a:ext>
                  </a:extLst>
                </p14:cNvPr>
                <p14:cNvContentPartPr/>
                <p14:nvPr/>
              </p14:nvContentPartPr>
              <p14:xfrm>
                <a:off x="10550033" y="486106"/>
                <a:ext cx="129960" cy="288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46B9BE7-1DE6-444F-A674-7D6AD3D8A2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541033" y="477106"/>
                  <a:ext cx="147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5C4E3282-1A91-4FF7-B41F-63BEE76181E0}"/>
                    </a:ext>
                  </a:extLst>
                </p14:cNvPr>
                <p14:cNvContentPartPr/>
                <p14:nvPr/>
              </p14:nvContentPartPr>
              <p14:xfrm>
                <a:off x="10820753" y="333826"/>
                <a:ext cx="27360" cy="1508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5C4E3282-1A91-4FF7-B41F-63BEE76181E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11753" y="325186"/>
                  <a:ext cx="45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AC683614-2353-4BD4-9ACC-CD51CE67FCE7}"/>
                    </a:ext>
                  </a:extLst>
                </p14:cNvPr>
                <p14:cNvContentPartPr/>
                <p14:nvPr/>
              </p14:nvContentPartPr>
              <p14:xfrm>
                <a:off x="10933793" y="325186"/>
                <a:ext cx="371160" cy="1519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AC683614-2353-4BD4-9ACC-CD51CE67FCE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25153" y="316546"/>
                  <a:ext cx="3888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294FB6C8-B09F-478E-B601-6EB0E5B8EE8E}"/>
              </a:ext>
            </a:extLst>
          </p:cNvPr>
          <p:cNvGrpSpPr/>
          <p:nvPr/>
        </p:nvGrpSpPr>
        <p:grpSpPr>
          <a:xfrm>
            <a:off x="9399473" y="272986"/>
            <a:ext cx="893520" cy="263160"/>
            <a:chOff x="9399473" y="272986"/>
            <a:chExt cx="89352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8C1A0641-504F-411A-BEE8-1E1BB4A00F1D}"/>
                    </a:ext>
                  </a:extLst>
                </p14:cNvPr>
                <p14:cNvContentPartPr/>
                <p14:nvPr/>
              </p14:nvContentPartPr>
              <p14:xfrm>
                <a:off x="10081313" y="352546"/>
                <a:ext cx="190800" cy="1836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8C1A0641-504F-411A-BEE8-1E1BB4A00F1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72313" y="343546"/>
                  <a:ext cx="2084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D23E602E-70C1-4939-B736-D2E2FA15516A}"/>
                    </a:ext>
                  </a:extLst>
                </p14:cNvPr>
                <p14:cNvContentPartPr/>
                <p14:nvPr/>
              </p14:nvContentPartPr>
              <p14:xfrm>
                <a:off x="10084913" y="316546"/>
                <a:ext cx="208080" cy="1810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D23E602E-70C1-4939-B736-D2E2FA15516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076273" y="307546"/>
                  <a:ext cx="225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51CD4C00-5D16-4312-8A5A-D60DC5341A53}"/>
                    </a:ext>
                  </a:extLst>
                </p14:cNvPr>
                <p14:cNvContentPartPr/>
                <p14:nvPr/>
              </p14:nvContentPartPr>
              <p14:xfrm>
                <a:off x="9835433" y="272986"/>
                <a:ext cx="116280" cy="17532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51CD4C00-5D16-4312-8A5A-D60DC5341A5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26793" y="264346"/>
                  <a:ext cx="133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2A54891-6522-4B62-85FE-B2B05E32F278}"/>
                    </a:ext>
                  </a:extLst>
                </p14:cNvPr>
                <p14:cNvContentPartPr/>
                <p14:nvPr/>
              </p14:nvContentPartPr>
              <p14:xfrm>
                <a:off x="9734993" y="485026"/>
                <a:ext cx="229320" cy="324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2A54891-6522-4B62-85FE-B2B05E32F2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26353" y="476386"/>
                  <a:ext cx="246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F8756D7D-B47A-4CC6-8A8A-D320E0AFEEFE}"/>
                    </a:ext>
                  </a:extLst>
                </p14:cNvPr>
                <p14:cNvContentPartPr/>
                <p14:nvPr/>
              </p14:nvContentPartPr>
              <p14:xfrm>
                <a:off x="9501353" y="305386"/>
                <a:ext cx="59400" cy="997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F8756D7D-B47A-4CC6-8A8A-D320E0AFEEF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92353" y="296746"/>
                  <a:ext cx="77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9DC7169F-2AB8-4562-B9A0-04AC595DD5FE}"/>
                    </a:ext>
                  </a:extLst>
                </p14:cNvPr>
                <p14:cNvContentPartPr/>
                <p14:nvPr/>
              </p14:nvContentPartPr>
              <p14:xfrm>
                <a:off x="9399473" y="298186"/>
                <a:ext cx="179280" cy="19728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9DC7169F-2AB8-4562-B9A0-04AC595DD5F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90833" y="289546"/>
                  <a:ext cx="1969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2787C254-7301-463B-8DE0-7E3EBD75D13C}"/>
              </a:ext>
            </a:extLst>
          </p:cNvPr>
          <p:cNvGrpSpPr/>
          <p:nvPr/>
        </p:nvGrpSpPr>
        <p:grpSpPr>
          <a:xfrm>
            <a:off x="2943953" y="2184226"/>
            <a:ext cx="164880" cy="77760"/>
            <a:chOff x="2943953" y="2184226"/>
            <a:chExt cx="16488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A33A9414-2AC9-450A-A148-80A311E044DA}"/>
                    </a:ext>
                  </a:extLst>
                </p14:cNvPr>
                <p14:cNvContentPartPr/>
                <p14:nvPr/>
              </p14:nvContentPartPr>
              <p14:xfrm>
                <a:off x="2943953" y="2184226"/>
                <a:ext cx="132840" cy="64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A33A9414-2AC9-450A-A148-80A311E044D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35313" y="2175586"/>
                  <a:ext cx="150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8106679-74A8-4F88-96E7-9865B47D76FE}"/>
                    </a:ext>
                  </a:extLst>
                </p14:cNvPr>
                <p14:cNvContentPartPr/>
                <p14:nvPr/>
              </p14:nvContentPartPr>
              <p14:xfrm>
                <a:off x="2969153" y="2250466"/>
                <a:ext cx="139680" cy="1152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8106679-74A8-4F88-96E7-9865B47D76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60153" y="2241466"/>
                  <a:ext cx="15732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DB08345E-06F9-440D-AC3C-2D815A5D5057}"/>
                  </a:ext>
                </a:extLst>
              </p14:cNvPr>
              <p14:cNvContentPartPr/>
              <p14:nvPr/>
            </p14:nvContentPartPr>
            <p14:xfrm>
              <a:off x="4049873" y="1935466"/>
              <a:ext cx="159840" cy="64836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DB08345E-06F9-440D-AC3C-2D815A5D505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041233" y="1926826"/>
                <a:ext cx="177480" cy="66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upo 114">
            <a:extLst>
              <a:ext uri="{FF2B5EF4-FFF2-40B4-BE49-F238E27FC236}">
                <a16:creationId xmlns:a16="http://schemas.microsoft.com/office/drawing/2014/main" id="{DD56D0F3-B9A0-458B-ADA8-6304C99CE995}"/>
              </a:ext>
            </a:extLst>
          </p:cNvPr>
          <p:cNvGrpSpPr/>
          <p:nvPr/>
        </p:nvGrpSpPr>
        <p:grpSpPr>
          <a:xfrm>
            <a:off x="3987953" y="2657266"/>
            <a:ext cx="269640" cy="148320"/>
            <a:chOff x="3987953" y="2657266"/>
            <a:chExt cx="26964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26A4408D-5721-4D7B-B29E-EFA259A78057}"/>
                    </a:ext>
                  </a:extLst>
                </p14:cNvPr>
                <p14:cNvContentPartPr/>
                <p14:nvPr/>
              </p14:nvContentPartPr>
              <p14:xfrm>
                <a:off x="3987953" y="2686426"/>
                <a:ext cx="72720" cy="11916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26A4408D-5721-4D7B-B29E-EFA259A780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79313" y="2677426"/>
                  <a:ext cx="90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9D384BFF-B144-4EB3-BE71-DB759501C089}"/>
                    </a:ext>
                  </a:extLst>
                </p14:cNvPr>
                <p14:cNvContentPartPr/>
                <p14:nvPr/>
              </p14:nvContentPartPr>
              <p14:xfrm>
                <a:off x="4112873" y="2764186"/>
                <a:ext cx="5040" cy="82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9D384BFF-B144-4EB3-BE71-DB759501C08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03873" y="2755546"/>
                  <a:ext cx="22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F599FEAF-2DD8-41FB-BE68-CB76467D8378}"/>
                    </a:ext>
                  </a:extLst>
                </p14:cNvPr>
                <p14:cNvContentPartPr/>
                <p14:nvPr/>
              </p14:nvContentPartPr>
              <p14:xfrm>
                <a:off x="4173713" y="2657266"/>
                <a:ext cx="83880" cy="1454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F599FEAF-2DD8-41FB-BE68-CB76467D83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64713" y="2648626"/>
                  <a:ext cx="1015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C2A40A68-E5CB-496A-BDC3-BB57E4980031}"/>
              </a:ext>
            </a:extLst>
          </p:cNvPr>
          <p:cNvGrpSpPr/>
          <p:nvPr/>
        </p:nvGrpSpPr>
        <p:grpSpPr>
          <a:xfrm>
            <a:off x="4029713" y="1664746"/>
            <a:ext cx="248400" cy="135360"/>
            <a:chOff x="4029713" y="1664746"/>
            <a:chExt cx="24840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44C34689-3782-4051-AA21-21604564CC11}"/>
                    </a:ext>
                  </a:extLst>
                </p14:cNvPr>
                <p14:cNvContentPartPr/>
                <p14:nvPr/>
              </p14:nvContentPartPr>
              <p14:xfrm>
                <a:off x="4029713" y="1697866"/>
                <a:ext cx="91080" cy="10224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44C34689-3782-4051-AA21-21604564CC1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20713" y="1689226"/>
                  <a:ext cx="108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7DE8EBDC-FA42-486D-A305-C23337E382DA}"/>
                    </a:ext>
                  </a:extLst>
                </p14:cNvPr>
                <p14:cNvContentPartPr/>
                <p14:nvPr/>
              </p14:nvContentPartPr>
              <p14:xfrm>
                <a:off x="4155353" y="1757266"/>
                <a:ext cx="7920" cy="1872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7DE8EBDC-FA42-486D-A305-C23337E382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46353" y="1748626"/>
                  <a:ext cx="25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E8A8159A-C48A-4C9B-A2D0-1703C6C2EB56}"/>
                    </a:ext>
                  </a:extLst>
                </p14:cNvPr>
                <p14:cNvContentPartPr/>
                <p14:nvPr/>
              </p14:nvContentPartPr>
              <p14:xfrm>
                <a:off x="4199273" y="1664746"/>
                <a:ext cx="78840" cy="975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E8A8159A-C48A-4C9B-A2D0-1703C6C2EB5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90273" y="1656106"/>
                  <a:ext cx="964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1DD128D2-A54C-4896-BFDA-41FB0EE18C48}"/>
              </a:ext>
            </a:extLst>
          </p:cNvPr>
          <p:cNvGrpSpPr/>
          <p:nvPr/>
        </p:nvGrpSpPr>
        <p:grpSpPr>
          <a:xfrm>
            <a:off x="3558833" y="2011066"/>
            <a:ext cx="246240" cy="427320"/>
            <a:chOff x="3558833" y="2011066"/>
            <a:chExt cx="24624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249118F-D808-40D6-89B7-6E14FF97C36B}"/>
                    </a:ext>
                  </a:extLst>
                </p14:cNvPr>
                <p14:cNvContentPartPr/>
                <p14:nvPr/>
              </p14:nvContentPartPr>
              <p14:xfrm>
                <a:off x="3605993" y="2011066"/>
                <a:ext cx="140040" cy="1112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249118F-D808-40D6-89B7-6E14FF97C36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96993" y="2002066"/>
                  <a:ext cx="157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1365DDD2-251D-4D47-BB15-16145C13D9F9}"/>
                    </a:ext>
                  </a:extLst>
                </p14:cNvPr>
                <p14:cNvContentPartPr/>
                <p14:nvPr/>
              </p14:nvContentPartPr>
              <p14:xfrm>
                <a:off x="3558833" y="2170546"/>
                <a:ext cx="246240" cy="165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1365DDD2-251D-4D47-BB15-16145C13D9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49833" y="2161906"/>
                  <a:ext cx="263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3B83E172-542A-48F7-8CA4-C1288095C588}"/>
                    </a:ext>
                  </a:extLst>
                </p14:cNvPr>
                <p14:cNvContentPartPr/>
                <p14:nvPr/>
              </p14:nvContentPartPr>
              <p14:xfrm>
                <a:off x="3633713" y="2231386"/>
                <a:ext cx="104040" cy="889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3B83E172-542A-48F7-8CA4-C1288095C58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625073" y="2222746"/>
                  <a:ext cx="121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FAECF65-E387-4917-90B1-8036E1E1172B}"/>
                    </a:ext>
                  </a:extLst>
                </p14:cNvPr>
                <p14:cNvContentPartPr/>
                <p14:nvPr/>
              </p14:nvContentPartPr>
              <p14:xfrm>
                <a:off x="3621113" y="2329306"/>
                <a:ext cx="128520" cy="1090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FAECF65-E387-4917-90B1-8036E1E1172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12473" y="2320666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25D5D1D6-1443-4456-A47B-9441DD91C2C8}"/>
              </a:ext>
            </a:extLst>
          </p:cNvPr>
          <p:cNvGrpSpPr/>
          <p:nvPr/>
        </p:nvGrpSpPr>
        <p:grpSpPr>
          <a:xfrm>
            <a:off x="4489793" y="1909546"/>
            <a:ext cx="935280" cy="319320"/>
            <a:chOff x="4489793" y="1909546"/>
            <a:chExt cx="93528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B250632A-B795-42D7-858D-BECCCBB0644D}"/>
                    </a:ext>
                  </a:extLst>
                </p14:cNvPr>
                <p14:cNvContentPartPr/>
                <p14:nvPr/>
              </p14:nvContentPartPr>
              <p14:xfrm>
                <a:off x="4489793" y="2064706"/>
                <a:ext cx="127800" cy="1364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B250632A-B795-42D7-858D-BECCCBB0644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80793" y="2056066"/>
                  <a:ext cx="145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27EF5932-A430-42B8-9779-F57C1DA8AD71}"/>
                    </a:ext>
                  </a:extLst>
                </p14:cNvPr>
                <p14:cNvContentPartPr/>
                <p14:nvPr/>
              </p14:nvContentPartPr>
              <p14:xfrm>
                <a:off x="4633433" y="2021866"/>
                <a:ext cx="140760" cy="17496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27EF5932-A430-42B8-9779-F57C1DA8AD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24433" y="2012866"/>
                  <a:ext cx="158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D0BB0068-A8A1-46F7-AB9E-8A15996038B2}"/>
                    </a:ext>
                  </a:extLst>
                </p14:cNvPr>
                <p14:cNvContentPartPr/>
                <p14:nvPr/>
              </p14:nvContentPartPr>
              <p14:xfrm>
                <a:off x="4795073" y="1909546"/>
                <a:ext cx="139680" cy="17676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D0BB0068-A8A1-46F7-AB9E-8A15996038B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86433" y="1900906"/>
                  <a:ext cx="157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4D017DCD-25E0-479E-84D7-DFF6CDBC52FD}"/>
                    </a:ext>
                  </a:extLst>
                </p14:cNvPr>
                <p14:cNvContentPartPr/>
                <p14:nvPr/>
              </p14:nvContentPartPr>
              <p14:xfrm>
                <a:off x="5021153" y="1966066"/>
                <a:ext cx="163800" cy="26172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4D017DCD-25E0-479E-84D7-DFF6CDBC52F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12513" y="1957426"/>
                  <a:ext cx="1814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17E948E1-E82D-49F3-9C46-899E12349B94}"/>
                    </a:ext>
                  </a:extLst>
                </p14:cNvPr>
                <p14:cNvContentPartPr/>
                <p14:nvPr/>
              </p14:nvContentPartPr>
              <p14:xfrm>
                <a:off x="5226713" y="2087746"/>
                <a:ext cx="118440" cy="14112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17E948E1-E82D-49F3-9C46-899E12349B9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17713" y="2079106"/>
                  <a:ext cx="1360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CBD43F6F-0AB6-4A10-B01B-EA0EAF1484E9}"/>
                    </a:ext>
                  </a:extLst>
                </p14:cNvPr>
                <p14:cNvContentPartPr/>
                <p14:nvPr/>
              </p14:nvContentPartPr>
              <p14:xfrm>
                <a:off x="5334713" y="2060746"/>
                <a:ext cx="90360" cy="1641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CBD43F6F-0AB6-4A10-B01B-EA0EAF1484E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25713" y="2052106"/>
                  <a:ext cx="10800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390632F6-9B61-4CDE-9181-91632D6094BD}"/>
                  </a:ext>
                </a:extLst>
              </p14:cNvPr>
              <p14:cNvContentPartPr/>
              <p14:nvPr/>
            </p14:nvContentPartPr>
            <p14:xfrm>
              <a:off x="7170353" y="413026"/>
              <a:ext cx="10080" cy="3528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390632F6-9B61-4CDE-9181-91632D6094B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161713" y="404026"/>
                <a:ext cx="277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0570E51E-62F2-4090-A03D-CA7430E2C0AB}"/>
                  </a:ext>
                </a:extLst>
              </p14:cNvPr>
              <p14:cNvContentPartPr/>
              <p14:nvPr/>
            </p14:nvContentPartPr>
            <p14:xfrm>
              <a:off x="3446513" y="834586"/>
              <a:ext cx="360" cy="36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0570E51E-62F2-4090-A03D-CA7430E2C0A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437873" y="82594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upo 134">
            <a:extLst>
              <a:ext uri="{FF2B5EF4-FFF2-40B4-BE49-F238E27FC236}">
                <a16:creationId xmlns:a16="http://schemas.microsoft.com/office/drawing/2014/main" id="{ECC82670-755A-4946-869C-B36EFADC316D}"/>
              </a:ext>
            </a:extLst>
          </p:cNvPr>
          <p:cNvGrpSpPr/>
          <p:nvPr/>
        </p:nvGrpSpPr>
        <p:grpSpPr>
          <a:xfrm>
            <a:off x="3146993" y="314026"/>
            <a:ext cx="1297440" cy="1149120"/>
            <a:chOff x="3146993" y="314026"/>
            <a:chExt cx="1297440" cy="11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72B95BA-5DF4-4FA8-AE46-FD074DF146A9}"/>
                    </a:ext>
                  </a:extLst>
                </p14:cNvPr>
                <p14:cNvContentPartPr/>
                <p14:nvPr/>
              </p14:nvContentPartPr>
              <p14:xfrm>
                <a:off x="3164633" y="335626"/>
                <a:ext cx="90000" cy="9874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72B95BA-5DF4-4FA8-AE46-FD074DF146A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55993" y="326986"/>
                  <a:ext cx="107640" cy="10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2CE3299-1F92-4422-B857-B2EE0005AB9A}"/>
                    </a:ext>
                  </a:extLst>
                </p14:cNvPr>
                <p14:cNvContentPartPr/>
                <p14:nvPr/>
              </p14:nvContentPartPr>
              <p14:xfrm>
                <a:off x="3547313" y="314026"/>
                <a:ext cx="123120" cy="1969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2CE3299-1F92-4422-B857-B2EE0005AB9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538313" y="305026"/>
                  <a:ext cx="140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ED5535E-AD87-4C87-9983-A3065A222138}"/>
                    </a:ext>
                  </a:extLst>
                </p14:cNvPr>
                <p14:cNvContentPartPr/>
                <p14:nvPr/>
              </p14:nvContentPartPr>
              <p14:xfrm>
                <a:off x="3495833" y="534706"/>
                <a:ext cx="252720" cy="637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ED5535E-AD87-4C87-9983-A3065A22213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487193" y="526066"/>
                  <a:ext cx="270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906A69F9-E5E4-4566-8775-3DBA1EA451D8}"/>
                    </a:ext>
                  </a:extLst>
                </p14:cNvPr>
                <p14:cNvContentPartPr/>
                <p14:nvPr/>
              </p14:nvContentPartPr>
              <p14:xfrm>
                <a:off x="3589073" y="642346"/>
                <a:ext cx="132480" cy="1206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906A69F9-E5E4-4566-8775-3DBA1EA451D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80433" y="633706"/>
                  <a:ext cx="150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AD1D3EB4-3DD3-4981-AA5A-AC2573EC8F72}"/>
                    </a:ext>
                  </a:extLst>
                </p14:cNvPr>
                <p14:cNvContentPartPr/>
                <p14:nvPr/>
              </p14:nvContentPartPr>
              <p14:xfrm>
                <a:off x="3608873" y="725506"/>
                <a:ext cx="156240" cy="1180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AD1D3EB4-3DD3-4981-AA5A-AC2573EC8F7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99873" y="716866"/>
                  <a:ext cx="173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0208D25E-5ECA-448E-82D1-23993EC0E543}"/>
                    </a:ext>
                  </a:extLst>
                </p14:cNvPr>
                <p14:cNvContentPartPr/>
                <p14:nvPr/>
              </p14:nvContentPartPr>
              <p14:xfrm>
                <a:off x="3985793" y="519226"/>
                <a:ext cx="114480" cy="1310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0208D25E-5ECA-448E-82D1-23993EC0E54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977153" y="510586"/>
                  <a:ext cx="1321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09CE868-63E4-4500-B96F-A792B74D7754}"/>
                    </a:ext>
                  </a:extLst>
                </p14:cNvPr>
                <p14:cNvContentPartPr/>
                <p14:nvPr/>
              </p14:nvContentPartPr>
              <p14:xfrm>
                <a:off x="4104953" y="469546"/>
                <a:ext cx="160920" cy="1483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09CE868-63E4-4500-B96F-A792B74D775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96313" y="460546"/>
                  <a:ext cx="178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7D0EE25-47EE-44F8-BB18-2D3584748101}"/>
                    </a:ext>
                  </a:extLst>
                </p14:cNvPr>
                <p14:cNvContentPartPr/>
                <p14:nvPr/>
              </p14:nvContentPartPr>
              <p14:xfrm>
                <a:off x="4306193" y="351106"/>
                <a:ext cx="138240" cy="1558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7D0EE25-47EE-44F8-BB18-2D358474810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297553" y="342466"/>
                  <a:ext cx="155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971494E8-5BB7-412D-B727-0F66958AA339}"/>
                    </a:ext>
                  </a:extLst>
                </p14:cNvPr>
                <p14:cNvContentPartPr/>
                <p14:nvPr/>
              </p14:nvContentPartPr>
              <p14:xfrm>
                <a:off x="3772313" y="1236706"/>
                <a:ext cx="148680" cy="1350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971494E8-5BB7-412D-B727-0F66958AA33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763313" y="1227706"/>
                  <a:ext cx="1663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D6A1884F-DAEA-4C84-A948-CB8AD79260D4}"/>
                    </a:ext>
                  </a:extLst>
                </p14:cNvPr>
                <p14:cNvContentPartPr/>
                <p14:nvPr/>
              </p14:nvContentPartPr>
              <p14:xfrm>
                <a:off x="3146993" y="1193866"/>
                <a:ext cx="141480" cy="2692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D6A1884F-DAEA-4C84-A948-CB8AD79260D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137993" y="1185226"/>
                  <a:ext cx="15912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6E0B87CD-C8D9-428A-BAD6-E36E8BEC76A9}"/>
                  </a:ext>
                </a:extLst>
              </p14:cNvPr>
              <p14:cNvContentPartPr/>
              <p14:nvPr/>
            </p14:nvContentPartPr>
            <p14:xfrm>
              <a:off x="1578113" y="3851386"/>
              <a:ext cx="19800" cy="5328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6E0B87CD-C8D9-428A-BAD6-E36E8BEC76A9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569113" y="3842386"/>
                <a:ext cx="3744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upo 165">
            <a:extLst>
              <a:ext uri="{FF2B5EF4-FFF2-40B4-BE49-F238E27FC236}">
                <a16:creationId xmlns:a16="http://schemas.microsoft.com/office/drawing/2014/main" id="{EBEF94C8-2918-4B3C-8FB5-1469346FF546}"/>
              </a:ext>
            </a:extLst>
          </p:cNvPr>
          <p:cNvGrpSpPr/>
          <p:nvPr/>
        </p:nvGrpSpPr>
        <p:grpSpPr>
          <a:xfrm>
            <a:off x="6239033" y="2210506"/>
            <a:ext cx="169920" cy="210960"/>
            <a:chOff x="6239033" y="2210506"/>
            <a:chExt cx="16992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00389CCF-BC30-46E2-BA5F-B21A6F314194}"/>
                    </a:ext>
                  </a:extLst>
                </p14:cNvPr>
                <p14:cNvContentPartPr/>
                <p14:nvPr/>
              </p14:nvContentPartPr>
              <p14:xfrm>
                <a:off x="6239033" y="2210506"/>
                <a:ext cx="150840" cy="1162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00389CCF-BC30-46E2-BA5F-B21A6F3141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230033" y="2201866"/>
                  <a:ext cx="168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B1C65A3E-7409-46C6-BA65-9A3439FA2C20}"/>
                    </a:ext>
                  </a:extLst>
                </p14:cNvPr>
                <p14:cNvContentPartPr/>
                <p14:nvPr/>
              </p14:nvContentPartPr>
              <p14:xfrm>
                <a:off x="6250193" y="2259106"/>
                <a:ext cx="158760" cy="1623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B1C65A3E-7409-46C6-BA65-9A3439FA2C2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241193" y="2250466"/>
                  <a:ext cx="1764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CBA9A63F-7404-421F-9124-55628E398614}"/>
              </a:ext>
            </a:extLst>
          </p:cNvPr>
          <p:cNvGrpSpPr/>
          <p:nvPr/>
        </p:nvGrpSpPr>
        <p:grpSpPr>
          <a:xfrm>
            <a:off x="6862193" y="1763026"/>
            <a:ext cx="346320" cy="399960"/>
            <a:chOff x="6862193" y="1763026"/>
            <a:chExt cx="34632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3B7F5AF8-5401-4181-B4A4-9A52972C08C6}"/>
                    </a:ext>
                  </a:extLst>
                </p14:cNvPr>
                <p14:cNvContentPartPr/>
                <p14:nvPr/>
              </p14:nvContentPartPr>
              <p14:xfrm>
                <a:off x="6921953" y="1915666"/>
                <a:ext cx="152280" cy="1422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3B7F5AF8-5401-4181-B4A4-9A52972C08C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913313" y="1906666"/>
                  <a:ext cx="169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BB479858-4F3E-4528-8F07-4F68269E8628}"/>
                    </a:ext>
                  </a:extLst>
                </p14:cNvPr>
                <p14:cNvContentPartPr/>
                <p14:nvPr/>
              </p14:nvContentPartPr>
              <p14:xfrm>
                <a:off x="6950033" y="1894786"/>
                <a:ext cx="126000" cy="1515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BB479858-4F3E-4528-8F07-4F68269E862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941033" y="1885786"/>
                  <a:ext cx="143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7159FC0D-29C3-4DA0-A53B-79CE306FC01D}"/>
                    </a:ext>
                  </a:extLst>
                </p14:cNvPr>
                <p14:cNvContentPartPr/>
                <p14:nvPr/>
              </p14:nvContentPartPr>
              <p14:xfrm>
                <a:off x="7124993" y="1763026"/>
                <a:ext cx="83520" cy="22248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7159FC0D-29C3-4DA0-A53B-79CE306FC01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115993" y="1754026"/>
                  <a:ext cx="101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05A252C9-CE5A-4430-B426-4F4BD787EA03}"/>
                    </a:ext>
                  </a:extLst>
                </p14:cNvPr>
                <p14:cNvContentPartPr/>
                <p14:nvPr/>
              </p14:nvContentPartPr>
              <p14:xfrm>
                <a:off x="6862193" y="2132026"/>
                <a:ext cx="253800" cy="3096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05A252C9-CE5A-4430-B426-4F4BD787EA0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53193" y="2123386"/>
                  <a:ext cx="27144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27D71356-3129-4C06-B654-4CE47E2CED97}"/>
                  </a:ext>
                </a:extLst>
              </p14:cNvPr>
              <p14:cNvContentPartPr/>
              <p14:nvPr/>
            </p14:nvContentPartPr>
            <p14:xfrm>
              <a:off x="6922673" y="2271346"/>
              <a:ext cx="119880" cy="18648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27D71356-3129-4C06-B654-4CE47E2CED9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914033" y="2262346"/>
                <a:ext cx="1375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FE61AEE0-99E5-4DB8-9147-E3D0B1318EEB}"/>
                  </a:ext>
                </a:extLst>
              </p14:cNvPr>
              <p14:cNvContentPartPr/>
              <p14:nvPr/>
            </p14:nvContentPartPr>
            <p14:xfrm>
              <a:off x="7463753" y="1926106"/>
              <a:ext cx="17640" cy="41760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FE61AEE0-99E5-4DB8-9147-E3D0B1318EEB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7455113" y="1917106"/>
                <a:ext cx="35280" cy="43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upo 162">
            <a:extLst>
              <a:ext uri="{FF2B5EF4-FFF2-40B4-BE49-F238E27FC236}">
                <a16:creationId xmlns:a16="http://schemas.microsoft.com/office/drawing/2014/main" id="{568C15F7-6915-4328-B923-CF2D13F21588}"/>
              </a:ext>
            </a:extLst>
          </p:cNvPr>
          <p:cNvGrpSpPr/>
          <p:nvPr/>
        </p:nvGrpSpPr>
        <p:grpSpPr>
          <a:xfrm>
            <a:off x="7430633" y="2486986"/>
            <a:ext cx="616320" cy="236880"/>
            <a:chOff x="7430633" y="2486986"/>
            <a:chExt cx="61632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EC76C449-B2EE-4579-831F-CDD21C448DAA}"/>
                    </a:ext>
                  </a:extLst>
                </p14:cNvPr>
                <p14:cNvContentPartPr/>
                <p14:nvPr/>
              </p14:nvContentPartPr>
              <p14:xfrm>
                <a:off x="7460513" y="2533786"/>
                <a:ext cx="62280" cy="13608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EC76C449-B2EE-4579-831F-CDD21C448DA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451513" y="2525146"/>
                  <a:ext cx="79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B439FBC5-464F-41D8-BE56-FC404801AA7A}"/>
                    </a:ext>
                  </a:extLst>
                </p14:cNvPr>
                <p14:cNvContentPartPr/>
                <p14:nvPr/>
              </p14:nvContentPartPr>
              <p14:xfrm>
                <a:off x="7430633" y="2486986"/>
                <a:ext cx="93960" cy="16128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B439FBC5-464F-41D8-BE56-FC404801AA7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421633" y="2477986"/>
                  <a:ext cx="111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6A8F1BC9-C4F5-437B-B2AF-92F882F32128}"/>
                    </a:ext>
                  </a:extLst>
                </p14:cNvPr>
                <p14:cNvContentPartPr/>
                <p14:nvPr/>
              </p14:nvContentPartPr>
              <p14:xfrm>
                <a:off x="7568873" y="2544226"/>
                <a:ext cx="137520" cy="6804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6A8F1BC9-C4F5-437B-B2AF-92F882F3212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559873" y="2535586"/>
                  <a:ext cx="155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89D227E0-D234-427E-AE5B-4F090DA243C1}"/>
                    </a:ext>
                  </a:extLst>
                </p14:cNvPr>
                <p14:cNvContentPartPr/>
                <p14:nvPr/>
              </p14:nvContentPartPr>
              <p14:xfrm>
                <a:off x="7737353" y="2492386"/>
                <a:ext cx="118080" cy="1566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89D227E0-D234-427E-AE5B-4F090DA243C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28353" y="2483386"/>
                  <a:ext cx="135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FB07756A-D947-43A0-A6E1-A60B75E9E0D8}"/>
                    </a:ext>
                  </a:extLst>
                </p14:cNvPr>
                <p14:cNvContentPartPr/>
                <p14:nvPr/>
              </p14:nvContentPartPr>
              <p14:xfrm>
                <a:off x="7861553" y="2630626"/>
                <a:ext cx="7200" cy="9324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FB07756A-D947-43A0-A6E1-A60B75E9E0D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852913" y="2621626"/>
                  <a:ext cx="24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4084AAC9-EE2D-4C68-AD42-880E87377414}"/>
                    </a:ext>
                  </a:extLst>
                </p14:cNvPr>
                <p14:cNvContentPartPr/>
                <p14:nvPr/>
              </p14:nvContentPartPr>
              <p14:xfrm>
                <a:off x="7980353" y="2522986"/>
                <a:ext cx="66600" cy="17280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4084AAC9-EE2D-4C68-AD42-880E8737741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971353" y="2513986"/>
                  <a:ext cx="8424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7194889E-F83E-4E40-93D6-3449D3DF46E3}"/>
              </a:ext>
            </a:extLst>
          </p:cNvPr>
          <p:cNvGrpSpPr/>
          <p:nvPr/>
        </p:nvGrpSpPr>
        <p:grpSpPr>
          <a:xfrm>
            <a:off x="7573553" y="1650346"/>
            <a:ext cx="736200" cy="179640"/>
            <a:chOff x="7573553" y="1650346"/>
            <a:chExt cx="73620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96F17CDA-56D2-4A76-A4C7-CE110C9DEC51}"/>
                    </a:ext>
                  </a:extLst>
                </p14:cNvPr>
                <p14:cNvContentPartPr/>
                <p14:nvPr/>
              </p14:nvContentPartPr>
              <p14:xfrm>
                <a:off x="7573553" y="1689586"/>
                <a:ext cx="81720" cy="1195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96F17CDA-56D2-4A76-A4C7-CE110C9DEC5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564553" y="1680586"/>
                  <a:ext cx="99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4A94BBAE-7A93-41FA-B59F-8885E01C041E}"/>
                    </a:ext>
                  </a:extLst>
                </p14:cNvPr>
                <p14:cNvContentPartPr/>
                <p14:nvPr/>
              </p14:nvContentPartPr>
              <p14:xfrm>
                <a:off x="7579313" y="1697506"/>
                <a:ext cx="106560" cy="13248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4A94BBAE-7A93-41FA-B59F-8885E01C041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570673" y="1688506"/>
                  <a:ext cx="1242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08007888-FA92-4A80-AFCB-B9CCD0FCA1F9}"/>
                    </a:ext>
                  </a:extLst>
                </p14:cNvPr>
                <p14:cNvContentPartPr/>
                <p14:nvPr/>
              </p14:nvContentPartPr>
              <p14:xfrm>
                <a:off x="7776593" y="1708666"/>
                <a:ext cx="147240" cy="561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08007888-FA92-4A80-AFCB-B9CCD0FCA1F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767593" y="1700026"/>
                  <a:ext cx="164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F7AF0E92-42EF-4DEB-8931-169FA45775E1}"/>
                    </a:ext>
                  </a:extLst>
                </p14:cNvPr>
                <p14:cNvContentPartPr/>
                <p14:nvPr/>
              </p14:nvContentPartPr>
              <p14:xfrm>
                <a:off x="7991513" y="1654306"/>
                <a:ext cx="97560" cy="11016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F7AF0E92-42EF-4DEB-8931-169FA45775E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982513" y="1645666"/>
                  <a:ext cx="115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E090E518-022B-4A2D-950A-4480FF31AD1A}"/>
                    </a:ext>
                  </a:extLst>
                </p14:cNvPr>
                <p14:cNvContentPartPr/>
                <p14:nvPr/>
              </p14:nvContentPartPr>
              <p14:xfrm>
                <a:off x="8118593" y="1784266"/>
                <a:ext cx="39960" cy="3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E090E518-022B-4A2D-950A-4480FF31AD1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109953" y="1775626"/>
                  <a:ext cx="57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0F38C85C-6725-4219-8F08-9C4E6C89E3F4}"/>
                    </a:ext>
                  </a:extLst>
                </p14:cNvPr>
                <p14:cNvContentPartPr/>
                <p14:nvPr/>
              </p14:nvContentPartPr>
              <p14:xfrm>
                <a:off x="8207513" y="1650346"/>
                <a:ext cx="102240" cy="11052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0F38C85C-6725-4219-8F08-9C4E6C89E3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98873" y="1641346"/>
                  <a:ext cx="11988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C24B9B08-06BF-42A0-8091-A74515F1B05C}"/>
              </a:ext>
            </a:extLst>
          </p:cNvPr>
          <p:cNvGrpSpPr/>
          <p:nvPr/>
        </p:nvGrpSpPr>
        <p:grpSpPr>
          <a:xfrm>
            <a:off x="8437913" y="2070466"/>
            <a:ext cx="150840" cy="101160"/>
            <a:chOff x="8437913" y="2070466"/>
            <a:chExt cx="15084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37FF5EA1-357A-468E-BB62-860294B6A412}"/>
                    </a:ext>
                  </a:extLst>
                </p14:cNvPr>
                <p14:cNvContentPartPr/>
                <p14:nvPr/>
              </p14:nvContentPartPr>
              <p14:xfrm>
                <a:off x="8437913" y="2070466"/>
                <a:ext cx="144360" cy="1440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37FF5EA1-357A-468E-BB62-860294B6A41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428913" y="2061466"/>
                  <a:ext cx="162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9CFCA309-B9E0-4A4F-B3B3-4C3FECCAAE4C}"/>
                    </a:ext>
                  </a:extLst>
                </p14:cNvPr>
                <p14:cNvContentPartPr/>
                <p14:nvPr/>
              </p14:nvContentPartPr>
              <p14:xfrm>
                <a:off x="8444393" y="2155786"/>
                <a:ext cx="144360" cy="158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9CFCA309-B9E0-4A4F-B3B3-4C3FECCAAE4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435753" y="2146786"/>
                  <a:ext cx="1620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EA47D169-BCF5-4DA2-A7F6-5AA5427CC792}"/>
              </a:ext>
            </a:extLst>
          </p:cNvPr>
          <p:cNvGrpSpPr/>
          <p:nvPr/>
        </p:nvGrpSpPr>
        <p:grpSpPr>
          <a:xfrm>
            <a:off x="5892353" y="1773106"/>
            <a:ext cx="804600" cy="336600"/>
            <a:chOff x="5892353" y="1773106"/>
            <a:chExt cx="80460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5568D442-7843-46F3-B9DB-12A9AD16238A}"/>
                    </a:ext>
                  </a:extLst>
                </p14:cNvPr>
                <p14:cNvContentPartPr/>
                <p14:nvPr/>
              </p14:nvContentPartPr>
              <p14:xfrm>
                <a:off x="5892353" y="2018266"/>
                <a:ext cx="105840" cy="82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5568D442-7843-46F3-B9DB-12A9AD16238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883713" y="2009266"/>
                  <a:ext cx="1234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1A13B8F6-C62C-4C8B-9B8B-A282E61B3F58}"/>
                    </a:ext>
                  </a:extLst>
                </p14:cNvPr>
                <p14:cNvContentPartPr/>
                <p14:nvPr/>
              </p14:nvContentPartPr>
              <p14:xfrm>
                <a:off x="5931953" y="2066866"/>
                <a:ext cx="127080" cy="115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1A13B8F6-C62C-4C8B-9B8B-A282E61B3F5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923313" y="2058226"/>
                  <a:ext cx="144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10485006-DB35-462B-B120-36E8E9E8EF9B}"/>
                    </a:ext>
                  </a:extLst>
                </p14:cNvPr>
                <p14:cNvContentPartPr/>
                <p14:nvPr/>
              </p14:nvContentPartPr>
              <p14:xfrm>
                <a:off x="6308153" y="1874986"/>
                <a:ext cx="147600" cy="1677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10485006-DB35-462B-B120-36E8E9E8EF9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299153" y="1865986"/>
                  <a:ext cx="165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00E2ED6B-443E-4F52-B220-221FA20C9736}"/>
                    </a:ext>
                  </a:extLst>
                </p14:cNvPr>
                <p14:cNvContentPartPr/>
                <p14:nvPr/>
              </p14:nvContentPartPr>
              <p14:xfrm>
                <a:off x="6217073" y="2077306"/>
                <a:ext cx="313920" cy="3240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00E2ED6B-443E-4F52-B220-221FA20C973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208433" y="2068666"/>
                  <a:ext cx="331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43F3B1EA-DC9A-4B8A-8CF2-346573F406C0}"/>
                    </a:ext>
                  </a:extLst>
                </p14:cNvPr>
                <p14:cNvContentPartPr/>
                <p14:nvPr/>
              </p14:nvContentPartPr>
              <p14:xfrm>
                <a:off x="6682193" y="2059306"/>
                <a:ext cx="14760" cy="46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43F3B1EA-DC9A-4B8A-8CF2-346573F406C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673553" y="2050306"/>
                  <a:ext cx="32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2E0508E5-DB4E-432F-9C26-B02CEC2D1D5C}"/>
                    </a:ext>
                  </a:extLst>
                </p14:cNvPr>
                <p14:cNvContentPartPr/>
                <p14:nvPr/>
              </p14:nvContentPartPr>
              <p14:xfrm>
                <a:off x="6298433" y="1773106"/>
                <a:ext cx="293400" cy="2124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2E0508E5-DB4E-432F-9C26-B02CEC2D1D5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289793" y="1764106"/>
                  <a:ext cx="31104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86E2FF35-E9A1-4F07-B181-1AE2D03FF3EC}"/>
                  </a:ext>
                </a:extLst>
              </p14:cNvPr>
              <p14:cNvContentPartPr/>
              <p14:nvPr/>
            </p14:nvContentPartPr>
            <p14:xfrm>
              <a:off x="6710273" y="2300146"/>
              <a:ext cx="196560" cy="20376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86E2FF35-E9A1-4F07-B181-1AE2D03FF3EC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6701273" y="2291146"/>
                <a:ext cx="214200" cy="22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upo 194">
            <a:extLst>
              <a:ext uri="{FF2B5EF4-FFF2-40B4-BE49-F238E27FC236}">
                <a16:creationId xmlns:a16="http://schemas.microsoft.com/office/drawing/2014/main" id="{CC12E9E4-3462-45B7-ABD2-40418A87E9FF}"/>
              </a:ext>
            </a:extLst>
          </p:cNvPr>
          <p:cNvGrpSpPr/>
          <p:nvPr/>
        </p:nvGrpSpPr>
        <p:grpSpPr>
          <a:xfrm>
            <a:off x="8959913" y="1707946"/>
            <a:ext cx="513720" cy="490680"/>
            <a:chOff x="8959913" y="1707946"/>
            <a:chExt cx="51372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934B359B-582C-41AE-B82C-2CFE06B74784}"/>
                    </a:ext>
                  </a:extLst>
                </p14:cNvPr>
                <p14:cNvContentPartPr/>
                <p14:nvPr/>
              </p14:nvContentPartPr>
              <p14:xfrm>
                <a:off x="9051713" y="1897306"/>
                <a:ext cx="121320" cy="14508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934B359B-582C-41AE-B82C-2CFE06B7478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042713" y="1888666"/>
                  <a:ext cx="138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6F4D96D5-CD91-48EF-BABE-71A34E92AE8C}"/>
                    </a:ext>
                  </a:extLst>
                </p14:cNvPr>
                <p14:cNvContentPartPr/>
                <p14:nvPr/>
              </p14:nvContentPartPr>
              <p14:xfrm>
                <a:off x="9054593" y="1860946"/>
                <a:ext cx="159840" cy="21960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6F4D96D5-CD91-48EF-BABE-71A34E92AE8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045593" y="1851946"/>
                  <a:ext cx="1774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313C65F5-0192-4882-8EA5-118F4E028D3D}"/>
                    </a:ext>
                  </a:extLst>
                </p14:cNvPr>
                <p14:cNvContentPartPr/>
                <p14:nvPr/>
              </p14:nvContentPartPr>
              <p14:xfrm>
                <a:off x="9322433" y="1707946"/>
                <a:ext cx="118440" cy="22968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313C65F5-0192-4882-8EA5-118F4E028D3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313433" y="1699306"/>
                  <a:ext cx="1360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1F5DCDF3-D26E-4E04-8E6A-185CBA33FC27}"/>
                    </a:ext>
                  </a:extLst>
                </p14:cNvPr>
                <p14:cNvContentPartPr/>
                <p14:nvPr/>
              </p14:nvContentPartPr>
              <p14:xfrm>
                <a:off x="8959913" y="2108626"/>
                <a:ext cx="513720" cy="9000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1F5DCDF3-D26E-4E04-8E6A-185CBA33FC2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950913" y="2099986"/>
                  <a:ext cx="53136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upo 193">
            <a:extLst>
              <a:ext uri="{FF2B5EF4-FFF2-40B4-BE49-F238E27FC236}">
                <a16:creationId xmlns:a16="http://schemas.microsoft.com/office/drawing/2014/main" id="{7A1B1791-A7D5-4079-A867-DB1C27A5C7AE}"/>
              </a:ext>
            </a:extLst>
          </p:cNvPr>
          <p:cNvGrpSpPr/>
          <p:nvPr/>
        </p:nvGrpSpPr>
        <p:grpSpPr>
          <a:xfrm>
            <a:off x="9122633" y="2288266"/>
            <a:ext cx="142200" cy="268920"/>
            <a:chOff x="9122633" y="2288266"/>
            <a:chExt cx="14220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A8915415-9497-401F-B64A-B427F1FB7F0B}"/>
                    </a:ext>
                  </a:extLst>
                </p14:cNvPr>
                <p14:cNvContentPartPr/>
                <p14:nvPr/>
              </p14:nvContentPartPr>
              <p14:xfrm>
                <a:off x="9141713" y="2288266"/>
                <a:ext cx="113400" cy="1501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A8915415-9497-401F-B64A-B427F1FB7F0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132713" y="2279626"/>
                  <a:ext cx="131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E07F05C4-8A6D-447E-A4FA-9AE648C5C9D6}"/>
                    </a:ext>
                  </a:extLst>
                </p14:cNvPr>
                <p14:cNvContentPartPr/>
                <p14:nvPr/>
              </p14:nvContentPartPr>
              <p14:xfrm>
                <a:off x="9122633" y="2408866"/>
                <a:ext cx="142200" cy="1483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E07F05C4-8A6D-447E-A4FA-9AE648C5C9D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113633" y="2399866"/>
                  <a:ext cx="1598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DEFB11E0-A76C-4F78-ADE2-CA7C21D5D0C3}"/>
              </a:ext>
            </a:extLst>
          </p:cNvPr>
          <p:cNvGrpSpPr/>
          <p:nvPr/>
        </p:nvGrpSpPr>
        <p:grpSpPr>
          <a:xfrm>
            <a:off x="9734273" y="1768786"/>
            <a:ext cx="844200" cy="965520"/>
            <a:chOff x="9734273" y="1768786"/>
            <a:chExt cx="844200" cy="9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C51E5906-0563-4432-8E57-3C79372EE786}"/>
                    </a:ext>
                  </a:extLst>
                </p14:cNvPr>
                <p14:cNvContentPartPr/>
                <p14:nvPr/>
              </p14:nvContentPartPr>
              <p14:xfrm>
                <a:off x="9734273" y="1887946"/>
                <a:ext cx="21960" cy="52812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C51E5906-0563-4432-8E57-3C79372EE78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25273" y="1878946"/>
                  <a:ext cx="3960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F8FBD465-5170-44D4-8AD2-F7C8C211E048}"/>
                    </a:ext>
                  </a:extLst>
                </p14:cNvPr>
                <p14:cNvContentPartPr/>
                <p14:nvPr/>
              </p14:nvContentPartPr>
              <p14:xfrm>
                <a:off x="9832553" y="2488786"/>
                <a:ext cx="129960" cy="19872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F8FBD465-5170-44D4-8AD2-F7C8C211E04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823913" y="2479786"/>
                  <a:ext cx="147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656650EE-09F2-4A5C-A2CC-6A573372CDA7}"/>
                    </a:ext>
                  </a:extLst>
                </p14:cNvPr>
                <p14:cNvContentPartPr/>
                <p14:nvPr/>
              </p14:nvContentPartPr>
              <p14:xfrm>
                <a:off x="9836513" y="2553946"/>
                <a:ext cx="258480" cy="1533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656650EE-09F2-4A5C-A2CC-6A573372CDA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827873" y="2544946"/>
                  <a:ext cx="276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A1403390-899B-4726-A4A3-D480CE425DAC}"/>
                    </a:ext>
                  </a:extLst>
                </p14:cNvPr>
                <p14:cNvContentPartPr/>
                <p14:nvPr/>
              </p14:nvContentPartPr>
              <p14:xfrm>
                <a:off x="10025153" y="2650426"/>
                <a:ext cx="105840" cy="3348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A1403390-899B-4726-A4A3-D480CE425DA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016153" y="2641786"/>
                  <a:ext cx="123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18B9B7EA-DA25-40F2-A041-FEAC458A15CB}"/>
                    </a:ext>
                  </a:extLst>
                </p14:cNvPr>
                <p14:cNvContentPartPr/>
                <p14:nvPr/>
              </p14:nvContentPartPr>
              <p14:xfrm>
                <a:off x="10167353" y="2520106"/>
                <a:ext cx="98640" cy="15228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18B9B7EA-DA25-40F2-A041-FEAC458A15C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158713" y="2511466"/>
                  <a:ext cx="116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B56E93EA-7080-4B94-B8E5-937CF6F69A17}"/>
                    </a:ext>
                  </a:extLst>
                </p14:cNvPr>
                <p14:cNvContentPartPr/>
                <p14:nvPr/>
              </p14:nvContentPartPr>
              <p14:xfrm>
                <a:off x="10289033" y="2656546"/>
                <a:ext cx="22680" cy="777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B56E93EA-7080-4B94-B8E5-937CF6F69A1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280033" y="2647546"/>
                  <a:ext cx="40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E2C3689A-40BB-43D0-B478-15303DBEC2C8}"/>
                    </a:ext>
                  </a:extLst>
                </p14:cNvPr>
                <p14:cNvContentPartPr/>
                <p14:nvPr/>
              </p14:nvContentPartPr>
              <p14:xfrm>
                <a:off x="10407833" y="2565106"/>
                <a:ext cx="106920" cy="15264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E2C3689A-40BB-43D0-B478-15303DBEC2C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399193" y="2556106"/>
                  <a:ext cx="124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F47F5E19-F9E2-4610-B5C2-A1802552D118}"/>
                    </a:ext>
                  </a:extLst>
                </p14:cNvPr>
                <p14:cNvContentPartPr/>
                <p14:nvPr/>
              </p14:nvContentPartPr>
              <p14:xfrm>
                <a:off x="9933353" y="1768786"/>
                <a:ext cx="89640" cy="13176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F47F5E19-F9E2-4610-B5C2-A1802552D11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924353" y="1759786"/>
                  <a:ext cx="1072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BF72EEB7-EC48-472C-BB54-8E8AFB85B1B5}"/>
                    </a:ext>
                  </a:extLst>
                </p14:cNvPr>
                <p14:cNvContentPartPr/>
                <p14:nvPr/>
              </p14:nvContentPartPr>
              <p14:xfrm>
                <a:off x="9962153" y="1772026"/>
                <a:ext cx="210960" cy="11952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BF72EEB7-EC48-472C-BB54-8E8AFB85B1B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953513" y="1763386"/>
                  <a:ext cx="228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6587C7D5-1D32-4BE1-AF6F-623E187EF9C9}"/>
                    </a:ext>
                  </a:extLst>
                </p14:cNvPr>
                <p14:cNvContentPartPr/>
                <p14:nvPr/>
              </p14:nvContentPartPr>
              <p14:xfrm>
                <a:off x="10155473" y="1857346"/>
                <a:ext cx="100080" cy="2196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6587C7D5-1D32-4BE1-AF6F-623E187EF9C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146833" y="1848706"/>
                  <a:ext cx="117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6A2F3ACD-4C5C-4854-BE39-4693DFBBAECD}"/>
                    </a:ext>
                  </a:extLst>
                </p14:cNvPr>
                <p14:cNvContentPartPr/>
                <p14:nvPr/>
              </p14:nvContentPartPr>
              <p14:xfrm>
                <a:off x="10273553" y="1779586"/>
                <a:ext cx="146160" cy="17388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6A2F3ACD-4C5C-4854-BE39-4693DFBBAEC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264553" y="1770586"/>
                  <a:ext cx="163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BB1B4A97-3786-43DF-852D-C4F11AB261D0}"/>
                    </a:ext>
                  </a:extLst>
                </p14:cNvPr>
                <p14:cNvContentPartPr/>
                <p14:nvPr/>
              </p14:nvContentPartPr>
              <p14:xfrm>
                <a:off x="10471553" y="1778506"/>
                <a:ext cx="106920" cy="792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BB1B4A97-3786-43DF-852D-C4F11AB261D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462913" y="1769506"/>
                  <a:ext cx="1245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5C335C7A-507E-4517-A621-CBAB51B532B1}"/>
              </a:ext>
            </a:extLst>
          </p:cNvPr>
          <p:cNvGrpSpPr/>
          <p:nvPr/>
        </p:nvGrpSpPr>
        <p:grpSpPr>
          <a:xfrm>
            <a:off x="559673" y="3589666"/>
            <a:ext cx="205560" cy="133920"/>
            <a:chOff x="559673" y="3589666"/>
            <a:chExt cx="20556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9C85E12E-4617-4758-9AEE-9926C6646611}"/>
                    </a:ext>
                  </a:extLst>
                </p14:cNvPr>
                <p14:cNvContentPartPr/>
                <p14:nvPr/>
              </p14:nvContentPartPr>
              <p14:xfrm>
                <a:off x="559673" y="3589666"/>
                <a:ext cx="205560" cy="1440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9C85E12E-4617-4758-9AEE-9926C664661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50673" y="3580666"/>
                  <a:ext cx="223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8613A34E-A5BE-4106-A879-80A4E4F25A61}"/>
                    </a:ext>
                  </a:extLst>
                </p14:cNvPr>
                <p14:cNvContentPartPr/>
                <p14:nvPr/>
              </p14:nvContentPartPr>
              <p14:xfrm>
                <a:off x="560033" y="3705946"/>
                <a:ext cx="153000" cy="176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8613A34E-A5BE-4106-A879-80A4E4F25A6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51393" y="3697306"/>
                  <a:ext cx="1706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63727A40-D05E-4B13-A7AE-B36FB06A26EB}"/>
              </a:ext>
            </a:extLst>
          </p:cNvPr>
          <p:cNvGrpSpPr/>
          <p:nvPr/>
        </p:nvGrpSpPr>
        <p:grpSpPr>
          <a:xfrm>
            <a:off x="1212713" y="3417586"/>
            <a:ext cx="886680" cy="368280"/>
            <a:chOff x="1212713" y="3417586"/>
            <a:chExt cx="886680" cy="36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CB907ADC-A574-46B0-BFE5-6F6968292279}"/>
                    </a:ext>
                  </a:extLst>
                </p14:cNvPr>
                <p14:cNvContentPartPr/>
                <p14:nvPr/>
              </p14:nvContentPartPr>
              <p14:xfrm>
                <a:off x="1212713" y="3504346"/>
                <a:ext cx="143280" cy="14652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CB907ADC-A574-46B0-BFE5-6F696829227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204073" y="3495706"/>
                  <a:ext cx="160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93D9B760-8C2D-4406-A3E8-C6C9A005AC36}"/>
                    </a:ext>
                  </a:extLst>
                </p14:cNvPr>
                <p14:cNvContentPartPr/>
                <p14:nvPr/>
              </p14:nvContentPartPr>
              <p14:xfrm>
                <a:off x="1356713" y="3600106"/>
                <a:ext cx="47880" cy="18576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93D9B760-8C2D-4406-A3E8-C6C9A005AC3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347713" y="3591106"/>
                  <a:ext cx="65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FD3F23D4-A9CE-44E3-BA54-9090AA4DAC77}"/>
                    </a:ext>
                  </a:extLst>
                </p14:cNvPr>
                <p14:cNvContentPartPr/>
                <p14:nvPr/>
              </p14:nvContentPartPr>
              <p14:xfrm>
                <a:off x="1481633" y="3474106"/>
                <a:ext cx="149040" cy="22212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FD3F23D4-A9CE-44E3-BA54-9090AA4DAC7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472993" y="3465106"/>
                  <a:ext cx="166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A5D78C23-7AC3-47B7-834E-C7CEFD01BFDE}"/>
                    </a:ext>
                  </a:extLst>
                </p14:cNvPr>
                <p14:cNvContentPartPr/>
                <p14:nvPr/>
              </p14:nvContentPartPr>
              <p14:xfrm>
                <a:off x="1704473" y="3499306"/>
                <a:ext cx="91080" cy="21384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A5D78C23-7AC3-47B7-834E-C7CEFD01BFD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695833" y="3490666"/>
                  <a:ext cx="108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3B347249-714A-4EC7-AA1E-62604E2ED08B}"/>
                    </a:ext>
                  </a:extLst>
                </p14:cNvPr>
                <p14:cNvContentPartPr/>
                <p14:nvPr/>
              </p14:nvContentPartPr>
              <p14:xfrm>
                <a:off x="1692953" y="3599026"/>
                <a:ext cx="153000" cy="543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3B347249-714A-4EC7-AA1E-62604E2ED08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684313" y="3590386"/>
                  <a:ext cx="170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4EB2DD92-1446-48EE-8691-28970C0FF7D0}"/>
                    </a:ext>
                  </a:extLst>
                </p14:cNvPr>
                <p14:cNvContentPartPr/>
                <p14:nvPr/>
              </p14:nvContentPartPr>
              <p14:xfrm>
                <a:off x="1942073" y="3417586"/>
                <a:ext cx="99000" cy="943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4EB2DD92-1446-48EE-8691-28970C0FF7D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933073" y="3408586"/>
                  <a:ext cx="116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E515CB95-E45D-4B0F-8660-E7493D09E5FF}"/>
                    </a:ext>
                  </a:extLst>
                </p14:cNvPr>
                <p14:cNvContentPartPr/>
                <p14:nvPr/>
              </p14:nvContentPartPr>
              <p14:xfrm>
                <a:off x="1893113" y="3522346"/>
                <a:ext cx="206280" cy="12348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E515CB95-E45D-4B0F-8660-E7493D09E5F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884473" y="3513706"/>
                  <a:ext cx="22392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08" name="Entrada de lápiz 207">
                <a:extLst>
                  <a:ext uri="{FF2B5EF4-FFF2-40B4-BE49-F238E27FC236}">
                    <a16:creationId xmlns:a16="http://schemas.microsoft.com/office/drawing/2014/main" id="{F38FB50E-2518-490B-A748-62A8E8CDE8BA}"/>
                  </a:ext>
                </a:extLst>
              </p14:cNvPr>
              <p14:cNvContentPartPr/>
              <p14:nvPr/>
            </p14:nvContentPartPr>
            <p14:xfrm>
              <a:off x="597473" y="2002066"/>
              <a:ext cx="201600" cy="163440"/>
            </p14:xfrm>
          </p:contentPart>
        </mc:Choice>
        <mc:Fallback>
          <p:pic>
            <p:nvPicPr>
              <p:cNvPr id="208" name="Entrada de lápiz 207">
                <a:extLst>
                  <a:ext uri="{FF2B5EF4-FFF2-40B4-BE49-F238E27FC236}">
                    <a16:creationId xmlns:a16="http://schemas.microsoft.com/office/drawing/2014/main" id="{F38FB50E-2518-490B-A748-62A8E8CDE8BA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588833" y="1993066"/>
                <a:ext cx="21924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upo 210">
            <a:extLst>
              <a:ext uri="{FF2B5EF4-FFF2-40B4-BE49-F238E27FC236}">
                <a16:creationId xmlns:a16="http://schemas.microsoft.com/office/drawing/2014/main" id="{46C5EFBF-7ACB-49B9-A10C-B2D233794615}"/>
              </a:ext>
            </a:extLst>
          </p:cNvPr>
          <p:cNvGrpSpPr/>
          <p:nvPr/>
        </p:nvGrpSpPr>
        <p:grpSpPr>
          <a:xfrm>
            <a:off x="563633" y="4272226"/>
            <a:ext cx="254880" cy="361080"/>
            <a:chOff x="563633" y="4272226"/>
            <a:chExt cx="25488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7C0785F7-E5B9-4F24-8308-31D833802211}"/>
                    </a:ext>
                  </a:extLst>
                </p14:cNvPr>
                <p14:cNvContentPartPr/>
                <p14:nvPr/>
              </p14:nvContentPartPr>
              <p14:xfrm>
                <a:off x="563633" y="4277266"/>
                <a:ext cx="185400" cy="28872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7C0785F7-E5B9-4F24-8308-31D83380221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54993" y="4268266"/>
                  <a:ext cx="2030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340AB9A6-506B-4FE6-A3CC-08BDDF704074}"/>
                    </a:ext>
                  </a:extLst>
                </p14:cNvPr>
                <p14:cNvContentPartPr/>
                <p14:nvPr/>
              </p14:nvContentPartPr>
              <p14:xfrm>
                <a:off x="775673" y="4272226"/>
                <a:ext cx="42840" cy="36108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340AB9A6-506B-4FE6-A3CC-08BDDF70407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6673" y="4263226"/>
                  <a:ext cx="6048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upo 218">
            <a:extLst>
              <a:ext uri="{FF2B5EF4-FFF2-40B4-BE49-F238E27FC236}">
                <a16:creationId xmlns:a16="http://schemas.microsoft.com/office/drawing/2014/main" id="{AF7DA6C9-F335-4573-99D4-B380C892A383}"/>
              </a:ext>
            </a:extLst>
          </p:cNvPr>
          <p:cNvGrpSpPr/>
          <p:nvPr/>
        </p:nvGrpSpPr>
        <p:grpSpPr>
          <a:xfrm>
            <a:off x="999593" y="4275826"/>
            <a:ext cx="365040" cy="489960"/>
            <a:chOff x="999593" y="4275826"/>
            <a:chExt cx="36504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FF4407C3-026F-4B30-9FBD-929D44E69C73}"/>
                    </a:ext>
                  </a:extLst>
                </p14:cNvPr>
                <p14:cNvContentPartPr/>
                <p14:nvPr/>
              </p14:nvContentPartPr>
              <p14:xfrm>
                <a:off x="1005713" y="4353946"/>
                <a:ext cx="41040" cy="4118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FF4407C3-026F-4B30-9FBD-929D44E69C7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96713" y="4345306"/>
                  <a:ext cx="586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FA9731D0-3812-4360-A9C1-E5D1D8264E34}"/>
                    </a:ext>
                  </a:extLst>
                </p14:cNvPr>
                <p14:cNvContentPartPr/>
                <p14:nvPr/>
              </p14:nvContentPartPr>
              <p14:xfrm>
                <a:off x="999593" y="4353586"/>
                <a:ext cx="156240" cy="1670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FA9731D0-3812-4360-A9C1-E5D1D8264E3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90593" y="4344586"/>
                  <a:ext cx="1738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D54C0A72-A70E-480F-A09E-86A6FA8ADE77}"/>
                    </a:ext>
                  </a:extLst>
                </p14:cNvPr>
                <p14:cNvContentPartPr/>
                <p14:nvPr/>
              </p14:nvContentPartPr>
              <p14:xfrm>
                <a:off x="1263833" y="4275826"/>
                <a:ext cx="100800" cy="26820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D54C0A72-A70E-480F-A09E-86A6FA8ADE7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254833" y="4266826"/>
                  <a:ext cx="118440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15" name="Entrada de lápiz 214">
                <a:extLst>
                  <a:ext uri="{FF2B5EF4-FFF2-40B4-BE49-F238E27FC236}">
                    <a16:creationId xmlns:a16="http://schemas.microsoft.com/office/drawing/2014/main" id="{70766125-1F49-4856-8275-A399673D12FE}"/>
                  </a:ext>
                </a:extLst>
              </p14:cNvPr>
              <p14:cNvContentPartPr/>
              <p14:nvPr/>
            </p14:nvContentPartPr>
            <p14:xfrm>
              <a:off x="3429233" y="4179346"/>
              <a:ext cx="100080" cy="354240"/>
            </p14:xfrm>
          </p:contentPart>
        </mc:Choice>
        <mc:Fallback>
          <p:pic>
            <p:nvPicPr>
              <p:cNvPr id="215" name="Entrada de lápiz 214">
                <a:extLst>
                  <a:ext uri="{FF2B5EF4-FFF2-40B4-BE49-F238E27FC236}">
                    <a16:creationId xmlns:a16="http://schemas.microsoft.com/office/drawing/2014/main" id="{70766125-1F49-4856-8275-A399673D12FE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420593" y="4170346"/>
                <a:ext cx="117720" cy="37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upo 231">
            <a:extLst>
              <a:ext uri="{FF2B5EF4-FFF2-40B4-BE49-F238E27FC236}">
                <a16:creationId xmlns:a16="http://schemas.microsoft.com/office/drawing/2014/main" id="{F771BBDF-2C98-4C1C-9F7E-028A2DD97A50}"/>
              </a:ext>
            </a:extLst>
          </p:cNvPr>
          <p:cNvGrpSpPr/>
          <p:nvPr/>
        </p:nvGrpSpPr>
        <p:grpSpPr>
          <a:xfrm>
            <a:off x="1539233" y="4315066"/>
            <a:ext cx="153000" cy="214920"/>
            <a:chOff x="1539233" y="4315066"/>
            <a:chExt cx="15300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90F2E88D-EBA0-41CB-9F71-1DF54ED2AA88}"/>
                    </a:ext>
                  </a:extLst>
                </p14:cNvPr>
                <p14:cNvContentPartPr/>
                <p14:nvPr/>
              </p14:nvContentPartPr>
              <p14:xfrm>
                <a:off x="1547873" y="4315066"/>
                <a:ext cx="54720" cy="18972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90F2E88D-EBA0-41CB-9F71-1DF54ED2AA8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538873" y="4306066"/>
                  <a:ext cx="72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2672D1E2-A7FF-4BC5-8414-96AAB4E9DAAA}"/>
                    </a:ext>
                  </a:extLst>
                </p14:cNvPr>
                <p14:cNvContentPartPr/>
                <p14:nvPr/>
              </p14:nvContentPartPr>
              <p14:xfrm>
                <a:off x="1539233" y="4529626"/>
                <a:ext cx="153000" cy="3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2672D1E2-A7FF-4BC5-8414-96AAB4E9DAA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530593" y="4520626"/>
                  <a:ext cx="1706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6458032F-50FC-49E4-9BBD-5287A43A72D0}"/>
              </a:ext>
            </a:extLst>
          </p:cNvPr>
          <p:cNvGrpSpPr/>
          <p:nvPr/>
        </p:nvGrpSpPr>
        <p:grpSpPr>
          <a:xfrm>
            <a:off x="2042873" y="4255666"/>
            <a:ext cx="1112760" cy="288360"/>
            <a:chOff x="2042873" y="4255666"/>
            <a:chExt cx="111276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ED9CCBC0-CE31-483E-871A-1D483D157475}"/>
                    </a:ext>
                  </a:extLst>
                </p14:cNvPr>
                <p14:cNvContentPartPr/>
                <p14:nvPr/>
              </p14:nvContentPartPr>
              <p14:xfrm>
                <a:off x="2344553" y="4297426"/>
                <a:ext cx="163800" cy="16668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ED9CCBC0-CE31-483E-871A-1D483D15747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335913" y="4288786"/>
                  <a:ext cx="181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6B560D31-972B-4C85-8C71-0AA019C17250}"/>
                    </a:ext>
                  </a:extLst>
                </p14:cNvPr>
                <p14:cNvContentPartPr/>
                <p14:nvPr/>
              </p14:nvContentPartPr>
              <p14:xfrm>
                <a:off x="2296313" y="4255666"/>
                <a:ext cx="207360" cy="24732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6B560D31-972B-4C85-8C71-0AA019C1725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287313" y="4247026"/>
                  <a:ext cx="225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AA5A27D4-CAA7-4146-B27C-01F9822A855A}"/>
                    </a:ext>
                  </a:extLst>
                </p14:cNvPr>
                <p14:cNvContentPartPr/>
                <p14:nvPr/>
              </p14:nvContentPartPr>
              <p14:xfrm>
                <a:off x="2075273" y="4304266"/>
                <a:ext cx="103320" cy="13608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AA5A27D4-CAA7-4146-B27C-01F9822A855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066633" y="4295626"/>
                  <a:ext cx="120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2E4FA9DE-636A-49FA-BFC6-784AD13745E0}"/>
                    </a:ext>
                  </a:extLst>
                </p14:cNvPr>
                <p14:cNvContentPartPr/>
                <p14:nvPr/>
              </p14:nvContentPartPr>
              <p14:xfrm>
                <a:off x="2042873" y="4532146"/>
                <a:ext cx="103680" cy="540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2E4FA9DE-636A-49FA-BFC6-784AD13745E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034233" y="4523506"/>
                  <a:ext cx="121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E299B3EF-3865-445B-A02F-D174BF3C3D02}"/>
                    </a:ext>
                  </a:extLst>
                </p14:cNvPr>
                <p14:cNvContentPartPr/>
                <p14:nvPr/>
              </p14:nvContentPartPr>
              <p14:xfrm>
                <a:off x="2611673" y="4307146"/>
                <a:ext cx="132480" cy="12312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E299B3EF-3865-445B-A02F-D174BF3C3D0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603033" y="4298146"/>
                  <a:ext cx="150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2AB88B86-9E18-4243-A639-968E82A4AFC6}"/>
                    </a:ext>
                  </a:extLst>
                </p14:cNvPr>
                <p14:cNvContentPartPr/>
                <p14:nvPr/>
              </p14:nvContentPartPr>
              <p14:xfrm>
                <a:off x="2597993" y="4500826"/>
                <a:ext cx="137520" cy="468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2AB88B86-9E18-4243-A639-968E82A4AFC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88993" y="4492186"/>
                  <a:ext cx="155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AACC258A-65EB-4857-9CA2-E3E240FE1DBE}"/>
                    </a:ext>
                  </a:extLst>
                </p14:cNvPr>
                <p14:cNvContentPartPr/>
                <p14:nvPr/>
              </p14:nvContentPartPr>
              <p14:xfrm>
                <a:off x="2884193" y="4326226"/>
                <a:ext cx="60120" cy="17244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AACC258A-65EB-4857-9CA2-E3E240FE1DB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875193" y="4317226"/>
                  <a:ext cx="77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69F090E6-25B0-4E88-A953-0906DF307AA8}"/>
                    </a:ext>
                  </a:extLst>
                </p14:cNvPr>
                <p14:cNvContentPartPr/>
                <p14:nvPr/>
              </p14:nvContentPartPr>
              <p14:xfrm>
                <a:off x="2995073" y="4499026"/>
                <a:ext cx="10080" cy="36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69F090E6-25B0-4E88-A953-0906DF307AA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986433" y="4490386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B277208A-FD11-43C3-8F49-260791289ECD}"/>
                    </a:ext>
                  </a:extLst>
                </p14:cNvPr>
                <p14:cNvContentPartPr/>
                <p14:nvPr/>
              </p14:nvContentPartPr>
              <p14:xfrm>
                <a:off x="3049433" y="4341706"/>
                <a:ext cx="106200" cy="20232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B277208A-FD11-43C3-8F49-260791289EC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040433" y="4332706"/>
                  <a:ext cx="12384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16342460-2C8F-4A07-ABBD-ED3E418DF7D9}"/>
              </a:ext>
            </a:extLst>
          </p:cNvPr>
          <p:cNvGrpSpPr/>
          <p:nvPr/>
        </p:nvGrpSpPr>
        <p:grpSpPr>
          <a:xfrm>
            <a:off x="3779153" y="4298146"/>
            <a:ext cx="130680" cy="86760"/>
            <a:chOff x="3779153" y="4298146"/>
            <a:chExt cx="13068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1F0F214F-10B2-4660-AA2A-2A37ED5D0751}"/>
                    </a:ext>
                  </a:extLst>
                </p14:cNvPr>
                <p14:cNvContentPartPr/>
                <p14:nvPr/>
              </p14:nvContentPartPr>
              <p14:xfrm>
                <a:off x="3779153" y="4298146"/>
                <a:ext cx="119520" cy="104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1F0F214F-10B2-4660-AA2A-2A37ED5D0751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770153" y="4289506"/>
                  <a:ext cx="137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FFE4F605-EF89-40BC-9028-0E9AFC1C48C1}"/>
                    </a:ext>
                  </a:extLst>
                </p14:cNvPr>
                <p14:cNvContentPartPr/>
                <p14:nvPr/>
              </p14:nvContentPartPr>
              <p14:xfrm>
                <a:off x="3790673" y="4361866"/>
                <a:ext cx="119160" cy="2304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FFE4F605-EF89-40BC-9028-0E9AFC1C48C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782033" y="4352866"/>
                  <a:ext cx="1368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upo 247">
            <a:extLst>
              <a:ext uri="{FF2B5EF4-FFF2-40B4-BE49-F238E27FC236}">
                <a16:creationId xmlns:a16="http://schemas.microsoft.com/office/drawing/2014/main" id="{1956D329-1488-4082-BB48-EA23ACB692A6}"/>
              </a:ext>
            </a:extLst>
          </p:cNvPr>
          <p:cNvGrpSpPr/>
          <p:nvPr/>
        </p:nvGrpSpPr>
        <p:grpSpPr>
          <a:xfrm>
            <a:off x="4476113" y="3813946"/>
            <a:ext cx="328320" cy="182160"/>
            <a:chOff x="4476113" y="3813946"/>
            <a:chExt cx="32832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4C5ACED5-393B-4315-8EE9-ADCD47798A71}"/>
                    </a:ext>
                  </a:extLst>
                </p14:cNvPr>
                <p14:cNvContentPartPr/>
                <p14:nvPr/>
              </p14:nvContentPartPr>
              <p14:xfrm>
                <a:off x="4476113" y="3870466"/>
                <a:ext cx="133920" cy="12348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4C5ACED5-393B-4315-8EE9-ADCD47798A7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467473" y="3861466"/>
                  <a:ext cx="1515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7FB1C2A3-E21A-463B-9C9A-1E54BF09E883}"/>
                    </a:ext>
                  </a:extLst>
                </p14:cNvPr>
                <p14:cNvContentPartPr/>
                <p14:nvPr/>
              </p14:nvContentPartPr>
              <p14:xfrm>
                <a:off x="4662593" y="3944266"/>
                <a:ext cx="12960" cy="1512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7FB1C2A3-E21A-463B-9C9A-1E54BF09E88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653953" y="3935626"/>
                  <a:ext cx="3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700790CF-32DE-4800-9B0D-213FA2AA4E18}"/>
                    </a:ext>
                  </a:extLst>
                </p14:cNvPr>
                <p14:cNvContentPartPr/>
                <p14:nvPr/>
              </p14:nvContentPartPr>
              <p14:xfrm>
                <a:off x="4727393" y="3813946"/>
                <a:ext cx="77040" cy="18216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700790CF-32DE-4800-9B0D-213FA2AA4E1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718393" y="3804946"/>
                  <a:ext cx="9468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upo 246">
            <a:extLst>
              <a:ext uri="{FF2B5EF4-FFF2-40B4-BE49-F238E27FC236}">
                <a16:creationId xmlns:a16="http://schemas.microsoft.com/office/drawing/2014/main" id="{27A26343-C71C-443F-8CB2-D5857DA0F1B6}"/>
              </a:ext>
            </a:extLst>
          </p:cNvPr>
          <p:cNvGrpSpPr/>
          <p:nvPr/>
        </p:nvGrpSpPr>
        <p:grpSpPr>
          <a:xfrm>
            <a:off x="4112873" y="4124626"/>
            <a:ext cx="533880" cy="780840"/>
            <a:chOff x="4112873" y="4124626"/>
            <a:chExt cx="533880" cy="78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C7617F59-53C2-422A-8F45-49195ACC5D86}"/>
                    </a:ext>
                  </a:extLst>
                </p14:cNvPr>
                <p14:cNvContentPartPr/>
                <p14:nvPr/>
              </p14:nvContentPartPr>
              <p14:xfrm>
                <a:off x="4126193" y="4150546"/>
                <a:ext cx="121680" cy="17604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C7617F59-53C2-422A-8F45-49195ACC5D8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117553" y="4141906"/>
                  <a:ext cx="139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8A8C129E-ACAA-4F3C-A2FF-4A544CB04C39}"/>
                    </a:ext>
                  </a:extLst>
                </p14:cNvPr>
                <p14:cNvContentPartPr/>
                <p14:nvPr/>
              </p14:nvContentPartPr>
              <p14:xfrm>
                <a:off x="4122233" y="4365106"/>
                <a:ext cx="225720" cy="1332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8A8C129E-ACAA-4F3C-A2FF-4A544CB04C3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113593" y="4356466"/>
                  <a:ext cx="243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A0CE7BBE-4C05-4160-B7FF-4F307AB23528}"/>
                    </a:ext>
                  </a:extLst>
                </p14:cNvPr>
                <p14:cNvContentPartPr/>
                <p14:nvPr/>
              </p14:nvContentPartPr>
              <p14:xfrm>
                <a:off x="4112873" y="4473826"/>
                <a:ext cx="136080" cy="10080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A0CE7BBE-4C05-4160-B7FF-4F307AB2352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103873" y="4465186"/>
                  <a:ext cx="153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21E55957-A43A-46F2-BE7B-A7BF0DFA8EBF}"/>
                    </a:ext>
                  </a:extLst>
                </p14:cNvPr>
                <p14:cNvContentPartPr/>
                <p14:nvPr/>
              </p14:nvContentPartPr>
              <p14:xfrm>
                <a:off x="4122953" y="4513066"/>
                <a:ext cx="183600" cy="20016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21E55957-A43A-46F2-BE7B-A7BF0DFA8EB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114313" y="4504426"/>
                  <a:ext cx="201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AE201081-77B1-4447-8622-70C200CDBEA1}"/>
                    </a:ext>
                  </a:extLst>
                </p14:cNvPr>
                <p14:cNvContentPartPr/>
                <p14:nvPr/>
              </p14:nvContentPartPr>
              <p14:xfrm>
                <a:off x="4501313" y="4124626"/>
                <a:ext cx="145440" cy="52740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AE201081-77B1-4447-8622-70C200CDBEA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492673" y="4115986"/>
                  <a:ext cx="16308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9A58E7DA-243B-47FA-8770-4F0D1A2ED9B0}"/>
                    </a:ext>
                  </a:extLst>
                </p14:cNvPr>
                <p14:cNvContentPartPr/>
                <p14:nvPr/>
              </p14:nvContentPartPr>
              <p14:xfrm>
                <a:off x="4520753" y="4742746"/>
                <a:ext cx="43920" cy="11016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9A58E7DA-243B-47FA-8770-4F0D1A2ED9B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511753" y="4733746"/>
                  <a:ext cx="61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80EF3677-2152-41E6-BDAB-AB3B5C9F2557}"/>
                    </a:ext>
                  </a:extLst>
                </p14:cNvPr>
                <p14:cNvContentPartPr/>
                <p14:nvPr/>
              </p14:nvContentPartPr>
              <p14:xfrm>
                <a:off x="4466393" y="4703506"/>
                <a:ext cx="145080" cy="20196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80EF3677-2152-41E6-BDAB-AB3B5C9F255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457753" y="4694866"/>
                  <a:ext cx="16272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10998090-D5CA-4F1C-B7F2-4806479F2743}"/>
              </a:ext>
            </a:extLst>
          </p:cNvPr>
          <p:cNvGrpSpPr/>
          <p:nvPr/>
        </p:nvGrpSpPr>
        <p:grpSpPr>
          <a:xfrm>
            <a:off x="4899833" y="4119586"/>
            <a:ext cx="863280" cy="337320"/>
            <a:chOff x="4899833" y="4119586"/>
            <a:chExt cx="86328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D824823B-90BC-47A5-AC00-CA9D9305E97E}"/>
                    </a:ext>
                  </a:extLst>
                </p14:cNvPr>
                <p14:cNvContentPartPr/>
                <p14:nvPr/>
              </p14:nvContentPartPr>
              <p14:xfrm>
                <a:off x="4899833" y="4310386"/>
                <a:ext cx="104400" cy="14652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D824823B-90BC-47A5-AC00-CA9D9305E97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891193" y="4301746"/>
                  <a:ext cx="122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FF71D80A-5CAA-4D22-8D1F-C14310EDDF69}"/>
                    </a:ext>
                  </a:extLst>
                </p14:cNvPr>
                <p14:cNvContentPartPr/>
                <p14:nvPr/>
              </p14:nvContentPartPr>
              <p14:xfrm>
                <a:off x="4986953" y="4253866"/>
                <a:ext cx="119880" cy="18756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FF71D80A-5CAA-4D22-8D1F-C14310EDDF6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978313" y="4245226"/>
                  <a:ext cx="137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75EF42E1-C3F7-468C-9A34-EE94A483FCDC}"/>
                    </a:ext>
                  </a:extLst>
                </p14:cNvPr>
                <p14:cNvContentPartPr/>
                <p14:nvPr/>
              </p14:nvContentPartPr>
              <p14:xfrm>
                <a:off x="5109353" y="4157746"/>
                <a:ext cx="172440" cy="12564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75EF42E1-C3F7-468C-9A34-EE94A483FCD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100713" y="4148746"/>
                  <a:ext cx="190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F08EF583-D465-4EED-91C4-8E6F66D68216}"/>
                    </a:ext>
                  </a:extLst>
                </p14:cNvPr>
                <p14:cNvContentPartPr/>
                <p14:nvPr/>
              </p14:nvContentPartPr>
              <p14:xfrm>
                <a:off x="5353433" y="4119586"/>
                <a:ext cx="131400" cy="27720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F08EF583-D465-4EED-91C4-8E6F66D6821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344793" y="4110946"/>
                  <a:ext cx="149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7F2D40B2-A571-4A8F-8D48-EE89ADF22DF0}"/>
                    </a:ext>
                  </a:extLst>
                </p14:cNvPr>
                <p14:cNvContentPartPr/>
                <p14:nvPr/>
              </p14:nvContentPartPr>
              <p14:xfrm>
                <a:off x="5539553" y="4242706"/>
                <a:ext cx="98280" cy="13392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7F2D40B2-A571-4A8F-8D48-EE89ADF22DF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530913" y="4233706"/>
                  <a:ext cx="115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F52903F9-4F01-4126-BE93-C46BB363A28E}"/>
                    </a:ext>
                  </a:extLst>
                </p14:cNvPr>
                <p14:cNvContentPartPr/>
                <p14:nvPr/>
              </p14:nvContentPartPr>
              <p14:xfrm>
                <a:off x="5617673" y="4222546"/>
                <a:ext cx="145440" cy="15624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F52903F9-4F01-4126-BE93-C46BB363A28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609033" y="4213906"/>
                  <a:ext cx="16308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5629CBAF-D438-413C-81A4-394F48A85757}"/>
                  </a:ext>
                </a:extLst>
              </p14:cNvPr>
              <p14:cNvContentPartPr/>
              <p14:nvPr/>
            </p14:nvContentPartPr>
            <p14:xfrm>
              <a:off x="5976593" y="4232266"/>
              <a:ext cx="133920" cy="77760"/>
            </p14:xfrm>
          </p:contentPart>
        </mc:Choice>
        <mc:Fallback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5629CBAF-D438-413C-81A4-394F48A85757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5967593" y="4223266"/>
                <a:ext cx="15156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upo 262">
            <a:extLst>
              <a:ext uri="{FF2B5EF4-FFF2-40B4-BE49-F238E27FC236}">
                <a16:creationId xmlns:a16="http://schemas.microsoft.com/office/drawing/2014/main" id="{7775C2FA-33A9-4FC8-84BE-6168877195F8}"/>
              </a:ext>
            </a:extLst>
          </p:cNvPr>
          <p:cNvGrpSpPr/>
          <p:nvPr/>
        </p:nvGrpSpPr>
        <p:grpSpPr>
          <a:xfrm>
            <a:off x="6425153" y="3997186"/>
            <a:ext cx="421920" cy="713880"/>
            <a:chOff x="6425153" y="3997186"/>
            <a:chExt cx="421920" cy="71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E8E4AEFA-8F83-44AB-B0B1-FBD19BC9DDF4}"/>
                    </a:ext>
                  </a:extLst>
                </p14:cNvPr>
                <p14:cNvContentPartPr/>
                <p14:nvPr/>
              </p14:nvContentPartPr>
              <p14:xfrm>
                <a:off x="6480233" y="4171786"/>
                <a:ext cx="150840" cy="15300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E8E4AEFA-8F83-44AB-B0B1-FBD19BC9DDF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471233" y="4163146"/>
                  <a:ext cx="168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6CE2798C-D322-4F8C-9498-A72AAEA18620}"/>
                    </a:ext>
                  </a:extLst>
                </p14:cNvPr>
                <p14:cNvContentPartPr/>
                <p14:nvPr/>
              </p14:nvContentPartPr>
              <p14:xfrm>
                <a:off x="6597953" y="4128586"/>
                <a:ext cx="127800" cy="15948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6CE2798C-D322-4F8C-9498-A72AAEA1862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589313" y="4119946"/>
                  <a:ext cx="145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77D7B5E5-51A1-4595-A7B0-CD05CCBC8935}"/>
                    </a:ext>
                  </a:extLst>
                </p14:cNvPr>
                <p14:cNvContentPartPr/>
                <p14:nvPr/>
              </p14:nvContentPartPr>
              <p14:xfrm>
                <a:off x="6748793" y="3997186"/>
                <a:ext cx="98280" cy="18468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77D7B5E5-51A1-4595-A7B0-CD05CCBC893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740153" y="3988546"/>
                  <a:ext cx="115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FEF47F0B-6845-49F2-9BE6-81D62B3F37E2}"/>
                    </a:ext>
                  </a:extLst>
                </p14:cNvPr>
                <p14:cNvContentPartPr/>
                <p14:nvPr/>
              </p14:nvContentPartPr>
              <p14:xfrm>
                <a:off x="6425153" y="4377346"/>
                <a:ext cx="388800" cy="3600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FEF47F0B-6845-49F2-9BE6-81D62B3F37E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416153" y="4368706"/>
                  <a:ext cx="406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C2472896-4C12-4E4F-AE70-2641D3E82CDA}"/>
                    </a:ext>
                  </a:extLst>
                </p14:cNvPr>
                <p14:cNvContentPartPr/>
                <p14:nvPr/>
              </p14:nvContentPartPr>
              <p14:xfrm>
                <a:off x="6578873" y="4475626"/>
                <a:ext cx="150480" cy="9396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C2472896-4C12-4E4F-AE70-2641D3E82CD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570233" y="4466986"/>
                  <a:ext cx="168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92A2B1D6-DAE8-4B76-AD52-30019AE5B844}"/>
                    </a:ext>
                  </a:extLst>
                </p14:cNvPr>
                <p14:cNvContentPartPr/>
                <p14:nvPr/>
              </p14:nvContentPartPr>
              <p14:xfrm>
                <a:off x="6575993" y="4519906"/>
                <a:ext cx="142200" cy="19116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92A2B1D6-DAE8-4B76-AD52-30019AE5B84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567353" y="4511266"/>
                  <a:ext cx="1598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upo 277">
            <a:extLst>
              <a:ext uri="{FF2B5EF4-FFF2-40B4-BE49-F238E27FC236}">
                <a16:creationId xmlns:a16="http://schemas.microsoft.com/office/drawing/2014/main" id="{E0F6528F-67AC-44E3-849F-B267F42CC32B}"/>
              </a:ext>
            </a:extLst>
          </p:cNvPr>
          <p:cNvGrpSpPr/>
          <p:nvPr/>
        </p:nvGrpSpPr>
        <p:grpSpPr>
          <a:xfrm>
            <a:off x="7166393" y="4673266"/>
            <a:ext cx="375480" cy="145440"/>
            <a:chOff x="7166393" y="4673266"/>
            <a:chExt cx="375480" cy="1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C10FC830-9ED6-4BDF-8A81-05B830672F3B}"/>
                    </a:ext>
                  </a:extLst>
                </p14:cNvPr>
                <p14:cNvContentPartPr/>
                <p14:nvPr/>
              </p14:nvContentPartPr>
              <p14:xfrm>
                <a:off x="7166393" y="4673266"/>
                <a:ext cx="136800" cy="1245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C10FC830-9ED6-4BDF-8A81-05B830672F3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157753" y="4664266"/>
                  <a:ext cx="154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E779D1DD-D747-4CB8-8D64-38694DD01040}"/>
                    </a:ext>
                  </a:extLst>
                </p14:cNvPr>
                <p14:cNvContentPartPr/>
                <p14:nvPr/>
              </p14:nvContentPartPr>
              <p14:xfrm>
                <a:off x="7166393" y="4690546"/>
                <a:ext cx="269280" cy="10908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E779D1DD-D747-4CB8-8D64-38694DD0104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157753" y="4681546"/>
                  <a:ext cx="286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926F66A8-BE46-4D2B-9C6F-3080A2ABC6E6}"/>
                    </a:ext>
                  </a:extLst>
                </p14:cNvPr>
                <p14:cNvContentPartPr/>
                <p14:nvPr/>
              </p14:nvContentPartPr>
              <p14:xfrm>
                <a:off x="7379153" y="4723666"/>
                <a:ext cx="162720" cy="9504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926F66A8-BE46-4D2B-9C6F-3080A2ABC6E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370513" y="4714666"/>
                  <a:ext cx="1803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upo 276">
            <a:extLst>
              <a:ext uri="{FF2B5EF4-FFF2-40B4-BE49-F238E27FC236}">
                <a16:creationId xmlns:a16="http://schemas.microsoft.com/office/drawing/2014/main" id="{00FA1890-F7BD-433D-880D-933A5F6FC1BD}"/>
              </a:ext>
            </a:extLst>
          </p:cNvPr>
          <p:cNvGrpSpPr/>
          <p:nvPr/>
        </p:nvGrpSpPr>
        <p:grpSpPr>
          <a:xfrm>
            <a:off x="7144433" y="3847786"/>
            <a:ext cx="1030680" cy="730800"/>
            <a:chOff x="7144433" y="3847786"/>
            <a:chExt cx="1030680" cy="73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C795257F-F68B-4DA2-B461-0D814D96B701}"/>
                    </a:ext>
                  </a:extLst>
                </p14:cNvPr>
                <p14:cNvContentPartPr/>
                <p14:nvPr/>
              </p14:nvContentPartPr>
              <p14:xfrm>
                <a:off x="7144433" y="4138306"/>
                <a:ext cx="26640" cy="44028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C795257F-F68B-4DA2-B461-0D814D96B70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135433" y="4129666"/>
                  <a:ext cx="442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3D1E86C3-7E43-4DEA-88B4-7E5AEECF41DB}"/>
                    </a:ext>
                  </a:extLst>
                </p14:cNvPr>
                <p14:cNvContentPartPr/>
                <p14:nvPr/>
              </p14:nvContentPartPr>
              <p14:xfrm>
                <a:off x="7273673" y="3919066"/>
                <a:ext cx="91080" cy="11952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3D1E86C3-7E43-4DEA-88B4-7E5AEECF41D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265033" y="3910426"/>
                  <a:ext cx="108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33D4B3C9-C8D4-41D1-BC75-DE00B30EA50B}"/>
                    </a:ext>
                  </a:extLst>
                </p14:cNvPr>
                <p14:cNvContentPartPr/>
                <p14:nvPr/>
              </p14:nvContentPartPr>
              <p14:xfrm>
                <a:off x="7283393" y="3906826"/>
                <a:ext cx="93960" cy="16560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33D4B3C9-C8D4-41D1-BC75-DE00B30EA50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274753" y="3898186"/>
                  <a:ext cx="111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111627FE-A31C-421A-B6A3-BDDBF4CCDB7A}"/>
                    </a:ext>
                  </a:extLst>
                </p14:cNvPr>
                <p14:cNvContentPartPr/>
                <p14:nvPr/>
              </p14:nvContentPartPr>
              <p14:xfrm>
                <a:off x="7442153" y="3960106"/>
                <a:ext cx="115560" cy="6300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111627FE-A31C-421A-B6A3-BDDBF4CCDB7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433153" y="3951106"/>
                  <a:ext cx="133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11F6A402-D9D4-4FE6-BFD5-B754F5462D00}"/>
                    </a:ext>
                  </a:extLst>
                </p14:cNvPr>
                <p14:cNvContentPartPr/>
                <p14:nvPr/>
              </p14:nvContentPartPr>
              <p14:xfrm>
                <a:off x="7624673" y="3887026"/>
                <a:ext cx="107640" cy="13428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11F6A402-D9D4-4FE6-BFD5-B754F5462D0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616033" y="3878026"/>
                  <a:ext cx="125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077A8B1F-6E6D-44D2-A1E2-3FEF6E330016}"/>
                    </a:ext>
                  </a:extLst>
                </p14:cNvPr>
                <p14:cNvContentPartPr/>
                <p14:nvPr/>
              </p14:nvContentPartPr>
              <p14:xfrm>
                <a:off x="7759313" y="3976666"/>
                <a:ext cx="11880" cy="673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077A8B1F-6E6D-44D2-A1E2-3FEF6E330016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750313" y="3967666"/>
                  <a:ext cx="29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2C93B31D-6CD2-4926-8774-953966953805}"/>
                    </a:ext>
                  </a:extLst>
                </p14:cNvPr>
                <p14:cNvContentPartPr/>
                <p14:nvPr/>
              </p14:nvContentPartPr>
              <p14:xfrm>
                <a:off x="7822673" y="3847786"/>
                <a:ext cx="70560" cy="16380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2C93B31D-6CD2-4926-8774-95396695380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814033" y="3839146"/>
                  <a:ext cx="88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72A22FD7-3A40-430F-9D65-52B8A29CE098}"/>
                    </a:ext>
                  </a:extLst>
                </p14:cNvPr>
                <p14:cNvContentPartPr/>
                <p14:nvPr/>
              </p14:nvContentPartPr>
              <p14:xfrm>
                <a:off x="8023913" y="4201666"/>
                <a:ext cx="113400" cy="288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72A22FD7-3A40-430F-9D65-52B8A29CE09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015273" y="4193026"/>
                  <a:ext cx="1310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386E53ED-1341-46D1-9854-D7A1D6754A1D}"/>
                    </a:ext>
                  </a:extLst>
                </p14:cNvPr>
                <p14:cNvContentPartPr/>
                <p14:nvPr/>
              </p14:nvContentPartPr>
              <p14:xfrm>
                <a:off x="8043353" y="4283386"/>
                <a:ext cx="131760" cy="1440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386E53ED-1341-46D1-9854-D7A1D6754A1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034353" y="4274746"/>
                  <a:ext cx="14940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89D102B2-811E-4F3D-99A2-1DAEB9586B1C}"/>
                  </a:ext>
                </a:extLst>
              </p14:cNvPr>
              <p14:cNvContentPartPr/>
              <p14:nvPr/>
            </p14:nvContentPartPr>
            <p14:xfrm>
              <a:off x="5258393" y="3872986"/>
              <a:ext cx="360" cy="360"/>
            </p14:xfrm>
          </p:contentPart>
        </mc:Choice>
        <mc:Fallback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89D102B2-811E-4F3D-99A2-1DAEB9586B1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249393" y="386434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Grupo 286">
            <a:extLst>
              <a:ext uri="{FF2B5EF4-FFF2-40B4-BE49-F238E27FC236}">
                <a16:creationId xmlns:a16="http://schemas.microsoft.com/office/drawing/2014/main" id="{45571CE0-A128-47A7-8DA2-2A25F192C418}"/>
              </a:ext>
            </a:extLst>
          </p:cNvPr>
          <p:cNvGrpSpPr/>
          <p:nvPr/>
        </p:nvGrpSpPr>
        <p:grpSpPr>
          <a:xfrm>
            <a:off x="8314073" y="3968386"/>
            <a:ext cx="1224720" cy="490320"/>
            <a:chOff x="8314073" y="3968386"/>
            <a:chExt cx="1224720" cy="49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C8DC12FF-0B31-4AAC-8C3F-0DBB293AD876}"/>
                    </a:ext>
                  </a:extLst>
                </p14:cNvPr>
                <p14:cNvContentPartPr/>
                <p14:nvPr/>
              </p14:nvContentPartPr>
              <p14:xfrm>
                <a:off x="8314073" y="4161706"/>
                <a:ext cx="156960" cy="17568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C8DC12FF-0B31-4AAC-8C3F-0DBB293AD87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305073" y="4152706"/>
                  <a:ext cx="174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52408FA7-5F80-42C7-BE47-89DDFC3590AB}"/>
                    </a:ext>
                  </a:extLst>
                </p14:cNvPr>
                <p14:cNvContentPartPr/>
                <p14:nvPr/>
              </p14:nvContentPartPr>
              <p14:xfrm>
                <a:off x="8528633" y="4265386"/>
                <a:ext cx="72720" cy="19332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52408FA7-5F80-42C7-BE47-89DDFC3590A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519993" y="4256386"/>
                  <a:ext cx="90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1A31FB16-007A-40F6-8A2F-9D6A68978828}"/>
                    </a:ext>
                  </a:extLst>
                </p14:cNvPr>
                <p14:cNvContentPartPr/>
                <p14:nvPr/>
              </p14:nvContentPartPr>
              <p14:xfrm>
                <a:off x="8654273" y="4097986"/>
                <a:ext cx="263160" cy="18000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1A31FB16-007A-40F6-8A2F-9D6A6897882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645633" y="4088986"/>
                  <a:ext cx="280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7FC4D0BB-4946-4901-BF4F-9A973D3990EF}"/>
                    </a:ext>
                  </a:extLst>
                </p14:cNvPr>
                <p14:cNvContentPartPr/>
                <p14:nvPr/>
              </p14:nvContentPartPr>
              <p14:xfrm>
                <a:off x="8918153" y="4081786"/>
                <a:ext cx="151200" cy="17964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7FC4D0BB-4946-4901-BF4F-9A973D3990E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09513" y="4072786"/>
                  <a:ext cx="168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378DEC23-9490-4F20-BE4B-4FB21BE4EF6A}"/>
                    </a:ext>
                  </a:extLst>
                </p14:cNvPr>
                <p14:cNvContentPartPr/>
                <p14:nvPr/>
              </p14:nvContentPartPr>
              <p14:xfrm>
                <a:off x="9163313" y="4059106"/>
                <a:ext cx="130320" cy="17676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378DEC23-9490-4F20-BE4B-4FB21BE4EF6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154313" y="4050466"/>
                  <a:ext cx="147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06B64A50-4FCE-4DB7-BE19-3B0379A8C93A}"/>
                    </a:ext>
                  </a:extLst>
                </p14:cNvPr>
                <p14:cNvContentPartPr/>
                <p14:nvPr/>
              </p14:nvContentPartPr>
              <p14:xfrm>
                <a:off x="9368513" y="3968386"/>
                <a:ext cx="136080" cy="12348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06B64A50-4FCE-4DB7-BE19-3B0379A8C93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59873" y="3959386"/>
                  <a:ext cx="153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F66643F7-7E9E-4A8E-B595-A60311FCE415}"/>
                    </a:ext>
                  </a:extLst>
                </p14:cNvPr>
                <p14:cNvContentPartPr/>
                <p14:nvPr/>
              </p14:nvContentPartPr>
              <p14:xfrm>
                <a:off x="9393353" y="3993946"/>
                <a:ext cx="145440" cy="20880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F66643F7-7E9E-4A8E-B595-A60311FCE41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384353" y="3985306"/>
                  <a:ext cx="163080" cy="22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470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066D8639-8273-46DA-93B6-DAC52CA6F63F}"/>
              </a:ext>
            </a:extLst>
          </p:cNvPr>
          <p:cNvGrpSpPr/>
          <p:nvPr/>
        </p:nvGrpSpPr>
        <p:grpSpPr>
          <a:xfrm>
            <a:off x="452393" y="157426"/>
            <a:ext cx="267480" cy="440280"/>
            <a:chOff x="452393" y="157426"/>
            <a:chExt cx="26748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93A87B2-6054-4F28-8B6F-8F02E75A6063}"/>
                    </a:ext>
                  </a:extLst>
                </p14:cNvPr>
                <p14:cNvContentPartPr/>
                <p14:nvPr/>
              </p14:nvContentPartPr>
              <p14:xfrm>
                <a:off x="452393" y="321226"/>
                <a:ext cx="226080" cy="2145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93A87B2-6054-4F28-8B6F-8F02E75A606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3393" y="312226"/>
                  <a:ext cx="243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DC3F9B4A-73B8-495F-9B0A-2B0F3EF73C40}"/>
                    </a:ext>
                  </a:extLst>
                </p14:cNvPr>
                <p14:cNvContentPartPr/>
                <p14:nvPr/>
              </p14:nvContentPartPr>
              <p14:xfrm>
                <a:off x="610433" y="157426"/>
                <a:ext cx="109440" cy="4402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DC3F9B4A-73B8-495F-9B0A-2B0F3EF73C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1433" y="148426"/>
                  <a:ext cx="127080" cy="45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DE0A113-CC66-47DA-9086-A23689B872BF}"/>
                  </a:ext>
                </a:extLst>
              </p14:cNvPr>
              <p14:cNvContentPartPr/>
              <p14:nvPr/>
            </p14:nvContentPartPr>
            <p14:xfrm>
              <a:off x="927233" y="299986"/>
              <a:ext cx="156960" cy="151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DE0A113-CC66-47DA-9086-A23689B872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8593" y="290986"/>
                <a:ext cx="1746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462D3F5-70AF-4254-AAF5-540C222735DC}"/>
                  </a:ext>
                </a:extLst>
              </p14:cNvPr>
              <p14:cNvContentPartPr/>
              <p14:nvPr/>
            </p14:nvContentPartPr>
            <p14:xfrm>
              <a:off x="908153" y="306106"/>
              <a:ext cx="188640" cy="2728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462D3F5-70AF-4254-AAF5-540C222735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9513" y="297106"/>
                <a:ext cx="20628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D37EC95-4E0D-4745-8D88-4232CC619CDE}"/>
                  </a:ext>
                </a:extLst>
              </p14:cNvPr>
              <p14:cNvContentPartPr/>
              <p14:nvPr/>
            </p14:nvContentPartPr>
            <p14:xfrm>
              <a:off x="954593" y="413026"/>
              <a:ext cx="105840" cy="637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D37EC95-4E0D-4745-8D88-4232CC619CD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5593" y="404026"/>
                <a:ext cx="1234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CD6FC94F-2253-4CA7-AE19-B7216AF8A4FC}"/>
                  </a:ext>
                </a:extLst>
              </p14:cNvPr>
              <p14:cNvContentPartPr/>
              <p14:nvPr/>
            </p14:nvContentPartPr>
            <p14:xfrm>
              <a:off x="1233953" y="257506"/>
              <a:ext cx="99000" cy="3186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CD6FC94F-2253-4CA7-AE19-B7216AF8A4F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24953" y="248506"/>
                <a:ext cx="116640" cy="33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o 14">
            <a:extLst>
              <a:ext uri="{FF2B5EF4-FFF2-40B4-BE49-F238E27FC236}">
                <a16:creationId xmlns:a16="http://schemas.microsoft.com/office/drawing/2014/main" id="{C2F7E1CF-8B91-4725-851F-A35229CE6F37}"/>
              </a:ext>
            </a:extLst>
          </p:cNvPr>
          <p:cNvGrpSpPr/>
          <p:nvPr/>
        </p:nvGrpSpPr>
        <p:grpSpPr>
          <a:xfrm>
            <a:off x="1352033" y="198106"/>
            <a:ext cx="539640" cy="342360"/>
            <a:chOff x="1352033" y="198106"/>
            <a:chExt cx="53964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1333E13F-3E0C-4E7A-982B-42E99D64D083}"/>
                    </a:ext>
                  </a:extLst>
                </p14:cNvPr>
                <p14:cNvContentPartPr/>
                <p14:nvPr/>
              </p14:nvContentPartPr>
              <p14:xfrm>
                <a:off x="1352033" y="263626"/>
                <a:ext cx="190440" cy="1972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1333E13F-3E0C-4E7A-982B-42E99D64D08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3393" y="254626"/>
                  <a:ext cx="208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6A7937D-7392-4EBD-82EA-6D30715D3709}"/>
                    </a:ext>
                  </a:extLst>
                </p14:cNvPr>
                <p14:cNvContentPartPr/>
                <p14:nvPr/>
              </p14:nvContentPartPr>
              <p14:xfrm>
                <a:off x="1367153" y="292066"/>
                <a:ext cx="131040" cy="1778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6A7937D-7392-4EBD-82EA-6D30715D37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58513" y="283426"/>
                  <a:ext cx="148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A712C08-CFA8-43ED-A45A-4A107DC09B25}"/>
                    </a:ext>
                  </a:extLst>
                </p14:cNvPr>
                <p14:cNvContentPartPr/>
                <p14:nvPr/>
              </p14:nvContentPartPr>
              <p14:xfrm>
                <a:off x="1613753" y="198106"/>
                <a:ext cx="87840" cy="3423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A712C08-CFA8-43ED-A45A-4A107DC09B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05113" y="189466"/>
                  <a:ext cx="105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D6CD1DAD-B6BA-4A7B-B3E9-08B5CDD27742}"/>
                    </a:ext>
                  </a:extLst>
                </p14:cNvPr>
                <p14:cNvContentPartPr/>
                <p14:nvPr/>
              </p14:nvContentPartPr>
              <p14:xfrm>
                <a:off x="1778273" y="344266"/>
                <a:ext cx="113400" cy="828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D6CD1DAD-B6BA-4A7B-B3E9-08B5CDD277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69273" y="335626"/>
                  <a:ext cx="13104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DED74AE-3184-48CE-A595-71B131AE08B5}"/>
              </a:ext>
            </a:extLst>
          </p:cNvPr>
          <p:cNvGrpSpPr/>
          <p:nvPr/>
        </p:nvGrpSpPr>
        <p:grpSpPr>
          <a:xfrm>
            <a:off x="2043953" y="80026"/>
            <a:ext cx="2138760" cy="878760"/>
            <a:chOff x="2043953" y="80026"/>
            <a:chExt cx="2138760" cy="87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DDE7821-6A7D-43E8-A046-9529C83A8E06}"/>
                    </a:ext>
                  </a:extLst>
                </p14:cNvPr>
                <p14:cNvContentPartPr/>
                <p14:nvPr/>
              </p14:nvContentPartPr>
              <p14:xfrm>
                <a:off x="2117393" y="249586"/>
                <a:ext cx="131040" cy="5932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DDE7821-6A7D-43E8-A046-9529C83A8E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08753" y="240946"/>
                  <a:ext cx="14868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4124A15-702D-4412-93ED-D0557CB5935D}"/>
                    </a:ext>
                  </a:extLst>
                </p14:cNvPr>
                <p14:cNvContentPartPr/>
                <p14:nvPr/>
              </p14:nvContentPartPr>
              <p14:xfrm>
                <a:off x="2043953" y="896506"/>
                <a:ext cx="167760" cy="586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4124A15-702D-4412-93ED-D0557CB5935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34953" y="887506"/>
                  <a:ext cx="185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C5198BE-64A5-4636-8877-AD40ABCBC005}"/>
                    </a:ext>
                  </a:extLst>
                </p14:cNvPr>
                <p14:cNvContentPartPr/>
                <p14:nvPr/>
              </p14:nvContentPartPr>
              <p14:xfrm>
                <a:off x="2211353" y="803626"/>
                <a:ext cx="185760" cy="1551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C5198BE-64A5-4636-8877-AD40ABCBC0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02353" y="794626"/>
                  <a:ext cx="203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DEC4E260-F839-4A9D-BB04-103B5D49235E}"/>
                    </a:ext>
                  </a:extLst>
                </p14:cNvPr>
                <p14:cNvContentPartPr/>
                <p14:nvPr/>
              </p14:nvContentPartPr>
              <p14:xfrm>
                <a:off x="2110193" y="120706"/>
                <a:ext cx="73080" cy="1011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DEC4E260-F839-4A9D-BB04-103B5D4923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01553" y="112066"/>
                  <a:ext cx="90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4DD08DA-EFB2-4B47-A28C-733EEFCDED9A}"/>
                    </a:ext>
                  </a:extLst>
                </p14:cNvPr>
                <p14:cNvContentPartPr/>
                <p14:nvPr/>
              </p14:nvContentPartPr>
              <p14:xfrm>
                <a:off x="2190833" y="80026"/>
                <a:ext cx="107640" cy="900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4DD08DA-EFB2-4B47-A28C-733EEFCDED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82193" y="71026"/>
                  <a:ext cx="125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0DB273BB-5819-4F58-9A96-D30D7ABE6F96}"/>
                    </a:ext>
                  </a:extLst>
                </p14:cNvPr>
                <p14:cNvContentPartPr/>
                <p14:nvPr/>
              </p14:nvContentPartPr>
              <p14:xfrm>
                <a:off x="2423753" y="424906"/>
                <a:ext cx="138240" cy="1821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0DB273BB-5819-4F58-9A96-D30D7ABE6F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15113" y="415906"/>
                  <a:ext cx="155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EB236CD1-CF69-4186-BCFF-3C32350FAA7A}"/>
                    </a:ext>
                  </a:extLst>
                </p14:cNvPr>
                <p14:cNvContentPartPr/>
                <p14:nvPr/>
              </p14:nvContentPartPr>
              <p14:xfrm>
                <a:off x="2528513" y="361546"/>
                <a:ext cx="125640" cy="1818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EB236CD1-CF69-4186-BCFF-3C32350FAA7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19873" y="352906"/>
                  <a:ext cx="143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BB1D31A-8883-435F-94C2-397D9F2E15EA}"/>
                    </a:ext>
                  </a:extLst>
                </p14:cNvPr>
                <p14:cNvContentPartPr/>
                <p14:nvPr/>
              </p14:nvContentPartPr>
              <p14:xfrm>
                <a:off x="2761073" y="307546"/>
                <a:ext cx="106560" cy="3963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BB1D31A-8883-435F-94C2-397D9F2E15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52433" y="298906"/>
                  <a:ext cx="1242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5CF40DFE-28AF-46C1-A210-26E94F242BB1}"/>
                    </a:ext>
                  </a:extLst>
                </p14:cNvPr>
                <p14:cNvContentPartPr/>
                <p14:nvPr/>
              </p14:nvContentPartPr>
              <p14:xfrm>
                <a:off x="2736953" y="525346"/>
                <a:ext cx="190800" cy="723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5CF40DFE-28AF-46C1-A210-26E94F242B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28313" y="516346"/>
                  <a:ext cx="208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F5C1180-8F68-49E6-9A1F-C9ABF490FDC9}"/>
                    </a:ext>
                  </a:extLst>
                </p14:cNvPr>
                <p14:cNvContentPartPr/>
                <p14:nvPr/>
              </p14:nvContentPartPr>
              <p14:xfrm>
                <a:off x="3008393" y="420946"/>
                <a:ext cx="84600" cy="2012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F5C1180-8F68-49E6-9A1F-C9ABF490FDC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99753" y="411946"/>
                  <a:ext cx="1022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6CC5A6B-1377-48C5-A0A0-08CEC04625DC}"/>
                    </a:ext>
                  </a:extLst>
                </p14:cNvPr>
                <p14:cNvContentPartPr/>
                <p14:nvPr/>
              </p14:nvContentPartPr>
              <p14:xfrm>
                <a:off x="3076433" y="449026"/>
                <a:ext cx="113040" cy="1404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6CC5A6B-1377-48C5-A0A0-08CEC04625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67433" y="440026"/>
                  <a:ext cx="130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E2E04C4-6742-4647-9013-89C9A6E6F726}"/>
                    </a:ext>
                  </a:extLst>
                </p14:cNvPr>
                <p14:cNvContentPartPr/>
                <p14:nvPr/>
              </p14:nvContentPartPr>
              <p14:xfrm>
                <a:off x="3164273" y="370546"/>
                <a:ext cx="186840" cy="2505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E2E04C4-6742-4647-9013-89C9A6E6F7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55633" y="361906"/>
                  <a:ext cx="204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02DE894D-DA07-437C-8E4C-8796A2BC5FAA}"/>
                    </a:ext>
                  </a:extLst>
                </p14:cNvPr>
                <p14:cNvContentPartPr/>
                <p14:nvPr/>
              </p14:nvContentPartPr>
              <p14:xfrm>
                <a:off x="3459473" y="352186"/>
                <a:ext cx="185760" cy="2754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02DE894D-DA07-437C-8E4C-8796A2BC5FA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50833" y="343546"/>
                  <a:ext cx="2034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3D3E0A63-D00D-4FFF-A7CA-3BCA9A1B535B}"/>
                    </a:ext>
                  </a:extLst>
                </p14:cNvPr>
                <p14:cNvContentPartPr/>
                <p14:nvPr/>
              </p14:nvContentPartPr>
              <p14:xfrm>
                <a:off x="3636953" y="483226"/>
                <a:ext cx="121680" cy="1735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3D3E0A63-D00D-4FFF-A7CA-3BCA9A1B53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28313" y="474226"/>
                  <a:ext cx="1393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E0897B2-B2C6-4EC3-9F2B-754F7C879F3D}"/>
                    </a:ext>
                  </a:extLst>
                </p14:cNvPr>
                <p14:cNvContentPartPr/>
                <p14:nvPr/>
              </p14:nvContentPartPr>
              <p14:xfrm>
                <a:off x="3751793" y="473866"/>
                <a:ext cx="172800" cy="1814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E0897B2-B2C6-4EC3-9F2B-754F7C879F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43153" y="465226"/>
                  <a:ext cx="190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40B2CE7-F5C3-4D31-96B6-76A93F3F1802}"/>
                    </a:ext>
                  </a:extLst>
                </p14:cNvPr>
                <p14:cNvContentPartPr/>
                <p14:nvPr/>
              </p14:nvContentPartPr>
              <p14:xfrm>
                <a:off x="4033313" y="486826"/>
                <a:ext cx="149400" cy="1011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40B2CE7-F5C3-4D31-96B6-76A93F3F18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24673" y="478186"/>
                  <a:ext cx="16704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C7B55905-592E-4DC9-A3B6-0D6C121A44A2}"/>
                  </a:ext>
                </a:extLst>
              </p14:cNvPr>
              <p14:cNvContentPartPr/>
              <p14:nvPr/>
            </p14:nvContentPartPr>
            <p14:xfrm>
              <a:off x="4587353" y="1020706"/>
              <a:ext cx="105840" cy="12960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C7B55905-592E-4DC9-A3B6-0D6C121A44A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78713" y="1012066"/>
                <a:ext cx="12348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upo 35">
            <a:extLst>
              <a:ext uri="{FF2B5EF4-FFF2-40B4-BE49-F238E27FC236}">
                <a16:creationId xmlns:a16="http://schemas.microsoft.com/office/drawing/2014/main" id="{C2815AAB-5ACA-43E1-B3BA-BFECEC1F7BB4}"/>
              </a:ext>
            </a:extLst>
          </p:cNvPr>
          <p:cNvGrpSpPr/>
          <p:nvPr/>
        </p:nvGrpSpPr>
        <p:grpSpPr>
          <a:xfrm>
            <a:off x="4555313" y="76066"/>
            <a:ext cx="164880" cy="819720"/>
            <a:chOff x="4555313" y="76066"/>
            <a:chExt cx="164880" cy="81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4483BEB6-9436-4FDC-B4BB-686A0AAEF75B}"/>
                    </a:ext>
                  </a:extLst>
                </p14:cNvPr>
                <p14:cNvContentPartPr/>
                <p14:nvPr/>
              </p14:nvContentPartPr>
              <p14:xfrm>
                <a:off x="4599953" y="243106"/>
                <a:ext cx="120240" cy="6526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4483BEB6-9436-4FDC-B4BB-686A0AAEF75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90953" y="234466"/>
                  <a:ext cx="13788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7496C89C-C3BB-46FB-B054-744471D02836}"/>
                    </a:ext>
                  </a:extLst>
                </p14:cNvPr>
                <p14:cNvContentPartPr/>
                <p14:nvPr/>
              </p14:nvContentPartPr>
              <p14:xfrm>
                <a:off x="4555313" y="76066"/>
                <a:ext cx="160920" cy="1332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7496C89C-C3BB-46FB-B054-744471D028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46673" y="67066"/>
                  <a:ext cx="17856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F1246240-D4B4-4E80-8AD1-962068A13806}"/>
                  </a:ext>
                </a:extLst>
              </p14:cNvPr>
              <p14:cNvContentPartPr/>
              <p14:nvPr/>
            </p14:nvContentPartPr>
            <p14:xfrm>
              <a:off x="2443913" y="395026"/>
              <a:ext cx="136800" cy="19044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F1246240-D4B4-4E80-8AD1-962068A1380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90273" y="287026"/>
                <a:ext cx="244440" cy="40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00EEC848-4CBF-407F-98DF-3E965A6A235B}"/>
              </a:ext>
            </a:extLst>
          </p:cNvPr>
          <p:cNvGrpSpPr/>
          <p:nvPr/>
        </p:nvGrpSpPr>
        <p:grpSpPr>
          <a:xfrm>
            <a:off x="4773113" y="410506"/>
            <a:ext cx="457560" cy="228960"/>
            <a:chOff x="4773113" y="410506"/>
            <a:chExt cx="45756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5BA5527-F930-4A1F-BE9A-1A0CDCEDA93C}"/>
                    </a:ext>
                  </a:extLst>
                </p14:cNvPr>
                <p14:cNvContentPartPr/>
                <p14:nvPr/>
              </p14:nvContentPartPr>
              <p14:xfrm>
                <a:off x="4773113" y="464866"/>
                <a:ext cx="176040" cy="1746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5BA5527-F930-4A1F-BE9A-1A0CDCEDA9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64113" y="455866"/>
                  <a:ext cx="193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5E42A184-90CC-4F46-A579-79F2E6C0E59C}"/>
                    </a:ext>
                  </a:extLst>
                </p14:cNvPr>
                <p14:cNvContentPartPr/>
                <p14:nvPr/>
              </p14:nvContentPartPr>
              <p14:xfrm>
                <a:off x="4916033" y="410506"/>
                <a:ext cx="174240" cy="17172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5E42A184-90CC-4F46-A579-79F2E6C0E5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07393" y="401506"/>
                  <a:ext cx="191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6030D7FA-2CA8-4111-9C53-DD909FA67FDE}"/>
                    </a:ext>
                  </a:extLst>
                </p14:cNvPr>
                <p14:cNvContentPartPr/>
                <p14:nvPr/>
              </p14:nvContentPartPr>
              <p14:xfrm>
                <a:off x="5189633" y="469546"/>
                <a:ext cx="41040" cy="352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6030D7FA-2CA8-4111-9C53-DD909FA67F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80993" y="460546"/>
                  <a:ext cx="5868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8B66B9AA-4C55-46DE-AD8C-2D85AF88F8A0}"/>
              </a:ext>
            </a:extLst>
          </p:cNvPr>
          <p:cNvGrpSpPr/>
          <p:nvPr/>
        </p:nvGrpSpPr>
        <p:grpSpPr>
          <a:xfrm>
            <a:off x="5357753" y="338146"/>
            <a:ext cx="578520" cy="594000"/>
            <a:chOff x="5357753" y="338146"/>
            <a:chExt cx="578520" cy="59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321E1C91-AF30-46C2-8FFC-34F2AD8BD816}"/>
                    </a:ext>
                  </a:extLst>
                </p14:cNvPr>
                <p14:cNvContentPartPr/>
                <p14:nvPr/>
              </p14:nvContentPartPr>
              <p14:xfrm>
                <a:off x="5413193" y="338146"/>
                <a:ext cx="79560" cy="2134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321E1C91-AF30-46C2-8FFC-34F2AD8BD8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04193" y="329506"/>
                  <a:ext cx="97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3F3B0BF-168E-49B3-932C-750B3770059E}"/>
                    </a:ext>
                  </a:extLst>
                </p14:cNvPr>
                <p14:cNvContentPartPr/>
                <p14:nvPr/>
              </p14:nvContentPartPr>
              <p14:xfrm>
                <a:off x="5357753" y="622546"/>
                <a:ext cx="173520" cy="187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3F3B0BF-168E-49B3-932C-750B3770059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49113" y="613906"/>
                  <a:ext cx="191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E879EDC-5ECC-4606-8874-819D1DEB6F2D}"/>
                    </a:ext>
                  </a:extLst>
                </p14:cNvPr>
                <p14:cNvContentPartPr/>
                <p14:nvPr/>
              </p14:nvContentPartPr>
              <p14:xfrm>
                <a:off x="5402033" y="721546"/>
                <a:ext cx="96840" cy="943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E879EDC-5ECC-4606-8874-819D1DEB6F2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93393" y="712906"/>
                  <a:ext cx="114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679EEC72-76B2-4B3D-A91A-836981C3BC0B}"/>
                    </a:ext>
                  </a:extLst>
                </p14:cNvPr>
                <p14:cNvContentPartPr/>
                <p14:nvPr/>
              </p14:nvContentPartPr>
              <p14:xfrm>
                <a:off x="5409593" y="777346"/>
                <a:ext cx="133560" cy="1548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679EEC72-76B2-4B3D-A91A-836981C3BC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00593" y="768706"/>
                  <a:ext cx="151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EA18921-D5E7-4062-968E-FD9AE1C09AFF}"/>
                    </a:ext>
                  </a:extLst>
                </p14:cNvPr>
                <p14:cNvContentPartPr/>
                <p14:nvPr/>
              </p14:nvContentPartPr>
              <p14:xfrm>
                <a:off x="5619833" y="486826"/>
                <a:ext cx="171360" cy="1645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EA18921-D5E7-4062-968E-FD9AE1C09A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10833" y="478186"/>
                  <a:ext cx="189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0F6B4CCC-7688-478D-9DF9-68E5A2957F58}"/>
                    </a:ext>
                  </a:extLst>
                </p14:cNvPr>
                <p14:cNvContentPartPr/>
                <p14:nvPr/>
              </p14:nvContentPartPr>
              <p14:xfrm>
                <a:off x="5673833" y="479986"/>
                <a:ext cx="89280" cy="1630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0F6B4CCC-7688-478D-9DF9-68E5A2957F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65193" y="470986"/>
                  <a:ext cx="106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EB0A9AC-0F37-42F1-A1FC-AB48469124C6}"/>
                    </a:ext>
                  </a:extLst>
                </p14:cNvPr>
                <p14:cNvContentPartPr/>
                <p14:nvPr/>
              </p14:nvContentPartPr>
              <p14:xfrm>
                <a:off x="5786153" y="338506"/>
                <a:ext cx="150120" cy="1098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EB0A9AC-0F37-42F1-A1FC-AB48469124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77153" y="329506"/>
                  <a:ext cx="1677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A1B039C9-858E-4C6E-91DA-743CF4B53EAE}"/>
              </a:ext>
            </a:extLst>
          </p:cNvPr>
          <p:cNvGrpSpPr/>
          <p:nvPr/>
        </p:nvGrpSpPr>
        <p:grpSpPr>
          <a:xfrm>
            <a:off x="6000353" y="387466"/>
            <a:ext cx="651240" cy="293760"/>
            <a:chOff x="6000353" y="387466"/>
            <a:chExt cx="65124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44962C0A-A3E5-4CAB-B8BE-19A2435A2556}"/>
                    </a:ext>
                  </a:extLst>
                </p14:cNvPr>
                <p14:cNvContentPartPr/>
                <p14:nvPr/>
              </p14:nvContentPartPr>
              <p14:xfrm>
                <a:off x="6000353" y="387466"/>
                <a:ext cx="172800" cy="2937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44962C0A-A3E5-4CAB-B8BE-19A2435A255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91353" y="378466"/>
                  <a:ext cx="1904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02084DB3-D809-4B8A-813D-0B14E498A727}"/>
                    </a:ext>
                  </a:extLst>
                </p14:cNvPr>
                <p14:cNvContentPartPr/>
                <p14:nvPr/>
              </p14:nvContentPartPr>
              <p14:xfrm>
                <a:off x="6235433" y="492946"/>
                <a:ext cx="138600" cy="1551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02084DB3-D809-4B8A-813D-0B14E498A72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26793" y="484306"/>
                  <a:ext cx="156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F0C5BA0-E9B6-46A4-BF59-7D578E08DB31}"/>
                    </a:ext>
                  </a:extLst>
                </p14:cNvPr>
                <p14:cNvContentPartPr/>
                <p14:nvPr/>
              </p14:nvContentPartPr>
              <p14:xfrm>
                <a:off x="6262793" y="487906"/>
                <a:ext cx="114480" cy="1839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F0C5BA0-E9B6-46A4-BF59-7D578E08DB3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53793" y="478906"/>
                  <a:ext cx="132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4CB756B-51F9-4839-AD82-4C45ACE75510}"/>
                    </a:ext>
                  </a:extLst>
                </p14:cNvPr>
                <p14:cNvContentPartPr/>
                <p14:nvPr/>
              </p14:nvContentPartPr>
              <p14:xfrm>
                <a:off x="6509033" y="479266"/>
                <a:ext cx="142560" cy="1256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4CB756B-51F9-4839-AD82-4C45ACE755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00393" y="470266"/>
                  <a:ext cx="16020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CB12DFB8-FD1C-46DE-9C50-B398F40A88D8}"/>
              </a:ext>
            </a:extLst>
          </p:cNvPr>
          <p:cNvGrpSpPr/>
          <p:nvPr/>
        </p:nvGrpSpPr>
        <p:grpSpPr>
          <a:xfrm>
            <a:off x="6754553" y="385666"/>
            <a:ext cx="223560" cy="535320"/>
            <a:chOff x="6754553" y="385666"/>
            <a:chExt cx="223560" cy="53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10025B58-2D1D-4838-9B77-696DDE3CB889}"/>
                    </a:ext>
                  </a:extLst>
                </p14:cNvPr>
                <p14:cNvContentPartPr/>
                <p14:nvPr/>
              </p14:nvContentPartPr>
              <p14:xfrm>
                <a:off x="6760673" y="385666"/>
                <a:ext cx="109440" cy="1828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10025B58-2D1D-4838-9B77-696DDE3CB8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51673" y="376666"/>
                  <a:ext cx="127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24252DF-5620-4901-955C-7909AE93C29A}"/>
                    </a:ext>
                  </a:extLst>
                </p14:cNvPr>
                <p14:cNvContentPartPr/>
                <p14:nvPr/>
              </p14:nvContentPartPr>
              <p14:xfrm>
                <a:off x="6754553" y="607066"/>
                <a:ext cx="175320" cy="262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24252DF-5620-4901-955C-7909AE93C2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45913" y="598066"/>
                  <a:ext cx="192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F79DD1E-D762-4B83-B514-1DB7E2824C36}"/>
                    </a:ext>
                  </a:extLst>
                </p14:cNvPr>
                <p14:cNvContentPartPr/>
                <p14:nvPr/>
              </p14:nvContentPartPr>
              <p14:xfrm>
                <a:off x="6807833" y="701026"/>
                <a:ext cx="142200" cy="828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F79DD1E-D762-4B83-B514-1DB7E2824C3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99193" y="692026"/>
                  <a:ext cx="159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8EE19294-48B6-4512-8E67-ADA5B1A0DBE2}"/>
                    </a:ext>
                  </a:extLst>
                </p14:cNvPr>
                <p14:cNvContentPartPr/>
                <p14:nvPr/>
              </p14:nvContentPartPr>
              <p14:xfrm>
                <a:off x="6853193" y="811186"/>
                <a:ext cx="124920" cy="1098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8EE19294-48B6-4512-8E67-ADA5B1A0DBE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44553" y="802186"/>
                  <a:ext cx="142560" cy="12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8AC46DFD-C216-4DEF-93C4-F0CCA26D4360}"/>
                  </a:ext>
                </a:extLst>
              </p14:cNvPr>
              <p14:cNvContentPartPr/>
              <p14:nvPr/>
            </p14:nvContentPartPr>
            <p14:xfrm>
              <a:off x="7259993" y="962746"/>
              <a:ext cx="103320" cy="18252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8AC46DFD-C216-4DEF-93C4-F0CCA26D436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250993" y="953746"/>
                <a:ext cx="120960" cy="20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upo 70">
            <a:extLst>
              <a:ext uri="{FF2B5EF4-FFF2-40B4-BE49-F238E27FC236}">
                <a16:creationId xmlns:a16="http://schemas.microsoft.com/office/drawing/2014/main" id="{FD9EFC2C-5BC8-443D-80D5-C2801D2969C8}"/>
              </a:ext>
            </a:extLst>
          </p:cNvPr>
          <p:cNvGrpSpPr/>
          <p:nvPr/>
        </p:nvGrpSpPr>
        <p:grpSpPr>
          <a:xfrm>
            <a:off x="7138673" y="60586"/>
            <a:ext cx="1239480" cy="808200"/>
            <a:chOff x="7138673" y="60586"/>
            <a:chExt cx="1239480" cy="80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85CEC209-8E09-42AE-A286-CE1003601CBB}"/>
                    </a:ext>
                  </a:extLst>
                </p14:cNvPr>
                <p14:cNvContentPartPr/>
                <p14:nvPr/>
              </p14:nvContentPartPr>
              <p14:xfrm>
                <a:off x="7138673" y="60586"/>
                <a:ext cx="204480" cy="1285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85CEC209-8E09-42AE-A286-CE1003601CB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29673" y="51946"/>
                  <a:ext cx="222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8DD32122-C0DE-4C48-8554-A66851D5516F}"/>
                    </a:ext>
                  </a:extLst>
                </p14:cNvPr>
                <p14:cNvContentPartPr/>
                <p14:nvPr/>
              </p14:nvContentPartPr>
              <p14:xfrm>
                <a:off x="7218593" y="365146"/>
                <a:ext cx="131040" cy="50364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8DD32122-C0DE-4C48-8554-A66851D5516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09953" y="356506"/>
                  <a:ext cx="14868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8A57052C-D22D-4CD3-8059-5E662144AE8C}"/>
                    </a:ext>
                  </a:extLst>
                </p14:cNvPr>
                <p14:cNvContentPartPr/>
                <p14:nvPr/>
              </p14:nvContentPartPr>
              <p14:xfrm>
                <a:off x="7497233" y="405106"/>
                <a:ext cx="117360" cy="1926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8A57052C-D22D-4CD3-8059-5E662144AE8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88233" y="396466"/>
                  <a:ext cx="135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A8E8BDA-858D-4EF3-8F7E-4AC7323FF399}"/>
                    </a:ext>
                  </a:extLst>
                </p14:cNvPr>
                <p14:cNvContentPartPr/>
                <p14:nvPr/>
              </p14:nvContentPartPr>
              <p14:xfrm>
                <a:off x="7473113" y="373066"/>
                <a:ext cx="134640" cy="2005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A8E8BDA-858D-4EF3-8F7E-4AC7323FF3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64113" y="364066"/>
                  <a:ext cx="152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52CA466D-3B7B-4F0B-A0B6-2B6E4AF9A995}"/>
                    </a:ext>
                  </a:extLst>
                </p14:cNvPr>
                <p14:cNvContentPartPr/>
                <p14:nvPr/>
              </p14:nvContentPartPr>
              <p14:xfrm>
                <a:off x="7679033" y="252466"/>
                <a:ext cx="98280" cy="1634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52CA466D-3B7B-4F0B-A0B6-2B6E4AF9A99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70033" y="243826"/>
                  <a:ext cx="115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7E4F98B-EE7D-4F2C-AB29-86D85CFF85E3}"/>
                    </a:ext>
                  </a:extLst>
                </p14:cNvPr>
                <p14:cNvContentPartPr/>
                <p14:nvPr/>
              </p14:nvContentPartPr>
              <p14:xfrm>
                <a:off x="7832033" y="364426"/>
                <a:ext cx="118800" cy="2451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7E4F98B-EE7D-4F2C-AB29-86D85CFF85E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23033" y="355786"/>
                  <a:ext cx="136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34D52822-D5D9-41AD-BA18-EC1BA90EE614}"/>
                    </a:ext>
                  </a:extLst>
                </p14:cNvPr>
                <p14:cNvContentPartPr/>
                <p14:nvPr/>
              </p14:nvContentPartPr>
              <p14:xfrm>
                <a:off x="8046233" y="478186"/>
                <a:ext cx="95040" cy="1022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34D52822-D5D9-41AD-BA18-EC1BA90EE61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37593" y="469546"/>
                  <a:ext cx="112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9D7DAF54-B618-431F-837F-176A0217DC9C}"/>
                    </a:ext>
                  </a:extLst>
                </p14:cNvPr>
                <p14:cNvContentPartPr/>
                <p14:nvPr/>
              </p14:nvContentPartPr>
              <p14:xfrm>
                <a:off x="8039393" y="460906"/>
                <a:ext cx="85320" cy="1454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9D7DAF54-B618-431F-837F-176A0217DC9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030753" y="451906"/>
                  <a:ext cx="102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2AAB323-2E07-4520-9571-1CCD6078AC78}"/>
                    </a:ext>
                  </a:extLst>
                </p14:cNvPr>
                <p14:cNvContentPartPr/>
                <p14:nvPr/>
              </p14:nvContentPartPr>
              <p14:xfrm>
                <a:off x="8253953" y="472066"/>
                <a:ext cx="124200" cy="925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2AAB323-2E07-4520-9571-1CCD6078AC7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5313" y="463426"/>
                  <a:ext cx="1418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AA708DBC-87EE-4541-83D0-BB5F8BE70044}"/>
              </a:ext>
            </a:extLst>
          </p:cNvPr>
          <p:cNvGrpSpPr/>
          <p:nvPr/>
        </p:nvGrpSpPr>
        <p:grpSpPr>
          <a:xfrm>
            <a:off x="8702513" y="317986"/>
            <a:ext cx="283680" cy="239760"/>
            <a:chOff x="8702513" y="317986"/>
            <a:chExt cx="28368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537B87BD-5E27-4908-B70F-9540631E2363}"/>
                    </a:ext>
                  </a:extLst>
                </p14:cNvPr>
                <p14:cNvContentPartPr/>
                <p14:nvPr/>
              </p14:nvContentPartPr>
              <p14:xfrm>
                <a:off x="8782073" y="317986"/>
                <a:ext cx="114480" cy="1627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537B87BD-5E27-4908-B70F-9540631E236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73073" y="309346"/>
                  <a:ext cx="132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EFCAEB0D-4EB6-49A5-9CCD-4897A584FE29}"/>
                    </a:ext>
                  </a:extLst>
                </p14:cNvPr>
                <p14:cNvContentPartPr/>
                <p14:nvPr/>
              </p14:nvContentPartPr>
              <p14:xfrm>
                <a:off x="8702513" y="514906"/>
                <a:ext cx="283680" cy="428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EFCAEB0D-4EB6-49A5-9CCD-4897A584FE2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93873" y="505906"/>
                  <a:ext cx="3013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428EFA9E-BC41-4BF1-847D-AD5BC2672A96}"/>
              </a:ext>
            </a:extLst>
          </p:cNvPr>
          <p:cNvGrpSpPr/>
          <p:nvPr/>
        </p:nvGrpSpPr>
        <p:grpSpPr>
          <a:xfrm>
            <a:off x="8775233" y="653866"/>
            <a:ext cx="224640" cy="168120"/>
            <a:chOff x="8775233" y="653866"/>
            <a:chExt cx="22464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3F7FA8C0-2997-4714-8291-AE5F48BD8D86}"/>
                    </a:ext>
                  </a:extLst>
                </p14:cNvPr>
                <p14:cNvContentPartPr/>
                <p14:nvPr/>
              </p14:nvContentPartPr>
              <p14:xfrm>
                <a:off x="8775233" y="653866"/>
                <a:ext cx="154800" cy="1011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3F7FA8C0-2997-4714-8291-AE5F48BD8D8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66233" y="644866"/>
                  <a:ext cx="172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12CC1629-6607-4AAB-A655-D26CAC00D0E5}"/>
                    </a:ext>
                  </a:extLst>
                </p14:cNvPr>
                <p14:cNvContentPartPr/>
                <p14:nvPr/>
              </p14:nvContentPartPr>
              <p14:xfrm>
                <a:off x="8825993" y="658186"/>
                <a:ext cx="173880" cy="16380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12CC1629-6607-4AAB-A655-D26CAC00D0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16993" y="649546"/>
                  <a:ext cx="1915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A796FA9A-D3C1-43AD-B6F8-8CA853AD2B8E}"/>
              </a:ext>
            </a:extLst>
          </p:cNvPr>
          <p:cNvGrpSpPr/>
          <p:nvPr/>
        </p:nvGrpSpPr>
        <p:grpSpPr>
          <a:xfrm>
            <a:off x="10593593" y="241666"/>
            <a:ext cx="293400" cy="267480"/>
            <a:chOff x="10593593" y="241666"/>
            <a:chExt cx="29340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D0FC5283-5E47-4B8D-812E-227FA796F040}"/>
                    </a:ext>
                  </a:extLst>
                </p14:cNvPr>
                <p14:cNvContentPartPr/>
                <p14:nvPr/>
              </p14:nvContentPartPr>
              <p14:xfrm>
                <a:off x="10593593" y="357226"/>
                <a:ext cx="123120" cy="1368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D0FC5283-5E47-4B8D-812E-227FA796F04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84593" y="348586"/>
                  <a:ext cx="140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7D621F8-367B-4D91-9CE4-33363068BD61}"/>
                    </a:ext>
                  </a:extLst>
                </p14:cNvPr>
                <p14:cNvContentPartPr/>
                <p14:nvPr/>
              </p14:nvContentPartPr>
              <p14:xfrm>
                <a:off x="10599353" y="353986"/>
                <a:ext cx="120240" cy="1551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7D621F8-367B-4D91-9CE4-33363068BD6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590353" y="344986"/>
                  <a:ext cx="137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1D5E9EBE-DA72-47F6-83EA-B62162E15279}"/>
                    </a:ext>
                  </a:extLst>
                </p14:cNvPr>
                <p14:cNvContentPartPr/>
                <p14:nvPr/>
              </p14:nvContentPartPr>
              <p14:xfrm>
                <a:off x="10779353" y="245266"/>
                <a:ext cx="107640" cy="8532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1D5E9EBE-DA72-47F6-83EA-B62162E1527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70353" y="236266"/>
                  <a:ext cx="125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5EF7FFD5-1979-4948-A80F-9478E84A2BE4}"/>
                    </a:ext>
                  </a:extLst>
                </p14:cNvPr>
                <p14:cNvContentPartPr/>
                <p14:nvPr/>
              </p14:nvContentPartPr>
              <p14:xfrm>
                <a:off x="10858553" y="241666"/>
                <a:ext cx="23400" cy="14544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5EF7FFD5-1979-4948-A80F-9478E84A2BE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49553" y="233026"/>
                  <a:ext cx="410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619DFECA-3969-4A09-9646-F2E99876328E}"/>
              </a:ext>
            </a:extLst>
          </p:cNvPr>
          <p:cNvGrpSpPr/>
          <p:nvPr/>
        </p:nvGrpSpPr>
        <p:grpSpPr>
          <a:xfrm>
            <a:off x="9189953" y="119986"/>
            <a:ext cx="1229400" cy="963720"/>
            <a:chOff x="9189953" y="119986"/>
            <a:chExt cx="1229400" cy="9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94C94734-D253-41F6-877C-8128A11EBCC7}"/>
                    </a:ext>
                  </a:extLst>
                </p14:cNvPr>
                <p14:cNvContentPartPr/>
                <p14:nvPr/>
              </p14:nvContentPartPr>
              <p14:xfrm>
                <a:off x="9190673" y="364426"/>
                <a:ext cx="124200" cy="1065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94C94734-D253-41F6-877C-8128A11EBCC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82033" y="355426"/>
                  <a:ext cx="141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0047EA84-4D65-43CF-8BBA-F49460FC050A}"/>
                    </a:ext>
                  </a:extLst>
                </p14:cNvPr>
                <p14:cNvContentPartPr/>
                <p14:nvPr/>
              </p14:nvContentPartPr>
              <p14:xfrm>
                <a:off x="9189953" y="346786"/>
                <a:ext cx="121320" cy="1674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0047EA84-4D65-43CF-8BBA-F49460FC050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80953" y="338146"/>
                  <a:ext cx="138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9A0739DF-77AA-4E50-8E7E-C16DEC3681B1}"/>
                    </a:ext>
                  </a:extLst>
                </p14:cNvPr>
                <p14:cNvContentPartPr/>
                <p14:nvPr/>
              </p14:nvContentPartPr>
              <p14:xfrm>
                <a:off x="9353393" y="230506"/>
                <a:ext cx="110520" cy="1900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9A0739DF-77AA-4E50-8E7E-C16DEC3681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44393" y="221506"/>
                  <a:ext cx="128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8822424-2605-4256-A99B-26E68056E9F8}"/>
                    </a:ext>
                  </a:extLst>
                </p14:cNvPr>
                <p14:cNvContentPartPr/>
                <p14:nvPr/>
              </p14:nvContentPartPr>
              <p14:xfrm>
                <a:off x="9201473" y="568546"/>
                <a:ext cx="327240" cy="723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8822424-2605-4256-A99B-26E68056E9F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92473" y="559906"/>
                  <a:ext cx="344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06F35684-C1B3-4973-AA56-5FA0DF171FCB}"/>
                    </a:ext>
                  </a:extLst>
                </p14:cNvPr>
                <p14:cNvContentPartPr/>
                <p14:nvPr/>
              </p14:nvContentPartPr>
              <p14:xfrm>
                <a:off x="9341513" y="658186"/>
                <a:ext cx="146160" cy="18504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06F35684-C1B3-4973-AA56-5FA0DF171FC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32873" y="649546"/>
                  <a:ext cx="163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5ACB935B-7F89-4265-82B0-652E3CCF2B81}"/>
                    </a:ext>
                  </a:extLst>
                </p14:cNvPr>
                <p14:cNvContentPartPr/>
                <p14:nvPr/>
              </p14:nvContentPartPr>
              <p14:xfrm>
                <a:off x="9728153" y="446866"/>
                <a:ext cx="100800" cy="1440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5ACB935B-7F89-4265-82B0-652E3CCF2B8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719513" y="438226"/>
                  <a:ext cx="118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3A33BA7B-5060-49BA-B891-CC9FA3C20C9A}"/>
                    </a:ext>
                  </a:extLst>
                </p14:cNvPr>
                <p14:cNvContentPartPr/>
                <p14:nvPr/>
              </p14:nvContentPartPr>
              <p14:xfrm>
                <a:off x="9738953" y="518146"/>
                <a:ext cx="155160" cy="230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3A33BA7B-5060-49BA-B891-CC9FA3C20C9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30313" y="509506"/>
                  <a:ext cx="172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802545F9-F517-49D3-81AB-F5AA0A62C879}"/>
                    </a:ext>
                  </a:extLst>
                </p14:cNvPr>
                <p14:cNvContentPartPr/>
                <p14:nvPr/>
              </p14:nvContentPartPr>
              <p14:xfrm>
                <a:off x="10143953" y="285226"/>
                <a:ext cx="107640" cy="1594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802545F9-F517-49D3-81AB-F5AA0A62C87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135313" y="276586"/>
                  <a:ext cx="125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9077FB77-3E40-43C1-8AD3-D9D99C8AAC97}"/>
                    </a:ext>
                  </a:extLst>
                </p14:cNvPr>
                <p14:cNvContentPartPr/>
                <p14:nvPr/>
              </p14:nvContentPartPr>
              <p14:xfrm>
                <a:off x="10061873" y="458746"/>
                <a:ext cx="357480" cy="522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9077FB77-3E40-43C1-8AD3-D9D99C8AAC9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52873" y="449746"/>
                  <a:ext cx="375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4C6CCA1-A237-48B1-AB6E-85195C66E98C}"/>
                    </a:ext>
                  </a:extLst>
                </p14:cNvPr>
                <p14:cNvContentPartPr/>
                <p14:nvPr/>
              </p14:nvContentPartPr>
              <p14:xfrm>
                <a:off x="10126673" y="617146"/>
                <a:ext cx="106560" cy="1148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4C6CCA1-A237-48B1-AB6E-85195C66E98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17673" y="608506"/>
                  <a:ext cx="124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50F8A3B9-CD69-4071-B080-EA36DDBAB86E}"/>
                    </a:ext>
                  </a:extLst>
                </p14:cNvPr>
                <p14:cNvContentPartPr/>
                <p14:nvPr/>
              </p14:nvContentPartPr>
              <p14:xfrm>
                <a:off x="10284353" y="591946"/>
                <a:ext cx="96120" cy="1170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50F8A3B9-CD69-4071-B080-EA36DDBAB86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75353" y="583306"/>
                  <a:ext cx="1137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5558E34D-C186-49AD-A9E0-8A5A103212BB}"/>
                    </a:ext>
                  </a:extLst>
                </p14:cNvPr>
                <p14:cNvContentPartPr/>
                <p14:nvPr/>
              </p14:nvContentPartPr>
              <p14:xfrm>
                <a:off x="9565073" y="324466"/>
                <a:ext cx="81720" cy="46296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5558E34D-C186-49AD-A9E0-8A5A103212B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56073" y="315466"/>
                  <a:ext cx="9936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CDB0CB38-24D5-4B9C-B331-E3E9FA6F60BF}"/>
                    </a:ext>
                  </a:extLst>
                </p14:cNvPr>
                <p14:cNvContentPartPr/>
                <p14:nvPr/>
              </p14:nvContentPartPr>
              <p14:xfrm>
                <a:off x="9620153" y="893986"/>
                <a:ext cx="110520" cy="1670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CDB0CB38-24D5-4B9C-B331-E3E9FA6F60B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11153" y="884986"/>
                  <a:ext cx="128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E1297363-3CBE-4C36-897D-DC178CC2EE13}"/>
                    </a:ext>
                  </a:extLst>
                </p14:cNvPr>
                <p14:cNvContentPartPr/>
                <p14:nvPr/>
              </p14:nvContentPartPr>
              <p14:xfrm>
                <a:off x="9602513" y="949426"/>
                <a:ext cx="99000" cy="13428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E1297363-3CBE-4C36-897D-DC178CC2EE1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93873" y="940786"/>
                  <a:ext cx="116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E370A475-CC41-432D-B879-6B95609DFC35}"/>
                    </a:ext>
                  </a:extLst>
                </p14:cNvPr>
                <p14:cNvContentPartPr/>
                <p14:nvPr/>
              </p14:nvContentPartPr>
              <p14:xfrm>
                <a:off x="9799073" y="983626"/>
                <a:ext cx="66960" cy="46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E370A475-CC41-432D-B879-6B95609DFC3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90073" y="974626"/>
                  <a:ext cx="84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5FF9F803-A70C-4474-BB4F-9AC3506FF09B}"/>
                    </a:ext>
                  </a:extLst>
                </p14:cNvPr>
                <p14:cNvContentPartPr/>
                <p14:nvPr/>
              </p14:nvContentPartPr>
              <p14:xfrm>
                <a:off x="9795833" y="1034026"/>
                <a:ext cx="97920" cy="187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5FF9F803-A70C-4474-BB4F-9AC3506FF0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87193" y="1025026"/>
                  <a:ext cx="115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32C67813-2B1D-42C8-8102-BDB0B7575827}"/>
                    </a:ext>
                  </a:extLst>
                </p14:cNvPr>
                <p14:cNvContentPartPr/>
                <p14:nvPr/>
              </p14:nvContentPartPr>
              <p14:xfrm>
                <a:off x="9934073" y="943306"/>
                <a:ext cx="86760" cy="997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32C67813-2B1D-42C8-8102-BDB0B757582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25433" y="934666"/>
                  <a:ext cx="104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98382F7B-7FED-4B53-BD7C-C120B952A0B1}"/>
                    </a:ext>
                  </a:extLst>
                </p14:cNvPr>
                <p14:cNvContentPartPr/>
                <p14:nvPr/>
              </p14:nvContentPartPr>
              <p14:xfrm>
                <a:off x="9656873" y="191986"/>
                <a:ext cx="84600" cy="1126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98382F7B-7FED-4B53-BD7C-C120B952A0B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647873" y="183346"/>
                  <a:ext cx="102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ACB5EB9F-015F-48AF-9EF6-E17FF8EC3EEF}"/>
                    </a:ext>
                  </a:extLst>
                </p14:cNvPr>
                <p14:cNvContentPartPr/>
                <p14:nvPr/>
              </p14:nvContentPartPr>
              <p14:xfrm>
                <a:off x="9644273" y="203506"/>
                <a:ext cx="107640" cy="918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ACB5EB9F-015F-48AF-9EF6-E17FF8EC3EE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35273" y="194506"/>
                  <a:ext cx="125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DFAE004D-3239-4A41-9BA6-477E193C5CF8}"/>
                    </a:ext>
                  </a:extLst>
                </p14:cNvPr>
                <p14:cNvContentPartPr/>
                <p14:nvPr/>
              </p14:nvContentPartPr>
              <p14:xfrm>
                <a:off x="9809513" y="180826"/>
                <a:ext cx="72720" cy="543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DFAE004D-3239-4A41-9BA6-477E193C5CF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800873" y="172186"/>
                  <a:ext cx="90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D7D5A205-2C2C-4579-9B9B-26952CD0157E}"/>
                    </a:ext>
                  </a:extLst>
                </p14:cNvPr>
                <p14:cNvContentPartPr/>
                <p14:nvPr/>
              </p14:nvContentPartPr>
              <p14:xfrm>
                <a:off x="9948833" y="119986"/>
                <a:ext cx="143280" cy="504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D7D5A205-2C2C-4579-9B9B-26952CD0157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39833" y="110986"/>
                  <a:ext cx="16092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A3A27A4A-2FFC-4004-9DC4-AF07E788953D}"/>
              </a:ext>
            </a:extLst>
          </p:cNvPr>
          <p:cNvGrpSpPr/>
          <p:nvPr/>
        </p:nvGrpSpPr>
        <p:grpSpPr>
          <a:xfrm>
            <a:off x="11254913" y="832786"/>
            <a:ext cx="343440" cy="144360"/>
            <a:chOff x="11254913" y="832786"/>
            <a:chExt cx="34344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6BB39A09-9BFF-4206-BADE-A09AEB1D1B87}"/>
                    </a:ext>
                  </a:extLst>
                </p14:cNvPr>
                <p14:cNvContentPartPr/>
                <p14:nvPr/>
              </p14:nvContentPartPr>
              <p14:xfrm>
                <a:off x="11258513" y="864466"/>
                <a:ext cx="88200" cy="1126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6BB39A09-9BFF-4206-BADE-A09AEB1D1B8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249873" y="855466"/>
                  <a:ext cx="105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3C64A599-CE5D-41D5-A5FD-C2AA603E048D}"/>
                    </a:ext>
                  </a:extLst>
                </p14:cNvPr>
                <p14:cNvContentPartPr/>
                <p14:nvPr/>
              </p14:nvContentPartPr>
              <p14:xfrm>
                <a:off x="11254913" y="873826"/>
                <a:ext cx="182160" cy="9252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3C64A599-CE5D-41D5-A5FD-C2AA603E048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245913" y="865186"/>
                  <a:ext cx="199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3D2CA5A9-F4D9-4DDB-9B85-AF218F7A8C44}"/>
                    </a:ext>
                  </a:extLst>
                </p14:cNvPr>
                <p14:cNvContentPartPr/>
                <p14:nvPr/>
              </p14:nvContentPartPr>
              <p14:xfrm>
                <a:off x="11387033" y="832786"/>
                <a:ext cx="211320" cy="12312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3D2CA5A9-F4D9-4DDB-9B85-AF218F7A8C4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378393" y="824146"/>
                  <a:ext cx="2289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B3D91AA0-180F-4C16-9276-1B80FCDEA475}"/>
              </a:ext>
            </a:extLst>
          </p:cNvPr>
          <p:cNvGrpSpPr/>
          <p:nvPr/>
        </p:nvGrpSpPr>
        <p:grpSpPr>
          <a:xfrm>
            <a:off x="11135753" y="114586"/>
            <a:ext cx="529200" cy="617040"/>
            <a:chOff x="11135753" y="114586"/>
            <a:chExt cx="529200" cy="61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95A723CC-71E1-4060-BB2D-95665EB55E56}"/>
                    </a:ext>
                  </a:extLst>
                </p14:cNvPr>
                <p14:cNvContentPartPr/>
                <p14:nvPr/>
              </p14:nvContentPartPr>
              <p14:xfrm>
                <a:off x="11135753" y="247786"/>
                <a:ext cx="112680" cy="4838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95A723CC-71E1-4060-BB2D-95665EB55E5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26753" y="239146"/>
                  <a:ext cx="13032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0F20F690-1B2A-4853-86D1-22D407FFD370}"/>
                    </a:ext>
                  </a:extLst>
                </p14:cNvPr>
                <p14:cNvContentPartPr/>
                <p14:nvPr/>
              </p14:nvContentPartPr>
              <p14:xfrm>
                <a:off x="11225753" y="114586"/>
                <a:ext cx="115560" cy="11520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0F20F690-1B2A-4853-86D1-22D407FFD37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17113" y="105946"/>
                  <a:ext cx="133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BD2D194-8E5C-443A-B7AD-856236D479D7}"/>
                    </a:ext>
                  </a:extLst>
                </p14:cNvPr>
                <p14:cNvContentPartPr/>
                <p14:nvPr/>
              </p14:nvContentPartPr>
              <p14:xfrm>
                <a:off x="11248073" y="128626"/>
                <a:ext cx="86400" cy="1220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BD2D194-8E5C-443A-B7AD-856236D479D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239073" y="119986"/>
                  <a:ext cx="104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3D61CECD-2F75-42EC-9DB8-022B225E2298}"/>
                    </a:ext>
                  </a:extLst>
                </p14:cNvPr>
                <p14:cNvContentPartPr/>
                <p14:nvPr/>
              </p14:nvContentPartPr>
              <p14:xfrm>
                <a:off x="11396033" y="153826"/>
                <a:ext cx="96120" cy="4572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3D61CECD-2F75-42EC-9DB8-022B225E229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87033" y="145186"/>
                  <a:ext cx="113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A92F8F4E-93F0-4A27-BBD7-6D729F9D6138}"/>
                    </a:ext>
                  </a:extLst>
                </p14:cNvPr>
                <p14:cNvContentPartPr/>
                <p14:nvPr/>
              </p14:nvContentPartPr>
              <p14:xfrm>
                <a:off x="11509793" y="141586"/>
                <a:ext cx="155160" cy="1310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A92F8F4E-93F0-4A27-BBD7-6D729F9D613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501153" y="132586"/>
                  <a:ext cx="17280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F16ABA51-A5DF-41CC-9866-00951942A58D}"/>
              </a:ext>
            </a:extLst>
          </p:cNvPr>
          <p:cNvGrpSpPr/>
          <p:nvPr/>
        </p:nvGrpSpPr>
        <p:grpSpPr>
          <a:xfrm>
            <a:off x="503153" y="1646026"/>
            <a:ext cx="177840" cy="122040"/>
            <a:chOff x="503153" y="1646026"/>
            <a:chExt cx="17784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910F8144-F461-4BF1-A468-1B16D7AC429E}"/>
                    </a:ext>
                  </a:extLst>
                </p14:cNvPr>
                <p14:cNvContentPartPr/>
                <p14:nvPr/>
              </p14:nvContentPartPr>
              <p14:xfrm>
                <a:off x="503153" y="1646026"/>
                <a:ext cx="110520" cy="115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910F8144-F461-4BF1-A468-1B16D7AC429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4153" y="1637386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D304C2C4-FF51-4662-A839-E2C9A40C97FE}"/>
                    </a:ext>
                  </a:extLst>
                </p14:cNvPr>
                <p14:cNvContentPartPr/>
                <p14:nvPr/>
              </p14:nvContentPartPr>
              <p14:xfrm>
                <a:off x="525113" y="1738186"/>
                <a:ext cx="155880" cy="298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D304C2C4-FF51-4662-A839-E2C9A40C97F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16473" y="1729546"/>
                  <a:ext cx="1735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0E911D24-81FA-440F-818E-07E335B48033}"/>
              </a:ext>
            </a:extLst>
          </p:cNvPr>
          <p:cNvGrpSpPr/>
          <p:nvPr/>
        </p:nvGrpSpPr>
        <p:grpSpPr>
          <a:xfrm>
            <a:off x="885833" y="1509586"/>
            <a:ext cx="1449000" cy="776160"/>
            <a:chOff x="885833" y="1509586"/>
            <a:chExt cx="1449000" cy="77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80EE29B4-A535-4B57-9107-79CC2C85E3DE}"/>
                    </a:ext>
                  </a:extLst>
                </p14:cNvPr>
                <p14:cNvContentPartPr/>
                <p14:nvPr/>
              </p14:nvContentPartPr>
              <p14:xfrm>
                <a:off x="950633" y="1518226"/>
                <a:ext cx="99000" cy="21060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80EE29B4-A535-4B57-9107-79CC2C85E3D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1993" y="1509586"/>
                  <a:ext cx="1166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96DC54E1-D246-42FB-BF01-949D2496801C}"/>
                    </a:ext>
                  </a:extLst>
                </p14:cNvPr>
                <p14:cNvContentPartPr/>
                <p14:nvPr/>
              </p14:nvContentPartPr>
              <p14:xfrm>
                <a:off x="885833" y="1779946"/>
                <a:ext cx="374400" cy="5688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96DC54E1-D246-42FB-BF01-949D2496801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7193" y="1771306"/>
                  <a:ext cx="392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EF423E41-BCA2-4232-BF7B-D1EB02EBD52F}"/>
                    </a:ext>
                  </a:extLst>
                </p14:cNvPr>
                <p14:cNvContentPartPr/>
                <p14:nvPr/>
              </p14:nvContentPartPr>
              <p14:xfrm>
                <a:off x="922553" y="1993426"/>
                <a:ext cx="100080" cy="1922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EF423E41-BCA2-4232-BF7B-D1EB02EBD52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3913" y="1984786"/>
                  <a:ext cx="117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004B6AA8-208D-4AA3-8430-816DC2D76731}"/>
                    </a:ext>
                  </a:extLst>
                </p14:cNvPr>
                <p14:cNvContentPartPr/>
                <p14:nvPr/>
              </p14:nvContentPartPr>
              <p14:xfrm>
                <a:off x="1092833" y="1978666"/>
                <a:ext cx="156960" cy="14616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004B6AA8-208D-4AA3-8430-816DC2D7673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83833" y="1970026"/>
                  <a:ext cx="174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4BF1977F-D0E5-421F-85B0-BB9C653E67FB}"/>
                    </a:ext>
                  </a:extLst>
                </p14:cNvPr>
                <p14:cNvContentPartPr/>
                <p14:nvPr/>
              </p14:nvContentPartPr>
              <p14:xfrm>
                <a:off x="1373993" y="1509586"/>
                <a:ext cx="197640" cy="5328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4BF1977F-D0E5-421F-85B0-BB9C653E67F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365353" y="1500586"/>
                  <a:ext cx="215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0CCC24FC-56D6-411B-A763-49E3643730C7}"/>
                    </a:ext>
                  </a:extLst>
                </p14:cNvPr>
                <p14:cNvContentPartPr/>
                <p14:nvPr/>
              </p14:nvContentPartPr>
              <p14:xfrm>
                <a:off x="1367153" y="1557466"/>
                <a:ext cx="288720" cy="7282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0CCC24FC-56D6-411B-A763-49E3643730C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358153" y="1548466"/>
                  <a:ext cx="30636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30E46F5E-D40F-4941-A338-137EB36BF4A1}"/>
                    </a:ext>
                  </a:extLst>
                </p14:cNvPr>
                <p14:cNvContentPartPr/>
                <p14:nvPr/>
              </p14:nvContentPartPr>
              <p14:xfrm>
                <a:off x="1670993" y="1733146"/>
                <a:ext cx="154800" cy="1926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30E46F5E-D40F-4941-A338-137EB36BF4A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661993" y="1724146"/>
                  <a:ext cx="172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B70206EE-9803-4B78-86DD-ACE9AABD0C7C}"/>
                    </a:ext>
                  </a:extLst>
                </p14:cNvPr>
                <p14:cNvContentPartPr/>
                <p14:nvPr/>
              </p14:nvContentPartPr>
              <p14:xfrm>
                <a:off x="1926953" y="1658986"/>
                <a:ext cx="123480" cy="2217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B70206EE-9803-4B78-86DD-ACE9AABD0C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18313" y="1650346"/>
                  <a:ext cx="141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90917309-345D-4C12-B34A-41EFAC3BD59F}"/>
                    </a:ext>
                  </a:extLst>
                </p14:cNvPr>
                <p14:cNvContentPartPr/>
                <p14:nvPr/>
              </p14:nvContentPartPr>
              <p14:xfrm>
                <a:off x="2200553" y="1736026"/>
                <a:ext cx="134280" cy="2952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90917309-345D-4C12-B34A-41EFAC3BD59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91913" y="1727026"/>
                  <a:ext cx="15192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A9AA8E6D-96A7-4379-A01C-DFAA9DB05FC0}"/>
              </a:ext>
            </a:extLst>
          </p:cNvPr>
          <p:cNvGrpSpPr/>
          <p:nvPr/>
        </p:nvGrpSpPr>
        <p:grpSpPr>
          <a:xfrm>
            <a:off x="2615273" y="1543426"/>
            <a:ext cx="875880" cy="640440"/>
            <a:chOff x="2615273" y="1543426"/>
            <a:chExt cx="875880" cy="64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4F83B093-CFFF-4337-B680-A5BCDF0EFA5D}"/>
                    </a:ext>
                  </a:extLst>
                </p14:cNvPr>
                <p14:cNvContentPartPr/>
                <p14:nvPr/>
              </p14:nvContentPartPr>
              <p14:xfrm>
                <a:off x="2615273" y="1707226"/>
                <a:ext cx="145800" cy="12708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4F83B093-CFFF-4337-B680-A5BCDF0EFA5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606273" y="1698586"/>
                  <a:ext cx="163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D44F02CA-83CB-4435-B3F2-26B71E1D0618}"/>
                    </a:ext>
                  </a:extLst>
                </p14:cNvPr>
                <p14:cNvContentPartPr/>
                <p14:nvPr/>
              </p14:nvContentPartPr>
              <p14:xfrm>
                <a:off x="2839553" y="1543426"/>
                <a:ext cx="293040" cy="6404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D44F02CA-83CB-4435-B3F2-26B71E1D061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30913" y="1534786"/>
                  <a:ext cx="31068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8D64F7AB-299E-47EF-BB78-72A8DC0021B0}"/>
                    </a:ext>
                  </a:extLst>
                </p14:cNvPr>
                <p14:cNvContentPartPr/>
                <p14:nvPr/>
              </p14:nvContentPartPr>
              <p14:xfrm>
                <a:off x="3289193" y="1647826"/>
                <a:ext cx="80640" cy="2988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8D64F7AB-299E-47EF-BB78-72A8DC0021B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280193" y="1638826"/>
                  <a:ext cx="98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C92FEB9-A586-4DBB-B7AC-20B15F5447D4}"/>
                    </a:ext>
                  </a:extLst>
                </p14:cNvPr>
                <p14:cNvContentPartPr/>
                <p14:nvPr/>
              </p14:nvContentPartPr>
              <p14:xfrm>
                <a:off x="3311153" y="1707946"/>
                <a:ext cx="180000" cy="2052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C92FEB9-A586-4DBB-B7AC-20B15F5447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302513" y="1698946"/>
                  <a:ext cx="1976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upo 155">
            <a:extLst>
              <a:ext uri="{FF2B5EF4-FFF2-40B4-BE49-F238E27FC236}">
                <a16:creationId xmlns:a16="http://schemas.microsoft.com/office/drawing/2014/main" id="{D7B45578-2011-4038-BC50-6D594AE56A38}"/>
              </a:ext>
            </a:extLst>
          </p:cNvPr>
          <p:cNvGrpSpPr/>
          <p:nvPr/>
        </p:nvGrpSpPr>
        <p:grpSpPr>
          <a:xfrm>
            <a:off x="3916313" y="1535506"/>
            <a:ext cx="691560" cy="732960"/>
            <a:chOff x="3916313" y="1535506"/>
            <a:chExt cx="691560" cy="73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0D3D8CC9-2E69-4041-AE09-B90BCD985758}"/>
                    </a:ext>
                  </a:extLst>
                </p14:cNvPr>
                <p14:cNvContentPartPr/>
                <p14:nvPr/>
              </p14:nvContentPartPr>
              <p14:xfrm>
                <a:off x="4037993" y="1535506"/>
                <a:ext cx="146160" cy="1681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0D3D8CC9-2E69-4041-AE09-B90BCD98575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29353" y="1526866"/>
                  <a:ext cx="163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36346383-B1C1-4652-A901-EB326D5B1BD1}"/>
                    </a:ext>
                  </a:extLst>
                </p14:cNvPr>
                <p14:cNvContentPartPr/>
                <p14:nvPr/>
              </p14:nvContentPartPr>
              <p14:xfrm>
                <a:off x="3916313" y="1743586"/>
                <a:ext cx="552240" cy="6804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36346383-B1C1-4652-A901-EB326D5B1BD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07673" y="1734946"/>
                  <a:ext cx="569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71F93F13-4EC2-4D43-8FA3-4479971A3224}"/>
                    </a:ext>
                  </a:extLst>
                </p14:cNvPr>
                <p14:cNvContentPartPr/>
                <p14:nvPr/>
              </p14:nvContentPartPr>
              <p14:xfrm>
                <a:off x="4058513" y="1912066"/>
                <a:ext cx="154440" cy="2041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71F93F13-4EC2-4D43-8FA3-4479971A322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049873" y="1903066"/>
                  <a:ext cx="172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728F0181-808F-4A32-9DC0-2859120D1B36}"/>
                    </a:ext>
                  </a:extLst>
                </p14:cNvPr>
                <p14:cNvContentPartPr/>
                <p14:nvPr/>
              </p14:nvContentPartPr>
              <p14:xfrm>
                <a:off x="4552433" y="1737466"/>
                <a:ext cx="55440" cy="3240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728F0181-808F-4A32-9DC0-2859120D1B3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543793" y="1728466"/>
                  <a:ext cx="73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41FCEF88-9CB4-40CF-906A-E596F34D03B1}"/>
                    </a:ext>
                  </a:extLst>
                </p14:cNvPr>
                <p14:cNvContentPartPr/>
                <p14:nvPr/>
              </p14:nvContentPartPr>
              <p14:xfrm>
                <a:off x="4272353" y="1910626"/>
                <a:ext cx="212040" cy="1818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41FCEF88-9CB4-40CF-906A-E596F34D03B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63353" y="1901626"/>
                  <a:ext cx="229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865C6D61-FADF-4272-89B0-33DC8540B0C2}"/>
                    </a:ext>
                  </a:extLst>
                </p14:cNvPr>
                <p14:cNvContentPartPr/>
                <p14:nvPr/>
              </p14:nvContentPartPr>
              <p14:xfrm>
                <a:off x="3917393" y="1883626"/>
                <a:ext cx="520560" cy="3848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865C6D61-FADF-4272-89B0-33DC8540B0C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08753" y="1874626"/>
                  <a:ext cx="538200" cy="40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85DDAE7D-D4C2-4289-B4A7-224C22D587DD}"/>
              </a:ext>
            </a:extLst>
          </p:cNvPr>
          <p:cNvGrpSpPr/>
          <p:nvPr/>
        </p:nvGrpSpPr>
        <p:grpSpPr>
          <a:xfrm>
            <a:off x="4817393" y="1459186"/>
            <a:ext cx="324360" cy="304920"/>
            <a:chOff x="4817393" y="1459186"/>
            <a:chExt cx="32436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726D209F-051A-414E-8748-7DE3E06481DC}"/>
                    </a:ext>
                  </a:extLst>
                </p14:cNvPr>
                <p14:cNvContentPartPr/>
                <p14:nvPr/>
              </p14:nvContentPartPr>
              <p14:xfrm>
                <a:off x="4852313" y="1564666"/>
                <a:ext cx="66240" cy="19944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726D209F-051A-414E-8748-7DE3E06481D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843313" y="1555666"/>
                  <a:ext cx="83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9548AA2B-F14B-45CF-85E0-D567CD18FDCD}"/>
                    </a:ext>
                  </a:extLst>
                </p14:cNvPr>
                <p14:cNvContentPartPr/>
                <p14:nvPr/>
              </p14:nvContentPartPr>
              <p14:xfrm>
                <a:off x="4972193" y="1528666"/>
                <a:ext cx="109800" cy="18648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9548AA2B-F14B-45CF-85E0-D567CD18FDC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963193" y="1520026"/>
                  <a:ext cx="127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A96EBC0C-EEDD-4157-BAB3-2349648387DA}"/>
                    </a:ext>
                  </a:extLst>
                </p14:cNvPr>
                <p14:cNvContentPartPr/>
                <p14:nvPr/>
              </p14:nvContentPartPr>
              <p14:xfrm>
                <a:off x="4817393" y="1459186"/>
                <a:ext cx="324360" cy="2073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A96EBC0C-EEDD-4157-BAB3-2349648387D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08753" y="1450186"/>
                  <a:ext cx="342000" cy="22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A1A40CD2-840E-4E47-A26E-E2AE626CEE53}"/>
                  </a:ext>
                </a:extLst>
              </p14:cNvPr>
              <p14:cNvContentPartPr/>
              <p14:nvPr/>
            </p14:nvContentPartPr>
            <p14:xfrm>
              <a:off x="5528033" y="1565386"/>
              <a:ext cx="145440" cy="1692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A1A40CD2-840E-4E47-A26E-E2AE626CEE5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519033" y="1556386"/>
                <a:ext cx="1630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F976556D-8E38-45C8-8165-38341C60BFFF}"/>
                  </a:ext>
                </a:extLst>
              </p14:cNvPr>
              <p14:cNvContentPartPr/>
              <p14:nvPr/>
            </p14:nvContentPartPr>
            <p14:xfrm>
              <a:off x="5564753" y="1681666"/>
              <a:ext cx="163800" cy="3672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F976556D-8E38-45C8-8165-38341C60BFF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555753" y="1673026"/>
                <a:ext cx="1814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upo 153">
            <a:extLst>
              <a:ext uri="{FF2B5EF4-FFF2-40B4-BE49-F238E27FC236}">
                <a16:creationId xmlns:a16="http://schemas.microsoft.com/office/drawing/2014/main" id="{4A79AA14-281B-4E87-B818-102D998A16FF}"/>
              </a:ext>
            </a:extLst>
          </p:cNvPr>
          <p:cNvGrpSpPr/>
          <p:nvPr/>
        </p:nvGrpSpPr>
        <p:grpSpPr>
          <a:xfrm>
            <a:off x="5937713" y="1460266"/>
            <a:ext cx="241200" cy="221040"/>
            <a:chOff x="5937713" y="1460266"/>
            <a:chExt cx="24120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0BDC4DEE-7129-4391-9C89-7F76D283A24E}"/>
                    </a:ext>
                  </a:extLst>
                </p14:cNvPr>
                <p14:cNvContentPartPr/>
                <p14:nvPr/>
              </p14:nvContentPartPr>
              <p14:xfrm>
                <a:off x="6011153" y="1460266"/>
                <a:ext cx="100080" cy="15552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0BDC4DEE-7129-4391-9C89-7F76D283A24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02513" y="1451626"/>
                  <a:ext cx="117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6BDB9D08-D1E5-4102-BB0C-377770443A4C}"/>
                    </a:ext>
                  </a:extLst>
                </p14:cNvPr>
                <p14:cNvContentPartPr/>
                <p14:nvPr/>
              </p14:nvContentPartPr>
              <p14:xfrm>
                <a:off x="5937713" y="1643866"/>
                <a:ext cx="241200" cy="3744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6BDB9D08-D1E5-4102-BB0C-377770443A4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929073" y="1635226"/>
                  <a:ext cx="2588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B8247205-0485-41BF-ADEB-21DD734371B0}"/>
                  </a:ext>
                </a:extLst>
              </p14:cNvPr>
              <p14:cNvContentPartPr/>
              <p14:nvPr/>
            </p14:nvContentPartPr>
            <p14:xfrm>
              <a:off x="5956073" y="1803346"/>
              <a:ext cx="203760" cy="18072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B8247205-0485-41BF-ADEB-21DD734371B0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947073" y="1794706"/>
                <a:ext cx="22140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upo 161">
            <a:extLst>
              <a:ext uri="{FF2B5EF4-FFF2-40B4-BE49-F238E27FC236}">
                <a16:creationId xmlns:a16="http://schemas.microsoft.com/office/drawing/2014/main" id="{CDDC3070-C59F-4132-9B3A-298B178E53D6}"/>
              </a:ext>
            </a:extLst>
          </p:cNvPr>
          <p:cNvGrpSpPr/>
          <p:nvPr/>
        </p:nvGrpSpPr>
        <p:grpSpPr>
          <a:xfrm>
            <a:off x="6405713" y="1466026"/>
            <a:ext cx="638280" cy="257760"/>
            <a:chOff x="6405713" y="1466026"/>
            <a:chExt cx="63828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5939C76E-F9B5-41DB-9639-A46850E80DEE}"/>
                    </a:ext>
                  </a:extLst>
                </p14:cNvPr>
                <p14:cNvContentPartPr/>
                <p14:nvPr/>
              </p14:nvContentPartPr>
              <p14:xfrm>
                <a:off x="6405713" y="1580866"/>
                <a:ext cx="115560" cy="115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5939C76E-F9B5-41DB-9639-A46850E80DE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97073" y="1571866"/>
                  <a:ext cx="133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750907C0-DA2B-49B9-99E8-0B2E218CAD06}"/>
                    </a:ext>
                  </a:extLst>
                </p14:cNvPr>
                <p14:cNvContentPartPr/>
                <p14:nvPr/>
              </p14:nvContentPartPr>
              <p14:xfrm>
                <a:off x="6442433" y="1642426"/>
                <a:ext cx="137520" cy="428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750907C0-DA2B-49B9-99E8-0B2E218CAD0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433793" y="1633786"/>
                  <a:ext cx="155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3D74850-8F50-4706-A52C-C596652D0F78}"/>
                    </a:ext>
                  </a:extLst>
                </p14:cNvPr>
                <p14:cNvContentPartPr/>
                <p14:nvPr/>
              </p14:nvContentPartPr>
              <p14:xfrm>
                <a:off x="6692273" y="1493386"/>
                <a:ext cx="109080" cy="1900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3D74850-8F50-4706-A52C-C596652D0F7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683633" y="1484386"/>
                  <a:ext cx="126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3A391C82-DACA-4716-A885-483687D7F2BA}"/>
                    </a:ext>
                  </a:extLst>
                </p14:cNvPr>
                <p14:cNvContentPartPr/>
                <p14:nvPr/>
              </p14:nvContentPartPr>
              <p14:xfrm>
                <a:off x="6840593" y="1673746"/>
                <a:ext cx="16920" cy="500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3A391C82-DACA-4716-A885-483687D7F2B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831953" y="1665106"/>
                  <a:ext cx="34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75EC9BF5-243B-4B85-B341-131209685A33}"/>
                    </a:ext>
                  </a:extLst>
                </p14:cNvPr>
                <p14:cNvContentPartPr/>
                <p14:nvPr/>
              </p14:nvContentPartPr>
              <p14:xfrm>
                <a:off x="6897833" y="1466026"/>
                <a:ext cx="146160" cy="1796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75EC9BF5-243B-4B85-B341-131209685A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88833" y="1457386"/>
                  <a:ext cx="16380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E33A539D-771A-44A2-817B-A062B76EBF3F}"/>
              </a:ext>
            </a:extLst>
          </p:cNvPr>
          <p:cNvGrpSpPr/>
          <p:nvPr/>
        </p:nvGrpSpPr>
        <p:grpSpPr>
          <a:xfrm>
            <a:off x="452753" y="2777506"/>
            <a:ext cx="341640" cy="498600"/>
            <a:chOff x="452753" y="2777506"/>
            <a:chExt cx="34164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9DE698BC-8575-4677-B5AA-73CD58FD1707}"/>
                    </a:ext>
                  </a:extLst>
                </p14:cNvPr>
                <p14:cNvContentPartPr/>
                <p14:nvPr/>
              </p14:nvContentPartPr>
              <p14:xfrm>
                <a:off x="530153" y="2777506"/>
                <a:ext cx="72000" cy="4255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9DE698BC-8575-4677-B5AA-73CD58FD170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1153" y="2768866"/>
                  <a:ext cx="896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48AAE063-D1DB-463F-8E16-E97E6414BFB2}"/>
                    </a:ext>
                  </a:extLst>
                </p14:cNvPr>
                <p14:cNvContentPartPr/>
                <p14:nvPr/>
              </p14:nvContentPartPr>
              <p14:xfrm>
                <a:off x="452753" y="3055786"/>
                <a:ext cx="182160" cy="752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48AAE063-D1DB-463F-8E16-E97E6414BFB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43753" y="3046786"/>
                  <a:ext cx="1998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DA7B66FB-7053-491E-80FC-33E0870014F8}"/>
                    </a:ext>
                  </a:extLst>
                </p14:cNvPr>
                <p14:cNvContentPartPr/>
                <p14:nvPr/>
              </p14:nvContentPartPr>
              <p14:xfrm>
                <a:off x="706913" y="2802706"/>
                <a:ext cx="87480" cy="4734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DA7B66FB-7053-491E-80FC-33E0870014F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98273" y="2793706"/>
                  <a:ext cx="105120" cy="49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upo 194">
            <a:extLst>
              <a:ext uri="{FF2B5EF4-FFF2-40B4-BE49-F238E27FC236}">
                <a16:creationId xmlns:a16="http://schemas.microsoft.com/office/drawing/2014/main" id="{789854CF-F607-4971-B456-D16923F8F44B}"/>
              </a:ext>
            </a:extLst>
          </p:cNvPr>
          <p:cNvGrpSpPr/>
          <p:nvPr/>
        </p:nvGrpSpPr>
        <p:grpSpPr>
          <a:xfrm>
            <a:off x="1031633" y="2943466"/>
            <a:ext cx="1341360" cy="264240"/>
            <a:chOff x="1031633" y="2943466"/>
            <a:chExt cx="134136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EFFD3F74-8BE7-4CD6-AE19-692B0B77D029}"/>
                    </a:ext>
                  </a:extLst>
                </p14:cNvPr>
                <p14:cNvContentPartPr/>
                <p14:nvPr/>
              </p14:nvContentPartPr>
              <p14:xfrm>
                <a:off x="1031633" y="2962546"/>
                <a:ext cx="200880" cy="17820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EFFD3F74-8BE7-4CD6-AE19-692B0B77D02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22633" y="2953906"/>
                  <a:ext cx="218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5842F20C-D88F-4CEE-ADBE-B9FEDCA8293A}"/>
                    </a:ext>
                  </a:extLst>
                </p14:cNvPr>
                <p14:cNvContentPartPr/>
                <p14:nvPr/>
              </p14:nvContentPartPr>
              <p14:xfrm>
                <a:off x="1343393" y="2943466"/>
                <a:ext cx="127440" cy="2156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5842F20C-D88F-4CEE-ADBE-B9FEDCA8293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334393" y="2934826"/>
                  <a:ext cx="145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06D714D5-6B71-4235-B996-3C0817C3EB03}"/>
                    </a:ext>
                  </a:extLst>
                </p14:cNvPr>
                <p14:cNvContentPartPr/>
                <p14:nvPr/>
              </p14:nvContentPartPr>
              <p14:xfrm>
                <a:off x="1337273" y="3017266"/>
                <a:ext cx="122040" cy="10296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06D714D5-6B71-4235-B996-3C0817C3EB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28633" y="3008626"/>
                  <a:ext cx="139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8B8A6124-0249-4D78-B02D-5F0D43852BCC}"/>
                    </a:ext>
                  </a:extLst>
                </p14:cNvPr>
                <p14:cNvContentPartPr/>
                <p14:nvPr/>
              </p14:nvContentPartPr>
              <p14:xfrm>
                <a:off x="1495673" y="2987746"/>
                <a:ext cx="199440" cy="17856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8B8A6124-0249-4D78-B02D-5F0D43852BC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487033" y="2979106"/>
                  <a:ext cx="217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E4C2DD65-59DF-4930-969C-2701DB837012}"/>
                    </a:ext>
                  </a:extLst>
                </p14:cNvPr>
                <p14:cNvContentPartPr/>
                <p14:nvPr/>
              </p14:nvContentPartPr>
              <p14:xfrm>
                <a:off x="1712753" y="2951386"/>
                <a:ext cx="140040" cy="2563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E4C2DD65-59DF-4930-969C-2701DB83701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03753" y="2942386"/>
                  <a:ext cx="157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0BF853DE-FBB8-4813-B217-7CF726DE4FF8}"/>
                    </a:ext>
                  </a:extLst>
                </p14:cNvPr>
                <p14:cNvContentPartPr/>
                <p14:nvPr/>
              </p14:nvContentPartPr>
              <p14:xfrm>
                <a:off x="1834073" y="3001786"/>
                <a:ext cx="145440" cy="1756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0BF853DE-FBB8-4813-B217-7CF726DE4FF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25433" y="2992786"/>
                  <a:ext cx="163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DC6AA52A-5D79-407D-A3A5-76CEE6C9285A}"/>
                    </a:ext>
                  </a:extLst>
                </p14:cNvPr>
                <p14:cNvContentPartPr/>
                <p14:nvPr/>
              </p14:nvContentPartPr>
              <p14:xfrm>
                <a:off x="1863233" y="2989546"/>
                <a:ext cx="124200" cy="20196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DC6AA52A-5D79-407D-A3A5-76CEE6C9285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54233" y="2980906"/>
                  <a:ext cx="141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2B921877-3B34-4C03-A078-E98F0E4D176A}"/>
                    </a:ext>
                  </a:extLst>
                </p14:cNvPr>
                <p14:cNvContentPartPr/>
                <p14:nvPr/>
              </p14:nvContentPartPr>
              <p14:xfrm>
                <a:off x="2039273" y="2948866"/>
                <a:ext cx="69840" cy="2523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2B921877-3B34-4C03-A078-E98F0E4D176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030273" y="2939866"/>
                  <a:ext cx="874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23DDA050-BC5A-45B2-8E40-562EFB5E8930}"/>
                    </a:ext>
                  </a:extLst>
                </p14:cNvPr>
                <p14:cNvContentPartPr/>
                <p14:nvPr/>
              </p14:nvContentPartPr>
              <p14:xfrm>
                <a:off x="2204513" y="3022666"/>
                <a:ext cx="168480" cy="9180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23DDA050-BC5A-45B2-8E40-562EFB5E893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195513" y="3013666"/>
                  <a:ext cx="18612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upo 193">
            <a:extLst>
              <a:ext uri="{FF2B5EF4-FFF2-40B4-BE49-F238E27FC236}">
                <a16:creationId xmlns:a16="http://schemas.microsoft.com/office/drawing/2014/main" id="{26B0BE42-8192-429D-AA03-903E65657D83}"/>
              </a:ext>
            </a:extLst>
          </p:cNvPr>
          <p:cNvGrpSpPr/>
          <p:nvPr/>
        </p:nvGrpSpPr>
        <p:grpSpPr>
          <a:xfrm>
            <a:off x="2713913" y="2759146"/>
            <a:ext cx="991080" cy="334800"/>
            <a:chOff x="2713913" y="2759146"/>
            <a:chExt cx="9910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31A84581-1190-4FD6-8920-774E26924417}"/>
                    </a:ext>
                  </a:extLst>
                </p14:cNvPr>
                <p14:cNvContentPartPr/>
                <p14:nvPr/>
              </p14:nvContentPartPr>
              <p14:xfrm>
                <a:off x="2731193" y="2871466"/>
                <a:ext cx="145440" cy="334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31A84581-1190-4FD6-8920-774E2692441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722553" y="2862466"/>
                  <a:ext cx="163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316532C6-64B4-43B9-B464-6386D018A177}"/>
                    </a:ext>
                  </a:extLst>
                </p14:cNvPr>
                <p14:cNvContentPartPr/>
                <p14:nvPr/>
              </p14:nvContentPartPr>
              <p14:xfrm>
                <a:off x="2713913" y="2886946"/>
                <a:ext cx="161640" cy="2070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316532C6-64B4-43B9-B464-6386D018A17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05273" y="2878306"/>
                  <a:ext cx="179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46FA86EA-98E9-40AF-8035-71B5FC30AAA4}"/>
                    </a:ext>
                  </a:extLst>
                </p14:cNvPr>
                <p14:cNvContentPartPr/>
                <p14:nvPr/>
              </p14:nvContentPartPr>
              <p14:xfrm>
                <a:off x="2976713" y="2893786"/>
                <a:ext cx="113400" cy="1911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46FA86EA-98E9-40AF-8035-71B5FC30AAA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68073" y="2885146"/>
                  <a:ext cx="131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C149EDCD-8DBA-4A25-98B3-C553B786EFDE}"/>
                    </a:ext>
                  </a:extLst>
                </p14:cNvPr>
                <p14:cNvContentPartPr/>
                <p14:nvPr/>
              </p14:nvContentPartPr>
              <p14:xfrm>
                <a:off x="3117833" y="2911426"/>
                <a:ext cx="100080" cy="1440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C149EDCD-8DBA-4A25-98B3-C553B786EFD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109193" y="2902426"/>
                  <a:ext cx="117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BFDAFB73-257E-4AE4-A897-D91C9FACEBF2}"/>
                    </a:ext>
                  </a:extLst>
                </p14:cNvPr>
                <p14:cNvContentPartPr/>
                <p14:nvPr/>
              </p14:nvContentPartPr>
              <p14:xfrm>
                <a:off x="3122873" y="2909626"/>
                <a:ext cx="81720" cy="15444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BFDAFB73-257E-4AE4-A897-D91C9FACEBF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113873" y="2900626"/>
                  <a:ext cx="99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CBD3D0EC-F821-416A-A94F-7238B33627E2}"/>
                    </a:ext>
                  </a:extLst>
                </p14:cNvPr>
                <p14:cNvContentPartPr/>
                <p14:nvPr/>
              </p14:nvContentPartPr>
              <p14:xfrm>
                <a:off x="3262553" y="2817106"/>
                <a:ext cx="87840" cy="11520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CBD3D0EC-F821-416A-A94F-7238B33627E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253913" y="2808466"/>
                  <a:ext cx="105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BA0CDE2E-8C40-4218-8E09-58310B5CCBEA}"/>
                    </a:ext>
                  </a:extLst>
                </p14:cNvPr>
                <p14:cNvContentPartPr/>
                <p14:nvPr/>
              </p14:nvContentPartPr>
              <p14:xfrm>
                <a:off x="3438953" y="2759146"/>
                <a:ext cx="266040" cy="29448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BA0CDE2E-8C40-4218-8E09-58310B5CCBE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429953" y="2750146"/>
                  <a:ext cx="2836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7F1F482E-357A-4249-A9F7-6C77D83D52D4}"/>
              </a:ext>
            </a:extLst>
          </p:cNvPr>
          <p:cNvGrpSpPr/>
          <p:nvPr/>
        </p:nvGrpSpPr>
        <p:grpSpPr>
          <a:xfrm>
            <a:off x="3980393" y="2606866"/>
            <a:ext cx="1006560" cy="584640"/>
            <a:chOff x="3980393" y="2606866"/>
            <a:chExt cx="1006560" cy="58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B2F2D5BC-A8F1-4C9C-BF62-829E079A2B85}"/>
                    </a:ext>
                  </a:extLst>
                </p14:cNvPr>
                <p14:cNvContentPartPr/>
                <p14:nvPr/>
              </p14:nvContentPartPr>
              <p14:xfrm>
                <a:off x="4134113" y="2859226"/>
                <a:ext cx="208080" cy="1008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B2F2D5BC-A8F1-4C9C-BF62-829E079A2B8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125113" y="2850226"/>
                  <a:ext cx="225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19C84C36-66C1-4083-B1E6-2E06289B9F6E}"/>
                    </a:ext>
                  </a:extLst>
                </p14:cNvPr>
                <p14:cNvContentPartPr/>
                <p14:nvPr/>
              </p14:nvContentPartPr>
              <p14:xfrm>
                <a:off x="4182353" y="2859226"/>
                <a:ext cx="151200" cy="19260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19C84C36-66C1-4083-B1E6-2E06289B9F6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173353" y="2850226"/>
                  <a:ext cx="168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B06BA61C-5945-4BA9-8632-D5AD7D251F6F}"/>
                    </a:ext>
                  </a:extLst>
                </p14:cNvPr>
                <p14:cNvContentPartPr/>
                <p14:nvPr/>
              </p14:nvContentPartPr>
              <p14:xfrm>
                <a:off x="4182353" y="2840866"/>
                <a:ext cx="314640" cy="17172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B06BA61C-5945-4BA9-8632-D5AD7D251F6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173353" y="2832226"/>
                  <a:ext cx="332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6692C282-3BE6-4B8A-83CF-1BE35D664BD7}"/>
                    </a:ext>
                  </a:extLst>
                </p14:cNvPr>
                <p14:cNvContentPartPr/>
                <p14:nvPr/>
              </p14:nvContentPartPr>
              <p14:xfrm>
                <a:off x="4535153" y="2857426"/>
                <a:ext cx="107640" cy="11700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6692C282-3BE6-4B8A-83CF-1BE35D664BD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526513" y="2848426"/>
                  <a:ext cx="1252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86568DF1-B248-4626-9E86-F3B0B8E04AF3}"/>
                    </a:ext>
                  </a:extLst>
                </p14:cNvPr>
                <p14:cNvContentPartPr/>
                <p14:nvPr/>
              </p14:nvContentPartPr>
              <p14:xfrm>
                <a:off x="4563233" y="2855626"/>
                <a:ext cx="78840" cy="15264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86568DF1-B248-4626-9E86-F3B0B8E04AF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554233" y="2846986"/>
                  <a:ext cx="964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24F8FC1E-7034-433D-9E6E-34F6007F0B3A}"/>
                    </a:ext>
                  </a:extLst>
                </p14:cNvPr>
                <p14:cNvContentPartPr/>
                <p14:nvPr/>
              </p14:nvContentPartPr>
              <p14:xfrm>
                <a:off x="4696433" y="2767786"/>
                <a:ext cx="58320" cy="2656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24F8FC1E-7034-433D-9E6E-34F6007F0B3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687793" y="2759146"/>
                  <a:ext cx="75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885E995B-DBF6-4E5F-BE42-0978F1B11607}"/>
                    </a:ext>
                  </a:extLst>
                </p14:cNvPr>
                <p14:cNvContentPartPr/>
                <p14:nvPr/>
              </p14:nvContentPartPr>
              <p14:xfrm>
                <a:off x="3980393" y="2866066"/>
                <a:ext cx="208080" cy="3254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885E995B-DBF6-4E5F-BE42-0978F1B1160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971393" y="2857426"/>
                  <a:ext cx="2257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EDCA9BFA-7DB1-43C2-96B2-92BD3C82DC59}"/>
                    </a:ext>
                  </a:extLst>
                </p14:cNvPr>
                <p14:cNvContentPartPr/>
                <p14:nvPr/>
              </p14:nvContentPartPr>
              <p14:xfrm>
                <a:off x="4805873" y="2723506"/>
                <a:ext cx="63360" cy="29772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EDCA9BFA-7DB1-43C2-96B2-92BD3C82DC5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796873" y="2714506"/>
                  <a:ext cx="810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CC1AEC1A-F2C3-41FB-8D44-DE818662E35F}"/>
                    </a:ext>
                  </a:extLst>
                </p14:cNvPr>
                <p14:cNvContentPartPr/>
                <p14:nvPr/>
              </p14:nvContentPartPr>
              <p14:xfrm>
                <a:off x="4870673" y="2606866"/>
                <a:ext cx="116280" cy="12384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CC1AEC1A-F2C3-41FB-8D44-DE818662E35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861673" y="2597866"/>
                  <a:ext cx="13392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60329216-6379-48E9-B755-235C0107CEE6}"/>
                  </a:ext>
                </a:extLst>
              </p14:cNvPr>
              <p14:cNvContentPartPr/>
              <p14:nvPr/>
            </p14:nvContentPartPr>
            <p14:xfrm>
              <a:off x="4351553" y="2619106"/>
              <a:ext cx="97200" cy="3852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60329216-6379-48E9-B755-235C0107CEE6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342553" y="2610466"/>
                <a:ext cx="1148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upo 208">
            <a:extLst>
              <a:ext uri="{FF2B5EF4-FFF2-40B4-BE49-F238E27FC236}">
                <a16:creationId xmlns:a16="http://schemas.microsoft.com/office/drawing/2014/main" id="{FE886BB9-F94E-4092-BC42-9149F69C6309}"/>
              </a:ext>
            </a:extLst>
          </p:cNvPr>
          <p:cNvGrpSpPr/>
          <p:nvPr/>
        </p:nvGrpSpPr>
        <p:grpSpPr>
          <a:xfrm>
            <a:off x="601793" y="3533146"/>
            <a:ext cx="826920" cy="394920"/>
            <a:chOff x="601793" y="3533146"/>
            <a:chExt cx="82692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EDE84878-CA4D-471B-A896-30E542FA8377}"/>
                    </a:ext>
                  </a:extLst>
                </p14:cNvPr>
                <p14:cNvContentPartPr/>
                <p14:nvPr/>
              </p14:nvContentPartPr>
              <p14:xfrm>
                <a:off x="601793" y="3665986"/>
                <a:ext cx="224640" cy="1080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EDE84878-CA4D-471B-A896-30E542FA837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92793" y="3657346"/>
                  <a:ext cx="242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018FE737-DD62-479E-B25B-620AA19BC187}"/>
                    </a:ext>
                  </a:extLst>
                </p14:cNvPr>
                <p14:cNvContentPartPr/>
                <p14:nvPr/>
              </p14:nvContentPartPr>
              <p14:xfrm>
                <a:off x="633113" y="3691186"/>
                <a:ext cx="151560" cy="23688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018FE737-DD62-479E-B25B-620AA19BC18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4473" y="3682546"/>
                  <a:ext cx="169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E42E7FED-10AB-4A0D-8659-0C0ED6A216CF}"/>
                    </a:ext>
                  </a:extLst>
                </p14:cNvPr>
                <p14:cNvContentPartPr/>
                <p14:nvPr/>
              </p14:nvContentPartPr>
              <p14:xfrm>
                <a:off x="640313" y="3762466"/>
                <a:ext cx="176400" cy="8280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E42E7FED-10AB-4A0D-8659-0C0ED6A216C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1313" y="3753826"/>
                  <a:ext cx="194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9DCB5D1F-7E85-45FF-A4E0-DC6C6E3199A7}"/>
                    </a:ext>
                  </a:extLst>
                </p14:cNvPr>
                <p14:cNvContentPartPr/>
                <p14:nvPr/>
              </p14:nvContentPartPr>
              <p14:xfrm>
                <a:off x="901673" y="3644386"/>
                <a:ext cx="292680" cy="22176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9DCB5D1F-7E85-45FF-A4E0-DC6C6E3199A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3033" y="3635386"/>
                  <a:ext cx="3103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B25111EA-1E87-48C1-AA39-8FF32466CB86}"/>
                    </a:ext>
                  </a:extLst>
                </p14:cNvPr>
                <p14:cNvContentPartPr/>
                <p14:nvPr/>
              </p14:nvContentPartPr>
              <p14:xfrm>
                <a:off x="1072313" y="3676426"/>
                <a:ext cx="85320" cy="14112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B25111EA-1E87-48C1-AA39-8FF32466CB8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63673" y="3667786"/>
                  <a:ext cx="102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C2017E95-4B8C-46CF-B9BD-0348CB56615B}"/>
                    </a:ext>
                  </a:extLst>
                </p14:cNvPr>
                <p14:cNvContentPartPr/>
                <p14:nvPr/>
              </p14:nvContentPartPr>
              <p14:xfrm>
                <a:off x="1196153" y="3579946"/>
                <a:ext cx="118440" cy="10656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C2017E95-4B8C-46CF-B9BD-0348CB56615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87153" y="3570946"/>
                  <a:ext cx="1360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80F3FCB1-A27F-4E67-A9DD-6D09303C76C7}"/>
                    </a:ext>
                  </a:extLst>
                </p14:cNvPr>
                <p14:cNvContentPartPr/>
                <p14:nvPr/>
              </p14:nvContentPartPr>
              <p14:xfrm>
                <a:off x="1382633" y="3533146"/>
                <a:ext cx="46080" cy="31284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80F3FCB1-A27F-4E67-A9DD-6D09303C76C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373993" y="3524146"/>
                  <a:ext cx="63720" cy="33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D98CF811-B72F-40F8-BD84-9316054D7879}"/>
                  </a:ext>
                </a:extLst>
              </p14:cNvPr>
              <p14:cNvContentPartPr/>
              <p14:nvPr/>
            </p14:nvContentPartPr>
            <p14:xfrm>
              <a:off x="1636793" y="3673186"/>
              <a:ext cx="96120" cy="120240"/>
            </p14:xfrm>
          </p:contentPart>
        </mc:Choice>
        <mc:Fallback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D98CF811-B72F-40F8-BD84-9316054D7879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628153" y="3664186"/>
                <a:ext cx="1137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07" name="Entrada de lápiz 206">
                <a:extLst>
                  <a:ext uri="{FF2B5EF4-FFF2-40B4-BE49-F238E27FC236}">
                    <a16:creationId xmlns:a16="http://schemas.microsoft.com/office/drawing/2014/main" id="{01D9C481-B513-40C2-A196-39EA31D580C8}"/>
                  </a:ext>
                </a:extLst>
              </p14:cNvPr>
              <p14:cNvContentPartPr/>
              <p14:nvPr/>
            </p14:nvContentPartPr>
            <p14:xfrm>
              <a:off x="2080673" y="3391306"/>
              <a:ext cx="176400" cy="96120"/>
            </p14:xfrm>
          </p:contentPart>
        </mc:Choice>
        <mc:Fallback>
          <p:pic>
            <p:nvPicPr>
              <p:cNvPr id="207" name="Entrada de lápiz 206">
                <a:extLst>
                  <a:ext uri="{FF2B5EF4-FFF2-40B4-BE49-F238E27FC236}">
                    <a16:creationId xmlns:a16="http://schemas.microsoft.com/office/drawing/2014/main" id="{01D9C481-B513-40C2-A196-39EA31D580C8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2072033" y="3382306"/>
                <a:ext cx="1940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upo 245">
            <a:extLst>
              <a:ext uri="{FF2B5EF4-FFF2-40B4-BE49-F238E27FC236}">
                <a16:creationId xmlns:a16="http://schemas.microsoft.com/office/drawing/2014/main" id="{250CA65D-BE01-471B-B814-C1DA04324C99}"/>
              </a:ext>
            </a:extLst>
          </p:cNvPr>
          <p:cNvGrpSpPr/>
          <p:nvPr/>
        </p:nvGrpSpPr>
        <p:grpSpPr>
          <a:xfrm>
            <a:off x="2070233" y="3588946"/>
            <a:ext cx="1951920" cy="736200"/>
            <a:chOff x="2070233" y="3588946"/>
            <a:chExt cx="1951920" cy="73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9CFC9429-FBE7-4A64-8027-E94E4C5127EF}"/>
                    </a:ext>
                  </a:extLst>
                </p14:cNvPr>
                <p14:cNvContentPartPr/>
                <p14:nvPr/>
              </p14:nvContentPartPr>
              <p14:xfrm>
                <a:off x="2070233" y="3588946"/>
                <a:ext cx="110880" cy="52668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9CFC9429-FBE7-4A64-8027-E94E4C5127E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061593" y="3580306"/>
                  <a:ext cx="1285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27F35EE8-CB9D-4CF3-B021-7AC33C61E50F}"/>
                    </a:ext>
                  </a:extLst>
                </p14:cNvPr>
                <p14:cNvContentPartPr/>
                <p14:nvPr/>
              </p14:nvContentPartPr>
              <p14:xfrm>
                <a:off x="2122793" y="4166026"/>
                <a:ext cx="98640" cy="1591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27F35EE8-CB9D-4CF3-B021-7AC33C61E50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113793" y="4157386"/>
                  <a:ext cx="116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F7A5BFE6-CFC9-4F02-8B39-5396ABDD8E1E}"/>
                    </a:ext>
                  </a:extLst>
                </p14:cNvPr>
                <p14:cNvContentPartPr/>
                <p14:nvPr/>
              </p14:nvContentPartPr>
              <p14:xfrm>
                <a:off x="2330153" y="3739066"/>
                <a:ext cx="142560" cy="17460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F7A5BFE6-CFC9-4F02-8B39-5396ABDD8E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321153" y="3730426"/>
                  <a:ext cx="160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F531E612-0032-4786-82FE-6EA615FF8AF4}"/>
                    </a:ext>
                  </a:extLst>
                </p14:cNvPr>
                <p14:cNvContentPartPr/>
                <p14:nvPr/>
              </p14:nvContentPartPr>
              <p14:xfrm>
                <a:off x="2374433" y="3718186"/>
                <a:ext cx="114480" cy="18108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F531E612-0032-4786-82FE-6EA615FF8AF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365793" y="3709546"/>
                  <a:ext cx="132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C7E28108-A838-4E40-9EDD-5F4A4168DA5E}"/>
                    </a:ext>
                  </a:extLst>
                </p14:cNvPr>
                <p14:cNvContentPartPr/>
                <p14:nvPr/>
              </p14:nvContentPartPr>
              <p14:xfrm>
                <a:off x="2534993" y="3622426"/>
                <a:ext cx="159840" cy="1472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C7E28108-A838-4E40-9EDD-5F4A4168DA5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26353" y="3613786"/>
                  <a:ext cx="177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3507795F-C8B3-4345-A3CE-1608E90937B3}"/>
                    </a:ext>
                  </a:extLst>
                </p14:cNvPr>
                <p14:cNvContentPartPr/>
                <p14:nvPr/>
              </p14:nvContentPartPr>
              <p14:xfrm>
                <a:off x="2703833" y="3840946"/>
                <a:ext cx="38520" cy="2376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3507795F-C8B3-4345-A3CE-1608E90937B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695193" y="3832306"/>
                  <a:ext cx="56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8B5B4FCF-437A-4E05-9A18-E40AF98FE93B}"/>
                    </a:ext>
                  </a:extLst>
                </p14:cNvPr>
                <p14:cNvContentPartPr/>
                <p14:nvPr/>
              </p14:nvContentPartPr>
              <p14:xfrm>
                <a:off x="2857913" y="3637906"/>
                <a:ext cx="140400" cy="1461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8B5B4FCF-437A-4E05-9A18-E40AF98FE93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849273" y="3628906"/>
                  <a:ext cx="158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FB5E7B0A-2CB6-4357-A2F5-1C2FDBD61045}"/>
                    </a:ext>
                  </a:extLst>
                </p14:cNvPr>
                <p14:cNvContentPartPr/>
                <p14:nvPr/>
              </p14:nvContentPartPr>
              <p14:xfrm>
                <a:off x="2863673" y="3799186"/>
                <a:ext cx="181080" cy="4464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FB5E7B0A-2CB6-4357-A2F5-1C2FDBD6104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855033" y="3790186"/>
                  <a:ext cx="198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B17B1EC3-20FA-43F9-9DFF-DF80A3969A68}"/>
                    </a:ext>
                  </a:extLst>
                </p14:cNvPr>
                <p14:cNvContentPartPr/>
                <p14:nvPr/>
              </p14:nvContentPartPr>
              <p14:xfrm>
                <a:off x="2932433" y="3876586"/>
                <a:ext cx="104760" cy="12276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B17B1EC3-20FA-43F9-9DFF-DF80A3969A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23793" y="3867586"/>
                  <a:ext cx="122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47F51B38-AB20-427D-BF34-68FFD7800ECF}"/>
                    </a:ext>
                  </a:extLst>
                </p14:cNvPr>
                <p14:cNvContentPartPr/>
                <p14:nvPr/>
              </p14:nvContentPartPr>
              <p14:xfrm>
                <a:off x="2975633" y="3998986"/>
                <a:ext cx="115560" cy="9720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47F51B38-AB20-427D-BF34-68FFD7800EC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966633" y="3990346"/>
                  <a:ext cx="1332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4F4AAFCE-04CF-4799-BDD6-6DE27E30E91F}"/>
                    </a:ext>
                  </a:extLst>
                </p14:cNvPr>
                <p14:cNvContentPartPr/>
                <p14:nvPr/>
              </p14:nvContentPartPr>
              <p14:xfrm>
                <a:off x="3167153" y="3783346"/>
                <a:ext cx="78840" cy="9864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4F4AAFCE-04CF-4799-BDD6-6DE27E30E91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58513" y="3774706"/>
                  <a:ext cx="96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26167F5A-6917-438F-87B8-B6420FA04AE5}"/>
                    </a:ext>
                  </a:extLst>
                </p14:cNvPr>
                <p14:cNvContentPartPr/>
                <p14:nvPr/>
              </p14:nvContentPartPr>
              <p14:xfrm>
                <a:off x="3180833" y="3758146"/>
                <a:ext cx="77760" cy="14976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26167F5A-6917-438F-87B8-B6420FA04AE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171833" y="3749506"/>
                  <a:ext cx="95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8574DA92-0697-4C02-8880-95B2298A8CA4}"/>
                    </a:ext>
                  </a:extLst>
                </p14:cNvPr>
                <p14:cNvContentPartPr/>
                <p14:nvPr/>
              </p14:nvContentPartPr>
              <p14:xfrm>
                <a:off x="3289193" y="3649066"/>
                <a:ext cx="127080" cy="10512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8574DA92-0697-4C02-8880-95B2298A8CA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280193" y="3640066"/>
                  <a:ext cx="144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49C9A42C-8C14-4993-A650-D994A78C955B}"/>
                    </a:ext>
                  </a:extLst>
                </p14:cNvPr>
                <p14:cNvContentPartPr/>
                <p14:nvPr/>
              </p14:nvContentPartPr>
              <p14:xfrm>
                <a:off x="3512033" y="3605146"/>
                <a:ext cx="129960" cy="23616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49C9A42C-8C14-4993-A650-D994A78C955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503393" y="3596506"/>
                  <a:ext cx="147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67755D21-3E6C-46D7-B8EA-42F2C18E868D}"/>
                    </a:ext>
                  </a:extLst>
                </p14:cNvPr>
                <p14:cNvContentPartPr/>
                <p14:nvPr/>
              </p14:nvContentPartPr>
              <p14:xfrm>
                <a:off x="3701033" y="3702706"/>
                <a:ext cx="99000" cy="12636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67755D21-3E6C-46D7-B8EA-42F2C18E868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92033" y="3693706"/>
                  <a:ext cx="116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1108E096-BC11-4FAD-BBB4-48F550B2CB6C}"/>
                    </a:ext>
                  </a:extLst>
                </p14:cNvPr>
                <p14:cNvContentPartPr/>
                <p14:nvPr/>
              </p14:nvContentPartPr>
              <p14:xfrm>
                <a:off x="3712553" y="3685426"/>
                <a:ext cx="252720" cy="1760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1108E096-BC11-4FAD-BBB4-48F550B2CB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03553" y="3676426"/>
                  <a:ext cx="270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AA802BB2-3611-4C8E-82F0-27E1A20BEC07}"/>
                    </a:ext>
                  </a:extLst>
                </p14:cNvPr>
                <p14:cNvContentPartPr/>
                <p14:nvPr/>
              </p14:nvContentPartPr>
              <p14:xfrm>
                <a:off x="3896153" y="3757426"/>
                <a:ext cx="126000" cy="3528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AA802BB2-3611-4C8E-82F0-27E1A20BEC0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887513" y="3748426"/>
                  <a:ext cx="14364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upo 244">
            <a:extLst>
              <a:ext uri="{FF2B5EF4-FFF2-40B4-BE49-F238E27FC236}">
                <a16:creationId xmlns:a16="http://schemas.microsoft.com/office/drawing/2014/main" id="{935277F8-043C-41EB-9F65-683C91E66F9F}"/>
              </a:ext>
            </a:extLst>
          </p:cNvPr>
          <p:cNvGrpSpPr/>
          <p:nvPr/>
        </p:nvGrpSpPr>
        <p:grpSpPr>
          <a:xfrm>
            <a:off x="4290713" y="3537466"/>
            <a:ext cx="196560" cy="222840"/>
            <a:chOff x="4290713" y="3537466"/>
            <a:chExt cx="19656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CF105145-4CFB-4459-83B1-4B2CD984461C}"/>
                    </a:ext>
                  </a:extLst>
                </p14:cNvPr>
                <p14:cNvContentPartPr/>
                <p14:nvPr/>
              </p14:nvContentPartPr>
              <p14:xfrm>
                <a:off x="4290713" y="3537466"/>
                <a:ext cx="135360" cy="1479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CF105145-4CFB-4459-83B1-4B2CD984461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281713" y="3528466"/>
                  <a:ext cx="153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7781D175-54E0-4EF5-8FE0-29E37E7E9424}"/>
                    </a:ext>
                  </a:extLst>
                </p14:cNvPr>
                <p14:cNvContentPartPr/>
                <p14:nvPr/>
              </p14:nvContentPartPr>
              <p14:xfrm>
                <a:off x="4293593" y="3722506"/>
                <a:ext cx="193680" cy="3780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7781D175-54E0-4EF5-8FE0-29E37E7E942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284593" y="3713866"/>
                  <a:ext cx="21132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upo 243">
            <a:extLst>
              <a:ext uri="{FF2B5EF4-FFF2-40B4-BE49-F238E27FC236}">
                <a16:creationId xmlns:a16="http://schemas.microsoft.com/office/drawing/2014/main" id="{BA1DC3BA-D85E-4164-BE07-297CDC8327D7}"/>
              </a:ext>
            </a:extLst>
          </p:cNvPr>
          <p:cNvGrpSpPr/>
          <p:nvPr/>
        </p:nvGrpSpPr>
        <p:grpSpPr>
          <a:xfrm>
            <a:off x="4346153" y="3890266"/>
            <a:ext cx="170640" cy="183960"/>
            <a:chOff x="4346153" y="3890266"/>
            <a:chExt cx="170640" cy="18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070C2A74-AC65-4F31-BAED-8798B35E4143}"/>
                    </a:ext>
                  </a:extLst>
                </p14:cNvPr>
                <p14:cNvContentPartPr/>
                <p14:nvPr/>
              </p14:nvContentPartPr>
              <p14:xfrm>
                <a:off x="4346153" y="3890266"/>
                <a:ext cx="115920" cy="964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070C2A74-AC65-4F31-BAED-8798B35E414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337153" y="3881266"/>
                  <a:ext cx="133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5A882AD6-4194-45A4-9F9E-CF69BFFF5538}"/>
                    </a:ext>
                  </a:extLst>
                </p14:cNvPr>
                <p14:cNvContentPartPr/>
                <p14:nvPr/>
              </p14:nvContentPartPr>
              <p14:xfrm>
                <a:off x="4387553" y="3914746"/>
                <a:ext cx="129240" cy="15948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5A882AD6-4194-45A4-9F9E-CF69BFFF553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378913" y="3906106"/>
                  <a:ext cx="146880" cy="17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32" name="Entrada de lápiz 231">
                <a:extLst>
                  <a:ext uri="{FF2B5EF4-FFF2-40B4-BE49-F238E27FC236}">
                    <a16:creationId xmlns:a16="http://schemas.microsoft.com/office/drawing/2014/main" id="{4738B5B6-53A3-4194-9B1E-57FE690B1C35}"/>
                  </a:ext>
                </a:extLst>
              </p14:cNvPr>
              <p14:cNvContentPartPr/>
              <p14:nvPr/>
            </p14:nvContentPartPr>
            <p14:xfrm>
              <a:off x="4755473" y="4079986"/>
              <a:ext cx="93960" cy="152280"/>
            </p14:xfrm>
          </p:contentPart>
        </mc:Choice>
        <mc:Fallback>
          <p:pic>
            <p:nvPicPr>
              <p:cNvPr id="232" name="Entrada de lápiz 231">
                <a:extLst>
                  <a:ext uri="{FF2B5EF4-FFF2-40B4-BE49-F238E27FC236}">
                    <a16:creationId xmlns:a16="http://schemas.microsoft.com/office/drawing/2014/main" id="{4738B5B6-53A3-4194-9B1E-57FE690B1C35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746473" y="4071346"/>
                <a:ext cx="11160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upo 242">
            <a:extLst>
              <a:ext uri="{FF2B5EF4-FFF2-40B4-BE49-F238E27FC236}">
                <a16:creationId xmlns:a16="http://schemas.microsoft.com/office/drawing/2014/main" id="{608799F6-371E-48FD-9CD8-A382C42C3741}"/>
              </a:ext>
            </a:extLst>
          </p:cNvPr>
          <p:cNvGrpSpPr/>
          <p:nvPr/>
        </p:nvGrpSpPr>
        <p:grpSpPr>
          <a:xfrm>
            <a:off x="4706153" y="3253786"/>
            <a:ext cx="504360" cy="726120"/>
            <a:chOff x="4706153" y="3253786"/>
            <a:chExt cx="504360" cy="72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4B967F7B-EF31-444A-AED2-8C313A20C95C}"/>
                    </a:ext>
                  </a:extLst>
                </p14:cNvPr>
                <p14:cNvContentPartPr/>
                <p14:nvPr/>
              </p14:nvContentPartPr>
              <p14:xfrm>
                <a:off x="4734233" y="3512986"/>
                <a:ext cx="54720" cy="46692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4B967F7B-EF31-444A-AED2-8C313A20C95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725233" y="3504346"/>
                  <a:ext cx="723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601389EE-8DA1-4C20-8846-7357F2046AF1}"/>
                    </a:ext>
                  </a:extLst>
                </p14:cNvPr>
                <p14:cNvContentPartPr/>
                <p14:nvPr/>
              </p14:nvContentPartPr>
              <p14:xfrm>
                <a:off x="4706153" y="3253786"/>
                <a:ext cx="164880" cy="13068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601389EE-8DA1-4C20-8846-7357F2046AF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697513" y="3245146"/>
                  <a:ext cx="182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EBC6D3FA-B674-4A85-84DC-7FBA45371001}"/>
                    </a:ext>
                  </a:extLst>
                </p14:cNvPr>
                <p14:cNvContentPartPr/>
                <p14:nvPr/>
              </p14:nvContentPartPr>
              <p14:xfrm>
                <a:off x="4983713" y="3545386"/>
                <a:ext cx="77400" cy="15804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EBC6D3FA-B674-4A85-84DC-7FBA4537100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975073" y="3536386"/>
                  <a:ext cx="95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8E8D3B35-EFA3-4C2B-8580-ACB6CE625B8E}"/>
                    </a:ext>
                  </a:extLst>
                </p14:cNvPr>
                <p14:cNvContentPartPr/>
                <p14:nvPr/>
              </p14:nvContentPartPr>
              <p14:xfrm>
                <a:off x="4968593" y="3534946"/>
                <a:ext cx="103680" cy="1641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8E8D3B35-EFA3-4C2B-8580-ACB6CE625B8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959593" y="3525946"/>
                  <a:ext cx="121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187193BA-89DF-436C-AE2A-80A036BCAB23}"/>
                    </a:ext>
                  </a:extLst>
                </p14:cNvPr>
                <p14:cNvContentPartPr/>
                <p14:nvPr/>
              </p14:nvContentPartPr>
              <p14:xfrm>
                <a:off x="5112233" y="3412906"/>
                <a:ext cx="80640" cy="8532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187193BA-89DF-436C-AE2A-80A036BCAB2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103593" y="3404266"/>
                  <a:ext cx="98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9B6624F2-F483-45F2-BD22-19D4474468D6}"/>
                    </a:ext>
                  </a:extLst>
                </p14:cNvPr>
                <p14:cNvContentPartPr/>
                <p14:nvPr/>
              </p14:nvContentPartPr>
              <p14:xfrm>
                <a:off x="5196473" y="3401746"/>
                <a:ext cx="14040" cy="18468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9B6624F2-F483-45F2-BD22-19D4474468D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187473" y="3393106"/>
                  <a:ext cx="3168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upo 241">
            <a:extLst>
              <a:ext uri="{FF2B5EF4-FFF2-40B4-BE49-F238E27FC236}">
                <a16:creationId xmlns:a16="http://schemas.microsoft.com/office/drawing/2014/main" id="{EECF1143-08D2-4D87-8E12-DD668AC4171A}"/>
              </a:ext>
            </a:extLst>
          </p:cNvPr>
          <p:cNvGrpSpPr/>
          <p:nvPr/>
        </p:nvGrpSpPr>
        <p:grpSpPr>
          <a:xfrm>
            <a:off x="5384393" y="3449986"/>
            <a:ext cx="531720" cy="237960"/>
            <a:chOff x="5384393" y="3449986"/>
            <a:chExt cx="53172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C5CF715F-79DC-4446-BFF9-D433D1B695CD}"/>
                    </a:ext>
                  </a:extLst>
                </p14:cNvPr>
                <p14:cNvContentPartPr/>
                <p14:nvPr/>
              </p14:nvContentPartPr>
              <p14:xfrm>
                <a:off x="5384393" y="3449986"/>
                <a:ext cx="109080" cy="22068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C5CF715F-79DC-4446-BFF9-D433D1B695C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375393" y="3441346"/>
                  <a:ext cx="126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C50B8D94-7BF0-4F66-A2D3-05CFEBABE7AA}"/>
                    </a:ext>
                  </a:extLst>
                </p14:cNvPr>
                <p14:cNvContentPartPr/>
                <p14:nvPr/>
              </p14:nvContentPartPr>
              <p14:xfrm>
                <a:off x="5574473" y="3559066"/>
                <a:ext cx="80640" cy="12888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C50B8D94-7BF0-4F66-A2D3-05CFEBABE7A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565473" y="3550426"/>
                  <a:ext cx="98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A111AC4D-2653-47D6-AA68-1180E4E7FB73}"/>
                    </a:ext>
                  </a:extLst>
                </p14:cNvPr>
                <p14:cNvContentPartPr/>
                <p14:nvPr/>
              </p14:nvContentPartPr>
              <p14:xfrm>
                <a:off x="5600393" y="3525226"/>
                <a:ext cx="85320" cy="13932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A111AC4D-2653-47D6-AA68-1180E4E7FB7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591753" y="3516586"/>
                  <a:ext cx="102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B1716E2B-C2BF-4704-897E-B35A8D6AAA56}"/>
                    </a:ext>
                  </a:extLst>
                </p14:cNvPr>
                <p14:cNvContentPartPr/>
                <p14:nvPr/>
              </p14:nvContentPartPr>
              <p14:xfrm>
                <a:off x="5808473" y="3525946"/>
                <a:ext cx="107640" cy="993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B1716E2B-C2BF-4704-897E-B35A8D6AAA5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99473" y="3517306"/>
                  <a:ext cx="12528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upo 276">
            <a:extLst>
              <a:ext uri="{FF2B5EF4-FFF2-40B4-BE49-F238E27FC236}">
                <a16:creationId xmlns:a16="http://schemas.microsoft.com/office/drawing/2014/main" id="{45DE5D30-2688-453D-9A95-F153E8AFEC81}"/>
              </a:ext>
            </a:extLst>
          </p:cNvPr>
          <p:cNvGrpSpPr/>
          <p:nvPr/>
        </p:nvGrpSpPr>
        <p:grpSpPr>
          <a:xfrm>
            <a:off x="6167033" y="3374026"/>
            <a:ext cx="762120" cy="615960"/>
            <a:chOff x="6167033" y="3374026"/>
            <a:chExt cx="762120" cy="61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907F21DC-6953-4B43-8E42-80BC1202D044}"/>
                    </a:ext>
                  </a:extLst>
                </p14:cNvPr>
                <p14:cNvContentPartPr/>
                <p14:nvPr/>
              </p14:nvContentPartPr>
              <p14:xfrm>
                <a:off x="6189353" y="3408946"/>
                <a:ext cx="119520" cy="14724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907F21DC-6953-4B43-8E42-80BC1202D04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80353" y="3399946"/>
                  <a:ext cx="137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B892D702-1C64-40A5-AB43-804D0BD20CE0}"/>
                    </a:ext>
                  </a:extLst>
                </p14:cNvPr>
                <p14:cNvContentPartPr/>
                <p14:nvPr/>
              </p14:nvContentPartPr>
              <p14:xfrm>
                <a:off x="6167033" y="3638986"/>
                <a:ext cx="250560" cy="1584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B892D702-1C64-40A5-AB43-804D0BD20CE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58033" y="3630346"/>
                  <a:ext cx="268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F96DCFC8-829B-4CF0-81D8-4D11D7A6DAA2}"/>
                    </a:ext>
                  </a:extLst>
                </p14:cNvPr>
                <p14:cNvContentPartPr/>
                <p14:nvPr/>
              </p14:nvContentPartPr>
              <p14:xfrm>
                <a:off x="6189713" y="3762826"/>
                <a:ext cx="131040" cy="11304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F96DCFC8-829B-4CF0-81D8-4D11D7A6DAA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181073" y="3754186"/>
                  <a:ext cx="148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047F9726-E6ED-4611-84F5-9A6B500C55E6}"/>
                    </a:ext>
                  </a:extLst>
                </p14:cNvPr>
                <p14:cNvContentPartPr/>
                <p14:nvPr/>
              </p14:nvContentPartPr>
              <p14:xfrm>
                <a:off x="6213473" y="3892786"/>
                <a:ext cx="137160" cy="7668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047F9726-E6ED-4611-84F5-9A6B500C55E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204473" y="3884146"/>
                  <a:ext cx="154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08F8E0F1-8A20-4BAE-8330-2860C75D5E0A}"/>
                    </a:ext>
                  </a:extLst>
                </p14:cNvPr>
                <p14:cNvContentPartPr/>
                <p14:nvPr/>
              </p14:nvContentPartPr>
              <p14:xfrm>
                <a:off x="6533513" y="3554026"/>
                <a:ext cx="143280" cy="7776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08F8E0F1-8A20-4BAE-8330-2860C75D5E0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524513" y="3545026"/>
                  <a:ext cx="160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CBA95BD1-18A4-491A-AEDC-3B5FA77E02F8}"/>
                    </a:ext>
                  </a:extLst>
                </p14:cNvPr>
                <p14:cNvContentPartPr/>
                <p14:nvPr/>
              </p14:nvContentPartPr>
              <p14:xfrm>
                <a:off x="6580673" y="3499306"/>
                <a:ext cx="87480" cy="13788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CBA95BD1-18A4-491A-AEDC-3B5FA77E02F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572033" y="3490306"/>
                  <a:ext cx="105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E080EEB9-1802-46EB-8C4D-E448BCFA5654}"/>
                    </a:ext>
                  </a:extLst>
                </p14:cNvPr>
                <p14:cNvContentPartPr/>
                <p14:nvPr/>
              </p14:nvContentPartPr>
              <p14:xfrm>
                <a:off x="6771113" y="3374026"/>
                <a:ext cx="79560" cy="15948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E080EEB9-1802-46EB-8C4D-E448BCFA565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762473" y="3365026"/>
                  <a:ext cx="97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6098ED47-2871-4AB1-A492-0A6FA3B304B8}"/>
                    </a:ext>
                  </a:extLst>
                </p14:cNvPr>
                <p14:cNvContentPartPr/>
                <p14:nvPr/>
              </p14:nvContentPartPr>
              <p14:xfrm>
                <a:off x="6560513" y="3734026"/>
                <a:ext cx="368640" cy="10476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6098ED47-2871-4AB1-A492-0A6FA3B304B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51513" y="3725026"/>
                  <a:ext cx="386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98F12451-FD66-4A0F-928B-43B3008900C9}"/>
                    </a:ext>
                  </a:extLst>
                </p14:cNvPr>
                <p14:cNvContentPartPr/>
                <p14:nvPr/>
              </p14:nvContentPartPr>
              <p14:xfrm>
                <a:off x="6700553" y="3853906"/>
                <a:ext cx="85320" cy="13608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98F12451-FD66-4A0F-928B-43B3008900C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91913" y="3845266"/>
                  <a:ext cx="10296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upo 275">
            <a:extLst>
              <a:ext uri="{FF2B5EF4-FFF2-40B4-BE49-F238E27FC236}">
                <a16:creationId xmlns:a16="http://schemas.microsoft.com/office/drawing/2014/main" id="{4E830F44-34E0-4580-B8CD-D296E4FC7A38}"/>
              </a:ext>
            </a:extLst>
          </p:cNvPr>
          <p:cNvGrpSpPr/>
          <p:nvPr/>
        </p:nvGrpSpPr>
        <p:grpSpPr>
          <a:xfrm>
            <a:off x="7134713" y="3127066"/>
            <a:ext cx="596880" cy="972720"/>
            <a:chOff x="7134713" y="3127066"/>
            <a:chExt cx="596880" cy="9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423A600B-159C-436F-B442-1627C751AEE3}"/>
                    </a:ext>
                  </a:extLst>
                </p14:cNvPr>
                <p14:cNvContentPartPr/>
                <p14:nvPr/>
              </p14:nvContentPartPr>
              <p14:xfrm>
                <a:off x="7141553" y="3366826"/>
                <a:ext cx="43920" cy="59940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423A600B-159C-436F-B442-1627C751AEE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132553" y="3358186"/>
                  <a:ext cx="6156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9DA8BB3F-91BB-414C-A0D0-55F31DA8AA9C}"/>
                    </a:ext>
                  </a:extLst>
                </p14:cNvPr>
                <p14:cNvContentPartPr/>
                <p14:nvPr/>
              </p14:nvContentPartPr>
              <p14:xfrm>
                <a:off x="7267913" y="3920866"/>
                <a:ext cx="91080" cy="17892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9DA8BB3F-91BB-414C-A0D0-55F31DA8AA9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259273" y="3912226"/>
                  <a:ext cx="108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494EF829-4CAC-4B26-8D62-A6933B121ADF}"/>
                    </a:ext>
                  </a:extLst>
                </p14:cNvPr>
                <p14:cNvContentPartPr/>
                <p14:nvPr/>
              </p14:nvContentPartPr>
              <p14:xfrm>
                <a:off x="7267913" y="3973786"/>
                <a:ext cx="241920" cy="11592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494EF829-4CAC-4B26-8D62-A6933B121AD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259273" y="3965146"/>
                  <a:ext cx="2595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3281454C-47E1-4D7A-B09F-584AAB029BDE}"/>
                    </a:ext>
                  </a:extLst>
                </p14:cNvPr>
                <p14:cNvContentPartPr/>
                <p14:nvPr/>
              </p14:nvContentPartPr>
              <p14:xfrm>
                <a:off x="7462313" y="3987826"/>
                <a:ext cx="108720" cy="7416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3281454C-47E1-4D7A-B09F-584AAB029BD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453673" y="3979186"/>
                  <a:ext cx="126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53D38969-AF95-41F3-BB6B-26D494F3D8FA}"/>
                    </a:ext>
                  </a:extLst>
                </p14:cNvPr>
                <p14:cNvContentPartPr/>
                <p14:nvPr/>
              </p14:nvContentPartPr>
              <p14:xfrm>
                <a:off x="7587953" y="3880186"/>
                <a:ext cx="104760" cy="15012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53D38969-AF95-41F3-BB6B-26D494F3D8FA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579313" y="3871186"/>
                  <a:ext cx="12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BC309B27-8C1C-46AD-BE67-5B00D8AF88B8}"/>
                    </a:ext>
                  </a:extLst>
                </p14:cNvPr>
                <p14:cNvContentPartPr/>
                <p14:nvPr/>
              </p14:nvContentPartPr>
              <p14:xfrm>
                <a:off x="7134713" y="3127066"/>
                <a:ext cx="136800" cy="15588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BC309B27-8C1C-46AD-BE67-5B00D8AF88B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125713" y="3118066"/>
                  <a:ext cx="154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DD7DC366-BBAE-4242-ABF7-DFEE6EAC8968}"/>
                    </a:ext>
                  </a:extLst>
                </p14:cNvPr>
                <p14:cNvContentPartPr/>
                <p14:nvPr/>
              </p14:nvContentPartPr>
              <p14:xfrm>
                <a:off x="7341353" y="3205186"/>
                <a:ext cx="148320" cy="6228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DD7DC366-BBAE-4242-ABF7-DFEE6EAC896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332713" y="3196546"/>
                  <a:ext cx="165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B2B48B54-C8D6-47BF-8415-7E018654BBF7}"/>
                    </a:ext>
                  </a:extLst>
                </p14:cNvPr>
                <p14:cNvContentPartPr/>
                <p14:nvPr/>
              </p14:nvContentPartPr>
              <p14:xfrm>
                <a:off x="7566713" y="3157666"/>
                <a:ext cx="164880" cy="13104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B2B48B54-C8D6-47BF-8415-7E018654BBF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558073" y="3148666"/>
                  <a:ext cx="1825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upo 274">
            <a:extLst>
              <a:ext uri="{FF2B5EF4-FFF2-40B4-BE49-F238E27FC236}">
                <a16:creationId xmlns:a16="http://schemas.microsoft.com/office/drawing/2014/main" id="{76A755AF-720C-4E94-A0C0-90841F3F92D8}"/>
              </a:ext>
            </a:extLst>
          </p:cNvPr>
          <p:cNvGrpSpPr/>
          <p:nvPr/>
        </p:nvGrpSpPr>
        <p:grpSpPr>
          <a:xfrm>
            <a:off x="8040473" y="3313186"/>
            <a:ext cx="124920" cy="113040"/>
            <a:chOff x="8040473" y="3313186"/>
            <a:chExt cx="12492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A1FEC172-00C0-45FD-B18A-17C52A9202B7}"/>
                    </a:ext>
                  </a:extLst>
                </p14:cNvPr>
                <p14:cNvContentPartPr/>
                <p14:nvPr/>
              </p14:nvContentPartPr>
              <p14:xfrm>
                <a:off x="8043353" y="3313186"/>
                <a:ext cx="86400" cy="648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A1FEC172-00C0-45FD-B18A-17C52A9202B7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034353" y="3304186"/>
                  <a:ext cx="104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6B345866-7C69-45B5-A869-17C1EA036830}"/>
                    </a:ext>
                  </a:extLst>
                </p14:cNvPr>
                <p14:cNvContentPartPr/>
                <p14:nvPr/>
              </p14:nvContentPartPr>
              <p14:xfrm>
                <a:off x="8040473" y="3392026"/>
                <a:ext cx="124920" cy="3420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6B345866-7C69-45B5-A869-17C1EA03683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031473" y="3383386"/>
                  <a:ext cx="14256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66" name="Entrada de lápiz 265">
                <a:extLst>
                  <a:ext uri="{FF2B5EF4-FFF2-40B4-BE49-F238E27FC236}">
                    <a16:creationId xmlns:a16="http://schemas.microsoft.com/office/drawing/2014/main" id="{2ECA23A8-DF51-45C5-B814-BE09F63981BB}"/>
                  </a:ext>
                </a:extLst>
              </p14:cNvPr>
              <p14:cNvContentPartPr/>
              <p14:nvPr/>
            </p14:nvContentPartPr>
            <p14:xfrm>
              <a:off x="8467793" y="3170626"/>
              <a:ext cx="105120" cy="213480"/>
            </p14:xfrm>
          </p:contentPart>
        </mc:Choice>
        <mc:Fallback>
          <p:pic>
            <p:nvPicPr>
              <p:cNvPr id="266" name="Entrada de lápiz 265">
                <a:extLst>
                  <a:ext uri="{FF2B5EF4-FFF2-40B4-BE49-F238E27FC236}">
                    <a16:creationId xmlns:a16="http://schemas.microsoft.com/office/drawing/2014/main" id="{2ECA23A8-DF51-45C5-B814-BE09F63981BB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458793" y="3161626"/>
                <a:ext cx="1227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67" name="Entrada de lápiz 266">
                <a:extLst>
                  <a:ext uri="{FF2B5EF4-FFF2-40B4-BE49-F238E27FC236}">
                    <a16:creationId xmlns:a16="http://schemas.microsoft.com/office/drawing/2014/main" id="{C7F2BF0E-5439-4838-8308-CC998DD16A2D}"/>
                  </a:ext>
                </a:extLst>
              </p14:cNvPr>
              <p14:cNvContentPartPr/>
              <p14:nvPr/>
            </p14:nvContentPartPr>
            <p14:xfrm>
              <a:off x="8428193" y="3469426"/>
              <a:ext cx="298080" cy="45720"/>
            </p14:xfrm>
          </p:contentPart>
        </mc:Choice>
        <mc:Fallback>
          <p:pic>
            <p:nvPicPr>
              <p:cNvPr id="267" name="Entrada de lápiz 266">
                <a:extLst>
                  <a:ext uri="{FF2B5EF4-FFF2-40B4-BE49-F238E27FC236}">
                    <a16:creationId xmlns:a16="http://schemas.microsoft.com/office/drawing/2014/main" id="{C7F2BF0E-5439-4838-8308-CC998DD16A2D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419193" y="3460786"/>
                <a:ext cx="3157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280" name="Entrada de lápiz 279">
                <a:extLst>
                  <a:ext uri="{FF2B5EF4-FFF2-40B4-BE49-F238E27FC236}">
                    <a16:creationId xmlns:a16="http://schemas.microsoft.com/office/drawing/2014/main" id="{45DA57B7-EECC-42C6-BDC5-961EC3E552F6}"/>
                  </a:ext>
                </a:extLst>
              </p14:cNvPr>
              <p14:cNvContentPartPr/>
              <p14:nvPr/>
            </p14:nvContentPartPr>
            <p14:xfrm>
              <a:off x="9952793" y="3340906"/>
              <a:ext cx="107640" cy="21960"/>
            </p14:xfrm>
          </p:contentPart>
        </mc:Choice>
        <mc:Fallback>
          <p:pic>
            <p:nvPicPr>
              <p:cNvPr id="280" name="Entrada de lápiz 279">
                <a:extLst>
                  <a:ext uri="{FF2B5EF4-FFF2-40B4-BE49-F238E27FC236}">
                    <a16:creationId xmlns:a16="http://schemas.microsoft.com/office/drawing/2014/main" id="{45DA57B7-EECC-42C6-BDC5-961EC3E552F6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9944153" y="3332266"/>
                <a:ext cx="1252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upo 283">
            <a:extLst>
              <a:ext uri="{FF2B5EF4-FFF2-40B4-BE49-F238E27FC236}">
                <a16:creationId xmlns:a16="http://schemas.microsoft.com/office/drawing/2014/main" id="{8E73C09E-164D-40E0-883F-CBC02A79B420}"/>
              </a:ext>
            </a:extLst>
          </p:cNvPr>
          <p:cNvGrpSpPr/>
          <p:nvPr/>
        </p:nvGrpSpPr>
        <p:grpSpPr>
          <a:xfrm>
            <a:off x="10239353" y="3121666"/>
            <a:ext cx="333360" cy="572400"/>
            <a:chOff x="10239353" y="3121666"/>
            <a:chExt cx="333360" cy="57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C509EFC4-A8A2-4BCB-8B5B-EE424155CC7C}"/>
                    </a:ext>
                  </a:extLst>
                </p14:cNvPr>
                <p14:cNvContentPartPr/>
                <p14:nvPr/>
              </p14:nvContentPartPr>
              <p14:xfrm>
                <a:off x="10239353" y="3274666"/>
                <a:ext cx="103320" cy="10332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C509EFC4-A8A2-4BCB-8B5B-EE424155CC7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230713" y="3266026"/>
                  <a:ext cx="12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E7705588-C8AD-4E18-95D5-17F9AB4E4932}"/>
                    </a:ext>
                  </a:extLst>
                </p14:cNvPr>
                <p14:cNvContentPartPr/>
                <p14:nvPr/>
              </p14:nvContentPartPr>
              <p14:xfrm>
                <a:off x="10411793" y="3121666"/>
                <a:ext cx="160920" cy="57240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E7705588-C8AD-4E18-95D5-17F9AB4E493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402793" y="3113026"/>
                  <a:ext cx="178560" cy="59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upo 286">
            <a:extLst>
              <a:ext uri="{FF2B5EF4-FFF2-40B4-BE49-F238E27FC236}">
                <a16:creationId xmlns:a16="http://schemas.microsoft.com/office/drawing/2014/main" id="{F2F6A7A9-C2BB-4B93-A560-5381D8E5A246}"/>
              </a:ext>
            </a:extLst>
          </p:cNvPr>
          <p:cNvGrpSpPr/>
          <p:nvPr/>
        </p:nvGrpSpPr>
        <p:grpSpPr>
          <a:xfrm>
            <a:off x="915713" y="4820146"/>
            <a:ext cx="268200" cy="91800"/>
            <a:chOff x="915713" y="4820146"/>
            <a:chExt cx="268200" cy="9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1718E048-2D20-4F6B-AC5E-FAF657EA0148}"/>
                    </a:ext>
                  </a:extLst>
                </p14:cNvPr>
                <p14:cNvContentPartPr/>
                <p14:nvPr/>
              </p14:nvContentPartPr>
              <p14:xfrm>
                <a:off x="915713" y="4820146"/>
                <a:ext cx="168480" cy="828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1718E048-2D20-4F6B-AC5E-FAF657EA014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07073" y="4811146"/>
                  <a:ext cx="186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6CF9D8FE-4645-497B-906D-7717E85CA900}"/>
                    </a:ext>
                  </a:extLst>
                </p14:cNvPr>
                <p14:cNvContentPartPr/>
                <p14:nvPr/>
              </p14:nvContentPartPr>
              <p14:xfrm>
                <a:off x="992033" y="4880986"/>
                <a:ext cx="191880" cy="3096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6CF9D8FE-4645-497B-906D-7717E85CA90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83393" y="4871986"/>
                  <a:ext cx="2095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upo 300">
            <a:extLst>
              <a:ext uri="{FF2B5EF4-FFF2-40B4-BE49-F238E27FC236}">
                <a16:creationId xmlns:a16="http://schemas.microsoft.com/office/drawing/2014/main" id="{F77771C7-DB36-4AAA-A996-87484C8B87CC}"/>
              </a:ext>
            </a:extLst>
          </p:cNvPr>
          <p:cNvGrpSpPr/>
          <p:nvPr/>
        </p:nvGrpSpPr>
        <p:grpSpPr>
          <a:xfrm>
            <a:off x="8361233" y="3676426"/>
            <a:ext cx="416160" cy="273240"/>
            <a:chOff x="8361233" y="3676426"/>
            <a:chExt cx="41616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EC1B5E3E-4583-4136-9C48-FBDF23EEEDED}"/>
                    </a:ext>
                  </a:extLst>
                </p14:cNvPr>
                <p14:cNvContentPartPr/>
                <p14:nvPr/>
              </p14:nvContentPartPr>
              <p14:xfrm>
                <a:off x="8503433" y="3794866"/>
                <a:ext cx="21600" cy="13068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EC1B5E3E-4583-4136-9C48-FBDF23EEEDE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494793" y="3785866"/>
                  <a:ext cx="39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306BEA05-B2D3-44BD-9940-2E1C3E308EAF}"/>
                    </a:ext>
                  </a:extLst>
                </p14:cNvPr>
                <p14:cNvContentPartPr/>
                <p14:nvPr/>
              </p14:nvContentPartPr>
              <p14:xfrm>
                <a:off x="8387873" y="3721066"/>
                <a:ext cx="184680" cy="15552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306BEA05-B2D3-44BD-9940-2E1C3E308EA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378873" y="3712066"/>
                  <a:ext cx="202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1D641C88-1C5A-4ED3-AACC-4D7AFC55061F}"/>
                    </a:ext>
                  </a:extLst>
                </p14:cNvPr>
                <p14:cNvContentPartPr/>
                <p14:nvPr/>
              </p14:nvContentPartPr>
              <p14:xfrm>
                <a:off x="8560673" y="3727186"/>
                <a:ext cx="216720" cy="13392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1D641C88-1C5A-4ED3-AACC-4D7AFC55061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51673" y="3718186"/>
                  <a:ext cx="234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2D057863-3961-4869-B969-556988894BAD}"/>
                    </a:ext>
                  </a:extLst>
                </p14:cNvPr>
                <p14:cNvContentPartPr/>
                <p14:nvPr/>
              </p14:nvContentPartPr>
              <p14:xfrm>
                <a:off x="8361233" y="3676426"/>
                <a:ext cx="348480" cy="27324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2D057863-3961-4869-B969-556988894BA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352593" y="3667786"/>
                  <a:ext cx="36612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upo 307">
            <a:extLst>
              <a:ext uri="{FF2B5EF4-FFF2-40B4-BE49-F238E27FC236}">
                <a16:creationId xmlns:a16="http://schemas.microsoft.com/office/drawing/2014/main" id="{DCCB5BD4-AB17-4AD9-BD4E-7683C55A2006}"/>
              </a:ext>
            </a:extLst>
          </p:cNvPr>
          <p:cNvGrpSpPr/>
          <p:nvPr/>
        </p:nvGrpSpPr>
        <p:grpSpPr>
          <a:xfrm>
            <a:off x="8993753" y="3219946"/>
            <a:ext cx="692280" cy="680040"/>
            <a:chOff x="8993753" y="3219946"/>
            <a:chExt cx="692280" cy="68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31BF03BB-FF27-4D4D-88C0-CDA65BF19263}"/>
                    </a:ext>
                  </a:extLst>
                </p14:cNvPr>
                <p14:cNvContentPartPr/>
                <p14:nvPr/>
              </p14:nvContentPartPr>
              <p14:xfrm>
                <a:off x="8993753" y="3295546"/>
                <a:ext cx="140400" cy="2736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31BF03BB-FF27-4D4D-88C0-CDA65BF1926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984753" y="3286906"/>
                  <a:ext cx="158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43ADC6B4-F4A5-4635-BFDC-CE50B8FF4BC8}"/>
                    </a:ext>
                  </a:extLst>
                </p14:cNvPr>
                <p14:cNvContentPartPr/>
                <p14:nvPr/>
              </p14:nvContentPartPr>
              <p14:xfrm>
                <a:off x="9008513" y="3295546"/>
                <a:ext cx="199440" cy="60444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43ADC6B4-F4A5-4635-BFDC-CE50B8FF4BC8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999513" y="3286906"/>
                  <a:ext cx="2170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58C7BFFD-308D-4088-B85B-BF71A0D2D8CB}"/>
                    </a:ext>
                  </a:extLst>
                </p14:cNvPr>
                <p14:cNvContentPartPr/>
                <p14:nvPr/>
              </p14:nvContentPartPr>
              <p14:xfrm>
                <a:off x="9350513" y="3336586"/>
                <a:ext cx="114480" cy="14760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58C7BFFD-308D-4088-B85B-BF71A0D2D8C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341513" y="3327586"/>
                  <a:ext cx="1321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A3CC9F82-5856-49DA-88FF-7983DCDDD187}"/>
                    </a:ext>
                  </a:extLst>
                </p14:cNvPr>
                <p14:cNvContentPartPr/>
                <p14:nvPr/>
              </p14:nvContentPartPr>
              <p14:xfrm>
                <a:off x="9528713" y="3331186"/>
                <a:ext cx="157320" cy="13284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A3CC9F82-5856-49DA-88FF-7983DCDDD18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519713" y="3322546"/>
                  <a:ext cx="174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6EC55778-D0A3-4D70-B99D-A2FC37F4171B}"/>
                    </a:ext>
                  </a:extLst>
                </p14:cNvPr>
                <p14:cNvContentPartPr/>
                <p14:nvPr/>
              </p14:nvContentPartPr>
              <p14:xfrm>
                <a:off x="9313433" y="3219946"/>
                <a:ext cx="315360" cy="17784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6EC55778-D0A3-4D70-B99D-A2FC37F4171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304793" y="3211306"/>
                  <a:ext cx="33300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309" name="Entrada de lápiz 308">
                <a:extLst>
                  <a:ext uri="{FF2B5EF4-FFF2-40B4-BE49-F238E27FC236}">
                    <a16:creationId xmlns:a16="http://schemas.microsoft.com/office/drawing/2014/main" id="{B1C31C03-1D92-4884-B04D-CD14748EDE8D}"/>
                  </a:ext>
                </a:extLst>
              </p14:cNvPr>
              <p14:cNvContentPartPr/>
              <p14:nvPr/>
            </p14:nvContentPartPr>
            <p14:xfrm>
              <a:off x="8510273" y="3361786"/>
              <a:ext cx="360" cy="360"/>
            </p14:xfrm>
          </p:contentPart>
        </mc:Choice>
        <mc:Fallback>
          <p:pic>
            <p:nvPicPr>
              <p:cNvPr id="309" name="Entrada de lápiz 308">
                <a:extLst>
                  <a:ext uri="{FF2B5EF4-FFF2-40B4-BE49-F238E27FC236}">
                    <a16:creationId xmlns:a16="http://schemas.microsoft.com/office/drawing/2014/main" id="{B1C31C03-1D92-4884-B04D-CD14748EDE8D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8501273" y="335278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upo 314">
            <a:extLst>
              <a:ext uri="{FF2B5EF4-FFF2-40B4-BE49-F238E27FC236}">
                <a16:creationId xmlns:a16="http://schemas.microsoft.com/office/drawing/2014/main" id="{0202D851-F2A1-4EF9-BAB0-89DEB93AD09A}"/>
              </a:ext>
            </a:extLst>
          </p:cNvPr>
          <p:cNvGrpSpPr/>
          <p:nvPr/>
        </p:nvGrpSpPr>
        <p:grpSpPr>
          <a:xfrm>
            <a:off x="1447433" y="4746346"/>
            <a:ext cx="345600" cy="479160"/>
            <a:chOff x="1447433" y="4746346"/>
            <a:chExt cx="345600" cy="4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4EE56F4D-E1FE-4A9B-B83D-C1F34D0268DA}"/>
                    </a:ext>
                  </a:extLst>
                </p14:cNvPr>
                <p14:cNvContentPartPr/>
                <p14:nvPr/>
              </p14:nvContentPartPr>
              <p14:xfrm>
                <a:off x="1465793" y="4779106"/>
                <a:ext cx="36000" cy="15156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4EE56F4D-E1FE-4A9B-B83D-C1F34D0268D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457153" y="4770466"/>
                  <a:ext cx="53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ED4109C0-61DB-4115-BD46-0519FA7E576E}"/>
                    </a:ext>
                  </a:extLst>
                </p14:cNvPr>
                <p14:cNvContentPartPr/>
                <p14:nvPr/>
              </p14:nvContentPartPr>
              <p14:xfrm>
                <a:off x="1573073" y="4746346"/>
                <a:ext cx="141480" cy="11880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ED4109C0-61DB-4115-BD46-0519FA7E576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564433" y="4737346"/>
                  <a:ext cx="1591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CABC82D8-D469-404A-99BB-C7DDCBC585F4}"/>
                    </a:ext>
                  </a:extLst>
                </p14:cNvPr>
                <p14:cNvContentPartPr/>
                <p14:nvPr/>
              </p14:nvContentPartPr>
              <p14:xfrm>
                <a:off x="1447433" y="4946146"/>
                <a:ext cx="345600" cy="6804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CABC82D8-D469-404A-99BB-C7DDCBC585F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438793" y="4937146"/>
                  <a:ext cx="363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F83F1C98-421A-4F16-8A5A-FA846BF16DC6}"/>
                    </a:ext>
                  </a:extLst>
                </p14:cNvPr>
                <p14:cNvContentPartPr/>
                <p14:nvPr/>
              </p14:nvContentPartPr>
              <p14:xfrm>
                <a:off x="1525913" y="5055226"/>
                <a:ext cx="119880" cy="17028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F83F1C98-421A-4F16-8A5A-FA846BF16DC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516913" y="5046586"/>
                  <a:ext cx="137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577C66C3-E303-49AA-BDEF-01467E9B0B65}"/>
                    </a:ext>
                  </a:extLst>
                </p14:cNvPr>
                <p14:cNvContentPartPr/>
                <p14:nvPr/>
              </p14:nvContentPartPr>
              <p14:xfrm>
                <a:off x="1519073" y="5058466"/>
                <a:ext cx="114480" cy="2556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577C66C3-E303-49AA-BDEF-01467E9B0B6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10073" y="5049466"/>
                  <a:ext cx="1321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53BE9018-742A-4508-B0ED-8247A0A13958}"/>
              </a:ext>
            </a:extLst>
          </p:cNvPr>
          <p:cNvGrpSpPr/>
          <p:nvPr/>
        </p:nvGrpSpPr>
        <p:grpSpPr>
          <a:xfrm>
            <a:off x="5237873" y="2883346"/>
            <a:ext cx="117360" cy="78480"/>
            <a:chOff x="5237873" y="2883346"/>
            <a:chExt cx="117360" cy="7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358EDCE4-1D8D-46DB-BF2F-976916903417}"/>
                    </a:ext>
                  </a:extLst>
                </p14:cNvPr>
                <p14:cNvContentPartPr/>
                <p14:nvPr/>
              </p14:nvContentPartPr>
              <p14:xfrm>
                <a:off x="5240033" y="2883346"/>
                <a:ext cx="102960" cy="288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358EDCE4-1D8D-46DB-BF2F-97691690341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231033" y="2874706"/>
                  <a:ext cx="120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DBDD33BD-790A-45B8-B1E5-0B59C1DCB665}"/>
                    </a:ext>
                  </a:extLst>
                </p14:cNvPr>
                <p14:cNvContentPartPr/>
                <p14:nvPr/>
              </p14:nvContentPartPr>
              <p14:xfrm>
                <a:off x="5237873" y="2945986"/>
                <a:ext cx="117360" cy="1584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DBDD33BD-790A-45B8-B1E5-0B59C1DCB66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229233" y="2937346"/>
                  <a:ext cx="1350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upo 324">
            <a:extLst>
              <a:ext uri="{FF2B5EF4-FFF2-40B4-BE49-F238E27FC236}">
                <a16:creationId xmlns:a16="http://schemas.microsoft.com/office/drawing/2014/main" id="{97EFA9FE-EF26-4D52-B7B3-756EE040D1DB}"/>
              </a:ext>
            </a:extLst>
          </p:cNvPr>
          <p:cNvGrpSpPr/>
          <p:nvPr/>
        </p:nvGrpSpPr>
        <p:grpSpPr>
          <a:xfrm>
            <a:off x="5696153" y="2643946"/>
            <a:ext cx="476640" cy="394920"/>
            <a:chOff x="5696153" y="2643946"/>
            <a:chExt cx="47664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BC6579DB-41DA-4D04-9954-059F09CA5B5C}"/>
                    </a:ext>
                  </a:extLst>
                </p14:cNvPr>
                <p14:cNvContentPartPr/>
                <p14:nvPr/>
              </p14:nvContentPartPr>
              <p14:xfrm>
                <a:off x="5701913" y="2685346"/>
                <a:ext cx="28440" cy="11772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BC6579DB-41DA-4D04-9954-059F09CA5B5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693273" y="2676346"/>
                  <a:ext cx="46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FF39EC2B-3103-4B6D-9276-E047C9EFBEC7}"/>
                    </a:ext>
                  </a:extLst>
                </p14:cNvPr>
                <p14:cNvContentPartPr/>
                <p14:nvPr/>
              </p14:nvContentPartPr>
              <p14:xfrm>
                <a:off x="5769593" y="2643946"/>
                <a:ext cx="113400" cy="10476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FF39EC2B-3103-4B6D-9276-E047C9EFBEC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760953" y="2635306"/>
                  <a:ext cx="131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D9648339-8BE7-4325-8230-D6608EDC3137}"/>
                    </a:ext>
                  </a:extLst>
                </p14:cNvPr>
                <p14:cNvContentPartPr/>
                <p14:nvPr/>
              </p14:nvContentPartPr>
              <p14:xfrm>
                <a:off x="5696153" y="2824306"/>
                <a:ext cx="256680" cy="5328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D9648339-8BE7-4325-8230-D6608EDC3137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687513" y="2815666"/>
                  <a:ext cx="2743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518D6FA9-6B5F-4C38-AD19-A55597065919}"/>
                    </a:ext>
                  </a:extLst>
                </p14:cNvPr>
                <p14:cNvContentPartPr/>
                <p14:nvPr/>
              </p14:nvContentPartPr>
              <p14:xfrm>
                <a:off x="5767793" y="2909626"/>
                <a:ext cx="93240" cy="12924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518D6FA9-6B5F-4C38-AD19-A55597065919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758793" y="2900626"/>
                  <a:ext cx="110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C3858B45-84DB-4FD9-A65B-A75E99B70C6F}"/>
                    </a:ext>
                  </a:extLst>
                </p14:cNvPr>
                <p14:cNvContentPartPr/>
                <p14:nvPr/>
              </p14:nvContentPartPr>
              <p14:xfrm>
                <a:off x="6067313" y="2776066"/>
                <a:ext cx="105480" cy="2664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C3858B45-84DB-4FD9-A65B-A75E99B70C6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058673" y="2767426"/>
                  <a:ext cx="1231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upo 331">
            <a:extLst>
              <a:ext uri="{FF2B5EF4-FFF2-40B4-BE49-F238E27FC236}">
                <a16:creationId xmlns:a16="http://schemas.microsoft.com/office/drawing/2014/main" id="{92984182-4200-4FDF-90DF-E1B31298FC28}"/>
              </a:ext>
            </a:extLst>
          </p:cNvPr>
          <p:cNvGrpSpPr/>
          <p:nvPr/>
        </p:nvGrpSpPr>
        <p:grpSpPr>
          <a:xfrm>
            <a:off x="6300233" y="2381146"/>
            <a:ext cx="741960" cy="662760"/>
            <a:chOff x="6300233" y="2381146"/>
            <a:chExt cx="741960" cy="66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EBC6B02F-5736-407E-BDB0-5330500EB4B8}"/>
                    </a:ext>
                  </a:extLst>
                </p14:cNvPr>
                <p14:cNvContentPartPr/>
                <p14:nvPr/>
              </p14:nvContentPartPr>
              <p14:xfrm>
                <a:off x="6539993" y="2558986"/>
                <a:ext cx="137880" cy="190440"/>
              </p14:xfrm>
            </p:contentPart>
          </mc:Choice>
          <mc:Fallback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EBC6B02F-5736-407E-BDB0-5330500EB4B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31353" y="2550346"/>
                  <a:ext cx="155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DCDF876C-CBBF-4E24-89BD-5964ED509F15}"/>
                    </a:ext>
                  </a:extLst>
                </p14:cNvPr>
                <p14:cNvContentPartPr/>
                <p14:nvPr/>
              </p14:nvContentPartPr>
              <p14:xfrm>
                <a:off x="6553673" y="2750506"/>
                <a:ext cx="218880" cy="2376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DCDF876C-CBBF-4E24-89BD-5964ED509F1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544673" y="2741506"/>
                  <a:ext cx="236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AEA49714-8D9F-4404-A559-9601A2FB52D9}"/>
                    </a:ext>
                  </a:extLst>
                </p14:cNvPr>
                <p14:cNvContentPartPr/>
                <p14:nvPr/>
              </p14:nvContentPartPr>
              <p14:xfrm>
                <a:off x="6620273" y="2870026"/>
                <a:ext cx="92880" cy="12060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AEA49714-8D9F-4404-A559-9601A2FB52D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611273" y="2861386"/>
                  <a:ext cx="110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B64D7EE2-3CDC-4DA5-A149-12903DF679B7}"/>
                    </a:ext>
                  </a:extLst>
                </p14:cNvPr>
                <p14:cNvContentPartPr/>
                <p14:nvPr/>
              </p14:nvContentPartPr>
              <p14:xfrm>
                <a:off x="6300233" y="2607946"/>
                <a:ext cx="231480" cy="43596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B64D7EE2-3CDC-4DA5-A149-12903DF679B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291593" y="2598946"/>
                  <a:ext cx="2491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2BFD843B-0DCB-4B4A-9CFF-622780914372}"/>
                    </a:ext>
                  </a:extLst>
                </p14:cNvPr>
                <p14:cNvContentPartPr/>
                <p14:nvPr/>
              </p14:nvContentPartPr>
              <p14:xfrm>
                <a:off x="6857153" y="2552146"/>
                <a:ext cx="95400" cy="389520"/>
              </p14:xfrm>
            </p:contentPart>
          </mc:Choice>
          <mc:Fallback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2BFD843B-0DCB-4B4A-9CFF-62278091437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848513" y="2543506"/>
                  <a:ext cx="1130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FE915096-2C10-4A91-A954-5F05835BE692}"/>
                    </a:ext>
                  </a:extLst>
                </p14:cNvPr>
                <p14:cNvContentPartPr/>
                <p14:nvPr/>
              </p14:nvContentPartPr>
              <p14:xfrm>
                <a:off x="6845633" y="2381146"/>
                <a:ext cx="196560" cy="11556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FE915096-2C10-4A91-A954-5F05835BE692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836633" y="2372506"/>
                  <a:ext cx="2142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upo 346">
            <a:extLst>
              <a:ext uri="{FF2B5EF4-FFF2-40B4-BE49-F238E27FC236}">
                <a16:creationId xmlns:a16="http://schemas.microsoft.com/office/drawing/2014/main" id="{FAF3AAF9-5632-46D2-8D57-8A0DEF41B1BB}"/>
              </a:ext>
            </a:extLst>
          </p:cNvPr>
          <p:cNvGrpSpPr/>
          <p:nvPr/>
        </p:nvGrpSpPr>
        <p:grpSpPr>
          <a:xfrm>
            <a:off x="7322993" y="2336506"/>
            <a:ext cx="695520" cy="607680"/>
            <a:chOff x="7322993" y="2336506"/>
            <a:chExt cx="695520" cy="60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3A6104E9-DDC7-4481-BB13-766AD080C73B}"/>
                    </a:ext>
                  </a:extLst>
                </p14:cNvPr>
                <p14:cNvContentPartPr/>
                <p14:nvPr/>
              </p14:nvContentPartPr>
              <p14:xfrm>
                <a:off x="7322993" y="2535586"/>
                <a:ext cx="132840" cy="828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3A6104E9-DDC7-4481-BB13-766AD080C73B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314353" y="2526946"/>
                  <a:ext cx="1504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4224B802-CC87-49F7-9FAC-ABC9E48662A5}"/>
                    </a:ext>
                  </a:extLst>
                </p14:cNvPr>
                <p14:cNvContentPartPr/>
                <p14:nvPr/>
              </p14:nvContentPartPr>
              <p14:xfrm>
                <a:off x="7379153" y="2547106"/>
                <a:ext cx="212040" cy="7848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4224B802-CC87-49F7-9FAC-ABC9E48662A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370513" y="2538106"/>
                  <a:ext cx="229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4D3E8F7B-4656-40E3-88DD-E2B9051D8113}"/>
                    </a:ext>
                  </a:extLst>
                </p14:cNvPr>
                <p14:cNvContentPartPr/>
                <p14:nvPr/>
              </p14:nvContentPartPr>
              <p14:xfrm>
                <a:off x="7697393" y="2400946"/>
                <a:ext cx="43920" cy="16380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4D3E8F7B-4656-40E3-88DD-E2B9051D811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688393" y="2391946"/>
                  <a:ext cx="615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FDA03145-2C23-4428-BFCF-D848E67C9569}"/>
                    </a:ext>
                  </a:extLst>
                </p14:cNvPr>
                <p14:cNvContentPartPr/>
                <p14:nvPr/>
              </p14:nvContentPartPr>
              <p14:xfrm>
                <a:off x="7840313" y="2336506"/>
                <a:ext cx="122040" cy="156240"/>
              </p14:xfrm>
            </p:contentPart>
          </mc:Choice>
          <mc:Fallback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FDA03145-2C23-4428-BFCF-D848E67C956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831673" y="2327506"/>
                  <a:ext cx="139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DE874D21-D58E-40BB-A483-B99B371A28AA}"/>
                    </a:ext>
                  </a:extLst>
                </p14:cNvPr>
                <p14:cNvContentPartPr/>
                <p14:nvPr/>
              </p14:nvContentPartPr>
              <p14:xfrm>
                <a:off x="7686593" y="2622706"/>
                <a:ext cx="331920" cy="66600"/>
              </p14:xfrm>
            </p:contentPart>
          </mc:Choice>
          <mc:Fallback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DE874D21-D58E-40BB-A483-B99B371A28A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677953" y="2613706"/>
                  <a:ext cx="349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0583A073-5E31-4D6F-BFB9-6F9B39C09A3F}"/>
                    </a:ext>
                  </a:extLst>
                </p14:cNvPr>
                <p14:cNvContentPartPr/>
                <p14:nvPr/>
              </p14:nvContentPartPr>
              <p14:xfrm>
                <a:off x="7785233" y="2772106"/>
                <a:ext cx="111240" cy="172080"/>
              </p14:xfrm>
            </p:contentPart>
          </mc:Choice>
          <mc:Fallback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0583A073-5E31-4D6F-BFB9-6F9B39C09A3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776593" y="2763106"/>
                  <a:ext cx="12888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upo 345">
            <a:extLst>
              <a:ext uri="{FF2B5EF4-FFF2-40B4-BE49-F238E27FC236}">
                <a16:creationId xmlns:a16="http://schemas.microsoft.com/office/drawing/2014/main" id="{D13214A6-BEE5-4B69-A512-8A4899C12A31}"/>
              </a:ext>
            </a:extLst>
          </p:cNvPr>
          <p:cNvGrpSpPr/>
          <p:nvPr/>
        </p:nvGrpSpPr>
        <p:grpSpPr>
          <a:xfrm>
            <a:off x="8206793" y="2336506"/>
            <a:ext cx="489600" cy="529920"/>
            <a:chOff x="8206793" y="2336506"/>
            <a:chExt cx="489600" cy="5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7782EDA6-3B25-488C-9CFF-06C814080784}"/>
                    </a:ext>
                  </a:extLst>
                </p14:cNvPr>
                <p14:cNvContentPartPr/>
                <p14:nvPr/>
              </p14:nvContentPartPr>
              <p14:xfrm>
                <a:off x="8206793" y="2541706"/>
                <a:ext cx="90720" cy="4932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7782EDA6-3B25-488C-9CFF-06C81408078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197793" y="2532706"/>
                  <a:ext cx="108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1BEF787D-32C4-4FAF-AD07-22700AB22146}"/>
                    </a:ext>
                  </a:extLst>
                </p14:cNvPr>
                <p14:cNvContentPartPr/>
                <p14:nvPr/>
              </p14:nvContentPartPr>
              <p14:xfrm>
                <a:off x="8437913" y="2336506"/>
                <a:ext cx="147240" cy="17424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1BEF787D-32C4-4FAF-AD07-22700AB2214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429273" y="2327866"/>
                  <a:ext cx="164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7BF7FBF3-72B8-47CD-91DE-7A3DEB31C995}"/>
                    </a:ext>
                  </a:extLst>
                </p14:cNvPr>
                <p14:cNvContentPartPr/>
                <p14:nvPr/>
              </p14:nvContentPartPr>
              <p14:xfrm>
                <a:off x="8439713" y="2555746"/>
                <a:ext cx="256680" cy="5868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7BF7FBF3-72B8-47CD-91DE-7A3DEB31C995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430713" y="2546746"/>
                  <a:ext cx="274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E06C6A23-9CA3-4A7F-94CD-57CCE66E7AE0}"/>
                    </a:ext>
                  </a:extLst>
                </p14:cNvPr>
                <p14:cNvContentPartPr/>
                <p14:nvPr/>
              </p14:nvContentPartPr>
              <p14:xfrm>
                <a:off x="8446553" y="2689666"/>
                <a:ext cx="123840" cy="17676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E06C6A23-9CA3-4A7F-94CD-57CCE66E7AE0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437913" y="2680666"/>
                  <a:ext cx="14148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upo 344">
            <a:extLst>
              <a:ext uri="{FF2B5EF4-FFF2-40B4-BE49-F238E27FC236}">
                <a16:creationId xmlns:a16="http://schemas.microsoft.com/office/drawing/2014/main" id="{5734ACCA-13F5-4E4D-8BD9-34879BF4B5AF}"/>
              </a:ext>
            </a:extLst>
          </p:cNvPr>
          <p:cNvGrpSpPr/>
          <p:nvPr/>
        </p:nvGrpSpPr>
        <p:grpSpPr>
          <a:xfrm>
            <a:off x="8900873" y="2410306"/>
            <a:ext cx="178920" cy="106560"/>
            <a:chOff x="8900873" y="2410306"/>
            <a:chExt cx="178920" cy="1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43" name="Entrada de lápiz 342">
                  <a:extLst>
                    <a:ext uri="{FF2B5EF4-FFF2-40B4-BE49-F238E27FC236}">
                      <a16:creationId xmlns:a16="http://schemas.microsoft.com/office/drawing/2014/main" id="{2353DE23-1596-4583-8ACF-6203E1320BB5}"/>
                    </a:ext>
                  </a:extLst>
                </p14:cNvPr>
                <p14:cNvContentPartPr/>
                <p14:nvPr/>
              </p14:nvContentPartPr>
              <p14:xfrm>
                <a:off x="8900873" y="2410306"/>
                <a:ext cx="127080" cy="25560"/>
              </p14:xfrm>
            </p:contentPart>
          </mc:Choice>
          <mc:Fallback>
            <p:pic>
              <p:nvPicPr>
                <p:cNvPr id="343" name="Entrada de lápiz 342">
                  <a:extLst>
                    <a:ext uri="{FF2B5EF4-FFF2-40B4-BE49-F238E27FC236}">
                      <a16:creationId xmlns:a16="http://schemas.microsoft.com/office/drawing/2014/main" id="{2353DE23-1596-4583-8ACF-6203E1320BB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891873" y="2401666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3A85AE5D-AD98-4331-B37C-7433E86BE48D}"/>
                    </a:ext>
                  </a:extLst>
                </p14:cNvPr>
                <p14:cNvContentPartPr/>
                <p14:nvPr/>
              </p14:nvContentPartPr>
              <p14:xfrm>
                <a:off x="8918153" y="2489506"/>
                <a:ext cx="161640" cy="27360"/>
              </p14:xfrm>
            </p:contentPart>
          </mc:Choice>
          <mc:Fallback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3A85AE5D-AD98-4331-B37C-7433E86BE48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909513" y="2480866"/>
                  <a:ext cx="1792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Grupo 364">
            <a:extLst>
              <a:ext uri="{FF2B5EF4-FFF2-40B4-BE49-F238E27FC236}">
                <a16:creationId xmlns:a16="http://schemas.microsoft.com/office/drawing/2014/main" id="{AABB582B-9C56-4D89-8F2C-D936A85B0782}"/>
              </a:ext>
            </a:extLst>
          </p:cNvPr>
          <p:cNvGrpSpPr/>
          <p:nvPr/>
        </p:nvGrpSpPr>
        <p:grpSpPr>
          <a:xfrm>
            <a:off x="9248993" y="2189626"/>
            <a:ext cx="1932840" cy="652680"/>
            <a:chOff x="9248993" y="2189626"/>
            <a:chExt cx="193284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C6A97F2A-E4FD-4DB2-B209-354E1787430D}"/>
                    </a:ext>
                  </a:extLst>
                </p14:cNvPr>
                <p14:cNvContentPartPr/>
                <p14:nvPr/>
              </p14:nvContentPartPr>
              <p14:xfrm>
                <a:off x="9248993" y="2243626"/>
                <a:ext cx="174960" cy="20520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C6A97F2A-E4FD-4DB2-B209-354E1787430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240353" y="2234626"/>
                  <a:ext cx="192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9AA4C1F6-51FD-41CA-A0F0-5C4A4D99FF57}"/>
                    </a:ext>
                  </a:extLst>
                </p14:cNvPr>
                <p14:cNvContentPartPr/>
                <p14:nvPr/>
              </p14:nvContentPartPr>
              <p14:xfrm>
                <a:off x="9494873" y="2250466"/>
                <a:ext cx="108720" cy="8064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9AA4C1F6-51FD-41CA-A0F0-5C4A4D99FF57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485873" y="2241466"/>
                  <a:ext cx="126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21896DE1-0351-40F2-99E2-3FACA29F94CB}"/>
                    </a:ext>
                  </a:extLst>
                </p14:cNvPr>
                <p14:cNvContentPartPr/>
                <p14:nvPr/>
              </p14:nvContentPartPr>
              <p14:xfrm>
                <a:off x="9527273" y="2356306"/>
                <a:ext cx="127440" cy="6048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21896DE1-0351-40F2-99E2-3FACA29F94C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518273" y="2347306"/>
                  <a:ext cx="1450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80481B3E-241E-4BFC-8DAA-0ACE89A1FB04}"/>
                    </a:ext>
                  </a:extLst>
                </p14:cNvPr>
                <p14:cNvContentPartPr/>
                <p14:nvPr/>
              </p14:nvContentPartPr>
              <p14:xfrm>
                <a:off x="9799073" y="2325346"/>
                <a:ext cx="92160" cy="19440"/>
              </p14:xfrm>
            </p:contentPart>
          </mc:Choice>
          <mc:Fallback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80481B3E-241E-4BFC-8DAA-0ACE89A1FB0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790433" y="2316706"/>
                  <a:ext cx="109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825CD974-4549-47C6-BA8F-A1DD8787C146}"/>
                    </a:ext>
                  </a:extLst>
                </p14:cNvPr>
                <p14:cNvContentPartPr/>
                <p14:nvPr/>
              </p14:nvContentPartPr>
              <p14:xfrm>
                <a:off x="9980513" y="2243626"/>
                <a:ext cx="120240" cy="101160"/>
              </p14:xfrm>
            </p:contentPart>
          </mc:Choice>
          <mc:Fallback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825CD974-4549-47C6-BA8F-A1DD8787C14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971873" y="2234626"/>
                  <a:ext cx="137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53" name="Entrada de lápiz 352">
                  <a:extLst>
                    <a:ext uri="{FF2B5EF4-FFF2-40B4-BE49-F238E27FC236}">
                      <a16:creationId xmlns:a16="http://schemas.microsoft.com/office/drawing/2014/main" id="{0B12EF1E-5833-4DF0-81B8-9FA5BDB0BB94}"/>
                    </a:ext>
                  </a:extLst>
                </p14:cNvPr>
                <p14:cNvContentPartPr/>
                <p14:nvPr/>
              </p14:nvContentPartPr>
              <p14:xfrm>
                <a:off x="10080233" y="2228866"/>
                <a:ext cx="14760" cy="152640"/>
              </p14:xfrm>
            </p:contentPart>
          </mc:Choice>
          <mc:Fallback>
            <p:pic>
              <p:nvPicPr>
                <p:cNvPr id="353" name="Entrada de lápiz 352">
                  <a:extLst>
                    <a:ext uri="{FF2B5EF4-FFF2-40B4-BE49-F238E27FC236}">
                      <a16:creationId xmlns:a16="http://schemas.microsoft.com/office/drawing/2014/main" id="{0B12EF1E-5833-4DF0-81B8-9FA5BDB0BB9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071233" y="2219866"/>
                  <a:ext cx="32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4A0233A7-6600-4DC0-A78C-1F366E9A0963}"/>
                    </a:ext>
                  </a:extLst>
                </p14:cNvPr>
                <p14:cNvContentPartPr/>
                <p14:nvPr/>
              </p14:nvContentPartPr>
              <p14:xfrm>
                <a:off x="10114073" y="2189986"/>
                <a:ext cx="172440" cy="224280"/>
              </p14:xfrm>
            </p:contentPart>
          </mc:Choice>
          <mc:Fallback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4A0233A7-6600-4DC0-A78C-1F366E9A096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105073" y="2180986"/>
                  <a:ext cx="190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8646390D-0E41-499D-8BD3-F78484D754E2}"/>
                    </a:ext>
                  </a:extLst>
                </p14:cNvPr>
                <p14:cNvContentPartPr/>
                <p14:nvPr/>
              </p14:nvContentPartPr>
              <p14:xfrm>
                <a:off x="9262313" y="2480146"/>
                <a:ext cx="993240" cy="119520"/>
              </p14:xfrm>
            </p:contentPart>
          </mc:Choice>
          <mc:Fallback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8646390D-0E41-499D-8BD3-F78484D754E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253673" y="2471506"/>
                  <a:ext cx="1010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B806BEFD-6BEE-4A61-A511-B540EAC7F7BE}"/>
                    </a:ext>
                  </a:extLst>
                </p14:cNvPr>
                <p14:cNvContentPartPr/>
                <p14:nvPr/>
              </p14:nvContentPartPr>
              <p14:xfrm>
                <a:off x="9685673" y="2713786"/>
                <a:ext cx="155160" cy="12852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B806BEFD-6BEE-4A61-A511-B540EAC7F7B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677033" y="2705146"/>
                  <a:ext cx="172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83EE9381-F5E6-40DC-A174-62389AC924A1}"/>
                    </a:ext>
                  </a:extLst>
                </p14:cNvPr>
                <p14:cNvContentPartPr/>
                <p14:nvPr/>
              </p14:nvContentPartPr>
              <p14:xfrm>
                <a:off x="9854873" y="2718826"/>
                <a:ext cx="169560" cy="86040"/>
              </p14:xfrm>
            </p:contentPart>
          </mc:Choice>
          <mc:Fallback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83EE9381-F5E6-40DC-A174-62389AC924A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846233" y="2709826"/>
                  <a:ext cx="187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B32C5438-1908-4618-81BD-FD500064DE54}"/>
                    </a:ext>
                  </a:extLst>
                </p14:cNvPr>
                <p14:cNvContentPartPr/>
                <p14:nvPr/>
              </p14:nvContentPartPr>
              <p14:xfrm>
                <a:off x="10422593" y="2323546"/>
                <a:ext cx="166680" cy="2484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B32C5438-1908-4618-81BD-FD500064DE5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413593" y="2314546"/>
                  <a:ext cx="184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9" name="Entrada de lápiz 358">
                  <a:extLst>
                    <a:ext uri="{FF2B5EF4-FFF2-40B4-BE49-F238E27FC236}">
                      <a16:creationId xmlns:a16="http://schemas.microsoft.com/office/drawing/2014/main" id="{5308EC6C-9062-4B1F-BA3A-7D4765A68F8F}"/>
                    </a:ext>
                  </a:extLst>
                </p14:cNvPr>
                <p14:cNvContentPartPr/>
                <p14:nvPr/>
              </p14:nvContentPartPr>
              <p14:xfrm>
                <a:off x="10517273" y="2357386"/>
                <a:ext cx="236160" cy="66600"/>
              </p14:xfrm>
            </p:contentPart>
          </mc:Choice>
          <mc:Fallback>
            <p:pic>
              <p:nvPicPr>
                <p:cNvPr id="359" name="Entrada de lápiz 358">
                  <a:extLst>
                    <a:ext uri="{FF2B5EF4-FFF2-40B4-BE49-F238E27FC236}">
                      <a16:creationId xmlns:a16="http://schemas.microsoft.com/office/drawing/2014/main" id="{5308EC6C-9062-4B1F-BA3A-7D4765A68F8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508273" y="2348746"/>
                  <a:ext cx="253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60" name="Entrada de lápiz 359">
                  <a:extLst>
                    <a:ext uri="{FF2B5EF4-FFF2-40B4-BE49-F238E27FC236}">
                      <a16:creationId xmlns:a16="http://schemas.microsoft.com/office/drawing/2014/main" id="{9B721F0B-4705-413A-A808-24944BB0206B}"/>
                    </a:ext>
                  </a:extLst>
                </p14:cNvPr>
                <p14:cNvContentPartPr/>
                <p14:nvPr/>
              </p14:nvContentPartPr>
              <p14:xfrm>
                <a:off x="10871873" y="2189626"/>
                <a:ext cx="147240" cy="185400"/>
              </p14:xfrm>
            </p:contentPart>
          </mc:Choice>
          <mc:Fallback>
            <p:pic>
              <p:nvPicPr>
                <p:cNvPr id="360" name="Entrada de lápiz 359">
                  <a:extLst>
                    <a:ext uri="{FF2B5EF4-FFF2-40B4-BE49-F238E27FC236}">
                      <a16:creationId xmlns:a16="http://schemas.microsoft.com/office/drawing/2014/main" id="{9B721F0B-4705-413A-A808-24944BB0206B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863233" y="2180986"/>
                  <a:ext cx="164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D6CB7E82-780B-4BEE-89B0-E05C9399E0AA}"/>
                    </a:ext>
                  </a:extLst>
                </p14:cNvPr>
                <p14:cNvContentPartPr/>
                <p14:nvPr/>
              </p14:nvContentPartPr>
              <p14:xfrm>
                <a:off x="10804193" y="2412106"/>
                <a:ext cx="341640" cy="33480"/>
              </p14:xfrm>
            </p:contentPart>
          </mc:Choice>
          <mc:Fallback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D6CB7E82-780B-4BEE-89B0-E05C9399E0A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795553" y="2403466"/>
                  <a:ext cx="359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C485E09B-C925-425E-B322-A2320897E054}"/>
                    </a:ext>
                  </a:extLst>
                </p14:cNvPr>
                <p14:cNvContentPartPr/>
                <p14:nvPr/>
              </p14:nvContentPartPr>
              <p14:xfrm>
                <a:off x="10848473" y="2576986"/>
                <a:ext cx="145440" cy="142920"/>
              </p14:xfrm>
            </p:contentPart>
          </mc:Choice>
          <mc:Fallback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C485E09B-C925-425E-B322-A2320897E05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839833" y="2568346"/>
                  <a:ext cx="163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45210F9D-E91E-4E0A-A95A-BD95BC8F9DB5}"/>
                    </a:ext>
                  </a:extLst>
                </p14:cNvPr>
                <p14:cNvContentPartPr/>
                <p14:nvPr/>
              </p14:nvContentPartPr>
              <p14:xfrm>
                <a:off x="11046113" y="2526946"/>
                <a:ext cx="135720" cy="145800"/>
              </p14:xfrm>
            </p:contentPart>
          </mc:Choice>
          <mc:Fallback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45210F9D-E91E-4E0A-A95A-BD95BC8F9DB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037113" y="2518306"/>
                  <a:ext cx="1533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Grupo 375">
            <a:extLst>
              <a:ext uri="{FF2B5EF4-FFF2-40B4-BE49-F238E27FC236}">
                <a16:creationId xmlns:a16="http://schemas.microsoft.com/office/drawing/2014/main" id="{9A7A5657-0254-4D23-B0EF-AA43B589D820}"/>
              </a:ext>
            </a:extLst>
          </p:cNvPr>
          <p:cNvGrpSpPr/>
          <p:nvPr/>
        </p:nvGrpSpPr>
        <p:grpSpPr>
          <a:xfrm>
            <a:off x="4008473" y="4444306"/>
            <a:ext cx="2024280" cy="645480"/>
            <a:chOff x="4008473" y="4444306"/>
            <a:chExt cx="202428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66" name="Entrada de lápiz 365">
                  <a:extLst>
                    <a:ext uri="{FF2B5EF4-FFF2-40B4-BE49-F238E27FC236}">
                      <a16:creationId xmlns:a16="http://schemas.microsoft.com/office/drawing/2014/main" id="{E4C644EF-5600-43D3-A75E-765A567461B0}"/>
                    </a:ext>
                  </a:extLst>
                </p14:cNvPr>
                <p14:cNvContentPartPr/>
                <p14:nvPr/>
              </p14:nvContentPartPr>
              <p14:xfrm>
                <a:off x="4008473" y="4699186"/>
                <a:ext cx="318240" cy="329400"/>
              </p14:xfrm>
            </p:contentPart>
          </mc:Choice>
          <mc:Fallback>
            <p:pic>
              <p:nvPicPr>
                <p:cNvPr id="366" name="Entrada de lápiz 365">
                  <a:extLst>
                    <a:ext uri="{FF2B5EF4-FFF2-40B4-BE49-F238E27FC236}">
                      <a16:creationId xmlns:a16="http://schemas.microsoft.com/office/drawing/2014/main" id="{E4C644EF-5600-43D3-A75E-765A567461B0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3999473" y="4690186"/>
                  <a:ext cx="3358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028C4A9E-6F89-4037-8E84-6389E9504FA8}"/>
                    </a:ext>
                  </a:extLst>
                </p14:cNvPr>
                <p14:cNvContentPartPr/>
                <p14:nvPr/>
              </p14:nvContentPartPr>
              <p14:xfrm>
                <a:off x="4386113" y="4837426"/>
                <a:ext cx="159840" cy="252360"/>
              </p14:xfrm>
            </p:contentPart>
          </mc:Choice>
          <mc:Fallback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028C4A9E-6F89-4037-8E84-6389E9504FA8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377473" y="4828786"/>
                  <a:ext cx="1774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8" name="Entrada de lápiz 367">
                  <a:extLst>
                    <a:ext uri="{FF2B5EF4-FFF2-40B4-BE49-F238E27FC236}">
                      <a16:creationId xmlns:a16="http://schemas.microsoft.com/office/drawing/2014/main" id="{B5A9112D-2FB7-4C67-B9BC-6888EA57FB77}"/>
                    </a:ext>
                  </a:extLst>
                </p14:cNvPr>
                <p14:cNvContentPartPr/>
                <p14:nvPr/>
              </p14:nvContentPartPr>
              <p14:xfrm>
                <a:off x="4379633" y="4872346"/>
                <a:ext cx="127080" cy="184680"/>
              </p14:xfrm>
            </p:contentPart>
          </mc:Choice>
          <mc:Fallback>
            <p:pic>
              <p:nvPicPr>
                <p:cNvPr id="368" name="Entrada de lápiz 367">
                  <a:extLst>
                    <a:ext uri="{FF2B5EF4-FFF2-40B4-BE49-F238E27FC236}">
                      <a16:creationId xmlns:a16="http://schemas.microsoft.com/office/drawing/2014/main" id="{B5A9112D-2FB7-4C67-B9BC-6888EA57FB77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4370633" y="4863346"/>
                  <a:ext cx="144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9" name="Entrada de lápiz 368">
                  <a:extLst>
                    <a:ext uri="{FF2B5EF4-FFF2-40B4-BE49-F238E27FC236}">
                      <a16:creationId xmlns:a16="http://schemas.microsoft.com/office/drawing/2014/main" id="{CC84ED32-D709-43B8-B24A-03903929CED2}"/>
                    </a:ext>
                  </a:extLst>
                </p14:cNvPr>
                <p14:cNvContentPartPr/>
                <p14:nvPr/>
              </p14:nvContentPartPr>
              <p14:xfrm>
                <a:off x="4656833" y="4839226"/>
                <a:ext cx="198360" cy="132480"/>
              </p14:xfrm>
            </p:contentPart>
          </mc:Choice>
          <mc:Fallback>
            <p:pic>
              <p:nvPicPr>
                <p:cNvPr id="369" name="Entrada de lápiz 368">
                  <a:extLst>
                    <a:ext uri="{FF2B5EF4-FFF2-40B4-BE49-F238E27FC236}">
                      <a16:creationId xmlns:a16="http://schemas.microsoft.com/office/drawing/2014/main" id="{CC84ED32-D709-43B8-B24A-03903929CED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4648193" y="4830226"/>
                  <a:ext cx="216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70" name="Entrada de lápiz 369">
                  <a:extLst>
                    <a:ext uri="{FF2B5EF4-FFF2-40B4-BE49-F238E27FC236}">
                      <a16:creationId xmlns:a16="http://schemas.microsoft.com/office/drawing/2014/main" id="{EB0A55CC-A10A-445D-A075-1AD8F2CF766F}"/>
                    </a:ext>
                  </a:extLst>
                </p14:cNvPr>
                <p14:cNvContentPartPr/>
                <p14:nvPr/>
              </p14:nvContentPartPr>
              <p14:xfrm>
                <a:off x="4985513" y="4444306"/>
                <a:ext cx="1047240" cy="599400"/>
              </p14:xfrm>
            </p:contentPart>
          </mc:Choice>
          <mc:Fallback>
            <p:pic>
              <p:nvPicPr>
                <p:cNvPr id="370" name="Entrada de lápiz 369">
                  <a:extLst>
                    <a:ext uri="{FF2B5EF4-FFF2-40B4-BE49-F238E27FC236}">
                      <a16:creationId xmlns:a16="http://schemas.microsoft.com/office/drawing/2014/main" id="{EB0A55CC-A10A-445D-A075-1AD8F2CF766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976873" y="4435666"/>
                  <a:ext cx="106488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71" name="Entrada de lápiz 370">
                  <a:extLst>
                    <a:ext uri="{FF2B5EF4-FFF2-40B4-BE49-F238E27FC236}">
                      <a16:creationId xmlns:a16="http://schemas.microsoft.com/office/drawing/2014/main" id="{6D1C39A4-8F8C-49EB-B679-74B9B8D57B8B}"/>
                    </a:ext>
                  </a:extLst>
                </p14:cNvPr>
                <p14:cNvContentPartPr/>
                <p14:nvPr/>
              </p14:nvContentPartPr>
              <p14:xfrm>
                <a:off x="5280353" y="4713586"/>
                <a:ext cx="177840" cy="141120"/>
              </p14:xfrm>
            </p:contentPart>
          </mc:Choice>
          <mc:Fallback>
            <p:pic>
              <p:nvPicPr>
                <p:cNvPr id="371" name="Entrada de lápiz 370">
                  <a:extLst>
                    <a:ext uri="{FF2B5EF4-FFF2-40B4-BE49-F238E27FC236}">
                      <a16:creationId xmlns:a16="http://schemas.microsoft.com/office/drawing/2014/main" id="{6D1C39A4-8F8C-49EB-B679-74B9B8D57B8B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5271713" y="4704946"/>
                  <a:ext cx="1954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72" name="Entrada de lápiz 371">
                  <a:extLst>
                    <a:ext uri="{FF2B5EF4-FFF2-40B4-BE49-F238E27FC236}">
                      <a16:creationId xmlns:a16="http://schemas.microsoft.com/office/drawing/2014/main" id="{96B7BD24-D6FB-4E92-A88F-FF055C9307AE}"/>
                    </a:ext>
                  </a:extLst>
                </p14:cNvPr>
                <p14:cNvContentPartPr/>
                <p14:nvPr/>
              </p14:nvContentPartPr>
              <p14:xfrm>
                <a:off x="5431193" y="4653826"/>
                <a:ext cx="205200" cy="357480"/>
              </p14:xfrm>
            </p:contentPart>
          </mc:Choice>
          <mc:Fallback>
            <p:pic>
              <p:nvPicPr>
                <p:cNvPr id="372" name="Entrada de lápiz 371">
                  <a:extLst>
                    <a:ext uri="{FF2B5EF4-FFF2-40B4-BE49-F238E27FC236}">
                      <a16:creationId xmlns:a16="http://schemas.microsoft.com/office/drawing/2014/main" id="{96B7BD24-D6FB-4E92-A88F-FF055C9307A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5422553" y="4645186"/>
                  <a:ext cx="2228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3985F048-3F45-4B68-AD3E-B811ECCEECB0}"/>
                    </a:ext>
                  </a:extLst>
                </p14:cNvPr>
                <p14:cNvContentPartPr/>
                <p14:nvPr/>
              </p14:nvContentPartPr>
              <p14:xfrm>
                <a:off x="5630273" y="4802866"/>
                <a:ext cx="153000" cy="16596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3985F048-3F45-4B68-AD3E-B811ECCEECB0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5621633" y="4793866"/>
                  <a:ext cx="170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74" name="Entrada de lápiz 373">
                  <a:extLst>
                    <a:ext uri="{FF2B5EF4-FFF2-40B4-BE49-F238E27FC236}">
                      <a16:creationId xmlns:a16="http://schemas.microsoft.com/office/drawing/2014/main" id="{92873160-55F2-4621-91A4-F3D68D763B9C}"/>
                    </a:ext>
                  </a:extLst>
                </p14:cNvPr>
                <p14:cNvContentPartPr/>
                <p14:nvPr/>
              </p14:nvContentPartPr>
              <p14:xfrm>
                <a:off x="5800553" y="4845346"/>
                <a:ext cx="118440" cy="115560"/>
              </p14:xfrm>
            </p:contentPart>
          </mc:Choice>
          <mc:Fallback>
            <p:pic>
              <p:nvPicPr>
                <p:cNvPr id="374" name="Entrada de lápiz 373">
                  <a:extLst>
                    <a:ext uri="{FF2B5EF4-FFF2-40B4-BE49-F238E27FC236}">
                      <a16:creationId xmlns:a16="http://schemas.microsoft.com/office/drawing/2014/main" id="{92873160-55F2-4621-91A4-F3D68D763B9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5791913" y="4836346"/>
                  <a:ext cx="13608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2">
            <p14:nvContentPartPr>
              <p14:cNvPr id="375" name="Entrada de lápiz 374">
                <a:extLst>
                  <a:ext uri="{FF2B5EF4-FFF2-40B4-BE49-F238E27FC236}">
                    <a16:creationId xmlns:a16="http://schemas.microsoft.com/office/drawing/2014/main" id="{5ED62F03-48B3-41CD-B02C-A468F80D3A6D}"/>
                  </a:ext>
                </a:extLst>
              </p14:cNvPr>
              <p14:cNvContentPartPr/>
              <p14:nvPr/>
            </p14:nvContentPartPr>
            <p14:xfrm>
              <a:off x="6374753" y="4739146"/>
              <a:ext cx="134640" cy="147240"/>
            </p14:xfrm>
          </p:contentPart>
        </mc:Choice>
        <mc:Fallback>
          <p:pic>
            <p:nvPicPr>
              <p:cNvPr id="375" name="Entrada de lápiz 374">
                <a:extLst>
                  <a:ext uri="{FF2B5EF4-FFF2-40B4-BE49-F238E27FC236}">
                    <a16:creationId xmlns:a16="http://schemas.microsoft.com/office/drawing/2014/main" id="{5ED62F03-48B3-41CD-B02C-A468F80D3A6D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6366113" y="4730506"/>
                <a:ext cx="152280" cy="1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4" name="Grupo 383">
            <a:extLst>
              <a:ext uri="{FF2B5EF4-FFF2-40B4-BE49-F238E27FC236}">
                <a16:creationId xmlns:a16="http://schemas.microsoft.com/office/drawing/2014/main" id="{FCF9B8FD-DB82-418D-8F61-962EAB59B0E2}"/>
              </a:ext>
            </a:extLst>
          </p:cNvPr>
          <p:cNvGrpSpPr/>
          <p:nvPr/>
        </p:nvGrpSpPr>
        <p:grpSpPr>
          <a:xfrm>
            <a:off x="6784793" y="4687306"/>
            <a:ext cx="441000" cy="246960"/>
            <a:chOff x="6784793" y="4687306"/>
            <a:chExt cx="44100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7" name="Entrada de lápiz 376">
                  <a:extLst>
                    <a:ext uri="{FF2B5EF4-FFF2-40B4-BE49-F238E27FC236}">
                      <a16:creationId xmlns:a16="http://schemas.microsoft.com/office/drawing/2014/main" id="{A102AE45-8ECB-4680-B933-8CE32D1A38E4}"/>
                    </a:ext>
                  </a:extLst>
                </p14:cNvPr>
                <p14:cNvContentPartPr/>
                <p14:nvPr/>
              </p14:nvContentPartPr>
              <p14:xfrm>
                <a:off x="6784793" y="4708906"/>
                <a:ext cx="152280" cy="150120"/>
              </p14:xfrm>
            </p:contentPart>
          </mc:Choice>
          <mc:Fallback>
            <p:pic>
              <p:nvPicPr>
                <p:cNvPr id="377" name="Entrada de lápiz 376">
                  <a:extLst>
                    <a:ext uri="{FF2B5EF4-FFF2-40B4-BE49-F238E27FC236}">
                      <a16:creationId xmlns:a16="http://schemas.microsoft.com/office/drawing/2014/main" id="{A102AE45-8ECB-4680-B933-8CE32D1A38E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6775793" y="4699906"/>
                  <a:ext cx="169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8" name="Entrada de lápiz 377">
                  <a:extLst>
                    <a:ext uri="{FF2B5EF4-FFF2-40B4-BE49-F238E27FC236}">
                      <a16:creationId xmlns:a16="http://schemas.microsoft.com/office/drawing/2014/main" id="{5FEB9A07-7EF0-4ED8-BB8B-7757E8615E4E}"/>
                    </a:ext>
                  </a:extLst>
                </p14:cNvPr>
                <p14:cNvContentPartPr/>
                <p14:nvPr/>
              </p14:nvContentPartPr>
              <p14:xfrm>
                <a:off x="6999353" y="4808626"/>
                <a:ext cx="26640" cy="125640"/>
              </p14:xfrm>
            </p:contentPart>
          </mc:Choice>
          <mc:Fallback>
            <p:pic>
              <p:nvPicPr>
                <p:cNvPr id="378" name="Entrada de lápiz 377">
                  <a:extLst>
                    <a:ext uri="{FF2B5EF4-FFF2-40B4-BE49-F238E27FC236}">
                      <a16:creationId xmlns:a16="http://schemas.microsoft.com/office/drawing/2014/main" id="{5FEB9A07-7EF0-4ED8-BB8B-7757E8615E4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6990353" y="4799986"/>
                  <a:ext cx="442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9" name="Entrada de lápiz 378">
                  <a:extLst>
                    <a:ext uri="{FF2B5EF4-FFF2-40B4-BE49-F238E27FC236}">
                      <a16:creationId xmlns:a16="http://schemas.microsoft.com/office/drawing/2014/main" id="{899D5549-6A4A-49F4-A1FD-A4F64C36289C}"/>
                    </a:ext>
                  </a:extLst>
                </p14:cNvPr>
                <p14:cNvContentPartPr/>
                <p14:nvPr/>
              </p14:nvContentPartPr>
              <p14:xfrm>
                <a:off x="7085393" y="4687306"/>
                <a:ext cx="140400" cy="162000"/>
              </p14:xfrm>
            </p:contentPart>
          </mc:Choice>
          <mc:Fallback>
            <p:pic>
              <p:nvPicPr>
                <p:cNvPr id="379" name="Entrada de lápiz 378">
                  <a:extLst>
                    <a:ext uri="{FF2B5EF4-FFF2-40B4-BE49-F238E27FC236}">
                      <a16:creationId xmlns:a16="http://schemas.microsoft.com/office/drawing/2014/main" id="{899D5549-6A4A-49F4-A1FD-A4F64C36289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076393" y="4678666"/>
                  <a:ext cx="15804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0">
            <p14:nvContentPartPr>
              <p14:cNvPr id="385" name="Entrada de lápiz 384">
                <a:extLst>
                  <a:ext uri="{FF2B5EF4-FFF2-40B4-BE49-F238E27FC236}">
                    <a16:creationId xmlns:a16="http://schemas.microsoft.com/office/drawing/2014/main" id="{B12B8868-7BB2-4B21-8FED-A494EEB062AA}"/>
                  </a:ext>
                </a:extLst>
              </p14:cNvPr>
              <p14:cNvContentPartPr/>
              <p14:nvPr/>
            </p14:nvContentPartPr>
            <p14:xfrm>
              <a:off x="7337753" y="4666066"/>
              <a:ext cx="137520" cy="179640"/>
            </p14:xfrm>
          </p:contentPart>
        </mc:Choice>
        <mc:Fallback>
          <p:pic>
            <p:nvPicPr>
              <p:cNvPr id="385" name="Entrada de lápiz 384">
                <a:extLst>
                  <a:ext uri="{FF2B5EF4-FFF2-40B4-BE49-F238E27FC236}">
                    <a16:creationId xmlns:a16="http://schemas.microsoft.com/office/drawing/2014/main" id="{B12B8868-7BB2-4B21-8FED-A494EEB062AA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7328753" y="4657066"/>
                <a:ext cx="155160" cy="1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857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BF493934-5387-4AA3-885E-BF82954E3BD7}"/>
              </a:ext>
            </a:extLst>
          </p:cNvPr>
          <p:cNvGrpSpPr/>
          <p:nvPr/>
        </p:nvGrpSpPr>
        <p:grpSpPr>
          <a:xfrm>
            <a:off x="1834073" y="711106"/>
            <a:ext cx="1667160" cy="483840"/>
            <a:chOff x="1834073" y="711106"/>
            <a:chExt cx="1667160" cy="48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1C81EB8-3307-476C-9811-BF352B2DACB5}"/>
                    </a:ext>
                  </a:extLst>
                </p14:cNvPr>
                <p14:cNvContentPartPr/>
                <p14:nvPr/>
              </p14:nvContentPartPr>
              <p14:xfrm>
                <a:off x="1834073" y="711106"/>
                <a:ext cx="370440" cy="48384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1C81EB8-3307-476C-9811-BF352B2DAC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25433" y="702466"/>
                  <a:ext cx="38808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864BD9AE-FC47-4E29-A8D8-537C40A9B8B5}"/>
                    </a:ext>
                  </a:extLst>
                </p14:cNvPr>
                <p14:cNvContentPartPr/>
                <p14:nvPr/>
              </p14:nvContentPartPr>
              <p14:xfrm>
                <a:off x="2457593" y="714706"/>
                <a:ext cx="36000" cy="2682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864BD9AE-FC47-4E29-A8D8-537C40A9B8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48953" y="706066"/>
                  <a:ext cx="53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B6B29546-E46F-4C22-B2A1-99535C98856D}"/>
                    </a:ext>
                  </a:extLst>
                </p14:cNvPr>
                <p14:cNvContentPartPr/>
                <p14:nvPr/>
              </p14:nvContentPartPr>
              <p14:xfrm>
                <a:off x="2360033" y="846106"/>
                <a:ext cx="247680" cy="3528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B6B29546-E46F-4C22-B2A1-99535C9885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51393" y="837106"/>
                  <a:ext cx="2653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FE105B95-5D87-4047-8307-BAC977CD54B1}"/>
                    </a:ext>
                  </a:extLst>
                </p14:cNvPr>
                <p14:cNvContentPartPr/>
                <p14:nvPr/>
              </p14:nvContentPartPr>
              <p14:xfrm>
                <a:off x="2485673" y="1075786"/>
                <a:ext cx="229320" cy="500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FE105B95-5D87-4047-8307-BAC977CD54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7033" y="1066786"/>
                  <a:ext cx="246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CA1FB654-5695-4253-8614-49DE3A99EBFE}"/>
                    </a:ext>
                  </a:extLst>
                </p14:cNvPr>
                <p14:cNvContentPartPr/>
                <p14:nvPr/>
              </p14:nvContentPartPr>
              <p14:xfrm>
                <a:off x="2771873" y="1066786"/>
                <a:ext cx="65160" cy="248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CA1FB654-5695-4253-8614-49DE3A99EB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63233" y="1058146"/>
                  <a:ext cx="82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50365991-03A1-4BD3-B1D6-538021247E4F}"/>
                    </a:ext>
                  </a:extLst>
                </p14:cNvPr>
                <p14:cNvContentPartPr/>
                <p14:nvPr/>
              </p14:nvContentPartPr>
              <p14:xfrm>
                <a:off x="2920553" y="752146"/>
                <a:ext cx="328320" cy="369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50365991-03A1-4BD3-B1D6-538021247E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1913" y="743506"/>
                  <a:ext cx="3459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B7B6E78-4FA1-49DA-916C-C21DBF87980C}"/>
                    </a:ext>
                  </a:extLst>
                </p14:cNvPr>
                <p14:cNvContentPartPr/>
                <p14:nvPr/>
              </p14:nvContentPartPr>
              <p14:xfrm>
                <a:off x="3315113" y="892186"/>
                <a:ext cx="186120" cy="2361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B7B6E78-4FA1-49DA-916C-C21DBF87980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06473" y="883186"/>
                  <a:ext cx="203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2C842068-F574-462F-B731-2F130D9377A8}"/>
                    </a:ext>
                  </a:extLst>
                </p14:cNvPr>
                <p14:cNvContentPartPr/>
                <p14:nvPr/>
              </p14:nvContentPartPr>
              <p14:xfrm>
                <a:off x="3355793" y="921706"/>
                <a:ext cx="79560" cy="2422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2C842068-F574-462F-B731-2F130D9377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46793" y="913066"/>
                  <a:ext cx="9720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755DFD0-EEA0-4D44-80E7-EBCAB44DDFEA}"/>
              </a:ext>
            </a:extLst>
          </p:cNvPr>
          <p:cNvGrpSpPr/>
          <p:nvPr/>
        </p:nvGrpSpPr>
        <p:grpSpPr>
          <a:xfrm>
            <a:off x="1938473" y="1651786"/>
            <a:ext cx="271080" cy="347760"/>
            <a:chOff x="1938473" y="1651786"/>
            <a:chExt cx="27108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234EC22-A63C-46CE-9E48-B361FC09C80C}"/>
                    </a:ext>
                  </a:extLst>
                </p14:cNvPr>
                <p14:cNvContentPartPr/>
                <p14:nvPr/>
              </p14:nvContentPartPr>
              <p14:xfrm>
                <a:off x="2001473" y="1651786"/>
                <a:ext cx="156600" cy="2440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234EC22-A63C-46CE-9E48-B361FC09C80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92473" y="1642786"/>
                  <a:ext cx="174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14110717-E3AB-424C-B89E-A4C902327B6C}"/>
                    </a:ext>
                  </a:extLst>
                </p14:cNvPr>
                <p14:cNvContentPartPr/>
                <p14:nvPr/>
              </p14:nvContentPartPr>
              <p14:xfrm>
                <a:off x="1938473" y="1953106"/>
                <a:ext cx="271080" cy="464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14110717-E3AB-424C-B89E-A4C902327B6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9833" y="1944106"/>
                  <a:ext cx="288720" cy="6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7CA499C0-AE55-41E5-A81F-5846270E8A73}"/>
                  </a:ext>
                </a:extLst>
              </p14:cNvPr>
              <p14:cNvContentPartPr/>
              <p14:nvPr/>
            </p14:nvContentPartPr>
            <p14:xfrm>
              <a:off x="1985633" y="2141746"/>
              <a:ext cx="208440" cy="2444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7CA499C0-AE55-41E5-A81F-5846270E8A7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76993" y="2132746"/>
                <a:ext cx="226080" cy="26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10BA1461-0D37-4879-8C0E-70BBCFD5F41F}"/>
              </a:ext>
            </a:extLst>
          </p:cNvPr>
          <p:cNvGrpSpPr/>
          <p:nvPr/>
        </p:nvGrpSpPr>
        <p:grpSpPr>
          <a:xfrm>
            <a:off x="2536073" y="1692466"/>
            <a:ext cx="325440" cy="334080"/>
            <a:chOff x="2536073" y="1692466"/>
            <a:chExt cx="32544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44861A9-3B7A-4F93-967B-0FEB51F44421}"/>
                    </a:ext>
                  </a:extLst>
                </p14:cNvPr>
                <p14:cNvContentPartPr/>
                <p14:nvPr/>
              </p14:nvContentPartPr>
              <p14:xfrm>
                <a:off x="2618153" y="1692466"/>
                <a:ext cx="54720" cy="2174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44861A9-3B7A-4F93-967B-0FEB51F4442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09153" y="1683826"/>
                  <a:ext cx="72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3BB14D3C-8BC7-437F-98EB-013EC2654AF2}"/>
                    </a:ext>
                  </a:extLst>
                </p14:cNvPr>
                <p14:cNvContentPartPr/>
                <p14:nvPr/>
              </p14:nvContentPartPr>
              <p14:xfrm>
                <a:off x="2536073" y="1792906"/>
                <a:ext cx="261360" cy="378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3BB14D3C-8BC7-437F-98EB-013EC2654A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7073" y="1784266"/>
                  <a:ext cx="2790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636914A-17C2-4299-AFEC-3888381DAC2A}"/>
                    </a:ext>
                  </a:extLst>
                </p14:cNvPr>
                <p14:cNvContentPartPr/>
                <p14:nvPr/>
              </p14:nvContentPartPr>
              <p14:xfrm>
                <a:off x="2589353" y="1990906"/>
                <a:ext cx="272160" cy="3564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636914A-17C2-4299-AFEC-3888381DAC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80353" y="1981906"/>
                  <a:ext cx="28980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7E2E0B18-EEA1-4960-950E-12271180B1BC}"/>
              </a:ext>
            </a:extLst>
          </p:cNvPr>
          <p:cNvGrpSpPr/>
          <p:nvPr/>
        </p:nvGrpSpPr>
        <p:grpSpPr>
          <a:xfrm>
            <a:off x="3139433" y="1640626"/>
            <a:ext cx="770400" cy="452880"/>
            <a:chOff x="3139433" y="1640626"/>
            <a:chExt cx="770400" cy="45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9A51CB38-4D04-41ED-8512-C501A3FF6015}"/>
                    </a:ext>
                  </a:extLst>
                </p14:cNvPr>
                <p14:cNvContentPartPr/>
                <p14:nvPr/>
              </p14:nvContentPartPr>
              <p14:xfrm>
                <a:off x="3139433" y="1746106"/>
                <a:ext cx="153720" cy="1738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9A51CB38-4D04-41ED-8512-C501A3FF60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30433" y="1737466"/>
                  <a:ext cx="171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E288364A-FA42-4590-BEB9-FDB6EE2A0A87}"/>
                    </a:ext>
                  </a:extLst>
                </p14:cNvPr>
                <p14:cNvContentPartPr/>
                <p14:nvPr/>
              </p14:nvContentPartPr>
              <p14:xfrm>
                <a:off x="3329513" y="1881826"/>
                <a:ext cx="72000" cy="2116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E288364A-FA42-4590-BEB9-FDB6EE2A0A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20873" y="1872826"/>
                  <a:ext cx="89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A43D1D0F-9C0C-4942-BB49-25044CC0F6DD}"/>
                    </a:ext>
                  </a:extLst>
                </p14:cNvPr>
                <p14:cNvContentPartPr/>
                <p14:nvPr/>
              </p14:nvContentPartPr>
              <p14:xfrm>
                <a:off x="3489353" y="1646026"/>
                <a:ext cx="126720" cy="2080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A43D1D0F-9C0C-4942-BB49-25044CC0F6D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80353" y="1637386"/>
                  <a:ext cx="144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B2F2914C-0262-47C0-B873-E9E0B11B83D9}"/>
                    </a:ext>
                  </a:extLst>
                </p14:cNvPr>
                <p14:cNvContentPartPr/>
                <p14:nvPr/>
              </p14:nvContentPartPr>
              <p14:xfrm>
                <a:off x="3712553" y="1640626"/>
                <a:ext cx="197280" cy="3016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B2F2914C-0262-47C0-B873-E9E0B11B83D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03913" y="1631626"/>
                  <a:ext cx="21492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868BCE01-BF2E-41EB-9AC3-1CF9DCF301E7}"/>
              </a:ext>
            </a:extLst>
          </p:cNvPr>
          <p:cNvGrpSpPr/>
          <p:nvPr/>
        </p:nvGrpSpPr>
        <p:grpSpPr>
          <a:xfrm>
            <a:off x="4461713" y="1685266"/>
            <a:ext cx="396000" cy="417600"/>
            <a:chOff x="4461713" y="1685266"/>
            <a:chExt cx="39600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5B0AFD2-40E3-4ACD-BE99-CA8E3C5F5AE5}"/>
                    </a:ext>
                  </a:extLst>
                </p14:cNvPr>
                <p14:cNvContentPartPr/>
                <p14:nvPr/>
              </p14:nvContentPartPr>
              <p14:xfrm>
                <a:off x="4466393" y="1779946"/>
                <a:ext cx="191880" cy="158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5B0AFD2-40E3-4ACD-BE99-CA8E3C5F5A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57753" y="1771306"/>
                  <a:ext cx="209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91AE55C2-B140-4419-8013-F0CC236249DE}"/>
                    </a:ext>
                  </a:extLst>
                </p14:cNvPr>
                <p14:cNvContentPartPr/>
                <p14:nvPr/>
              </p14:nvContentPartPr>
              <p14:xfrm>
                <a:off x="4461713" y="1826026"/>
                <a:ext cx="356040" cy="961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91AE55C2-B140-4419-8013-F0CC236249D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52713" y="1817386"/>
                  <a:ext cx="373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14B3F62-FD22-4591-B28E-D884EA9F9914}"/>
                    </a:ext>
                  </a:extLst>
                </p14:cNvPr>
                <p14:cNvContentPartPr/>
                <p14:nvPr/>
              </p14:nvContentPartPr>
              <p14:xfrm>
                <a:off x="4589153" y="1685266"/>
                <a:ext cx="268560" cy="4176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14B3F62-FD22-4591-B28E-D884EA9F991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80513" y="1676266"/>
                  <a:ext cx="286200" cy="43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E8986B62-A1C6-4B76-A799-13E60A3C07FF}"/>
              </a:ext>
            </a:extLst>
          </p:cNvPr>
          <p:cNvGrpSpPr/>
          <p:nvPr/>
        </p:nvGrpSpPr>
        <p:grpSpPr>
          <a:xfrm>
            <a:off x="5206193" y="1730626"/>
            <a:ext cx="1310400" cy="477720"/>
            <a:chOff x="5206193" y="1730626"/>
            <a:chExt cx="1310400" cy="47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C7426634-8ADF-4126-A533-FCF15791BDA0}"/>
                    </a:ext>
                  </a:extLst>
                </p14:cNvPr>
                <p14:cNvContentPartPr/>
                <p14:nvPr/>
              </p14:nvContentPartPr>
              <p14:xfrm>
                <a:off x="5206193" y="1762666"/>
                <a:ext cx="135720" cy="3560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C7426634-8ADF-4126-A533-FCF15791BDA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97193" y="1753666"/>
                  <a:ext cx="1533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1634499B-3358-46EC-A27C-840C5415769F}"/>
                    </a:ext>
                  </a:extLst>
                </p14:cNvPr>
                <p14:cNvContentPartPr/>
                <p14:nvPr/>
              </p14:nvContentPartPr>
              <p14:xfrm>
                <a:off x="5473673" y="1730626"/>
                <a:ext cx="164880" cy="28368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1634499B-3358-46EC-A27C-840C5415769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65033" y="1721626"/>
                  <a:ext cx="1825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89B6179C-F8CD-45D7-A87B-9345CD5B40EA}"/>
                    </a:ext>
                  </a:extLst>
                </p14:cNvPr>
                <p14:cNvContentPartPr/>
                <p14:nvPr/>
              </p14:nvContentPartPr>
              <p14:xfrm>
                <a:off x="5695073" y="1943386"/>
                <a:ext cx="28440" cy="1238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89B6179C-F8CD-45D7-A87B-9345CD5B40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86433" y="1934746"/>
                  <a:ext cx="46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2576753-1323-462B-973F-F7DA2DA1D2F7}"/>
                    </a:ext>
                  </a:extLst>
                </p14:cNvPr>
                <p14:cNvContentPartPr/>
                <p14:nvPr/>
              </p14:nvContentPartPr>
              <p14:xfrm>
                <a:off x="5833313" y="1748266"/>
                <a:ext cx="187920" cy="2721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2576753-1323-462B-973F-F7DA2DA1D2F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4673" y="1739266"/>
                  <a:ext cx="2055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ECC544A0-DD1D-495A-9A68-6142B5C352AC}"/>
                    </a:ext>
                  </a:extLst>
                </p14:cNvPr>
                <p14:cNvContentPartPr/>
                <p14:nvPr/>
              </p14:nvContentPartPr>
              <p14:xfrm>
                <a:off x="6142193" y="1772386"/>
                <a:ext cx="142920" cy="2541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ECC544A0-DD1D-495A-9A68-6142B5C352A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33553" y="1763386"/>
                  <a:ext cx="160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F401CC7-9833-4FDA-8FA4-C4670B898709}"/>
                    </a:ext>
                  </a:extLst>
                </p14:cNvPr>
                <p14:cNvContentPartPr/>
                <p14:nvPr/>
              </p14:nvContentPartPr>
              <p14:xfrm>
                <a:off x="6412193" y="1751866"/>
                <a:ext cx="68400" cy="313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F401CC7-9833-4FDA-8FA4-C4670B8987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03193" y="1742866"/>
                  <a:ext cx="86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63010A2B-DAB3-4007-8EB4-3585B8BF7F53}"/>
                    </a:ext>
                  </a:extLst>
                </p14:cNvPr>
                <p14:cNvContentPartPr/>
                <p14:nvPr/>
              </p14:nvContentPartPr>
              <p14:xfrm>
                <a:off x="6352433" y="1951306"/>
                <a:ext cx="164160" cy="2570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63010A2B-DAB3-4007-8EB4-3585B8BF7F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43793" y="1942306"/>
                  <a:ext cx="18180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A20A0AD-F83C-4CBF-B877-5C6BC862EBF7}"/>
              </a:ext>
            </a:extLst>
          </p:cNvPr>
          <p:cNvGrpSpPr/>
          <p:nvPr/>
        </p:nvGrpSpPr>
        <p:grpSpPr>
          <a:xfrm>
            <a:off x="6694793" y="1526146"/>
            <a:ext cx="978480" cy="504720"/>
            <a:chOff x="6694793" y="1526146"/>
            <a:chExt cx="97848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7005EF8-4916-4708-A20C-0D534EB3AE17}"/>
                    </a:ext>
                  </a:extLst>
                </p14:cNvPr>
                <p14:cNvContentPartPr/>
                <p14:nvPr/>
              </p14:nvContentPartPr>
              <p14:xfrm>
                <a:off x="6694793" y="1692466"/>
                <a:ext cx="131040" cy="2822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7005EF8-4916-4708-A20C-0D534EB3AE1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85793" y="1683466"/>
                  <a:ext cx="1486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D39E75B-B7AA-445E-8AD1-15A765E02756}"/>
                    </a:ext>
                  </a:extLst>
                </p14:cNvPr>
                <p14:cNvContentPartPr/>
                <p14:nvPr/>
              </p14:nvContentPartPr>
              <p14:xfrm>
                <a:off x="6941393" y="1871386"/>
                <a:ext cx="26640" cy="1141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D39E75B-B7AA-445E-8AD1-15A765E027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32393" y="1862386"/>
                  <a:ext cx="44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78F8C182-472A-49F4-A167-BE9ECC64A4D9}"/>
                    </a:ext>
                  </a:extLst>
                </p14:cNvPr>
                <p14:cNvContentPartPr/>
                <p14:nvPr/>
              </p14:nvContentPartPr>
              <p14:xfrm>
                <a:off x="7046513" y="1666186"/>
                <a:ext cx="125640" cy="1101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78F8C182-472A-49F4-A167-BE9ECC64A4D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37513" y="1657186"/>
                  <a:ext cx="143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914BE8A6-EB44-44AE-A614-AA434192B30E}"/>
                    </a:ext>
                  </a:extLst>
                </p14:cNvPr>
                <p14:cNvContentPartPr/>
                <p14:nvPr/>
              </p14:nvContentPartPr>
              <p14:xfrm>
                <a:off x="7078553" y="1786066"/>
                <a:ext cx="132840" cy="1292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914BE8A6-EB44-44AE-A614-AA434192B3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69553" y="1777426"/>
                  <a:ext cx="150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0856F575-04AE-4F22-9363-6147BBB72050}"/>
                    </a:ext>
                  </a:extLst>
                </p14:cNvPr>
                <p14:cNvContentPartPr/>
                <p14:nvPr/>
              </p14:nvContentPartPr>
              <p14:xfrm>
                <a:off x="7351793" y="1690306"/>
                <a:ext cx="137160" cy="26640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0856F575-04AE-4F22-9363-6147BBB7205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43153" y="1681666"/>
                  <a:ext cx="1548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8AAB816-9D6F-4333-83B1-1289BA4C2AC8}"/>
                    </a:ext>
                  </a:extLst>
                </p14:cNvPr>
                <p14:cNvContentPartPr/>
                <p14:nvPr/>
              </p14:nvContentPartPr>
              <p14:xfrm>
                <a:off x="7559873" y="1526146"/>
                <a:ext cx="113400" cy="5047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8AAB816-9D6F-4333-83B1-1289BA4C2A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51233" y="1517146"/>
                  <a:ext cx="131040" cy="52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3F9057B8-D78D-41F1-8D43-E857986CD79A}"/>
                  </a:ext>
                </a:extLst>
              </p14:cNvPr>
              <p14:cNvContentPartPr/>
              <p14:nvPr/>
            </p14:nvContentPartPr>
            <p14:xfrm>
              <a:off x="11462633" y="892906"/>
              <a:ext cx="360" cy="36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3F9057B8-D78D-41F1-8D43-E857986CD79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453633" y="88426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E8466CF4-0B2F-4B01-BCD2-CD814FA50536}"/>
                  </a:ext>
                </a:extLst>
              </p14:cNvPr>
              <p14:cNvContentPartPr/>
              <p14:nvPr/>
            </p14:nvContentPartPr>
            <p14:xfrm>
              <a:off x="11576753" y="1400866"/>
              <a:ext cx="360" cy="36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E8466CF4-0B2F-4B01-BCD2-CD814FA5053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567753" y="139186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upo 78">
            <a:extLst>
              <a:ext uri="{FF2B5EF4-FFF2-40B4-BE49-F238E27FC236}">
                <a16:creationId xmlns:a16="http://schemas.microsoft.com/office/drawing/2014/main" id="{C76E8D40-E5AA-4B5F-8BC9-2DE0EA5D9575}"/>
              </a:ext>
            </a:extLst>
          </p:cNvPr>
          <p:cNvGrpSpPr/>
          <p:nvPr/>
        </p:nvGrpSpPr>
        <p:grpSpPr>
          <a:xfrm>
            <a:off x="1306313" y="3821506"/>
            <a:ext cx="406440" cy="211320"/>
            <a:chOff x="1306313" y="3821506"/>
            <a:chExt cx="40644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65134296-826A-4C24-8A17-306074873BBE}"/>
                    </a:ext>
                  </a:extLst>
                </p14:cNvPr>
                <p14:cNvContentPartPr/>
                <p14:nvPr/>
              </p14:nvContentPartPr>
              <p14:xfrm>
                <a:off x="1306313" y="3821506"/>
                <a:ext cx="121320" cy="13968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65134296-826A-4C24-8A17-306074873BB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97673" y="3812506"/>
                  <a:ext cx="138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2BE5253C-5A1A-4EFC-B9E7-0B56C6CCBB78}"/>
                    </a:ext>
                  </a:extLst>
                </p14:cNvPr>
                <p14:cNvContentPartPr/>
                <p14:nvPr/>
              </p14:nvContentPartPr>
              <p14:xfrm>
                <a:off x="1488113" y="3945346"/>
                <a:ext cx="11880" cy="874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2BE5253C-5A1A-4EFC-B9E7-0B56C6CCBB7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79113" y="3936346"/>
                  <a:ext cx="29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BF3525AB-8CEA-4A3B-8C94-856809453415}"/>
                    </a:ext>
                  </a:extLst>
                </p14:cNvPr>
                <p14:cNvContentPartPr/>
                <p14:nvPr/>
              </p14:nvContentPartPr>
              <p14:xfrm>
                <a:off x="1531673" y="3839866"/>
                <a:ext cx="47880" cy="1684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BF3525AB-8CEA-4A3B-8C94-85680945341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22673" y="3830866"/>
                  <a:ext cx="65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3081BBB1-5D03-4AED-897E-2270082B335E}"/>
                    </a:ext>
                  </a:extLst>
                </p14:cNvPr>
                <p14:cNvContentPartPr/>
                <p14:nvPr/>
              </p14:nvContentPartPr>
              <p14:xfrm>
                <a:off x="1638953" y="3853186"/>
                <a:ext cx="73800" cy="1612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3081BBB1-5D03-4AED-897E-2270082B335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629953" y="3844546"/>
                  <a:ext cx="9144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0FCBB035-5682-4781-AE2B-CE69DC6C51B9}"/>
              </a:ext>
            </a:extLst>
          </p:cNvPr>
          <p:cNvGrpSpPr/>
          <p:nvPr/>
        </p:nvGrpSpPr>
        <p:grpSpPr>
          <a:xfrm>
            <a:off x="1274273" y="2608666"/>
            <a:ext cx="1709640" cy="919080"/>
            <a:chOff x="1274273" y="2608666"/>
            <a:chExt cx="1709640" cy="91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76CF08F0-A19D-45A8-817C-5BA910E609D8}"/>
                    </a:ext>
                  </a:extLst>
                </p14:cNvPr>
                <p14:cNvContentPartPr/>
                <p14:nvPr/>
              </p14:nvContentPartPr>
              <p14:xfrm>
                <a:off x="1441673" y="2893786"/>
                <a:ext cx="152280" cy="6339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76CF08F0-A19D-45A8-817C-5BA910E609D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33033" y="2885146"/>
                  <a:ext cx="16992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57069E6D-54A4-4600-BC31-1D6A2DEC5EF8}"/>
                    </a:ext>
                  </a:extLst>
                </p14:cNvPr>
                <p14:cNvContentPartPr/>
                <p14:nvPr/>
              </p14:nvContentPartPr>
              <p14:xfrm>
                <a:off x="1274273" y="2657626"/>
                <a:ext cx="138600" cy="1375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57069E6D-54A4-4600-BC31-1D6A2DEC5EF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265633" y="2648626"/>
                  <a:ext cx="156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07318B7E-BCC4-4AA4-8AAF-373614BACFA5}"/>
                    </a:ext>
                  </a:extLst>
                </p14:cNvPr>
                <p14:cNvContentPartPr/>
                <p14:nvPr/>
              </p14:nvContentPartPr>
              <p14:xfrm>
                <a:off x="1465073" y="2734666"/>
                <a:ext cx="24480" cy="586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07318B7E-BCC4-4AA4-8AAF-373614BACFA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456073" y="2726026"/>
                  <a:ext cx="42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6E7BC41A-2445-4B8E-B7E8-407CAEDB6FB1}"/>
                    </a:ext>
                  </a:extLst>
                </p14:cNvPr>
                <p14:cNvContentPartPr/>
                <p14:nvPr/>
              </p14:nvContentPartPr>
              <p14:xfrm>
                <a:off x="1499273" y="2614786"/>
                <a:ext cx="158040" cy="1155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6E7BC41A-2445-4B8E-B7E8-407CAEDB6FB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490633" y="2605786"/>
                  <a:ext cx="175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9BABA95B-EE1B-4ECD-8858-A3934F3A8E71}"/>
                    </a:ext>
                  </a:extLst>
                </p14:cNvPr>
                <p14:cNvContentPartPr/>
                <p14:nvPr/>
              </p14:nvContentPartPr>
              <p14:xfrm>
                <a:off x="1685033" y="2608666"/>
                <a:ext cx="132120" cy="1587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9BABA95B-EE1B-4ECD-8858-A3934F3A8E7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676393" y="2600026"/>
                  <a:ext cx="149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2702D2E-B65D-498F-BE9E-B8A4CF482BF4}"/>
                    </a:ext>
                  </a:extLst>
                </p14:cNvPr>
                <p14:cNvContentPartPr/>
                <p14:nvPr/>
              </p14:nvContentPartPr>
              <p14:xfrm>
                <a:off x="1827233" y="2998906"/>
                <a:ext cx="53640" cy="2782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2702D2E-B65D-498F-BE9E-B8A4CF482BF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818593" y="2990266"/>
                  <a:ext cx="71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99C19CE0-1549-4C39-ADB2-B511992D8DA6}"/>
                    </a:ext>
                  </a:extLst>
                </p14:cNvPr>
                <p14:cNvContentPartPr/>
                <p14:nvPr/>
              </p14:nvContentPartPr>
              <p14:xfrm>
                <a:off x="1815713" y="3037426"/>
                <a:ext cx="290520" cy="2030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99C19CE0-1549-4C39-ADB2-B511992D8DA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807073" y="3028426"/>
                  <a:ext cx="3081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BD2C4EB8-138A-4D12-A769-A4A3363F0D90}"/>
                    </a:ext>
                  </a:extLst>
                </p14:cNvPr>
                <p14:cNvContentPartPr/>
                <p14:nvPr/>
              </p14:nvContentPartPr>
              <p14:xfrm>
                <a:off x="2146553" y="3055786"/>
                <a:ext cx="131760" cy="734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BD2C4EB8-138A-4D12-A769-A4A3363F0D9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137553" y="3046786"/>
                  <a:ext cx="149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CD975EA4-508A-446A-BED4-359B53201804}"/>
                    </a:ext>
                  </a:extLst>
                </p14:cNvPr>
                <p14:cNvContentPartPr/>
                <p14:nvPr/>
              </p14:nvContentPartPr>
              <p14:xfrm>
                <a:off x="2197673" y="2988826"/>
                <a:ext cx="148320" cy="16308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CD975EA4-508A-446A-BED4-359B5320180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88673" y="2979826"/>
                  <a:ext cx="165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85DE3290-B6A2-431E-ABC6-B305344A2308}"/>
                    </a:ext>
                  </a:extLst>
                </p14:cNvPr>
                <p14:cNvContentPartPr/>
                <p14:nvPr/>
              </p14:nvContentPartPr>
              <p14:xfrm>
                <a:off x="2414753" y="2963266"/>
                <a:ext cx="189360" cy="20160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85DE3290-B6A2-431E-ABC6-B305344A230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405753" y="2954626"/>
                  <a:ext cx="207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03455358-4C73-427D-AB61-2597B2DED6AB}"/>
                    </a:ext>
                  </a:extLst>
                </p14:cNvPr>
                <p14:cNvContentPartPr/>
                <p14:nvPr/>
              </p14:nvContentPartPr>
              <p14:xfrm>
                <a:off x="2631833" y="3091426"/>
                <a:ext cx="109440" cy="1778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03455358-4C73-427D-AB61-2597B2DED6A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22833" y="3082426"/>
                  <a:ext cx="127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1B7F95AA-2D2F-40DC-890F-E2A71870BB19}"/>
                    </a:ext>
                  </a:extLst>
                </p14:cNvPr>
                <p14:cNvContentPartPr/>
                <p14:nvPr/>
              </p14:nvContentPartPr>
              <p14:xfrm>
                <a:off x="2840633" y="3109426"/>
                <a:ext cx="143280" cy="11088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1B7F95AA-2D2F-40DC-890F-E2A71870BB1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831633" y="3100786"/>
                  <a:ext cx="1609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A39611C1-F931-4858-A354-B3F7FFF2CE08}"/>
              </a:ext>
            </a:extLst>
          </p:cNvPr>
          <p:cNvGrpSpPr/>
          <p:nvPr/>
        </p:nvGrpSpPr>
        <p:grpSpPr>
          <a:xfrm>
            <a:off x="3288113" y="2900626"/>
            <a:ext cx="282600" cy="533160"/>
            <a:chOff x="3288113" y="2900626"/>
            <a:chExt cx="282600" cy="53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C07E7A56-685D-4B6A-8A9C-EA7CB3E7314E}"/>
                    </a:ext>
                  </a:extLst>
                </p14:cNvPr>
                <p14:cNvContentPartPr/>
                <p14:nvPr/>
              </p14:nvContentPartPr>
              <p14:xfrm>
                <a:off x="3288113" y="2900626"/>
                <a:ext cx="180720" cy="1771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C07E7A56-685D-4B6A-8A9C-EA7CB3E7314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279113" y="2891986"/>
                  <a:ext cx="198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AD08238F-2F9D-4F50-A4F5-61C93376E276}"/>
                    </a:ext>
                  </a:extLst>
                </p14:cNvPr>
                <p14:cNvContentPartPr/>
                <p14:nvPr/>
              </p14:nvContentPartPr>
              <p14:xfrm>
                <a:off x="3314033" y="3090346"/>
                <a:ext cx="256680" cy="586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AD08238F-2F9D-4F50-A4F5-61C93376E27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305393" y="3081706"/>
                  <a:ext cx="274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38C5755-8C4B-4393-B6E0-5EF01A45D12D}"/>
                    </a:ext>
                  </a:extLst>
                </p14:cNvPr>
                <p14:cNvContentPartPr/>
                <p14:nvPr/>
              </p14:nvContentPartPr>
              <p14:xfrm>
                <a:off x="3401153" y="3213826"/>
                <a:ext cx="158040" cy="2199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38C5755-8C4B-4393-B6E0-5EF01A45D12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392513" y="3204826"/>
                  <a:ext cx="1756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17FFE199-3BDB-4AA5-BB58-25550C309C2A}"/>
              </a:ext>
            </a:extLst>
          </p:cNvPr>
          <p:cNvGrpSpPr/>
          <p:nvPr/>
        </p:nvGrpSpPr>
        <p:grpSpPr>
          <a:xfrm>
            <a:off x="3848633" y="3648346"/>
            <a:ext cx="451080" cy="182520"/>
            <a:chOff x="3848633" y="3648346"/>
            <a:chExt cx="45108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A2C73DB6-2E93-41FE-B290-BDA1ACF46049}"/>
                    </a:ext>
                  </a:extLst>
                </p14:cNvPr>
                <p14:cNvContentPartPr/>
                <p14:nvPr/>
              </p14:nvContentPartPr>
              <p14:xfrm>
                <a:off x="3848633" y="3683626"/>
                <a:ext cx="99000" cy="1191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A2C73DB6-2E93-41FE-B290-BDA1ACF4604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839993" y="3674626"/>
                  <a:ext cx="11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7C9C5421-7E83-43BE-98FF-E97977D1A526}"/>
                    </a:ext>
                  </a:extLst>
                </p14:cNvPr>
                <p14:cNvContentPartPr/>
                <p14:nvPr/>
              </p14:nvContentPartPr>
              <p14:xfrm>
                <a:off x="4006313" y="3732226"/>
                <a:ext cx="6120" cy="986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7C9C5421-7E83-43BE-98FF-E97977D1A5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97673" y="3723226"/>
                  <a:ext cx="23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551C4F2-701D-4C8A-BE51-4E16DA9A7C3B}"/>
                    </a:ext>
                  </a:extLst>
                </p14:cNvPr>
                <p14:cNvContentPartPr/>
                <p14:nvPr/>
              </p14:nvContentPartPr>
              <p14:xfrm>
                <a:off x="4102073" y="3648346"/>
                <a:ext cx="69120" cy="1454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551C4F2-701D-4C8A-BE51-4E16DA9A7C3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093433" y="3639706"/>
                  <a:ext cx="86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B3088FE8-28AF-4D19-ACB1-63F87D7F861B}"/>
                    </a:ext>
                  </a:extLst>
                </p14:cNvPr>
                <p14:cNvContentPartPr/>
                <p14:nvPr/>
              </p14:nvContentPartPr>
              <p14:xfrm>
                <a:off x="4236353" y="3669586"/>
                <a:ext cx="63360" cy="1472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B3088FE8-28AF-4D19-ACB1-63F87D7F861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27713" y="3660586"/>
                  <a:ext cx="810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BB8B047B-1183-4B67-A830-92D4165F6287}"/>
              </a:ext>
            </a:extLst>
          </p:cNvPr>
          <p:cNvGrpSpPr/>
          <p:nvPr/>
        </p:nvGrpSpPr>
        <p:grpSpPr>
          <a:xfrm>
            <a:off x="3770513" y="2534866"/>
            <a:ext cx="1175760" cy="988200"/>
            <a:chOff x="3770513" y="2534866"/>
            <a:chExt cx="1175760" cy="9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7251E88E-87FE-4DD6-8CBC-E092E057178B}"/>
                    </a:ext>
                  </a:extLst>
                </p14:cNvPr>
                <p14:cNvContentPartPr/>
                <p14:nvPr/>
              </p14:nvContentPartPr>
              <p14:xfrm>
                <a:off x="3864473" y="2823946"/>
                <a:ext cx="101880" cy="6991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7251E88E-87FE-4DD6-8CBC-E092E057178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55473" y="2814946"/>
                  <a:ext cx="11952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739CF05F-15A1-470D-B61D-98BBED4F9C99}"/>
                    </a:ext>
                  </a:extLst>
                </p14:cNvPr>
                <p14:cNvContentPartPr/>
                <p14:nvPr/>
              </p14:nvContentPartPr>
              <p14:xfrm>
                <a:off x="3770513" y="2638546"/>
                <a:ext cx="137520" cy="1015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739CF05F-15A1-470D-B61D-98BBED4F9C9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61513" y="2629906"/>
                  <a:ext cx="155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2784E56-EE20-4594-AF24-9A5B5995D2EA}"/>
                    </a:ext>
                  </a:extLst>
                </p14:cNvPr>
                <p14:cNvContentPartPr/>
                <p14:nvPr/>
              </p14:nvContentPartPr>
              <p14:xfrm>
                <a:off x="3976433" y="2666986"/>
                <a:ext cx="30240" cy="752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2784E56-EE20-4594-AF24-9A5B5995D2E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67433" y="2657986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3EE90A5D-22CB-4EF2-B978-2C78F594463F}"/>
                    </a:ext>
                  </a:extLst>
                </p14:cNvPr>
                <p14:cNvContentPartPr/>
                <p14:nvPr/>
              </p14:nvContentPartPr>
              <p14:xfrm>
                <a:off x="4016753" y="2542786"/>
                <a:ext cx="161640" cy="1490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3EE90A5D-22CB-4EF2-B978-2C78F594463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08113" y="2533786"/>
                  <a:ext cx="179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117CF9FF-3978-4DC7-9FE5-E1B0457BE237}"/>
                    </a:ext>
                  </a:extLst>
                </p14:cNvPr>
                <p14:cNvContentPartPr/>
                <p14:nvPr/>
              </p14:nvContentPartPr>
              <p14:xfrm>
                <a:off x="4189913" y="2534866"/>
                <a:ext cx="128880" cy="21348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117CF9FF-3978-4DC7-9FE5-E1B0457BE23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81273" y="2525866"/>
                  <a:ext cx="146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5FAAD3BD-BA82-412D-BD23-611DB6AFACFB}"/>
                    </a:ext>
                  </a:extLst>
                </p14:cNvPr>
                <p14:cNvContentPartPr/>
                <p14:nvPr/>
              </p14:nvContentPartPr>
              <p14:xfrm>
                <a:off x="4226633" y="3033826"/>
                <a:ext cx="116280" cy="16920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5FAAD3BD-BA82-412D-BD23-611DB6AFACF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217993" y="3025186"/>
                  <a:ext cx="133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2BCBC482-98E3-4AD3-9638-6330B0DCD468}"/>
                    </a:ext>
                  </a:extLst>
                </p14:cNvPr>
                <p14:cNvContentPartPr/>
                <p14:nvPr/>
              </p14:nvContentPartPr>
              <p14:xfrm>
                <a:off x="4230593" y="3050386"/>
                <a:ext cx="100080" cy="16380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2BCBC482-98E3-4AD3-9638-6330B0DCD46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21953" y="3041746"/>
                  <a:ext cx="117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DBDADBB-5AC4-44BD-A977-7D4613054434}"/>
                    </a:ext>
                  </a:extLst>
                </p14:cNvPr>
                <p14:cNvContentPartPr/>
                <p14:nvPr/>
              </p14:nvContentPartPr>
              <p14:xfrm>
                <a:off x="4365953" y="2970466"/>
                <a:ext cx="134640" cy="10404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DBDADBB-5AC4-44BD-A977-7D46130544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357313" y="2961466"/>
                  <a:ext cx="152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AE66A3F9-93A1-4C06-BC6D-A75AB6AE52AE}"/>
                    </a:ext>
                  </a:extLst>
                </p14:cNvPr>
                <p14:cNvContentPartPr/>
                <p14:nvPr/>
              </p14:nvContentPartPr>
              <p14:xfrm>
                <a:off x="4574033" y="2892346"/>
                <a:ext cx="170280" cy="28296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AE66A3F9-93A1-4C06-BC6D-A75AB6AE52A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565393" y="2883706"/>
                  <a:ext cx="1879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33E509BB-4DDE-4809-8239-8ACDA968219C}"/>
                    </a:ext>
                  </a:extLst>
                </p14:cNvPr>
                <p14:cNvContentPartPr/>
                <p14:nvPr/>
              </p14:nvContentPartPr>
              <p14:xfrm>
                <a:off x="4817393" y="2994946"/>
                <a:ext cx="128880" cy="23688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33E509BB-4DDE-4809-8239-8ACDA968219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08753" y="2985946"/>
                  <a:ext cx="14652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6DF7E671-2CE1-4CC5-B32B-C4EBF5E2A1C9}"/>
                  </a:ext>
                </a:extLst>
              </p14:cNvPr>
              <p14:cNvContentPartPr/>
              <p14:nvPr/>
            </p14:nvContentPartPr>
            <p14:xfrm>
              <a:off x="5296913" y="3125266"/>
              <a:ext cx="175320" cy="2124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6DF7E671-2CE1-4CC5-B32B-C4EBF5E2A1C9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288273" y="3116266"/>
                <a:ext cx="1929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01B1B287-7D9D-425A-80F2-C3BAC5666365}"/>
                  </a:ext>
                </a:extLst>
              </p14:cNvPr>
              <p14:cNvContentPartPr/>
              <p14:nvPr/>
            </p14:nvContentPartPr>
            <p14:xfrm>
              <a:off x="5314193" y="3252346"/>
              <a:ext cx="128880" cy="1152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01B1B287-7D9D-425A-80F2-C3BAC5666365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305553" y="3243346"/>
                <a:ext cx="14652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upo 120">
            <a:extLst>
              <a:ext uri="{FF2B5EF4-FFF2-40B4-BE49-F238E27FC236}">
                <a16:creationId xmlns:a16="http://schemas.microsoft.com/office/drawing/2014/main" id="{77A0D433-D9A7-4C3E-A397-DAB93F4A73E1}"/>
              </a:ext>
            </a:extLst>
          </p:cNvPr>
          <p:cNvGrpSpPr/>
          <p:nvPr/>
        </p:nvGrpSpPr>
        <p:grpSpPr>
          <a:xfrm>
            <a:off x="5914673" y="2745826"/>
            <a:ext cx="311760" cy="403200"/>
            <a:chOff x="5914673" y="2745826"/>
            <a:chExt cx="31176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A1B5F05E-CAE2-407A-9BE0-DF5DACA86C7D}"/>
                    </a:ext>
                  </a:extLst>
                </p14:cNvPr>
                <p14:cNvContentPartPr/>
                <p14:nvPr/>
              </p14:nvContentPartPr>
              <p14:xfrm>
                <a:off x="5934833" y="2859946"/>
                <a:ext cx="122040" cy="17784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A1B5F05E-CAE2-407A-9BE0-DF5DACA86C7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926193" y="2851306"/>
                  <a:ext cx="139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9BA23144-137B-46B3-82A7-21F7180A351B}"/>
                    </a:ext>
                  </a:extLst>
                </p14:cNvPr>
                <p14:cNvContentPartPr/>
                <p14:nvPr/>
              </p14:nvContentPartPr>
              <p14:xfrm>
                <a:off x="5923313" y="2863546"/>
                <a:ext cx="114480" cy="19872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9BA23144-137B-46B3-82A7-21F7180A351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914673" y="2854546"/>
                  <a:ext cx="132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4903BFC-CF49-4271-B913-D983931859B8}"/>
                    </a:ext>
                  </a:extLst>
                </p14:cNvPr>
                <p14:cNvContentPartPr/>
                <p14:nvPr/>
              </p14:nvContentPartPr>
              <p14:xfrm>
                <a:off x="6059753" y="2745826"/>
                <a:ext cx="139680" cy="22752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4903BFC-CF49-4271-B913-D983931859B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50753" y="2737186"/>
                  <a:ext cx="1573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E6ADA1D8-AD96-4A32-A7CD-487BCB8D52D4}"/>
                    </a:ext>
                  </a:extLst>
                </p14:cNvPr>
                <p14:cNvContentPartPr/>
                <p14:nvPr/>
              </p14:nvContentPartPr>
              <p14:xfrm>
                <a:off x="5914673" y="3092146"/>
                <a:ext cx="311760" cy="568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E6ADA1D8-AD96-4A32-A7CD-487BCB8D52D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905673" y="3083506"/>
                  <a:ext cx="3294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9AB038D1-AD42-40C2-8EB3-32438F990576}"/>
              </a:ext>
            </a:extLst>
          </p:cNvPr>
          <p:cNvGrpSpPr/>
          <p:nvPr/>
        </p:nvGrpSpPr>
        <p:grpSpPr>
          <a:xfrm>
            <a:off x="6006833" y="3272146"/>
            <a:ext cx="160200" cy="188280"/>
            <a:chOff x="6006833" y="3272146"/>
            <a:chExt cx="160200" cy="18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23E24AE-D708-4FFA-A329-1A3F309ADE5D}"/>
                    </a:ext>
                  </a:extLst>
                </p14:cNvPr>
                <p14:cNvContentPartPr/>
                <p14:nvPr/>
              </p14:nvContentPartPr>
              <p14:xfrm>
                <a:off x="6006833" y="3272146"/>
                <a:ext cx="123840" cy="1144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23E24AE-D708-4FFA-A329-1A3F309ADE5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998193" y="3263506"/>
                  <a:ext cx="141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E95C80E7-D936-4331-9BFE-DEB3FE2C7D08}"/>
                    </a:ext>
                  </a:extLst>
                </p14:cNvPr>
                <p14:cNvContentPartPr/>
                <p14:nvPr/>
              </p14:nvContentPartPr>
              <p14:xfrm>
                <a:off x="6055793" y="3389506"/>
                <a:ext cx="111240" cy="7092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E95C80E7-D936-4331-9BFE-DEB3FE2C7D0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047153" y="3380506"/>
                  <a:ext cx="12888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75B3B9BF-221A-4154-9C72-05F31ADEFEF6}"/>
                  </a:ext>
                </a:extLst>
              </p14:cNvPr>
              <p14:cNvContentPartPr/>
              <p14:nvPr/>
            </p14:nvContentPartPr>
            <p14:xfrm>
              <a:off x="6523793" y="2886226"/>
              <a:ext cx="59400" cy="4518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75B3B9BF-221A-4154-9C72-05F31ADEFEF6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514793" y="2877226"/>
                <a:ext cx="770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462C72C3-6C83-4132-9CEF-13424D7D93A0}"/>
                  </a:ext>
                </a:extLst>
              </p14:cNvPr>
              <p14:cNvContentPartPr/>
              <p14:nvPr/>
            </p14:nvContentPartPr>
            <p14:xfrm>
              <a:off x="6650153" y="3437386"/>
              <a:ext cx="113400" cy="19872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462C72C3-6C83-4132-9CEF-13424D7D93A0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641513" y="3428746"/>
                <a:ext cx="1310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073EA45A-F877-4547-86A2-CB111A409E24}"/>
                  </a:ext>
                </a:extLst>
              </p14:cNvPr>
              <p14:cNvContentPartPr/>
              <p14:nvPr/>
            </p14:nvContentPartPr>
            <p14:xfrm>
              <a:off x="6628913" y="3478426"/>
              <a:ext cx="256680" cy="16128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073EA45A-F877-4547-86A2-CB111A409E2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620273" y="3469426"/>
                <a:ext cx="2743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2C707C1B-CA99-4F1A-A483-39CA25C083A4}"/>
                  </a:ext>
                </a:extLst>
              </p14:cNvPr>
              <p14:cNvContentPartPr/>
              <p14:nvPr/>
            </p14:nvContentPartPr>
            <p14:xfrm>
              <a:off x="6831233" y="3561946"/>
              <a:ext cx="105840" cy="4464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2C707C1B-CA99-4F1A-A483-39CA25C083A4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822233" y="3552946"/>
                <a:ext cx="1234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C62F3D26-3636-4833-87CC-5FF00A30A2D7}"/>
                  </a:ext>
                </a:extLst>
              </p14:cNvPr>
              <p14:cNvContentPartPr/>
              <p14:nvPr/>
            </p14:nvContentPartPr>
            <p14:xfrm>
              <a:off x="7003313" y="3461506"/>
              <a:ext cx="112320" cy="17604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C62F3D26-3636-4833-87CC-5FF00A30A2D7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994313" y="3452866"/>
                <a:ext cx="1299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83013541-4AE3-43A7-BACB-6D578712FCD8}"/>
                  </a:ext>
                </a:extLst>
              </p14:cNvPr>
              <p14:cNvContentPartPr/>
              <p14:nvPr/>
            </p14:nvContentPartPr>
            <p14:xfrm>
              <a:off x="7252433" y="3458986"/>
              <a:ext cx="97200" cy="14328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83013541-4AE3-43A7-BACB-6D578712FCD8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243793" y="3449986"/>
                <a:ext cx="1148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29F790CE-CDF5-4766-BCAD-DF49488DBFA7}"/>
                  </a:ext>
                </a:extLst>
              </p14:cNvPr>
              <p14:cNvContentPartPr/>
              <p14:nvPr/>
            </p14:nvContentPartPr>
            <p14:xfrm>
              <a:off x="7436393" y="3451426"/>
              <a:ext cx="112320" cy="14220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29F790CE-CDF5-4766-BCAD-DF49488DBFA7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427393" y="3442426"/>
                <a:ext cx="12996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upo 130">
            <a:extLst>
              <a:ext uri="{FF2B5EF4-FFF2-40B4-BE49-F238E27FC236}">
                <a16:creationId xmlns:a16="http://schemas.microsoft.com/office/drawing/2014/main" id="{C1B10042-350D-4900-A902-10614C0227D0}"/>
              </a:ext>
            </a:extLst>
          </p:cNvPr>
          <p:cNvGrpSpPr/>
          <p:nvPr/>
        </p:nvGrpSpPr>
        <p:grpSpPr>
          <a:xfrm>
            <a:off x="6689033" y="2539906"/>
            <a:ext cx="882720" cy="282960"/>
            <a:chOff x="6689033" y="2539906"/>
            <a:chExt cx="88272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1147C2EA-5416-4F44-A075-98E911C472CF}"/>
                    </a:ext>
                  </a:extLst>
                </p14:cNvPr>
                <p14:cNvContentPartPr/>
                <p14:nvPr/>
              </p14:nvContentPartPr>
              <p14:xfrm>
                <a:off x="6692993" y="2656546"/>
                <a:ext cx="106560" cy="1515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1147C2EA-5416-4F44-A075-98E911C472C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83993" y="2647546"/>
                  <a:ext cx="124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B60FAD72-873D-4308-BAD1-92B81A768DF6}"/>
                    </a:ext>
                  </a:extLst>
                </p14:cNvPr>
                <p14:cNvContentPartPr/>
                <p14:nvPr/>
              </p14:nvContentPartPr>
              <p14:xfrm>
                <a:off x="6689033" y="2715586"/>
                <a:ext cx="146160" cy="10728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B60FAD72-873D-4308-BAD1-92B81A768DF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80033" y="2706946"/>
                  <a:ext cx="163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56943FBD-12D9-4F19-B008-19F8D6B96B61}"/>
                    </a:ext>
                  </a:extLst>
                </p14:cNvPr>
                <p14:cNvContentPartPr/>
                <p14:nvPr/>
              </p14:nvContentPartPr>
              <p14:xfrm>
                <a:off x="6939233" y="2661586"/>
                <a:ext cx="47880" cy="1440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56943FBD-12D9-4F19-B008-19F8D6B96B6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930593" y="2652946"/>
                  <a:ext cx="65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8C746836-D305-4E14-BA13-7CD19FF5ADE7}"/>
                    </a:ext>
                  </a:extLst>
                </p14:cNvPr>
                <p14:cNvContentPartPr/>
                <p14:nvPr/>
              </p14:nvContentPartPr>
              <p14:xfrm>
                <a:off x="6939233" y="2675626"/>
                <a:ext cx="99000" cy="5688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8C746836-D305-4E14-BA13-7CD19FF5ADE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930593" y="2666986"/>
                  <a:ext cx="116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B82050D0-BE55-4E6C-93B4-1C5DF7D9D253}"/>
                    </a:ext>
                  </a:extLst>
                </p14:cNvPr>
                <p14:cNvContentPartPr/>
                <p14:nvPr/>
              </p14:nvContentPartPr>
              <p14:xfrm>
                <a:off x="7074953" y="2582026"/>
                <a:ext cx="90000" cy="15048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B82050D0-BE55-4E6C-93B4-1C5DF7D9D25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065953" y="2573026"/>
                  <a:ext cx="107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5DE068A4-730A-45F3-AFC9-10444B48FD18}"/>
                    </a:ext>
                  </a:extLst>
                </p14:cNvPr>
                <p14:cNvContentPartPr/>
                <p14:nvPr/>
              </p14:nvContentPartPr>
              <p14:xfrm>
                <a:off x="7194473" y="2678146"/>
                <a:ext cx="32400" cy="7164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5DE068A4-730A-45F3-AFC9-10444B48FD1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185833" y="2669506"/>
                  <a:ext cx="50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B1C16CB8-F7CE-4671-8A20-14208EBF6D98}"/>
                    </a:ext>
                  </a:extLst>
                </p14:cNvPr>
                <p14:cNvContentPartPr/>
                <p14:nvPr/>
              </p14:nvContentPartPr>
              <p14:xfrm>
                <a:off x="7248113" y="2539906"/>
                <a:ext cx="147240" cy="17244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B1C16CB8-F7CE-4671-8A20-14208EBF6D9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239113" y="2531266"/>
                  <a:ext cx="164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7997BC8C-6872-494D-A275-4E38F926B5EC}"/>
                    </a:ext>
                  </a:extLst>
                </p14:cNvPr>
                <p14:cNvContentPartPr/>
                <p14:nvPr/>
              </p14:nvContentPartPr>
              <p14:xfrm>
                <a:off x="7476713" y="2560786"/>
                <a:ext cx="95040" cy="14724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7997BC8C-6872-494D-A275-4E38F926B5E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468073" y="2552146"/>
                  <a:ext cx="11268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82DA23B8-8C43-48BD-A3DC-D4E1EF512C32}"/>
              </a:ext>
            </a:extLst>
          </p:cNvPr>
          <p:cNvGrpSpPr/>
          <p:nvPr/>
        </p:nvGrpSpPr>
        <p:grpSpPr>
          <a:xfrm>
            <a:off x="8005553" y="2894866"/>
            <a:ext cx="219960" cy="118800"/>
            <a:chOff x="8005553" y="2894866"/>
            <a:chExt cx="21996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4DB91DFB-67D3-4203-ACF8-9CF397C60D70}"/>
                    </a:ext>
                  </a:extLst>
                </p14:cNvPr>
                <p14:cNvContentPartPr/>
                <p14:nvPr/>
              </p14:nvContentPartPr>
              <p14:xfrm>
                <a:off x="8005553" y="2894866"/>
                <a:ext cx="141480" cy="378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4DB91DFB-67D3-4203-ACF8-9CF397C60D7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996913" y="2885866"/>
                  <a:ext cx="159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1D67701E-BDFC-4055-9FA2-6AD6A43B3D74}"/>
                    </a:ext>
                  </a:extLst>
                </p14:cNvPr>
                <p14:cNvContentPartPr/>
                <p14:nvPr/>
              </p14:nvContentPartPr>
              <p14:xfrm>
                <a:off x="8053073" y="2974066"/>
                <a:ext cx="172440" cy="3960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1D67701E-BDFC-4055-9FA2-6AD6A43B3D7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44073" y="2965066"/>
                  <a:ext cx="19008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F4ACD6CD-8EBF-4005-8D29-65EA6B9C8DF7}"/>
              </a:ext>
            </a:extLst>
          </p:cNvPr>
          <p:cNvGrpSpPr/>
          <p:nvPr/>
        </p:nvGrpSpPr>
        <p:grpSpPr>
          <a:xfrm>
            <a:off x="8480393" y="2727826"/>
            <a:ext cx="615960" cy="738720"/>
            <a:chOff x="8480393" y="2727826"/>
            <a:chExt cx="615960" cy="73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71D26CEA-2F99-4559-9EF7-3E60B5037E90}"/>
                    </a:ext>
                  </a:extLst>
                </p14:cNvPr>
                <p14:cNvContentPartPr/>
                <p14:nvPr/>
              </p14:nvContentPartPr>
              <p14:xfrm>
                <a:off x="8480393" y="2790106"/>
                <a:ext cx="87480" cy="2034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71D26CEA-2F99-4559-9EF7-3E60B5037E9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71393" y="2781106"/>
                  <a:ext cx="105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A83F6B3A-3B0D-460A-B6EC-27DD228463B9}"/>
                    </a:ext>
                  </a:extLst>
                </p14:cNvPr>
                <p14:cNvContentPartPr/>
                <p14:nvPr/>
              </p14:nvContentPartPr>
              <p14:xfrm>
                <a:off x="8492993" y="2998186"/>
                <a:ext cx="210960" cy="352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A83F6B3A-3B0D-460A-B6EC-27DD228463B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83993" y="2989546"/>
                  <a:ext cx="228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91BB9406-12AF-4A68-A176-08E240C02A9B}"/>
                    </a:ext>
                  </a:extLst>
                </p14:cNvPr>
                <p14:cNvContentPartPr/>
                <p14:nvPr/>
              </p14:nvContentPartPr>
              <p14:xfrm>
                <a:off x="8496593" y="3205546"/>
                <a:ext cx="118800" cy="903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91BB9406-12AF-4A68-A176-08E240C02A9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87953" y="3196546"/>
                  <a:ext cx="136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0C3F67EC-CC3A-4780-ACA8-27989990967A}"/>
                    </a:ext>
                  </a:extLst>
                </p14:cNvPr>
                <p14:cNvContentPartPr/>
                <p14:nvPr/>
              </p14:nvContentPartPr>
              <p14:xfrm>
                <a:off x="8503793" y="3298066"/>
                <a:ext cx="143640" cy="11268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0C3F67EC-CC3A-4780-ACA8-27989990967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95153" y="3289066"/>
                  <a:ext cx="161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DC85E57-43F5-4564-A680-E63BADBB5AD9}"/>
                    </a:ext>
                  </a:extLst>
                </p14:cNvPr>
                <p14:cNvContentPartPr/>
                <p14:nvPr/>
              </p14:nvContentPartPr>
              <p14:xfrm>
                <a:off x="8806913" y="2727826"/>
                <a:ext cx="181080" cy="367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DC85E57-43F5-4564-A680-E63BADBB5AD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98273" y="2719186"/>
                  <a:ext cx="1987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1B3FD3EF-B0C9-4135-B267-91FE8B45868D}"/>
                    </a:ext>
                  </a:extLst>
                </p14:cNvPr>
                <p14:cNvContentPartPr/>
                <p14:nvPr/>
              </p14:nvContentPartPr>
              <p14:xfrm>
                <a:off x="8825273" y="2768866"/>
                <a:ext cx="271080" cy="6976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1B3FD3EF-B0C9-4135-B267-91FE8B45868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816633" y="2759866"/>
                  <a:ext cx="288720" cy="71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upo 149">
            <a:extLst>
              <a:ext uri="{FF2B5EF4-FFF2-40B4-BE49-F238E27FC236}">
                <a16:creationId xmlns:a16="http://schemas.microsoft.com/office/drawing/2014/main" id="{C63FC4A3-AE0C-4B65-889D-98903D205B25}"/>
              </a:ext>
            </a:extLst>
          </p:cNvPr>
          <p:cNvGrpSpPr/>
          <p:nvPr/>
        </p:nvGrpSpPr>
        <p:grpSpPr>
          <a:xfrm>
            <a:off x="9223073" y="2809546"/>
            <a:ext cx="1163880" cy="319320"/>
            <a:chOff x="9223073" y="2809546"/>
            <a:chExt cx="116388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F52AA69E-1085-4FCC-A9EB-4F4AE948FA7E}"/>
                    </a:ext>
                  </a:extLst>
                </p14:cNvPr>
                <p14:cNvContentPartPr/>
                <p14:nvPr/>
              </p14:nvContentPartPr>
              <p14:xfrm>
                <a:off x="9223073" y="2856706"/>
                <a:ext cx="117360" cy="21528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F52AA69E-1085-4FCC-A9EB-4F4AE948FA7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214433" y="2847706"/>
                  <a:ext cx="135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10BE4EEE-D6BB-425E-9B41-C3FCA956A51F}"/>
                    </a:ext>
                  </a:extLst>
                </p14:cNvPr>
                <p14:cNvContentPartPr/>
                <p14:nvPr/>
              </p14:nvContentPartPr>
              <p14:xfrm>
                <a:off x="9398753" y="3017266"/>
                <a:ext cx="7920" cy="11160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10BE4EEE-D6BB-425E-9B41-C3FCA956A51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89753" y="3008626"/>
                  <a:ext cx="25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336C0633-FE5F-4995-BCFB-774C7F3ED60A}"/>
                    </a:ext>
                  </a:extLst>
                </p14:cNvPr>
                <p14:cNvContentPartPr/>
                <p14:nvPr/>
              </p14:nvContentPartPr>
              <p14:xfrm>
                <a:off x="9507113" y="2854546"/>
                <a:ext cx="93240" cy="20880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336C0633-FE5F-4995-BCFB-774C7F3ED60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498113" y="2845546"/>
                  <a:ext cx="110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BA0BB777-89E6-4570-9306-DC161E13783B}"/>
                    </a:ext>
                  </a:extLst>
                </p14:cNvPr>
                <p14:cNvContentPartPr/>
                <p14:nvPr/>
              </p14:nvContentPartPr>
              <p14:xfrm>
                <a:off x="9513593" y="2937346"/>
                <a:ext cx="126000" cy="5760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BA0BB777-89E6-4570-9306-DC161E13783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04953" y="2928706"/>
                  <a:ext cx="143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D0562366-10F3-4705-9DAD-CC8989FF3112}"/>
                    </a:ext>
                  </a:extLst>
                </p14:cNvPr>
                <p14:cNvContentPartPr/>
                <p14:nvPr/>
              </p14:nvContentPartPr>
              <p14:xfrm>
                <a:off x="9689993" y="2834026"/>
                <a:ext cx="126720" cy="1958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D0562366-10F3-4705-9DAD-CC8989FF311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680993" y="2825026"/>
                  <a:ext cx="144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0CB17EFD-F76C-4974-979C-D1E310A110A0}"/>
                    </a:ext>
                  </a:extLst>
                </p14:cNvPr>
                <p14:cNvContentPartPr/>
                <p14:nvPr/>
              </p14:nvContentPartPr>
              <p14:xfrm>
                <a:off x="9932273" y="2809546"/>
                <a:ext cx="21600" cy="1965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0CB17EFD-F76C-4974-979C-D1E310A110A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923273" y="2800906"/>
                  <a:ext cx="392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68134B6-CA7C-4DB5-A90D-7F106F2D7138}"/>
                    </a:ext>
                  </a:extLst>
                </p14:cNvPr>
                <p14:cNvContentPartPr/>
                <p14:nvPr/>
              </p14:nvContentPartPr>
              <p14:xfrm>
                <a:off x="10001753" y="2810266"/>
                <a:ext cx="162720" cy="17352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68134B6-CA7C-4DB5-A90D-7F106F2D713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993113" y="2801266"/>
                  <a:ext cx="180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907C33D0-FA00-415E-BA84-62D3C74AE67D}"/>
                    </a:ext>
                  </a:extLst>
                </p14:cNvPr>
                <p14:cNvContentPartPr/>
                <p14:nvPr/>
              </p14:nvContentPartPr>
              <p14:xfrm>
                <a:off x="10177433" y="2811346"/>
                <a:ext cx="93960" cy="1796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907C33D0-FA00-415E-BA84-62D3C74AE67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168433" y="2802346"/>
                  <a:ext cx="111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A2551956-B2BC-4FC1-9121-87C784C89F9E}"/>
                    </a:ext>
                  </a:extLst>
                </p14:cNvPr>
                <p14:cNvContentPartPr/>
                <p14:nvPr/>
              </p14:nvContentPartPr>
              <p14:xfrm>
                <a:off x="10280033" y="2829706"/>
                <a:ext cx="106920" cy="23760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A2551956-B2BC-4FC1-9121-87C784C89F9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271393" y="2820706"/>
                  <a:ext cx="124560" cy="25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16625FDC-4FB0-4C8C-B197-E42DA51EA16B}"/>
                  </a:ext>
                </a:extLst>
              </p14:cNvPr>
              <p14:cNvContentPartPr/>
              <p14:nvPr/>
            </p14:nvContentPartPr>
            <p14:xfrm>
              <a:off x="10532753" y="2872906"/>
              <a:ext cx="118440" cy="1008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16625FDC-4FB0-4C8C-B197-E42DA51EA16B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10523753" y="2864266"/>
                <a:ext cx="13608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upo 159">
            <a:extLst>
              <a:ext uri="{FF2B5EF4-FFF2-40B4-BE49-F238E27FC236}">
                <a16:creationId xmlns:a16="http://schemas.microsoft.com/office/drawing/2014/main" id="{EB693B2D-61A4-4FFF-8B88-50C1B5AB86C4}"/>
              </a:ext>
            </a:extLst>
          </p:cNvPr>
          <p:cNvGrpSpPr/>
          <p:nvPr/>
        </p:nvGrpSpPr>
        <p:grpSpPr>
          <a:xfrm>
            <a:off x="10868633" y="2549626"/>
            <a:ext cx="1081440" cy="768240"/>
            <a:chOff x="10868633" y="2549626"/>
            <a:chExt cx="1081440" cy="76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493688E4-DED9-498A-A3F7-9D3D65321490}"/>
                    </a:ext>
                  </a:extLst>
                </p14:cNvPr>
                <p14:cNvContentPartPr/>
                <p14:nvPr/>
              </p14:nvContentPartPr>
              <p14:xfrm>
                <a:off x="10868633" y="2699746"/>
                <a:ext cx="101880" cy="21816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493688E4-DED9-498A-A3F7-9D3D6532149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859633" y="2691106"/>
                  <a:ext cx="119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37B3C51B-113C-4C2A-9175-FA65B08B7591}"/>
                    </a:ext>
                  </a:extLst>
                </p14:cNvPr>
                <p14:cNvContentPartPr/>
                <p14:nvPr/>
              </p14:nvContentPartPr>
              <p14:xfrm>
                <a:off x="10963673" y="2906026"/>
                <a:ext cx="20520" cy="10908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37B3C51B-113C-4C2A-9175-FA65B08B759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955033" y="2897386"/>
                  <a:ext cx="38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87532828-AFE9-43D6-A771-4CEF81D9F5F6}"/>
                    </a:ext>
                  </a:extLst>
                </p14:cNvPr>
                <p14:cNvContentPartPr/>
                <p14:nvPr/>
              </p14:nvContentPartPr>
              <p14:xfrm>
                <a:off x="11101193" y="2703346"/>
                <a:ext cx="90000" cy="1904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87532828-AFE9-43D6-A771-4CEF81D9F5F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1092193" y="2694706"/>
                  <a:ext cx="107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F2D4A57C-A98D-40C0-9445-B076B3950B2D}"/>
                    </a:ext>
                  </a:extLst>
                </p14:cNvPr>
                <p14:cNvContentPartPr/>
                <p14:nvPr/>
              </p14:nvContentPartPr>
              <p14:xfrm>
                <a:off x="11267153" y="2693986"/>
                <a:ext cx="80280" cy="1890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F2D4A57C-A98D-40C0-9445-B076B3950B2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258513" y="2684986"/>
                  <a:ext cx="97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2285CBC1-CF1B-49D6-939F-092F0B6C3EBA}"/>
                    </a:ext>
                  </a:extLst>
                </p14:cNvPr>
                <p14:cNvContentPartPr/>
                <p14:nvPr/>
              </p14:nvContentPartPr>
              <p14:xfrm>
                <a:off x="11439233" y="2669506"/>
                <a:ext cx="149760" cy="22320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2285CBC1-CF1B-49D6-939F-092F0B6C3EB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430593" y="2660506"/>
                  <a:ext cx="167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5E8FC38C-3704-45CB-AF75-B91E24245D6C}"/>
                    </a:ext>
                  </a:extLst>
                </p14:cNvPr>
                <p14:cNvContentPartPr/>
                <p14:nvPr/>
              </p14:nvContentPartPr>
              <p14:xfrm>
                <a:off x="11464433" y="2778226"/>
                <a:ext cx="186840" cy="8208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5E8FC38C-3704-45CB-AF75-B91E24245D6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455793" y="2769586"/>
                  <a:ext cx="204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95817F60-BB70-4E7E-A0F8-0B7A8475200C}"/>
                    </a:ext>
                  </a:extLst>
                </p14:cNvPr>
                <p14:cNvContentPartPr/>
                <p14:nvPr/>
              </p14:nvContentPartPr>
              <p14:xfrm>
                <a:off x="11666393" y="2731426"/>
                <a:ext cx="78840" cy="1274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95817F60-BB70-4E7E-A0F8-0B7A8475200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657393" y="2722426"/>
                  <a:ext cx="964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BB4345C6-D9A8-47B5-B91F-EF65BA049C8C}"/>
                    </a:ext>
                  </a:extLst>
                </p14:cNvPr>
                <p14:cNvContentPartPr/>
                <p14:nvPr/>
              </p14:nvContentPartPr>
              <p14:xfrm>
                <a:off x="11775833" y="2549626"/>
                <a:ext cx="174240" cy="7682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BB4345C6-D9A8-47B5-B91F-EF65BA049C8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766833" y="2540626"/>
                  <a:ext cx="191880" cy="78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380B006C-2162-4D30-8B0D-4EC80700B54A}"/>
              </a:ext>
            </a:extLst>
          </p:cNvPr>
          <p:cNvGrpSpPr/>
          <p:nvPr/>
        </p:nvGrpSpPr>
        <p:grpSpPr>
          <a:xfrm>
            <a:off x="1462913" y="4503346"/>
            <a:ext cx="147240" cy="151200"/>
            <a:chOff x="1462913" y="4503346"/>
            <a:chExt cx="147240" cy="1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88684FFE-0ACE-48F4-95DE-FD965B31B8FA}"/>
                    </a:ext>
                  </a:extLst>
                </p14:cNvPr>
                <p14:cNvContentPartPr/>
                <p14:nvPr/>
              </p14:nvContentPartPr>
              <p14:xfrm>
                <a:off x="1478033" y="4503346"/>
                <a:ext cx="81720" cy="1332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88684FFE-0ACE-48F4-95DE-FD965B31B8F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469393" y="4494706"/>
                  <a:ext cx="99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89EA4373-E890-4B79-81EB-4BE0E7E793C3}"/>
                    </a:ext>
                  </a:extLst>
                </p14:cNvPr>
                <p14:cNvContentPartPr/>
                <p14:nvPr/>
              </p14:nvContentPartPr>
              <p14:xfrm>
                <a:off x="1462913" y="4613146"/>
                <a:ext cx="147240" cy="4140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89EA4373-E890-4B79-81EB-4BE0E7E793C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454273" y="4604146"/>
                  <a:ext cx="1648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upo 175">
            <a:extLst>
              <a:ext uri="{FF2B5EF4-FFF2-40B4-BE49-F238E27FC236}">
                <a16:creationId xmlns:a16="http://schemas.microsoft.com/office/drawing/2014/main" id="{1EB72EFD-71D4-4863-BC43-3AE84D03A904}"/>
              </a:ext>
            </a:extLst>
          </p:cNvPr>
          <p:cNvGrpSpPr/>
          <p:nvPr/>
        </p:nvGrpSpPr>
        <p:grpSpPr>
          <a:xfrm>
            <a:off x="1786913" y="4382746"/>
            <a:ext cx="873360" cy="789480"/>
            <a:chOff x="1786913" y="4382746"/>
            <a:chExt cx="873360" cy="78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2F97B6D2-EC16-44D0-AE78-88B2AE115CED}"/>
                    </a:ext>
                  </a:extLst>
                </p14:cNvPr>
                <p14:cNvContentPartPr/>
                <p14:nvPr/>
              </p14:nvContentPartPr>
              <p14:xfrm>
                <a:off x="1867193" y="4428466"/>
                <a:ext cx="225360" cy="27036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2F97B6D2-EC16-44D0-AE78-88B2AE115CE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858553" y="4419466"/>
                  <a:ext cx="243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C00D198B-7F88-47C1-9223-7C11BE1AA202}"/>
                    </a:ext>
                  </a:extLst>
                </p14:cNvPr>
                <p14:cNvContentPartPr/>
                <p14:nvPr/>
              </p14:nvContentPartPr>
              <p14:xfrm>
                <a:off x="2097233" y="4600186"/>
                <a:ext cx="25560" cy="11772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C00D198B-7F88-47C1-9223-7C11BE1AA20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088233" y="4591186"/>
                  <a:ext cx="43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C1977155-087D-4F51-BDFF-580CD7C9C777}"/>
                    </a:ext>
                  </a:extLst>
                </p14:cNvPr>
                <p14:cNvContentPartPr/>
                <p14:nvPr/>
              </p14:nvContentPartPr>
              <p14:xfrm>
                <a:off x="2222873" y="4437826"/>
                <a:ext cx="97560" cy="1706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C1977155-087D-4F51-BDFF-580CD7C9C77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213873" y="4428826"/>
                  <a:ext cx="115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9702A504-C12B-4A7F-B7C2-2BB357705DFD}"/>
                    </a:ext>
                  </a:extLst>
                </p14:cNvPr>
                <p14:cNvContentPartPr/>
                <p14:nvPr/>
              </p14:nvContentPartPr>
              <p14:xfrm>
                <a:off x="2360033" y="4382746"/>
                <a:ext cx="107640" cy="12276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9702A504-C12B-4A7F-B7C2-2BB357705DF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351033" y="4373746"/>
                  <a:ext cx="125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E9426316-702F-479C-9303-2CB557372B71}"/>
                    </a:ext>
                  </a:extLst>
                </p14:cNvPr>
                <p14:cNvContentPartPr/>
                <p14:nvPr/>
              </p14:nvContentPartPr>
              <p14:xfrm>
                <a:off x="2328713" y="4472746"/>
                <a:ext cx="181800" cy="2116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E9426316-702F-479C-9303-2CB557372B7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320073" y="4464106"/>
                  <a:ext cx="199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D3BFB083-0E7F-40AC-88F3-8D593267349D}"/>
                    </a:ext>
                  </a:extLst>
                </p14:cNvPr>
                <p14:cNvContentPartPr/>
                <p14:nvPr/>
              </p14:nvContentPartPr>
              <p14:xfrm>
                <a:off x="1786913" y="4743466"/>
                <a:ext cx="873360" cy="21528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D3BFB083-0E7F-40AC-88F3-8D593267349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777913" y="4734826"/>
                  <a:ext cx="891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D8CEC935-E5A7-4C49-BA7D-39A453F001CC}"/>
                    </a:ext>
                  </a:extLst>
                </p14:cNvPr>
                <p14:cNvContentPartPr/>
                <p14:nvPr/>
              </p14:nvContentPartPr>
              <p14:xfrm>
                <a:off x="2176793" y="4922746"/>
                <a:ext cx="140040" cy="1461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D8CEC935-E5A7-4C49-BA7D-39A453F001C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167793" y="4914106"/>
                  <a:ext cx="157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D55EF06E-2E28-433F-98AD-84DD56886DE1}"/>
                    </a:ext>
                  </a:extLst>
                </p14:cNvPr>
                <p14:cNvContentPartPr/>
                <p14:nvPr/>
              </p14:nvContentPartPr>
              <p14:xfrm>
                <a:off x="2212793" y="4973146"/>
                <a:ext cx="148320" cy="19908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D55EF06E-2E28-433F-98AD-84DD56886DE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203793" y="4964146"/>
                  <a:ext cx="16596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4E313FC6-F0FA-4033-BC29-C903A94584CC}"/>
              </a:ext>
            </a:extLst>
          </p:cNvPr>
          <p:cNvGrpSpPr/>
          <p:nvPr/>
        </p:nvGrpSpPr>
        <p:grpSpPr>
          <a:xfrm>
            <a:off x="2866553" y="4659226"/>
            <a:ext cx="147600" cy="116640"/>
            <a:chOff x="2866553" y="4659226"/>
            <a:chExt cx="147600" cy="1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4BE68764-B542-4AA2-A3BB-0949A3315390}"/>
                    </a:ext>
                  </a:extLst>
                </p14:cNvPr>
                <p14:cNvContentPartPr/>
                <p14:nvPr/>
              </p14:nvContentPartPr>
              <p14:xfrm>
                <a:off x="2866553" y="4659226"/>
                <a:ext cx="143280" cy="280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4BE68764-B542-4AA2-A3BB-0949A331539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857913" y="4650226"/>
                  <a:ext cx="160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BE5A12F0-74F4-437D-B527-43C1AC1D810F}"/>
                    </a:ext>
                  </a:extLst>
                </p14:cNvPr>
                <p14:cNvContentPartPr/>
                <p14:nvPr/>
              </p14:nvContentPartPr>
              <p14:xfrm>
                <a:off x="2898593" y="4760746"/>
                <a:ext cx="115560" cy="151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BE5A12F0-74F4-437D-B527-43C1AC1D810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889593" y="4752106"/>
                  <a:ext cx="1332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upo 180">
            <a:extLst>
              <a:ext uri="{FF2B5EF4-FFF2-40B4-BE49-F238E27FC236}">
                <a16:creationId xmlns:a16="http://schemas.microsoft.com/office/drawing/2014/main" id="{6405B1A0-581C-4F14-96F4-29B194BB74D2}"/>
              </a:ext>
            </a:extLst>
          </p:cNvPr>
          <p:cNvGrpSpPr/>
          <p:nvPr/>
        </p:nvGrpSpPr>
        <p:grpSpPr>
          <a:xfrm>
            <a:off x="3423113" y="4532146"/>
            <a:ext cx="671400" cy="327600"/>
            <a:chOff x="3423113" y="4532146"/>
            <a:chExt cx="67140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50A589B3-EA77-425D-9EBE-149A1D3326B5}"/>
                    </a:ext>
                  </a:extLst>
                </p14:cNvPr>
                <p14:cNvContentPartPr/>
                <p14:nvPr/>
              </p14:nvContentPartPr>
              <p14:xfrm>
                <a:off x="3423113" y="4572106"/>
                <a:ext cx="129960" cy="17172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50A589B3-EA77-425D-9EBE-149A1D3326B5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414113" y="4563466"/>
                  <a:ext cx="147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F2D69C97-3DDC-4086-A892-0908AB0CD362}"/>
                    </a:ext>
                  </a:extLst>
                </p14:cNvPr>
                <p14:cNvContentPartPr/>
                <p14:nvPr/>
              </p14:nvContentPartPr>
              <p14:xfrm>
                <a:off x="3605273" y="4698466"/>
                <a:ext cx="16920" cy="1612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F2D69C97-3DDC-4086-A892-0908AB0CD36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596273" y="4689466"/>
                  <a:ext cx="34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38649A27-73AD-4642-A8C7-8F5CE2D6492E}"/>
                    </a:ext>
                  </a:extLst>
                </p14:cNvPr>
                <p14:cNvContentPartPr/>
                <p14:nvPr/>
              </p14:nvContentPartPr>
              <p14:xfrm>
                <a:off x="3730553" y="4532146"/>
                <a:ext cx="130320" cy="19080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38649A27-73AD-4642-A8C7-8F5CE2D6492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721553" y="4523506"/>
                  <a:ext cx="1479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E2F4DBB2-5C0B-4443-B079-6D851EC4DC8F}"/>
                    </a:ext>
                  </a:extLst>
                </p14:cNvPr>
                <p14:cNvContentPartPr/>
                <p14:nvPr/>
              </p14:nvContentPartPr>
              <p14:xfrm>
                <a:off x="3938633" y="4554826"/>
                <a:ext cx="155880" cy="1926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E2F4DBB2-5C0B-4443-B079-6D851EC4DC8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929993" y="4545826"/>
                  <a:ext cx="173520" cy="21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61741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11</cp:revision>
  <dcterms:created xsi:type="dcterms:W3CDTF">2020-05-04T23:48:06Z</dcterms:created>
  <dcterms:modified xsi:type="dcterms:W3CDTF">2020-05-05T01:33:51Z</dcterms:modified>
</cp:coreProperties>
</file>