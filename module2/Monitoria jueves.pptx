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21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53 10322,'0'0'1427,"0"0"-97,0 0 219,0 0-210,0 0-168,0 0-221,-13-5-94,-5-2-515,-1 1 0,0 0 0,-1 2 0,1 0 0,-1 1 0,0 1 0,-2 1-341,-8 1 103,1 1 0,0 2 0,-13 3-103,29-4 19,1 1 0,0 1 0,0 0 0,0 0 0,1 1 0,0 1 0,0 0 0,0 0 0,-5 5-19,12-7 8,0-1-1,0 2 0,0-1 1,1 0-1,0 1 1,-1 0-1,2-1 0,-1 1 1,0 0-1,1 1 0,0-1 1,0 0-1,1 1 1,-1-1-1,1 1 0,0 1-7,-2 16-2,2 0 0,0 0 0,1 10 2,1-7-4,-1-8 6,1 0-1,1 0 0,0 0 1,2-1-1,0 1 1,0-1-1,2 0 0,0 0 1,1 0-1,3 2-1,-8-14 0,1 1 0,1-1 0,-1 0 0,1 1 0,0-2 0,0 1 0,1 0 0,-1-1 0,1 0 0,0 0 0,0 0 0,0-1 0,1 1 0,-1-1 0,1-1 0,0 1 0,-1-1 0,1 0 0,1 0 0,-1-1 0,0 1 0,0-2 0,0 1 0,1 0 0,-1-1 0,0-1 0,1 1 0,-1-1 0,0 0 0,4-1 0,-2 0 16,-1-1 0,0 0 0,0-1 0,0 1 0,-1-1-1,1 0 1,-1-1 0,0 0 0,0 0 0,0 0 0,-1-1 0,0 1 0,0-1 0,0-1 0,-1 1 0,0 0 0,0-1 0,-1 0 0,1-2-16,5-10 23,-1 0 1,-1-1-1,-1 1 0,-1-1 0,-1-1 0,2-15-23,-2-19 126,-2 1-1,-5-52-125,3 100 124,0 0-1,-1 1 0,0-1 1,0 0-1,0 1 1,-1-1-1,1 1 0,-1 0 1,-1-1-1,1 1 1,-1 0-1,0 0 0,0 1 1,0-1-1,-4-4-123,6 9 254,3 14-226,0 0 1,1 0 0,0 0-1,1-1 1,1 1 0,0-1 0,1 0-1,1 0 1,2 2-29,15 37 162,27 81 250,24 100-412,-70-221-512,-1-17-1347,0-26-3408,-3 23 3668,4-27-7253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22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13987,'0'0'2176,"0"0"-1162,34 29 408,-28-23-1330,33 27 376,-2 1 0,-1 2 0,-2 1-1,-1 2 1,-2 2 0,23 40-468,-16-9 495,-3 1-1,-4 1 1,-2 2 0,-5 1 0,-2 0 0,-4 2-1,-3 1 1,-4 0 0,-4 0 0,-2 51-495,-13 188 1185,6-278-1173,2 2-546,0-43-180,0-6-754,1-20-901,8-7-3177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22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0 6937,'0'0'5704,"0"0"-3462,0 0-340,0 0-258,0 0-592,-13 30-303,0-1-569,2-1 1,0 2 0,2-1-1,2 2 1,0-1 0,2 1 0,2 0-1,0 27-180,3 217 2206,22 113-2206,77 387 1491,-72-639-1167,5-1 0,6-1 0,7-2 0,38 77-324,-61-159-42,2-1 0,3 0 0,1-2-1,3-2 1,1 0 0,34 34 42,-62-74-143,1-1 0,0 0-1,0 1 1,0-1 0,1-1 0,-1 1 0,6 1 143,26 4-4941,-20-9-1032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34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51 8002,'0'0'1049,"0"0"-587,0 0-153,0 0 247,0 0 123,0 0-126,0 0-103,0 0-75,0 0-145,0 0-46,0 0 123,0 0 195,0 0 35,0 0-138,0 0-131,0 24-101,-1-2-134,-2 0 1,0 0-1,-1-1 1,-1 0-1,-6 15-33,-13 59 22,24-95-15,0 0 0,0 1-1,0-1 1,0 0 0,-1 1 0,1-1 0,0 0 0,0 1 0,0-1 0,0 0-1,0 1 1,0-1 0,0 0 0,0 1 0,0-1 0,0 0 0,0 1-1,0-1 1,0 0 0,1 1 0,-1-1 0,0 0 0,0 1 0,0-1-1,0 0 1,1 1 0,-1-1 0,0 0 0,0 0 0,0 1 0,1-1-1,-1 0 1,0 0 0,1 1 0,-1-1 0,0 0 0,0 0 0,1 0-1,-1 0 1,0 1 0,1-1 0,-1 0 0,0 0 0,1 0 0,-1 0-1,0 0 1,1 0 0,-1 0 0,1 0 0,-1 0 0,0 0 0,1 0-1,-1 0 1,0 0 0,1 0 0,-1 0 0,0-1 0,1 1 0,-1 0 0,0 0-1,0 0 1,1 0 0,-1-1-7,26-14 58,-21 12-33,123-77-524,21-4 499,40-11-4421,-89 48-1511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35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4561,'0'0'664,"0"0"-189,0 0 301,0 0 450,0 0 13,0 0-179,14 1-93,42 3-4,-55-4-908,0 0 0,-1 0 1,1 0-1,0 0 1,0 0-1,-1 0 0,1 0 1,0 1-1,0-1 0,-1 0 1,1 1-1,0-1 1,-1 0-1,1 1 0,-1-1 1,1 1-1,0-1 1,-1 0-1,1 1 0,-1 0 1,1-1-1,-1 1 1,1-1-1,-1 1 0,0 0 1,1-1-1,-1 1 1,0 0-1,1-1 0,-1 1 1,0 0-1,0 0 1,0-1-1,0 1 0,1 0 1,-1-1-1,0 1 1,0 0-1,-1 0 0,1-1 1,0 1-1,0 0 0,0 0 1,0-1-1,-1 1 1,1 0-1,0 0-55,-14 27 294,13-27-165,-5 10 53,2-6-136,0 1 0,1-1 0,-1 1 0,1 0 1,1 0-1,-1 1 0,1-1 0,0 0 0,1 1 1,-2 5-47,4-12 4,-1 1 1,1 0 0,0-1 0,-1 1-1,1-1 1,0 1 0,-1-1-1,1 1 1,0-1 0,0 0 0,0 1-1,-1-1 1,1 0 0,0 0 0,0 1-1,0-1 1,0 0 0,-1 0-1,1 0 1,0 0 0,0 0 0,0 0-1,0 0 1,0 0 0,-1-1 0,1 1-1,0 0 1,0 0 0,0-1-1,-1 1 1,1 0 0,0-1 0,0 1-5,34-12 37,7-13-332,-1-2-1,-1-2 0,-1-2 1,4-7 295,8-4-465,27-22-1346,-6 5-2435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3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1 146 5217,'0'0'647,"0"0"-398,0 0-118,0 0 28,0 0-1,6 4 145,5 4-239,-9-6 32,0 0 0,0-1 0,0 1-1,0 0 1,0-1 0,0 1 0,0-1-1,1 0 1,-1 0 0,0 0 0,1 0 0,-1 0-1,1 0 1,-1-1 0,1 1 0,-1-1-1,1 0 1,0 0 0,-1 0 0,1 0-1,-1 0 1,1 0 0,-1-1 0,1 1-1,-1-1 1,1 0 0,-1 0 0,1 0-1,-1 0 1,0 0 0,1 0 0,-1-1 0,0 1-1,0-1 1,0 1 0,0-1 0,1-1-96,112-98-607,-49 44-1160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39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14299,'0'0'2331,"0"0"-1039,0 0-439,0 0-337,0 0 75,5 27 189,38 181 1072,-19-66-438,-12-62-796,4 0 0,5 4-618,-13-67-60,-6-42-508,-2-4-1520,-2 1 0,-4-19 2088,-4-8-5685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40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11482,'0'0'1359,"0"0"-710,0 0-96,29-8-78,2 0-337,43-11 1139,65-9-1277,-41 23 1677,-78 5 2755,-41 0-4383,0 1 0,0 1 0,0 1 1,0 1-1,1 0 0,0 2 0,0 1 0,0 0 0,1 1 0,-12 7-49,23-10-5,-1 0 0,1 0-1,1 1 1,-1 0-1,1 0 1,0 0-1,0 1 1,1 1 0,0-1-1,0 1 1,1 0-1,0 0 1,0 0 0,1 1-1,0 0 1,1 0-1,0 0 1,0 0 0,1 0-1,0 0 1,0 1-1,1-1 1,1 1-1,-1 2 6,-1 36-225,40-48 301,41-3-20,-51 1-52,0 1-1,0 1 1,0 2 0,16 2-4,-35-2-2,0 0 0,0 1 0,0 0 0,-1 0 0,1 1 0,-1 0 0,0 0 0,0 1 0,0 0 1,-1 0-1,0 1 0,0 0 0,0 0 0,-1 1 0,1 0 0,-1 1 2,2 3 12,-1 0 0,0 0 0,-1 1 0,0 0 0,-1 1 0,0-1 0,-1 1 0,0 0 0,-1 0 0,0 1 0,-1-1 0,-1 0 0,0 1 0,-1-1 0,-1 1 0,0-1 0,-1 3-12,2-14 25,-1 0-1,1 1 1,-1-1-1,0 0 1,0 1-1,0-1 1,0 0-1,0 0 1,0 0-1,-1 0 1,1 0-1,-1 0 1,0 0-1,1 0 1,-1-1-1,0 1 1,0-1-1,0 1 1,0-1-1,0 0 1,0 1 0,-1-1-1,1-1 1,0 1-1,-1 0 1,1 0-1,0-1 1,-1 1-1,-1-1-24,-11 2 162,0-1 0,0 0 0,0-1-1,-10-1-161,-1 0 22,-144 1-806,98 0-6556,45 0-812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41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1 10578,'0'0'1458,"0"0"-215,0 0 327,0 0-394,0 0-408,-9-1-135,0 1-379,0 0-1,0 0 1,1 1-1,-1 0 0,0 1 1,1 0-1,-1 0 0,1 1 1,0 0-1,-8 3-253,-4 7 93,-1-1 0,2 2 0,0 1 0,0 0 0,2 2 0,0 0 0,1 0 0,0 2 0,2 0 0,0 1 0,1 0 0,1 1 0,1 0 0,1 1 0,1 0 0,0 1 0,2 0 0,1 0 0,1 0 0,1 1 0,1 0 0,0 17-93,0-4 115,3 0 0,0 1 0,3-1-1,1 0 1,8 32-115,-9-54 13,1 0-1,0-1 1,2 1-1,-1-1 1,2 0-1,0-1 1,0 0-1,1 0 1,1 0-1,0-1 1,1-1-1,0 1 1,1-2-1,0 1 1,11 6-13,-17-12 15,1-2 1,0 1-1,-1-1 1,1 0 0,1 0-1,-1 0 1,0-1-1,1 0 1,-1 0 0,1-1-1,0 0 1,-1 0-1,1 0 1,0-1 0,-1 0-1,1 0 1,0-1-1,0 0 1,-1 0 0,1-1-1,-1 1 1,1-2-1,-1 1 1,0-1 0,1 1-1,-1-2 1,-1 1 0,1-1-1,0 0 1,-1 0-1,0 0 1,0-1 0,0 0-1,-1 0 1,1 0-1,-1 0 1,0-1 0,-1 1-1,0-1 1,1 0-1,-2 0 1,1-1 0,-1 1-1,0-1 1,0 1-1,-1-1 1,1-4-16,0 3 72,-1 1 0,-1-1 0,1 1 0,-1-1 0,0 0 0,-1 0 0,0 1 0,0-1 0,-1 1 0,1-1 0,-2 1 0,0-2-72,1 5 9,0 1 1,0 0-1,0 0 1,0 0-1,-1 0 1,1 0 0,-1 1-1,0-1 1,0 1-1,0 0 1,0-1 0,0 2-1,0-1 1,-1 0-1,1 0 1,0 1-1,-1 0 1,0 0 0,1 0-1,-1 0 1,0 0-1,1 1 1,-1 0-1,0 0 1,-2 0-10,-5-1 6,1 2 1,-1-1-1,0 1 1,1 1-1,-1 0 0,-8 3-6,17-5-85,0 1 1,0 0-1,-1-1 0,1 1 0,0 0 0,0 0 0,0 0 0,1 0 0,-1 0 0,0 0 0,0 1 1,0-1-1,1 1 0,-1-1 0,1 1 0,-1-1 0,1 1 0,0 0 0,0 0 0,0 0 0,0 0 1,0 0-1,0 0 0,0 0 0,0 0 0,1 0 0,-1 0 0,1 0 0,0 0 0,0 1 0,-1-1 1,1 0-1,1 0 0,-1 0 0,0 1 0,1 0 85,9 11-4805,13-8-3654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42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6649,'0'0'2468,"0"0"-656,0 0 148,0 0-289,0 0-524,0 0-376,0 9 15,2 5-469,1 0 0,0 0 1,1 0-1,1-1 0,0 1 1,0-1-1,7 9-317,9 27 563,53 160 406,-9 3-1,-3 33-968,71 437 216,-101-443 571,-10 1-1,-11 229-786,-12-433 160,-2 1-1,-2-1 1,-1 0-1,-2 0 1,-8 23-160,-19 43 177,-12 18-177,46-118 0,-13 36 8,10-26 8,0 0 0,-1 0 0,0 0 0,-1-1 0,-1 1 0,0 0-16,7-12-3,-3-9-282,10-76-3493,5 37-1534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43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12723,'0'0'1911,"0"0"-730,0 0 418,0 0-120,0 0-558,0 0-441,6 5-270,3 1-168,1 0 0,0 0-1,1-1 1,-1-1 0,1 0-1,0 0 1,0-1 0,0 0-1,1-1 1,-1 0 0,9 0-42,6 0 33,-1-1 1,1-1 0,0-1-1,-1-2 1,3-1-34,18-9-1517,-45 13-1311,-1 0-1987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0:44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12051,'0'0'1512,"0"0"-1504,0 0 592,0 0 400,145 0-424,-75-12-256,0-3 17,-3 5-169,-11 1-104,-10 6-64,-6 3-577,-10 0-1631,-11 3-3937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25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13395,'0'0'1947,"0"0"-596,0 0 341,0 0-438,0 0-702,16 26-109,22 37 202,-4 2 0,-2 1 0,2 15-645,38 140 2229,18 115-2229,-35-122 719,-12-71-345,-63-216 175,9 34-539,1-1 0,2-1 0,-3-37-10,9 52-44,1 1 1,1 0-1,1-1 1,2 1 0,0 0-1,6-18 44,-6 34-20,-1 0 1,2 1-1,-1-1 0,1 1 0,1 0 0,-1 0 1,1 0-1,1 1 0,0-1 0,0 1 1,0 1-1,1-1 0,-1 1 0,2 0 0,-1 1 1,1-1-1,-1 2 0,2-1 0,-1 1 1,1 0 19,0 0-10,1 0 1,0 1-1,0 0 1,0 0-1,1 1 1,-1 0-1,1 1 1,-1 1-1,1-1 1,-1 2-1,1-1 1,0 2-1,0-1 10,-3 1-3,0 0 1,0 1-1,0 0 0,-1 0 1,1 0-1,-1 1 0,0 0 0,0 1 1,-1-1-1,1 1 0,-1 1 1,0-1-1,0 1 0,-1 0 1,0 0-1,5 7 3,-1 3 22,0 0-1,-1 0 1,-1 0 0,0 1 0,-1 0 0,-1 1 0,-1-1-1,0 1 1,-1 0 0,-1 0 0,-1 0 0,-1 0 0,0 1-1,-1-1 1,-1 0 0,-4 16-22,3-17 34,-1-2 0,0 1-1,-1 0 1,-1-1 0,-1 0-1,0 0 1,0-1 0,-2 0 0,0 0-1,0-1 1,-1 0 0,-1-1-1,0 0 1,-1-1 0,0 0 0,-1-1-1,0 0 1,-10 6-34,11-11 20,0 0-1,0 0 1,0-1 0,0 0-1,-1-1 1,1-1 0,-1 0-1,-2 0-19,6-1-38,0-1-1,-1 0 1,1 0-1,0 0 1,0-1-1,0-1 1,-1 0-1,1 0 0,1 0 1,-1-1-1,-2-2 39,9 4-78,-1 0 0,1 0 0,0-1 0,0 1 0,0-1-1,0 1 1,0-1 0,1 0 0,-1 0 0,0 0 0,1 0-1,0 0 1,-1 0 0,1 0 0,0 0 0,0 0 0,0-1-1,0 1 1,0 0 0,1-1 0,-1 1 0,1-1 0,-1-1 78,1 0-403,1 0-1,-1 0 1,0-1 0,1 1 0,0 0 0,0 0-1,0 0 1,1 0 0,-1 0 0,1 0 0,0 0 0,0 1-1,1-2 404,22-29-5342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2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13219,'0'0'1824,"0"0"-1288,190 227 921,-106-41 519,-23 26-336,-31 6-79,-30-18-353,-5-24-536,-25-7-504,0-4-168,1-13-144,10-36-1808,6-27-4682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48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8634,'0'0'6377,"0"0"-5473,0 0 265,0 0-281,0 0-712,0 0-176,0-14-1600,-6 11-4818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4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30 397 6385,'0'0'5260,"0"0"-3455,0 0-875,0 0 511,0 0-37,-5 5-257,-1 2-731,-3 2 40,-1 2 3132,10-46-2952,1-34-547,9 125-7,-7-39-25,0 0 0,0 0 0,-1 15-57,-3-16 15,1-1-1,0 1 0,2-1 1,0 0-1,0 1 0,1-1 1,1 0-1,5 12-14,-8-26 29,1-1-31,0-1-6,-1 0 1,1 1 0,0-1 0,-1 0-1,1 0 1,-1 0 0,0 0-1,1 0 1,-1 0 0,0-1-1,0 1 1,1 0 0,-1-1-1,0 1 1,0-1 0,-1 1 0,1-1-1,0 1 1,0-1 0,-1 0-1,1 1 1,-1-2 7,5-6 5,111-170 94,-7 12-114,-92 141-802,2 0-1,1 0 1,0 2 0,2 1 817,52-50-6696,-40 42 311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0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 9522,'0'0'2371,"0"0"-634,0 0-24,0 0-368,0 0-472,-4-1-125,3 1-648,-1 0 0,1 0-1,0-1 1,0 1 0,-1 0-1,1 0 1,0 0 0,-1 0 0,1 1-1,0-1 1,0 0 0,-1 0-1,1 1 1,0-1 0,0 1-1,0-1 1,0 1 0,0-1 0,-1 1-1,1 0 1,0 0 0,0 0-1,0-1 1,1 1 0,-2 1-100,0 2 85,1 0 0,-1 1 0,0-1 1,1 1-1,0-1 0,0 1 0,1 0 0,-1 0-85,-17 142 1045,2 141-1045,18 144 602,-1-376-510,19 360 1022,-9-315-891,4 0 0,5-1 0,4 1-223,-21-90 1,12 46-2,3-1 1,1-1-1,17 29 1,-36-83-36,1 0 0,-1-1 0,0 1 1,1 0-1,-1 0 0,0-1 0,1 1 0,-1 0 0,1-1 1,-1 1-1,1 0 0,0-1 0,-1 1 0,1-1 0,-1 1 0,1-1 1,0 1-1,0-1 0,-1 0 0,1 1 0,0-1 0,0 0 0,-1 1 1,1-1-1,0 0 0,0 0 0,0 0 0,0 0 0,-1 0 1,2 0 35,-1 0-112,1-1 1,-1 0 0,1 0 0,-1 1 0,0-1 0,1 0 0,-1 0-1,0 0 1,0-1 0,0 1 0,0 0 0,0 0 0,0-1-1,1 0 112,23-50-5462,-11 7-2974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0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33 161 7274,'0'0'1170,"0"0"20,0 0 280,0 0-395,0 0-235,0 0 180,-5 1 278,4-1-1172,-1 0 0,1 1 0,0-1 1,0 0-1,-1 1 0,1-1 0,0 1 0,0 0 1,0-1-1,0 1 0,0 0 0,0 0 1,0-1-1,0 1 0,0 0 0,0 0 1,0 0-1,0 0 0,1 0 0,-1 0 1,0 0-1,1 1 0,-1 0-126,-3 37 1261,4-31-1554,1 20 390,2 0 0,0-1 0,2 1 0,0-1 0,2 0 0,5 10-97,-6-20 55,0-1 1,1 0-1,1 0 0,0 0 0,1-1 0,1-1 0,0 1 0,1-2 1,1 1-1,8 6-55,-14-15 14,0 0 0,0-1 0,0 0 0,1 0 0,0-1 0,-1 0 0,1 0 1,1-1-1,-1 0 0,0 0 0,0 0 0,1-1 0,-1 0 0,1 0 0,-1-1 0,1 0 1,-1-1-1,1 0 0,-1 0 0,1 0 0,-1-1 0,0 0 0,0 0 0,1-1 0,-2 0 1,4-2-16,2-1 33,0 0 0,0-2 1,0 1-1,-1-2 0,-1 1 0,1-1 0,-2-1 0,1 0 0,-1 0 0,0-1 0,-1 0 0,-1-1 0,0 0 0,0-1-32,1-3 52,-2-1 1,0 0-1,-1 0 1,-1 0-1,0-1 1,0-14-53,0-22 449,-3-31-449,-1 78 74,0 1 0,-1-1 0,0 1 0,0-1 0,0 1 1,-1 0-1,0 0 0,0 0 0,-1 0 0,0 0 0,0 0 1,0 1-1,-1-1 0,1 1 0,-5-4-74,1 1 92,-1 1 0,0 0 0,0 0 0,-1 1 0,0 0 0,0 0 0,-1 1 0,1 0 0,-4 0-92,-13-5 57,0 2 0,-1 0 0,0 2 0,0 1 0,-1 2 0,1 0 0,-5 2-57,16 0-51,-33 1 34,48 0-44,0 0 1,-1 0-1,1 1 0,0-1 0,-1 1 0,1-1 1,0 0-1,-1 1 0,1 0 0,0-1 0,0 1 1,-1 0-1,1 0 0,0 0 0,0 0 1,0 0-1,0 0 0,0 0 0,0 0 0,1 0 1,-1 0-1,0 0 0,0 0 0,1 1 0,-1-1 1,1 0-1,-1 1 0,1 0 61,-2 41-4728,2-28 1056,0 11-7241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1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40 7498,'0'0'2858,"0"0"-1069,0 0 174,0 0-364,0 0-605,0 0-110,-23 3 3,-70 15-243,91-18-625,0 1 0,0 0 0,0 0 0,0 0 1,0 0-1,0 0 0,0 0 0,1 1 0,-1-1 0,0 1 0,1-1 0,-1 1 0,1-1 1,-1 1-1,1 0 0,0 0 0,0 0 0,0 0 0,0 0 0,0 0 0,0 0 0,0 0 0,1 0 1,-1 0-1,1 0 0,-1 1 0,1-1 0,0 0 0,0 0 0,0 0 0,0 1 0,1 1-19,-2 8 108,-4 25 278,2-1 1,2 1-1,1 0 1,2 0-1,3 18-386,-3-48 23,0 0 0,0 0 0,0 0 0,1 0 0,0-1 1,0 1-1,1-1 0,0 1 0,0-1 0,0-1 0,1 1 0,0 0 0,0-1 0,0 0 0,1 0 0,-1-1 0,1 1 0,0-1 0,1-1 0,3 3-23,-1-2 12,0 0-1,1-1 1,-1 0 0,1-1-1,0 0 1,-1 0 0,1-1-1,0 0 1,0 0 0,0-2-1,0 1 1,0-1 0,0 0-1,9-3-11,-13 2 11,1 0-1,-1-1 0,1 0 0,-1 0 0,0 0 0,0-1 0,-1 0 0,1 0 0,-1 0 0,0-1 0,0 0 1,0 0-1,0 0 0,-1 0 0,0-1 0,0 0 0,-1 1 0,0-2 0,0 1 0,0 0 0,0 0 1,-1-1-1,0 0 0,0-4-10,3-10 109,-2-1 0,0 0 0,-1 0 0,-2 0 0,0 1 0,-1-1 0,-2-4-109,2 13 74,-2 0 0,0 1 0,-1-1 0,0 1-1,0 0 1,-2 0 0,1 1 0,-2-1 0,1 1 0,-2 0 0,-1-2-74,5 8-11,1 1 1,-1-1 0,0 1 0,0 0 0,-1 0-1,1 0 1,-1 1 0,0-1 0,0 1-1,0 0 1,0 0 0,0 1 0,-1 0-1,1 0 1,-1 0 0,1 1 0,-1-1 0,0 1-1,0 1 1,0-1 0,1 1 0,-1 0-1,0 0 1,0 1 0,0 0 0,-3 0 10,-8 5-604,0 1 1,1 0-1,0 1 0,1 1 1,0 1-1,0 0 0,1 0 1,-10 11 603,-47 43-7777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5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1 145 7562,'0'0'2079,"0"0"-443,0 0-56,0 0-423,0 0-304,0 0-123,3-8-94,2 0-537,0 1 0,1-1 0,0 1 0,0 0 0,1 0 0,0 1 0,0 0 0,1 0 0,-1 0 0,1 1 1,0 1-1,1-1 0,-1 1 0,5-1-99,2-3-11,0 1 0,1 1 0,0 0 0,0 1 0,1 1 0,-1 1 0,1 0 0,0 1 0,8 0 11,-24 2 4,1 1 1,-1-1-1,0 1 0,0-1 0,0 1 1,0-1-1,0 1 0,0 0 0,0-1 1,0 1-1,0 0 0,0 0 0,0 0 1,0 0-1,-1 0 0,1 0 0,0 0 1,-1 0-1,1 0 0,-1 0 1,1 0-1,-1 0 0,1 1 0,-1-1 1,0 0-1,1 0 0,-1 0 0,0 1 1,0-1-1,0 0 0,0 0 0,0 1 1,-1 0-5,-1 48 382,2-48-363,-3 9 61,1 1 0,-2-1 0,0 0 0,0 0 0,-1-1 0,-1 1 1,1-1-1,-2 0 0,1-1 0,-5 5-80,-8 10 76,-1-1 0,-1 0 0,-9 5-76,41-39-32,6-4 5,0 0 1,1 1 0,1 0 0,9-4 26,-21 14-25,0 1 0,0 0 0,1 0 1,-1 0-1,0 1 0,1 0 0,0 1 1,-1-1-1,1 1 0,0 1 0,0 0 1,-1 0-1,1 0 0,0 1 0,0 0 1,0 1 24,-4-1-15,1 1 0,-1 0 0,1 0 0,-1 1 0,0-1 0,0 1 0,0 0 0,0 0 0,0 0 0,-1 1 0,0-1 0,1 1 0,-1 0 0,0 0 0,-1 0 0,1 0 0,-1 1 0,0-1 0,0 0 0,0 1 0,-1 0 0,2 4 15,1 7 23,0 0 1,-1 1 0,0 0-1,-1 0 1,-1 0 0,-1 0-24,0-9 24,0 1 0,-1-1 0,0 0 0,-1 1-1,1-1 1,-2 0 0,1 0 0,-1 0 0,0 0 0,-1-1 0,0 1 0,0-1 0,-5 7-24,1-4 138,-1-1-1,0 0 1,0 0 0,-1 0-1,0-2 1,-1 1-1,1-1 1,-12 5-138,7-4 226,-1-2 0,0 1 0,0-2 0,-1 0 0,0-1 0,0-1 0,0 0 0,-3-1-226,-21 1 366,0-2 0,-36-5-366,76 5-21,-1-1 0,1 0-1,0 0 1,0-1 0,0 1-1,0 0 1,0 0-1,0 0 1,0-1 0,0 1-1,0 0 1,0-1-1,0 1 1,0-1 0,0 1-1,0-1 1,1 0 0,-1 1-1,0-1 1,0 0-1,0 0 1,1 1 0,-1-1-1,0 0 1,1 0 0,-1 0 21,1-1-176,0 1 1,0 0 0,0 0 0,0-1 0,0 1 0,0 0 0,1 0 0,-1 0-1,0-1 1,1 1 0,-1 0 0,1 0 0,-1 0 0,1 0 0,0 0 0,-1 0 0,1 0-1,0 0 1,0 0 0,0 0 0,-1 0 0,1 1 0,1-1 175,16-16-5497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1:56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8106,'0'0'1732,"0"0"-602,0 0 239,0 0-215,28 13-627,-2-2-429,-10-5-2,0 1 1,0 0 0,0 2 0,-1-1-1,-1 2 1,1 0 0,-2 1 0,1 0-1,-2 1 1,7 8-97,38 48 438,-2 3-1,-4 3 0,-4 1 0,-2 2 1,-4 3-1,-4 1 0,-3 1 0,-3 2 1,12 63-438,-24-60 716,-3 2-1,-4 0 1,-4 0 0,-4 78-716,-4-66 390,-4 184 72,0-235-444,-2 0-1,-2-1 0,-2 0 1,-12 32-18,21-79-37,0 0 1,0 0-1,0 0 1,0 0-1,-1 0 1,1 0-1,-1 0 1,1-1-1,-1 1 1,0 0-1,0-1 1,0 0-1,0 1 0,0-1 1,0 0-1,0 0 1,0 0-1,-1 0 37,0 1-247,0-1-1,0 1 0,0 0 0,0 0 0,0 0 0,0 0 0,1 0 0,-1 0 0,0 2 248,-15 22-4525,-2 0-2751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11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 4745,'0'0'4752,"0"0"-3076,0 0-922,0 0 212,0 0-20,4 3 6811,-3 6-7492,-13 28-160,0-1 0,-3 0 0,-4 6-105,-30 79 161,28-47-61,2 1 0,4 1 0,-5 69-100,10-13 89,8 116-89,6-180 13,3-1-1,3 0 1,13 42-13,60 193 57,-59-221-42,108 334 236,-92-307 6,5-2 0,44 74-257,-85-178 371,-4-11-322,-6-19-332,-36-66-4218,23 46-2885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1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11122,'0'0'1489,"0"0"-969,0 0 1384,30 193-71,-20-111-361,-2 3-304,0-3-408,-2-7-120,-1-10-343,1-12-161,-1-14-80,-2-13-48,-3-13-8,0-13-48,0 0-489,-11-39-2015,-3-7-1793,6 0-3593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12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0 11138,'0'0'1930,"0"0"-89,0 0-413,0 0-743,0 0-421,0 0-133,-21 30 28,-64 103 22,77-119-121,1 0-1,0 1 0,1 0 1,0 0-1,1 0 0,1 1 1,0 6-60,-4 12 115,7-31-109,-14 49 389,2 2 0,3-1 0,2 2 0,-1 53-395,9-107 13,1 0 1,-1-1-1,1 1 1,-1 0 0,1-1-1,0 1 1,0-1 0,-1 1-1,1-1 1,0 1 0,0-1-1,-1 0 1,1 1-1,0-1 1,0 0 0,0 0-1,0 1 1,0-1 0,-1 0-1,1 0 1,0 0-1,0 0 1,0 0 0,0 0-1,0 0 1,0-1 0,0 1-1,-1 0 1,1 0-1,0-1 1,0 1 0,0 0-14,32-8 661,-2-4-264,0 3-1,0 0 1,15-1-397,-22 7-3324,0 0 0,24 1 3324,-31 2-7095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13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8362,'0'0'1724,"0"0"623,0 0 142,0 0-1027,0 0-629,0 0-182,25-15-242,78-47-213,-99 60-180,0-1 0,0 1-1,0 0 1,1 0 0,-1 0-1,0 1 1,1-1 0,0 1-1,-1 0 1,1 1 0,0-1-1,-1 1 1,1 0 0,0 0-1,0 0 1,-1 0 0,1 1-1,1 0-15,-3 1 21,0-1 0,-1 1 1,1-1-1,-1 1 0,1 0 0,-1 0 0,0 0 0,0 0 0,0 0 0,0 1 0,0-1 1,0 1-1,-1-1 0,1 1 0,-1 0 0,0-1 0,1 1 0,-1 0 0,0 0 0,0 1-21,2 13 55,-1-1-1,0 1 0,-1-1 1,-1 1-1,0 0 0,-1-1 1,-2 10-55,0-9 12,-2 0 0,1 0 1,-2 0-1,0-1 1,-7 12-13,6-12 119,0 0 0,1 0 1,0 1-1,2 0 0,-2 11-119,5-23 38,0-1 0,1 1 0,-1 0 0,1 0 0,0 0 0,1 0 0,-1 0 0,1 0 1,0 0-1,0-1 0,0 1 0,1 0-38,-1-3 46,1 0 0,0 1 1,0-1-1,0 0 0,0-1 1,0 1-1,0 0 0,0 0 1,1-1-1,-1 0 0,0 1 1,1-1-1,-1 0 1,1 0-1,0 0 0,-1 0 1,1-1-1,0 1 0,0-1 1,-1 0-1,3 1-46,27 3 236,1-1-1,0-1 1,0-2-1,0-1 1,-1-2 0,9-2-236,-36 3-101,0 0 0,0-1 0,0 0 0,0 0 1,-1 0-1,0 0 0,1-1 0,-1 1 0,0-1 1,-1 0-1,1-1 0,-1 1 0,0 0 0,0-1 1,0 0-1,-1 0 0,1 0 0,0-3 101,12-17-1706,13-20-2910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13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1 656,'0'0'7222,"0"0"-4280,0 0-693,18 24-247,76 107 2396,25 54-4398,-62-81 794,-5 4 0,-4 1 0,-5 2 0,22 93-794,-26-48 523,-7 2-1,-7 1 1,-3 50-523,-2 268 1503,-20-476-1510,0-1-1,-1 1 0,1-1 1,0 1-1,0-1 1,0 1-1,-1-1 0,1 1 1,0-1-1,0 1 0,-1-1 1,1 0-1,0 1 1,-1-1-1,1 1 0,-1-1 1,1 0-1,0 1 1,-1-1-1,1 0 0,-1 1 1,1-1-1,-1 0 1,1 0-1,-1 0 0,1 1 1,-1-1-1,1 0 0,-1 0 1,1 0-1,-1 0 1,1 0-1,-1 0 0,1 0 1,-1 0-1,0 0 1,1 0-1,-1 0 0,1-1 1,-1 1 7,-22-5-859,-4-12-2333,2-5-4158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29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33 10018,'0'0'1761,"0"0"-800,0 0 294,-1-6 544,0-15-219,1 21-1474,0 0 0,0 0 0,0-1 0,0 1 0,0 0 0,0 0 0,0 0 0,0-1 0,-1 1 0,1 0 0,0 0 0,0 0 0,0-1 0,0 1 0,0 0 0,0 0 0,0 0 0,0-1 0,-1 1 0,1 0 0,0 0 0,0 0 0,0 0 0,0-1 0,0 1 0,-1 0 0,1 0 0,0 0 0,0 0 0,0 0 0,-1 0 0,1 0 0,0 0 0,0 0 0,-1-1 0,1 1 0,0 0 0,0 0 0,0 0 0,-1 0 0,1 0 0,0 0-107,-11 8 545,5 7-484,0 0 0,1 1 0,1 0 0,0 0 0,2 0 0,-1 0 0,1 16-60,-1 0 47,-16 261 542,18 245-589,1-518 9,6 149 255,7-2 0,7 0 1,8-1-1,45 149-264,-54-254 150,3 0 1,3 2-151,-14-40 8,0 1-1,2-2 1,0 0 0,2 0 0,0-1 0,7 6-8,-22-27-27,1 1-1,-1 0 1,0-1 0,1 1 0,-1 0 0,1-1 0,-1 1 0,1-1 0,-1 1-1,1 0 1,-1-1 0,1 1 0,-1-1 0,1 0 0,0 1 0,-1-1 0,1 0-1,0 1 1,-1-1 0,1 0 0,0 1 0,0-1 0,-1 0 0,1 0-1,0 0 1,0 0 0,-1 0 0,1 0 0,0 0 0,0 0 0,-1 0 0,1 0-1,0 0 1,0-1 0,-1 1 0,1 0 0,0 0 0,-1-1 0,1 1 0,0-1-1,-1 1 1,1 0 0,0-1 0,-1 1 0,1-1 0,-1 1 0,1-1 0,-1 0-1,1 1 1,-1-1 0,0 1 0,1-1 0,-1 0 0,0 0 0,1 1 0,-1-1-1,0 0 1,0 1 0,0-1 0,1 0 0,-1 0 0,0 0 27,9-58-3391,-9 48 2072,4-45-4781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29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11330,'0'0'1278,"0"0"-559,23-9 264,76-28-188,-95 35-727,0 1 1,1 0-1,-1 0 1,1 0 0,-1 0-1,1 1 1,-1 0-1,1 0 1,-1 0 0,1 0-1,-1 1 1,3 0-69,-5 0 37,0-1 1,0 1 0,0 0-1,0 0 1,-1 0 0,1 0-1,0 0 1,0 1 0,-1-1-1,1 1 1,-1-1 0,1 1-1,-1-1 1,0 1 0,1 0-1,-1 0 1,0-1 0,0 2-38,2 5 126,-1 1 0,0-1 1,0 1-1,-1 0 0,0-1 1,0 1-1,-1 0 0,0 0 1,-1 2-127,1 5 232,-1-4-83,0 1 0,-1-1 0,-1 0 0,0 0 0,0 0 1,-1-1-1,0 1 0,-1-1 0,-1 0 0,-4 7-149,-12 28 256,22-46-254,0 1 0,-1-1 1,1 0-1,0 1 0,0-1 1,0 1-1,0-1 0,0 1 1,0-1-1,-1 1 0,1-1 1,0 1-1,0-1 0,1 1 1,-1-1-1,0 1 0,0-1 1,0 1-1,0-1 0,0 1 1,0-1-1,1 1 0,-1-1 1,0 1-1,0-1 1,1 1-1,-1-1 0,0 0 1,1 1-1,-1-1 0,0 0 1,1 1-1,-1-1 0,1 0 1,-1 1-1,1-1-2,19 7-20,-7-3 24,-3 0 41,1 1 0,-2 0 0,1 1 0,0 0 0,-1 0 0,0 1 0,-1 1 0,0-1 0,0 1 0,0 0 0,-1 1 0,0 0 0,-1 0 0,0 0 0,0 1 0,-1 0 0,-1 0 0,1 1 0,-2-1 0,1 1 0,-1 0 0,-1 0 0,0 0 0,-1 0 0,0 0 0,0 0 0,-1 0 0,-1 0 0,0 0 0,-1 1 0,1-1 0,-2-1 0,0 1 0,0 0 0,-1-1 0,0 1 0,-1-1 0,0 0 0,-5 6-45,-5 8 335,-1-1 1,-1 0-1,-3 1-335,15-18 38,-1 0-1,1 0 0,-1-1 0,0 0 1,-1 0-1,1 0 0,-1-1 0,0 0 1,0 0-1,0-1 0,-1 0 0,1 0 1,-3 0-38,8-2-15,0-1 0,0 1 0,0-1 0,0 0 1,1 0-1,-1 0 0,0 0 0,0 0 0,0 0 1,0 0-1,0-1 0,0 1 0,0 0 0,0-1 1,0 0-1,1 0 0,-1 1 0,0-1 1,0 0-1,1 0 0,-1 0 0,1-1 0,-1 1 1,1 0-1,-1-1 0,1 1 0,0-1 0,0 1 1,0-1-1,0 1 0,0-1 0,0 0 0,0 0 1,0 1-1,0-1 0,1 0 0,-1 0 0,1 0 15,-2-9-782,0 0-1,1 0 0,0-1 1,1 1-1,1 0 1,0-3 782,-1 3-1567,2-18-4170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30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 11899,'0'0'1857,"0"0"-136,0 0 496,0 0-935,0 0-779,0 0-78,5-8 169,18-27-17,-23 35-556,0-1 0,0 1 0,0-1 0,1 1 0,-1-1 0,0 1 0,0 0 0,1-1 0,-1 1 0,0-1 0,1 1 0,-1-1 0,0 1 0,1 0 0,-1-1 0,1 1 0,-1 0 0,1-1 0,-1 1 0,0 0 0,1 0 0,-1-1 0,1 1 0,-1 0 0,1 0 0,0 0 0,-1 0 0,1 0 0,-1 0 0,1 0 0,-1 0 0,1 0 0,-1 0 0,1 0 0,-1 0 0,1 0 0,-1 0 0,1 0 0,-1 0 0,1 1 0,-1-1-1,1 0 1,-1 0 0,1 1 0,-1-1 0,1 0 0,-1 1 0,0-1 0,1 0 0,-1 1 0,1-1 0,-1 1 0,0-1 0,1 1-21,9 26 154,-9-24-65,19 76 416,-3 1 0,-4 0 0,-4 1 0,-1 40-505,10 85 69,-17-200-136,-1-4 20,0 1-1,0-1 0,0 0 0,0 1 1,0-1-1,1 0 0,-1 1 0,1-1 0,-1 0 1,1 0-1,0 0 0,0 1 0,0-1 1,0 0-1,1 0 0,0 2 48,6-13-1532,21-82-6418,-15 43 476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02:30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11859,'0'0'1592,"15"29"-684,211 446 4089,-146-276-2503,20 97-2494,-71-192 538,-4 2 1,-5 0-1,5 100-538,-16-55 93,-7 0 1,-7 0-1,-6-1 0,-30 145-93,-31 32 182,4-14-1379,33-104-5491,26-141-4454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1 16091,'0'0'2329,"-27"11"-679,-87 42 49,110-52-1613,0 1 1,1 0 0,-1 0 0,1 1 0,0-1-1,0 1 1,-1 0 0,2 0 0,-1 0-1,0 0 1,0 0 0,1 0 0,0 1 0,-2 3-87,3-5 24,1 0 1,-1 0-1,1 0 1,0 0 0,-1 0-1,1 0 1,0 0 0,0 0-1,1 0 1,-1 0-1,0 0 1,0 0 0,1 0-1,0 0 1,-1 0 0,1 0-1,0-1 1,0 1-1,0 0 1,1 1-25,4 5 28,1 0 0,0-1 1,0 0-1,1 0 0,0 0 0,1-1 0,-1 0 1,4 1-29,-8-5 28,29 19 7,-2 0 0,0 3 0,-2 0 0,-1 2 0,0 1 0,8 12-35,-27-27 13,1 1 0,-2 0 0,0 1 0,0 0 0,-1 0 0,-1 0 0,0 1 1,-1 0-1,-1 0 0,0 0 0,-1 1 0,-1 0 0,0-1 0,-1 1 0,-1 0 0,-2 14-13,1-21 93,0-1 1,-1 0-1,0 1 1,0-1-1,-1 0 0,0 0 1,-1-1-1,0 1 0,0-1 1,0 1-1,-1-1 0,0-1 1,0 1-1,-1-1 0,0 0 1,-2 2-94,3-4 42,0 0 1,0 0-1,-1 0 1,0 0-1,0-1 1,0 0-1,0 0 1,0-1 0,0 0-1,-1 0 1,1 0-1,-1-1 1,0 0-1,1 0 1,-1 0-1,0-1 1,1 0 0,-1-1-1,0 1 1,-5-2-43,9 0-15,0 1 0,0 0 0,0-1 0,0 0 0,0 0 0,1 0 0,-1 0 0,1 0 0,-1 0 0,1-1 0,-1 1 0,1-1 0,0 1-1,0-1 1,1 0 0,-1 0 0,0 0 0,1 0 0,0 0 0,0-1 0,0 1 0,0 0 0,0 0 0,1-1 0,-1 1 0,1 0 0,0-1 0,0-2 15,0-1-85,0 0 0,0 0-1,0 0 1,1 0 0,0 0-1,0 1 1,1-1 0,0 0-1,0 1 1,0-1 0,1 1-1,0-1 1,0 1 0,3-2 85,3-3-291,1 1 1,1 0 0,0 1-1,0 0 1,1 1 0,0 0-1,0 0 1,6-1 290,33-15-3787,30-9 3787,-39 17-1841,24-10-972,91-40-786,-60 14 6489,-62 27-221,-34 23-2446,0 1 0,1 0-1,-1-1 1,0 1 0,0-1-1,0 1 1,0-1-1,0 0 1,0 1 0,-1-1-1,1 0 1,0 0 0,-1 1-1,1-1 1,-1 0 0,0 0-1,0 0 1,0 0 0,0 0-1,0 0-222,-1 1 118,1 0-1,-1 0 0,-1 0 0,1 0 1,0 0-1,0 0 0,0 1 0,0-1 0,-1 0 1,1 0-1,0 1 0,0-1 0,-1 1 1,1-1-1,-1 1 0,1 0 0,0 0 0,-1-1 1,1 1-1,-1 0 0,1 0 0,-1 0 1,1 1-1,0-1 0,-1 0 0,0 1-117,-44 4 568,37-2-479,-1 1 1,0 0-1,1 0 0,0 1 1,0 0-1,1 1 0,-1 0 1,1 0-1,0 1 0,1 0 1,-1 0-1,2 1 0,-1 0 1,1 0-1,0 0 0,0 1 1,1 0-1,-3 9-89,-1 0 60,2 0-1,0 1 0,1 0 1,1 0-1,1 1 1,0-1-1,2 1 1,0 0-1,1 6-59,1-19-1,0-1 0,0 0 0,0 1-1,1-1 1,0 1 0,0-1 0,1 0 0,0 0 0,0 1-1,0-1 1,1-1 0,-1 1 0,2 0 0,-1-1 0,1 1 0,-1-1-1,1 0 1,1 0 0,-1 0 0,1-1 0,0 0 0,0 0 0,0 0-1,0 0 1,1-1 0,-1 0 0,1 0 0,0 0 0,0-1 0,0 0-1,0 0 1,1-1 0,-1 0 0,0 0 0,1 0 0,4 0 1,12 0-218,0-1 0,0-1 0,0-1 0,0-2 0,0 0 0,0-1 0,-1-1 0,16-6 218,-21 6-266,130-45-4571,-9-4-6248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5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1 19428,'0'0'3159,"-28"16"-1814,5-4-1063,5-3-89,0 1-1,1 0 1,1 1-1,-1 1 1,2 1-1,-1 0 0,2 0 1,0 2-1,1 0 1,-9 12-193,12-11 60,1 1-1,1 0 1,0 1-1,1 0 1,1 0 0,0 0-1,2 1 1,0-1-1,1 1 1,1 0 0,1 0-1,0 1 1,3 17-60,-1-28-1,0 0 0,1 0 0,0 0 0,0 0 1,1 0-1,0-1 0,1 0 0,0 1 0,0-1 1,1-1-1,0 1 0,0-1 0,1 1 0,0-2 1,0 1-1,0-1 0,1 1 0,0-2 0,1 1 0,-1-1 1,1 0-1,4 1 1,1 1-152,-1-2-1,1 0 1,0 0 0,0-2 0,1 1 0,-1-2 0,1 1-1,-1-2 1,1 0 0,0-1 0,-1 0 0,1-1-1,0 0 1,11-3 152,-17 2-178,1-1-1,-1 0 0,0 0 0,1-1 1,-2 0-1,1 0 0,0-1 1,-1 0-1,0 0 0,0 0 0,0-1 1,-1 0-1,0-1 0,0 1 0,0-1 1,-1-1-1,0 1 0,-1-1 1,1 1-1,-1-1 0,-1 0 0,0-1 1,0 1-1,1-6 179,2-10 241,-1-1 0,-1-1 0,-1 1-1,-1 0 1,-2-1 0,0 0 0,-4-24-241,3 40 423,0 0-1,0 0 1,-1 0-1,-1 0 1,0 1-1,0-1 1,0 1-1,-2 0 0,1 0 1,-4-6-423,7 16 54,1 0 1,-1 0-1,0 0 1,1 1-1,0-1 1,-1 0-1,1 0 1,-1 0-1,1 0 1,0 0-1,0 0 1,0 0-1,0 1 1,0-1-1,0 0 0,0 0 1,0 0-1,0 0 1,1 1-55,3 142 553,16 94-553,-11-112-682,-7-45-3054,-2-41-4314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8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242 477 14387,'0'0'2381,"0"0"60,-27 8-139,-6 1-1600,1 1-1,-21 11-701,47-18 66,0 0 0,1 1-1,-1-1 1,1 1 0,0 0 0,0 1-1,0 0 1,1-1 0,-1 1 0,1 1-1,1-1 1,-1 1 0,1-1 0,-1 1-1,2 0 1,-1 0 0,0 2-66,-1 7 141,0 0 0,1 0 1,0 1-1,1 0 1,1 10-142,0-19 16,0 0 1,1 0-1,0 0 1,1 1-1,-1-1 1,1 0-1,0-1 1,1 1-1,0 0 1,0 0-1,0 0 1,1-1-1,0 0 1,0 1-1,1-1 1,0 0 0,0-1-1,0 1 1,1-1-1,-1 1 1,1-1-1,1-1 1,-1 1-1,1-1 1,-1 0-1,1 0 1,1-1-1,-1 1 1,0-1-1,1-1 1,-1 1-1,1-1 1,0 0-1,0-1 1,0 0-1,5 1-16,-2-1-31,0 0 0,0 0 0,0-1 0,0 0 0,1 0 0,-1-1 0,0-1 0,0 0 0,0 0 0,0-1 0,-1 0-1,1-1 1,-1 0 0,0 0 0,3-3 31,-4 1-53,0 0 0,0-1 0,0 0 0,-1 0 0,0-1 0,-1 0 0,0 0 0,0-1 0,-1 1 0,0-1 0,0 0 0,-1-1 0,0 1 0,-1-1 0,2-7 53,5-20-27,-3-1 1,0-1-1,-3 1 1,-1-1-1,-2-6 27,-2-39 79,-11-70-79,10 130 72,-1 0-1,-1-1 0,0 1 0,-2 1 0,-1-1 0,-2 1 0,0 0 0,-1 1 1,-2-2-72,11 22 91,1 0 1,-1 0 0,0 1 0,0-1 0,0 0-1,0 1 1,-1-1 0,1 1 0,0-1 0,-1 1 0,1 0-1,-1 0 1,1-1 0,-1 1 0,-1 0-92,2 2 31,0 0 1,1 1-1,-1-1 1,0 0-1,1 1 1,-1-1-1,0 1 1,1-1-1,0 1 1,-1-1 0,1 1-1,0-1 1,0 1-1,0-1 1,0 1-1,0-1 1,0 1-1,0-1 1,0 1-1,1-1 1,-1 2-32,5 41 62,1 0 1,3-1 0,1 0-1,2 0 1,2-1 0,2-1-1,2 0 1,1-1 0,15 21-63,-25-47-15,0 0 0,1-1 0,0 0 1,1-1-1,0 0 0,1-1 0,1 1 15,-9-8-37,1-1 0,0 1 0,-1-1-1,1 0 1,0 0 0,1-1 0,-1 1-1,0-1 1,1 0 0,-1-1 0,1 1-1,0-1 1,-1 0 0,1-1 0,0 1-1,0-1 1,-1 0 0,1-1 0,0 1 0,0-1-1,0-1 38,-1 1-33,-1-2-1,0 1 1,0 0-1,0-1 1,0 0-1,0 0 1,-1 0-1,1 0 1,-1-1-1,0 1 1,0-1-1,0 0 1,0 0-1,-1 0 1,1 0-1,-1-1 1,0 1-1,0-1 1,-1 1-1,0-1 1,1 1-1,-1-1 1,-1 0-1,1 0 34,3-22-6,-1 1 0,-1-1 0,-2-21 6,0 39-11,0 1 21,0-12-4,0 0 1,-2 0-1,0 1 1,-1-2-7,2 18 21,1-1-1,-1 1 1,0 0 0,1 0 0,-2-1 0,1 1 0,0 0 0,-1 0 0,1 0-1,-1 0 1,0 0 0,0 1 0,0-1 0,0 0 0,0 1 0,-1 0 0,1-1 0,-1 1-1,0 0 1,0 0 0,1 1 0,-1-1 0,0 0 0,0 1 0,-1 0 0,0-1-21,2 2 12,0 1 0,0-1 1,0 0-1,0 0 0,0 1 1,1-1-1,-1 1 0,0-1 0,0 1 1,0 0-1,0 0 0,1 0 1,-1 0-1,0 0 0,1 0 1,-1 1-1,1-1 0,-1 0 1,1 1-1,-1-1 0,1 1 1,0 0-1,0-1 0,0 1 1,0 0-1,0 0 0,0-1 1,1 1-1,-1 0 0,1 0 1,-1 0-1,1 1-12,-5 12 18,1 0-1,1 0 1,-1 12-18,4-26 2,-5 34 10,2 0 0,1 0 0,2 1 1,1-1-1,2 1 0,2 4-12,-2-25-10,0 0 1,1 0-1,0-1 1,1 0-1,1 0 1,0 0 0,1 0-1,1-1 1,0 0-1,0-1 1,1 0-1,1 0 1,0-1-1,1 0 1,8 6 9,-10-10-138,0-1 1,0 0-1,1-1 1,-1 0-1,1-1 1,1 0-1,-1 0 1,1-1-1,-1 0 1,9 0 137,65 6-5285,-26-8-3323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9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233 349 14963,'0'0'3565,"0"0"-1715,-29 2-37,-1 0-1452,1 2-1,0 1 1,-5 2-361,30-6 26,0 1 0,0-1 0,0 1 0,1 0 0,-1 0 0,1 0 0,-1 0 0,1 1 0,0-1 0,0 1 0,0 0-1,0 0 1,0 0 0,1 0 0,-1 0 0,1 1 0,0-1 0,0 2-26,-2 3 35,1 1 0,0-1-1,1 1 1,0 0 0,0-1 0,1 5-35,1-11 7,-3 15 12,2 0 0,0 0 0,1 0 0,1 1 1,0-1-1,1 0 0,1 0 0,1 0 0,0-1 1,1 1-1,1-1 0,1 0 0,0-1 0,1 1 0,2 1-19,-3-6-3,1 0 1,0-1-1,1 0 0,0 0 0,0-1 0,1 0 0,0-1 0,1 0 0,0 0 0,0-1 0,1-1 0,0 0 1,0-1-1,0 0 0,1 0 0,-1-1 0,1-1 0,0-1 0,0 1 0,2-2 3,-8 0-85,1 0-1,-1 0 0,0-1 1,1 0-1,-1-1 0,0 0 1,1 0-1,-1 0 1,0-1-1,0 0 0,0 0 1,0-1-1,0 0 0,0 0 1,-1-1-1,0 0 0,6-4 86,-5 2-94,-2-1-1,1 1 0,-1-1 0,0 0 0,0 0 1,-1-1-1,0 0 0,-1 1 0,1-1 0,-1-1 1,-1 1-1,0 0 0,0-1 0,0 1 0,-1-1 1,-1 1 94,6-43-100,-3 0 1,-2 0 0,-2 0 0,-5-31 99,2 48 262,-2 1 0,-1-1 0,-2 1-1,-1 1 1,-1 0 0,-2 0 0,-12-19-262,9 21 731,3 4 223,-1 1 1,-2 0-1,0 1 1,-9-8-955,26 50 480,15 39-444,2-1 0,3-2 0,17 31-36,-7-15 20,-17-35-30,59 127 26,-59-135-111,1-1 0,2 0 0,0-1 1,15 16 94,-29-38-76,0 1 0,1 0 1,-1-1-1,1 0 0,0 0 0,0 0 1,0 0-1,1-1 0,-1 1 1,0-1-1,1 0 0,0 0 1,-1-1-1,1 1 0,0-1 1,2 0 75,-4-1-39,0 0 0,-1 0 0,1-1 0,0 1 0,0-1 0,-1 1 0,1-1 0,-1 0 0,1 0 0,-1 0 0,1 0 0,-1 0 0,0-1 0,1 1 0,-1-1 0,0 0 0,0 0 0,0 1-1,0-1 1,0 0 0,-1-1 0,1 1 0,-1 0 0,1 0 0,-1-1 0,0 1 0,0-1 0,1-1 39,3-12-44,0 0-1,0 0 0,-2-1 0,0 0 1,-1 1-1,-1-1 0,-1 0 0,0 0 1,-2-10 44,2 23 35,-1 0 0,1 0 0,-1 0 0,0 0 0,-1 0 0,1 0 0,-1 0 0,0 1 0,0-1 0,0 1 1,0-1-1,0 1 0,-1-1 0,0 1 0,1 0 0,-1 0 0,0 1 0,-1-1 0,1 1 0,0-1 0,-1 1 0,-1-1-35,3 2 25,0 1-1,0-1 1,0 0-1,-1 1 0,1-1 1,0 1-1,-1-1 0,1 1 1,0 0-1,-1 0 0,1 0 1,-1 0-1,1 1 1,0-1-1,-1 1 0,1-1 1,0 1-1,0 0 0,0 0 1,-1 0-1,1 0 0,0 0 1,0 0-1,0 1 1,0-1-1,1 1 0,-1-1 1,0 1-1,1 0 0,-1 0 1,1 0-1,-1-1 1,1 1-1,0 1 0,0-1 1,0 0-1,0 0 0,0 1-24,-6 14 17,2 1 0,-1 0 0,2 0 0,1 1 0,0-1 0,1 1 0,1 0 0,1-1 0,0 1 0,1 0 0,2 0 0,0-1 0,0 0 0,6 13-17,-6-23-13,0 0 0,1 0-1,1 0 1,-1 0 0,1-1 0,1 0 0,-1 0 0,1 0 0,1-1 0,-1 0 0,1 0 0,0 0 0,0-1 0,0 0 0,1-1-1,0 1 1,0-2 0,0 1 0,0-1 0,1 0 0,-1-1 0,1 1 0,0-2 0,6 1 13,-5-1-138,0 0-1,0 0 1,1-1 0,-1-1 0,0 0-1,0 0 1,0-1 0,0 0 0,0-1 0,0 0-1,0-1 1,-1 0 0,0 0 0,0-1-1,0 0 1,0-1 0,-1 0 0,0 0-1,0 0 1,0-1 0,1-3 138,3-5-279,-1 0 0,-1-1 0,0 0 0,-1 0 0,-1-1 0,-1 0 0,0-1 1,-1 0-1,-1 0 0,2-16 279,1-13 46,-3-1 0,-1 0 0,-3-29-46,-1 73 83,-3-43 930,-4 30-166,7 16-814,-1 1-1,1 0 1,0 0-1,-1-1 1,1 1-1,0 0 1,-1 0-1,1 0 1,-1-1-1,1 1 1,0 0-1,-1 0 1,1 0-1,-1 0 1,1 0-1,-1 0 1,1 0-1,0 0 1,-1 0-1,1 0 1,-1 0-1,1 0 1,-1 0-1,1 0 1,0 0-1,-1 1 1,1-1-1,-1 0 1,1 0-1,0 0 1,-1 1-1,1-1 1,0 0-1,-1 1-32,-1 1 31,-1 1-1,1 0 1,0 0-1,0 0 1,0 1-1,0-1 1,1 0-1,0 1 1,-1-1-1,1 1 1,0-1-1,1 1 1,-1 0-1,1-1 1,-1 1-1,1 0 1,0 0-1,1 0-30,-3 10 44,-5 90 4,4 1 1,9 72-49,-5-151 8,2 1 0,1 0 1,1-1-1,1 1 0,1-1 0,5 9-8,-11-34-2,-1 1 1,1-1-1,-1 1 0,1-1 0,-1 0 1,1 0-1,0 1 0,0-1 0,-1 0 1,1 0-1,0 0 0,0 0 0,0 0 1,0 0-1,1 0 0,-1 0 2,0-1 1,-1 0-1,0 0 1,1 0 0,-1 0-1,1 0 1,-1 0 0,0 0-1,1 0 1,-1 0 0,1-1-1,-1 1 1,0 0 0,1 0-1,-1 0 1,1-1-1,-1 1 1,0 0 0,1 0-1,-1-1 1,0 1 0,0 0-1,1-1 1,-1 1 0,0-1-1,0 1 1,1 0 0,-1-1-1,0 1 1,0 0 0,0-1-1,0 0 0,11-44 78,-1-107-32,-8 93 204,3 0 0,2 0 0,3 1 0,5-13-250,-13 64 53,0 0 0,1 1 0,0-1-1,0 1 1,0 0 0,1 0-1,0 0 1,0 0 0,1 0-53,-3 5 13,-1-1-1,0 1 1,0-1 0,1 1 0,-1 0 0,1 0 0,0 0 0,-1 0 0,1 0 0,0 0 0,-1 0-1,1 1 1,0-1 0,0 0 0,0 1 0,-1 0 0,1-1 0,0 1 0,0 0 0,0 0-1,0 0 1,0 0 0,0 0 0,0 1 0,-1-1 0,1 0 0,0 1 0,0 0 0,0-1 0,-1 1-1,1 0 1,0 0 0,-1 0 0,1 0 0,1 1-13,2 3 9,1 0 0,-1 1 0,0-1 0,-1 1-1,1 0 1,-1 0 0,0 1 0,-1-1 0,1 1 0,-2 0 0,2 4-9,24 84 22,-18-41 25,-3 0 0,-1 10-47,0-2 7,-6-58-135,0-3 84,0-1 0,0 1-1,0-1 1,0 0 0,-1 1 0,1-1-1,0 1 1,0-1 0,1 0 0,-1 1-1,0-1 1,0 1 0,0-1 0,0 0-1,0 1 1,0-1 0,0 1 0,1-1-1,-1 0 1,0 1 0,0-1 0,1 0-1,-1 1 1,0-1 0,0 0-1,1 0 1,-1 1 0,0-1 0,1 0-1,-1 0 1,0 1 0,1-1 0,-1 0-1,0 0 1,1 0 0,-1 0 0,1 1 44,10-1-3658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16468,'0'0'5899,"0"0"-4083,0 0-1031,0 0-138,-9 28-382,2-6-236,3-13-21,0 0-1,1 0 1,0 1-1,1-1 1,0 1-1,0-1 1,1 1-1,0 0 1,1 0-1,0-1 1,1 1-1,0 0 1,0 0-1,1-1 1,0 1-1,1-1 1,0 0-1,3 7-7,10 16 31,39 90 26,-49-107-44,-2 1 0,1 0 0,-2 0 0,0 0 0,-1 1 0,0-1 0,-1 1-13,-2-16 4,1 0 0,-1 0 0,0 0 1,1 0-1,-1 0 0,0 0 0,1 0 0,-1 0 0,0-1 0,0 1 0,0 0 1,0 0-1,0-1 0,0 1 0,0-1 0,0 1 0,0-1 0,0 1 1,0-1-1,0 0 0,0 1 0,0-1 0,-1 0 0,1 0 0,0 0 1,0 0-1,0 0 0,0 0 0,-1 0 0,1 0 0,0 0 0,0-1 1,-1 1-5,-3 0 15,-1-1 1,1 0 0,-1 0 0,1 0 0,-1 0 0,1-1 0,-3-1-16,5 1-50,-1-1 0,1 1 0,0-1 0,0 1 0,0-1 0,0 0 0,1 0 0,-1-1 0,1 1 0,0 0 0,0-1 0,0 0 0,0 1 0,1-1 0,-1 0 0,1 0 0,0 0 0,0 0 0,1 0 0,-1 0 1,1 0-1,0 0 0,0 0 0,0 0 0,0 0 0,1 0 0,0 0 0,-1 0 0,2 0 50,0-8-856,1 1-1,0-1 1,1 1 0,1 0 0,0 0-1,0 0 1,1 0 0,0 1 0,2-1 856,30-37-7250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0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0 334 10234,'0'0'2345,"0"0"2256,0 0-544,35 147-2345,-29-111-408,-6-7-504,2-14-512,-2-10-288,3-15-424,0-19-2136,-1-15-12988</inkml:trace>
  <inkml:trace contextRef="#ctx0" brushRef="#br0" timeOffset="1">73 0 19052,'0'0'4465,"0"0"-3889,0 0 800,0 0-1280,0 0-96,0 0-208,0 0-1000,134 34-2753,-99-24-4096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0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284 175 19508,'0'0'2725,"0"0"-666,-29 11-612,6-2-1226,11-6-168,0 1 0,1 0 1,-1 1-1,1 0 1,0 0-1,1 2 0,-1-1 1,1 1-1,1 1 0,-1 0 1,1 0-1,0 1 1,1 0-1,0 0 0,-5 9-53,2 3 50,1 1 0,1 0 0,1 0 0,1 1-1,1-1 1,1 2 0,1-1 0,1 0-1,1 1 1,2 0 0,0-1 0,3 21-50,-3-38-63,1 1 0,0-1 0,0 1 0,1-1 0,0 0 0,0 0 0,1 0 1,-1 0-1,1 0 0,1 0 0,-1-1 0,1 1 0,0-1 0,0 0 0,0 0 0,1-1 0,0 1 0,0-1 1,3 3 62,-3-5-195,-1 1 1,1-1 0,0 0-1,-1 0 1,1 0 0,0-1-1,0 1 1,0-1 0,1 0-1,-1-1 1,0 1 0,0-1-1,0 0 1,1-1 0,-1 1-1,0-1 1,0 0 0,0 0-1,0 0 1,0-1 0,0 0 0,0 0-1,0 0 1,-1-1 0,2-1 194,3-2-372,-1 0 0,0-1 0,0 0 0,-1 0 0,0-1 0,0 0 0,-1 0 0,0-1 1,0 0-1,-1 0 0,0 0 0,-1-1 0,0 1 0,-1-1 0,2-4 372,3-15 101,-1 1 0,-2-1 0,0 0-1,-2 0 1,-1-1-101,1-29 2316,-3-1-1,-6-41-2315,4 77 910,-2 0 0,-1 1 0,-1-1-1,0 1 1,-2 0 0,-1 0 0,-1 1-1,-2-2-909,12 53 392,3 97-418,6 0-1,12 46 27,-20-161-174,1 0-1,0 0 1,1-1-1,0 1 1,1 0 0,0-1-1,0 0 1,1 0-1,1 0 1,0-1-1,0 1 1,0-1 0,1-1-1,1 1 1,0-1-1,0-1 1,0 0-1,1 0 1,5 3 174,43 16-5312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0 14283,'0'0'5987,"0"0"-4003,-32 19-681,6-5-992,6-5-138,1 2-1,0 0 1,1 1-1,0 1 1,1 1-1,1 0 1,0 1-1,0 1 1,2 0-1,-11 16-172,1 5 529,2 1-1,2 1 1,-6 17-529,16-34 176,2 1 0,1 0-1,1 0 1,1 1 0,1 0 0,-1 24-176,4-44 7,1 1 1,0 0-1,0 0 0,0 0 1,1-1-1,-1 1 0,1 0 1,1 0-1,-1-1 1,0 1-1,1-1 0,0 1 1,0-1-1,2 3-7,-1-4-5,0 0 0,0-1 0,0 1 1,0-1-1,0 0 0,0 0 0,1 0 0,-1 0 0,1 0 1,-1-1-1,1 1 0,-1-1 0,1 0 0,0 0 1,0-1-1,0 1 0,-1-1 0,2 0 5,5 1-31,-1-1 1,1 1-1,-1-2 1,0 0-1,1 0 1,-1-1-1,0 0 1,0 0-1,0-1 0,0 0 1,0-1-1,-1 1 1,1-2-1,1-1 31,2-2-31,0-1-1,-1 0 0,0 0 1,-1-1-1,0-1 1,0 0-1,-1 0 1,-1-1-1,0-1 32,7-11-5,-2-1 0,-1 0-1,0-1 1,-2-1 0,-2 0 0,0 0 0,-1 0-1,-2-1 1,0-12 5,-2-74 1284,-4 114-1266,1 0 0,0 0 0,-1 0-1,1-1 1,0 1 0,-1 0-1,1 0 1,0 0 0,-1 0-1,1 0 1,0 0 0,-1 0-1,1 0 1,0 0 0,-1 0-1,1 0 1,0 0 0,-1 1-1,1-1 1,0 0 0,-1 0-1,1 0 1,0 0 0,0 0-1,-1 1 1,1-1 0,0 0-1,0 0 1,-1 1 0,1-1 0,0 0-1,0 0 1,0 1 0,-1-1-1,1 0 1,0 0 0,0 1-1,0-1 1,0 0 0,0 1-1,-1-1 1,1 0 0,0 1-18,-8 19 16,0 0-1,1 0 1,2 1 0,0 0 0,1 0 0,0 1 0,2-1 0,1 1 0,1-1-1,0 1 1,4 17-16,-3-35-23,-1 0-1,1 0 0,1 0 0,-1-1 0,0 1 1,1 0-1,0-1 0,0 1 0,0-1 0,0 1 0,1-1 1,-1 0-1,1 0 0,0 0 0,0 0 0,0 0 1,0-1-1,0 0 0,0 1 0,4 0 24,3 2-385,0 0 0,0-1 0,0 0-1,1-1 1,-1 0 0,1-1 0,3 0 385,48 1-4693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1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328 460 21349,'0'0'2032,"-26"3"-914,7-1-872,8-2-153,0 0 0,0 1 0,0 1 1,0-1-1,0 2 0,1 0 0,-1 0 0,1 1 1,-1 0-1,1 1 0,1 0 0,-1 0 0,1 1 1,0 1-1,-2 1-93,-1 4 30,1 2-1,0 0 1,0 0 0,1 1-1,1 0 1,1 0 0,0 1-1,1 0 1,1 1-1,0 0 1,1 0 0,1 0-1,1 0 1,0 1 0,2-1-1,0 1 1,0 0 0,2-1-1,0 1 1,1-1 0,2 7-30,-2-16-6,1 0-1,0-1 1,0 0 0,1 1 0,0-1 0,0-1-1,1 1 1,0-1 0,0 1 0,0-1 0,1-1-1,0 1 1,0-1 0,0 0 0,1 0 0,-1-1-1,1 0 1,0 0 0,1-1 0,-1 0 0,3 1 6,4 1-58,0 0 1,0-2-1,0 1 0,1-2 1,-1 0-1,1-1 1,-1 0-1,1-1 1,0-1-1,-1 0 1,6-2 57,-12 1-75,1 0-1,-1-1 1,-1 0 0,1 0 0,0-1 0,-1 0-1,0 0 1,0-1 0,0 0 0,0 0 0,-1-1-1,0 1 1,0-1 0,0-1 0,-1 1-1,0-1 1,0 0 0,1-3 75,8-16-284,0-1 1,-2 0-1,-1-1 0,5-19 284,12-52-778,-3-1 0,-6-2-1,-3 0 1,-5 0-1,-5-1 1,-4-24 778,-7 92 3074,-2 26-507,-4 26-749,1 19-1415,1 0 0,2 0 0,-3 30-403,-5 118 606,16-11-416,2-124-1089,-3 0-1,-1 0 1,-3 0 0,-8 41 899,-6-34-6763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9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15403,'0'0'2617,"0"0"-1657,0 0 352,0 0-215,0 0 95,153 67-464,-75-60-408,8-7-280,6 0-40,26 0-1176,-19 0-3233,-21-9-4953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9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13203,'0'0'2255,"0"0"-1137,0 0-277,2 21-246,-1-4-468,-1-8-75,1 0 0,-1 0 0,1-1 1,1 1-1,-1 0 0,1-1 1,1 1-1,0-1 0,0 0 0,1 0 1,-1 0-1,2 0 0,-1-1 0,1 0 1,3 4-53,2-2 29,0 0 0,0-1 0,1 0 0,0-1 0,0 0 0,1 0 0,0-1 0,0-1 0,1 0 0,-1-1 0,1 0 0,0-1 0,0 0 0,0-1 0,0 0 0,1-1 0,2-1-29,-7 0-47,0 0 0,0 0 0,0-1 1,0 0-1,0-1 0,0 0 1,-1 0-1,1-1 0,-1 0 0,1-1 1,-1 0-1,0 0 0,0 0 1,-1-1-1,1 0 0,-1-1 1,0 0-1,-1 0 0,1 0 0,-1-1 1,-1 0-1,1 0 0,-1 0 1,0-1-1,2-5 47,-5 10 37,-1 0 0,1-1 0,-1 1 1,0 0-1,0-1 0,0 1 0,0-1 0,-1 1 0,1-1 0,-1 0 1,0 1-1,0-1 0,0 1 0,0-1 0,-1 1 0,0-1 1,1 0-1,-1 1 0,-1 0 0,1-1 0,0 1-37,-2-1 207,0 0 0,0 0 0,0 0 0,0 1 0,-1-1 0,1 1 0,-1 0 0,0 0-1,0 0 1,0 1 0,0-1 0,0 1 0,0 0 0,-2 0-207,-12-4 499,0 0 0,0 1-1,0 2 1,-1-1 0,1 2-1,-1 1 1,-11 0-499,9 4-12,31 3-1012,33 3-4428,-1-8-4922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0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0 210 12515,'0'0'3969,"0"0"-2521,2 24-28,-2-24-1420,2 25 478,1 0 0,6 24-478,-8-47 23,0 1 0,0 0 0,0-1 0,0 1 0,1 0 0,0-1 0,-1 0 0,1 1 0,0-1 0,0 0 0,0 0 0,1 0 0,-1 0 0,0 0 0,1-1 0,-1 1 0,1-1 1,-1 1-1,1-1 0,0 0 0,0 0 0,-1 0 0,1-1 0,0 1 0,0-1 0,0 1 0,0-1 0,0 0 0,0 0 0,0 0 0,0-1 0,0 1 0,0-1-23,8 1 66,5 0-37,0 0 0,0-2 1,0 0-1,0-1 0,-1 0 1,0-1-1,1-1 0,-1 0 0,-1-2 1,1 1-1,-1-2 0,0 0 1,-1 0-1,0-1 0,0-1 0,-1 0 1,-1-1-1,1 0 0,-2-1 0,1 0 1,-2-1-1,0 0 0,2-4-29,-9 14 6,0 0-1,0 0 0,-1-1 0,1 1 0,-1 0 0,0-1 1,1 0-1,-2 1 0,1-1 0,0 0 0,-1 1 1,1-1-1,-1 0 0,0 1 0,-1-1 0,1 0 0,-1 0 1,1 1-1,-1-1 0,0 1 0,0-1 0,-1 0 1,1 1-1,-1 0 0,0-1 0,1 1 0,-2-1-5,-5-4-228,0 0 0,0 0 0,-1 1-1,0 0 1,-1 0 0,0 1 0,-8-4 228,1 0-881,-29-19-3201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6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425 48 4233,'0'0'5498,"0"0"-3552,0 0-189,0 0-321,0 0-232,8-3 342,26-6-9,-33 9-1437,-1 0-1,1 0 1,-1 0-1,0 0 1,1 0-1,-1 0 1,1 0-1,-1 0 1,1 0-1,-1 0 1,0 0-1,1 0 1,-1 0-1,1 0 1,-1 0-1,0-1 1,1 1-1,-1 0 1,0 0-1,1 0 0,-1-1 1,0 1-1,1 0 1,-1-1-1,0 1 1,1 0-1,-1 0 1,0-1-1,0 1 1,1-1-1,-1 1 1,0 0-1,0-1 1,0 1-1,0 0 1,1-1-1,-1 1 1,0-1-1,0 1 1,0 0-1,0-1 0,0 1 1,0-1-1,0 1 1,0-1-1,0 1 1,0 0-1,0-1 1,-1 1-1,1-1 1,0 1-1,0 0-99,-14-9 370,-5 5-323,0 0-1,0 2 1,0 0 0,0 1-1,0 1 1,0 0-1,0 2 1,-1 0 0,2 1-1,-1 1 1,0 1 0,1 1-1,-12 5-46,18-6 1,0 1-1,1 0 1,0 1-1,0 1 1,1-1-1,-1 2 1,2-1-1,-1 1 1,1 1-1,1 0 1,0 0-1,0 1 1,1-1-1,0 2 1,1-1-1,1 1 1,-1 0-1,2 0 1,0 0-1,-2 10 0,1-2 0,2 1 0,0 1 1,1-1-1,1 0 0,1 0 0,1 1 0,1-1 0,1 0 1,1 0-1,1 0 0,5 14 0,-7-26-3,0 1 1,1 0-1,0-1 0,1 0 1,0 0-1,1 0 1,0 0-1,0-1 0,1 0 1,0-1-1,0 1 0,1-1 1,0-1-1,0 1 0,0-1 1,1-1-1,0 0 1,0 0-1,1 0 0,-1-1 1,1-1-1,0 0 0,0 0 1,9 1 2,-13-3-12,1 0 0,-1 0 0,0-1 1,1 1-1,-1-2 0,0 1 0,1-1 1,-1 0-1,0 0 0,0 0 0,0-1 1,0 0-1,0 0 0,0-1 0,0 0 0,0 0 1,-1 0-1,0 0 0,1-1 0,0-1 12,0-2-10,1-1 0,-1 1-1,-1-1 1,0 0-1,0-1 1,0 1 0,-1-1-1,0 0 1,-1 0-1,0 0 1,-1 0-1,0 0 1,1-4 10,2-21 2,0-1 0,-3-1 0,0 1 0,-3 0 0,-1 0 0,-2-6-2,2 31 33,0-1 1,-1 1-1,-1 0 0,-4-10-33,-8-26 402,40 94-112,-2-8-217,-1 14 90,-3 1 0,2 14-163,17 53 23,-37-120-45,1-1 0,-1 0 1,0 0-1,0-1 0,1 1 0,-1 0 1,1 0-1,-1 0 0,1 0 0,-1 0 1,1 0-1,0 0 0,-1-1 0,1 1 1,0 0-1,0-1 0,-1 1 0,1 0 1,0-1-1,0 1 0,0-1 0,0 1 1,0-1-1,0 1 0,0-1 0,0 0 1,0 0-1,0 1 0,0-1 0,0 0 1,0 0-1,0 0 0,0 0 0,1 0 22,0-1-197,0 0 0,0 0 0,1 0-1,-1 0 1,0 0 0,0 0 0,0 0-1,-1-1 1,1 1 0,0-1 0,0 0 0,-1 1-1,1-1 1,-1 0 0,1 0 197,16-26-5241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7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16331,'0'0'2577,"0"0"-1225,0 0 401,0 0-489,86 164-40,-48-36-112,-9 0-151,-10-7-233,-11-22-152,-5-24-224,-3 2-208,0 3-144,0-15-16,0-12-424,0-12-824,0-17-1081,0-14-4384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8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1 13651,'0'0'2002,"-23"14"-761,4-3-868,-1 0 0,1 1 1,0 1-1,0 1 0,2 0 1,-1 2-1,2 0 0,-6 7-373,10-8 184,1 1 0,0 0 0,0 0 0,2 1 0,0 0 0,1 1 0,1 0 0,1 1 0,0-1 0,2 1 0,0 0 0,1 0 0,0 0 0,2 1 0,0-1 0,3 16-184,-2-31 8,1 0 0,0 0 0,0 0 1,1-1-1,-1 1 0,1 0 1,0 0-1,0-1 0,0 0 1,0 1-1,1-1 0,-1 0 1,1 0-1,0 0 0,0 0 1,0-1-1,0 1 0,0-1 0,1 1 1,-1-1-1,1 0 0,-1-1 1,1 1-1,0-1 0,0 1 1,0-1-1,0 0 0,-1-1 1,3 1-9,1 0 8,0 0 0,0 0 1,0-1-1,0 0 0,0 0 1,0-1-1,0 0 0,0 0 1,0 0-1,0-1 0,-1 0 1,1-1-1,-1 1 1,1-1-1,-1-1 0,4-1-8,-6 2 8,-1 1 0,1-1 0,0 0 0,-1 0 0,1 0-1,-1 0 1,0 0 0,0-1 0,0 0 0,0 1 0,-1-1 0,0 0-1,1-1 1,-1 1 0,-1 0 0,1 0 0,-1-1 0,1 1-8,-3 3 10,1 0 0,-1 0 0,1 0 0,0 0 0,-1 0 0,1 1 0,-1-1 0,0 0 0,1 0 0,-1 1 0,0-1 0,1 0 0,-1 1 0,0-1 0,0 1 0,1-1 1,-1 1-1,0-1 0,0 1 0,0-1 0,0 1 0,0 0 0,0-1 0,0 1 0,0 0 0,0 0 0,0 0 0,1 0 0,-1 0 0,0 0 0,0 0 0,0 0 0,0 0 0,0 1 0,-1-1-10,-40 4 278,31-1-238,1 0-1,-1 0 0,1 1 1,0 0-1,0 1 1,1 0-1,-1 1 0,1 0 1,0 0-1,1 1 1,-1 0-1,1 0 0,1 1 1,0 0-1,0 1 1,0 0-1,1 0 0,0 0 1,1 0-1,0 1 1,0 0-1,1 2-39,-7 14 31,2 1 0,2-1 0,0 1 1,1 0-1,2 1 0,1-1 0,1 1 0,2 6-31,-1-18 9,2-1-1,0 0 0,0 0 0,2 1 1,0-1-1,5 13-8,-6-22-1,0-1 0,0 0 0,1 0 0,0 0 1,0 0-1,0 0 0,1 0 0,-1-1 0,1 0 0,0 0 0,0 0 0,1 0 1,-1-1-1,1 1 0,0-1 0,0 0 0,0-1 0,0 1 0,0-1 0,1 0 1,3 1-46,0-1 0,1 0 0,-1-1-1,0 0 1,1 0 0,-1-1 0,1 0 0,-1 0-1,1-1 1,-1-1 0,0 0 0,0 0-1,1-1 1,-1 0 0,-1 0 0,8-4 46,11-7-740,-1-1 0,0-1 0,-1-1 0,14-15 740,39-36-5079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8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16428,'0'0'3640,"-2"22"-2379,0-9-1110,-7 91 1199,9-89-1174,0-1 1,1 1-1,1-1 1,0 1-1,1-1 1,0 0-1,4 9-176,6 7 166,1-1 1,2 0-1,0-1 0,2-1 0,1-1 1,22 23-167,-41-49 2,0-1 0,0 1 0,0 0 0,0-1 0,0 1 0,0 0 0,0-1-1,0 1 1,0 0 0,0-1 0,0 1 0,0 0 0,0-1 0,1 1 0,-1 0 0,0 0 0,0-1 0,0 1 0,0 0 0,1 0 0,-1-1 0,0 1 0,0 0 0,1 0 0,-1-1 0,0 1 0,0 0 0,1 0 0,-1 0 0,0 0 0,1-1 0,-1 1 0,0 0 0,1 0 0,-1 0 0,0 0 0,1 0 0,-1 0 0,0 0 0,1 0 0,-1 0 0,0 0 0,1 0 0,-1 0 0,0 0 0,1 0-1,-1 0 1,0 0 0,1 1 0,-1-1 0,0 0 0,0 0 0,1 0 0,-1 0 0,0 1 0,1-1 0,-1 0 0,0 0 0,0 1 0,0-1 0,1 0 0,-1 0 0,0 1 0,0-1 0,0 0 0,0 1 0,1-1 0,-1 0 0,0 1-2,0-36 67,-1 25-58,-1-67 9,0 20 19,5-44-37,-2 85-6,1 0 0,1 1-1,0-1 1,1 1 0,1 0 0,0 0-1,1 0 1,5-8 6,-9 19-4,0 0 0,1 0 0,-1 1-1,1-1 1,0 1 0,0-1 0,1 1 0,-1 0 0,1 0-1,-1 0 1,1 1 0,0 0 0,0-1 0,0 1 0,3-1 4,-5 3 1,1-1 1,0 0-1,-1 1 1,1 0 0,-1 0-1,1-1 1,0 2 0,-1-1-1,1 0 1,-1 0-1,1 1 1,0 0 0,-1-1-1,1 1 1,-1 0-1,0 0 1,1 0 0,-1 1-1,0-1 1,0 0-1,1 1 1,-1 0 0,0-1-1,-1 1 1,1 0 0,0 0-1,0 0 1,-1 0-2,9 12 32,-1-1 0,-1 1 1,0 0-1,-1 1 0,-1 0 1,0 0-1,-1 0 0,3 16-32,6 34 321,2 40-321,-8-47 56,-6-41-241,-1-8 247,0 0 1,1 0 0,0 0 0,0 0-1,1 0 1,3 5-63,-6-13-89,1 1 1,0-1-1,0 1 0,0-1 0,0 1 1,0-1-1,1 0 0,-1 0 1,0 0-1,1 1 0,-1-1 0,0 0 1,1-1-1,-1 1 0,1 0 0,0 0 1,-1-1-1,1 1 0,0-1 1,-1 1-1,1-1 0,0 0 0,-1 1 1,1-1-1,0 0 0,0 0 0,-1 0 1,1-1-1,0 1 0,0 0 1,-1-1-1,1 1 0,0-1 0,-1 1 1,2-2 88,23-12-5436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9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12 15603,'0'0'3261,"-26"-2"-1926,-10-1-722,10 0-151,1 1 0,-1 1 0,0 1 0,1 1 0,-4 2-462,22-2 83,0 0 0,0 0 0,0 1 0,0 0 0,0 0-1,1 1 1,-1 0 0,1 0 0,0 1 0,0-1 0,0 2 0,0-1 0,1 0-1,-1 1 1,1 0 0,-4 5-83,3-2 85,1 0-1,0 0 1,0 1-1,1-1 1,0 1-1,0 0 1,1 1-1,0-1 1,1 0-1,0 1 1,-1 7-85,2-3 72,0 1-1,0-1 1,2 0 0,0 1 0,0-1 0,1 1 0,1-1-1,0 0 1,1 0 0,1-1 0,0 1 0,1-1 0,0 0-1,1 0 1,1-1 0,6 9-72,-3-9-21,1 1 1,1-2-1,0 1 0,0-2 1,1 0-1,0-1 0,1 0 1,0-1-1,0 0 0,1-2 1,0 0-1,0 0 0,1-2 1,0 0-1,4 0 21,-1-1-504,-1-1 0,0-1 0,1-1 1,-1 0-1,1-2 0,-1 0 0,0-1 0,11-4 504,36-17-5614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39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 17764,'0'0'1332,"-24"7"-82,3-2-951,10-3-200,0 1 0,0 0 1,0 0-1,0 1 1,1 0-1,0 1 0,-1 0 1,2 1-1,-1 0 0,1 1 1,0 0-1,0 0 1,-5 7-100,6-4 89,1-1-1,1 1 1,0 1 0,0-1 0,1 1 0,0 0 0,1 0 0,1 1 0,-1-1 0,2 1 0,0 0-1,0 0 1,1-1 0,0 1 0,2 11-89,-1-16 14,0 1 0,1-1-1,0 1 1,0-1 0,1 1-1,0-1 1,1 0 0,-1 0 0,1 0-1,1 0 1,-1 0 0,1-1-1,0 0 1,1 1 0,0-1 0,-1-1-1,2 1 1,-1-1 0,1 0-1,0 0 1,0-1 0,0 1 0,1-1-1,-1-1 1,1 1-14,9 2-104,0-1-1,1 0 0,0-1 1,-1-1-1,1 0 1,1-2-1,-1 0 1,0 0-1,0-2 0,0 0 1,0-1-1,0-1 1,0 0 104,-5 0-235,0 0 0,0 0 0,0-1 0,-1 0 0,1-1 0,-1-1 0,-1 0 0,1 0 0,-1-1 0,0 0 0,0-1 0,-1 0 0,0-1 0,0 0 0,-1 0 0,0 0 0,-1-1 0,2-4 235,-5 5 28,0 0 1,-1 0 0,0 0-1,-1 0 1,1-1-1,-2 1 1,0-1 0,0 0-1,0-3-28,-1 10 149,1-1 0,-1 1 0,0-1 0,-1 0 0,1 1 0,0-1 1,-1 1-1,0-1 0,0 1 0,0-1 0,0 1 0,0-1 0,-1 1 0,0 0 0,1 0 0,-1 0 0,-1 0 0,1 0 0,0 0 0,-1 0 0,1 1 0,-1-1 0,0 1 0,1 0 0,-2-1-149,4 3 34,-1 0 0,0 0-1,1 0 1,-1-1 0,0 1-1,1 0 1,-1 0 0,0 0-1,1 0 1,-1 0 0,1 0-1,-1 0 1,0 1 0,1-1 0,-1 0-1,0 0 1,1 0 0,-1 1-1,1-1 1,-1 0 0,0 0-1,1 1 1,-1-1 0,1 1-1,-1-1 1,1 0 0,-1 1-1,1-1 1,0 1 0,-1-1-1,1 1 1,0 0 0,-1-1-1,1 1 1,0-1 0,-1 1-1,1-1 1,0 1 0,0 0-1,0-1 1,0 1 0,0 0-1,-1-1 1,1 1 0,0 0-1,1-1 1,-1 1 0,0-1 0,0 2-34,0 43-108,0-31 242,2 20-92,1-1 0,2 1 0,1-1 0,2 0 0,11 30-42,-17-60 144,0-10-56,1-28-27,-2-45-65,-2 38 14,0-40-8,1 75 21,1 1-1,0-1 0,0 1 1,0-1-1,1 1 0,0 0 1,0 0-1,1-1 0,-1 1 1,2 0-23,-3 4 18,0 0 0,0 1 0,0-1 1,1 1-1,-1 0 0,0-1 1,1 1-1,-1 0 0,1 0 0,0 0 1,-1 0-1,1 0 0,0 0 1,-1 0-1,1 1 0,0-1 0,0 1 1,0-1-1,0 1 0,-1-1 1,1 1-1,0 0 0,0 0 1,0 0-1,0 0 0,0 1 0,0-1 1,0 0-1,-1 1 0,1-1 1,0 1-1,0 0 0,0 0 0,-1-1 1,1 1-1,0 0 0,-1 0 1,1 1-1,-1-1 0,2 1-18,5 4 26,-1 1-1,1-1 1,-1 1 0,0 1-1,0 0 1,-1 0-1,0 0-25,11 22 61,0 0 0,-3 1 0,0 1 0,0 5-61,4 10-22,-17-46-19,-1 0 0,0 0 0,0-1 0,1 1 0,-1 0 0,1 0 0,-1 0 0,1 0 0,-1 0 0,1 0 0,0-1 0,-1 1 0,1 0 0,0-1 0,0 1 0,-1 0 0,1-1 0,0 1 0,0-1 0,0 1 0,0-1 0,0 1 0,0-1 0,0 0 0,-1 1 0,2-1 41,-1 0-211,0-1 1,0 1-1,0 0 0,0-1 0,0 1 1,0-1-1,0 1 0,0-1 0,0 0 0,0 1 1,0-1-1,-1 0 0,1 1 0,0-1 1,0 0-1,-1 0 0,1 0 0,0 0 0,-1 0 211,16-27-7941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0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19668,'0'0'2481,"0"0"-1617,0 0 784,25 159-640,4-67-263,6 12 111,0 0-208,-6-5-320,1-10-208,-3-14-120,-6-17-136,-5-19-464,-13-30-704,-3-9-1105,0-9-3488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0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0 177 16940,'0'0'1628,"0"0"-42,24-10-692,-11 4-817,13-6-3,0 0-1,1 2 0,0 2 0,1 0 0,27-3-73,-30 7 24,1 1 0,-1 2 0,0 1 0,1 0 0,-1 2 0,0 1 0,9 3-24,-26-4 27,0 0 0,0 1 0,0 0 0,0 0 0,-1 1 0,0 0 0,1 0 0,-1 1 0,-1 0 0,1 0 0,-1 0 0,1 1 0,-2 0 0,1 0 0,-1 1 0,0 0 0,0 0 0,-1 0-1,0 0 1,0 0 0,0 1 0,-1 0 0,1 6-27,1 6 536,-1 2-1,-1-1 0,0 0 0,-2 1 1,-1 19-536,0-37 100,-1-4-68,1 0 0,0 0 0,0 0 0,0 0 0,0 0 0,0 0-1,-1 0 1,1 0 0,0 0 0,0 0 0,0 0 0,0 0 0,0 0 0,-1 0 0,1 0 0,0 0 0,0 0 0,0 0 0,0 0-1,0 1 1,-1-1 0,1 0 0,0 0 0,0 0 0,0 0 0,0 0 0,0 0 0,0 0 0,0 0 0,-1 1 0,1-1-1,0 0 1,0 0 0,0 0 0,0 0 0,0 0 0,0 0 0,0 1 0,0-1 0,0 0-32,-6-18 474,4-4-375,0 0-1,2 0 1,0-1 0,1 1-1,1 0 1,2 0-1,4-18-98,-5 29-16,0 0 0,1 1-1,0 0 1,0 0 0,1 0-1,1 1 1,0-1-1,0 1 1,0 1 0,1-1-1,0 1 1,1 0 0,0 1-1,0 0 1,1 0-1,0 1 1,3-2 16,-2 4-572,0 0 1,1 1-1,0 0 0,0 1 0,0 0 0,0 1 1,0 0-1,0 1 0,0 0 0,0 0 0,0 2 1,4 0 571,13 0-3654,38 4-7033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46 17036,'0'0'2664,"-31"1"-1602,8-2-767,4 0 11,0 1 0,0 0 0,-15 4-306,25-3 104,1 1 0,-1 0 0,1 0 0,-1 1 0,1 0 0,0 1 0,0-1 0,1 2-1,-1-1 1,1 1 0,-6 5-104,1 1 103,2 0 0,-1 1 1,2 0-1,0 1 0,0 0 0,1 1 0,0-1 0,2 2 0,-1-1 0,2 1 0,0-1 0,-1 8-103,1-2 80,1-1 0,1 1-1,0 0 1,2 0 0,0-1-1,1 1 1,2 0-1,0 0 1,2 11-80,-2-26 2,-1 0-1,1 1 1,0-1 0,0 0-1,0 0 1,0 0-1,1 0 1,0-1 0,0 1-1,0-1 1,1 0 0,0 0-1,0 0 1,0 0-1,0 0 1,1 0-2,3 1 5,-1-1 1,1 0-1,0 0 0,0-1 0,1 0 1,-1 0-1,0-1 0,1 0 0,7 1-5,8-1-73,-1-1-1,1 0 0,0-2 0,0-1 1,-1-1-1,1-1 0,4-3 74,32-10-1189,-1-4 0,-1-2 1,16-10 1188,-57 25-193,-19 9 296,0-1 1,1 1-1,-1-1 1,0 1-1,1-1 1,-1 0-1,0 0 1,1 0-1,-1 0 1,0 0-1,0 0 1,1 0-1,-1-1 1,0 1 0,1-1-1,-1 1 1,1-1-1,-1 1 1,0-1-1,1 0 1,-1 0-1,1 0 1,0 0-1,-1 0 1,1 0-1,0 0 1,0 0-1,-1-1 1,1 1-1,0 0 1,0-1-1,0 1 1,1-1-1,-1 1 1,0-2-104,-2-3 92,0 0 1,0 1 0,1-1-1,0 0 1,1 0 0,-1-1-1,1 1 1,0 0 0,0-2-93,1-1 14,-1-1 0,1 1 1,1-1-1,0 0 0,0 1 0,1-1 1,0 1-1,0 0 0,1 0 1,1 0-1,-1 0 0,1 0 0,1 1 1,0-1-1,0 1 0,1 0 1,0 1-1,0-1 0,0 1 1,1 1-1,1-2-14,167-145-3648,-120 104-1903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1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12067,'0'0'5945,"0"0"-4225,0 0 1913,108 169-2177,-90-92-231,-4 3-449,-6-5-416,-3-5-216,1-12-64,-4-7-80,4-10-208,2-10-568,19-24-793,-1-7-1503,1-9-4922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1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1 17412,'0'0'2574,"0"0"-63,0 0-928,-25 29-688,-7 8-648,-128 155 766,102-114-784,2 2-1,-12 30-228,68-108 0,-3 1-2,1 1 0,0-1 0,0 1-1,0 0 1,1 0 0,0 0 0,-1 0 0,1 0 0,1 0 0,-1 0-1,0 1 3,2-5-2,0 1-1,-1-1 0,1 1 0,0-1 0,-1 1 1,1-1-1,0 0 0,-1 1 0,1-1 1,0 0-1,0 1 0,0-1 0,-1 0 0,1 0 1,0 0-1,0 1 0,0-1 0,-1 0 0,1 0 1,0-1-1,0 1 0,0 0 0,-1 0 0,1 0 1,0 0-1,0-1 0,0 1 0,0 0 3,2-1 1,25-5 36,-1 0 0,-1-2 0,1-2 0,-1 0-1,-1-1 1,12-8-37,42-18 19,-32 18 49,45-12-68,-76 27-100,1 0 1,0 1-1,-1 0 0,1 2 0,0 0 0,0 1 0,13 2 100,-28-2-69,1 0 0,-1 1 0,0-1 0,0 1 0,0 0 0,0 0 0,0 0 0,0 0 0,0 0 0,0 0 0,0 0 0,-1 1 0,1-1 0,0 1 0,-1-1 0,1 1 0,-1 0 0,0-1-1,1 1 1,-1 0 0,0 0 0,0 0 69,15 48-5164,-15-47 4538,5 30-8951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5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57 6617,'0'0'2692,"0"0"-33,0 0-332,0 0-715,0 0-218,-6 12 6392,2-13-7662,-1 0 0,1-1 1,-1 1-1,1-1 0,-1 0 1,1 0-1,0 0 0,0-1 1,0 0-1,0 1 1,0-1-1,-2-3-124,-33-20 36,33 24-34,0 0 0,0 0 0,-1 0 0,1 0 0,0 1 0,-1 0 0,1 1 0,-1-1 0,1 1 0,-1 1 0,1-1 0,-1 1 0,1 0 0,-1 0-2,2 1-2,0 0-1,0 0 1,1 1 0,-1-1 0,1 1 0,-1 0 0,1 0 0,0 1 0,0-1 0,1 1 0,-1 0-1,1 0 1,0 0 0,0 0 0,0 1 0,0-1 0,-1 4 2,-6 13-3,1 1-1,1 0 1,0 1 0,2 0-1,1 0 1,0 1 0,2 5 3,-5 54 0,3 36 0,3-42 6,-9 439 11,2-65-34,-12-153 39,13-234 9,-3-1-1,-3 0 0,-14 35-30,27-96 5,-12 28 5,13-29-5,0-1-1,-1 1 1,1-1 0,0 0-1,-1 1 1,1-1 0,0 1-1,-1-1 1,1 0 0,0 1-1,-1-1 1,1 0 0,-1 1-1,1-1 1,0 0 0,-1 0-1,1 1 1,-1-1 0,1 0-1,-1 0 1,1 0 0,-1 0-1,1 0 1,-1 0 0,1 0-1,-1 0 1,1 0 0,-1 0-1,1 0 1,-1 0 0,1 0-1,-1 0 1,1 0 0,-1 0-1,1-1 1,-1 1 0,1 0-1,-1 0 1,1-1 0,-1 1-1,1 0 1,0 0 0,-1-1-1,1 1 1,0 0 0,-1-1-1,1 1 1,0-1 0,-1 1-1,1-1 1,0 1 0,0 0-1,-1-1 1,1 1 0,0-1-1,0 1 1,0-1-1,0 1 1,0-1 0,0 1-5,-7-13-31,2 0 1,0-1-1,0 1 1,1-1-1,1 0 0,1 1 1,-2-15 30,-1-104-3513,5 123 2958,0-31-4757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0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45 13827,'0'0'1450,"-1"21"-680,1-4-606,-1 14 409,1 0 0,5 27-573,-4-45 70,2-1-1,-1-1 1,1 1 0,1 0-1,0-1 1,1 1-1,0-1 1,1 0 0,0-1-1,4 5-69,-6-9 62,1 1-1,0-1 0,0 0 1,0-1-1,1 0 1,0 1-1,0-2 0,1 1 1,-1-1-1,1 0 1,0 0-1,0-1 0,0 0 1,0 0-1,1-1 1,-1 0-1,1 0 0,0 0 1,-1-1-1,1-1 1,0 1-1,0-1 0,-1 0 1,4-1-62,-8 0 37,0 0 1,0 0-1,0 0 1,0-1-1,0 1 1,0-1-1,0 1 1,-1-1-1,1 0 1,-1 0-1,1 0 1,-1-1-1,0 1 0,0 0 1,0-1-1,0 0 1,0 1-1,0-1 1,-1 0-1,1 0 1,-1 0-1,0 0 1,0 0-1,0 0 1,0 0-1,-1 0 1,1-3-38,1-11 274,0-1 0,0 1 1,-2-1-1,-1-10-274,1 19 147,-2-7 69,0 1 0,-1-1 1,-1 0-1,-1 1 0,0-1 0,0 1 0,-2 1 0,0-1 0,-6-8-216,-16-37 61,26 50-526,7 1-4411,16 10-2539,4 9 1335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1 218 1320,'0'0'2736,"0"0"-377,19 26-347,67 82-312,-82-103-1507,-1-1-1,1 0 0,0 0 0,0-1 1,0 1-1,0-1 0,0 0 0,1 0 1,0 0-1,-1-1 0,1 1 0,0-1 1,0-1-1,0 1 0,1-1 0,-1 1 1,0-1-1,1-1 0,-1 1 0,0-1 1,1 0-1,-1 0 0,0-1 0,1 1 1,-1-1-1,0 0 0,3-2-192,-1 1 273,0-2 1,0 1-1,0-1 0,-1 0 0,1 0 0,-1-1 1,0 0-1,0 0 0,-1 0 0,0-1 0,0 0 1,0 0-1,-1 0 0,1-1 0,0-3-273,2-4 267,-1 0-1,-1-1 1,0 1-1,-1-1 1,0-1-1,-2 1 1,1 0-1,-2-1 1,0 1-1,-1-1 1,-2-10-267,2 19 59,-1 0 1,-1 1 0,1-1 0,-1 1 0,0-1 0,-1 1 0,1 0 0,-1 0-1,0 0 1,-1 0 0,0 0 0,-3-4-60,3 6 4,0 1-1,0 0 1,0-1-1,0 1 1,0 1-1,-1-1 0,1 1 1,-1-1-1,1 1 1,-1 0-1,0 1 1,0-1-1,0 1 1,0 0-1,0 1 1,0-1-1,0 1 1,-3 0-4,-4 0-218,0 1 0,0 1 0,0-1 0,0 2 0,0 0 0,1 0 1,-1 1-1,1 1 0,0 0 0,-8 5 218,-39 25-3954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1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364 213 8730,'0'0'1644,"0"0"262,0 0 382,0 0-362,0 0-107,-6-23-174,-21-76-368,25 93-1163,0 1-1,-1-1 1,1 1 0,-1 0-1,-1 0 1,1 0 0,-1 1-1,1-1 1,-1 1 0,-1 0-1,1 0 1,-1 0-1,1 1 1,-1-1 0,0 1-1,0 0 1,0 0 0,-1 1-1,1 0 1,-1 0 0,1 0-1,-1 1 1,0-1-1,0 1 1,1 1 0,-1-1-1,0 1 1,0 0 0,-5 1-114,6-1 25,0 0 1,0 1 0,0-1 0,0 1 0,0 0-1,0 1 1,0-1 0,1 1 0,-1 0 0,0 0-1,1 1 1,-1-1 0,1 1 0,0 0 0,-2 2-26,-1 1 21,1 1 0,0-1 1,1 1-1,-1 0 0,1 1 1,1-1-1,0 1 0,-3 6-21,-4 13 40,2 0 0,1 1 0,1 0 0,1 0 0,1 6-40,-3 42 107,3 0 0,3 0 0,3 0-1,4 0 1,3 0 0,4-1 0,3 0 0,3-1 0,9 19-107,-21-85-1162,-4-25-32,-2-37-3712,0 48 3680,-2-48-9583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1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1 520 7274,'0'0'6993,"0"0"-4056,0 0-89,0 0-1071,0 0-769,0 0-344,0 0-352,214-60-192,-128 26-120,32-22-56,-21 8-2696,-14 0-10915</inkml:trace>
  <inkml:trace contextRef="#ctx0" brushRef="#br0" timeOffset="1">1024 1 14835,'0'0'2889,"0"0"-553,0 0 385,0 0-1585,-140 51-768,127 4 0,5 20 424,8 10-215,0 1-169,5-3-72,16-11-208,9-12-56,-1-16-64,9-22-8,32-22-440,-8-22-1017,-3-19-4032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2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32 15331,'0'0'1690,"0"0"-790,0 0 279,30-6-448,95-17-264,-121 22-422,1 0 0,-1 1 0,0 0 0,0 0 0,0 0 0,0 1-1,0-1 1,1 1 0,-1 0 0,0 0 0,0 0 0,0 1 0,-1-1 0,1 1 0,0 0 0,-1 0 0,1 0 0,-1 1 0,1-1 0,-1 1 0,0 0 0,0 0 0,-1 0 0,1 0 0,0 1 0,-1-1 0,0 0 0,1 2-45,1 5 207,0 0-1,0 0 1,-1 0 0,-1 1-1,0-1 1,0 1 0,-1 0-1,0 4-206,-1 0 142,-1-1-1,0 0 1,-1 0-1,0-1 1,-1 1-1,-1 0 1,0-1-1,-1 0 1,0 0-1,-1 0 1,-1 0-1,0-1 1,0 0-1,-1-1 1,-1 0-1,0 0 1,0 0 0,-1-1-1,-1-1 1,0 0-1,0 0 1,0-1-1,-1-1 1,0 0-1,-1 0 1,0-1-1,-3 1-141,11-6 13,1 1 0,0-1 0,-1 1 0,1-1 0,-1-1 0,1 1 0,-1 0 0,1-1 0,-1 0 0,0 0 0,1-1 1,-2 0-14,4 1-10,1 0 1,0 0-1,0-1 1,0 1-1,0-1 1,0 1-1,0-1 1,0 1 0,1-1-1,-1 0 1,0 1-1,0-1 1,0 0-1,1 0 1,-1 0-1,0 0 1,1 1 0,-1-1-1,0 0 1,1 0-1,-1 0 10,1-1-55,-1 0 0,1-1 0,0 1 0,0 0 0,0 0 0,0 0 0,0 0 0,0 0 0,0 0 0,1 0 0,-1 0 0,1-1 0,-1 1 0,1 0 0,0 0 55,1-2-303,-1 0-1,1 1 1,1-1-1,-1 0 0,0 1 1,1 0-1,0-1 1,0 1-1,0 0 0,3-2 304,23-15-5638,13-5-9051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2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 17164,'0'0'2432,"0"0"-976,0 0 177,-166 2-985,123 30-280,5 14 16,9 12-48,10 12 152,16 0 32,3 0-175,24-12-153,25-15-104,12-16-80,12-20 80,2-7-88,19-48-545,-19-5-1191,-13-1-4545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2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8162,'0'0'3857,"0"0"-1857,0 0-240,150 82 73,-104-17 167,-14 13-239,-10 6-233,-14 3-544,-8-5-232,0-12-272,0-14-184,-11-17-160,3-13-136,3-14-208,5-12-1512,0-17-3105,16-12-7866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141 500 1688,'0'0'10009,"0"0"-6452,-22 21-1207,-5 5-1487,2 0 1,-13 18-864,34-38 63,1 0 0,-1 1 0,1-1 0,0 0 0,1 1-1,0 0 1,0 0 0,0 0 0,1 0 0,0 0 0,0 0 0,1 0 0,0 0 0,0 0 0,0 0 0,1 0 0,0 0 0,1 0 0,0 1-63,0 1 68,1 4-25,0-1 0,1 0-1,1 0 1,0 0 0,1 0 0,0-1-1,1 0 1,0 0 0,1-1 0,0 0 0,0 0-1,1-1 1,1 0 0,-1 0 0,1-1-1,1-1 1,-1 1 0,1-2 0,1 0 0,-1 0-1,2 0-42,-5-3 5,-1 1-1,1-1 0,0-1 0,1 1 0,-1-1 1,0-1-1,1 0 0,-1 0 0,0 0 1,1-1-1,-1-1 0,1 1 0,-1-1 0,1 0 1,-1-1-1,0 0 0,0-1 0,0 0 1,0 0-1,0 0 0,-1-1 0,1 0 1,-1-1-1,0 1 0,0-1 0,-1-1 0,1 1 1,-1-1-1,-1 0 0,1-1 0,-1 0 1,2-2-5,2-7 7,0 0 0,-1-1 0,-1 0 0,0 0 1,-2-1-1,0 1 0,0-1 0,-2-1 0,0 1 1,-1-4-8,2-49 34,-2 0 1,-4-2-35,1 10 24,2 14 104,-3 0 0,-1-1 0,-3 1 0,-2 0 0,-1 1 0,-6-10-128,-10 5 1729,24 51-1591,0 0-1,0 0 0,-1 0 1,1 0-1,-1 0 0,0 0 1,0 1-1,1-1 0,-1 0 1,0 1-1,0 0 0,-1-1 0,1 1 1,0 0-1,0 0 0,0 0 1,-1 0-1,-1 0-137,4 1 20,0 0 0,-1 1 1,1-1-1,-1 0 0,1 0 0,-1 0 0,1 0 1,0 0-1,-1 1 0,1-1 0,-1 0 0,1 0 1,0 1-1,-1-1 0,1 0 0,0 0 1,-1 1-1,1-1 0,0 0 0,-1 1 0,1-1 1,0 1-1,0-1 0,0 0 0,-1 1 0,1-1 1,0 1-1,0-1 0,0 0 0,0 1 0,0-1 1,0 1-1,0-1 0,0 1 0,0-1-20,-2 22 5,2-15 58,1 27-16,0 1 0,3 0-1,1-1 1,1 0 0,2 0 0,1-1 0,2 0-1,1-1 1,2 0 0,4 6-47,-10-22-193,1 0 0,0-1 0,1 0 0,1 0 1,0-1-1,1-1 0,1 0 0,0 0 0,1-2 0,0 1 0,14 7 193,24 9-3607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3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18 196 14283,'0'0'3764,"0"0"-2686,0 0-823,31-17-87,100-50-74,-128 65-79,0 0 1,1 1-1,0-1 1,-1 1-1,1 0 1,0 0-1,0 0 1,0 0 0,-1 0-1,1 1 1,0 0-1,0 0 1,0 0-1,0 0 1,0 1 0,0 0-1,0 0 1,-1 0-1,1 0 1,0 0-1,0 1 1,-1-1 0,1 1-1,-1 0 1,0 0-1,1 0 1,-1 1-1,0-1 1,0 1-1,-1 0 1,1 0 0,0 0-1,-1 0 1,1 2-16,3 5 155,-1-1 1,-1 2 0,0-1-1,0 0 1,-1 1-1,0 0 1,-1 0 0,-1 0-1,1 8-155,-1-6 157,-1 1 0,0-1 1,-1 0-1,-1 0 0,0 0 0,-1 0 0,0 0 0,-1 0 0,-1 0 0,0-1 0,0 0 1,-1 0-1,-1-1 0,0 1 0,0-1 0,-1-1 0,-1 0 0,1 0 0,-2 0 0,1-1 1,-2-1-1,1 1 0,-1-2 0,0 1 0,0-2 0,-1 1 0,0-2 0,0 0 0,-1 0 1,1-1-1,-6 1-157,11-3-14,-1 0 1,1-1-1,0 0 0,-1 0 1,1 0-1,0-1 1,-1 0-1,-3-1 14,10 0-46,-1 1 1,0-1-1,1 1 0,-1-1 0,0 0 0,1 1 1,-1-1-1,1 0 0,-1 0 0,1 0 0,-1-1 1,1 1-1,0 0 0,0 0 0,-1-1 0,1 1 1,0-1-1,0 1 0,1-1 0,-1 1 0,0-1 1,0 1-1,1-1 0,-1 0 0,1 0 0,-1 1 1,1-1-1,0 0 0,0 0 0,0 1 0,0-1 1,0 0-1,0 0 0,0 0 0,0 1 0,1-1 1,-1 0 45,3-15-999,0 1 1,1 0-1,1 0 0,0 0 1,1 0-1,1 1 1,1 0-1,1-2 999,35-57-10057</inkml:trace>
  <inkml:trace contextRef="#ctx0" brushRef="#br0" timeOffset="1">572 1 17652,'0'0'3809,"0"0"-2809,-143 65 552,98-19-896,10 12-256,16 14-128,11 8-80,8 7-56,3 0-128,26-12-8,14-17 0,14-22-168,50-36-528,-10-17-992,-9-24-3969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3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11378,'0'0'1665,"0"0"-1177,150-5-488,-66-2-224,-15 2-2529,-18 3-2384</inkml:trace>
  <inkml:trace contextRef="#ctx0" brushRef="#br0" timeOffset="1">22 201 6385,'0'0'7186,"0"0"-4209,0 0-889,0 0-760,0 0-320,0 0 401,0 0-713,94 12-472,8-19-224,-8-10-608,-5 0-4881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4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16 190 11138,'0'0'3773,"0"0"-736,2-21-517,-1-6-1909,-1 12-340,0 0-1,1 1 1,1-1-1,0 1 1,1-1-1,0 1 1,5-11-271,-8 26 20,0-1 1,0 0 0,0 0-1,0 0 1,0 0-1,0 0 1,0 0-1,0 0 1,1 0-1,-1 0 1,0 1-1,0-1 1,0 0-1,0 0 1,0 0-1,0 0 1,0 0-1,0 0 1,1 0 0,-1 0-1,0 0 1,0 0-1,0 0 1,0 0-1,0 0 1,0 0-1,0 0 1,1 0-1,-1 0 1,0 0-1,0 0 1,0 0-1,0 0 1,0 0 0,0 0-1,0 0 1,1 0-1,-1 0 1,0 0-1,0 0 1,0-1-1,0 1 1,0 0-1,0 0 1,0 0-1,0 0 1,0 0-1,0 0 1,1 0 0,-1 0-1,0 0 1,0 0-1,0-1 1,0 1-21,3 21 196,0 29-237,-2 18 120,-1-10-33,2 0 0,3-1 1,11 52-47,-16-109 8,0 0 0,0 0 0,0 0 0,0 0 1,0 0-1,1 0 0,-1 0 0,0 0 1,0 0-1,0 0 0,0 0 0,0 0 1,0 0-1,0 0 0,1 0 0,-1 0 1,0 0-1,0 0 0,0 0 0,0 0 0,0 0 1,0 0-1,0 0 0,1 0 0,-1 0 1,0 0-1,0 0 0,0 0 0,0 0 1,0 1-1,0-1 0,0 0 0,0 0 0,0 0 1,0 0-1,0 0 0,1 0 0,-1 0-8,2-24 98,0-38-80,-2 21-9,-1 1 1,-2 0 0,-1-1 0,-3 2-1,-1-1 1,-2 1 0,-5-11-10,15 49 10,-1 0 1,1-1-1,-1 1 1,1 0-1,-1-1 1,1 1-1,-1 0 1,0-1-1,0 1 0,1 0 1,-1 0-1,0 0 1,0 0-1,0 0 1,0 0-1,-2-1-10,3 2 8,-1 0 0,1 0-1,-1 1 1,1-1-1,0 0 1,-1 0 0,1 0-1,-1 0 1,1 1 0,-1-1-1,1 0 1,0 0-1,-1 1 1,1-1 0,0 0-1,-1 0 1,1 1 0,0-1-1,-1 0 1,1 1 0,0-1-1,0 1 1,-1-1-1,1 0 1,0 1 0,0-1-1,0 1 1,0-1 0,0 1-1,-1-1 1,1 1-8,-8 46 201,8-7-141,2 0-1,1 0 1,2 0-1,2-1 1,2 0 0,7 17-60,6 11-51,7 27-391,-18-33-4391,-11-43-1296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04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0 198 15427,'0'0'3969,"0"0"-2969,0 0-79,0 0-121,172-19-544,-75-8-256,2-4-760,1-3-353,10-4 209,-27 9-1680,-24 9-13164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11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12467,'0'0'2387,"0"0"225,0 0-435,0 0-1050,0 0-663,15 16-113,21 24 258,-2 2 1,-2 1 0,-1 1 0,15 33-610,-13-4 191,-4 2 1,-3 0-1,-4 2 1,-2 0-1,-5 2 1,-2 0-1,-3 9-191,-10-83 3,0-2-1,0-1 0,0 1 0,0 0 0,0-1 1,1 1-1,-1-1 0,1 0 0,-1 1 0,1-1 0,0 1 0,0-1 0,0 0 1,0 0-1,0 1 0,2 0-2,-2-4 11,-1 1 0,1-1 0,0 0 0,-1 0 0,1 0 0,-1 0-1,1 0 1,-1 0 0,1 0 0,-1 0 0,0 0 0,1 0 0,-1 0 0,0 0 0,0 0 0,0 0 0,0 0 0,0-1-11,1-3 29,29-147 34,5-26 23,13-18-86,47-118 25,-88 268 59,-7 45-83,0 1 1,0 0-1,0 0 1,0 0-1,0 0 1,0 0-1,-1 0 1,1-1-1,0 1 1,0 0-1,0 0 1,0 0 0,0 0-1,0 0 1,0 0-1,0 0 1,0 0-1,0-1 1,0 1-1,-1 0 1,1 0-1,0 0 1,0 0-1,0 0 1,0 0-1,0 0 1,0 0-1,0 0 1,-1 0-1,1 0 1,0 0-1,0 0 1,0 0-1,0 0 1,0 0-1,0 0 1,-1 0-1,1 0 1,0 0-1,0 0 1,0 0-1,0 0 1,0 0-1,0 0 1,0 0-1,-1 0 1,1 0-1,0 0 1,0 0-1,0 1 1,0-1-1,0 0 1,0 0-1,0 0 1,0 0 0,-1 0-1,1 0 1,0 0-1,0 0 1,0 1-1,0-1 1,0 0-1,0 0 1,0 0-1,0 0 1,0 0-1,0 0 1,0 0-1,0 1-1,-2 0 3,-50 37-26,2 2 1,-37 40 22,17-16 29,20-20-21,-119 111 19,134-120-23,1 2 0,2 2 1,-14 23-5,45-60-3,-1-1 1,1 1 0,0 0 0,0-1-1,0 1 1,0 0 0,0 0 0,0-1 0,1 1-1,-1 0 1,0 0 0,1 0 0,0 0-1,-1 0 1,1 0 0,0 0 0,0 0 0,0 0 2,1-1-4,-1 0 1,1-1 0,-1 1 0,1-1 0,0 1 0,-1-1 0,1 1-1,-1-1 1,1 1 0,0-1 0,0 0 0,-1 1 0,1-1 0,0 0-1,0 0 1,-1 1 0,1-1 0,0 0 0,0 0 0,0 0 0,-1 0-1,1 0 1,0 0 0,0 0 0,0 0 0,-1 0 0,1-1 0,0 1 3,12-3-32,0 0 0,-1-1 0,0 0 0,6-4 32,28-9-4,0 2 1,0 2 0,1 2-1,1 2 1,41-2 3,57 2-24,40 8 24,-159 1-1,-27 0 6,1 0 0,-1 0 0,1 0 0,-1 0 0,1 0 0,0 0 0,-1 0-1,1 0 1,-1 0 0,1-1 0,-1 1 0,1 0 0,-1 0 0,1 0 0,0-1 0,-1 1 0,0 0-1,1 0 1,-1-1 0,1 1 0,-1-1 0,1 1 0,-1 0 0,0-1 0,1 1 0,-1-1 0,0 1 0,1-1-1,-1 1 1,0-1 0,1 1 0,-1-1 0,0 1 0,0-1 0,0 1 0,0-1 0,0 1 0,1-1-1,-1 0 1,0 1 0,0-1 0,0 1 0,-1-1 0,1 1 0,0-1 0,0 0-5,-18-37 92,-38-33-59,36 51-26,-2 0 0,0 2 0,-1 0 0,0 2 0,-2 0 0,0 2 0,0 1 1,-2 1-1,-7-2-7,-27-7-1821,-1 3 1,-1 3 0,-37-3 1820,-19 0-10900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15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52 4977,'0'0'1282,"0"0"393,0 0 366,0 0-376,0 0-342,-17-4 5045,-4-2-5592,6-1-727,0 0 1,-1 1-1,1 1 1,-1 1-1,0 0 1,-1 1-1,1 0 1,0 2-1,-1 0 1,1 0-1,-7 2-49,21 0 1,0 0-1,1 0 1,-1 0-1,0 0 1,0 0-1,1 0 1,-1 0 0,1 0-1,-1 1 1,1-1-1,0 0 1,-1 1-1,1 0 1,0-1 0,0 1-1,0 0 1,0 0-1,-18 37 2,16-32 2,-4 9-1,1 1 0,1-1 0,1 1 0,1-1 0,0 1 0,1 1 0,0 1-3,2 125 62,2-69 119,1-18 78,2 1 1,3-1-1,2-1 0,3 0 0,15 40-259,6 41 317,-6 2-1,-6 1 0,-6 1 1,-7 0-1,-5 56-316,-4-171 13,-2 1-1,0 0 1,-1-1 0,-2 1-1,-1-1 1,-1 0 0,-1-1-1,-1 0 1,-1 0 0,-11 19-13,19-41 3,0 0 0,-1 1 0,1-1 0,-1 0 0,1 0 0,-1 0 0,0 0 0,0-1 0,0 1 0,0-1 0,-1 0 0,1 1 0,0-2 0,-1 1 1,0 0-1,1-1 0,-1 1 0,-3-1-3,1 0 9,0 0 0,-1-1 0,1 1 0,0-2 1,0 1-1,-1-1 0,1 0 0,0 0 0,0 0 0,0-1 1,-2-1-10,-10-4-64,1-1 0,0 0 1,0-2-1,1 0 1,1-1-1,-1 0 0,-4-7 64,-65-66-1767,33 24-2456,22 24-2159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1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 19548,'0'0'2082,"-4"29"-1054,1 7-676,1-1 0,2 1-1,1 0 1,2 0 0,1-1-1,2 1 1,11 32-352,6 6 215,4-2-1,3 0 1,3-2-1,3-2 0,3-1 1,47 59-215,-13-20-607,-39-35-3303,-36-72-3363,-15-19 2731,-30-57-1382,3-7 4461,-75-184 9972,107 240-7440,2-2 1,1 1-1,2-1 0,0 0 0,2-1 1,1 1-1,2-1 0,1 0 0,1 0 1,2-1-1070,-1 19 92,1-1 0,1 0 1,0 1-1,0 0 0,2 0 0,-1 0 1,2 0-1,-1 0 0,2 1 0,0 0 1,0 1-1,1-1 0,1 2 1,-1-1-1,2 1 0,0 0 0,0 1 1,0 0-1,1 1 0,1 0 1,-1 0-1,12-4-92,-11 6 10,1 0 1,0 1 0,1 1-1,-1 0 1,1 1-1,0 0 1,-1 1 0,1 0-1,0 1 1,0 1-1,0 0 1,0 1 0,8 2-11,-15-2 0,-1 1 1,0 0 0,1 0 0,-1 0 0,0 0 0,0 1-1,0 0 1,-1 0 0,1 1 0,-1 0 0,1 0 0,-1 0 0,-1 1-1,1-1 1,-1 1 0,1 0 0,-1 0 0,-1 1 0,1-1-1,-1 1 1,0 0 0,0 0 0,0 0 0,-1 0 0,0 1-1,-1-1 1,1 0 0,0 7-1,-1 0 81,0 1 0,-1-1 0,0 0 0,-1 0 0,-1 1 0,0-1 0,0 0-1,-2 0 1,1-1 0,-2 1 0,0-1 0,0 0 0,-1 0 0,-1 0 0,1-1 0,-2 0 0,0 0 0,0-1-1,-9 9-80,5-7 96,0-1 0,-1 1 0,0-2 0,-1 0 0,0-1 0,0 0 0,-1-1 0,0 0 0,-1-2 0,1 1 0,-1-2 0,-1 0 0,1-1 0,-1-1 0,-8 0-96,23-2-2,0-1 1,0 0-1,0 1 1,0-1-1,0 0 1,0-1-1,0 1 0,0 0 1,0 0-1,0-1 1,0 1-1,1-1 1,-1 0-1,0 0 1,0 1-1,1-1 1,-1 0-1,0 0 1,1-1-1,-1 1 1,1 0-1,-1 0 0,1-1 1,0 1-1,-1-1 1,1 1-1,0-1 1,0 0-1,0 1 1,0-1-1,1 0 1,-1 0-1,0 0 2,0-2-51,1 1-1,0-1 1,0 1 0,0-1 0,0 1-1,0-1 1,1 1 0,-1 0-1,1-1 1,0 1 0,0-1-1,0 1 1,1 0 0,-1 0-1,1 0 1,0 0 0,0 0 0,0 0-1,1-1 52,8-7-365,0 0-1,1 1 1,0 1 0,0 0-1,1 1 1,0 0-1,1 1 1,12-5 365,3-3-1063,73-37-5794,-1 3-5731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8 18364,'-24'-1'3550,"-6"-1"-2815,6-1-153,-1 2 1,1 1-1,0 0 1,-1 2-1,-11 3-582,30-4 82,-1 0-1,0 1 0,1 1 0,-1-1 0,1 1 0,0 0 0,0 0 0,0 1 0,0 0 0,1 0 0,0 0 1,-1 0-1,1 1 0,1 0 0,-1 0 0,1 1 0,-2 2-81,1 0 41,0 1 0,0 0 1,1 1-1,1-1 0,-1 1 0,1 0 1,1 0-1,0 0 0,0 0 0,1 0 1,0 5-42,1-2 6,-1 0 0,2 0 1,0 0-1,1 0 1,0 0-1,0 0 0,2-1 1,0 1-1,0-1 0,1 0 1,0 0-1,1 0 1,1-1-1,0 0 0,0 0 1,1-1-1,0 0 1,9 8-7,-4-8-29,0-1 0,0-1 0,1 0 1,0 0-1,1-2 0,0 0 1,0 0-1,0-2 0,0 0 1,1 0-1,0-2 0,0 0 1,-1 0-1,1-2 0,0 0 0,0-1 1,0 0-1,0-1 0,11-4 29,14-3-404,0-3-1,-1-1 1,-1-2-1,0-2 0,-2-1 1,31-20 404,-56 31-102,-9 5 93,0 0 1,-1 0 0,2 0-1,-1 0 1,0 1 0,0 0-1,0-1 1,1 1 0,-1 0 0,2 0 8,-6 42 376,0-33-128,-1-1 1,-1 0-1,1 0 1,-1 0 0,0 0-1,-1-1 1,0 1-1,0-1 1,0 0 0,-1 0-1,0 0 1,-3 3-249,7-22 1214,-1-57-839,0 28-227,1 1 0,3-1 0,3-17-148,-4 49-124,1-1 1,0 1-1,1 0 1,0 0-1,0 0 1,1 0-1,0 1 1,1-1-1,0 1 1,1 0-1,0 1 0,0-1 1,1 1-1,0 0 1,6-5 123,-6 8-334,1-1-1,0 1 1,0 0 0,0 1-1,1 0 1,-1 1 0,1-1 0,0 2-1,0-1 1,0 1 0,2 0 334,65-6-7946,-12 4-5560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2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8 16051,'0'0'4204,"-28"-1"-1529,2-1-2049,13 0-391,-1 1 0,1 0 0,0 1-1,-1 0 1,1 1 0,0 1 0,0 0 0,0 1-1,0 0 1,0 1 0,0 0 0,-5 4-235,11-4 23,-1 1 1,1-1-1,0 2 1,1-1-1,-1 1 1,1 0-1,0 0 1,1 1 0,0-1-1,0 1 1,0 0-1,1 1 1,-1-1-1,2 1 1,-1 0-1,1 0 1,1 0 0,-1 0-1,1 1 1,1-1-1,0 1 1,0-1-1,0 1 1,1-1-1,1 1 1,-1 0-1,1-1 1,1 1 0,-1-1-1,2 0 1,-1 0-1,1 1 1,0-2-1,1 1 1,0 0-1,0-1 1,0 1-1,3 1-23,2 2-18,0 0-1,1-1 0,1 0 0,0-1 0,0 0 0,1-1 1,0 0-1,0-1 0,0-1 0,1 1 0,10 2 19,-3-2-251,1-1 0,0-1 0,0 0 0,1-2 0,-1 0 0,1-2 0,7 0 251,-21 0-146,0-1 1,1-1-1,-1 1 0,0-1 0,0-1 1,0 1-1,0-1 0,0-1 1,0 0-1,-1 0 0,1 0 0,-1-1 1,0 0-1,0 0 0,0-1 0,0 0 1,-1 0-1,0-1 0,0 1 1,0-1-1,-1-1 0,0 1 0,0-1 1,-1 0-1,1 0 0,-2 0 0,1 0 1,-1-1-1,0 0 0,0 0 1,-1 1-1,0-1 0,0-6 146,3-14 470,-2 1 0,0-1 0,-2-4-470,-1 20 463,0 0-1,-1 0 0,0 0 0,-1 0 0,0 0 0,-1 1 1,0-1-1,-2-3-462,4 14 149,0-1 1,1 0 0,-1 0-1,0 0 1,0 1 0,0-1-1,0 0 1,0 1 0,0-1-1,-1 1 1,1-1 0,0 1-1,-1 0 1,0-1-150,2 2 30,-1 0 0,1 1 0,0-1 0,-1 0-1,1 0 1,-1 0 0,1 1 0,0-1 0,-1 0 0,1 0 0,0 1 0,-1-1 0,1 0-1,0 1 1,-1-1 0,1 0 0,0 1 0,0-1 0,-1 0 0,1 1 0,0-1-1,0 1 1,0-1 0,0 0 0,-1 1 0,1-1 0,0 1 0,0-1 0,0 1-1,0-1 1,0 1 0,0-1 0,0 0 0,0 1-30,-2 60 357,2-52-339,2 37-112,2 1 1,2-1-1,2-1 1,1 1-1,3-2 0,10 24 94,3 16-2314,-16-48-3529,-8-29 4025,3 10-12845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3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0 15987,'0'0'1966,"-27"5"-427,-89 18 672,110-22-2134,-1 1 0,1 0 0,0 1 0,0 0 0,0 0 0,0 0 0,0 0 0,1 1 0,-1 0 0,1 0-1,0 1 1,0-1 0,1 1 0,-1 0 0,1 1 0,0-1 0,0 1 0,1-1 0,0 1 0,0 0 0,0 1 0,1-1 0,0 0-1,0 1 1,0-1 0,1 1 0,0-1 0,0 1 0,1 0 0,0 0 0,0-1 0,1 1 0,-1 0 0,2-1 0,-1 1 0,1-1-1,-1 1 1,2-1 0,-1 0 0,1 0 0,0 0 0,0 0 0,1 0 0,-1-1 0,1 1 0,1-1 0,-1 0 0,1 0 0,0 0-1,2 1-76,7 2 10,-1 0-1,1 0 0,0-2 0,1 0 1,-1-1-1,1 0 0,0-1 0,0 0 0,1-2 1,-1 0-1,1 0 0,-1-1 0,1-1 0,0-1 1,1-1-10,1 1-63,1-1 0,-1-2 0,0 1 1,-1-2-1,1 0 0,-1-2 0,0 1 1,0-2-1,-1 0 0,0-2 0,-1 1 1,10-9 62,-17 11-44,0-1 0,-1 1 1,0-1-1,0 0 0,-1-1 1,0 0-1,-1 0 0,1 0 1,-1-2 43,-3 6 10,0 0-1,1-1 1,-2 1 0,1-1 0,-1 0 0,0 0-1,0 0 1,0 1 0,-1-1 0,0 0 0,0 0-1,-1 0 1,1 0 0,-1 0 0,0 1 0,-2-4-10,3 7 32,-1 1-1,1-1 1,-1 1 0,0-1 0,0 1 0,0-1 0,1 1 0,-1-1 0,-1 1 0,1 0 0,0-1 0,0 1-1,0 0 1,-1 0 0,1 0 0,0 0 0,-1 0 0,1 0 0,-1 0 0,0 1 0,1-1 0,-1 1 0,1-1 0,-1 1-1,0-1 1,1 1 0,-1 0 0,0 0 0,0 0 0,1 0 0,-1 0 0,0 0 0,-1 0-32,1 1 50,-1 0-1,1-1 1,0 1 0,-1 0 0,1 0-1,0 1 1,0-1 0,0 0 0,-1 1-1,2-1 1,-1 1 0,0 0 0,0 0 0,0-1-1,1 1 1,-1 0 0,1 0 0,0 1-1,-1-1 1,1 0 0,0 0 0,0 1-1,0 0-49,-4 23 163,0 1-1,2 0 0,1-1 0,1 1 0,1 0 0,1 0 1,2 0-163,-1 5 137,1 9-60,1 0 0,3 0 0,1 0 0,2-1 0,2-1 0,1 1 0,2-2 0,2 0 0,1-1 1,23 34-78,-35-63-57,0-1 0,0 1 1,0-1-1,0-1 1,1 1-1,1-1 1,-1 0-1,1-1 1,0 0-1,0 0 1,0 0-1,2-1 57,-6-2-112,-1-1 0,1 0 0,-1 0 1,1 0-1,0 0 0,0-1 0,-1 1 0,1-1 0,0 0 0,0 0 0,-1-1 0,1 1 0,0-1 0,-1 0 1,1 0-1,0 0 0,-1 0 0,1-1 0,-1 1 0,0-1 0,1 0 0,-1 0 0,0 0 0,0 0 0,0-1 1,-1 1-1,1-1 0,0 0 0,-1 1 0,0-1 0,1-2 112,7-8-1001,-2 0 0,0-1-1,0 0 1,2-8 1001,-1-1-2777,-1-1 0,-1 0 1,-1 0-1,0-11 2777,1-12-6066,-1-43 6066,-4 1 4960,-2 76-3013,-1 0 0,0-1-1,-1 1 1,-2-7-1947,3 17 363,1 0-1,-1 0 0,0 0 1,0 0-1,0 0 0,-1 0 1,1 0-1,0 0 0,-1 1 1,0-1-1,0 1 0,0-1 1,0 1-1,0-1 0,0 1 1,-1 0-1,1 0 0,-1 0 1,1 1-1,-1-1 0,-1 0-362,3 3 84,0 0 0,1 0 0,-1 0-1,0 0 1,0 0 0,0 0 0,1 0-1,-1 0 1,1 1 0,-1-1 0,1 0-1,-1 0 1,1 1 0,0-1 0,-1 0-1,1 1 1,0-1 0,0 0 0,0 1-1,0-1 1,0 0 0,0 1 0,1-1-1,-1 0 1,0 2-84,2 42 343,0-33-262,1 0 0,0 0 0,0 0 0,1 0 0,1-1 0,0 1 0,0-1 0,1-1 0,1 1 0,0-1 0,0 0 0,1 0 0,0-1 0,0 0 0,8 5-81,-11-9-23,0-1-1,0 0 1,0 0 0,0-1 0,1 1 0,0-1 0,-1-1 0,1 1 0,0-1 0,1 0 0,-1 0 0,0-1-1,0 1 1,1-2 0,-1 1 0,1-1 0,-1 0 0,1 0 0,-1 0 0,1-1 0,-1 0 0,0-1-1,0 1 1,1-1 0,-1 0 0,0-1 0,0 1 0,-1-1 0,1 0 0,-1-1 0,2 0 23,6-7-249,0-1 1,0 0-1,-2-1 1,1 0-1,-2 0 1,0-1-1,0-1 1,-2 0-1,0 0 1,0-1-1,-1 0 249,6-17-832,-1-1 0,-1 0-1,-2 0 1,4-33 832,-9 42 82,-2 0 0,0 0 0,-2-1 0,-1-5-82,1 30 39,0 1-1,0 0 1,0-1 0,1 1-1,-1 0 1,0-1-1,0 1 1,0-1 0,0 1-1,0 0 1,0-1 0,-1 1-1,1-1 1,0 1-1,0 0 1,0-1 0,0 1-1,0 0 1,0-1-1,-1 1 1,1 0 0,0-1-1,0 1 1,-1 0-1,1 0 1,0-1 0,0 1-1,-1 0 1,1-1 0,0 1-1,-1 0 1,1 0-1,0 0 1,-1 0 0,1-1-1,0 1 1,-1 0-1,1 0 1,0 0 0,-1 0-1,1 0 1,-1 0 0,1 0-1,0 0 1,-1 0-1,1 0 1,-1 0 0,1 0-1,0 0 1,-1 0-1,1 0 1,0 0 0,-1 1-1,1-1 1,0 0-1,-1 0 1,1 0 0,0 0-1,-1 1 1,1-1 0,0 0-1,-1 0 1,1 1-1,0-1-38,-1 4 16,1 0 1,0 1-1,0-1 0,0 0 0,1 0 0,-1 0 0,1 0 0,0 0 0,0 0 1,0 0-1,1-1 0,-1 1 0,1 0 0,0-1 0,0 1 0,0-1 0,1 1 0,-1-1 1,1 0-1,0 0 0,0 0 0,0-1 0,0 1 0,0-1 0,1 1 0,-1-1 0,4 2-16,3 0 69,1 1 0,-1-2-1,1 1 1,0-1 0,0-1-1,0 0 1,0 0 0,0-1-1,0-1 1,2 0-69,-12 0 408,-6 8-25,0 2-367,0 0 1,0 0-1,1 1 1,1-1-1,0 1 1,0 0 0,1 0-1,0 0 1,1 0-1,0 7-16,1-10 7,-1-1-1,1 1 0,1-1 1,0 1-1,0-1 0,0 1 1,1-1-1,0 0 0,0 0 1,1 0-1,0 0 0,0 0 1,1 0-1,0-1 0,0 1 1,2 1-7,1-1-16,1 0 0,0 0 0,0-1 0,1 0 0,0-1 0,0 0 1,0 0-1,1-1 0,0 0 0,-1 0 0,1-1 0,1-1 0,-1 0 16,19 3-539,0-1 0,0-2-1,26-1 540,45-5-5396,-2-14-6308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3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14739,'0'0'1906,"0"0"-527,0 0 757,0 0-781,-7 32-705,-2 6-380,3 0-1,0 0 1,3 6-270,5 14 293,2 1 0,3-1 0,2 0-1,7 18-292,-2-7 228,101 458 1709,-110-504-1788,1 8-1571,-16-54-4682,-6-18-4291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4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0 638 11859,'0'0'4288,"0"0"-1927,0 0 1656,0 0-2545,0 0-1136,0 0-120,0 0-216,178-90-528,-79 35-3457,-2-3-8473</inkml:trace>
  <inkml:trace contextRef="#ctx0" brushRef="#br0" timeOffset="1">677 0 20684,'0'0'2329,"0"0"-1809,-32 155 968,32-66-687,5 5-537,25-2-120,7-10-136,1-14-8,5-20-56,21-26-593,-10-15-1231,-8-7-5369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4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19796,'0'0'2329,"0"0"-1817,0 0 576,0 0-600,166 75-264,-136-24 112,-20 0-80,-10 2-128,-10-7 128,-31-5-104,-10-10-32,0-9-120,6-15-32,12-7-280,12 0-424,18-19-1040,3-5-3897,0-3-6778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97 313 19564,'0'0'4025,"0"0"-3009,0 0 545,-97 140-1065,97-87-400,16 2-88,27-4-8,14-12-272,5-18-472,31-21-553,-15-19-807,-11-17-3938</inkml:trace>
  <inkml:trace contextRef="#ctx0" brushRef="#br0" timeOffset="1">363 1 14699,'0'0'3161,"0"0"-1977,0 0 1361,158 198-1281,-109-92-488,-12 10 192,-21-22-40,-5 3-511,-11-17-297,0-17-80,0-13-40,-16-11-344,-27-15-921,5-12-2600,6-12-5865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2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8002,'0'0'1827,"0"0"271,0 0-343,0 0-783,15 11 1748,-3-9-2178,1 0 0,-1-1 0,0-1 0,1 0 0,-1 0 0,8-2-542,20 1 721,322 1 1849,-359-1-2815,-1 1 0,1-1 1,0 1-1,0-1 0,-1 0 0,1 0 0,0 0 0,-1 0 1,1 0-1,-1-1 0,2 0 245,-3 1-473,10-6-4699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3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69 11779,'0'0'1613,"0"0"-2,-11 23 251,-34 72-502,43-91-1268,0 1-1,0-1 0,1 1 1,0-1-1,-1 1 0,2-1 1,-1 1-1,0 0 1,1 0-1,0-1 0,0 1 1,0 0-1,1 0 0,0-1 1,0 1-1,0 0 1,0-1-1,1 1 0,0-1 1,1 3-92,0-3 37,-1-1 1,2 1-1,-1-1 1,0 0-1,1 0 0,-1 0 1,1 0-1,0 0 1,0-1-1,0 0 1,0 0-1,1 0 1,-1 0-1,1-1 1,-1 1-1,1-1 1,0 0-38,6 1 20,0 0 0,0-1 0,0 0 0,1-1 1,-1-1-1,0 1 0,0-2 0,0 1 0,0-2 1,0 1-1,0-2 0,-1 1 0,1-1 0,-1-1 0,1 0-20,-5 0 99,1 0-1,-1 0 1,0 0-1,-1-1 0,1 1 1,-1-1-1,-1-1 1,1 1-1,-1-1 0,0 0 1,0 0-1,-1 0 1,0 0-1,0-1 0,0 1 1,-1-1-1,-1 0 1,1 1-1,-1-1 0,0 0 1,-1 0-1,0 0 1,0 0-1,-1 0 0,0 0 1,0 0-1,-1 1 1,0-1-1,-1 1 0,1-1 1,-1 1-1,-1 0 1,1-1-1,-1 2 0,0-1 1,-1 0-1,0 1 1,0 0-1,0 0 0,-1 1 1,-1-2-99,6 7-66,1 0 0,-1-1 0,0 1 0,1 0 0,-1 0 0,1-1 0,-1 1 0,0-1 1,1 1-1,-1-1 0,1 1 0,-1-1 0,1 1 0,-1-1 0,1 1 0,-1-1 0,1 1 0,0-1 1,-1 0-1,1 1 0,0-1 0,-1 0 0,1 1 0,0-1 0,0 0 0,0 0 0,0 1 0,0-1 1,0 0-1,0 0 66,26 1-4262,-23 1 3674,1-1 1,0 1-1,0 0 0,-1 0 1,1 0-1,0 0 0,-1 1 1,1-1-1,-1 1 0,1 0 0,-1 0 1,2 2 587,-2-1-257,1 0 0,-1 0 0,0 1 1,0-1-1,-1 1 0,1 0 0,-1 0 0,1 0 1,0 3 256,3 10 608,-1 0 0,0 1 0,-2-1 0,0 1 0,0 5-608,-1-5 848,1-1 0,0 1 0,6 14-848,-7-26 72,1 0 1,0 0-1,0 0 1,0 0 0,1-1-1,0 1 1,0-1-1,0 0 1,1 0 0,0 0-1,0-1 1,0 0-1,0 0 1,0 0 0,1 0-1,0-1 1,6 3-73,-4-3 49,0-1 1,1 1-1,-1-1 1,1-1-1,0 0 1,-1 0-1,1 0 1,0-1-1,0-1 1,-1 1-1,1-2 1,7-1-50,-5 1 122,0-1 1,-1 0-1,1 0 1,-1-1-1,0-1 1,0 0-1,-1 0 1,1-1-1,-1 0 0,0-1 1,-1 0-1,1 0 1,-2-1-1,1 0 1,-1 0-1,0-1 1,-1 0-1,1 0 1,-2 0-1,0-1 0,0 0 1,0 0-123,-3 2 188,1 0 0,-1 0 1,0 0-1,-1-1 0,0 1 0,-1 0 1,1-1-1,-2 1 0,1 0 0,-2-8-188,1 12-10,0 1 0,0-1 0,0 1 0,-1-1 0,0 1 0,1-1 0,-1 1 0,0 0 0,-1 0 0,1 0 0,-1 0 0,1 0 0,-1 1 0,0-1 0,0 1 0,0-1 0,0 1 0,0 0 0,0 1 0,-1-1 0,1 0 0,-1 1 0,1 0 0,-1 0 0,0 0 10,-102-21-4964,55 14-2281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9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132 136 11026,'0'0'2497,"0"0"-70,0 0-2,0 0-905,0 0-829,0 0-389,-20 21-108,-7 9-109,0 0-1,1 4-84,23-31 13,1 0 0,-1 0-1,1 0 1,0 1 0,0-1-1,1 1 1,-1-1 0,1 1-1,0-1 1,0 1 0,0 0-1,0 0 1,0 0 0,1-1-1,0 1 1,0 0 0,0 0-1,0 0 1,0 0 0,1 0-1,0-1 1,0 1 0,0 0-1,0-1 1,1 1 0,-1 0-1,1-1 1,0 0 0,0 1-1,0-1 1,0 0 0,1 0-1,-1 0 1,1 0 0,0-1-1,0 1 1,0-1 0,0 1-1,0-1 1,0 0 0,1 0-1,-1-1 1,1 1 0,-1-1-1,1 0 1,0 1 0,0-2-1,-1 1 1,1 0 0,1-1-13,3 1 73,0 0-1,0-1 1,1 0 0,-1 0 0,0-1 0,0 0 0,0-1 0,0 1-1,0-2 1,0 1 0,0-1 0,0 0 0,-1-1 0,0 0 0,1 0-1,-1 0 1,-1-1 0,1 0 0,-1 0 0,0-1 0,0 0 0,0 0 0,-1 0-1,0-1 1,1-2-73,1-2 69,-1 1 0,0-1-1,0 0 1,-1 0 0,-1 0 0,0-1-1,0 1 1,-1-1 0,-1 0 0,0 0-1,-1 0 1,0-1 0,0 1-1,-2 0 1,1 0 0,-2 0 0,0-3-69,1 10 26,0 0 1,0 0-1,-1 0 0,0 0 1,0 0-1,0 0 1,-1 1-1,1-1 1,-1 1-1,0 0 1,0-1-1,-1 2 0,1-1 1,-1 0-1,0 1 1,0-1-1,0 1 1,0 0-1,-1 0 1,1 1-1,-1-1 0,0 1 1,0 0-1,0 0 1,0 1-1,0 0 1,0 0-1,0 0 1,0 0-1,-5 0-26,-1 1-284,0 0 0,0 0 0,0 1 1,0 1-1,0-1 0,-8 4 284,6-2-1255,0 1-1,1 1 1,0 0-1,0 1 1,-3 2 1255,-31 19-11127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3:30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21 5937,'0'0'2653,"0"0"-435,0 0-345,0 0-476,0 0-229,-5-21 3132,5 88-3980,0-67-251,0 0 15,0 0 139,0-29 2703,-14 148-2848,13-88-58,3 36 22,-2-66-39,1 0 1,-1-1-1,1 1 0,0 0 1,-1 0-1,1 0 1,0-1-1,0 1 0,0-1 1,-1 1-1,1 0 1,0-1-1,0 1 1,0-1-1,0 0 0,0 1 1,0-1-1,0 0 1,0 0-1,0 1 1,0-1-1,0 0 0,0 0 1,0 0-1,0 0 1,1 0-4,35-1 97,-26 0-59,397-10-184,-356 12-20,-42 1 159,0-2 1,0 1-1,1-1 0,-1-1 0,0 0 1,1 0-1,7-3 7,-10-1 38,0-1 0,0 0-1,0-1 1,-1 1 0,0-1 0,0-1 0,-1 1 0,2-4-38,-3 4 4,-1 0-1,-1 0 1,1 0 0,-1-1 0,0 0 0,-1 1 0,0-1-1,0 0 1,-1 0 0,0 0 0,0 0 0,-1-1 0,0 1 0,0 0-1,-1-3-3,1-4-179,0 15-10,0 0-1,1-1 1,-1 1 0,0 0-1,1 0 1,-1-1-1,0 1 1,1 0-1,-1 0 1,0-1 0,1 1-1,-1 0 1,1 0-1,-1 0 1,0 0-1,1 0 1,-1-1-1,1 1 1,-1 0 0,1 0-1,-1 0 1,0 0-1,1 0 1,-1 0-1,1 1 1,-1-1 0,0 0-1,1 0 1,-1 0 189,2 0-1469,9 0-8794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7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0 11482,'0'0'2990,"0"0"-257,0 0-147,0 0-1080,0 0-928,-4 22-94,1-5-335,-1 5 41,1 0 1,0 1 0,2-1-1,1 0 1,0 1 0,2 2-191,2 9 68,2-1 0,1-1 0,1 1 0,1-1 1,2-1-1,2 0 0,0 0 0,17 25-68,-19-44-583,-8-11-7340,-3-15 74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3977,'0'0'9850,"0"0"-7674,0 0 537,0 0-1377,0 0-808,180-33-280,-84 8-128,9-1-64,37-6-56,-29 8-1528,-16 3-6994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8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84 7362,'0'0'2344,"0"0"-315,0 0-181,0 0-514,0 0-346,0 0-139,-15-11-198,-46-35-103,56 43-389,0-1 0,0 1-1,-1 1 1,1-1 0,-1 1 0,0 0 0,1 0-1,-1 0 1,0 1 0,0 0 0,0 0-1,0 1 1,0 0 0,0 0 0,0 0-1,0 0 1,-4 2-159,-16-1 350,22 0-330,-1 0 0,1 0 0,0 0 1,0 1-1,-1 0 0,1-1 0,1 1 1,-1 1-1,0-1 0,0 0 0,1 1 0,-1 0 1,1 0-1,0 0 0,0 0 0,0 0 0,0 1 1,1 0-1,-1-1 0,0 3-20,-10 15 191,1 0 1,0 1-1,1 4-191,7-18 139,-2 8-53,0 0-1,1 1 1,1 0-1,1 0 0,0 0 1,1 0-1,1 1 0,0-1 1,1 0-1,1 1 1,1-1-1,1 0 0,2 9-85,10 35 303,3 0-1,3-2 0,5 7-302,1 3 104,14 46-36,-4 2-1,3 35-67,-30-103 161,-2 1 1,-2 0-1,-2 0 0,-2 0 0,-3 0 1,-6 50-162,3-78 137,-1-1 1,-1 0-1,-1 0 1,0 0-1,-2-1 1,0 0-1,-1 0 1,-1-1-1,-4 4-137,-3 2 213,-1-1 0,-1 0-1,0-1 1,-2-1 0,-1-1 0,-7 3-213,26-20 45,0-2 0,1 1 0,-1 0 0,0-1 0,0 0 0,-1 0 0,1 0 0,-1 0-45,4-1 12,-1-1-1,1 0 1,0 0 0,0 0 0,0 0 0,-1 0 0,1 0 0,0-1 0,0 1 0,0 0 0,-1 0 0,1-1 0,0 1 0,0-1-1,0 1 1,0-1 0,0 1 0,0-1 0,0 0 0,0 0 0,0 1 0,0-1 0,0 0 0,0 0 0,1 0 0,-1 0 0,0 0-1,1 0 1,-1 0 0,0 0 0,1 0 0,0-1 0,-1 0-12,-10-23-206,1-1 0,2 0 0,0 0-1,2-1 1,1 0 0,1-1 0,1 1 0,2-1 0,1 1-1,1-14 207,0 38-276,-1-1-1,1 1 1,0 0 0,-1-1-1,2 1 1,-1 0-1,0 0 1,1 0-1,-1 0 1,2-2 276,15-13-5991,4 4-9209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9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9378,'0'0'3246,"0"0"281,0 0-722,0 0-1142,0 0-701,-3 27 301,-1 1-891,-2 23 479,2 0-1,2 19-850,19 310 1271,-17-379-1304,-1 0 1,1-1-1,0 1 0,1 0 0,-1 0 0,0-1 1,0 1-1,0 0 0,0 0 0,0-1 0,1 1 0,-1 0 1,0-1-1,1 1 0,-1 0 0,0-1 0,1 1 0,-1-1 1,1 1-1,-1-1 0,1 1 0,-1-1 0,1 1 1,0-1-1,-1 1 0,1-1 0,-1 1 0,1-1 0,0 0 1,-1 0-1,1 1 0,0-1 0,0 0 0,-1 0 1,1 0-1,0 0 0,-1 0 0,1 1 0,0-1 0,0-1 1,-1 1-1,1 0 0,0 0 0,0 0 0,-1 0 0,1 0 1,0-1 32,3 0-610,-1 0 0,0-1 0,0 1 1,0-1-1,0 0 0,0 0 0,0 0 1,0 0-1,-1-1 0,1 0 610,21-24-10762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0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43 103 12803,'0'0'2155,"0"0"-1114,0 0-506,-1 23 59,1-14-592,-2 20 487,1 1 1,2 0-1,4 28-489,-4-49 120,0 0 1,1 0-1,0 0 1,1-1-1,-1 1 0,2-1 1,-1 0-1,1 1 0,1-1 1,-1-1-1,1 1 1,1-1-1,-1 0 0,1 0 1,0 0-1,1-1 0,5 4-120,-8-7 32,0-1 1,0 1-1,1-1 0,-1 0 0,1 0 0,-1 0 0,1-1 0,0 1 0,0-1 0,0 0 0,0-1 0,0 1 0,0-1 0,0 0 0,0 0 1,0-1-1,0 1 0,0-1 0,-1 0 0,1-1 0,0 1 0,0-1 0,-1 0 0,1 0 0,-1 0 0,1-1 0,1-1-32,2-1 52,-1-1 0,0 0 0,0-1-1,0 0 1,-1 0 0,0 0 0,-1 0 0,1-1-1,-2 0 1,1 0 0,-1-1 0,0 1 0,0-1-1,0-3-51,1-6 245,-1-1-1,0 0 0,-2 0 1,0 0-1,-1 0 1,-1-1-1,-2-18-244,2 32 28,0-1-1,-1 0 1,0 1 0,-1-1 0,1 1-1,-1-1 1,0 1 0,-1 0 0,0 0-1,0 0 1,0 0 0,0 0 0,-1 1-1,0-1 1,0 1 0,-1 0 0,1 0-1,-1 1 1,0 0 0,-1-1 0,1 2-1,-1-1 1,1 0 0,-3 0-28,0 2-90,0 0 1,0 1-1,0 0 0,0 0 1,0 1-1,0 0 0,1 1 1,-1-1-1,0 1 1,0 1-1,0 0 0,0 0 1,1 0-1,-7 3 90,-2 1-783,-1 1 0,1 1 0,-9 5 783,-48 32-4749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3:32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 6529,'0'0'1335,"0"0"-272,0 0 143,0 0-423,0 0-383,0 0 57,0 9 382,0 18-193,0-8 2365,1-24-2714,0 0 0,1-1-1,0 1 1,0 0 0,0 0 0,0 0 0,3-3-297,4-12 314,4-8 1423,-10 31-710,-2 14-850,-2-7-131,0-1 0,-1 1 0,1-1 0,-2 0 0,0 0 0,0 0 0,-2 3-46,2-3 246,-1 0 1,1 1-1,1-1 0,-1 1 0,2-1 1,-1 1-1,1 3-246,2-12 12,-1 0-1,1 0 1,-1 0 0,1 0 0,-1-1 0,1 1-1,0 0 1,-1-1 0,1 1 0,0 0 0,0-1 0,-1 1-1,1-1 1,0 1 0,0-1 0,0 1 0,0-1-1,0 0 1,0 1 0,0-1 0,-1 0 0,1 0 0,0 0-1,1 0-11,29 6 20,-25-5 21,26 3-9,0-1 0,1-2 1,-1-1-1,13-3-32,30 1 26,-33 1-40,-9 0 6,-1 1 0,0 2 0,1 1 0,-1 2 0,12 3 8,-19-3 15,2-2-1,-1 0 1,0-2-1,1-1 1,19-2-15,18 0 21,0-8-146,-63-33 699,-1 17-366,1 0-14,-2 0 0,0 0 0,-2 0 0,-1 0 0,-1-4-194,4 29-11,1 1 0,0 0 0,0-1 1,0 1-1,-1 0 0,1 0 1,0-1-1,0 1 0,-1 0 0,1 0 1,0-1-1,-1 1 0,1 0 1,0 0-1,-1 0 0,1-1 0,0 1 1,-1 0-1,1 0 0,0 0 1,-1 0-1,1 0 0,0 0 0,-1 0 1,1 0-1,0 0 0,-1 0 1,1 0-1,-1 0 0,1 0 0,0 0 1,-1 0-1,1 0 0,0 1 1,-1-1-1,1 0 0,0 0 0,-1 0 1,1 0-1,0 1 0,0-1 1,-1 0-1,1 0 0,0 1 11,-22 14-1233,11-7-762,-10 0-3659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05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3441,'0'0'2172,"0"0"-153,0 0-358,0 0-786,0 0-483,9-3 2,39-15 1273,-45 17-1874,5 1 7750,-3 0-7974,0 0-4172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05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3673,'0'0'0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10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0 8314,'0'0'2451,"0"0"-703,0 0-585,0 0-635,0 0-134,0 0 341,0 25 131,0 185 2228,-3 30-566,2-239-2606,0-1 1,0 1 0,0-1-1,-1 1 1,1-1 0,0 0-1,-1 0 1,1 1 0,0-1-1,0 0 1,-1 0-1,1 0 1,0 0 0,-1-1-1,1 1 1,0 0 0,-1 0-1,1-1 1,0 1 0,0-1-1,0 1 1,-1-1 0,1 0 77,-8-5-321,1 0 1,0-1 0,0 0-1,0-1 1,1 1 0,0-1-1,0-1 1,1 1 0,0-1 0,1 0-1,-3-8 321,10 18 304,1-1 0,0 1 0,-1 0 0,1 0 0,-1 0 0,1 0 0,-1 0 0,0 1 0,1-1 0,-1 1 0,0 0-304,9 5 103,0 1 0,-1 1 0,0 0 0,-1 0 0,0 1 0,0 0 1,-1 1-1,-1-1 0,3 6-103,-9-16 11,-1 0-1,1 1 1,-1-1 0,0 0 0,1 0 0,-1 1 0,1-1 0,-1 0-1,1 0 1,-1 0 0,1 0 0,0 0 0,-1 0 0,1 0-1,-1 0 1,1 0 0,-1 0 0,1 0 0,-1 0 0,1 0-1,-1 0 1,1-1 0,-1 1 0,1 0 0,-1 0 0,1 0 0,-1-1-1,0 1 1,1 0 0,-1-1 0,1 1 0,-1 0 0,0-1-1,1 1 1,-1-1 0,0 1 0,1 0 0,-1-1 0,0 1 0,0-1-1,1 1 1,-1-1 0,0 0-11,16-20 331,-16 21-329,48-69 268,6-9-757,-26 25-4207,-24 42-3326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0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14635,'0'0'2881,"0"0"-2025,0 0 224,-3 140 969,3-65-585,0 0-448,0-10-248,0-12-376,0-9-160,5-15-136,1-12-96,2-10 0,3-7-712,10-22-1016,1-14-3745,-1-7-8858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1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 3329,'0'0'10654,"0"0"-5664,0 0-2944,0 0-1067,0 0-432,-19 24 141,-120 145 127,114-142-744,4-4-38,1 1-1,-7 10-32,23-28 2,0 0 0,0 0 0,1 1-1,-1-1 1,1 1 0,1 0 0,0 0 0,-1 0 0,2 0 0,-1 0 0,1 1 0,0 3-2,1-10 0,0 0 0,0 0 1,1 0-1,-1 0 1,0 0-1,0 0 0,1 0 1,-1 0-1,0 0 1,1 0-1,-1 0 1,1-1-1,0 1 0,-1 0 1,1 0-1,0 0 1,-1-1-1,1 1 0,0 0 1,0-1-1,0 1 1,-1 0-1,1-1 1,0 1-1,0-1 0,0 1 0,35 6 36,37-11 53,-73 4-88,30-6 21,-1-1 0,1-2 0,-2 0 0,23-12-22,52-17-91,-33 15-2290,-25 4-2425,1-2-4449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1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330 298 15251,'0'0'2530,"-22"-2"-1003,-79-6 279,94 7-1701,-1 1 1,1-1-1,-1 2 1,1-1-1,-1 1 0,1 0 1,0 1-1,0-1 1,-1 1-1,1 1 0,0 0 1,1 0-1,-1 0 1,1 1-1,-1-1 1,1 2-1,0-1 0,0 1 1,1 0-1,-1 0 1,1 0-1,0 1 0,1 0 1,-2 1-106,0 5 49,-1-1 0,2 1 0,0 1-1,0-1 1,1 1 0,1 0 0,0 0 0,1 0 0,0 0 0,1 0 0,0 0 0,1 4-49,0-11 5,1 1 0,-1-1 0,1 0 0,1 0 1,-1 1-1,1-1 0,0 0 0,0 0 1,1-1-1,0 1 0,0 0 0,0-1 1,1 0-1,-1 1 0,1-1 0,1-1 0,-1 1 1,1-1-1,-1 0 0,1 0 0,0 0 1,1 0-1,-1-1 0,1 0 0,-1 0 0,1-1 1,1 1-6,9 3-70,0-1 0,0 0 1,1-1-1,-1-1 1,1-1-1,0 0 0,-1-1 1,1-1-1,16-2 70,-27 2-55,0-1 0,-1 0 1,1 0-1,0 0 0,-1-1 0,1 1 0,-1-2 1,0 1-1,0 0 0,1-1 0,-2 0 0,1 0 1,0-1-1,-1 1 0,1-1 0,-1 0 0,0 0 1,0-1-1,-1 1 0,1-1 0,-1 0 0,0 0 1,0 0-1,-1 0 0,1 0 0,-1-1 0,0 1 0,-1-1 1,1-2 54,3-19 2,-1 0-1,-1 0 1,-1 0 0,-2 0 0,-2-23-2,1 23-12,-2-18 392,-3 0 1,-1 1 0,-2 0-1,-2 0 1,-2 1 0,-1 0-1,-7-9-380,12 39 1341,7 24-958,6 26-351,-4-37-19,10 50 153,2 0 0,2-1 1,3 0-167,9 32 99,-19-55-319,2 7 361,2-1 1,1 0-1,7 12-141,-15-36-400,0 0 1,1 0-1,-1 0 0,2-1 1,-1 0-1,1 0 1,0 0-1,1-1 0,0 0 1,0 0-1,0-1 1,0 0-1,1 0 0,0-1 1,0 1 399,30 5-10528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11202,'0'0'6850,"0"0"-5442,0 0 80,0 0 137,0 0-729,134 138-528,-93-104-184,-1-3-128,-5-9-56,13-15-680,-10-4-3465,-6-3-6865</inkml:trace>
  <inkml:trace contextRef="#ctx0" brushRef="#br0" timeOffset="1">451 0 13203,'0'0'4425,"0"0"-3737,-129 145 1664,73-75-711,5 3-1113,5-5-528,-5 9-144,11-19-2241,8-15-7921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11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0 317 728,'0'0'1360,"0"0"-215,0 0-425,0 0-432,0 0-224,86-152-64,-56 89 0,-6 10-744,0 4-2313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12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3289,'0'0'504,"0"0"-256,0 0-248,0 0-1656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6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56 17380,'0'0'2480,"0"0"-1648,0 0 1633,-164-55-1113,142 88-808,14 86-416,8 69 232,0 27 161,27-2-113,0-56-112,0-58-96,-6-29-104,1-15-96,-1-2-120,-2-4-536,-3-23-801,-5-16-2472,-11-10-5409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1 484 14403,'0'0'3656,"0"0"-1935,0 0-551,37-16-659,-1 0-454,21-9-2,2 2 0,0 3 0,20-2-55,-37 12 14,1 1 0,0 3 0,0 1 0,33 2-14,-73 3-3,1 0 0,-1 0 0,1 0 0,-1 0 0,1 1 0,-1-1 1,0 1-1,1 0 0,-1 0 0,0 0 0,1 0 0,-1 1 0,0-1 0,0 1 0,0 0 0,0 0 0,-1 0 0,1 0 0,1 2 3,-1 1 8,0 0 0,0 0 0,-1 0 0,1 0 0,-1 0 0,0 1 0,0 0 0,-1-1 0,0 1 0,0 0 0,0-1-8,1 11 98,11 38 277,-12-52-355,0 0 0,1 1-1,-1-1 1,0 0 0,0 0-1,1 0 1,-1-1 0,1 1 0,0 0-1,-1 0 1,1-1 0,0 1-1,0-1 1,0 0 0,0 1 0,0-1-1,0 0 1,1 0 0,-1-1-1,0 1 1,3 0-20,6 0 33,0 0 0,-1-1-1,1 0 1,0-1 0,0 0-1,0-1 1,0 0 0,-1-1-1,1 0 1,-1 0 0,0-1-1,0-1 1,0 0 0,-1 0 0,1-1-1,-1 0 1,-1 0 0,1-1-1,2-3-32,2-1-58,-1 0-1,0-1 0,-1-1 1,0 0-1,-1 0 0,-1-1 1,0 0-1,-1 0 0,0-1 1,-1-1-1,-1 1 0,2-8 59,-4 5-1,-1 0-1,0-1 0,-1 1 0,-1 0 0,-1-1 0,-1-7 2,1 20 54,-1-1-1,1 1 1,-1 0-1,-1 0 1,1 0-1,-1 0 0,0 0 1,0 0-1,0 1 1,-1-1-1,0 1 1,0-1-1,-1 1 0,1 0 1,-1 0-1,0 0 1,0 1-1,-1 0 1,0-1-1,-1 0-53,6 5 16,-1-1 0,1 1 0,-1 0 0,1-1 0,-1 1 0,1-1 0,-1 1 0,1 0 0,-1-1 0,1 1 0,-1 0 0,1 0 0,-1 0 0,0-1 0,1 1-1,-1 0 1,1 0 0,-1 0 0,0 0 0,1 0 0,-1 0 0,1 0 0,-1 0 0,0 0 0,1 0 0,-1 0 0,1 1 0,-1-1 0,0 0 0,1 0 0,-1 1 0,1-1 0,-1 0 0,1 1 0,-1-1 0,1 0 0,-1 1 0,1-1 0,-1 1 0,1-1 0,0 1 0,-1-1 0,1 1-1,0-1 1,-1 1 0,1-1 0,0 1-16,-3 31 192,3-27-214,1 13 30,1 0-1,0 0 0,2 0 1,0 0-1,1-1 1,1 0-1,1 0 1,0 0-1,6 9-7,-1-4 4,0-1 1,1-1 0,2 0-1,0-1 1,0-1-1,2 0 1,1-1-5,-15-14-2,0 0 0,0-1 1,0 0-1,0 0 0,0 0 0,0 0 1,1 0-1,-1 0 0,1-1 0,-1 0 1,1 0-1,-1 0 0,1 0 0,1 0 2,-4-1-3,1 0-1,-1-1 1,1 1-1,-1 0 1,0-1-1,1 1 1,-1 0-1,0-1 1,1 0-1,-1 1 1,0-1-1,1 0 1,-1 0-1,0 0 1,0 0 0,0 0-1,0 0 1,0 0-1,0 0 1,0 0-1,0 0 1,-1 0-1,1-1 1,0 1-1,-1 0 1,1-1-1,-1 1 1,1 0-1,-1-1 1,0 1-1,1-1 1,-1 1-1,0-1 1,0 1-1,0-1 4,6-63-85,-3 0 0,-3 0 0,-3-5 85,1-41 486,2 111-477,0-1 0,0 1 0,0-1 0,0 1 0,0-1 0,0 1 0,0 0 0,0-1 0,0 1 0,0-1 0,0 1 0,0-1-1,0 1 1,1 0 0,-1-1 0,0 1 0,0-1 0,0 1 0,1 0 0,-1-1 0,0 1 0,1 0 0,-1-1 0,0 1 0,1 0 0,-1 0 0,0-1 0,1 1 0,-1 0 0,0 0 0,1 0 0,-1-1 0,1 1 0,-1 0 0,1 0 0,-1 0 0,0 0 0,1 0 0,-1 0 0,1 0 0,-1 0-1,1 0 1,-1 0 0,1 0 0,-1 0 0,0 0 0,1 0 0,-1 0 0,1 1 0,-1-1 0,1 0-9,22 13 36,-11-4-25,-1 1 0,-1 1-1,0-1 1,0 2-1,-1-1 1,-1 2 0,0-1-1,-1 1 1,0 0-1,4 11-10,-3-4 54,0 1-1,-1 0 1,-1 0-1,-1 0 1,-1 1-1,-1 0 0,-1 0-53,0 95-633,4-144-622,0 1 1,2 0-1,0 0 1,2 1-1,5-9 1255,4-11-3458,13-28-3957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7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12171,'0'0'4562,"0"0"-1823,-16 29-178,0-1-1996,-14 26 561,1 1-1,-13 40-1125,32-68 124,1 0 0,1 1 0,2 0-1,0 0 1,2 1 0,1-1 0,2 1-1,0 0 1,2-1 0,2 11-124,-2-32-34,1 0 1,-1-1-1,1 1 1,0-1-1,1 1 1,0-1-1,0 0 1,0 0-1,1 0 1,0 0-1,0-1 1,0 1-1,1-1 1,-1 0 0,1 0-1,1-1 1,-1 0-1,1 0 1,-1 0-1,1 0 1,0-1-1,0 0 1,1 0-1,-1-1 1,1 1-1,-1-2 1,1 1-1,4 0 34,4 1-189,0-1 0,0 0-1,0-2 1,0 1 0,0-2 0,0 0-1,0-1 1,0 0 0,-1-1 0,1-1-1,-1 0 1,14-6 189,-19 5-200,0 0-1,0 0 1,0 0-1,0-1 1,-1-1-1,0 1 1,-1-1 0,1-1-1,-1 1 1,0-1-1,-1 0 1,0-1-1,-1 0 1,1 0-1,-2 0 1,1 0-1,-1-1 1,-1 0-1,0 1 1,0-1 0,1-9 199,-2 3 152,0 0-1,-1 0 0,-1 0 0,0 0 1,-1 0-1,-1 0 0,-1 0 0,0 1 1,-1-1-1,0 1 0,-1 0 0,-1 0 1,-7-13-151,3 7 916,-1 1 1,-1 0 0,0 1-1,-1 1 1,-1 0 0,-17-17-917,31 58 508,13 30-452,2 0 0,2-2 0,2 0 0,3-1 0,22 38-56,-38-76-66,1-1-1,0 0 1,0 0 0,1-1 0,0 1 0,10 7 66,-13-13-106,0-1 1,0-1 0,0 1 0,1-1 0,0 1 0,0-2-1,-1 1 1,2-1 0,-1 0 0,0 0 0,0 0 0,1-1-1,5 1 106,51-1-3310,3-7-3826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7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15595,'0'0'1950,"0"0"-372,-13 32 277,2-9-1531,0 1-105,1 0 0,1 0 0,0 1 0,2 1-1,1-1 1,2 1 0,0 0 0,1 4-219,3-26 59,-2 25 184,1 0-1,2 0 1,0-1-1,2 1 1,1 0-1,3 6-242,-5-30 2,-1 0 0,1 1 0,-1-1 0,2 0 0,-1 0 0,0 0-1,1-1 1,0 1 0,0-1 0,0 1 0,1-1 0,0 0 0,-1 0-1,1 0 1,1-1 0,-1 0 0,0 0 0,1 0 0,0 0 0,0 0 0,-1-1-1,1 0 1,1 0 0,-1 0 0,0-1 0,0 0 0,1 0 0,-1 0-1,1-1 1,-1 1 0,0-1 0,1-1 0,-1 1 0,1-1 0,-1 0 0,1 0-2,2 0 0,0-1 0,0 0 0,0 0 0,0-1 0,-1 0 0,1 0-1,-1-1 1,0 1 0,0-2 0,0 1 0,-1-1 0,1 0 0,-1-1 0,1 0 0,1-4 8,0 0 0,0 0 0,-1 0-1,0-1 1,-1 0 0,0 0 0,-1-1-1,3-9-7,2-10 66,-2-1-1,-2 0 1,0-1-1,-3 1 1,0-1-1,-2-21-65,0 23 152,0 22-19,-1 0 0,1 0 0,-1 0 1,-1 0-1,0 0 0,0 0 0,-1 0 0,0 0 0,0 1 0,-2-5-133,0 42 359,6 49-195,3 1 0,4-2 0,3 1 0,11 31-164,-19-193 98,-1 13-293,11-53 195,-11 101-27,2 1 1,0 0 0,2 0 0,0 0-1,1 1 1,1 0 0,7-9 26,-15 28-5,0 0 0,0 0 0,0 0 1,0 1-1,0-1 0,0 0 0,1 1 0,-1-1 1,0 1-1,1-1 0,0 1 0,-1 0 0,1 0 1,0 0-1,0 0 0,-1 0 0,1 0 0,0 0 1,0 1-1,1-1 5,-1 1-4,-1 0 0,1 0-1,-1 0 1,1 1 0,-1-1 0,0 1 0,1-1 0,-1 1 0,0 0 0,0-1 0,1 1 0,-1 0 0,0 0-1,0 0 1,0 0 0,0 0 0,0 0 0,0 0 0,0 0 0,0 0 0,0 1 4,5 8-12,-1 0 0,0 0 1,-1 0-1,0 1 0,0-1 1,0 6 11,16 73 39,-5 2 1,-1 19-40,6 39-538,-31-246-8659,-4 25-3248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1: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17492,'0'0'2568,"0"0"-1824,0 0 593,0 0-1081,48 130-256,-10-2-104,-11-16-1825,-17-9-4600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2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8994,'0'0'1722,"0"0"-694,0 0-356,0 0-371,0 0-123,21-7 30,65-22-1,-80 26-152,1 1 0,-1 0 0,1 1 0,0-1 1,0 1-1,-1 1 0,1-1 0,0 1 0,0 0 1,0 1-1,0 0 0,0 0 0,-1 0 0,1 1 1,3 1-56,-8-2 3,1 0 0,-1 1 0,1 0 0,-1-1 0,0 1 0,0 0 0,0 0 0,0 0 0,0 1 0,0-1 1,-1 0-1,1 1 0,-1-1 0,1 1 0,-1-1 0,0 1 0,0 0 0,0-1 0,0 1 0,-1 0 0,1 0 0,-1 0 1,0 0-1,1-1 0,-1 1 0,-1 0 0,1 0 0,0 0 0,-1 2-3,0 2 44,-1-1 0,1 1 1,-1-1-1,0 1 0,-1-1 0,1 0 1,-1 1-1,-1-2 0,1 1 0,-1 0 1,0-1-1,-1 2-44,-39 38 767,27-29-610,1 0-1,0 1 0,2 1 1,0 1-1,1 0 1,-10 19-157,22-37 74,0 0 1,0 1-1,0-1 1,1 1-1,-1-1 1,1 1-1,-1-1 1,1 1 0,-1 0-1,1-1 1,0 1-1,0-1 1,0 1-1,0 0 1,0-1 0,0 1-1,0 0 1,0-1-1,1 1 1,-1-1-1,1 1 1,0 0-75,0 0 162,0-1 0,1 0 0,-1 0 0,1 0 0,-1-1 0,1 1-1,0 0 1,-1 0 0,1-1 0,0 1 0,-1-1 0,1 0 0,0 1 0,0-1 0,-1 0 0,1 0 0,0 0 0,0 0 0,0-1-162,12 1 22,0-1 0,0 0 0,0-1 1,0-1-1,-1 0 0,1-1 0,-1 0 1,0-1-1,11-6-22,20-14-3684,-2-7-4038,-25 19 2292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4:25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5457,'0'0'5043,"0"0"-3082,0 0-611,0 0-151,-4 26-320,-14 85-62,17-108-744,0 1 0,1 0 0,-1 0 0,1 0 0,0 0 0,0 0 1,0 0-1,1 0 0,-1-1 0,1 1 0,0 0 0,0 0 0,0 0 0,1-1 0,-1 1 0,1-1 0,0 1 0,0-1 0,0 0 0,0 0 0,1 0 0,-1 0 0,1 0 0,0 0 0,0 0 0,0-1 0,0 0 0,0 0 0,1 0 1,-1 0-1,1 0 0,-1 0 0,1-1 0,0 0 0,-1 0 0,1 0 0,0 0 0,0 0-73,6 0 156,0 1 0,1-2 0,-1 0-1,0 0 1,0 0 0,0-1 0,0-1 0,0 0 0,0 0 0,0-1 0,-1 0 0,8-4-156,-10 3 43,0 0 1,0 0 0,-1-1 0,0 0 0,0 0 0,0-1 0,0 0 0,-1 0 0,0 0 0,0-1 0,-1 1 0,0-1 0,0 0 0,2-6-44,-4 10 30,-1 0 1,0-1-1,0 1 1,0-1-1,0 1 1,-1-1 0,1 1-1,-1-1 1,0 1-1,0-1 1,0 1 0,-1-1-1,1 1 1,-1-1-1,0 1 1,0-1 0,0 1-1,0 0 1,-1-1-1,1 1 1,-1 0-1,0 0 1,0 0 0,0 0-1,0 0 1,0 1-1,-1-1 1,1 1 0,-1-1-1,0 1 1,0 0-1,0 0 1,-2-1-31,-4-3 65,-1 1 0,0 0 0,0 1 0,0 0 0,-6-1-65,-20-1-1336,3 13-4166,17 3-1032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5:41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33 117 8666,'0'0'2647,"0"0"-665,0 0-76,0 0-287,0 0-172,0 0 78,-1-15 3447,-9 58-4821,4-20-120,1 0 0,1 0 0,0 1 0,1 20-31,3-33 3,0 0 0,1 0 0,0 0 0,1 0 0,0 0 1,1 0-1,0 0 0,1-1 0,4 10-3,-5-14 4,0-1 0,1 1 0,0-1 0,0 0 0,1 0 0,-1 0 0,1-1 0,0 1 0,0-1 0,1 0 0,-1-1 0,1 1 0,0-1 0,0 0 0,0-1 0,0 1 0,4 0-4,5 1 15,-1-1 1,1-1-1,0 0 1,1 0-1,-1-2 1,0 0-1,0-1 1,0 0-1,0-1 1,0-1-1,0 0 1,0-1-1,-1-1 1,0 0-1,0-1 1,0-1-1,0 0 1,-1 0-1,-1-2 1,1 0-1,-1 0 1,-1-1-1,1 0 1,7-10-16,-15 14 71,-1 1 0,1-1 0,-1-1-1,0 1 1,0 0 0,0-1 0,-1 0 0,0 1 0,0-1 0,-1 0 0,0 0 0,0 0 0,-1 0 0,0 0 0,0 0 0,-1 0-1,1 0 1,-1 0 0,-1 0 0,0 1 0,0-1 0,0 0 0,0 1 0,-1-1 0,-1 1-71,-5-13 75,-1 1 1,0 0-1,-2 1 0,0 0 1,-1 1-1,-1 1 0,-11-11-75,19 20-20,1 1 0,-1 1-1,0-1 1,-1 1-1,1 0 1,-1 0 0,0 1-1,1 0 1,-1 0-1,-1 0 1,1 1 0,0 0-1,-1 1 1,1 0 0,-1 0-1,1 0 1,-1 1-1,1 0 1,-5 1 20,4 0-422,0 1 0,0 0-1,0 0 1,0 0 0,0 1 0,1 1-1,-1-1 1,1 1 0,0 0 0,0 1 0,-2 1 422,-22 19-7189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5:4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49 1320,'0'0'7715,"0"0"-4249,0 0-1320,0 0-221,0 0-214,-26 7-96,2-2-1233,13-3-253,0 0 1,0 1-1,0 0 0,0 0 1,1 1-1,0 1 1,0 0-1,0 0 0,1 1 1,-1 0-1,1 0 1,1 1-1,-1 1 0,-6 6-129,-6 11 279,1 0 1,1 1-1,1 0 0,2 2 0,0 0 0,2 1-279,8-15 37,0 0-1,0 0 1,2 0 0,-1 1 0,2 0 0,0-1-1,1 1 1,1 1 0,0-1 0,1 0-1,0 0 1,1 0 0,3 13-37,-2-23 5,0-1 0,-1 1 0,2-1 0,-1 0 0,1 0-1,-1 0 1,1 0 0,0 0 0,0 0 0,1-1 0,-1 0 0,1 1 0,0-1 0,0-1 0,0 1 0,0 0 0,0-1 0,1 0 0,-1 0 0,1 0 0,-1-1-1,1 0 1,0 0 0,-1 0 0,1 0 0,2 0-5,15 2 49,0-1 0,1-1-1,-1-1 1,1-1 0,3-2-49,-2 0 39,0-1 0,0-1 0,0-1 0,0-1 0,-1-2 0,-1 0 0,1-1 0,-1-1 0,-1-2 0,1 0-39,-11 5 22,1 1-1,-1-2 1,0 0 0,-1 0-1,0-1 1,0 0 0,-1-1-1,-1 0 1,0 0 0,0-1-1,-1 0 1,-1 0 0,0-1-1,0 0 1,-1 0 0,-1 0-1,0-1 1,0-5-22,-2 3 76,-1 1 1,-1-1-1,-1 0 0,0 1 0,-1-1 0,0 1 1,-2-1-1,1 1 0,-2 0 0,0 1 0,-1-1 1,-4-6-77,7 14-4,-1-1 1,-1 1-1,1 0 1,-1 0 0,0 0-1,-1 1 1,1 0 0,-1 0-1,-1 0 1,1 1-1,-1 0 1,0 0 0,0 1-1,0 0 1,-1 0 0,1 0-1,-1 1 1,0 0-1,0 1 1,0 0 0,0 0-1,-1 1 1,1 0 0,-5 0 3,2 1-314,1 1 0,-1 0 0,0 1 0,1 0 0,-1 1 0,1 0 0,0 1 1,0 0-1,0 0 0,0 1 0,-5 4 314,-42 27-6269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4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7 9282,'0'0'2043,"0"0"-106,0 0-245,0 0-485,-11 30 152,-33 98-143,39-108-943,0 0-1,2 0 1,0 0-1,1 1 1,1-1 0,0 1-1,2-1 1,1 1 0,1 5-273,-2-14 80,0-5-38,0 1 1,1-1 0,-1 1-1,1-1 1,1 0-1,-1 0 1,1 0 0,1 0-1,-1 0 1,1 0-1,0-1 1,1 0-1,-1 0 1,1 0 0,0-1-1,1 1 1,-1-1-1,1 0 1,0-1-1,5 3-42,-6-4 52,1 0-1,0-1 0,0 0 0,0 0 0,0 0 0,0-1 0,0 1 0,1-2 0,-1 1 0,0-1 0,1 0 0,-1 0 0,0-1 0,1 1 0,-1-1 0,0-1 0,0 1 0,0-1 0,0-1 0,0 1 0,0-1 0,-1 0 0,1 0 0,-1 0 0,2-2-51,8-6 29,0-2 1,-1 1-1,-1-2 1,0 0-1,0-1 1,-2 0-1,0 0 1,0-2-1,-2 1 1,0-1-1,-1 0 1,-1-1-1,0 0 1,-1 0-1,-1-1 0,-1 1 1,-1-1-1,0 0 1,-2 0-1,0 0 1,-1-15-30,0 28 3,-1 1 0,1-1 0,-1 1 1,0 0-1,-1-1 0,1 1 0,-1 0 1,0 0-1,-1 0 0,1 0 0,-1 0 1,0 0-1,0 1 0,0-1 0,-1 1 0,1 0 1,-1 0-1,0 0 0,0 1 0,-1 0 1,1-1-1,-1 1 0,1 1 0,-1-1 1,0 1-1,0-1 0,0 2 0,-1-1 0,1 0 1,-4 0-4,-9-1-88,0 0 0,0 1 0,0 1 0,0 1 1,0 0-1,0 1 0,-1 1 0,-8 3 88,3 0-886,-1 2 0,1 0 0,-4 3 886,-67 30-6437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5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340 440 15107,'0'0'2247,"0"0"-842,0 0 508,-30-7-716,-95-20-577,120 26-583,1 1 1,-1-1-1,0 1 1,0 0-1,0 0 1,0 0 0,0 0-1,1 1 1,-1 0-1,0 0 1,0 0-1,1 1 1,-1 0-1,1 0 1,-1 0-1,1 0 1,0 1-1,0-1 1,0 1 0,0 0-1,0 0 1,0 1-1,0 0-37,-3 5 46,0 1 1,0 0-1,1 0 0,1 1 1,0-1-1,0 1 0,-1 4-46,4-8 29,-5 14 35,1 1 1,2 0-1,0 0 1,1 0-1,1 1 0,1-1 1,2 17-65,-1-30 3,1 0 1,0 0 0,0 0-1,1 0 1,0-1-1,0 1 1,1-1 0,0 1-1,0-1 1,1 0-1,0 0 1,1 0-1,0-1 1,0 0 0,0 0-1,1 0 1,0 0-1,1-1 1,-1 0 0,1 0-1,0-1 1,1 0-1,-1 0 1,1-1 0,0 0-1,0 0 1,0-1-1,1 0 1,-1 0 0,1-1-1,0 0 1,-1-1-1,1 0 1,0 0-1,0-1 1,0 0 0,0 0-1,0-1 1,0 0-4,-3 0-52,0 0 0,0-1 1,0 1-1,0-1 0,0 0 0,-1 0 1,1-1-1,-1 0 0,1 0 0,-1 0 0,0 0 1,0-1-1,0 0 0,3-4 52,-1 1-35,-1-1-1,0 0 0,-1 0 1,0 0-1,0-1 1,0 1-1,-1-1 0,2-10 36,2-8 0,-1 0-1,-2-1 0,-1 1 1,-1-1-1,-1-1 0,-1-3 1,-1-21 157,-3 0-1,-1 0 1,-3 1-1,-11-42-156,9 61 302,-1 0 0,-1 0-1,-2 1 1,-1 1 0,-1 0 0,-2 1-1,-19-25-301,35 53 67,0 0 0,1 1-1,-1-1 1,0 1 0,-1 0 0,1-1-1,0 1 1,0 0 0,0-1 0,-1 1-1,1 0 1,-1 0 0,1 0 0,-1 0-1,1 1 1,-1-1 0,1 0 0,-1 1-1,0-1 1,-1 0-67,1 8 243,5 28-216,2 0 0,1 0 0,2-1 0,1 1 1,2-2-1,9 19-27,1 10 6,1 2-16,2-2-1,6 8 11,-19-48-638,1 0 0,1-1 0,1-1 1,1 0-1,0 0 0,2-2 0,6 6 638,12 5-6069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6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14539,'0'0'1969,"0"0"-1361,0 0 1072,0 0-1088,0 0 120,45 136 313,-26-69-89,0 1-256,0-5-312,-6-10-224,3-12-96,0-22-48,-2-9-1096,-4-10-3833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26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613 1 9962,'0'0'2857,"0"0"-1817,-119 130 1545,52-60-697,-8 8-720,0-3-408,2-8-320,9-6-264,10-13-176,11-7-320,16-14-1672,11-13-3001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5:49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2114 8026,'298'-296'1441,"13"12"1,11 14 0,195-115-1442,317-184 3110,-811 553-3034,4-2-17,-2 0-1,0-2 1,-1-1 0,15-17-59,-34 32 17,0 0 1,0 0-1,-1-1 1,1 1 0,-2-1-1,1 0 1,-1 0 0,0-1-1,0 1 1,-1 0 0,0-1-1,0 0 1,-1 1 0,0-1-1,0 0 1,-1 0 0,0 0-1,0 0 1,-1 1 0,-1-9-18,2 15-50,0 0 0,-1 0 0,1 0 1,-1 0-1,1 0 0,-1 1 0,1-1 0,-1 0 1,1 0-1,-1 0 0,0 0 0,1 0 0,-1 1 1,0-1-1,0 0 0,0 1 0,1-1 0,-1 1 1,0-1-1,0 1 0,0-1 0,0 1 0,0-1 1,0 1-1,0 0 0,0 0 0,0-1 0,0 1 1,0 0-1,0 0 0,0 0 0,0 0 0,-1 0 1,1 0-1,-1 1 50,-2-1-4596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0 17068,'0'0'2960,"0"0"-1439,0 0 343,0 0-1336,-51 152-240,51-70 48,10 5-40,12-5-80,-3-11-144,-6-13-64,-2-13-8,-6-11 48,-5-14-40,0-11-8,0-9-536,0-12-840,-19-17-2353,-2-5-5753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2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13715,'0'0'3929,"0"0"-1713,0 0-727,0 0-1001,0 0-312,188-50-88,-67 9-88,-19 7-544,-8-2-4241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3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46 80,'0'0'11078,"0"0"-7581,0 0-1636,0 0-337,0 0-891,0 0-393,-23-9-33,-73-24 26,95 33-217,0-1 0,0 1 0,0-1 0,0 1 0,0 0 0,0-1 0,0 1 0,-1 0 0,1 0 0,0 0 0,0 0 0,0 0 0,0 0 0,-1 0 0,1 0 0,0 0 0,0 0 0,0 1-1,0-1 1,-1 0 0,1 1 0,0-1 0,0 1 0,0 0 0,0-1 0,0 1 0,0 0 0,0-1 0,0 1 0,1 0 0,-1 0 0,0 0 0,0 0 0,1 0 0,-1 0 0,0 0 0,1 0 0,-1 0-1,1 0 1,-1 0 0,1 0 0,0 0 0,0 1 0,-1-1 0,1 0 0,0 0 0,0 0 0,0 0 0,0 1-16,-1 6 147,-5 26 263,1 1 1,2 0 0,2 0 0,1 0-1,2 12-410,0 29 537,-2-67-469,-1 41 407,3 0-1,1 1 1,3-2 0,7 29-475,62 186 1160,-32-121-563,5 47-597,-30-79 208,-4 1 0,-5 1 0,-5 64-208,-5-146 114,-1 0 0,-2 0 0,-1 0-1,-1 0 1,-2 0 0,-1-1 0,-1-1-1,-2 1 1,0-2 0,-2 0 0,-2 0-1,0-2 1,-2 0 0,-13 16-114,22-32 40,0 0 1,-1 0-1,0-1 1,0 0-1,-1-1 1,0 0-1,0-1 1,-10 5-41,17-10 27,0 0-1,0 0 1,1-1 0,-1 1-1,0-1 1,0 0 0,-1 0 0,1 0-1,0-1 1,0 1 0,0-1-1,0 0 1,-1 0 0,1-1 0,0 1-1,0-1 1,0 0 0,0 0 0,0 0-1,0-1 1,0 1 0,0-1-1,0 0 1,1 0 0,-1-1 0,1 1-1,-1-1 1,1 1 0,0-1-1,0 0-26,-5-7 20,1 0-1,0-1 0,0 1 1,1-1-1,0-1 0,1 1 0,1-1 1,0 0-1,0 0 0,1 0 1,1 0-1,0-2-19,-2-11-168,2 0 1,0 0 0,2-1-1,1 1 1,3-16 167,-3 34-122,1 0-1,-1 0 1,1 1-1,0-1 1,1 1 0,0 0-1,0 0 1,0 0 0,1 0-1,0 0 1,0 1 0,0-1-1,1 1 1,0 0-1,0 0 123,12-9-1144,1 0-1,0 1 1,19-10 1144,-31 19-416,56-31-6276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3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18260,'0'0'2953,"0"0"-2153,0 0 1032,0 0-960,0 0 40,-46 132-119,44-66-209,-1-1-176,0-2-160,3-13-152,0-9-96,0-14-56,25-20-736,52-24-1081,-4-26-3816,5-5-9930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3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60 109 12515,'0'0'5814,"0"0"-3607,0 0-838,0 0-556,0 0-425,0 0 2,-2 18-26,-3 58-126,5-74-229,0 1-1,0-1 0,0 0 0,0 0 0,0 0 1,1 0-1,-1 0 0,1 0 0,-1 0 0,1 0 0,0 0 1,0 0-1,0 0 0,0 0 0,0-1 0,0 1 0,0 0 1,1-1-1,-1 1 0,0-1 0,2 2-8,-1-2 14,0-1-1,0 1 0,-1 0 1,1-1-1,0 1 1,0-1-1,0 1 1,0-1-1,0 0 1,0 0-1,0 0 0,0 0 1,0 0-1,0-1 1,0 1-1,0-1 1,0 1-1,0-1-13,5-1 54,0-1-1,-1 0 1,1 0 0,-1-1-1,1 1 1,-1-1-1,0-1 1,0 1 0,1-3-54,2-3 86,0-1 0,-1 0 1,-1 0-1,0-1 0,3-7-86,-8 16 35,0-1 0,0 0 0,-1 0-1,1 0 1,-1 0 0,0 0 0,0 0 0,0 0-1,-1 0 1,1-1 0,-1 1 0,0 0-1,-1 0 1,1 0 0,-1-1 0,1 1-1,-1 0 1,0 0 0,-1 0 0,0-1-35,0 2-16,-1 0 1,1 1 0,-1-1 0,0 1 0,0 0 0,0 0-1,0 0 1,0 0 0,0 1 0,0-1 0,-1 1 0,1 0-1,0 0 1,-1 0 0,1 0 0,-1 1 0,-2-1 15,-71-5-1941,61 5 890,-28-2-5011,12-7-4939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4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58 119 14011,'0'0'1819,"0"0"-628,-10 32 589,-29 104-703,36-125-1010,1-1 0,1 1 0,0-1 1,0 1-1,1 0 0,0-1 0,1 1 1,0 0-1,3 8-67,-3-12 21,1-1 1,1 0-1,-1 0 0,1 0 1,0 0-1,0 0 0,1 0 1,-1-1-1,1 0 0,1 0 1,-1 0-1,5 4-21,-3-4 30,1 0 0,1-1 0,-1 1 0,1-1 0,0-1 1,0 1-1,0-1 0,0-1 0,0 0 0,1 0 0,-1 0 0,1-1 0,-1 0 0,1-1 0,-1 0 0,1 0 0,0-1 0,-1 0 0,1-1 1,5-1-31,-8 1 58,0 0 0,1 0 0,-1 0 0,0-1 0,-1 0 0,1 0 1,0 0-1,-1-1 0,0 0 0,0 0 0,0 0 0,0-1 0,-1 1 0,1-1 1,-1 0-1,2-4-58,0 0 129,-1-1 0,0 0 0,0-1 0,-1 1 0,0-1 0,-1 0 0,0 0 0,-1 0 1,1-7-130,-1 2 169,-1 0 0,0 0 1,-1 0-1,-1-1 1,0 1-1,-2 0 0,1 0 1,-2 1-1,0-1 1,-1 1-1,-1-1 0,0 1 1,-6-10-170,4 14 115,0 0 0,0 0-1,-1 1 1,-1 0 0,1 0 0,-2 0-115,6 6-12,1 0 0,-1 1 0,0 0-1,0 0 1,0 0 0,-1 0 0,1 1 0,-1 0-1,1 0 1,-1 0 0,0 1 0,0 0 0,1 0 0,-6 0 12,11 1-180,0 1 0,0 0 0,0-1 1,0 1-1,0-1 0,-1 1 1,1 0-1,0-1 0,0 1 0,0-1 1,1 1-1,-1 0 0,0-1 1,0 1-1,0-1 0,0 1 0,1 0 1,-1-1-1,0 1 0,0-1 0,1 1 1,-1-1-1,0 1 0,1-1 1,0 1 179,17 18-6186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143 421 11739,'0'0'1696,"0"0"1361,0 0-481,0 0-1000,0 0-335,150-34-465,-121-24-272,-10-7 144,-13-5-112,-6 2-192,-11 10-152,-21 15-24,-6 19-168,-8 24-304,-34 29-1168,7 24-3113,6 2-7065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15227,'0'0'2537,"0"0"-1769,0 0 296,54 167-416,-33-92-344,-2-1-192,-8-6-112,-11-3-512,0-19-2144,-19-17-3314</inkml:trace>
  <inkml:trace contextRef="#ctx0" brushRef="#br0" timeOffset="1">0 390 16540,'0'0'2848,"0"0"-1504,137-24 297,-64 16-1097,37 4-544,-16-1-16,-16 2-4025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5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8674,'0'0'1632,"0"0"-792,0 0 1465,0 0-1441,0 0-680,0 0-184,0 0-1264,-27 26-2689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392 393 18020,'0'0'2650,"-25"-4"-1111,-86-10 38,103 13-1514,0 1-1,-1 0 0,1 0 0,-1 1 0,1 0 0,0 1 0,0 0 1,-1 0-1,1 0 0,1 1 0,-1 0 0,0 1 0,1 0 1,-1 0-1,1 1 0,0 0 0,1 0 0,-1 0 0,1 1 1,0 0-1,1 0 0,-1 1 0,1-1 0,0 1 0,1 0 0,0 1 1,-1 1-63,-5 11 84,0 1 1,2 1 0,0-1 0,2 1 0,0 1-1,1-1 1,2 1 0,-2 21-85,4-33 14,1 1 1,0-1-1,1 0 0,0 1 1,1-1-1,0 0 0,0 0 1,1 0-1,1 0 1,0 0-1,1-1 0,0 2-14,-1-5 5,1 0 0,0 0-1,1 0 1,-1-1 0,1 1-1,0-1 1,1-1-1,-1 1 1,1-1 0,0 0-1,1-1 1,-1 0 0,1 0-1,0 0 1,0-1 0,3 1-5,-1-1-70,1 1 1,0-2-1,-1 1 1,1-2 0,0 1-1,0-1 1,0-1-1,0 0 1,-1-1-1,1 0 1,0 0 0,0-1-1,0-1 1,5-2 69,-8 2-53,-1 0 0,0-1-1,0 0 1,0-1 0,0 1 0,-1-1 0,1-1 0,-1 1 0,-1-1 0,1 0 0,-1-1 0,0 1 0,0-1-1,-1 0 1,0 0 0,0 0 0,-1-1 0,0 1 0,0-1 0,0-1 53,7-34-15,-1 0 0,-3 0 0,-1-1 0,-2 1 0,-2-1 0,-3-23 15,1 7 6,1 47-17,0-60 452,-9-67-441,7 119 334,-2 0-1,0 0 1,-2 0 0,0 1 0,-1-1 0,-1 1 0,-1 1 0,-9-16-334,18 35 18,0 0 0,0-1 1,0 1-1,0 0 0,-1 0 1,1 0-1,0 0 1,0-1-1,0 1 0,0 0 1,0 0-1,0 0 0,0-1 1,0 1-1,0 0 1,0 0-1,0 0 0,-1 0 1,1 0-1,0-1 0,0 1 1,0 0-1,0 0 1,0 0-1,0 0 0,-1 0 1,1 0-1,0 0 0,0 0 1,0-1-1,0 1 1,-1 0-1,1 0 0,0 0 1,0 0-1,0 0 0,-1 0 1,1 0-1,0 0 1,0 0-1,0 0 0,0 0 1,-1 0-1,1 0 0,0 0 1,0 1-1,0-1 1,-1 0-1,1 0 0,0 0 1,0 0-1,0 0 0,0 0 1,0 0-1,-1 0 1,1 1-1,0-1 0,0 0 1,0 0-1,0 0 0,0 0 1,0 0-1,0 1 1,-1-1-1,1 0 0,0 0 1,0 0-1,0 0 0,0 1-18,-3 22 214,5 33-307,35 167 252,-7-56-178,-23-115-871,3 0-1,3-1 1,1 0 0,6 9 890,2-7-4704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7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16700,'0'0'4777,"0"0"-3745,0 0 336,0 0-784,0 0 336,169 155-31,-107-85-313,-11 2-376,-16-6-128,-11-6-72,-5-14-120,-5-15-440,10-28-721,-3-3-1695,-2-10-2906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2:37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1 18404,'0'0'2512,"0"0"-687,0 0 191,-115 193-935,69-108-409,-2-3-336,5-7-288,5-8-48,-18 3-896,10-17-1369,-2-11-8241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5:50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2159 8874,'16'-23'187,"126"-170"71,8 7 0,7 7 0,51-34-258,-75 90 847,4 7 0,6 5 0,34-13-847,467-270 1528,-568 351-1422,92-54 492,61-51-598,-216 139 15,0-1 0,-1 0-1,-1 0 1,1-1-1,-2-1 1,1-1-15,-7 8-20,-1 0 0,0 0 0,0 0 0,0-1 0,0 0 0,-1 1-1,0-1 1,0 0 0,-1 0 0,1 0 0,-1 0 0,-1 0 0,1 0 0,-1-1 0,0-2 20,0 8-41,-1-1 0,1 0 0,0 1 1,-1-1-1,1 1 0,-1-1 0,1 1 0,-1-1 0,1 1 0,-1-1 0,0 1 0,0-1 1,0 1-1,0 0 0,0 0 0,0-1 0,0 1 0,-1 0 0,1 0 0,0 0 0,0 0 0,-1 0 1,1 1-1,-1-1 0,1 0 0,-1 1 0,1-1 0,-1 1 0,1-1 0,-1 1 0,0 0 41,-8-2-427,1 1 0,-1 0 0,1 1 0,-1 0 0,-2 1 427,-7 0-1098,-14-1-1450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17820,'0'0'2628,"0"0"-374,0 0-467,0 0-952,4 35-176,-4-34-650,12 125 1708,-6 39-1717,-6-70 711,-3 0 1,-13 64-712,-6-22 117,19-113-5716,9-55-111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7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 0 16412,'0'0'2428,"0"0"-773,0 0 136,-28 25-672,-89 82-403,93-83-497,0 2 0,2 1-1,1 0 1,1 2 0,-7 14-219,-1 2 182,13-21-86,-27 39 213,3 2 0,-11 31-309,47-90 20,0 0 0,1 0 0,0 0 1,0 0-1,1 1 0,-1-1 0,1 1 0,1-1 0,-1 1 0,1 4-20,0-9 18,1 0-1,-1 0 1,1 0-1,-1 0 0,1 0 1,0 0-1,0 0 1,0 0-1,0 0 1,0 0-1,0 0 0,1-1 1,-1 1-1,0 0 1,1-1-1,0 1 1,-1-1-1,1 0 0,0 1 1,-1-1-1,1 0 1,0 0-1,0 0 0,0 0 1,0-1-1,0 1 1,0 0-1,0-1 1,1 0-1,-1 1 0,0-1 1,1 0-18,18 3 190,1-1 1,0 0-1,0-2 1,0-1-1,-1-1 1,1 0-1,0-2 1,-1 0-1,0-2 1,0 0-1,0-1 1,3-3-191,-21 9-118,1 0 1,-1 0 0,0 0-1,0 0 1,0 1 0,0-1 0,1 1-1,-1 0 1,0 0 0,0 0 0,1 0-1,-1 1 1,2 0 117,13 1-588,32-3-1968,7-1-2895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7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48 13755,'0'0'1752,"0"0"-461,0 0 963,0 0-507,-25-10-600,25 10-1147,-28-11 347,-2 1 0,-20-4-347,43 13 61,1 0 1,-1 1-1,1 0 1,-1 0-1,0 1 1,1 0-1,-1 0 1,1 0-1,-1 1 1,1 0-1,0 0 1,0 1 0,0-1-1,0 1 1,0 1-1,1-1 1,-1 1-1,1 0 1,-4 4-62,-8 4 168,-14 9 104,2 2 0,0 0 1,1 2-1,2 1 0,0 1 0,-12 20-272,26-31 55,1-1 0,1 2 0,1-1 0,0 1 0,1 1 0,1-1 0,1 2 0,0-1 0,2 0-1,0 1 1,1 0 0,0 0 0,2 15-55,1-27 29,0 0-1,1 0 1,0 0-1,0 0 1,1 0-1,0-1 1,0 1-1,0 0 1,1-1 0,0 0-1,1 1 1,-1-1-1,1-1 1,4 6-29,0-2 39,0-1 0,0 0 1,1-1-1,0 1 0,0-1 1,1-1-1,0 0 1,9 4-40,4 0 31,0-1 1,1-1 0,0-1 0,0-1-1,1-1 1,0-1 0,-1-2 0,12 0-32,-15 0-40,2-1 1,-1-1-1,0-1 1,0-1-1,-1-1 1,1-1 0,0-1-1,-1-1 1,10-4 39,47-26-1313,-27 12-5233,-36 16-642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14371,'0'0'2433,"0"0"-377,0 0 64,0 0-1031,0 0-417,137-32-272,-48 13-192,7-3-128,36 5-80,-25 8-1240,-18 4-3793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8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18004,'0'0'4241,"0"0"-2241,0 0-512,0 0-1055,0 0 7,0 140 72,6-73-296,10 3-104,5-4-56,3-6-48,-5-9-8,-3-10-264,-2-12-312,-6-7-224,11-22-433,-3 0-1151,-3-12-3081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8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17164,'0'0'4073,"0"0"-2201,0 0-88,0 0-1152,0 0 209,-8 150-121,11-75-360,13 2-184,5-2-88,4-5-80,-4-12-8,-2-10-144,-6-11-504,-2-16-601,-3-16-631,-3-29-504,-2-22-3202,-3-12-3760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6:59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19 275 6305,'0'0'5080,"-3"-23"-1743,-2-6-2187,1 2 3,0 0 0,2-1-1,1 1 1,1-3-1153,1 26 132,-1 1 0,1-1-1,-1 1 1,1-1 0,0 0 0,1 1 0,-1-1 0,1 1-1,-1 0 1,1 0 0,0-1 0,0 1 0,0 0-1,1 0 1,-1 1 0,1-1 0,-1 0 0,1 1-1,0 0 1,0 0 0,0 0 0,0 0 0,1 0 0,-1 0-1,0 1 1,1 0 0,-1-1 0,1 1 0,0 0-1,2 0-131,0 0 39,0 0 0,0 0 0,0 1 0,0 0 1,0 0-1,0 0 0,0 1 0,0-1 0,0 1 0,0 1 0,-1-1 0,1 1 0,0 0 0,-1 1 0,1-1 0,-1 1 0,0 0 0,0 0 0,1 2-39,1 2 15,0 0 0,-1 0 0,0 1 0,-1 0 0,1 1 0,-1-1 0,-1 1 1,0 0-1,0 0 0,-1 0 0,0 0 0,0 1 0,-1-1 0,-1 1 0,0 0 0,0-1 0,0 11-15,-1-4 10,-1 0 0,0 0 0,-1 0 0,-1 0-1,0 0 1,-1 0 0,-1-1 0,-1 0 0,0 0-1,-5 9-9,-12 13 35,-1-1 0,-2-1 0,-8 7-35,5-8 31,3 1 0,0 2 0,2 2-31,24-39 6,0 0 0,0 1 0,-1-1 0,1 0 0,0 0 0,0 1 0,0-1 0,0 0 0,0 0 0,0 1 0,0-1 0,0 0 0,0 1 0,0-1 0,0 0 0,0 0 0,0 1 0,0-1 0,0 0 0,0 0 0,0 1 0,0-1 0,1 0 0,-1 0 0,0 1 0,0-1 0,0 0 0,0 0 1,0 1-1,1-1 0,-1 0 0,0 0 0,0 0 0,0 0 0,1 1 0,-1-1 0,0 0 0,0 0 0,1 0 0,-1 0 0,0 0-6,19 5 330,30-5 353,-38 0-498,1 0-39,31-2 7,-1 2 1,1 3 0,-1 1-1,0 1 1,0 3-1,38 12-153,-55-11 81,0-2 0,1 0 0,18 1-81,-33-6 21,1-2-1,-1 1 0,0-1 1,1-1-1,-1 0 1,0-1-1,1 0 1,-1 0-1,8-4-20,-10 3-207,0 0-1,0 1 1,0 0-1,0 1 1,0 0 0,1 0-1,1 1 208,-7 0-685,1 0 0,-1 1 1,0-1-1,0 1 0,0 0 0,0 1 0,0-1 0,0 0 1,0 1-1,0 0 685,9 4-8151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17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804 75 5145,'0'0'1108,"0"0"-271,0 0 221,0 0-181,0 0 5,0 0 296,-6-1-76,-13-3 351,0-2 0,1 0 0,-1-1 0,1-1 0,-15-10-1453,27 15 41,-4-1 84,-1 0 0,0 1-1,0 0 1,0 0-1,0 1 1,-1 1-1,1 0 1,-3 1-125,-93 2 945,104-2-934,-8 2 101,-1 0 0,1 0-1,0 1 1,-1 0 0,2 1 0,-1 1 0,-9 5-112,-76 45 356,60-33-312,17-11 15,1 1 0,0 0 0,0 2 1,1 0-1,1 0 0,-3 6-59,13-13 55,0 0 0,1 1 1,0 0-1,0 0 0,1 0 0,0 0 1,1 1-1,0 0 0,0-1 0,0 1 1,1 0-1,1 0 0,0 1 0,0-1 1,1 0-1,0 1-55,-2 10 347,0 0 0,-1 1-1,-1-1 1,-3 7-347,-8 44 104,13-59-79,-3 20 55,2 0-1,0 1 1,3-1 0,0 3-80,5-18 71,0-1 0,1 1-1,1-1 1,0 0 0,1 0 0,1-1 0,1 2-71,-1-4 7,0 0 0,0-1 1,2 0-1,-1-1 0,1 0 0,1 0 1,0-1-1,1-1 0,0 0 1,0-1-1,0 0 0,1-1 0,2 0-7,31 12 27,0-2 0,2-2 0,18 2-27,-52-14 0,69 18 58,4-4-58,-61-13 10,0-1 1,0-1-1,0-2 1,0 0-1,14-3-10,-27 0 5,0-1-1,0-1 0,-1 0 0,1 0 0,-1-2 1,0 1-1,-1-2 0,1 0 0,-1 0 1,-1-1-1,0 0 0,9-10-4,-7 2 17,0-1 1,-2 0-1,0 0 0,0-1 1,-2-1-1,-1 1 0,0-1 1,-1-1-1,-2 0 0,0 0 1,-1 0-1,-1 0 0,-1-1 1,0 1-1,-2-1 0,-1 1 1,0-1-1,-3-3-17,-1 3 6,-2 0 0,0 0 0,-2 1 0,0 0 0,-11-16-6,-2-8 15,-1 3-9,-2 1 0,-1 2 0,-2 0 0,-6-2-6,-4-8 0,28 37-25,-1-3 5,0 0 0,-1 1 0,-9-6 20,17 15-73,-1 1 0,0 1 0,0-1 0,-1 1 0,1 0 0,-1 0 0,0 0 0,0 1 0,1 0 0,-2 0 0,1 0 0,-5 0 73,-61-1-2269,20 5-2757,-10 6-7513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19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1030 43 2881,'0'0'1275,"0"0"-213,0 0 52,0 0-100,0 0-198,0 0 13,-15-3-9,-36-8 1469,-1 3-1,-49-1-2288,-198-1 4688,288 9-4651,-1 1-1,1 0 1,0 1-1,-1 0 1,1 1-1,0 0 1,0 1 0,0 0-1,0 1 1,0 0-1,1 0 1,-2 2-37,-18 10 142,1 2 0,0 0 0,1 2 0,1 2 0,1 0 0,1 1 0,2 2 0,0 0 0,1 2 0,2 0 0,0 2 0,-8 17-142,22-31 79,0-1 0,1 1 0,0-1-1,1 1 1,1 1 0,1-1 0,0 0 0,0 3-79,0 36 823,4 39-823,1-14-53,-3-69 69,1 0 0,0 1 0,0-1 0,1 0 0,1-1 1,-1 1-1,2 0 0,-1-1 0,2 1 0,-1-1 0,1 0 1,0-1-1,1 1 0,0-1 0,0 0 0,1-1 0,0 1 1,0-1-1,1-1 0,0 1 0,6 3-16,1-1-3,-1 0 1,1-1-1,1-1 0,0-1 0,0 0 1,0-1-1,0 0 0,1-2 0,0 0 1,0 0-1,0-2 0,11 0 3,-5 0 44,1 2 0,-1 0 0,23 7-44,-23-5 44,1 0-1,0-2 1,23 1-44,-13-4 6,1-1-1,-1-2 1,0-1 0,24-7-6,221-59 113,-191 52-80,-52 12 14,0-1 0,4-4-47,-1-1 15,0 2 1,0 1 0,1 2-1,6 2-15,-37 3 61,1 1-1,-1-2 1,0 1-1,0-1 0,-1 0 1,1-1-1,-1 0 0,1 0 1,-1-1-1,-1 0 1,1-1-1,-1 1 0,0-1 1,0-1-1,0 0 1,0 0-61,-1-1 28,1 0 0,-1 0 1,0 0-1,0-1 0,-1 0 1,-1 0-1,1 0 0,-1-1 1,-1 1-1,0-1 0,0 0 1,-1 0-1,0 0 0,-1-4-28,-1-1 35,-1-1-1,-1 1 1,-1 0-1,0 0 1,-1-1-1,0 2 1,-1-1-1,-1 1 1,0-1-1,-1 2 0,-1-1 1,0 1-1,-5-6-34,-16-20 134,-1 2-1,-1 1 1,-29-24-134,49 50-100,-1 0 1,0 1-1,0 0 1,-1 1 0,0 0-1,-1 1 1,0 0 0,0 2-1,0-1 1,-1 2 0,0 0-1,0 0 1,0 2 0,-10-1 99,-3 1-469,0 2 1,0 1-1,0 1 1,0 1-1,0 2 1,1 0-1,-14 6 469,-35 11-4796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21.4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10746,'0'0'3526,"0"0"-1520,0 0-414,0 0-587,0 0-471,0 0-96,9 4 125,-3-2-451,-1 0 0,0 0-1,0 0 1,0 1 0,-1-1 0,1 1 0,-1 0 0,1 1 0,-1-1 0,0 1 0,0 0 0,-1 0 0,1 0-1,-1 0 1,0 1 0,0 0 0,0-1 0,-1 1 0,1 0 0,-1 0 0,0 0 0,-1 1 0,1 0-112,4 22 314,-1 1 1,-1 0 0,-2 0 0,0 17-315,-8 118 362,6-160-352,-12 72 124,8-56-35,1 1 0,0-1 1,1 9-100,2-28 21,0-1 31,0 0 13,0 0-18,0 0-27,0 0-4,30-2 0,-1-1-1,0-2 1,0-1 0,-1-1-1,0-1 1,2-3-16,-2 1 6,1 2-1,-1 0 1,2 2 0,-1 2-1,0 0 1,4 2-6,-21 2 0,31-2-2,0 3-1,-1 2 0,1 1 0,-1 2 1,35 10 2,-76-15 2,0-1 1,1 0 0,-1 0-1,0 0 1,1 1 0,-1-1-1,0 0 1,1-1 0,-1 1-1,0 0 1,1 0 0,-1-1-1,0 1 1,0 0 0,1-1-1,-1 1 1,0-1 0,0 0-1,0 1 1,1-1 0,-1 0-1,0 0 1,0 0 0,0 0-1,0 0 1,-1 0 0,1 0-1,0 0 1,0 0 0,-1 0-1,1 0 1,0 0 0,-1-1-1,1 1 1,-1 0 0,1-1-3,2-9 12,0 0 1,0 1-1,-1-1 1,0-8-13,3-9 11,0 13-7,3-10 32,-1-1 1,-1 0-1,-1-1 0,-2 1 0,1-23-36,-1 35-5146,-3 16-190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36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11506,'0'0'2736,"0"0"-1081,0 0 89,0 0-557,0 0-240,23 0-68,263 14 1887,-131-13-3607,-154-1-1308,-1 1-2774,0 5-3254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37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8914,'0'0'1804,"0"0"102,0 0 455,0 0-390,25 6-250,-20-5-1641,32 8 553,0-3 0,1 0-1,0-3 1,0-1 0,3-2-633,-1-5 589,-1-1 0,11-5-589,62-9 62,-100 16-2941,-12 3-1832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47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7 5705,'0'0'3096,"0"0"-377,0 0-540,24 0-677,76 1-330,-48 5 2024,-51-2 269,-16-3-2278,9-1-1146,-57 0 126,1 3 1,-21 4-168,79-5 32,17 0-150,43 2 132,-1-3 0,1-2 1,-1-3-1,54-10-14,-164 10 278,29 1-245,-17-2-41,-21-1-276,21 9-3136,10 7-2200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7:48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379 35 6993,'0'0'3046,"0"0"-765,0 0-953,0 0-545,0 0-113,-25-3-42,-188-12 1460,72 6 829,519 9-2731,-377 0-120,-28 0 51,-287-7 1530,314 7-1593,0 0-65,10 0-193,33 0-3678,-24 0-2526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15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39 10266,'0'0'2514,"0"0"-879,0 0-295,0 0-534,0 0-379,-11-14 981,11 20-1369,-1 0 1,0 0-1,0 0 0,0 0 1,-1 0-1,1 0 0,-2 0 1,-1 3-40,1-16 383,0-1 0,1 0 0,0 0 0,0 0 1,0-1-1,1 1 0,1 0 0,-1 0 0,1-2-383,0 10 439,0 0-121,0 0-150,0 10-120,14 256 41,-14-207-30,0-58-9,0-1-24,0 0 8,0 0-19,0 0-6,0 0 5,50 0-11,62-2 12,-1 6 1,1 5-1,32 9-15,-134-16 0,23 4 6,1-1 0,0-1 1,5-2-7,-38-2 6,0-1 1,0 0-1,0 0 1,0 1 0,1-1-1,-1 0 1,0 0-1,-1 0 1,1 0-1,0 0 1,0 0 0,0 0-1,-1-1 1,1 1-1,0 0 1,-1 0-1,1 0 1,-1-1 0,1 1-1,-1 0 1,0-1-1,0 1 1,1 0-1,-1-1-6,8-40 38,-7 36-19,5-50-399,-2-1 0,-3-33 380,-1 88-2104,0 2-3153,0 2-4227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16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 9882,'0'0'2018,"0"0"-370,0 0 13,0 0-708,0 0-594,0 0-207,0 9 229,-1 54 1388,1 72 756,1-115-2308,1-1-1,0 0 0,2 1 1,0-1-1,6 14-216,-9-32 10,0 0 1,0 0-1,-1-1 1,1 1-1,0 0 0,0 0 1,1-1-1,-1 1 0,0-1 1,0 1-1,0-1 0,0 1 1,0-1-1,1 0 1,-1 0-1,0 1 0,0-1 1,0 0-1,1 0 0,-1 0 1,1 0-11,36-1 76,-25 0-22,17-1-43,0-1 0,-1-2 0,0-1 0,14-5-11,53-10 20,14 9-16,0 6-1,0 4 0,7 5-3,37-1 2,-107-1 3,53-2 5,-99 0-7,1 1 0,-1-1 0,0 1-1,0-1 1,0 1 0,0-1 0,0 0 0,0 0 0,0 0 0,0 0 0,0 0 0,0 1-1,0-2 1,-1 1 0,1 0 0,0 0 0,-1 0 0,1 0 0,-1 0 0,1 0 0,-1-1 0,1 1-1,-1 0 1,0 0 0,0-1 0,0 1 0,1 0 0,-1-1-3,2-43 116,-2 38-105,0-29 321,-2 0-1,-1-1 1,-2 1 0,-6-22-332,5 5 912,4 57-1504,0 1 0,0-1 0,0 0 0,0 0-1,-1 1 1,0-1 0,0-1 0,0 1 0,0 0 592,-2 2-2382,-11 14-6333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8874,'0'0'8647,"0"0"-5750,0 0-1086,0 0-696,5 22-244,15 73 2,44 239 1490,-58-243-2885,-4 57 522,-2-121-1325,0-49-1397,0-4-3316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 11570,'0'0'4148,"0"0"-1985,0 0-85,0 0-998,0 0-666,0 0-49,-16 25 74,-107 156 277,92-138-546,-42 63 6,64-91-152,1-1 0,1 2 0,0-1 0,1 1-1,0 0 1,0 5-24,6-20 9,-1 1-1,1-1 0,-1 1 1,1-1-1,-1 1 1,1-1-1,0 1 0,0-1 1,0 1-1,0-1 0,0 1 1,0-1-1,0 1 0,0-1 1,0 1-1,1 0 0,-1-1 1,1 1-1,-1-1 1,1 0-1,0 1 0,0-1 1,-1 0-1,1 1 0,0-1 1,0 0-1,0 0 0,1 1-8,1-1 71,0 0 0,1 0-1,-1 0 1,1-1 0,-1 1 0,1-1-1,-1 0 1,1 0 0,-1 0-1,4 0-70,8-1 202,3 0-6,-1-1 0,1-1-1,-1-1 1,0 0-1,-1-1 1,1-1 0,-1 0-1,1-2-195,8-2 93,0 1 0,21-5-93,-8 7-878,-23 4-1353,0 0 0,0-1 0,0 0 0,0-2 2231,15-6-8288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15771,'0'0'2118,"0"0"-289,0 0-253,0 0-18,20 23-289,122 139 372,-97-110-1169,2-2 0,9 3-472,-30-30-164,0-2 0,1-1 1,1-1-1,1-2 0,12 6 164,-40-23-122,16 6-990,-17-6 990,1 0-1,-1 0 0,0 0 1,1 0-1,-1 0 1,0 0-1,0-1 1,1 1-1,-1 0 0,0 0 1,0 0-1,1 0 1,-1 0-1,0 0 0,0-1 1,1 1-1,-1 0 1,0 0-1,0 0 1,0 0-1,1-1 0,-1 1 1,0 0-1,0 0 1,0-1-1,0 1 1,1 0-1,-1 0 0,0-1 1,0 1-1,0 0 1,0-1-1,0 1 0,0 0 1,0 0-1,0-1 123,1-12-5853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1 11899,'0'0'2656,"0"0"-880,0 0 633,0 0-1081,0 0 161,-156 174-193,97-99-272,-8 2-296,-1-7-376,4-10-208,8-11-72,10-11-64,11-9-8,16-9-40,17-13-536,20-7-2432,25-22-3130,6-7-5352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11482,'0'0'2196,"0"0"-85,0 0 387,0 0-698,0 0-558,0 0-474,1 2-358,11 32 16,-2 2-1,-2-1 0,-1 1 1,-1 0-1,-3 1 0,0 15-425,3 21 357,26 535 1679,-2-7-707,-28-579-1288,0-1-21,0 0-1,1 0 1,1 0 0,2 2-20,-6-22-25,1-1 0,-1 1 0,0-1 1,0 1-1,0 0 0,1-1 0,-1 1 1,0-1-1,0 1 0,1-1 0,-1 1 0,0-1 1,1 0-1,-1 1 0,1-1 0,-1 1 0,1-1 1,-1 0-1,1 1 0,-1-1 0,1 0 1,-1 1-1,1-1 0,-1 0 0,1 0 0,-1 0 1,1 0-1,-1 1 0,1-1 0,0 0 1,-1 0-1,1 0 0,-1 0 0,1 0 0,0 0 1,-1 0-1,1-1 0,-1 1 0,1 0 0,-1 0 1,1 0-1,-1-1 0,1 1 0,0 0 1,-1 0-1,1-1 0,-1 1 0,0 0 0,1-1 1,0 0 24,25-24-2519,-19 18 938,11-10-5225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2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11859,'0'0'1772,"0"0"556,0 0-594,0 0-630,-23 17-47,-74 60 81,92-72-1048,1 0 0,-1 0 0,1 1 0,0-1 0,0 1 0,1 0 0,0 0 0,0 0 0,0 0 0,1 0-1,0 1 1,0-1 0,0 1 0,1 0 0,0-1 0,0 1 0,1 0 0,0 0 0,0 0 0,1-1-1,0 3-89,-1 12 236,0-17-211,0 0 1,0 0-1,0 0 1,0 0 0,0 0-1,1-1 1,0 1 0,0 0-1,0 0 1,0 0-1,1 0 1,-1-1 0,1 1-1,0-1 1,0 1-1,0-1 1,1 0 0,-1 1-1,1-1 1,0-1-1,0 1 1,0 0 0,0-1-1,0 1 1,0-1 0,1 0-1,-1 0 1,1 0-1,-1-1 1,1 1 0,0-1-1,0 0 1,0 0-1,0 0 1,0-1 0,0 1-1,0-1 1,0 0 0,1 0-27,5 1 24,1-1-1,-1 0 1,1-1-1,-1 0 1,0 0-1,1-1 1,-1-1-1,0 1 1,0-2-1,0 1 1,-1-1-1,1-1 0,-1 0 1,8-5-23,-11 5 10,0 0 1,0-1 0,0 1-1,0-1 1,-1 0-1,0-1 1,0 1-1,-1-1 1,0 0-1,0 0 1,0 0-1,-1-1 1,0 1 0,-1-1-1,1 0 1,-2 0-1,1 1 1,-1-1-1,0-6-10,0 9 12,0-1-1,-1 1 1,0-1-1,-1 0 1,1 1 0,-1 0-1,0-1 1,0 1-1,0-1 1,-1 1-1,0 0 1,0-1-12,0 4-16,0-1 1,0 1-1,0-1 1,-1 1-1,1 0 1,0 0-1,-1 0 1,0 0-1,1 0 1,-1 1-1,0-1 1,0 1-1,0 0 1,0-1-1,0 1 1,0 1-1,0-1 1,0 0-1,-1 1 1,1 0-1,0-1 1,-3 2 15,4-2-38,-14 0-1370,0 1-1,1 0 0,-1 1 1,-9 2 1408,-16 11-6880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5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12643,'0'0'2584,"0"0"129,0 0-1161,0 0-456,0 0 153,0 0-137,56 7-144,-24-7-384,6 0-320,0 0-144,-4-2-72,-7 2-48,-3 0-40,-5 0-408,-8 0-520,-11 14-800,0 1-1081,0-1-2312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5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10658,'0'0'1617,"0"0"839,0 0-1448,0 0-608,137-19-224,-83 12-176,-11-5-160,-11 7-4040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1 888,'0'0'11323,"0"0"-10019,0 0 696,0 0-311,0 128 215,0-68-320,0 5-511,0-2-393,0-10-344,6-4-208,4-11-56,-2-11-72,8-18-552,-5-6-2289,-3-3-4664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6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12827,'0'0'2310,"0"0"-857,0 0-83,0 0-181,0 0-38,-7 21-109,-12 33-145,-2 0 1,-20 34-898,17-42 245,4-8-106,-1-1 0,-17 22-139,38-59 8,-1 1 0,1-1 1,0 0-1,0 1 0,-1-1 1,1 1-1,0-1 0,0 0 1,0 1-1,0-1 0,-1 1 0,1-1 1,0 1-1,0-1 0,0 1 1,0-1-1,0 0 0,0 1 1,0-1-1,0 1 0,0-1 1,0 1-1,0-1 0,1 1 0,-1-1 1,0 0-1,0 1 0,0-1 1,1 1-1,-1-1 0,0 0 1,0 1-1,1-1 0,-1 1 1,0-1-1,1 0 0,-1 0 1,0 1-1,1-1 0,-1 0 0,1 1-8,26 9 551,37-3 468,-60-7-961,211 2 1033,-115-3-4321,-75 0 516,2-3-2154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6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12107,'0'0'2488,"0"0"-1568,0 0 913,0 0-649,-89 138 112,78-61-15,9 6-97,2 1-96,5-2-432,22-2-368,8-15-160,5-4-80,0-13-48,1-12-368,4-4-1104,-10-16-2201,-5-6-2528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9898,'0'0'3958,"0"0"-236,0 0-1102,0 0-632,0 0-388,0 0-431,2-8-431,8-14-412,-9 22-318,-1 0 1,1 0-1,-1 0 1,0 0 0,1 1-1,-1-1 1,1 0 0,-1 0-1,1 0 1,-1 0-1,0 1 1,1-1 0,-1 0-1,1 0 1,-1 1-1,0-1 1,1 0 0,-1 1-1,0-1 1,1 0 0,-1 1-1,0-1 1,0 1-1,0-1 1,1 0 0,-1 1-1,0-1 1,0 1-1,0-1 1,0 1 0,1-1-9,18 65 520,-8-9-373,-2 0 0,-3 1 1,-2 0-1,-3 26-147,-1-81-589,0-2 531,0 0 1,1 0-1,-1 0 0,0 0 1,1 1-1,-1-1 1,0 0-1,1 0 1,-1 0-1,0 0 0,1 0 1,-1 0-1,0 0 1,1 0-1,-1 0 0,0 0 1,1 0-1,-1 0 1,0 0-1,0-1 1,1 1-1,-1 0 0,0 0 1,1 0-1,-1 0 1,0 0-1,0-1 1,1 1-1,-1 0 0,0 0 1,0-1-1,1 1 1,-1 0-1,0 0 0,0-1 1,0 1-1,1 0 1,-1-1-1,0 1 1,0 0 57,13-20-4497,3-5-5307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9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58 13003,'0'0'2078,"0"0"3,0 0-784,0 0-603,-6 31 125,-3 7-519,2-10-34,2 0 1,0 1-1,2-1 1,1 1 0,2 13-267,0-20 238,-1-5-68,1-1 0,1 0 0,0 0 0,1 0 0,1 0 0,1 1-170,-3-13 37,0 1 0,1-1 0,0 0 1,0 0-1,0-1 0,0 1 0,1 0 0,-1-1 0,1 1 0,0-1 1,0 0-1,0 0 0,1 0 0,-1 0 0,1-1 0,-1 1 0,1-1 1,0 0-1,0 0 0,0 0 0,0-1 0,0 1 0,1-1 0,2 1-37,3 0 30,0-1 0,0 0 1,1 0-1,-1-1 0,0-1 0,0 1 0,0-2 0,0 1 0,0-1 0,0-1 0,0 0 0,-1 0 0,1-1 0,-1 0 0,0-1 0,0 1 0,-1-2 0,1 0 0,-1 0 0,0 0 0,1-2-30,0-1 46,1-1 0,-1 0 0,-1 0 0,0-1-1,0 0 1,-1 0 0,-1-1 0,1 0 0,-2 0 0,0-1 0,0 1 0,-2-1 0,1 0-1,-1-1 1,0-10-46,-1 9 103,-1 1-1,-1 0 0,0 0 1,-1-1-1,0 1 1,-1 0-1,-1 0 0,0 0 1,-3-6-103,3 13 25,0 0 1,-1 1 0,0-1 0,0 1-1,0 0 1,-1 0 0,1 0-1,-2 1 1,1-1 0,0 1 0,-1 0-1,0 1 1,0 0 0,-1 0-1,1 0 1,-1 0 0,0 1 0,-4-1-26,3 1-33,0 0 1,-1 0-1,1 1 1,-1 0-1,0 1 1,1 0-1,-1 0 1,0 1 0,0 0-1,0 0 1,1 1-1,-9 2 33,16-3-58,1 0 1,-1 1-1,0-1 0,0 1 1,1-1-1,-1 1 0,0 0 0,1-1 1,-1 1-1,0 0 0,1-1 0,-1 1 1,1 0-1,-1-1 0,1 1 0,-1 0 1,1 0-1,0 0 0,-1 0 0,1-1 1,0 1-1,0 0 0,0 0 0,0 0 1,-1 0-1,1 0 0,0 0 0,1 0 1,-1 0-1,0-1 0,0 1 0,0 0 1,0 0-1,1 0 0,-1 0 1,0 0-1,1 0 58,0 2-390,1 1 0,0-1 0,-1 0 0,1 0 0,0 0 1,0 0-1,1 0 0,-1-1 0,2 2 390,33 20-6059,8-2-2992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0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27 8978,'0'0'3921,"0"0"-1730,0 0 69,0 0-738,0 0-542,0 0-230,-5 0-312,-150 2-41,154-2-317,4 0 33,28-2 55,0-2 0,31-7-168,11-1 2577,-170 12-2065,-3 0-780,34 0-3113,73 0-2230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78 14803,'0'0'1711,"0"0"-122,0 0 107,-12 27-544,-34 87-393,43-107-703,1 0 1,-1 0-1,2 1 1,-1-1-1,1 0 0,0 1 1,1-1-1,-1 1 1,2-1-1,-1 1 1,1-1-1,0 1 0,0-1 1,1 1-1,0-1 1,1 0-1,1 4-56,-1-6 26,1 1-1,-1-1 1,1 0-1,0 0 1,1 0-1,-1 0 1,1-1-1,0 0 1,0 0-1,1 0 1,-1-1-1,1 1 1,0-1-1,-1-1 1,1 1-1,3 0-25,3 1 15,0-1 0,0 0 0,0-1 0,0-1 0,0 0 0,1 0 0,-1-1 0,0-1 0,0 0 0,0 0 0,1-1 0,-1-1 0,-1 0 0,1-1 0,0 0-1,-1-1 1,0 0 0,5-3-15,-10 4 51,1-1 0,-1 1 0,0-1 0,0 0 0,0-1 0,-1 0 0,1 0 0,-2 0 0,1 0 0,-1-1 0,1 1 0,-2-1 0,1 0 0,-1-1 0,0 1 0,-1 0 0,0-1-1,0 0 1,0 1 0,-1-1 0,0 0 0,-1 0 0,0 0 0,0 0 0,0 0 0,-1 1 0,0-1 0,-1 0 0,0 0 0,0 1 0,-1-1 0,0 1 0,0 0 0,0 0 0,-1 0 0,0 0 0,-1 1-1,1-1 1,-2 0-51,-9-10 137,-1 0 0,-1 1 0,0 0-1,-6-3-136,16 14-38,0 0 0,0 1 0,0-1 1,-1 1-1,1 1 0,-1-1 0,0 1 0,0 1 0,0-1 0,-1 2 0,1-1 0,0 1 0,-3 0 38,10 1-152,0 0-1,1 0 1,-1 0 0,0 0 0,1 0 0,-1 0 0,0 0-1,1 0 1,-1 0 0,0 0 0,1 0 0,-1 1 0,0-1-1,1 0 1,-1 0 0,1 1 0,-1-1 0,0 1 0,1-1-1,-1 0 1,1 1 0,-1-1 0,1 1 0,-1-1 0,1 1-1,0 0 1,-1-1 0,1 1 0,0-1 0,-1 1 0,1 0-1,0-1 1,0 1 0,0-1 0,-1 1 0,1 0 0,0-1-1,0 1 1,0 0 0,0 0 0,0-1 0,0 1 0,0 0-1,0-1 1,1 1 0,-1 0 0,0-1 0,0 1 0,0-1 152,1 7-2306,-1 13-9622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1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14011,'0'0'1690,"0"0"-541,19 29 814,1 2-1402,0-2-38,-2 0-1,-1 1 0,-1 1 1,-1 0-1,3 16-522,-5-7 414,-3 1-1,-1 0 1,-2 0-1,-2 1 1,-2 0-1,-1-1 1,-2 1 0,-3 0-1,-1 4-413,-9 10 52,13-55-164,3-2-318,1 0 1,-1 0-1,0-1 0,0 1 0,0-1 0,0 0 0,0 0 1,0 0-1,-1 0 0,1-1 0,2-2 430,6-4-2567,26-16-5664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13139,'0'0'2648,"0"0"-247,0 0-137,0 0-1071,0 0-433,0 0-376,0 0-152,163 5-104,-117-3-56,-3 1-72,-3 11-856,-13-7-3369,-16 8-4865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11082,'0'0'5826,"0"0"-4978,0 0 1712,0 0-1143,0 0-257,0 0-720,153-5-296,-83-17-144,16 1-104,-16 4-1616,-16 5-3866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2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10042,'0'0'2391,"0"0"-101,0 0-52,0 0-196,0 0-458,0 0-394,12-1-159,-4 1-931,0-1 0,0 0 0,0 0 0,0-1 0,0 0 0,-1-1 0,1 1 0,-1-2 0,0 1 0,0-1 0,0 0 0,0 0 0,0-1 0,-1 0 0,0 0 0,0 0 0,-1-1 0,3-3-100,14-16 117,0-2 0,-3 0 0,17-29-117,-36 55 312,3 18 53,3 36-38,-3 0 0,-1 0 0,-5 21-327,1 0 474,5 25-474,-3-92 93,1-1 0,0 0 0,0 0-1,0 0 1,1 0 0,0 0 0,0 1-93,13 10-1178,-13-16 735,-1-1-1,1 1 1,-1-1-1,0 0 1,1 1 0,-1-1-1,1 0 1,-1 0-1,1 0 1,-1 0-1,1 0 1,-1 0-1,1 0 1,-1-1 0,1 1-1,0-1 444,13-5-9314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3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65 11146,'0'0'2552,"0"0"-433,0 0 333,0 0-1292,0 0-539,-13 25 327,-43 87 77,52-100-858,-1 0 0,2 0-1,-1 1 1,2 0-1,0-1 1,0 1-1,1 0 1,1 0 0,0 0-1,0 0 1,2 0-1,-1 0-166,1 0 91,-2-9-71,1 0 0,0 0 0,1 1 0,-1-1 0,1 0-1,-1 0 1,1 0 0,0-1 0,1 1 0,-1 0 0,1-1 0,-1 0 0,1 1-1,0-1 1,0 0 0,1-1 0,-1 1 0,1 0 0,-1-1 0,1 0 0,0 0-1,0 0 1,0 0 0,0-1 0,0 1 0,0-1 0,0 0 0,0 0 0,1-1-1,3 1-19,9 1 30,0 0-1,1-2 1,-1 0-1,1-1 1,-1 0-1,1-1 1,2-2-30,-9 1 7,0 0 0,0 0 0,-1-1 0,1 0 0,-1-1 1,0-1-1,-1 1 0,3-3-7,-8 6 33,0-2 1,1 1-1,-1 0 1,0-1 0,-1 0-1,1 0 1,-1 0-1,0 0 1,0-1 0,0 1-1,0-1 1,-1 1-1,0-1 1,0 0 0,0 0-1,0 0 1,-1-1-1,0 0-33,1-9 116,-1 0-1,-1 0 1,0 1-1,-1-1 0,-1 0 1,0 0-1,-1 1 1,-1-1-1,0 1 0,-1 0 1,0 0-1,-1 1 1,-1-1-1,-7-11-115,8 16 0,-1 1 1,1-1-1,-1 2 1,-1-1-1,1 1 1,-1 0-1,0 0 1,-1 1-1,0 0 1,0 1-1,0 0 1,-1 0-1,1 1 1,-1 0-1,0 1 1,0 0-1,0 1 1,-1 0-1,1 0 1,-1 1-1,-2 0 0,-18 2-459,31-1 410,0 0-1,0 0 1,0 0 0,0 0-1,0 0 1,0 0 0,0 0-1,0 0 1,1 0 0,-1 0 0,0 0-1,0 0 1,0 0 0,0 0-1,0 0 1,0 0 0,0 1-1,0-1 1,0 0 0,0 0 0,0 0-1,1 0 1,-1 0 0,0 0-1,0 0 1,0 0 0,0 1-1,0-1 1,0 0 0,0 0 0,0 0-1,0 0 1,0 0 0,0 0-1,0 0 1,0 1 0,0-1-1,0 0 1,0 0 0,0 0 0,0 0-1,0 0 1,0 0 0,0 0-1,0 0 1,-1 1 0,1-1-1,0 0 1,0 0 0,0 0-1,0 0 51,54 11-6032,-9-5 803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3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17204,'0'0'2032,"0"0"-7,0 0 15,0 135-592,0-81-544,0-4-343,8-4-321,3-7-128,2-8-64,-2-9-48,-3-5 0,3-8-432,-3-9-441,16-4-623,-3-20-1529,-2-8-4976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0 13795,'0'0'2408,"0"0"-774,0 0-196,0 0-369,0 0-134,-18 22-121,-7 8-570,-30 35 763,-13 26-1007,58-78 49,1 0 1,1 0 0,1 1-1,0 0 1,0 0 0,1 0-1,1 1 1,1 0 0,0 0-1,1 0 1,0 1-1,1-1 1,1 3-50,1-16 5,1 0 0,-1-1-1,0 1 1,1-1 0,0 1 0,-1-1-1,1 1 1,0-1 0,0 0 0,0 1-1,0-1 1,0 0 0,0 0 0,0 1-1,0-1 1,0 0 0,0 0 0,1 0-1,-1 0 1,1-1 0,-1 1-1,0 0 1,1 0 0,-1-1 0,1 1-1,-1-1 1,1 0-5,49 12 154,-44-11-125,25 3 234,0-2 1,31-2-264,-34 0 115,1 1 0,-1 0 0,26 7-115,-10-4-435,-26-4-7839,-16 0 6331,-3 0-7680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04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2457,'0'0'5769,"0"0"-3105,0 0 153,0 0-1121,0 0-55,0 0-297,0 0-808,13-12-432,-5 41 192,6 8-24,-4 6-160,-2 5-112,-2 27-512,-3-9-1264,-3-16-3625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3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10282,'0'0'6526,"0"0"-3554,0 0-811,0 0-540,0 0-808,0 0-227,12 8 110,-6-4-605,1 0-1,-1 0 1,0 1-1,0 0 1,0 0-1,-1 1 1,0 0-1,0 0 1,0 0-1,-1 0 0,0 1 1,0-1-1,0 1 1,-1 0-1,0 0 1,-1 1-1,1 1-90,4 14-121,-1 1-1,-2 0 1,0 0 0,0 16 121,-4-39-1179,-2-1-1492,-7 0-3689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8:5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61 4281,'0'0'9674,"0"0"-6212,0 0-1502,0 0-755,0 0-522,-2 23 125,-3 73-144,5-88-618,1 0 1,-1 0-1,2 0 1,-1-1-1,1 1 1,0 0-1,1-1 0,-1 1 1,2-1-1,-1 0 1,1 1-1,0-2 1,0 1-1,1 0 1,0-1-1,0 0 0,1 0 1,-1-1-1,1 1 1,0-1-1,1-1 1,-1 1-47,-1-2 16,1 0 0,-1 0 0,0-1 0,1 0 0,-1 0 0,1 0 0,0 0 0,0-1 0,0 0 0,-1 0 0,1-1 0,0 0 0,0 0 0,0 0 0,0-1 0,0 0 0,0 0 0,0 0 0,-1-1 1,1 1-1,-1-2 0,1 1 0,-1 0 0,0-1 0,1 0 0,-1 0 0,0-1-16,3-3 24,0 0 0,-1-1 0,1 0 0,-1 0 0,-1-1 0,0 0 0,0 0 0,-1 0 0,0-1 0,0 0 1,-1 0-1,0 0 0,-1 0 0,0-1 0,-1 1 0,0-1 0,-1 1 0,0-1 0,0 0 0,-1 0 0,-1 0 0,0 1 0,0-1 0,-2-2-24,3 9 4,-1 0 0,-1-1-1,1 1 1,-1 0 0,1 0-1,-1 0 1,0 0 0,-1 0-1,1 1 1,-1-1 0,1 0 0,-1 1-1,0 0 1,-1 0 0,1 0-1,0 0 1,-1 0 0,0 1-1,1 0 1,-1-1 0,0 1-1,0 1 1,0-1 0,-1 0-1,1 1 1,0 0 0,0 0 0,-1 0-1,0 1-3,-7-1-305,0 0-1,1 1 1,-1 0 0,0 1-1,1 1 1,-1 0-1,1 0 1,-1 1-1,1 1 1,-8 3 305,-50 26-5835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1 425 6225,'0'0'2287,"0"0"126,0 0-147,0 0-778,0 0-250,8-17 2932,-6 18-4096,0 0-1,1 0 1,-1-1-1,0 1 1,0 0-1,0 1 1,0-1-1,0 0 1,0 1 0,0-1-1,0 1 1,-1-1-1,1 1 1,-1 0-1,1 0 1,-1 0 0,0 0-1,1 0 1,-1 0-1,0 0-73,27 54 1133,-21-41-1060,4 6 32,2 0 0,0-1 0,1 0-1,1-1 1,1-1 0,1 0 0,0-2 0,1 0 0,1 0 0,1-2 0,6 4-105,-19-14 19,1-1 0,-1 0 0,1 0 0,-1 0 0,1-1 0,0 0 1,0-1-1,-1 1 0,8-1-19,77-1 115,-43-2-64,-4-1-3,0-2 0,0-2 0,-1-2 0,0-1 1,6-5-49,-6 2 45,1 1 1,0 3-1,0 2 0,1 2 1,8 1-46,678-3 128,-631 12-125,0 5 1,-1 4-1,-1 5 1,-1 3-1,14 10-3,-63-19 95,-1 3 0,-1 2-1,0 1 1,-2 3 0,2 3-95,-27-13 46,-1 0 0,-1 2 0,0 0 0,-1 1 0,0 0 0,-1 2 1,-1 0-1,-1 1 0,0 0 0,-1 1 0,-1 0 0,3 10-46,27 51 346,-65-160 1095,17 67-1438,-7-19 13,1 0-1,1-1 0,2 0 1,-1-12-16,8 36 2,1 0 0,0 0 0,0 0 0,1 0 1,1 0-1,-1 0 0,1 0 0,1 0 1,0 0-1,0 1 0,1-1 0,0 0 1,0 1-1,1 0 0,0 0 0,0 0 0,1 0 1,0 1-1,1-1-2,11-11-3,2 1 1,0 0-1,1 1 1,1 1-1,0 1 1,1 1-1,1 1 1,0 1-1,0 1 0,1 1 1,19-5 2,6 1-6,1 2 1,0 2-1,1 2 1,0 2-1,25 2 6,109 3 9,1 8-1,44 13-8,-37-7 4,103-11-4,-183-2-4,93-3-4,176-25 8,-294 16 6,0-3 0,0-5 0,-2-3 1,-1-4-1,46-22-6,-112 41 17,0-1 1,0 0-1,-1-2 0,-1 0 1,6-5-18,-17 11 62,-1 1 0,0-1 1,-1 0-1,1-1 0,-1 1 1,0-1-1,0 1 0,-1-1 0,0-1 1,0 1-1,0 0 0,-1-1 0,0 1 1,0-1-1,-1 0 0,1 1 1,-1-7-63,7-161 981,-15 174-1708,-8 1-41,1 0 0,0 2 0,0-1 0,1 2-1,-3 0 769,-38 13-5385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73 116 9618,'0'0'3079,"0"0"-253,0 0-312,0 0-684,0 0-308,1-18-266,1-79 1834,-13 334-2692,0-33 15,6-4-51,-3 293 712,8-492-1089,0-1 1,-1 0-1,1 0 0,0 1 1,0-1-1,0 0 1,0 0-1,-1 0 0,1 1 1,0-1-1,0 0 0,0 0 1,-1 0-1,1 0 1,0 0-1,0 1 0,-1-1 1,1 0-1,0 0 0,0 0 1,-1 0-1,1 0 1,0 0-1,0 0 0,-1 0 1,1 0-1,0 0 0,0 0 1,-1 0-1,1 0 1,0 0-1,-1 0 0,1 0 1,0 0-1,0 0 0,-1 0 1,1-1-1,0 1 1,0 0-1,-1 0 0,1 0 1,0 0-1,0 0 0,0-1 1,-1 1-1,1 0 1,0 0-1,0-1 0,0 1 1,0 0-1,-1 0 0,1 0 1,0-1-1,0 1 1,0 0-1,0 0 0,0-1 1,0 1 14,-15-18-1554,5-33-5293,7 25-1020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3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78 11282,'0'0'2369,"0"0"193,0 0-344,0 0-786,0 0-553,0 0-215,5-1-129,79-6 994,-53 6-1181,-1-1-1,16-4-347,294-52 686,-273 55-394,-66 45 132,-2-36-375,0 0-1,0 0 1,-1 0 0,0 0-1,0-1 1,0 1 0,-1-1-1,0 1 1,0-1 0,0 0 0,-1 0-1,-3 4-48,-53 58 350,57-64-311,-17 18 155,13-12-121,-1 0 1,0-1-1,0 0 0,-1 0 1,0-1-1,0 0 0,-4 1-73,3-7 91,0 1-1,-1-2 1,1 1-1,-1-1 1,1-1-1,0 0 1,-7-2-91,10 1 14,0 0 0,1-1 1,-1 0-1,0 0 0,1 0 0,-1-1 1,1 0-1,0-1 0,1 1 1,-1-1-1,1 0 0,0-1 0,-1 1-14,-2-4 12,0 2 0,-1-1-1,0 1 1,0 1 0,-5-3-12,-54-20 14,51 24 9,1-2 0,-1 0 0,2 0 0,-1-2 0,1 0-1,0-1 1,0-1-23,20 9 93,18 6 68,25 8 60,5 4-216,1-3 0,1-3 0,0-2-1,0-2 1,24-2-5,3 1 1,-26-4 38,-61-11 12,-9 6-347,0 0 0,-1 1-1,1 1 1,-1 0 0,0 1 0,0 1 0,0 0 0,1 1-1,-4 1 297,-18 0-1807,-12 0-3685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78 1072,'0'0'6868,"0"0"-3419,0 0-1039,0 0-211,0 0-69,-2-13-140,-7-38-90,6 38-336,3 39-139,-6 254-52,3 143-352,5-401-993,1-1 0,1 1 0,1-1 0,1 0 0,1 0 1,1-1-1,7 13-28,3 10-36,-17-40-207,0-1 0,-1 1-1,1-1 1,-1 1 0,1 0 0,-1-1 0,0 1-1,0 0 1,0-1 0,0 1 0,-1 0 0,1-1 0,-1 1-1,0-1 1,1 1 0,-1-1 0,0 1 0,-1-1 0,1 0-1,0 1 1,-1-1 0,1 0 0,-1 0 0,1 0-1,-1 0 1,0 0 0,0 0 0,0-1 0,0 1 0,0 0-1,-1-1 1,-1 1 243,-27 22-4921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6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13219,'0'0'2608,"0"0"-1007,0 0 575,0 0-1488,139-45-488,-85 30-200,-3 3-48,-5 2-784,-3 10-1168,-14 0-1801,-10 0-3113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6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12411,'0'0'3216,"0"0"561,0 0-1320,0 0-921,0 0-816,0 0-488,177-55-144,-115 40-88,-5 8-488,-9 7-712,3 2-1401,-13 20-2176,-12 2-5193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7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7882,'0'0'8602,"0"0"-5975,0 0-1398,0 0 561,-1 23-383,-9 367 1716,0-204-2629,-26 828 2016,53-1047-3220,-7 17 343,22-57-6940,20-74 7307,-36 99-4670,8-21-7307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0:2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 13419,'0'0'2947,"0"0"-877,0 0-896,0 0-505,0 24 194,5 160 991,0 217 1041,-5-373-2806,1-27-107,-1-1-1,0 1 1,0 0 0,0 0-1,0 0 1,0 0-1,0 0 1,0 0-1,0-1 1,0 1 0,-1 0-1,1 0 1,0 0-1,0 0 1,-1 0 0,1-1-1,-1 1 1,1 0-1,-1 0 1,1-1-1,-1 1 1,1 0 18,-11-11-2309,-10-32-3775,20 40 5462,-3-6-917,0 1 1,0 0 0,0 1-1,-1-1 1,-5-5 1538,-28-26-3105,8 8 4800,3-3 4355,52 74 2784,49 96-7175,-70-129-1626,0 1-1,0-1 1,1 0-1,0 0 1,1-1 0,0 0-1,0 1 1,4 2-33,-9-9 6,1 0 1,0 1-1,-1-1 1,1 0-1,0 0 1,0 0-1,-1 0 0,1-1 1,0 1-1,0 0 1,0-1-1,0 1 1,0-1-1,0 0 1,0 0-1,0 0 1,0 0-1,0 0 1,0 0-1,0 0 0,0 0 1,0-1-1,0 1 1,0-1-1,0 0 1,0 0-1,-1 1 1,1-1-1,0 0 1,0 0-1,-1-1 0,1 1 1,-1 0-1,1-1 1,-1 1-1,1 0 1,-1-1-1,0 0 1,0 1-1,0-1 1,1-1-7,9-14 102,0 0 1,-1-2-1,-1 1 1,-1-1 0,0 0-1,-2-1 1,0 1 0,0-5-103,23-67 183,-29 90-186,0 1-1,1-1 1,-1 1 0,0 0 0,0-1 0,0 1 0,0 0-1,0-1 1,0 1 0,0-1 0,0 1 0,-1 0 0,1-1-1,0 1 1,0-1 0,0 1 0,0 0 0,0-1 0,-1 1 0,1 0-1,0-1 1,0 1 0,-1 0 0,1-1 0,0 1 0,0 0-1,-1 0 1,1-1 0,0 1 0,-1 0 0,1 0 0,0 0-1,-1-1 1,1 1 0,0 0 0,-1 0 0,1 0 0,-1 0-1,1 0 1,0 0 0,-1 0 0,1 0 0,-1 0 0,1 0-1,0 0 1,-1 0 0,1 0 0,-1 0 0,1 0 0,0 0-1,-1 0 1,1 0 0,0 1 0,-1-1 3,-37 5 172,10-1-96,-20-5-86,31-1-239,0 1 0,0 1 0,0 1 0,0 1 0,-13 2 249,18 1-2743,4-1-3520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0:2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10306,'0'0'3588,"0"0"-1303,0 0-281,0 0-364,0 0-500,0 0-470,8 28 279,-5 2-49,-2 1 0,-2 28-900,0-30 210,1 0 1,1 0-1,2 11-210,-2-37 7,0 0-1,0 0 1,0 0-1,0 0 1,0 0 0,1 0-1,-1 0 1,1 0-1,0-1 1,0 1-1,0-1 1,0 1-1,0-1 1,0 0-1,1 0 1,-1 0-1,1 0 1,-1 0-1,1 0 1,0-1-1,0 1 1,0-1-1,0 0 1,0 0-1,0 0 1,0 0 0,0 0-1,0-1 1,1 0-7,13 3 36,1-2 1,-1 0 0,1-1 0,-1-1 0,1-1-37,3 1 9,193-20 60,-106 9-9,75 2-60,422 2 64,-452 2-48,-64 2-16,10 3 0,-68 2 2,0 2-1,0 1 0,-1 1 1,0 2-1,4 2-1,101 35 10,-2 6 1,-2 6-1,-3 5 0,52 38-10,-143-75 0,30 15 20,-64-96 1338,-8 9-1337,4 38-16,0 0-1,0-1 1,0 1 0,2 0-1,-1-3-4,1 10 0,-1 0-1,1 0 1,0-1 0,0 1-1,0 0 1,1 0 0,-1 0-1,1 0 1,-1 0-1,1 1 1,0-1 0,0 0-1,1 1 1,-1-1 0,0 1-1,1 0 1,-1 0-1,1-1 1,12-7-6,1 1 0,0 1 0,1 0 0,-1 1 0,1 0-1,1 2 1,-1 0 0,1 1 0,0 1 0,0 0 0,2 1 6,46-2-8,1 3 0,26 4 8,-55-2-2,19 4-13,0 2 0,10 5 15,61 7-5,140 8 39,107-10-34,1334-27 40,-1700 10-36,0-1 0,-1 0 0,1-1 1,-1 0-1,1 0 0,-1-1 0,0 0 1,0-1-1,0 0 0,4-2-4,73-53 22,-50 33-38,-21 17 12,-1-1 1,-1 0-1,1-1 1,-2 0-1,1-1 4,-9 8 35,1-1 1,-1 0-1,0 0 0,0 0 1,-1 0-1,1 0 0,-1 0 1,0-1-1,-1 1 0,1-1 1,-1 0-1,0 1 0,-1-1 1,1 0-1,-1-2-35,0 6 23,1 0 0,-1 1 1,0-1-1,0 0 0,0 0 0,0 0 0,-1 0 1,1 1-1,0-1 0,-1 0 0,1 0 0,-1 1 1,0-1-1,0 0 0,1 1 0,-1-1 0,0 1 1,-1-2-24,-1 2-108,1 0 1,0 0-1,-1 1 1,1-1-1,0 0 1,-1 1-1,1 0 1,0 0-1,-1 0 1,1 0-1,-1 0 1,-1 0 107,-3 0-290,-23 0-2234,-2 0-3672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1 355 14443,'0'0'3466,"0"0"-1871,0 0 106,0 0-296,0 0-833,31-21-380,104-68-109,-102 69-54,-1-3 1,-2 0-1,0-2 0,-1-1 1,-1-2-1,-2 0 0,15-23-29,-40 49 5,0 1 0,0 0-1,0-1 1,0 1-1,0 0 1,0-1 0,0 1-1,1 0 1,-1 0 0,0 0-1,1 0 1,-1 0-1,1 1 1,-1-1 0,1 0-1,-1 1 1,1-1-1,-1 1 1,2-1-5,-2 1 10,0 0 0,0 1 0,0-1 0,0 1 1,0-1-1,-1 1 0,1-1 0,0 1 0,0-1 0,-1 1 0,1-1 0,0 1 0,-1 0 0,1 0 1,-1-1-1,1 1 0,-1 0 0,1 0 0,-1-1 0,1 1 0,-1 0 0,0 0 0,0 0 1,1 1-11,2 11 161,0 0 1,-1 0 0,-1 0 0,1 9-162,-1-6 156,3 71 880,-4 50-1036,-3-75 219,4 0 0,2-1 0,3 1 0,4 9-219,0-45 7,-10-26-17,1 0-1,-1 0 1,0 1 0,0-1 0,0 0 0,1 0-1,-1 0 1,0 0 0,0 0 0,1 0 0,-1 0-1,0 1 1,1-1 0,-1 0 0,0 0 0,0 0-1,1 0 1,-1 0 0,0 0 0,0 0 0,1-1-1,-1 1 1,0 0 0,1 0 0,-1 0 0,0 0-1,0 0 1,1 0 0,-1 0 0,0 0 0,0-1 0,0 1-1,1 0 1,-1 0 0,0 0 0,0-1 0,0 1-1,1 0 1,-1 0 0,0-1 0,0 1 0,0 0-1,0 0 11,3-4-233,-1-1 1,0 1-1,-1 0 0,1-1 0,-1 1 0,1-1 0,-1 1 0,0-1 233,4-32-4470,1 3-4111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7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36 12411,'0'0'2067,"0"0"-750,0 0 742,-8 26-476,-4 18-760,2 0-1,1 1 0,3 0 0,1 1 0,2 43-822,4-84 26,-1 1 1,1-1 0,1 0 0,-1-1-1,1 1 1,0 0 0,0 0-1,0-1 1,0 1 0,1-1-1,0 1 1,0-1 0,0 0 0,0 0-1,1-1 1,-1 1 0,1-1-1,0 0 1,0 1 0,1-2 0,-1 1-1,0 0 1,1-1 0,0 0-1,-1 0 1,1-1 0,0 1-1,0-1 1,0 0 0,0 0 0,5 0-27,5 1 21,0-1 0,0-1 0,0 0 0,0-1 0,0 0 0,0-1 0,-1-1 0,1 0 0,-1-1 1,10-4-22,-7 1 10,-1 0 1,-1-1-1,1-1 1,-1-1 0,-1 0-1,0 0 1,0-1-1,-1-1 1,7-10-11,-14 16 32,0-1 0,-1 1 0,0-1 0,-1-1 0,0 1 0,0-1 0,0 0 0,-1 0 0,0 0 0,-1 0 0,1 0 0,-2 0 0,1-1 0,-1 1 0,-1-1-1,1 0 1,-1 1 0,-1-1 0,0 1 0,-1-9-32,-1 8 63,-1 1 0,1-1 0,-2 1 0,1 0 0,-1 0 0,0 1 0,-1-1 0,1 1 0,-1 0 0,-1 1 0,0-1 0,0 1 0,0 1 0,0-1-1,-1 1 1,-1 0-63,-6-5 35,0 2-1,-1 0 1,0 0-1,0 1 1,-1 1-1,1 1 1,-2 1-1,-1 0-34,11 2-8,0 1 0,-1 0-1,1 1 1,-1 0 0,1 0-1,-1 0 1,0 2 8,7-2-73,1 0 1,-1 1-1,0-1 0,0 1 1,0-1-1,1 1 0,-1 0 0,1 0 1,-1 0-1,0 0 0,1 0 1,-1 0-1,1 0 0,0 1 1,-1-1-1,1 0 0,0 1 1,0-1-1,0 1 0,0-1 0,0 1 1,0 0-1,0-1 0,1 1 1,-1 0-1,1 0 0,-1 0 1,1-1-1,0 1 0,-1 0 1,1 0-1,0 0 73,0 20-3258,0-7-2781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13811,'0'0'6385,"0"0"-5080,0 0 175,0 0 8,46 157-504,-33-87-311,4 0-201,-4-9-192,0-8-160,-2-12-72,0-10-40,-3-9-8,-3-10-224,-2-12-632,0-2-345,-3-22-2560,0-8-5857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 10474,'0'0'4332,"0"0"-1526,0 0-760,0 0-626,0 0-205,-10 27-206,2 1-773,1-6-76,0 0 0,-2-1 0,0 0 0,-1 0 0,-1-1-1,-1 0 1,-3 2-160,-49 58 497,42-54-414,1 1 0,1 0 1,1 1-1,-5 12-83,23-37 7,-1 0-1,1 0 1,0 0 0,0 0 0,0 0-1,0 0 1,0 0 0,1 0 0,0 0-1,-1 1 1,1 1-7,0-3 12,1-1-1,-1 0 1,0 0-1,1 0 1,-1 0-1,0 0 1,1 0-1,-1 0 1,1 0 0,-1 0-1,1 0 1,0 0-1,-1-1 1,1 1-1,0 0 1,0 0-1,0-1 1,0 1-1,-1 0 1,1-1 0,0 1-1,1 0-11,4 1 68,0-1-1,1 1 1,0-1-1,-1 0 1,1 0 0,0-1-1,0 0 1,6-1-68,-1 1 40,320-17 188,-313 17-812,1-2 0,-1 0 0,0-1-1,6-3 585,7 0-2249,11-4-3922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1856,'0'0'12259,"0"0"-9210,0 0-97,0 0-1199,0 0-681,140-14 32,-76 9-320,-7 0-472,-9 0-208,-10 3-104,-11 2-624,-17 0-1560,-7 0-2881,-3 9-4105</inkml:trace>
  <inkml:trace contextRef="#ctx0" brushRef="#br0" timeOffset="1">30 259 9570,'0'0'4777,"0"0"-3217,0 0 2657,0 0-2648,0 0-113,0 0-528,201 7-440,-128-14-288,-9 2-200,17 3-8,-19 2-1856,-9 0-5610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9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62 195 5657,'0'0'7127,"0"0"-3697,-9-21 235,-28-72-1229,33 83-1808,1-1 0,0 0 0,1 0 0,0 0 0,0-9-628,2 14 835,1 8-202,1 29-410,-1 64 383,12 83-606,-8-140 31,1-1 0,2 0 0,2 0 0,1 0 0,2-2 0,5 8-31,-15-39-486,1 3 176,-3-5-3716,-2-1-3607,-8 1-1825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19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11162,'0'0'2561,"0"0"63,0 0-239,0 0-1625,145-8-160,-86-4 280,-2 3-135,-6-4-409,-8 4-336,0 4-48,-8 0-1777,-14 5-6056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1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14995,'0'0'3005,"0"0"-690,0 0-279,0 26-477,-1 18-1115,0 33 484,2 0-1,4 0 0,15 75-927,14-55 76,-18-56-561,-16-41 392,0 0 0,0 1 1,0-1-1,0 0 0,0 1 0,0-1 0,1 0 1,-1 0-1,0 1 0,0-1 0,0 0 0,0 0 1,0 1-1,1-1 0,-1 0 0,0 0 0,0 0 0,1 1 1,-1-1-1,0 0 0,0 0 0,0 0 0,1 0 1,-1 0-1,0 1 0,1-1 0,-1 0 0,0 0 1,0 0-1,1 0 0,-1 0 0,0 0 0,1 0 1,-1 0-1,0 0 0,0 0 0,1 0 0,-1 0 0,0 0 93,3 0-1996,0 0-5048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0 12443,'0'0'2595,"0"0"-548,0 0-96,0 0-1053,0 0-566,-7 22 0,2-6-246,-3 10 61,0 1 0,-3-1 0,0-1 1,-13 21-148,-12 13 185,11-20 147,1 0 0,3 2 0,-13 32-332,32-69 93,1 1 0,-1 0 0,1 1 0,-1-1 0,1 0 0,1 0-1,-1 0 1,1 1 0,0-1 0,0 0 0,1 0 0,-1 2-93,5-6 202,0 0 0,0 0 0,-1 0 0,1-1 0,0 1 0,0-1 0,-1 0 0,1-1 0,3 0-202,1 1 248,145 4 93,-51 3-4508,-57-6-1094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13515,'0'0'3041,"0"0"-617,0 0-95,0 0-1417,0 0-640,0 0-176,147-29-96,-117 29 0,-6 0-696,-5 0-1305,-6 0-2248,-7 0-4921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2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12947,'0'0'3793,"0"0"-921,0 0-415,0 0-1105,0 0-896,0 0-456,185-46-24,-99 29-1160,-13 5-3313,-14 8-7514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2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14 311 3689,'0'0'9058,"0"0"-4993,0 0-734,-2-24-1213,-4-107 1257,5 203-3338,-1-8 108,4 0 0,4 22-145,-1-70 103,0-32 154,-3-97 50,-5 0 1,-16-103-308,46 381 1141,7 0-1141,-11-96-110,-18-58-691,-1 1 1,0 0 0,0 0 0,-1 0 0,-1 0 0,0 1-1,-1 2 801,-1 18-5997,0 0-2467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12187,'0'0'2151,"0"0"5,0 0 387,0 0-962,0 0-680,36 0 13,-2 0-673,10 1 90,-1-2 0,1-2-1,-1-1 1,21-7-331,104-24 944,-2-8 1,61-27-945,-204 63-2274,-44 21-4858,18-13 6622,-19 12-8667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1480,'0'0'13493,"0"0"-8954,0 0-1909,1 24-281,-2 5-1789,1-5-143,1 1 1,2 0-1,0 0 0,3 7-417,0 24 462,-1 0 0,-3 1 0,-5 35-462,2 1-112,1-94-88,0-1-1,1 0 1,-1 0-1,1 1 1,-1-1-1,1 0 1,0 1-1,-1-1 1,1 1-1,0-1 1,0 1-1,0-1 1,0 1 0,1-1 200,5-8-1486,10-20-4356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23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10778,'0'0'2057,"0"0"-696,0 0 764,0 0-57,-12 21-477,-38 71-412,45-81-1004,0 0 0,1 1 0,0-1 0,1 1-1,1-1 1,-1 1 0,2 0 0,0 0 0,0 0 0,1 0-1,0 0 1,2 6-175,-1 7 225,0-19-168,0 0-1,1 0 0,0-1 0,0 1 0,0 0 0,0-1 1,1 0-1,0 1 0,0-1 0,0 0 0,1-1 1,0 1-1,-1-1 0,2 1 0,-1-1 0,0 0 1,1-1-1,0 1 0,0-1 0,0 0 0,0 0 1,1 0-1,-1-1 0,4 1-56,1 2 25,0-1 0,1-1 1,-1 0-1,1 0 0,0-1 0,0 0 0,0-1 1,1 0-1,-1-1 0,0 0 0,0-1 0,0 0 1,2-1-26,-6-1 5,0 0-1,1 0 1,-1 0 0,-1-1 0,1 0 0,-1-1 0,1 0 0,-1 0 0,-1 0-1,1-1 1,-1 1 0,0-1 0,5-7-5,4-7 34,0-1-1,-2-1 1,8-16-34,-13 23 192,0-1 1,-1 1 0,-1-1-1,-1 0 1,0 0 0,-1-1-1,0 1 1,-2-1-1,0-5-192,-1 20 19,0 0 0,0 0 0,0 0-1,-1 0 1,1 0 0,-1 0 0,1 0-1,-1 0 1,0 0 0,0 0 0,0 1-1,0-1 1,0 0 0,0 0 0,0 1-1,0-1 1,-1 1 0,1-1 0,-1 1-1,-1-1-18,-1-1 10,0 0 0,0 1 0,-1 0 0,1 0-1,-1 0 1,1 0 0,-1 1 0,0 0 0,0 0-10,-17-2-129,0 0 0,-1 2 0,-19 1 129,26 0-125,-21 0-423,-68 2-1514,35 7-3193,7 7-6350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5:35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9674,'83'194'1136,"6"21"-800,-25-41-224,-18-15 304,-14-29 9,-16-33-57,-5-27 240,-8-17-64,-1 3-96,1 2-200,0-10-160,-3-19-88,0-29-48,0 0-1480,0-22-3129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5:36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0 870 8906,'0'0'1019,"0"0"-558,0 0-215,0 0 36,0 0 29,30-4-51,6 1-164,-3 0 54,-1-2-1,1 0 0,-1-3 1,18-6-150,331-97 646,134-10-646,263-73-181,-373 84 77,-166 56 122,37 5-18,238-20-82,-128 19-2077,-136 16 2192,2 11 1,41 10-34,-288 14 92,-1-1 0,0 1 0,1 0 0,-1 0 0,0 1 0,1 0 0,-1-1 0,0 1 0,0 1 0,-1-1 1,1 0-1,0 1 0,-1 0 0,1 0 0,-1 0 0,0 0 0,0 1 0,0-1 0,0 1 0,-1-1 0,0 1 0,1 0 1,-1 0-1,0 1-92,9 19 266,-1 0 0,-1 0 1,5 24-267,-4-15 271,81 287 668,27 217-939,-106-478 69,5 36 481,-5 1 0,-1 67-550,-10 186 1482,-3-163-1395,15 106 41,-11-273-115,1 20 14,-1-1 0,-3 18-27,1-47 3,0 1 0,-2-1 0,1 0 0,-1 0 0,0 0 0,-1 0 0,0 0 0,0-1 0,-1 1 0,0-1 0,-1 0 0,-4 7-3,7-13 4,-1 0 0,1 0 0,-1 0 0,1 0 1,-1 0-1,0 0 0,0-1 0,0 0 0,0 1 0,0-1 1,0 0-1,-1 0 0,1-1 0,0 1 0,0-1 1,-2 1-5,-61-1 23,40-1 7,-351 7 33,272 1 22,1 5-1,-62 16-84,-86 34 68,2 11 0,-83 43-68,-474 215 126,575-232-116,96-41-7,-214 84 10,343-139-4,0 0 0,0-1 1,-1 0-1,1-1 0,0 1 0,-1-2 1,1 1-1,-1-1 0,0 0 0,-6-1-9,12 0 4,-1 0 0,1 0 0,0 0 0,-1 0 0,1 0 0,0-1 0,0 1 0,-1-1 0,1 0 0,0 1 0,1-1 0,-1 0 0,0 0 0,1 0 0,-1 0 0,1-1 0,-1 1 0,1 0 0,0-1 0,0 1 0,0-1 0,0 1 0,1-1 0,-1 1 0,1-1 0,-1 0 0,1 1 0,0-1 0,0 0 0,0 1 0,1-2-4,-4-51-46,3 23-16,-3 0 0,0 0 0,-3-4 62,-25-80 11,-5 2 0,-5 1-1,-25-43-10,2 3 23,-11-56-23,56 146-144,4 10 76,-2 1 0,-9-16 68,20 53-612,-1 1 1,-1 0 0,-1 0 0,0 0 0,0 1 0,-1 1 0,-1 0 0,0 0 0,-13-10 611,-24-8-6950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2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86 4993,'0'0'1027,"0"0"413,0 0 746,0 0-920,0 0-582,-2-11 151,-5-34 253,-1 33 3375,-12 4-2805,15 7-855,3 0-674,0 0-1,1 0 1,-1 0-1,0 0 1,0 0-1,0 1 1,0-1-1,0 1 1,0-1-1,0 1 1,1 0-1,-1 0 1,0 0 0,0 0-1,0 0 1,0 0-1,0 1 1,0-1-1,0 0 1,0 1-1,0 0 1,0 0-129,-1 0 56,-1 1-1,1 1 1,0-1 0,0 0-1,0 1 1,0 0 0,0-1 0,1 1-1,-1 0 1,1 1 0,-1-1-56,-5 11-20,0 1 1,1 0 0,0 0-1,-3 13 20,10-28 0,-14 45 245,2 0-1,2 1 0,1 0 0,3 1 1,0 34-245,5 65 292,7 26-292,0 45 319,-6 434 346,0-615-612,-2-1 0,-2 1 1,-1-1-1,-1 0 0,-3-1 0,0 0 0,-2 0 0,-2-1 0,-1 0 0,-10 15-53,22-44 20,-1 0-1,1 0 1,-1 0-1,0 0 0,0 0 1,0-1-1,-1 0 1,1 1-1,-1-1 1,0-1-1,0 1 1,0 0-1,0-1 1,-4 2-20,-1-2 115,0 0 0,1 0 0,-1-1 0,0 0 1,0 0-1,0-1 0,-3 0-115,10-1 3,0 1 0,0-1 1,-1 0-1,1 0 0,0 0 1,0 0-1,0 0 0,0 0 0,0 0 1,0-1-1,1 1 0,-1 0 0,0-1 1,1 0-1,-1 1 0,1-1 0,-1 0 1,1 0-1,0 0 0,0 0 0,0 0 1,0 0-1,0 0 0,0 0 0,1-1 1,-1 1-1,1 0 0,-1 0 0,1-1 1,0 1-1,0-1-3,-3-14-21,2-1 0,-1 1 0,2-13 21,0 23 22,0-5-11,0 5-16,0-1-1,0 1 1,1 0 0,-1 0 0,2-1-1,-1 1 1,2-4 5,-2 9-6,0 1 0,0-1-1,0 0 1,0 0 0,0 1 0,0-1-1,1 0 1,-1 1 0,1 0 0,-1-1-1,1 1 1,-1 0 0,1 0 0,0-1 0,0 1-1,0 1 1,0-1 0,-1 0 0,1 0-1,0 1 1,0-1 0,0 1 0,0 0-1,1-1 1,-1 1 0,0 0 0,0 0-1,0 0 1,0 1 6,3-2-10,0 1 0,0 1 0,1-1 0,-1 1 0,0 0 0,0 0-1,0 0 1,0 1 0,0 0 0,0 0 0,-1 0 0,1 0 0,-1 1 0,1 0-1,-1 0 1,0 0 0,0 0 0,0 1 0,-1 0 0,1 0 0,-1 0 0,0 0-1,0 0 1,0 0 0,0 1 0,-1 0 0,2 2 10,7 15 6,-1 1-1,-1-1 1,-1 1-1,-1 1 1,-1 0 0,-1 0-1,-1 0 1,-1 0-6,3 52 63,-5 69-63,-1-83 7,-6 61 75,-16 89-82,17-164 10,-11 77 19,-7 63 46,1 169-75,27-162 40,14 57-40,-1-10-653,-12-82-3763,-6-91-2517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3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352 221 10906,'0'0'1798,"0"0"-806,0 0-250,0 0-314,0 0-239,0 0-51,5-6 162,-2 4-105,-1 0 0,0-1 0,0 1 0,0-1-1,0 1 1,-1-1 0,1 0 0,-1 1 0,1-1 0,-1 0 0,0 0 0,0 0 0,0 0 0,-1 0 0,1-1 0,-1 1 0,0 0 0,1 0 0,-1 0 0,-1 0 0,1 0 0,0-1 0,-1 1 0,0 0 0,0 0 0,0 0 0,0 0 0,0 0 0,0 0 0,-1 1 0,1-1 0,-1 0 0,0 1 0,0-1-1,0 1 1,-1-1-195,-3-6 137,0 1 0,-1-1 0,0 2 0,-1-1 0,1 1 0,-2 0-1,1 1 1,-1 0 0,1 0 0,-2 0 0,1 2 0,-1-1 0,1 1-1,-1 0 1,0 1 0,-1 0 0,1 1 0,0 0 0,-1 1 0,1 0-1,-9 0-136,16 1 1,0 0-1,0 0 0,0 0 0,0 0 1,0 1-1,0-1 0,0 1 0,1 0 1,-1 0-1,0 0 0,0 0 0,1 0 1,-1 0-1,0 1 0,1 0 0,-1-1 1,0 2-1,0 1-5,0-1 1,1 1-1,-1 0 1,1 0 0,0 0-1,0 1 1,0-1 0,1 0-1,0 1 1,-1-1-1,1 2 5,-7 40 27,2 0 0,2 1 0,1 0 0,3-1 0,3 15-27,-1 32 100,-3 22 277,5 0-1,4-1 1,18 73-377,-7-106 17,-10-46-34,-1 1 0,-1 0-1,-3 1 1,0 14 17,-4-50-370,-3-1 20,0-1 0,-1 1 0,1-1-1,0 1 1,-1-1 0,1 0 0,0 0 0,0-1-1,0 1 1,0-1 0,0 1 0,0-1 0,0 0-1,-2-2 351,-9-6-1662,-30-14-4521,-2 0-5393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3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1 238 13755,'0'0'5513,"0"0"-3352,0 0-49,0 0-1064,0 0-472,0 0-296,185-78-152,-115 49-80,-3 3-48,30-15-584,-19 9-3056,-9 1-6227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4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 13571,'0'0'2510,"0"0"4,0 0-161,-25 6-955,25-6-1398,-26 6 241,0 1 1,1 1-1,-4 3-241,24-8 43,0 1 0,0-1 0,0 1 0,1 0 1,-1 0-1,1 0 0,0 0 0,0 1 0,0 0 0,1 0 0,0 0 0,0 0 0,0 1 0,0-1 0,1 1 0,0-1 0,0 1 0,1 0 0,-1 0 0,1 2-43,-4 10 126,-7 29 156,3 0-1,1 0 0,3 0 1,2 1-1,2-1 0,1 1 1,4 3-282,-3-30 34,2-1 0,0 0 0,2 0 1,0-1-1,1 1 0,1-1 0,0 0 0,2 0-34,-5-10-21,1 0 0,0 0 0,1 0 0,0-1 0,0 1-1,1-1 1,0-1 0,0 0 0,0 0 0,1 0-1,1-1 1,-1 0 0,1 0 0,0-1 0,0 0 0,6 2 21,-8-5-174,-1-1 1,0 1 0,0-1 0,1-1 0,-1 1-1,1-1 1,-1 0 0,0 0 0,1-1 0,-1 0 0,0 0-1,1-1 1,-1 1 0,0-1 0,0-1 0,3 0 173,2-3-1123,-1 1 0,1-1 1,-1-1-1,0 0 0,0-1 1123,38-35-9583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0 12707,'0'0'2352,"0"0"1825,0 124-2176,0-62-305,-17 6-488,-1-5-480,-6-5-344,-1-10-176,7-12-128,-1-12-64,3-11-16,0-13-264,-9-22-920,4-14-3041,-1-6-5505</inkml:trace>
  <inkml:trace contextRef="#ctx0" brushRef="#br0" timeOffset="1">0 97 12723,'0'0'2304,"0"0"2257,0 0-2584,134 145-465,-99-97-704,-2-2-448,-7-5-208,1-7-112,-3-7-40,3-8-848,19-7-1088,-8-7-2241,-4-5-3257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5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11931,'0'0'1800,"0"0"128,0 0 481,148 126-225,-110-39-631,-17 12-249,-10 2-408,-11-4-216,0-12-192,-3-15-224,-7-15-144,-1-14-120,3-19 0,5-22-936,0-7-2969,3-25-3568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13587,'0'0'2032,"0"0"-503,0 0-241,0 0-696,161 0-400,-121 0-192,-13 0-1528,-8 0-4057</inkml:trace>
  <inkml:trace contextRef="#ctx0" brushRef="#br0" timeOffset="1">91 372 5217,'0'0'9818,"0"0"-8057,0 0 399,0 0-1064,0 0-728,170-70-368,-98 44-640,-16 6-2176,-15 11-5666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6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14011,'0'0'3989,"0"0"-1325,0 0-879,0 0-961,0 0-317,6 25 310,39 161 710,-27-71-224,3 90-1303,-20-186 3,-3-4-1444,2-15 1074,-1 1-1,1-1 1,-1 0-1,1 1 1,-1-1-1,1 0 1,-1 0-1,0 0 0,1 1 1,-1-1-1,0 0 1,1 0-1,-1 0 1,1 0-1,-1 0 1,0 0-1,1 0 1,-1 0-1,0-1 1,1 1-1,-1 0 1,1 0-1,-1 0 1,0-1 367,-12-1-3045,-13 1-7534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10818,'0'0'2050,"0"0"221,25 1 142,-19-1-2307,52 3 1494,0-2-1,0-3 1,55-10-1600,139-45 2090,-126 25-1992,2 6 0,99-7-98,-227 33-51,0 0 0,0 0 0,-1 1 0,1-1 0,0 0 0,0 0 0,0 0 0,0 0 0,0 0 0,0 0 0,0 0 0,0 0 0,0 1 0,0-1 0,0 0 0,0 0 0,0 0 0,0 0 0,0 0 0,0 0 0,0 1 0,0-1 0,0 0 0,0 0 0,0 0 0,0 0 1,0 0-1,0 0 0,0 0 0,1 0 0,-1 1 0,0-1 0,0 0 0,0 0 0,0 0 0,0 0 0,0 0 0,0 0 0,0 0 0,0 0 0,0 0 0,1 0 0,-1 0 0,0 0 0,0 1 0,0-1 0,0 0 0,0 0 0,0 0 0,1 0 0,-1 0 0,0 0 0,0 0 0,0 0 0,0 0 0,0 0 0,0 0 1,0 0-1,1 0 0,-1-1 0,0 1 0,0 0 0,0 0 0,0 0 0,0 0 0,0 0 51,-12 11-2323,-21 10-2222,-9 1-4405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15659,'0'0'3449,"0"0"-1854,0 0 495,2 24-310,-1 1-1374,0-8-174,0 1-1,0-1 1,2 0-1,0 0 1,1 0-1,1 0 1,1-1-1,0 2-231,22 52 2468,16 61-2468,-35-98 166,-2 1 1,-2 0 0,0 0-1,-3 1 1,0 6-167,-2 27-27,1-66-498,3-11 169,26-96-4308,-14 41-3396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7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33 119 1136,'0'0'14265,"0"0"-9854,0 0-2688,-7 25-298,-16 85-369,22-103-1002,0 0-1,1-1 1,0 1 0,0 0 0,0 0-1,1 0 1,0 0 0,0-1 0,1 1-1,0 0 1,0-1 0,1 1 0,-1-1 0,1 0-1,1 0 1,-1 0 0,1 0 0,0-1-1,0 1 1,1-1 0,0 0 0,0-1 0,0 1-1,0-1 1,1 0 0,-1 0 0,1 0-1,4 1-53,1 0 29,1 0 0,0 0 0,1-1-1,-1 0 1,1-1 0,0-1-1,-1 0 1,1-1 0,0 0 0,0-1-1,0-1 1,0 0 0,9-2-29,-7 0 22,-1-1 0,0 0-1,-1-2 1,1 1 0,-1-2 0,0 0 0,0 0 0,-1-1-1,0-1 1,-1 0 0,0 0 0,0-1 0,-1-1 0,3-3-22,-5 5 38,-1 0 1,0 0-1,-1-1 1,0 1-1,-1-1 1,0-1 0,0 1-1,-1-1 1,0 0-1,-1 0 1,0 0 0,-1 0-1,-1 0 1,1-1-1,-2 1 1,1 0-1,-2-1 1,0-6-39,0 12 4,0 0 1,-1 0-1,1 1 0,-1-1 0,0 1 0,-1 0 1,1-1-1,-1 1 0,0 0 0,0 0 1,-1 1-1,1-1 0,-1 1 0,0-1 0,0 1 1,-2-1-5,-1 0-30,0 1 1,0-1-1,-1 1 0,1 1 1,-1-1-1,0 1 1,0 0-1,0 1 1,0 0-1,-6-1 30,-2 1-485,0 1-1,-1 0 1,1 1-1,0 0 1,-9 3 485,8-1-1581,-1 1-1,1 1 1,0 1-1,-8 3 1583,-46 22-11443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4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10898,'0'0'3773,"0"0"-1996,0 0 112,0 0-827,-15 27-509,3-7-406,1-4-1,1 1 0,1-1 0,1 2 0,0-1 0,1 1 0,1 0 0,1 0 0,0 1 0,2 0 0,-1 7-146,3-16 75,-1 13 129,0 1 0,2 1-1,0-1 1,2 0 0,0-1 0,3 7-204,-4-25 31,1 1 0,-1-1 0,1 0-1,0 0 1,1 1 0,-1-1 0,1 0 0,0-1 0,0 1 0,1-1 0,-1 1 0,1-1 0,0 0 0,0 0-1,0 0 1,1-1 0,-1 0 0,1 0 0,0 0 0,0 0 0,0-1 0,0 0 0,1 0 0,-1 0 0,0 0-1,1-1 1,-1 0 0,1 0 0,1-1-31,9 1 49,1-1-1,-1-1 1,1 0 0,-1-1-1,0-1 1,0-1-1,0 0 1,0-1 0,0-1-1,-1 0 1,0-1 0,-1-1-1,1 0 1,-1-1-1,-1 0 1,0-1 0,4-5-49,-6 6 15,-1-1 1,0 0 0,-1-1 0,0 0-1,0-1 1,-1 0 0,-1 0 0,0-1-1,3-8-15,-6 12 12,-1-1-1,0 1 0,-1-1 0,0 0 0,0 0 0,-1 0 0,0 0 0,-1 0 0,0 0 0,-1 0 0,0 0 0,0 0 0,-3-9-11,2 12 19,-1 1 0,1 0 0,-1 1 1,0-1-1,0 0 0,-1 1 0,0 0 0,0-1 0,0 1 0,0 1 0,-1-1 0,0 1 0,0 0 0,0 0 0,0 0 0,-1 1 0,1-1 0,-1 2 0,-5-3-19,3 2-37,0-1 0,-1 2 0,0-1 0,1 1 0,-1 1 0,0 0 0,0 0 0,0 0-1,0 1 1,0 1 0,0 0 0,0 0 0,0 0 0,-7 3 37,2 1-509,0 1 0,0 1 0,1 0 0,0 0 0,-6 5 509,-36 30-5466,-6 10-7238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4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0 14147,'0'0'1914,"0"0"328,-24 7-671,-6 1-1219,0 1 0,-10 6-352,37-14 20,0 1 1,0 0 0,0 0 0,0 0-1,0 0 1,0 0 0,1 1 0,-1-1-1,1 1 1,0-1 0,0 1 0,0 0-1,0 0 1,0 0 0,1 0 0,-1 0-1,1 0 1,0 1 0,0-1 0,-1 2-21,1 4 43,0 1 0,0-1 1,1 0-1,0 0 0,0 0 1,1 1-44,0 1 42,-1-5-33,1-1-1,0 1 1,1-1-1,-1 0 1,1 0-1,0 0 1,0 0-1,0 0 1,1 0 0,0 0-1,0-1 1,0 1-1,1-1 1,-1 0-1,1 0 1,0 0-1,0-1 1,0 1-1,1-1 1,-1 0-1,1 0 1,4 2-9,0-1 22,-1 0 1,1 0 0,0-1-1,0-1 1,0 1-1,0-2 1,0 1 0,1-1-1,-1 0 1,0-1-1,1 0 1,-1-1 0,2 0-23,-10 1 1,-1 0 0,0 0 0,0 0 0,0 0 1,0 0-1,0-1 0,1 1 0,-1 0 0,0 0 1,0 0-1,0 0 0,0 0 0,0 0 0,0-1 0,1 1 1,-1 0-1,0 0 0,0 0 0,0 0 0,0-1 1,0 1-1,0 0 0,0 0 0,0 0 0,0 0 1,0-1-1,0 1 0,0 0 0,0 0 0,0 0 1,0-1-1,0 1 0,0 0 0,0 0 0,0 0 0,0 0 1,0-1-1,0 1 0,0 0 0,0 0 0,-1 0 1,1 0-1,0 0 0,0-1 0,0 1 0,0 0 1,0 0-1,0 0 0,-1 0 0,1 0 0,0 0 1,0-1-1,0 1 0,0 0 0,-1 0 0,1 0 0,0 0 1,0 0-1,0 0 0,0 0 0,-1 0 0,1 0 1,0 0-1,0 0 0,0 0-1,-6-2 13,1 1 1,0 0-1,-1 0 1,1 0-1,-1 1 1,1 0-1,-1 0 1,1 0-1,-1 1 1,1 0-1,0 0 1,-1 0-1,1 0 0,0 1 1,0 0-1,0 0 1,0 1-1,0-1 1,0 1-1,0 0 1,1 0-1,0 1 1,-1-1-1,1 1 1,1 0-1,-1 0 0,1 0 1,-1 1-1,1-1 1,0 1-1,1 0 1,-1-1-1,1 1 1,0 1-1,0-1 1,0 0-1,1 0 1,0 1-1,0-1 1,0 1-1,1-1 0,0 6-13,0-6 51,0 0 0,0 0 0,0 0 0,1-1 0,0 1 0,0 0 0,0 0-1,0-1 1,1 1 0,0 0 0,0-1 0,0 0 0,1 1 0,-1-1 0,3 3-52,-1-3 38,0-1-1,1 1 0,-1-1 0,1 0 0,-1 0 1,1 0-1,0-1 0,0 0 0,0 0 0,0 0 0,0 0 1,1-1-1,-1 0 0,2 0-36,17 3 25,-1-1 0,1-2 0,-1 0 0,1-1 0,-1-2 0,1 0 0,5-2-25,-11 0-1012,-1 0 0,1-1 0,8-5 1012,20-11-6929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41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 11426,'0'0'3895,"0"0"-2343,-16 28 431,-51 92-529,62-108-1293,0 0 0,0 0 1,1 1-1,1-1 1,0 1-1,0 0 0,2 0 1,-1 0-1,2 0 0,0 0 1,0 0-1,1 0 0,1 0 1,2 7-162,-4-16 30,1 0 0,1 0 0,-1 0 1,0 0-1,1 0 0,0-1 0,0 1 0,0-1 0,0 1 1,1-1-1,-1 0 0,1 0 0,0 0 0,0 0 1,0 0-1,0-1 0,0 1 0,2 0-30,2 1 39,0-1 1,1 1-1,-1-1 0,1-1 0,0 1 1,-1-1-1,1-1 0,0 1 0,4-1-39,6 0 42,0-1-1,0 0 0,0-1 1,0-1-1,0-1 0,0-1 0,0 0 1,5-3-42,-12 3 6,-1 0 0,1 0 1,-1-1-1,0-1 0,-1 0 1,1 0-1,4-5-6,-10 8 38,-1-1-1,1 1 1,-1-1 0,0 0 0,0 0-1,0 0 1,-1 0 0,1-1-1,-1 1 1,0-1 0,0 0-1,-1 1 1,0-1 0,1 0-1,-2 0 1,1 0 0,0 0 0,-1-1-38,0-3 128,0 0 1,0 0 0,-1 0 0,0 0 0,-1 1-1,0-1 1,0 1 0,-1-1 0,0 1-1,-1 0 1,0 0 0,0 0 0,-1 0-129,-5-7 69,0 1-1,-2 1 1,0 0 0,0 1 0,-1 0 0,-2-1-69,1 2-35,1 0 0,-1 1 1,0 0-1,-1 1 0,0 1 1,-1 1-1,-2-1 35,16 7-335,-2 0 228,4 3-3200,4 8-2239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42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5 16307,'0'0'2792,"0"0"-154,0 0-867,-28-2-871,3 0-758,-1 2-1,1 0 1,-14 3-142,34-1 20,0-1-1,1 1 0,-1 0 0,1 0 0,0 0 1,-1 1-1,1-1 0,0 1 0,0 0 0,1 0 1,-1 1-1,0-1 0,1 1 0,0 0 0,0-1 1,0 1-1,1 1 0,-1-1 0,1 0 1,0 1-1,0-1 0,0 1 0,1 0 0,0-1 1,-1 3-20,-1 0 25,-3 14 1,0 0 1,1 0-1,1 0 1,0 0-1,2 1 1,1 0-1,1-1 1,0 1-1,2-1 1,0 1-1,2-1 1,1 3-28,-3-14 1,1 1-1,1-1 0,0 0 0,1 0 0,-1 0 0,2-1 0,0 1 0,0-1 0,0-1 0,1 1 0,4 2 1,-5-5-8,1 0 0,-1-1 0,1 0 0,1-1 0,-1 1 0,1-2 0,-1 1 0,1-1 0,0 0 0,0 0 1,1-1-1,-1 0 0,0-1 0,1 0 0,6 0 8,-5 0-11,-1 0 1,1-1 0,0-1-1,-1 0 1,1 0-1,-1-1 1,1 0-1,-1 0 1,5-3 10,-10 3-197,1 0 0,-1 0 0,0-1 1,0 0-1,0 0 0,0 0 0,0 0 0,1-2 197,-1 0-825,0 0 0,-1 0 0,1 0 0,-1 0 0,0-1 0,0 1 0,1-4 825,2-13-7841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53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 13851,'0'0'4868,"0"0"-2112,0 0-721,0 0-758,0 0-673,0 0-354,-6 7-113,-51 67 500,15-18-174,-2-2 0,-12 9-463,10-18 56,20-22-43,1 1 1,1 1-1,2 2 1,0 0 0,-10 20-14,80-44 161,55-4 534,-46-2-504,0 3-1,0 2 1,0 3 0,32 7-191,-61-2-340,-23-8 89,-1 0 0,1 0 0,-1-1 1,1 0-1,0 1 0,0-2 0,-1 1 1,1-1-1,3 1 251,37-3-2596,-11-2-2210,8-7-5597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5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12979,'0'0'4517,"0"0"-1283,0 0-667,0 0-821,0 0-822,0 0-468,-5 15-29,-22 99 1186,5 0 0,-4 81-1613,23-55 53,3-140-77,0 0 0,-1 1 0,1-1 0,0 0-1,0 1 1,0-1 0,0 0 0,0 1 0,0-1 0,0 0-1,0 1 1,0-1 0,1 0 0,-1 0 0,0 1 0,0-1 0,0 0-1,0 1 1,0-1 0,0 0 0,1 0 0,-1 1 0,0-1 0,0 0-1,0 0 1,1 1 0,-1-1 0,0 0 0,0 0 0,1 1 0,-1-1-1,0 0 1,1 0 0,-1 0 0,0 0 0,1 0 0,-1 0-1,0 0 1,0 1 0,1-1 0,-1 0 0,0 0 0,1 0 0,-1 0-1,0 0 1,1 0 0,-1 0 0,0-1 0,1 1 0,-1 0 0,0 0-1,1 0 1,-1 0 0,0 0 24,19-14-1444,12-23-1068,-8 8-2397,1-5-7177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5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119 125 14299,'0'0'2785,"0"0"-1165,0 0-36,-8 22-209,-4 11-858,1 0-1,1 1 0,3 1 1,0-1-1,1 16-516,5-38 92,1 0 0,0-1 0,0 1 0,1 0 0,1-1-1,0 1 1,1-1 0,3 11-92,-3-17 24,0 1 0,0-1 0,0 0 0,1 1 0,-1-2 0,1 1 0,0 0 0,1-1-1,-1 0 1,1 0 0,0 0 0,0 0 0,0-1 0,0 0 0,1 0 0,-1 0 0,1-1 0,0 1-24,9 2 51,1 0 1,-1 0-1,1-1 0,0-1 1,0-1-1,0 0 1,0-1-1,0-1 1,0-1-1,0 0 0,7-2-51,-16 2 39,1 0 0,0-1 0,-1 0-1,1 0 1,-1-1 0,0 0-1,0 0 1,0-1 0,0 0 0,-1 0-1,1-1 1,-1 0 0,0 0 0,0 0-1,-1 0 1,0-1 0,0 0-1,0 0 1,-1-1 0,1 1 0,-2-1-1,1 0 1,-1 0 0,1-2-39,1-7 107,0-1 0,-1 0 1,-1 0-1,-1 0 0,0 0 0,-1 0 1,-1 0-1,-1 0 0,0-1 1,-1 1-1,-1 0 0,-1-4-107,0 8 33,0 0 0,0 0 0,-1 1 0,-1-1-1,0 1 1,-1 0 0,0 1 0,0 0 0,-2 0 0,1 0 0,-1 1 0,-1 0-1,0 1 1,0 0 0,-8-5-33,5 6-160,0 1 1,0 0-1,0 1 0,-1 0 0,0 1 1,0 1-1,0 0 0,-1 0 1,0 2-1,1 0 0,-1 1 0,0 0 1,0 1-1,1 1 0,-1 0 0,0 1 1,0 0-1,1 2 0,0-1 1,-1 2-1,2 0 0,-7 4 160,-33 21-4456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2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7 2833,'0'0'8870,"0"0"-4868,0 0-1626,0 0-602,0 0-662,-5-1-385,-42-3 651,1 2 1,0 2 0,-5 2-1379,47-1 3,1 0 1,-1 0-1,0 0 1,1 0-1,-1 1 1,1 0-1,-1-1 1,1 1-1,0 0 1,0 1-1,0-1 1,0 1-1,0-1 1,0 1-1,1 0 1,-1 0-1,1 0 1,0 0-1,0 0 1,0 1-1,0-1 1,0 0 0,1 1-1,0 0 1,-1 1-4,-3 10 0,1 0 0,0 0 0,1 0 0,1 0 0,-1 14 0,0 25 33,2 0 0,2 0 1,2 0-1,3-1 0,3 1 1,3 8-34,-1-21 31,10 36 18,-3 1 0,-3 1 0,-4 0-1,-2 20-48,-8-45 232,-2-1 0,-3 19-232,1-51 118,0-1 0,-2 0 1,0 0-1,-1-1 1,-1 0-1,-1 0 1,-7 13-119,1-5 213,-2-1 0,-1 0 1,-14 15-214,27-35 71,0 0 1,-1-1-1,0 0 1,0 0-1,-1 0 1,1 0 0,-1-1-1,0 0 1,0 0-1,0-1 1,-1 0 0,1 0-1,-1 0 1,0-1-1,0 0 1,0 0-1,0-1 1,-4 1-72,9-3 28,-1 1 0,1-1 1,0 0-1,-1 0 0,1 0 0,0 0 0,0 0 0,0-1 1,0 1-1,0-1 0,0 1 0,0-1 0,1 0 0,-1 1 1,0-1-1,1 0 0,-1 0 0,1 0 0,0-1 0,0 1 1,0 0-1,0-1-28,-26-61-9,22 50 23,-33-106-666,22 39-6130,14 75-475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3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14363,'0'0'6017,"0"0"-4368,0 0 151,0 0-312,0 157-455,0-106-345,2-8-304,6-4-216,3-10-120,0-7-32,-3-10-16,-3-5-104,-2-7-472,5-17-681,-3-14-1487,6-8-8731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17 13867,'0'0'5424,"0"0"-2998,0 0-1281,0 0-538,0 0-40,3 22 12,12 73-149,-14-89-395,0 0-1,0 0 0,1 0 0,0 0 0,0-1 1,0 1-1,1-1 0,0 1 0,0-1 1,0 0-1,1 0 0,0 0 0,0-1 0,0 1 1,0-1-1,1 0 0,0 0 0,0 0 1,0-1-1,0 0 0,0 0 0,1 0 0,-1 0 1,1-1-1,0 0 0,-1 0 0,1-1 1,0 0-1,0 0 0,0 0 0,1-1 0,-1 1 1,0-1-1,0-1 0,1 0-34,0 1 34,-1-1 0,0 0 0,0 0 0,0 0 0,0-1 1,0 0-1,0-1 0,0 1 0,-1-1 0,1 0 0,-1 0 0,0-1 0,0 1 0,0-1 0,0 0 0,-1-1 0,0 1 0,1-1 0,-2 0 0,1 0 1,0 0-1,-1-1 0,0 1 0,-1-1 0,1 1 0,-1-1 0,0 0 0,0 0 0,-1 0 0,1 0 0,-1-5-34,-1 6 41,0 0 0,0 0-1,0 0 1,0 1 0,-1-1 0,0 0 0,0 0-1,-1 1 1,1-1 0,-1 1 0,0-1-1,0 1 1,0 0 0,-1 0 0,1 0-1,-1 0 1,0 0 0,0 0 0,-1 1-1,1-1 1,-1 1 0,1 0 0,-1 0 0,0 0-1,0 1 1,-1 0 0,1-1 0,0 1-1,-1 1 1,-2-2-41,-1 1-140,-1 0 0,1 0 0,0 1 0,-1 0 0,0 0 0,1 1 0,-1 0 1,1 1-1,-1 0 0,1 0 0,-1 1 0,1 0 0,0 0 0,-1 1 0,1 0 0,-6 4 140,-36 27-3441,3 4-4430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14251,'0'0'3893,"0"0"-1185,0 0-602,0 0-1075,0 0-459,3 19 234,48 338 1434,-51-356-2310,0 13-2199,-4-7-3268,-8-2-655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7986,'0'0'5095,"0"0"-3061,0 0-596,0 0-435,0 0-67,0 0 186,28 5 172,-17-3-1181,34 6 448,0-1 0,1-3 0,-1-2 0,21-2-561,23-11 334,17-7-334,1 0-1208,-59 8-4633,-36 3-387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8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15443,'0'0'2993,"0"0"-681,0 123 145,8-62-1017,11-1-448,2-4-279,-2-6-321,0-6-192,0-10-128,-6-10 0,-5-12-72,-2-10-136,2-4-592,-6-25-833,4-6-4888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86 136 6913,'0'0'9967,"0"0"-6807,-13 21-1339,-1-2-1356,7-11-326,1 0 0,0 1 1,1 0-1,0 0 0,0 0 0,0 0 1,2 1-1,-1 0 0,1-1 0,0 2 0,1-1 1,0 0-1,0 9-139,2-8 106,-1-1 0,1 0 0,1 1 0,0-1 1,0 0-1,1 0 0,0 0 0,4 9-106,-4-14 14,0 0-1,1-1 1,-1 0 0,1 1-1,1-1 1,-1 0 0,0 0-1,1-1 1,0 1-1,0-1 1,0 0 0,0 0-1,0 0 1,1 0 0,-1-1-1,1 0 1,0 0 0,3 1-14,6 2 15,0-1 1,0-1 0,1-1-1,0 0 1,-1 0 0,1-2-1,0 1 1,0-2 0,-1 0-1,1-1 1,0-1 0,-1 0-1,5-2-15,-11 3 2,0 0 0,-1-1-1,1 0 1,0 0 0,-1-1 0,0 0-1,0 0 1,0-1 0,0 1 0,-1-2-1,0 1 1,0-1 0,0 0 0,-1 0-1,0 0 1,0-1 0,0 0 0,-1 0-1,0 0 1,0 0 0,-1-1 0,0 0-1,0 1 1,0-6-2,-1 5 39,-1-1 0,0-1 0,0 1 0,-1 0 0,0 0-1,0 0 1,-1 0 0,-1 0 0,1 0 0,-1 0 0,-1 0 0,0 1 0,0-1 0,-1 1-1,0 0 1,0-1 0,-1 2 0,0-1 0,-1-1-39,-7-6 99,0 1-1,-2 1 1,1-1 0,-2 2-1,0 0 1,0 1 0,-1 1-1,-7-3-98,2 2 2,-20-14-784,49 23-765,104-10-8179,-37 3-2232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8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286 334 13139,'0'0'2518,"0"0"6,0 0 77,-29 4-954,-10 1-1177,0 2 0,-4 2-470,35-6 63,1 1-1,-1-1 1,1 1 0,0 0 0,0 1-1,1 0 1,-1 0 0,1 0 0,0 1-1,0 0 1,1 0 0,0 1 0,0-1-1,0 1 1,1 0 0,0 0 0,0 1-1,1-1 1,0 1 0,0 0 0,1 0-1,-2 8-62,1-5 12,0 0-1,0 1 1,1 0 0,1-1-1,0 1 1,1 0-1,0-1 1,0 1-1,1 0 1,3 9-12,-3-15 1,1 0 1,0 0-1,0 0 1,1-1-1,-1 1 1,1-1-1,1 0 1,-1 0-1,1 0 1,0 0-1,0-1 1,0 1-1,0-1 1,1 0-1,0 0 1,0-1-1,0 0 1,0 1-1,0-2 1,1 1-1,1 0-1,1 1-58,1 0 1,0-1-1,0-1 0,0 1 1,1-1-1,-1-1 0,0 0 1,1 0-1,-1-1 0,1 0 1,-1 0-1,0-1 0,1-1 1,-1 1-1,0-1 0,0-1 1,0 0-1,0 0 0,0-1 1,-1 0-1,1-1 0,-1 1 1,0-2-1,-1 1 0,1-1 1,-1 0-1,0-1 0,-1 1 1,1-1-1,-1-1 0,-1 1 1,1-1-1,-1 0 0,-1 0 1,1-1-1,-2 1 0,1-1 1,-1 0-1,0 0 0,-1 0 1,0 0-1,1-8 58,1-26 155,-1 1 0,-3-1 0,-1 1-1,-2-1 1,-2 1 0,-1-1 0,-3 2 0,-1-1 0,-2 1-1,-11-23-154,13 32 496,-2-10 319,8 35-120,3 18 308,7 57-834,4-1-1,2 0 1,22 65-169,-31-119-134,1-1 0,1 0 0,0 0 1,0 0-1,1-1 0,1 1 1,0-1-1,1-1 0,1 2 134,-2-4-702,1 0 0,0-1 0,0 0 0,1 0 0,0-1 0,0 0 0,2 0 702,32 13-7912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1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16684,'0'0'1784,"0"0"-192,0 0-319,0 0-865,0 0-240,137 62 280,-97-4 80,-5 5 128,-8-3-296,-5-2-200,-4-9-80,-4-13-64,-1-12-16,1-12-328,4-12-1056,1-12-3649,-5-12-8242</inkml:trace>
  <inkml:trace contextRef="#ctx0" brushRef="#br0" timeOffset="1">384 0 15899,'0'0'2361,"0"0"-633,0 0 705,-126 162-1217,80-102-648,3 3-344,-19 19-224,14-17-728,0-7-4193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6809,'0'0'8298,"0"0"-5537,0 0-1033,0 0-584,0 0-639,0 0-129,107 0-136,-50 0-128,-1 0-40,1-5-64,-12-2-8,-12 5-1081,-15 2-3207,-18 0-5138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13099,'0'0'3953,"0"0"-2361,0 0 72,0 0-479,0 0-649,175 10-344,-116-10-104,19 4-88,-14 6-856,-10 0-4810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1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5673,'0'0'7659,"0"0"-3839,0 0-1246,0 0-829,0 0-970,0 0-332,6 11 346,3 6-529,-1 0-1,-1 1 1,-1-1-1,-1 1 0,0 1 1,-1-1-1,-1 0 0,0 7-259,0 134-738,-3-157 409,-1 0 0,1-1 0,0 1 0,0-1 0,-1 1-1,1-1 1,-1 1 0,0-1 0,1 1 0,-1-1 0,0 0 0,0 1 0,0-1 0,1 0 0,-2 0 0,1 1 0,0-1 0,0 0 0,0 0 0,0 0 0,-1 0 0,1 0 0,0-1 0,-1 1 0,1 0 0,-1-1 0,1 1 0,-2 0 329,-18 8-7912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1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9762,'0'0'1899,"0"0"-278,0 0 388,28 0-371,195 0 1168,278-7-159,-503 12-8079,-7 2 381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17540,'0'0'2146,"0"0"-1037,0 0 143,7 25 1,43 153 520,-38-140-1555,-1 1-1,-2 0 1,-2 1 0,-2-1-1,-1 1 1,-2 0-1,-2 0 1,-1 6-218,17-104-4749,2 16-4265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2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70 15563,'0'0'2213,"0"0"-944,-15 29 464,-47 97-441,58-115-1178,0 0-1,1 0 1,0 0-1,0 1 1,2-1-1,-1 1 1,1 0-1,1-1 1,0 1-1,1 6-113,0 6 153,-1-15-112,1 0 0,0 0 0,0 0 0,1 0 0,0 0 0,1 0-1,0 0 1,0-1 0,1 1 0,0-1 0,0 0 0,1 0 0,0 0 0,0-1-1,1 0 1,0 0 0,0 0 0,1-1 0,2 3-41,0-3 18,-1 0 0,1-1 0,0 0 0,1 0 0,-1-1 0,1 0 0,0-1-1,0 0 1,0 0 0,0-1 0,0 0 0,1-1 0,-1-1 0,0 1 0,1-1 0,-1-1 0,1 0-18,-6 0 7,0 1 1,0-1-1,0-1 0,0 1 1,-1-1-1,1 1 0,0-1 1,-1-1-1,1 1 0,-1-1 1,0 1-1,0-1 0,0-1 1,0 1-1,0 0 0,-1-1 1,0 0-1,2-1-7,-1-2 7,1 0 1,-1 0 0,-1 0-1,1-1 1,-1 0-1,-1 0 1,1 0-1,-1 0 1,0 0 0,0-8-8,-1 2 50,0 0 0,-1 0 1,0 0-1,-1 0 1,-1 0-1,0 0 0,-1 0 1,0 0-1,-1 1 1,-1-1-1,0 1 0,-1 0 1,-2-3-51,-6-4 60,-1 0 0,-1 1 0,-1 1 0,-1 1 0,-4-3-60,-18-19-40,39 38-15,0 0 0,0 0 0,0 0 0,1 0 0,-1 0 0,0 0 0,1 0 0,-1 0 0,1 0 0,0-1 0,-1 1 0,1 0 0,0 0 0,-1 0 0,1-1 0,0 1 0,0 0 0,0-1 0,0 1 0,0 0 0,1 0 0,-1-1 0,0 1 0,1 0 1,-1 0-1,0 0 0,1-1 0,-1 1 0,1 0 0,0 0 0,-1 0 0,1 0 0,0 0 0,0 0 0,0 0 0,0 0 55,36-32-4332,-35 32 3875,42-30-6840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2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13987,'0'0'2619,"0"0"-313,0 0-426,0 0-959,0 0-517,0 0-52,29 18 127,-29-18-479,50 32 609,20 18-609,-62-43 71,-1 1 0,0-1 1,0 1-1,0 0 0,-1 1 0,0 0 0,0 0 0,-1 0 1,-1 1-1,0-1 0,0 1 0,0 0 0,-1 0 0,-1 1 1,1 8-72,7 17 155,8 32 6,-6-23-141,2 0 0,4 6-20,-18-49-63,1-1 0,-1 0 0,0 0-1,1 0 1,0 0 0,-1 0 0,1 0 0,0 0-1,-1 0 1,1 0 0,0 0 0,0 0 0,0 0-1,0 0 1,0 0 0,0-1 0,1 1 63,-2-1-128,1 0 1,0 0 0,-1 0-1,1-1 1,-1 1 0,1 0-1,0 0 1,-1-1 0,1 1-1,-1-1 1,1 1 0,-1 0-1,1-1 1,-1 1 0,1-1-1,-1 1 1,0-1-1,1 1 1,-1-1 0,1 0-1,-1 1 1,0-1 0,0 1-1,1-1 1,-1 0 0,0 1-1,0-1 1,0 0 0,0 1-1,0-1 1,0 0 127,6-22-5524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1 640,'0'0'13683,"0"0"-9706,0 0-2841,0 0-80,0 0-39,-191 150-89,113-83-16,3-1-352,11-6-352,18-12-136,19-9-72,17-13-352,10-11-696,21-15-721,17 0-1319,2 0-3794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3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9402,'0'0'3845,"0"0"-1905,0 0-749,3 29 694,18 207 1741,-7 385 1290,-14-531-4650,0 49 153,-6 0 0,-12 54-419,14-169-8,-3 49-238,8-78-509,1 1 0,1 0 0,-1 1-1,0-1 1,1 0 0,0 1 0,0-1 0,0 1-1,0 0 1,1 0 0,1-1 755,-4 3-817,23-17-13833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90 12707,'0'0'1816,"0"0"-681,-11 27 432,-33 92-252,41-111-1227,0 1 0,1-1 0,0 1 0,0 0 0,1 0 0,0 0 0,1 0 0,0 0 1,0 0-1,1 0 0,0 0 0,0 0 0,1-1 0,0 1 0,1 1-88,-1-7 23,0 1 0,0-1-1,1 0 1,-1 0 0,1 0 0,-1 0 0,1-1 0,0 1-1,0-1 1,0 0 0,1 0 0,-1 0 0,0 0 0,1 0-1,-1-1 1,1 1 0,0-1 0,0 0 0,-1 0 0,1 0-1,0-1 1,0 0 0,0 1 0,0-1 0,-1 0 0,1-1-1,0 1 1,0-1 0,3-1-23,1 0 69,0 0-1,0 0 1,0-2 0,-1 1-1,1-1 1,-1 0 0,0 0-1,0 0 1,0-1-1,-1-1 1,1 1 0,-1-1-1,-1 0 1,1 0 0,-1-1-1,0 1 1,0-1 0,-1 0-1,0-1 1,1-2-69,0 0 231,0 0 0,0 0 1,-1-1-1,-1 1 0,0-1 0,0 0 0,-1 1 1,0-1-1,-1 0 0,-1 0 0,1 0 0,-2 0 1,1-1-1,-2 1 0,0-5-231,0 13-44,1-1-1,-1 0 0,0 1 1,0-1-1,0 1 1,0 0-1,-1 0 0,1-1 1,-3-1 44,2 3-323,1 0-1,0-1 1,0 1 0,0 0 0,1-1 0,-1 1-1,0-1 1,1 0 0,0 1 0,0-1-1,0 0 1,0 0 0,0 0 0,0 0 0,1 0-1,-1 0 1,1-1 323,0-20-5452,0-3-4835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4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12067,'0'0'4969,"0"0"-3417,0 0 504,0 0-207,0 0-513,11 157-392,-11-109-304,3-2-199,-3-2-177,2-5-200,4-8-56,-1-5-8,-2-6-400,2-8-609,-5-10-1087,0-2-2945,0 0-3449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12755,'0'0'2019,"0"0"41,1 21 143,-1-6-1822,-1-5-230,1 1 1,0-1 0,1 1 0,1-1 0,-1 1-152,0-7 56,1 0 1,-1 1 0,0-1 0,1 0-1,0 0 1,0 0 0,0 0 0,0-1-1,1 1 1,0 0 0,-1-1 0,1 0-1,1 0 1,-1 0 0,0 0 0,3 1-57,4 3 94,2-1 1,-1 0-1,1-1 1,-1 0 0,1-1-1,1 0 1,-1-1 0,1-1-1,4 1-94,12 0 124,0-1 1,0-1-1,17-3-124,-38 2 23,0-1 0,0 0-1,0-1 1,-1 1 0,1-1 0,0-1 0,-1 0 0,1 0 0,-1 0-1,0-1 1,0 0 0,0 0 0,0-1 0,-1 0 0,0 0 0,6-6-23,-8 5 64,1 1 1,-1-1 0,-1 0 0,1 0 0,-1 0-1,0 0 1,0-1 0,-1 1 0,0-1-1,0 0 1,-1 0 0,1 0 0,-1 1-1,-1-1 1,0 0 0,0 0 0,0 0-1,0 0 1,-2-4-65,2 8 10,-1 1 1,0-1-1,0 0 1,0 0-1,0 1 0,0-1 1,0 0-1,-1 1 1,1-1-1,-1 1 0,0 0 1,1-1-1,-1 1 0,0 0 1,-1 0-1,1 0 1,0 0-1,0 1 0,-1-1 1,1 1-1,-1-1 1,0 1-1,1 0 0,-1 0 1,0 0-1,-1 0-10,-7-2-69,-1 1-1,0 0 1,-1 0-1,1 2 1,-6-1 69,6 1-116,-77-1-1966,-1 1-2856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13827,'0'0'2705,"0"0"-1233,0 0 440,0 0-1168,155-31-335,-112 19-209,-2 2-128,-6 5-56,-6 0-16,-7 3-353,-14 2-1271,-8 0-2593,0 0-3576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6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11258,'0'0'2433,"0"0"-81,0 0 25,0 0-1121,0 0-232,0 0-319,0 0-265,150 34-248,-104-34-192,13-7-72,-11 2-1953,-10 0-4504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6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33 134 9354,'0'0'3570,"0"0"-2024,0 0 125,0 0-43,0 0-389,0 0-477,-2-8-402,-8-14 41,15 49 985,7 41 710,-8 64 478,-5-93-2110,1-39-380,0-2 19,3-78 108,-1 51-195,-1 0-1,-1 0 1,-1 0 0,-2 0 0,-1 0-1,-2-3-15,1 9 3,3 14-6,0-1 1,0 2 0,-1-1-1,0 0 1,-3-5 2,7 20-22,0-1-1,-1 0 1,0 0-1,0 0 1,0 0 0,-1 0-1,1 1 1,-2 1 22,0 17 15,-1 50 132,0 27-151,6 57 4,1-137-1110,0 1-4553,-4-14-770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7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11146,'0'0'2353,"0"0"-377,0 0 2105,0 0-2296,0 0-329,161 12-560,-99-17-472,0-5-256,-3 3-112,-3 0-40,1 2-16,-6 2-96,-8 1-496,-11 0-304,-16 2-977,-8 0-2031,-8 4-1978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14723,'0'0'2281,"0"0"-489,0 0 1169,-2 126-1217,13-68-440,5 2-271,2 6-265,-1-4-192,-4-1-240,-2-11-168,-1-9-96,-4-12-72,2-12 0,-5-9-528,10-11-560,-2-21-1009,2-12-5793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7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73 167 16644,'0'0'2479,"0"0"-1158,-10 26 326,0-3-1243,1-2-88,1 0 1,0 1 0,2-1-1,1 1 1,0 1 0,-1 20-317,5-25 212,-1 2-25,0 1 0,2-1 0,0 1 1,2-1-1,1 7-187,-3-23 11,1 0 1,0 0-1,0 0 0,0 0 1,1 0-1,-1 0 0,1 0 1,0 0-1,0-1 0,0 1 0,1 0 1,-1-1-1,1 0 0,0 0 1,0 0-1,0 0 0,0 0 1,1 0-1,-1-1 0,1 0 0,-1 1 1,1-2-1,0 1 0,0 0 1,0-1-1,0 1 0,3 0-11,4-1 6,0 0 0,0 0 0,0-1 0,0 0 0,0-1 0,0 0 0,0-1 0,0 0 0,-1 0 0,1-1 0,-1-1 0,1 0 0,-1 0 0,0-1 0,-1-1 0,1 1 0,-1-2 0,0 1 0,-1-1 0,1 0 0,0-3-6,0 2 33,0-1-1,-1-1 0,0 0 1,0 0-1,-2 0 0,1-1 1,-1 0-1,0 0 0,-1-1 1,-1 1-1,0-1 0,0 0 1,-1-1-1,-1 1 0,0 0 1,-1-1-1,0 1 0,-1-11-32,-1 16 32,-1-1 0,0 1-1,0-1 1,-1 1 0,0 0-1,0 0 1,0 0 0,-1 0 0,0 0-1,-1 1 1,0 0 0,0 0-1,0 0 1,0 1 0,-1-1-1,0 1 1,0 1 0,0-1-1,-3 0-31,-21-15-202,-1 3-1,0 0 1,-21-7 202,40 19-132,10 5 43,0-1 1,1 0-1,-1 1 1,0-1-1,1 0 1,-1 1-1,1-1 1,-1 0-1,1 0 1,0-1-1,-1 1 1,1 0-1,0 0 1,0 0-1,0-1 1,0 1-1,0-1 1,0 1-1,0-1 1,0 1-1,1-1 1,-1 0-1,0 1 1,1-1-1,-1 0 1,1 1-1,0-1 1,0-1 88,0 0-444,1 0 0,1-1 0,-1 1 0,0 0 0,1 0 0,-1 0 1,1 0-1,0 0 0,0 0 0,0 1 0,0-1 0,1 1 0,-1-1 0,2 0 444,33-32-7540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1176,'0'0'14067,"0"0"-9380,0 0-2831,0 0-620,-15 26-364,6-10-728,-6 10 79,1 1 1,1 0 0,1 0 0,1 1-1,2 1 1,-3 13-224,-2 29 319,3 0 1,3 1-1,4 0 0,2 0 0,5 30-319,-2-88 17,1 1-1,0-1 1,1 0-1,1 0 1,0 0-1,1 0 1,3 6-17,-5-15-88,-1 0 0,1-1 0,0 1-1,0 0 1,0-1 0,0 0 0,1 0 0,0 0 0,0 0 0,0 0 0,0-1 0,1 0 0,-1 0 0,1 0 0,0 0 0,0-1 0,0 0 0,0 0 0,0 0 0,3 0 88,32 3-2529,-2-4-2725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8450,'0'0'3971,"0"0"-643,0 0 95,0 0-1054,0 0-641,0 0-784,5 3-574,-2 0-338,0 0 0,0 0 0,0 0 0,-1 0 0,1 0 0,-1 0 0,0 1 1,0-1-1,0 1 0,0 0 0,-1-1 0,0 1 0,1 0 0,-1 0 1,-1 0-1,1 2-32,8 79 435,-7-50-360,1 47 87,-3 9-162,0-18 59,6 43-59,-6-113-34,0-1 0,0 1 0,1-1 1,-1 0-1,1 0 0,-1 1 0,1-1 0,0 0 0,0 0 0,0 0 0,0 0 0,0 0 0,2 1 34,-3-2-88,1-1 0,-1 1-1,1-1 1,0 1 0,-1-1-1,1 1 1,0-1 0,-1 0 0,1 1-1,0-1 1,-1 0 0,1 0-1,0 0 1,0 1 0,0-1-1,-1 0 1,1 0 0,0 0-1,0 0 1,-1 0 0,1-1-1,0 1 1,0 0 0,-1 0-1,2-1 89,1 0-618,1-1-1,0-1 1,-1 1 0,1 0-1,-1-1 1,0 0-1,0 0 1,0 0-1,0 0 1,-1 0-1,1-1 1,0 0 618,16-25-8204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 10562,'0'0'2175,"0"0"-905,-2 21 201,-18 342 3522,20-354-4928,0-1 0,1 0 0,-1 0 0,2 1 0,-1-1 0,1 0-1,0 0 1,2 3-65,-3-9 25,1 1 0,-1 0 0,1-1 0,-1 0 0,1 1 0,0-1-1,0 0 1,0 0 0,0 0 0,0 0 0,1 0 0,-1 0 0,1-1 0,-1 1-1,1-1 1,0 0 0,-1 0 0,1 0 0,0 0 0,0 0 0,-1 0 0,1-1-1,0 1 1,3-1-25,3 0 46,1 0 0,0 0-1,-1-1 1,1 0 0,-1-1-1,0 0 1,0-1 0,1 0-1,-1 0 1,-1-1 0,1 0-1,-1 0 1,1-1 0,-1 0-1,0-1 1,-1 0 0,0 0-1,0 0 1,0-1 0,-1 0-1,1-1 1,-1 0-46,3-4 26,0-1-1,0 0 1,-2-1-1,1 0 1,-2 0 0,0 0-1,-1-1 1,0 0-1,-1 0 1,-1 0 0,0 0-1,-1-1 1,0-6-26,-2 10 31,0 1 1,0-1-1,-1 0 0,-1 0 1,0 1-1,0-1 0,-1 1 1,-3-6-32,3 10-19,-1-1 0,0 1 1,0 0-1,-1 0 1,0 0-1,0 1 1,-1-1-1,0 1 1,0 1-1,0-1 0,-1 1 1,-2-1 18,7 4-113,-1 0 1,0 0-1,0 1 1,0-1-1,0 1 0,0 0 1,0 0-1,-1 0 1,-2-1 112,-19 1-5207,16 1-388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2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6833,'0'0'2217,"0"0"-1075,0 0 191,25-5-166,147-24 903,-205 31 2432,-38-4-3667,6-1-144,55 6-62,33 2-497,46 4-210,49-9-1781,-64 0-1768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0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35 11058,'0'0'2305,"0"0"-1085,0 0-25,0 0-467,0 0-264,0 0 258,-20 26 226,-63 90-212,78-109-672,0 1 0,1 0-1,0 1 1,0-1 0,1 1-1,0 0 1,1 0 0,-1 0 0,2 0-1,-1 0 1,1 0 0,1 0-1,0 1 1,0-1 0,1 0 0,1 9-64,-1-6 42,0-8-36,-1-1 0,1 1 0,0-1 0,-1 1 0,2-1 0,-1 0 0,0 1 0,1-1 0,-1 0 0,1 0 1,0 0-1,0 0 0,0 0 0,0-1 0,1 1 0,-1 0 0,1-1 0,-1 0 0,1 0 0,1 1-6,1 0 21,0 0-1,1-1 1,-1 0-1,1 1 1,0-2-1,0 1 0,0-1 1,-1 0-1,1 0 1,0 0-1,5-1-20,-2 0 24,1 0 1,-1-1-1,0 0 0,1 0 0,-1-1 0,0 0 1,0-1-1,0 0 0,0-1 0,-1 1 0,1-2 1,-1 1-1,0-1 0,0 0 0,4-5-24,-5 3 25,-1 0 0,0 0-1,0-1 1,-1 0 0,0 0 0,-1 0-1,0-1 1,0 0 0,0 0 0,-1 0-1,0-1-24,1-9 261,-1 1 0,0-1 0,-2 0 0,0 0 0,-1-1-261,0 13 69,-1 1 0,0-1 0,0 1 1,-1-1-1,0 1 0,0 0 1,0 0-1,-1 0 0,1 0 1,-2 0-1,1 0 0,-1 1 1,1-1-1,-1 1 0,-1 0 1,1 0-1,-1 1 0,0-1 1,0 1-1,0 0 0,-2 0-69,-2-2-135,0 0 0,-1 1 0,1 0 0,-1 1 0,0 0 0,0 0 0,-1 1 0,1 1 0,-1 0 0,0 0 0,1 1 0,-8 0 135,17 1-72,0 0 0,0 0-1,0 0 1,1 0 0,-1 0-1,0 0 1,0 0-1,1 0 1,-1 0 0,0 0-1,1 1 1,-1-1 0,0 0-1,1 1 1,-1-1-1,0 0 1,1 1 0,-1-1-1,0 1 1,1-1 0,-1 1-1,1-1 1,-1 1-1,1 0 1,-1-1 0,1 1-1,0-1 1,-1 1 0,1 0-1,0 0 73,-2 23-4292,3-12 1017,-1 6-6561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7866,'0'0'6609,"0"0"-5569,0 0 25,0 0 1071,35 164-232,-30-72-591,-5 10-113,0 4-624,-3 2-456,-21-4-120,-30 36-1336,3-28-3569,0-21-5858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12635,'0'0'1768,"0"0"-1016,0 0 833,0 0-609,0 0-56,158 9-368,-91-9-232,-2-2-184,-6-8-136,0 1-480,-19 1-2625,-16 6-7209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13715,'0'0'2048,"0"0"-247,0 0 687,0 0-1479,0 0-657,180-43-232,-57 11-120,-18 6-1065,-14 2-3648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2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17764,'0'0'2488,"0"0"-1295,0 0-249,0 0 192,0 0-16,3 174-280,-3-119-335,0-7-273,3-6-136,-1-9-40,4-6-56,-1-8-184,3-4-769,16-10-767,-5-5-2273,3 0-4225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2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 14835,'0'0'3504,"0"0"-2308,-6 22-20,1-6-943,-3 9 62,1 1 0,1 0 0,1 0 0,1 0 0,1 10-295,1-14 123,2 1 0,1-1 0,0 0-1,2 0 1,4 17-123,-6-33 10,1 0 0,0 0-1,1 0 1,-1 0 0,1 0 0,0 0-1,0-1 1,1 1 0,0-1 0,0 0-1,0 0 1,0-1 0,1 1 0,0-1-1,0 0 1,0 0 0,0 0 0,1-1-1,0 0 1,-1 0 0,1 0 0,2 0-10,2 0 10,1 0 1,0-1 0,0 0 0,0 0-1,0-1 1,0-1 0,0 0 0,0 0 0,0-1-1,0-1 1,0 0 0,0 0 0,0-1-11,-6 2 38,1-1 0,-1 0 0,0 0 1,0 0-1,0 0 0,0-1 0,-1 0 0,1 0 1,-1 0-1,1-1 0,-1 0 0,0 1 0,-1-1 1,1-1-1,-1 1 0,1 0 0,-1-1 1,-1 0-1,1 0 0,-1 1 0,0-2 0,0 1 1,0 0-1,0 0 0,-1-1 0,1-4-38,-1-4 79,0-1 1,-1 1-1,0 0 0,-1 0 0,0 0 1,-2 0-1,1 0 0,-2 0 0,0 0 1,0 1-1,-2 0 0,1 0 0,-2 0 1,0 0-1,0 1 0,-1 0 0,0 1 1,-1 0-1,-6-5-79,12 12-106,-1 1-1,0-1 1,-1 1 0,1 0-1,-1 1 1,1-1 0,-1 1 0,0-1-1,0 2 1,0-1 0,0 0-1,-5 0 107,-62-2-3740,60 4 2631,-35 0-6402</inkml:trace>
  <inkml:trace contextRef="#ctx0" brushRef="#br0" timeOffset="1">0 907 14195,'0'0'1996,"25"0"-59,-18 0-1770,145-2 4658,40-9-4825,-63-2 958,6 0-98,-1-5 0,35-14-860,-156 29-39,-8 2-31,0 1-1,0-1 1,0-1-1,0 1 1,0-1 0,0 0-1,0 0 1,-1 0 0,1 0-1,-1-1 1,1 0-1,-1 0 1,1-1 70,-28 11-3637,-10 12-718,-4 5-126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15915,'0'0'2545,"0"0"-1489,0 0 1729,-5 133-1193,5-82-440,0 2-431,0-5-193,0-2-192,0-10-184,0-7-80,0-9-72,0-8-64,0-7-600,13-8-841,3-21-1519,6-10-9227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3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37 302 18092,'0'0'1850,"0"0"-889,-6 23 323,2-8-1052,-17 77 769,19-79-831,0-1-1,1 0 0,1 1 0,0-1 1,0 1-1,1-1 0,3 11-169,-3-19 25,0 0 0,0 0 0,0 0 0,1-1 0,0 1 1,0 0-1,0-1 0,0 0 0,0 1 0,1-1 0,-1 0 0,1 0 0,0 0 0,0 0 0,0-1 0,0 1 0,1-1 0,2 2-25,0-2 17,0 1 0,0-1 1,0 0-1,0 0 0,1-1 0,-1 0 1,0 0-1,1-1 0,-1 0 0,0 0 0,4 0-17,5-2 6,-1 0 0,1-1-1,0 0 1,-1-1 0,1-1-1,-1 0 1,0-1-1,-1 0 1,11-8-6,-9 5 7,-1-2 0,0 0 0,-1 0 0,0-1 0,-1 0-1,0-2 1,-1 1 0,0-1 0,8-15-7,-16 23 42,0 0-1,0 0 1,0-1-1,0 1 0,-1-1 1,0 1-1,-1-1 1,1 0-1,-1 0 1,-1 0-1,1 1 1,-1-1-1,-1 0 1,1 0-1,-1 0 1,0 0-1,0 1 1,-1-1-1,0 0 1,0 1-1,-1-1 0,0 1 1,0 0-1,0 0 1,-1 0-1,-2-3-41,-19-21 65,-1 1-1,-1 2 0,-2 0 0,-8-4-64,-36-34-1070,72 65 941,0-1 0,0 0 0,0 0 0,0 0 0,0 0 0,0 0 0,0-1 0,1 1 0,-1 0 0,0 0 0,0 0 0,1-1 0,-1 1 0,1 0 0,-1-1 0,1 1 0,0-1 129,0 1-297,0 0 0,1 0 0,0 0 0,-1 0 0,1 0 1,-1 1-1,1-1 0,0 0 0,-1 0 0,1 1 0,0-1 0,0 1 0,0-1 1,0 0-1,0 1 0,-1 0 0,1-1 0,0 1 0,0-1 0,0 1 0,0 0 1,0 0-1,0 0 0,1 0 297,32-10-8775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3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44 13259,'0'0'5481,"0"0"-4489,0 0 729,0 0-617,0 0-752,0 0-248,175-26-40,-124 18-64,0 4-408,-19 1-2081,-13 1-6681</inkml:trace>
  <inkml:trace contextRef="#ctx0" brushRef="#br0" timeOffset="1">1 373 16780,'0'0'2848,"0"0"-1592,0 0 41,0 0-905,0 0-392,198-34-1264,-101 22-1281,-19 5-1672,-11-1-4889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286 262 15603,'0'0'1981,"-2"-22"-69,0-1-1363,-3-38 2025,-3 2 0,-7-21-2574,15 80 76,0-1-1,0 0 0,0 0 1,0 0-1,0 0 0,-1 1 1,1-1-1,0 0 0,0 0 1,-1 0-1,1 1 0,0-1 1,-1 0-1,1 1 0,-1-1 1,1 0-1,-1 1 0,1-1 1,-1 0-1,0 1 1,1-1-1,-1 1 0,0-1-75,-6 16 433,-3 44-766,9-49 491,-16 174-100,8 2 0,8 16-58,2-197-19,-1 0 0,0 0-1,0 0 1,-1 0-1,0 0 1,1 0 0,-2 0-1,1-1 1,-1 3 19,1-6-52,0 1 0,-1-1 0,1 1 0,-1-1 0,1 0 0,-1 1 1,1-1-1,-1 0 0,0 0 0,1 0 0,-1 0 0,0 0 0,0-1 0,0 1 0,0-1 0,0 1 1,0-1-1,0 1 0,1-1 0,-1 0 0,0 0 0,0 0 0,-2 0 52,-18 1-323,-4 1-346,0-2 0,1 0 0,-1-1 0,1-2 669,113-3 1334,57 6-1328,47 1-1418,-66-3-2377,-59-2-760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39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13 193 11827,'0'0'1564,"0"0"-155,0 0-138,0 0-756,0 0-409,0 15-65,0-10-43,2 52 199,-2 0 1,-3 0 0,-7 33-198,10-89 4,0-1 1,0 0 0,0 1 0,-1-1 0,1 0-1,0 1 1,0-1 0,0 0 0,0 1-1,0-1 1,0 0 0,0 1 0,0-1 0,0 0-1,0 1 1,0-1 0,0 0 0,0 1-1,0-1 1,0 0 0,0 1 0,0-1 0,0 0-1,0 1 1,1-1 0,-1 0 0,0 1-1,0-1 1,0 0 0,1 0 0,-1 1 0,0-1-1,0 0 1,1 0 0,-1 1 0,0-1-1,0 0 1,1 0 0,-1 0 0,0 0 0,1 1-1,-1-1-4,17-8 98,23-26-44,-37 31-48,324-283-2179,-224 202 500,-12 12-1977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1:55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2657,'0'0'1720,"0"0"-1048,0 0-88,0 0-296,0 0-104,0 0-40,3-51-32,-3 51 176,0 0 257,0 0-545,0 0-881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0 16003,'0'0'2246,"0"0"-475,0 0-236,0 0-272,2 30-169,0-8-886,4 55 677,-4 1 1,-4 25-886,-17 68 1991,-19 65-1991,-1 5 1116,28-163-956,-48 292-49,55-361-819,1-16 187,-1-16-125,-10-124-3764,4 29-4382,2 42-4168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0 298 11026,'0'0'4551,"0"0"-2011,0 0-374,0 0-328,0 0-679,29-7-275,-2 1-670,25-5 382,0-3 1,37-15-597,133-66 1085,-119 49-818,3 3 1,3 5-268,-102 36-236,-1 0-1,1 1 1,0-1-1,0 1 1,0 1-1,3-1 237,-10 4-368,0 0-1,1 0 1,-1 0-1,0 0 1,-1 0-1,1 0 1,-1 0-1,1 0 0,-1 0 1,0 0-1,0 0 1,-1 1 368,-9 11-1993,0 0 0,-2-2 0,0 1 0,-8 6 1993,-22 18-6545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4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11058,'0'0'2486,"0"0"428,0 0 280,0 0-1397,0 0-340,0 0-144,11 20-303,-11-20-1010,10 18 258,0 1-1,2-2 1,4 6-258,-14-21 36,0 0 1,1 0 0,-1 0-1,1-1 1,-1 1 0,1-1-1,0 1 1,-1-1 0,1 0-1,0 0 1,0 0 0,0 0-1,0-1 1,0 1 0,0-1-1,0 0 1,0 0 0,0 0-1,0 0 1,0-1 0,0 1 0,0-1-1,0 1 1,0-1 0,0 0-1,0 0 1,0-1 0,1 0-37,5-1 90,26-9 181,1-2 1,2-3-272,-17 6-546,1 1 1,0 2-1,1 0 0,0 1 1,0 1-1,0 2 0,12-2 546,72 0-9506,-61 3 379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 10842,'0'0'2752,"0"0"-112,0 0 494,0 0-1498,0 0-914,0 0-46,-19 32 316,1-3-713,-3 5 65,1 1-1,1 1 1,2 0 0,2 1 0,-3 12-344,-12 49 1477,-6 46-1477,29-113 64,2 0 1,2 0-1,1 0 0,1 0 0,1 0 0,2 0 0,2 3-64,-2-27-25,-1-1 1,2 1 0,-1-1-1,1 1 1,0-1 0,0 0-1,1 0 1,0 0 0,0-1-1,0 1 1,1-1-1,-1 0 1,1 0 0,0-1-1,1 1 1,-1-1 0,1 0-1,0-1 1,0 1 0,0-1-1,1-1 1,-1 1-1,1-1 1,-1 0 0,1 0-1,0-1 25,7 3-494,0-2 0,0 1-1,0-2 1,0 0-1,14-1 495,-16 0-971,0-1-1,0-1 0,-1 0 1,1-1-1,-1 0 1,7-3 971,26-14-5868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15699,'0'0'2725,"0"0"-687,0 0 31,0 0-590,26 23-378,81 78-273,-95-88-714,0 0 1,-2 1-1,1 0 0,-2 1 1,0 0-1,-1 0 1,0 1-1,2 9-114,10 19 89,18 45-12,-27-61-407,1 1 1,1-2-1,1 1 0,8 7 330,-21-34-123,-1 0-1,1 0 1,0 0-1,0 0 1,0 0-1,0 0 0,1 0 1,-1 0-1,0 0 1,0-1-1,0 1 0,1-1 1,-1 1-1,0-1 1,1 1-1,-1-1 1,0 1-1,1-1 0,-1 0 1,1 0-1,-1 0 124,0 0-282,1 0 0,-1 0 0,0 0 0,0-1 0,0 1 0,0 0 0,0-1 0,0 1 0,0-1 0,1 1 0,-1-1 0,-1 0 0,1 1 0,0-1 0,0 0 0,0 0 0,0 0 282,13-22-5197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0 14475,'0'0'2710,"0"0"-830,0 0-631,0 0-476,-17 25 185,-2 5-615,-22 32 1113,-31 36-1456,-175 181 1063,246-278-1095,0-1 0,0 1 1,1 0-1,-1-1 0,1 1 1,-1 0-1,0 0 0,1-1 1,0 1-1,-1 0 0,1 0 1,-1 0-1,1 0 0,0 0 1,0 0-1,-1 0 0,1 0 0,0-1 1,0 1-1,0 0 0,0 0 32,13 2-2466,27-17-2243,-3-6-58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6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10538,'0'0'2455,"0"0"-323,0 0 80,0 0-336,0 0-395,26 28-218,80 97-183,-99-115-974,0 0 0,0 1 1,-1 0-1,0 0 0,-1 1 0,0 0 0,-1 0 1,-1 0-1,0 0 0,0 0 0,-1 1 0,-1 1-106,3 7 148,2 21 115,-2 0 0,-1 1 0,-2-1 0,-4 29-263,0-43 42,-1-1 0,-1 0 1,-1-1-1,-2 1 0,0-1 1,-2-1-1,-10 19-42,-43 63 335,38-67-228,1 1 0,1 4-107,17-27-452,5-10-7271,1-8-864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13219,'0'0'3945,"0"0"-2849,0 0 912,0 0-639,0 0-713,0 0 320,0 0-264,172 0-288,-137 0-184,-3 0-128,-3-3-64,-2 1-48,-2-1-120,-7 3-392,-2 0-816,-8 8-2897,-8 1-1704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3:0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11506,'0'0'2729,"0"0"-1969,0 0 1233,0 0-169,0 0-560,0 0 41,0 0-577,161-12-384,-121-3-264,-2 1-80,7 7-1288,-12 4-3786,-6 1-4424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0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837 66 8634,'0'0'1891,"0"0"128,0 0-559,0 0-418,0 0-17,-1-4 174,1 2-993,-1 0 0,0 0 0,0 0 0,0 0 0,0 0 0,-1 0 0,1 0 0,0 1-1,-1-1 1,1 1 0,-1-1 0,0 1 0,1-1 0,-1 1 0,0 0 0,0 0 0,-1-1-206,-47-16 1265,28 14-1097,0 1 0,0 0-1,-17 2-167,23 1 68,12-1-46,0 0 0,0 1 1,0 0-1,0 0 0,0 0 1,0 0-1,0 1 1,0-1-1,0 1 0,1 0 1,-1 0-1,0 0 1,1 1-1,-1-1 0,0 1 1,1 0-1,0 0 1,-1 0-1,1 1 0,0-1 1,0 1-1,0 0 1,1 0-1,-1 0 0,0 1-22,-10 16 129,0 0 1,2 1-1,0 0 0,1 1 0,2 0 0,0 0 0,1 1 1,2 0-1,0 1 0,1-1 0,2 1 0,0-1 0,1 1 1,2 3-130,-3 196 634,11 364-20,-4-486-583,-4-1 1,-5 1-1,-4-1 1,-4 0-1,-6 4-31,-1 2 158,-20 93 106,30-165-168,-1-1 0,-2 0 1,-1 0-1,-12 20-96,21-45 35,-1-1-1,0 0 1,0 0 0,-1 0-1,1-1 1,-1 1 0,-1-2 0,1 1-1,-1-1 1,0 1 0,0-2-1,-1 1 1,1-1 0,-9 3-35,12-6 15,-1 1 1,1-1-1,-1 0 1,1 0-1,-1 0 1,0 0-1,0-1 1,1 0 0,-1 0-1,0 0 1,0-1-1,1 0 1,-1 0-1,0 0 1,1 0 0,-1-1-1,1 1 1,0-1-1,-1-1 1,1 1-1,0 0 1,0-1-1,0 0 1,1 0 0,-1 0-1,1 0 1,-2-3-16,-4-3 1,0-1 0,1 0 0,1-1 0,0 0 0,0 0 1,0-3-2,5 10-318,0-1 0,0 0 0,0 0 0,1 1 0,-1-1 0,1 0 0,1 0 1,-1 0-1,1 0 0,0 0 0,0 0 0,0 0 0,1 0 0,-1 0 0,1 0 0,0 0 1,1-1 317,8-12-5916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0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11426,'0'0'2329,"0"0"-201,0 0 337,0 0-1201,0 0 0,0 0 129,0 0-425,132 5-208,-92-5-336,3-10-240,-3 3-104,-2-3-80,-1 3 0,1 0-656,16 2-1128,-11 3-3329,-3-3-4449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09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4201,'0'0'9032,"0"0"-5926,0 0-630,0 0-711,0 0-548,-21 25-140,-64 85-265,82-105-763,0 0 0,0 0 0,0 0 0,1 0 0,-1 0 0,1 1 0,1-1 0,-1 1 0,1 0 0,0-1 0,0 1 0,1 0 0,-1-1 0,1 1 0,0 0 0,1 0 0,0 2-49,1 9 89,-2-12-80,1 1-1,0 0 1,1-1 0,-1 1-1,1-1 1,0 0 0,0 1-1,1-1 1,0 0 0,0 0 0,0 0-1,0-1 1,1 1 0,-1-1-1,1 0 1,0 0 0,1 0-1,-1 0 1,1-1 0,0 0-1,-1 0 1,1 0 0,1 0-1,-1-1 1,0 0 0,1 0 0,-1-1-1,1 1 1,-1-1 0,1 0-9,10 2 14,0 0 1,0-2-1,0 1 1,0-2 0,0 0-1,1-1 1,-1-1-1,-1 0 1,1-2 0,7-1-15,-17 3 11,1-1 1,0 1-1,-1-1 1,1-1-1,-1 1 1,0-1-1,0 0 1,-1 0-1,1-1 1,-1 0-1,0 0 0,0 0 1,0 0-1,-1-1 1,0 0-1,0 0 1,0 0-1,-1-1-11,0 2 41,-1 0-1,-1-1 0,1 1 0,-1 0 0,0-1 0,0 1 1,0 0-1,-1-1 0,0 1 0,0-1 0,0 1 1,-1-1-1,1 1 0,-1-1 0,-1 1 0,1 0 0,-1-1 1,0 1-1,0 0 0,-1 0 0,1 0 0,-1 1 1,-3-5-41,-1-2 4,-1 1 1,-1-1 0,0 2-1,0-1 1,-1 1 0,0 0-1,-1 1 1,0 0 0,0 1 0,0 0-1,-1 1 1,0 0 0,0 1-1,-1 1 1,0-1 0,0 2-1,0 0 1,0 1 0,0 0 0,0 0-1,-7 2-4,74 0-8512,-17 2-3251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0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15075,'0'0'2243,"0"0"939,0 0-1656,0 0-852,11 21-146,-11-21-528,12 23 222,1 0 0,13 16-222,-24-35 28,1-1 0,0-1 0,0 1 0,0 0 0,1-1 0,-1 1 0,0-1 0,1 0 0,0 0 0,-1 0 0,1-1 0,0 1 0,0-1 0,0 0 0,0 0 1,1-1-29,6 2 62,1-1 1,-1-1 0,1 0 0,6-2-63,8 1 87,-18 1-69,0 0 1,0-1-1,-1 0 1,1 0 0,0 0-1,-1-1 1,1 0-1,-1-1 1,0 0-1,0 0 1,0 0 0,0-1-1,2-1-18,-5 1 54,0 1-1,-1 0 0,1-1 0,-1 1 1,0-1-1,0 0 0,0 0 0,-1 0 1,1-1-1,-1 1 0,0-1 0,0 1 1,0-1-1,-1 0 0,0 1 1,0-1-1,0 0 0,0 0 0,-1 0 1,0 0-1,0-2-53,0 2 23,1 0 0,-1 0 1,0 0-1,-1 1 0,1-1 1,-1 0-1,0 0 0,0 1 0,-1-1 1,1 0-1,-1 1 0,0-1 0,0 1 1,-1 0-1,1 0 0,-1 0 1,0 0-1,0 0 0,0 0 0,0 1 1,-1 0-1,0-1 0,0 1 1,1 1-1,-2-1 0,1 1 0,0-1 1,0 1-1,-1 0 0,1 0 1,-1 1-1,0 0 0,1 0 0,-1 0 1,-1 0-24,-36-4-1494,-1 4-2225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9394,'0'0'2809,"0"0"-572,0 0-179,0 0-782,0 0-641,13-7-216,-8 4-382,5-2 82,0 0 0,0 0 1,0 1-1,9-2-119,-16 5 59,1 0 0,-1 0 0,1 1 0,-1-1 0,1 1 0,-1 0 0,1 0 0,-1 0 0,1 0 0,-1 0 0,1 1 0,-1 0 0,1 0 0,-1 0 0,1 0 0,-1 0 0,0 1 0,0-1 0,0 1 0,3 2-59,1 3 112,1 0-1,-1 1 1,0 0 0,-1 1 0,0 0 0,-1-1 0,1 2-1,2 6-111,32 84 710,-33-82-635,30 94 276,-17-48-210,11 20-141,-31-82-32,1 0 1,-1-1-1,1 1 0,-1 0 1,1 0-1,0 0 0,0-1 1,0 1-1,0 0 1,0-1-1,0 1 0,1-1 1,-1 1-1,0-1 0,1 0 1,-1 1-1,1-1 0,-1 0 1,1 0-1,0 0 1,-1 0-1,1 0 0,0-1 1,0 1-1,0 0 0,0-1 1,0 0-1,0 1 1,-1-1-1,1 0 0,0 0 1,1 0 31,-2 0-63,-1 0 0,1 0 0,-1-1 0,1 1 0,-1 0 0,1 0 1,-1-1-1,1 1 0,-1 0 0,1-1 0,-1 1 0,1 0 0,-1-1 0,0 1 1,1-1-1,-1 1 0,0-1 0,1 1 0,-1-1 0,0 1 0,0-1 0,1 1 1,-1-1-1,0 1 0,0-1 0,0 1 0,0-1 0,0 0 0,0 1 1,0-1-1,0 1 0,0-1 63,1-25-3514,-1 19 1405,0-18-6712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1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0 12043,'0'0'2168,"0"0"-400,0 0-519,0 0-721,0 0-8,-169 181 176,113-106-80,-6 0-40,-2 0-352,5-7-104,-3 9-120,13-19-952,15-15-3985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2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433 267 10474,'0'0'1781,"0"0"152,0 0-340,0 0-752,0 0-99,0-6 257,1-1-736,-1 1 0,1-1 0,-2 1 1,1-1-1,-1 1 0,0 0 1,0-1-1,0 1 0,-1 0 1,0 0-1,0 0 0,-1 0 0,0 0 1,-1-2-264,-14-19 593,-2 0 1,-10-10-594,24 30 66,-1-1 1,0 1-1,-1 1 1,1-1-1,-1 1 0,0 1 1,-1 0-1,0 0 0,0 0 1,-3 0-67,8 3 12,0 1 1,0 0 0,0 0-1,-1 0 1,1 0 0,0 1-1,0-1 1,-1 1 0,1 0-1,0 1 1,-1-1-1,1 1 1,0 0 0,0 0-1,0 0 1,-1 1 0,1-1-1,0 1 1,1 0 0,-1 0-1,0 0 1,1 1 0,-1-1-1,1 1 1,0 0-1,-1 0 1,2 0 0,-1 0-1,0 0 1,0 1 0,1 0-1,0-1 1,0 1 0,-2 4-13,-6 14 26,1 1 0,0 1 0,2 0 0,1 0 0,-2 17-26,3-19 99,-17 91 394,5 1 0,6 0 0,2 113-493,9 134 659,0-247-3515,-2-165-5836,-9 29 1049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0 216 12515,'0'0'4201,"0"0"-2137,0 0 473,0 0-1345,0 0-512,188-97-288,-120 73-232,1 2-160,23-7-472,-17 7-3185,-11 1-8785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3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11450,'0'0'2353,"0"0"-1313,0 0 1737,-75 133-577,48-56-463,3 8-553,5 2-288,11-5-320,8-10-360,0-9-136,19-14-72,10-11-8,6-11-88,3-10-664,21-15-760,-8-2-2281,-8 0-3449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4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11082,'0'0'2154,"0"0"-672,12 23 45,20 35 166,-3 1 0,-3 2 1,8 33-1694,-21-39 730,-2 1 1,-3 1 0,-2 0 0,-3 0 0,-3 26-731,0-72-95,0-1 0,-1 0 1,0 0-1,-1 0 0,-1 0 1,1 0-1,-1 0 0,-1 0 0,0-1 1,0 1-1,-6 7 95,10-28-7599,2-9-3298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14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198 405 14347,'0'0'1614,"0"0"-506,0 0 675,0 0-731,-23 9-614,5-3-325,11-4-61,-1 0 0,1 0 0,0 1 0,0-1 0,0 2 0,0-1 0,0 1 0,1 0 0,0 1 0,0-1 0,0 1 0,0 0 0,1 1 0,0 0 0,0-1 0,0 1 0,1 1 0,-1-1 0,2 1 0,-2 2-52,-2 11 174,0 1 0,2 0 0,0 0-1,2 0 1,0 0 0,1 0 0,1 1-1,1-1 1,1 1 0,3 10-174,-4-27 10,1-1-1,0 0 1,1 1 0,-1-1-1,1 0 1,0 0 0,-1 0-1,2 0 1,-1 0 0,0 0-1,1-1 1,0 1 0,0-1-1,0 0 1,0 1 0,1-1-1,2 2-9,0-2 14,0 1 0,0-1 0,0-1 0,0 1-1,1-1 1,-1 0 0,1 0 0,-1-1 0,1 0-1,-1 0 1,5-1-14,1 1 26,0-1 0,0-1 0,0 0 0,0-1-1,0 0 1,0-1 0,-1 0 0,1-1 0,-1 0 0,0-1-1,0 0 1,0-1 0,2-2-26,-4 0 15,0 1-1,-1-1 1,0-1-1,0 0 1,-1 0-1,0 0 1,-1-1 0,0 0-1,0 0 1,-1-1-1,-1 1 1,0-1-1,0 0 1,-1 0-1,0-1 1,-1 1-1,0 0 1,-1-10-15,1-17 76,-1 1 0,-3-1 0,0 0 0,-3 1 0,-3-10-76,-9-38 755,-4 1 0,-4 1 0,-12-23-755,27 86 650,10 20-642,0 0 1,0 0 0,0 0-1,0 0 1,0 0-1,0 0 1,0 0 0,0 0-1,0 0 1,0 0-1,0 0 1,-1 0 0,1-1-1,0 1 1,0 0-1,0 0 1,0 0 0,0 0-1,0 0 1,0 0-1,0 0 1,0 0 0,-1 0-1,1 0 1,0 0-1,0 0 1,0 0 0,0 0-1,0 0 1,0 0-1,0 0 1,-1 0 0,1 0-1,0 0 1,0 0 0,0 1-1,0-1 1,0 0-1,0 0 1,0 0 0,0 0-1,0 0 1,0 0-1,-1 0 1,1 0 0,0 0-1,0 0 1,0 0-1,0 0 1,0 1 0,0-1-1,0 0 1,0 0-1,0 0 1,0 0 0,0 0-1,0 0 1,0 0-1,0 0 1,0 1 0,0-1-1,0 0 1,0 0-1,0 0 1,0 0 0,0 0-1,0 0 1,0 0-1,0 0 1,0 1-9,2 38 178,11 26-143,2-1 0,12 27-35,-5-15 7,41 136-339,-12-76-3607,-32-95-2117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31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2593,'0'0'2207,"0"0"-522,0 0 36,0 0-224,0 0-228,0 0-44,0 4 7739,0 19-8628,-12 17 88,2 0 0,3 0 0,0 1 0,2 8-424,-5 168 740,10-19-637,0-194-100,1 0 1,-1 0-1,1 0 1,0 0-1,0-1 1,0 1-1,1 0 1,-1-1-1,1 1 1,0-1-1,0 1 0,0-1 1,0 0-1,1 0 1,-1 0-1,1 0 1,0 0-1,0-1 1,0 1-1,0-1 1,0 0-1,1 0 1,-1 0-1,1 0 1,-1 0-1,1-1 1,0 0-1,0 0 1,-1 0-1,1 0 1,0 0-1,0-1 0,0 0 1,0 1-1,0-2 1,0 1-1,0 0 1,-1-1-1,1 0 1,0 1-1,0-2 1,0 1-1,1-1-3,-1 0-278,0-1 1,0 1-1,0-1 0,0 0 1,0 0-1,-1-1 0,1 1 1,-1-1-1,0 0 0,0 0 1,-1 0-1,3-4 278,15-31-7949,-17 29 1958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3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6361,'0'0'2753,"0"0"72,0 0-1121,0 0-992,0 0-288,0 0 56,0 0 224,102 0 129,-62 0-97,3 0-320,19 0-416,-8-2-416,-6-1-2337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3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81 1112,'0'0'1741,"0"0"-298,0 0-191,0 0-163,0 0-266,0 0-200,0-6-31,-2-31 789,2 8 5268,0 28-5852,0 1-279,0 0-242,0 3-209,0 339 1464,0-341-1366,0-12 756,0-29-608,1-14 268,-3 0 0,-1 0 1,-9-38-582,6 44 989,6 48-933,0 0 14,0 0-23,0 0-42,0 26-36,0 53 157,-1 13 204,3 1 0,10 44-330,-5-65 13,-4-38-8,1-1-1,1 0 0,3 5-4,-6-29 3,1-1-1,0 1 0,0-1 0,0 0 0,1 0 0,1 0 0,-1-1 1,1 1-1,0-1 0,1 0 0,0-1 0,0 1 0,7 4-2,-8-7-21,0-1 0,1 0-1,0 0 1,0-1 0,-1 1-1,2-1 1,-1-1 0,0 1-1,0-1 1,0 0 0,1 0-1,-1-1 1,0 0 0,1 0-1,-1 0 1,1-1 0,-1 0-1,0 0 1,0-1 0,0 0-1,0 0 1,0 0 0,0-1-1,0 0 1,-1 0 0,1 0-1,-1-1 1,0 1 0,0-2-1,0 1 1,-1 0 0,1-1-1,-1 0 1,1-1 21,11-22-2670,-4-2-4229,-9 20 2150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33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5033,'0'0'3121,"0"0"-465,0 0-663,0 0-809,0 0-312,0 0-152,0 0-48,137-12-95,-91 0-265,-3 5-312,5 0-176,-10 4-2185,-11 1-6873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47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 6809,'0'0'2677,"0"0"-522,0 0-33,0 0-644,0-4-311,0-13 53,0 13-71,0 4-206,0 0-297,0 0-297,0 0-173,0 8-35,-10 532 2536,9-491-2658,1-49-269,0 0-527,-3-5-5192,-2-2 55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4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8586,'0'0'4053,"0"0"-2193,0 0-302,0 0-871,0 0-426,0 0 179,4 11 203,4 23-226,-4-17-197,0 0 1,1 0-1,1 0 0,0-1 1,1 0-1,5 7-220,-11-21 10,0 0 0,0-1 1,0 1-1,0-1 0,1 1 0,-1-1 1,0 1-1,1-1 0,-1 0 0,1 0 0,0 0 1,-1 1-1,1-2 0,0 1 0,-1 0 1,1 0-1,0 0 0,0-1 0,0 1 0,0-1 1,0 0-1,0 0 0,0 1 0,0-1 1,0 0-1,0 0 0,-1-1 0,1 1 1,0 0-1,0-1 0,0 1 0,0-1 0,0 0 1,0 1-1,-1-1 0,1 0 0,0 0 1,-1 0-1,1 0 0,0-1 0,-1 1 0,0 0 1,1-1-1,0 0-10,8-8 50,-1-1 0,0-1 0,0 0 0,-1 0 1,5-10-51,-4 7-13,39-58 146,-48 73-318,0-2 372,-1 3-3841,-5 7-747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5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7242,'0'0'2998,"0"0"-422,0 0-515,0 0-437,0 0-339,16-2-164,142-7 1016,9 8-2137,-156 1-677,8 1-1432,-10-3-4246,-7-2-4460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5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14195,'0'0'1400,"0"0"-1240,0 0 192,0 0-352,158 5-2424,-109-10-5106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55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 5673,'0'0'1770,"0"0"-87,0 0 47,0 0-298,0 0-357,0 0-151,-38 0 2345,31 0-3210,1 0-1,-1 1 1,0-1 0,1 1 0,-1 1-1,1-1 1,-1 1 0,1 0 0,0 1 0,0-1-1,0 1 1,0 1 0,0-1 0,1 1 0,-1 0-1,0 1-58,0 1 78,0 1-1,0-1 1,1 1 0,0 0-1,1 1 1,-1-1-1,1 1 1,1 0 0,-1 0-1,1 0 1,0 3-78,-5 23 266,2 0-1,2 1 1,1-1 0,1 1 0,3 23-266,-1-41 89,0-16-82,-1 36 249,1 0 1,2 0-1,2-1 1,1 1 0,2-1-1,3 3-256,25 74 217,-4 1 1,-6 1-1,-4 1 1,3 101-218,-20-150 168,-2 0 0,-3 1 0,-4-1 0,-2 0 0,-3 0 0,-5 4-168,4-27 155,-5 23 100,-4-1 0,-2-1 0,-30 61-255,50-122 20,0 0-1,-1 0 1,1 0 0,-1 0 0,0 0-1,-1 0 1,1-1 0,0 1-1,-1-1 1,0 0 0,0 0 0,0-1-1,0 1 1,0-1 0,-1 0-1,-3 2-19,5-4 12,1 1 0,-1 0 0,0-1-1,0 0 1,0 0 0,0 0 0,1 0-1,-1 0 1,0 0 0,0-1 0,0 1-1,1-1 1,-1 0 0,0 0 0,1 0-1,-1 0 1,0-1 0,1 1-1,0 0 1,-1-1 0,1 0 0,0 0-1,0 0 1,0 0 0,0 0 0,0 0-1,0 0 1,-1-3-12,-4-4 3,1 0-1,1-1 0,0 0 1,0 0-1,0 0 1,1-1-1,1 0 0,0 0 1,1 0-1,-1-4-2,-1-19-1372,2 1-1,2-27 1373,0 36-1289,2-12-3424,7 8-2550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57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5169,'0'0'3966,"0"0"-1400,0 0-336,0 0-660,0 0-170,0 0 34,22-7-397,-22 7-1037,21-8 229,1 2 0,-1 0 0,8 0-229,-25 6 29,-1 0-1,1 0 1,-1 0 0,1 1-1,-1 0 1,1 0-1,-1 0 1,0 0 0,1 0-1,-1 0 1,0 1 0,0 0-1,0 0 1,0-1 0,0 2-1,0-1 1,-1 0 0,1 1-1,-1-1 1,1 1 0,-1 0-1,0-1 1,0 1-1,1 2-28,6 7 89,15 15 84,58 68 1390,9 20-1563,-81-99 73,3 3-221,-9-20-330,-2-13-446,-4-5-2248,-5-1-2339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4:57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 8090,'0'0'2288,"0"0"367,-5 27-263,0 4-1707,1-1 158,-2 1 0,-1-1 1,-2-1-1,-7 18-843,-1-7 624,-2-1 0,-2-1 0,-1 0 0,-2-2 0,-2 0 0,-1-2 0,-2-1 0,-12 10-624,40-42-16,0 0-1,0 0 1,1 0 0,-1 0 0,-1 0 0,1 0 0,0-1 0,0 1 0,0 0 0,0-1 0,0 1 0,-1-1 0,1 1 0,0-1 0,0 1 0,-1-1 0,1 0 0,0 0-1,-1 0 1,1 0 0,0 0 0,-1 0 0,1 0 0,0 0 0,-1 0 0,1-1 0,0 1 0,-1 0 0,0-1 16,-18-18-4379,11 5-1488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6:25.2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765 569 3993,'0'0'652,"0"0"356,0 0 645,0 0-385,0 0-472,0 0-97,-25-3 181,-79-6-16,100 8-805,-1 1 0,1 0 0,-1 0 1,1 0-1,0 0 0,-1 1 0,1 0 0,0 0 0,-1 0 0,1 1 0,0-1 0,0 1 0,0 0 0,0 0 0,0 0 0,1 1 1,-1-1-1,1 1 0,-1 0 0,1 0 0,-2 3-59,-7 5 146,-5 5-94,0 2 0,1 1 0,1 0 0,0 0-1,2 2 1,0-1 0,1 2 0,1 0 0,-3 11-52,2-1 33,0 1 0,3 0-1,0 1 1,3 0 0,0 0 0,1 15-33,2-15 11,2 1-1,1-1 0,1 1 0,2-1 0,2 1 1,1-1-1,2-1 0,1 1 0,6 12-10,48 88 52,5-2-1,31 36-51,-25-42 43,-47-79-28,1-1 0,3-2 1,1-1-1,13 11-15,-31-40-1,0 0 0,1-1 0,0 0-1,1-1 1,0-1 0,1 0 0,0-2 0,1 0 0,0 0 0,1-2 0,-1 0-1,1-2 1,7 2 1,5-2 3,1-1-1,0-2 1,1-1-1,-1-1 1,0-2-1,0-1 1,0-2-1,-1-1 1,1-1-1,-1-2 1,-1-1-1,0-1 1,0-2-1,-1-1 1,-1-1-1,0-1 0,-1-2 1,9-8-3,-8 5 23,-1-2 0,-1-1 0,-1-1 1,-1-2-1,-1 0 0,-1-1 0,-2-1 0,0-1 0,-3-1 0,0 0 0,-2-2 1,-1 0-1,-2 0 0,-2-1 0,0 0 0,2-25-23,-1-24 73,-1-72-73,-9 111 28,-2 1 0,-2-1 0,-2 1 0,-6-21-28,3 35 25,-1 0 0,-2 1 0,-1 0 0,-1 1 0,-1 0 0,-2 1 0,0 0 0,-2 2 0,-1 0 0,-14-14-25,-15-11 136,-3 1 0,-1 2 0,-3 3 0,-3 1-136,-13-9 377,-3 3-1,-1 4 1,-3 3-1,-1 3 1,-1 4-1,-56-15-376,110 42 21,0 1 1,0 2-1,0 0 0,-1 2 0,1 0 0,-1 2 0,0 1 1,-13 3-22,21-1 4,-1 1 1,1 1-1,-1 1 1,1 0 0,1 1-1,-1 2 1,1-1-1,1 2 1,0 1 0,0 0-1,-7 7-4,-5 6 32,2 0 0,0 2 0,2 1 0,1 1 0,1 0 0,2 2 0,1 1 0,1 1 0,1 0 0,3 1 0,0 1 0,2 0 0,1 1 0,3 1 0,0-1 0,2 2 0,2-1 0,0 16-32,0 52 142,4 1 0,11 73-142,-5-128 20,3 0 1,2-1-1,2 0 0,3 0 0,1-1 1,19 38-21,-3-14 3,-19-40 5,2 1 0,1-2 1,1 0-1,12 14-8,-29-44 2,0-1 0,1 0 0,-1 1 0,0-1 0,0 0 0,0 1 0,0-1 0,1 0 0,-1 1 0,0-1 0,0 0 0,1 0 1,-1 1-1,0-1 0,1 0 0,-1 0 0,0 0 0,1 0 0,-1 1 0,0-1 0,1 0 0,-1 0 0,0 0 0,1 0 0,-1 0 0,0 0 0,1 0 0,-1 0 1,0 0-1,1 0 0,-1 0 0,0 0 0,1 0 0,-1 0-2,5-12 113,-5-31 132,0 34-186,-5-108 121,-4 1 0,-24-108-180,19 130 18,5-1 0,4-1 0,5-31-18,2 91 9,2 0-1,1 0 1,2 1-1,2 0 1,1 0-1,1 1 1,2 1-1,17-32-8,-9 23-11,3 2-1,1 1 1,1 1-1,3 1 0,0 1 1,27-23 11,-34 39-4,0 2 1,1 0 0,2 1-1,-1 2 1,2 0-1,0 2 1,0 0-1,1 2 1,1 1 0,0 1-1,28-4 4,9 2 6,0 3-1,1 3 0,0 2 1,50 6-6,-88-1 4,0 1 1,1 1-1,-1 2 1,-1 0-1,1 2 1,-1 1-1,-1 1 1,0 2-1,0 0 1,-1 2-1,-1 1 1,0 0-1,-1 2 1,4 4-5,8 11 10,-2 1 1,0 1-1,-3 2 1,-1 1-1,-1 2 1,-2 0-1,-2 2 1,2 9-11,21 44 51,-4 3 1,-4 2 0,-5 1-1,7 40-51,-25-69 134,-2 0-1,-4 0 0,-2 1 1,-4 0-1,-3 0 1,-8 64-134,3-109 127,-1 0 1,-1 0 0,-2-1 0,-1 0 0,-1-1 0,-1 0-1,-2 3-127,-32 53 639,-24 31-639,56-90 50,-38 56 319,-3-2 1,-64 67-370,87-109 132,-1-2 0,-2-1 1,-1-1-1,-1-2 0,-2-2 0,-1-1 0,-4-1-132,16-11 56,-2-1 0,0-1 0,0-2 0,-1-1 1,0-1-1,0-2 0,-2-1-56,-19 1 52,0-2-1,-1-3 1,-41-5-52,52-1 16,1-1 0,0-2 1,1-1-1,-1-3 0,-24-11-16,-9-8 41,1-3 1,-27-21-42,65 36 18,0-2 0,2-2 0,0 0 0,2-3 0,1 0 0,-18-23-18,29 28-7,0-1 0,2-1 0,1-1 0,1 0-1,1-1 1,2 0 0,0-1 0,2 0 0,-5-21 7,-50-269-74,7 25 55,36 201-46,4-2 0,4 1 0,4-2 0,4-34 65,6 48-47,6-39 47,-3 86-9,2 0 0,0 1 0,3-1 1,0 2-1,2-1 9,9-12-8,1 0 0,3 1-1,1 1 1,2 2 0,1 0 0,3 2 0,1 1-1,1 2 1,2 1 0,2 2 0,27-19 8,-11 13-9,2 3 1,1 1 0,2 3-1,1 3 1,1 2-1,1 3 1,1 3 0,29-5 8,-46 15-16,1 2 0,0 2 0,0 2 1,22 2 15,-44 3-6,1 0 0,0 1 0,-1 2 1,1 1-1,-1 0 0,0 2 0,-1 1 1,0 0-1,4 4 6,13 10-10,0 2 0,-2 2 0,-1 1 0,-2 2 0,0 2 0,-2 0 0,14 20 10,25 35-115,-3 3 1,23 44 114,-26-30-289,-4 3 0,38 94 289,-69-129-24,-4 0 0,-3 2 0,-3 1-1,-3 0 1,-2 11 24,-10-36 11,-1-1 0,-3 1 0,-1 0-1,-3 0 1,-2 0 0,-2-1 0,-3 0-1,-1 0 1,-2-1 0,-3 0 0,-16 37-11,16-52 49,0-1 1,-2-1-1,-1 0 1,-2-1-1,-1-1 1,-1 0-1,-1-2 1,-1-1-1,-2-1 1,0-1-1,-1-1 1,-2-2 0,0 0-1,-1-2 1,0-2-1,-24 9-49,10-8 36,-2-2 0,1-2 0,-2-2-1,-8-1-35,-191 19 29,139-18 1,42-2-23,0-4 1,-1-2 0,0-3-1,-42-6-7,83 1 2,1-2 0,-1 0 0,2-1 0,-1-2 0,1 0 0,1-2 0,0 0 0,0-1 0,2-2 0,-1 0 0,-2-4-2,-9-9 3,1-1 0,2-1 0,1-2 0,1-1 0,2-1 0,-6-11-3,8 3-5,1-2 0,2 0 0,2 0 0,2-2 0,2 0-1,2-1 1,0-12 5,-10-82-36,-3-109 36,22 211 0,-4-46-3,3-1 0,5-1 0,4-14 3,-3 83-3,2 0 1,0 0-1,1 0 1,1 0 0,0 1-1,1 0 1,1 1-1,7-10 3,0 0-16,2 2 0,1 0 0,0 1 0,18-16 16,-19 24-7,0 1-1,1 1 1,0 0 0,1 1 0,1 1-1,-1 1 1,2 1 0,-1 0 0,2 2 0,-1 0-1,1 2 1,-1 0 0,1 2 0,1 0-1,-1 1 1,16 1 7,4 2-7,1 1 0,0 2 1,-1 2-1,0 2 0,0 1 0,-1 3 0,-1 1 0,3 3 7,0 2-3,0 2 1,-1 1-1,-2 3 0,3 3 3,-20-11-2,-1 1 1,-1 1-1,0 0 0,-2 2 0,0 1 0,-1 0 0,9 15 2,-2 5-6,-2 2 0,-2 0 0,-1 2 0,-3 0 0,-1 1 0,-3 1 0,-1 0 0,-3 0 0,-2 1 0,-2 0 0,-2 1 0,-2 14 6,-1-43-1,-1 0 1,-1 0-1,-1 0 0,-1 0 1,0 0-1,-2-1 0,-6 16 1,-1-6 16,-1-1-1,-1 0 1,-2-1-1,-10 12-15,0-2 14,-2 0-1,-1-2 0,-1-2 1,-31 25-14,44-42 7,-1-2 0,-1 0 1,0-1-1,-1-1 0,0-1 1,0-1-1,-1-1 0,-1-1 1,1-1-1,-13 2-7,1-3-6,0-1 0,-1-2 0,1-1 1,-1-2-1,0-2 0,1-1 0,0-1 0,0-2 0,0-1 0,0-2 0,1-1 0,-30-15 6,38 14-23,1-1-1,0-2 0,1 0 0,0-2 0,1 0 0,1-1 1,1-2-1,0 0 0,2-1 0,0-1 0,1 0 0,1-1 1,1-1-1,1-1 0,1 0 0,-8-23 24,6 3-58,2-1 1,2 0-1,2-1 0,2 0 1,2 0-1,2-1 0,2 1 1,2-1-1,3 1 0,1 0 1,2 0-1,2 0 1,2 1-1,2 0 0,3 1 1,1 1-1,5-7 58,-4 16-14,2 1 0,1 1 1,1 1-1,2 0 0,1 2 0,1 1 0,2 1 1,0 2-1,17-11 14,-21 18 0,1 2 0,1 0 1,0 2-1,1 1 0,0 1 0,1 1 1,0 1-1,1 2 0,0 1 0,0 1 1,29-1-1,-52 6-2,0 1 1,1 0-1,-1 0 0,0 0 1,1 1-1,-1 0 1,0 0-1,0 1 1,0 0-1,0 0 1,0 0-1,0 1 1,-1-1-1,1 1 1,2 2 1,1 3-5,1 1-1,-2-1 1,1 2 0,-1-1-1,-1 1 1,0 0 0,2 4 5,16 29-2,-3 2 0,-1 0 1,-2 1-1,-3 0 1,-1 2-1,-3 0 1,4 29 1,0 9 3,-4 0 0,-4 1-1,-3 0 1,-6 65-3,-3-87 18,-3 0 0,-3 0-1,-3-1 1,-2-1 0,-4 0-1,-18 42-17,17-53 39,-2-2-1,-2-1 0,-3-1 1,-1-1-1,-14 15-38,37-56 8,0 0 0,0-1 0,0 1 0,-1-1 0,0 0 0,0-1 0,0 1-1,-1-1 1,1 0 0,-1-1 0,-1 1-8,4-3 2,0 1 0,1-1 1,-1 0-1,0 0 0,0-1 0,0 1 0,0-1 0,1 0 0,-1 0 1,0 0-1,0-1 0,0 1 0,0-1 0,1 0 0,-1 0 0,0 0 0,1-1 1,-1 1-1,1-1 0,-1 0 0,1 0 0,0 0 0,-2-1-2,-4-5-4,1 0 0,0-1 0,0 0 0,0 0 0,1-1 0,0 0 0,1 0 0,1-1 0,-3-4 4,-9-23-67,1-2 1,-1-10 66,-1-12-252,2 0 0,3-1 0,-4-63 252,13 78-283,1 0 0,3-1 0,3 1 0,1 0 0,7-31 283,-8 62-40,1 0 0,1 0 0,0 0 1,1 1-1,1 0 0,0 0 0,1 0 1,1 1-1,0 0 0,2 1 0,-1 0 1,2 1-1,-1 0 0,2 0 0,0 1 1,0 1-1,1 1 0,1-1 0,-1 2 0,2 0 1,-1 1-1,13-4 40,1 3 34,1 2 1,0 1-1,1 2 1,-1 0-1,1 3 1,0 0-1,21 3-34,-39-2 17,0 1 1,0 1-1,1 0 0,-1 0 0,-1 1 0,1 1 0,0 0 0,10 5-17,-15-4 14,0 0 0,0 0 0,0 1 0,-1 0 0,0 0 0,0 1 0,0 0 0,-1 0 0,0 1 0,0-1-1,-1 1 1,3 6-14,5 12 88,0 1 1,-2 0-1,-2 1 0,0 0 0,-2 0 0,-1 1 0,-1 0 0,0 11-88,0 34 422,-2 1 0,-7 51-422,-1-75 149,-2-1 0,-2 1 0,-2-2 0,-3 0-1,-1 0 1,-3-1 0,-2-1 0,-2-1 0,-2-1 0,-1-1 0,-3-1 0,-1-2 0,-10 9-149,30-39 13,-1-1 0,0 0-1,0 0 1,-1-1 0,0 0-1,-11 6-12,18-12 4,0-1 0,0 0 0,0 0 0,0 0 0,0 0 0,-1-1 0,1 0 0,0 1 0,-1-2 0,1 1 0,-1 0 0,0-1 0,1 0 0,-1 0 0,1 0 0,-1-1 0,1 0 0,-1 0 0,1 0 0,-1 0 0,1 0 0,-2-2-4,-1-1 0,0 0 0,0-1 0,1 0 0,0 0 0,0-1 0,0 0 0,0 0 0,1 0 0,0-1 0,1 1 0,-1-1 0,0-3 0,-11-21-45,1-1-1,-3-14 46,12 33-20,-23-69-248,3-1 0,4-1 0,4-1-1,3 0 1,4-1 0,2-41 268,8 102-48,1 0 0,0 0 0,2 0 0,2 0 0,0 0 0,1 1 0,4-9 48,-4 19-10,1 1 0,0-1 0,1 1 0,0 1 0,1-1 0,1 1 0,0 1 0,0-1 0,1 2 0,1-1 0,-1 1 0,12-7 10,-14 10 2,1 1 1,0 0-1,0 0 0,0 1 1,1 0-1,0 1 1,0 0-1,0 0 1,0 1-1,1 0 0,-1 1 1,1 0-1,0 1 1,-1 0-1,1 1 1,0 0-1,8 2-2,-15-1 17,0 0 0,0 0 1,0 1-1,-1-1 0,1 1 0,0 0 0,-1 0 0,0 1 1,1-1-1,-1 1 0,0-1 0,0 1 0,0 0 0,-1 0 1,1 0-1,-1 1 0,0-1 0,0 1 0,0-1 0,0 1 1,0 0-1,-1 0 0,0-1 0,1 1 0,-1 0 1,-1 0-1,1 0 0,-1 3-17,2 10 105,-1 0 0,0 0 0,-2 0 0,0 0 0,-1 0 0,-2 9-105,-7 17 145,-1-1-1,-2 0 1,-2-1 0,-2 0 0,-2-2-1,-1 0 1,-2-1 0,-1-2 0,-2 0 0,-2-2-1,-25 24-144,45-49 20,-1-1-1,0-1 1,-1 0-1,1 0 0,-1-1 1,-1 0-1,1-1 1,-1 0-1,0-1 1,-11 4-20,17-7 4,0 0 0,0 0 0,0-1 1,0 1-1,0-1 0,0 0 0,0-1 1,0 1-1,0-1 0,1 0 1,-1 0-1,0 0 0,0-1 0,1 0 1,-1 0-1,1 0 0,-1 0 0,1-1 1,0 0-1,0 0 0,0 0 0,0 0 1,1 0-1,-1-1 0,1 0 0,0 1 1,-1-2-5,-8-13 1,2 0 0,-1 0 1,2-1-1,1 0 0,0-1 1,-1-9-2,-35-135-20,40 146 17,-17-81-127,3-2 0,5 0 0,5-1 0,4 0 1,6-59 129,-1 146-40,0 1 1,1-1 0,0 1 0,2 0 0,-1 0 0,2 0 0,0 0 0,0 0 0,4-4 39,-4 10-15,-1 1 0,2 1 0,-1-1 0,1 1 1,0 0-1,0 0 0,0 1 0,1-1 1,0 1-1,0 1 0,0 0 0,1 0 1,0 0-1,-1 1 0,9-3 15,-4 2-6,2 0 0,-1 0 1,0 1-1,1 1 0,0 0 0,-1 1 0,1 1 1,0 0-1,-1 0 0,1 2 0,0-1 0,-1 2 1,1 0-1,12 5 6,-16-4 1,1 1 0,-1 0 0,0 1 1,-1 0-1,0 0 0,0 1 0,0 1 0,-1-1 0,0 1 1,0 1-1,-1-1 0,0 1 0,-1 1 0,1-1 1,-2 1-1,0 0 0,0 0 0,2 7-1,4 15 45,-1 1-1,-2 0 1,-1 1-1,-2 0 1,-1 0 0,-2 0-1,-1 0 1,-2 1-1,-1-1 1,-1 0-1,-2 0 1,-2-1 0,-1 1-45,-8 23 135,-2-1 0,-2-1 1,-3 0-1,-2-2 0,-2-1 1,-3-1-1,-8 8-135,0-5 283,-34 39-283,70-90 5,0 0 0,-1-1 0,1 1 0,-1 0 1,1-1-1,-1 0 0,0 1 0,0-1 0,0 0 0,0-1 0,0 1 1,-1 0-1,1-1 0,0 0 0,-1 0 0,1 0 0,-1 0 0,-2 0-5,3-2 3,1 0-1,-1 1 0,0-1 0,0-1 0,1 1 0,-1 0 0,0-1 1,1 1-1,0-1 0,-1 0 0,1 0 0,0 0 0,0 0 0,0 0 1,0 0-1,0-1 0,0 1 0,1 0 0,-1-1 0,1 0 0,0 1 1,0-1-1,0 0 0,-1-2-2,-14-42-32,2-1 0,1 0 1,3-1-1,2-1 0,2-13 32,-7-52-522,6 1 0,6-90 522,1 202-6,2-37-222,1 0 1,7-27 227,-7 54-48,0 1 0,0-1 0,1 1 0,0 0 0,1 0 0,1 1 0,-1 0 0,2-1 1,-1 2-1,8-9 48,-4 8-31,0 0 1,1 0 0,1 1 0,-1 1-1,1 0 1,0 0 0,1 2-1,0-1 1,0 1 0,1 1 30,9-3-22,0 1 0,1 1-1,0 1 1,0 1 0,18 0 22,-32 3-1,0 0-1,1 1 1,-1 1-1,1-1 0,-1 2 1,1-1-1,7 4 2,-13-4 0,0 2 0,0-1-1,0 0 1,0 1 0,0 0-1,-1 0 1,1 1 0,-1-1-1,0 1 1,0 0 0,0 0 0,0 0-1,-1 1 1,0-1 0,1 1-1,0 3 1,3 5 3,-1 1 0,0 0-1,-1 1 1,-1-1-1,0 1 1,-1 0 0,0 0-1,0 12-2,-1 11 39,-2 1-1,-1-1 0,-2 5-38,-3 1 105,-1 0-1,-2-1 1,-3-1 0,-1 1-1,-1-2 1,-3 0-1,-1-1 1,-18 27-105,-2-5 200,-2-2 0,-3-1 1,-2-3-1,-3-1 0,-4-1-200,49-51 6,-4 5 19,1-2 0,-1 1 0,-1-1 0,1 0 0,-1 0 0,0-1 0,-7 4-25,14-9 5,-1 1-1,0-1 0,1 1 0,-1-1 0,0 1 0,0-1 0,1 0 0,-1 0 0,0 0 0,0 0 0,0 0 0,1 0 0,-1 0 0,0-1 0,0 1 0,1-1 0,-1 1 0,-1-2-4,1 1 1,-1-1 0,1 0 0,-1 0 0,1 0-1,0 0 1,0 0 0,0-1 0,0 1 0,0-1-1,0 1 1,1-1 0,-1 0 0,1 0-1,-1-2 0,-8-19-6,2-2 0,1 1 0,1-1 0,-2-19 6,-12-119-111,19 159 105,-8-96-309,4-1 0,4 0 0,8-45 315,-5 129-44,0 0 0,1-1 0,2 1 1,0 0-1,0 1 0,2-1 1,0 1-1,1 0 0,0 1 1,2 0-1,0 0 0,1 1 1,0 1-1,1-1 0,1 2 0,0 0 1,0 0-1,2 1 0,0 1 1,0 1-1,0 0 0,2 1 1,-1 0-1,1 1 0,7-1 44,2-1-10,1 2 0,0 0 1,1 2-1,-1 1 0,1 2 0,0 0 0,18 2 10,-39 1 0,-1 0 0,1 1 0,-1-1 0,0 2 0,1-1 0,-1 1 0,0 0 0,0 0 0,0 0 0,0 1 0,0 0 0,-1 0 0,0 1 0,1-1 0,-1 1 0,0 1 0,-1-1 0,1 1 0,-1-1 0,0 1 0,0 0 0,3 5 0,2 6 3,-1 0 1,-1 0-1,-1 1 1,0 0-1,-1 0 1,0 0-1,0 11-3,2 12 83,-1 1 1,-2-1-1,-2 1 1,-2 0-1,-1 0 0,-3-1 1,-1 1-1,-1-1 1,-3 0-1,-1-1 0,-2 0 1,-2 0-1,-2 1-83,-8 10 149,-1-1 0,-3-2 0,-1 0 0,-3-2 0,-2-2 0,-8 8-149,36-44 12,0 0 0,0 0 1,-1-1-1,0 1 1,0-2-1,-1 1 0,1-1 1,-1 0-1,0 0 1,-1-1-1,1 0 0,-1 0 1,0-1-1,1-1 1,-1 1-1,-1-1 0,-5 0-12,12-2 3,0 1-1,0-1 0,0 0 0,0-1 0,0 1 1,0 0-1,0-1 0,0 0 0,0 0 1,0 0-1,0 0 0,1 0 0,-1 0 0,0-1 1,1 1-1,-1-1 0,1 0 0,-1 1 0,1-1 1,0 0-1,0-1 0,-1-1-2,-3-4 0,1-1 1,0 0-1,1 0 0,0 0 1,0 0-1,1-1 0,-1-2 0,-11-52-69,2-1 0,3-1 0,3 0 0,2-57 69,3 60-104,2 0-1,2 0 1,4 0 0,2 1 0,15-53 104,-19 101-22,0 0 0,1 1 1,1 0-1,0 0 1,1 0-1,0 1 0,1 0 1,0 0-1,1 1 1,1 0-1,-1 1 1,2 0-1,-1 0 0,1 1 1,3-1 21,6-2-14,0 1 1,1 0 0,1 2-1,-1 1 1,2 0 0,-1 2-1,1 0 1,16-1 13,14-2-7,1 3 0,0 2 0,1 2 0,-1 3 0,15 3 7,-58-3 0,0 0 0,-1 1 0,1 1 0,-1-1-1,0 2 1,0-1 0,0 1 0,0 1 0,-1 0 0,7 4 0,-10-4 1,-1 0 1,1 0 0,0 1-1,-1 0 1,0 0 0,-1 0-1,1 0 1,-1 1-1,0 0 1,-1 0 0,0 0-1,0 0 1,0 0-1,0 4-1,4 23 36,-2-1-1,-1 1 1,-1-1 0,-2 1-1,-1 0 1,-2 0-1,-1 0 1,-7 26-36,0-12 120,-3-1 0,-1-1 0,-2 0 0,-3-1 0,-1-1 0,-16 24-120,-19 24 405,-3-3 1,-36 39-406,77-105 45,-37 42 68,49-60-104,0-1 1,0 1 0,0-1-1,0-1 1,-1 1 0,1-1-1,-1 0 1,0 0-1,0 0 1,0-1 0,-3 0-10,7-1 3,0 0 0,-1-1 0,1 0 0,-1 0 1,1 1-1,-1-1 0,0-1 0,1 1 1,-1 0-1,1-1 0,0 1 0,-1-1 0,1 0 1,-1 0-1,1 0 0,0 0 0,-1 0 0,1 0 1,-1-1-4,-1-2 0,0 0 1,0 0-1,0 0 1,0 0-1,1 0 1,0-1 0,0 1-1,0-1 1,0 0-1,1-1 0,-7-14-13,1-1 1,1 0-1,1 0 0,1-1 0,1 0 0,1-1 13,-5-48-237,3-25 237,2 19-260,3 0 0,6-27 260,-4 80-72,2 0 0,0 1 1,2 0-1,0-1 0,1 2 0,2-1 0,0 1 0,2 0 0,9-14 72,-13 27-16,-1 0 0,2 0 0,-1 1 0,1 0 1,1 0-1,-1 1 0,1 0 0,0 1 0,1 0 1,0 0-1,0 1 0,0 0 0,0 1 0,1 0 1,0 1-1,4-1 16,13-2-12,-1 2 1,2 1 0,-1 1 0,0 1-1,20 3 12,-36-2 0,0 0 1,0 2-1,0-1 0,0 1 1,-1 1-1,1 0 0,-1 1 0,0 0 1,0 1-1,0 0 0,0 0 1,-1 1-1,0 1 0,0 0 0,-1 0 1,0 1-1,0 0 0,-1 0 0,1 1 1,-2 0-1,0 1 0,0 0 1,-1 0-1,0 0 0,0 1 0,-1 0 1,-1 0-1,0 0 0,3 12 0,0 6 44,-1 0-1,-1 0 0,-2 1 1,-1 0-1,-1 0 1,-1-1-1,-2 1 0,-1 0 1,-1-1-1,-2 0 0,-8 26-43,0-13 93,-2 1-1,-1-2 0,-2 0 0,-2-2 1,-2 0-1,-1-1 0,-17 18-92,31-43 15,0 0-1,-1-1 1,-1 0 0,0-1-1,0 0 1,-9 4-15,13-10-41,0 0-1,0-1 1,0 0 0,-1 0 0,1-1 0,-1-1-1,0 1 1,0-1 0,0-1 0,0 0 0,-9 1 41,11-3-77,0 1 1,0-1 0,0 0-1,0 0 1,0-1 0,1 0-1,-1 0 1,0-1 0,1 1-1,0-1 1,0-1 0,0 1-1,0-1 1,0 0 0,1-1-1,-1 1 1,1-1 0,0 0-1,1 0 1,-3-4 76,-11-15-324,2 0 0,0-2 1,2 1-1,-4-13 324,-6-15-220,3 0 0,2-2 1,3 0-1,2 0 0,2-2 1,3 1-1,3-1 0,1-4 220,4 46-26,1 0 1,0 0-1,1 0 0,0 0 1,1 0-1,1 0 0,3-10 26,-3 18-3,0 0 0,0 0-1,1 0 1,0 0 0,0 1-1,1-1 1,0 1 0,0 0 0,0 1-1,1-1 1,0 1 0,0 0-1,0 0 1,1 1 0,2-2 3,9-4 52,0 1 1,0 1 0,1 0 0,-1 2 0,2 0-1,-1 1 1,1 1 0,-1 0 0,1 2-1,0 0 1,0 1 0,17 2-53,-22 0 41,1 1 0,-1 0-1,1 1 1,-1 0 0,0 2 0,0 0-1,-1 0 1,0 1 0,1 1 0,-2 0-1,1 1 1,-1 1 0,-1 0 0,1 1 0,-2 0-1,8 7-40,-4 2 67,-1-1 0,0 2 0,-1 0 0,-1 1 0,-1 0-1,-1 0 1,-1 1 0,6 23-67,-4-3 171,-1 1 0,-2 0-1,-2 0 1,0 18-171,-5-41 69,0-1 0,-1 0 0,0 0 1,-2 0-1,0 1 0,-2-1 0,0-1 0,-1 1 1,0-1-1,-2 0 0,0 0 0,-1 0 1,-1-1-1,-1 0 0,0-1 0,-1 0 0,0-1 1,-13 12-71,15-16 10,-2 0-1,1-1 0,-1-1 1,0 1-1,-1-2 0,0 0 0,-1 0 1,0-1-1,-3 1-8,11-6-4,1 0 0,-1-1 0,0 0 0,1 1 0,-1-2 0,0 1 0,0-1 0,0 1 0,0-1-1,0 0 1,1-1 0,-1 0 0,0 1 0,0-1 0,0-1 0,1 1 0,-1-1 0,1 0 0,-1 0 0,1 0 0,0 0 0,0-1 0,-1 0 0,2 0 0,-1 0 0,0 0 0,1-1 0,-1 1 0,1-1 0,-2-3 4,-7-10-109,1-1 0,0 1 0,2-2 0,0 1 0,1-1 0,1-1 0,-1-5 109,-10-40-991,-6-47 991,8 8-1087,5 0 0,4-1 0,5-24 1087,2 97-387,0 7-140,0-1 1,2 0 0,3-9 526,-4 26-135,1 1 1,0 0-1,1 1 1,0-1 0,0 0-1,1 1 1,-1-1 0,2 1-1,-1 0 1,1 1-1,0-1 1,3-1 134,5-5-63,1 1 0,1 1 0,0 0 0,0 1 0,1 1 0,0 1 0,0 0 0,1 1 1,0 0-1,1 2 0,6-2 63,0 1 138,0 1 0,-1 2 0,1 0 1,1 1-1,-1 1 0,0 2 0,0 0 0,8 3-138,-17-1 106,-1 0-1,0 2 1,0-1-1,-1 2 1,1 0-1,-1 1 1,0 0 0,-1 1-1,0 0 1,0 1-1,-1 0 1,0 1-1,0 0 1,-1 1-1,-1 0 1,0 0-1,0 1 1,-1 1-1,-1-1 1,0 1-1,3 9-105,4 11 306,-1 1-1,-1 1 1,-3 0-1,0 0 1,-3 1-1,0 0 1,-3 0-1,-1 6-305,-2-6 224,-1-1-1,-3 1 1,0-1-1,-3 0 1,0 0 0,-3-1-1,-1 0 1,-1 0-1,-1-1 1,-3-1 0,0 0-1,-2-2 1,-1 0 0,-2 0-1,-1-2 1,0-1-1,-3-1 1,-14 13-224,32-33 21,0 0 1,-1-1-1,0 1 0,0-1 1,0-1-1,-1 1 0,1-1 1,-1-1-1,0 0 1,0 0-1,-2 0-21,5-2 5,1 0 0,0-1 1,-1 1-1,1-1 0,-1 0 0,1 0 1,0-1-1,-1 1 0,1-1 0,-1-1 1,1 1-1,0-1 0,0 0 0,0 0 1,0 0-1,0 0 0,0-1 0,1 0 1,-1 0-1,-1-2-5,-2-4-1,0 1 0,0-2 0,1 1 1,0-1-1,0 0 0,1-1 0,1 1 0,-1-1 0,-1-8 1,-5-14-56,2-1-1,-7-34 57,6 2-213,2 0 0,4-1 1,2 1-1,4-1 1,3-14 212,-2 59-86,1-1 1,1 1 0,1-1 0,0 1 0,2 1-1,1-1 1,1 1 0,0 0 0,1 1-1,7-9 86,-6 14-54,0 1 1,1 0-1,0 1 0,1 0 0,0 0 0,1 2 0,1-1 0,0 2 0,0 0 1,1 1-1,0 1 0,14-6 54,-6 5-21,1 1 1,-1 1-1,1 1 1,0 1-1,1 2 1,-1 0-1,1 2 1,11 0 20,-30 2-2,-1-1 0,0 1 1,0 0-1,0 0 1,0 1-1,0 0 0,0 0 1,0 0-1,0 1 0,-1 0 1,1 0-1,-1 0 1,0 1-1,0 0 0,0 0 1,-1 0-1,1 0 1,-1 1-1,0 0 0,0 0 1,0 0-1,-1 0 0,0 1 2,6 12 5,-1 0 0,0 0 0,-2 1 0,0-1 0,-1 2 0,1 11-5,2 13 162,-2 0 0,-2 0 0,-1 1 0,-3-1 0,-1 1 1,-3-1-1,-1 1 0,-11 37-162,8-49 155,-2 0 0,-1-1 0,-2 0 0,-1-1 0,-1 0 0,-1-2 0,-2 0 0,-1 0 1,-2-2-1,0-1 0,-2 0 0,-3 1-155,15-17 12,1 0 1,-2-1 0,1 0-1,-1-1 1,0-1 0,-1 0-1,0 0 1,0-1-1,0-1 1,-1 0 0,0-1-1,0 0 1,0-1 0,0-1-1,-1 0 1,1-1 0,-1-1-1,1 0 1,-4-1-13,10 0-11,1 0 0,-1-1 1,1 0-1,-1 0 0,1-1 1,0 1-1,0-2 1,0 1-1,1-1 0,-1 0 1,1 0-1,0-1 0,-2-2 11,-2-2-32,0-1 0,2 0 0,-1 0 0,1-1 0,1 0 0,0 0 0,-3-8 32,-4-10-137,2-1 0,1-1 0,1 0 0,2-1-1,1 1 1,1-3 137,2 14-120,1 0 0,1 0 0,1 0 0,0-1 0,2 1 0,2-14 120,-2 28-21,1-1 1,0 0 0,0 1-1,0-1 1,1 1 0,0 0-1,1-1 1,-1 1-1,1 1 1,0-1 0,0 1-1,1-1 1,0 1 0,0 1-1,0-1 1,0 1-1,1 0 1,0 0 0,0 0-1,0 1 1,0 0 20,33-16-9,0 3-1,0 1 1,2 2 0,-1 2-1,2 2 1,-1 1 0,1 2-1,10 2 10,-40 3 7,-1 0-1,1 2 1,0-1-1,0 1 0,0 1 1,0 0-1,0 1 1,-1 0-1,2 1-6,-7-1 15,-1 0 0,1 0 0,0 0 0,-1 1 0,0 0 0,0 0 0,0 0 0,0 1 0,-1 0 0,1 0 0,-1 0 0,-1 0 1,1 1-1,-1 0 0,0-1 0,0 1 0,0 1-15,2 5 83,-1 0 0,-1 0 1,0 0-1,-1 0 1,0 0-1,0 1 0,-2-1 1,1 1-1,-2-1 1,1 0-1,-2 1 0,0-1 1,0 0-1,-1 0 1,-1 0-1,0 0 0,0 0 1,-1-1-1,-1 0 1,0 0-1,-3 4-83,-13 18 123,0-1 0,-3-1 0,0-1-1,-2-2 1,-1 0 0,-8 3-123,16-12 18,-1-1-1,-1-1 0,0-1 1,-2-1-1,0-1 0,0-1 1,-1-1-1,-1-1 0,0-1 1,0-2-1,-1 0 0,-15 1-17,33-8 1,0 0 0,1-1-1,-1 0 1,0 0 0,0-1-1,0 0 1,1-1-1,-1 0 1,1 0 0,-1-1-1,1 0 1,0 0 0,0-1-1,-5-3 0,2 0-2,1-1-1,0 0 0,0 0 0,1-1 1,0 0-1,0-1 0,1 0 0,1 0 1,-4-8 2,-6-12-33,1-1 1,2-1 0,2 0 0,1-1-1,1 0 1,2 0 0,0-7 32,-1-8-125,2 0 1,2-1-1,2 1 1,2-1-1,3 0 1,3-18 124,-2 54-34,0 0 0,1 1 0,0 0 0,0-1 0,2 1 0,-1 1 0,2-1 0,-1 1 0,2 0 0,-1 1 0,1-1 0,1 2 0,0-1 0,0 1 0,1 0 0,0 1 0,1 0 0,-1 1 0,2 0 0,-1 1 0,1 0 0,3 0 34,24-10-55,1 2 0,1 2-1,0 1 1,0 2-1,1 2 1,4 2 55,-27 2-7,15-2-1,-1 2 0,1 1 0,0 1 0,30 4 8,-56-3-1,0 1-1,0 1 0,0-1 1,-1 1-1,1 1 1,0-1-1,-1 1 0,0 1 1,0-1-1,0 1 0,0 1 1,-1-1-1,1 1 1,-1 0-1,0 0 0,-1 1 1,1 0-1,-1 0 0,0 0 1,-1 1-1,1-1 0,-1 1 1,0 2 1,3 6 0,-2 2 1,1-1 0,-2 1 0,0-1-1,-1 1 1,-1 0 0,0 4-1,-1 23 23,-1-1 1,-3 17-24,0-30 45,-1 0 0,-2 0-1,-1-1 1,-1 0 0,-2 0 0,0-1 0,-2 0 0,-1-1 0,-9 12-45,-2-1 137,-1-1 1,-2-1-1,-1-2 0,-2-1 1,-2-1-1,-6 3-137,25-23 24,-1-1-1,0 0 1,-1-1-1,-1-1 1,1 0-1,-1-1 1,-1-1 0,1-1-1,-1 0 1,-8 1-24,16-5-1,0 0 0,0-1 0,0 0 1,-1 0-1,1-1 0,-1 0 0,1-1 0,0 0 1,-1 0-1,1-1 0,0 0 0,0-1 1,0 0-1,0 0 0,1-1 0,-1 0 0,1-1 1,0 0-1,0 0 0,-3-3 1,0-2-24,1 0 0,0-1 1,0 0-1,1-1 0,0 0 0,1-1 0,1 1 0,-5-13 24,-2-7-82,1 0 0,2-1 0,-4-20 82,0-15-209,3-1 1,3-1-1,2 1 1,4-24 208,3 35-390,2 1 0,3 0 0,3 0 0,1 0 0,12-31 390,-13 61-276,1 1-1,2 0 0,0 0 0,2 1 0,1 0 1,0 2-1,5-4 277,-11 15-69,1 1-1,1 0 1,0 1 0,0 0 0,1 0-1,0 1 1,1 1 0,0 0-1,0 1 1,0 0 0,1 0 0,0 1-1,1 1 1,11-3 69,-19 7 17,-1-1 0,1 1 0,0 0-1,0 1 1,0-1 0,0 1 0,-1 0 0,1 1 0,0-1-1,0 1 1,0 0 0,-1 1 0,1-1 0,-1 1-1,1 1 1,-1-1 0,1 1 0,-1-1 0,0 1 0,0 1-1,-1-1 1,1 1 0,-1 0 0,0 0 0,1 0 0,2 5-17,5 6 136,-1 1 1,0 1-1,-1 0 1,-1 0 0,-1 1-1,0 0 1,3 12-137,4 19 567,-2 1 1,2 29-568,-4-14 518,-4 2 1,-2-1 0,-3 1-1,-5 44-518,-2-62 237,-1 1-1,-3-1 1,-2 0 0,-1-1-1,-3-1 1,-12 25-237,5-20 231,-3 0 1,-2-1-1,-1-2 1,-3-1-1,-3-1 1,-1-2-1,-32 32-231,61-71 20,0 0 0,-1 0 0,0-1 0,0 1 0,0-2 0,0 1 0,-1-1 0,0 0 0,0-1 0,0 1 0,0-2-1,0 1 1,-7 0-20,8-2 4,0-1-1,-1 0 0,1 0 0,0 0 0,0-1 1,0 0-1,0-1 0,0 1 0,0-1 1,0-1-1,0 1 0,1-1 0,-1 0 0,1-1 1,0 0-1,-5-3-3,-4-5-15,1 1 0,1-2-1,0 0 1,0 0 0,2-1 0,-1-1 0,2-1 15,-14-20-104,3-1-1,-13-31 105,2-5-159,3-1-1,4-1 1,3-2 0,4 0-1,2-2 1,5 1 0,2-1-1,4-14 160,5 92-1,-1-37-156,1 1 1,2-1 0,2-7 156,-2 33-55,1 0 1,0 1 0,0-1 0,1 1 0,0 0 0,1 0 0,1 0 0,-1 1 0,2 0 0,-1 0 0,8-8 54,1 3-26,0 1 0,1 1 0,0 0 0,1 1 0,0 1 0,1 1 0,0 0 0,1 1 0,0 1 0,0 1 0,1 1 0,0 1 0,0 0 1,1 1 25,29-4-2,0 2 0,1 2 0,-1 2 0,1 3 1,4 2 1,-44-3-1,0 1 1,0 0 0,0 1 0,0 0 0,-1 1 0,1 1 0,-1-1 0,1 1 0,6 5 0,-11-5 1,0 0 1,-1 0 0,1 1 0,-1 0 0,0 0 0,-1 0 0,1 1-1,-1-1 1,0 1 0,-1 0 0,1 0 0,-1 1 0,0-1-1,-1 0 1,1 3-2,5 17 37,-1 0 0,-2 0 0,-1 1-1,0-1 1,-2 1 0,-1 0 0,-2-1 0,-2 18-37,-1-5 116,-2-1 1,-1-1 0,-2 0-1,-2 0 1,-12 28-117,5-23 133,-3-2 0,-1 0 1,-2-1-1,-1-2 1,-2 0-1,-2-2 0,-1-1 1,-2-1-1,-29 23-133,51-48 21,0 0 1,-1 0-1,0-1 1,-1-1-1,1 0 0,-1 0 1,0-1-1,-1-1 1,1 0-1,-12 2-21,15-4 9,0-1 0,0-1 0,0 1 1,1-1-1,-1-1 0,0 0 0,0 0 0,0-1 0,0 0 0,1 0 0,-1-1 1,1 0-1,-1 0 0,1-1 0,0 0 0,-2-3-9,-2-1 2,0-1 0,1 0-1,0-1 1,1 0 0,0-1 0,0 0 0,1-1-1,-6-10-1,-1-6-3,0 0-1,2-1 0,-9-26 4,1-9-83,2 0 0,3-2 1,3 1-1,3-2 0,3 0 1,3 0-1,3 0 0,2-1 1,8-46 82,-5 94-50,1 0 1,0 0 0,2 0-1,0 0 1,2 1 0,0 0-1,1 0 1,0 1 0,2 0-1,0 1 1,1 0 0,1 1-1,0 0 1,2 1 0,0 0 49,2 0-26,1 1 1,0 1 0,1 1 0,0 1-1,1 0 1,0 2 0,1 0 0,0 1-1,0 1 1,0 1 0,1 1 0,0 1-1,16-1 26,-27 4-3,12-2-1,-1 2 0,1 0-1,1 2 5,-17-1-1,-1 1 0,1-1 0,-1 2 0,1-1 0,-1 1 0,0 0 0,1 0 0,-1 0 0,-1 1 0,1 0 0,0 0 0,-1 1 0,3 2 1,-1 0 0,-1 1-1,0-1 1,0 2 0,-1-1 0,0 1-1,0-1 1,-1 1 0,0 1-1,0-1 1,-1 1 0,1 2 0,3 14 7,-1-1-1,-1 1 1,1 23-7,-2-1 70,-2 1-1,-2-1 1,-3 0 0,-1 0-1,-3 0 1,-1 0-1,-3-1 1,-7 20-70,4-27 83,0 0 0,-3-2 1,-1 0-1,-1 0 0,-3-2 0,0-1 0,-3 0 1,0-2-1,-29 27-83,46-51 16,0-1 1,0 0-1,0 0 1,-1-1-1,0 0 1,0-1-1,0 0 1,-1-1-1,0 1 0,-4 0-16,8-4 6,1 0-1,-1 0 1,1 0-1,-1 0 1,0-1-1,1 0 1,-1 0 0,0-1-1,1 1 1,-1-1-1,0-1 1,1 1-1,0-1 1,-1 0-1,1 0 1,0 0-1,0-1 1,0 0-1,0 0 1,-2-1-6,-3-5-3,0 0 1,0 0 0,1-1-1,0 0 1,0-1-1,1 0 1,1 0 0,-5-9 2,-6-15-60,1-1 0,-7-25 60,4 3-121,2-1 0,3-1 0,2 0 0,3-1 0,3 0 0,2 0 0,4-1-1,1 0 1,4-5 121,-3 56-38,1 0 0,0 0 0,0 1-1,1-1 1,0 1 0,1 0-1,0 0 1,1 0 0,0 0 0,0 1-1,3-3 39,-3 6-21,1-1-1,0 1 0,1 0 1,-1 1-1,1 0 0,0 0 1,0 0-1,1 1 0,-1 0 1,1 0-1,0 1 0,0 0 1,7-1 21,26-5-40,0 2 1,0 2 0,0 2-1,1 1 1,0 3 0,5 1 39,-28-1-8,0 0 1,0 2 0,-1 0 0,1 0 0,-1 2 0,10 4 7,-18-5-1,-1 0 0,0 1 0,0 0 0,-1 0 0,1 1-1,-1 0 1,0 1 0,-1 0 0,0 0 0,0 0 0,0 1 0,4 7 1,-1 1-1,-1 0 1,-1 0 0,0 1 0,-1-1 0,-1 2-1,-1-1 1,0 1 0,-1 0 0,4 30 31,-2-1 0,0 27-31,-5-40 95,0 0 1,-3 0 0,-1 1 0,-1-1 0,-2-1 0,-1 1 0,-2-1 0,-1 0 0,-1-1 0,-2-1 0,-2 0 0,0 0 0,-2-1 0,-1-1 0,-2-1 0,-1-1 0,-19 20-96,31-37 28,-1-1 1,0 0 0,-1 0 0,0-1-1,0 0 1,-1-1 0,0 0 0,0-1 0,-1-1-1,1 0 1,-1 0 0,-11 2-29,14-5 7,1-1 1,-1 0-1,0 0 0,0-1 1,1 0-1,-1 0 0,0-1 1,1-1-1,-1 0 0,1 0 1,-1 0-1,1-1 0,0-1 1,0 0-1,0 0 0,0-1 1,1 0-1,-2-1-7,-3-4-4,1-1 0,-1 0 0,2 0 1,-1-1-1,2-1 0,0 0 0,-7-11 4,-2-8-49,1-1 0,2 0-1,-1-6 50,-4-17-154,2-1-1,3-1 0,2 0 0,3-1 1,-3-56 154,12 93-90,1 0 0,1 0 0,1-1-1,1 1 1,1 0 0,3-10 90,-3 22-57,0 1-1,0-1 0,1 1 0,0 0 1,1 0-1,0 0 0,0 0 1,1 1-1,0 0 0,1 0 1,-1 1-1,1 0 0,1 0 0,3-3 58,4 1-80,1-1 0,-1 2 0,2 0 0,-1 1 0,1 1 0,0 1-1,0 0 1,0 1 0,1 1 0,0 0 0,-1 1 0,14 1 80,6 1-54,0 0 0,0 3 0,-1 1 0,1 2 1,17 5 53,-39-7-6,0 0 1,0 1 0,-1 1 0,0 0 0,0 1 0,-1 1 0,1 0-1,-2 1 1,1 0 0,-1 0 0,-1 2 0,0-1 0,0 2 0,2 3 5,-2 0-7,-2-1 1,0 1 0,0 1-1,-2 0 1,0 0 0,0 0-1,-2 1 1,0 0-1,-1 0 1,0 1 0,-1 7 6,-1 3 84,0 0 1,-3 1-1,0-1 1,-1 0-1,-2 0 1,-1 0-1,-1-1 1,-2 1-1,0-1 1,-2-1-1,-1 0 1,-1 0-1,-1-1 1,-1-1-1,-3 2-84,-1 0 231,-2-2 0,0 0 0,-2-1 0,0-1-1,-20 15-230,26-25 58,0-1-1,0-1 1,-1 0-1,-1-1 1,1-1-1,-1 0 0,-1-1 1,1-2-1,-18 4-57,17-5 45,0-1-1,-1-1 1,0 0-1,1-2 0,-1 0 1,0-1-1,1-1 1,-2-2-45,9 2 10,0-2-1,1 1 1,-1-2 0,1 1 0,0-2-1,0 1 1,0-2 0,1 1 0,0-2 0,0 1-1,0-1 1,1 0 0,-4-6-10,-10-13-17,2 0-1,0-2 1,2 0-1,1-1 1,2-1 0,0 0-1,1-6 18,5 13-93,1-1-1,1-1 1,1 0-1,2 0 1,0 0-1,2-1 1,1 1 0,1-1-1,1-17 94,1 38-35,0-1-1,0 1 1,1-1-1,0 1 1,0 0-1,0 0 1,1 0 0,0 0-1,0 0 1,0 0-1,1 1 1,0 0-1,0 0 1,0 0 0,1 0-1,0 0 1,0 1-1,0 0 1,0 0-1,1 0 1,-1 1 0,1 0-1,0 0 1,0 0-1,0 1 1,0 0-1,0 0 1,1 0 0,-1 1-1,4 0 36,9-2-34,0 1-1,1 0 1,-1 2 0,0 0-1,1 2 1,-1 0 0,0 1-1,0 0 1,13 6 34,8 6 0,0 2 0,-2 2 0,0 1 0,-1 2 0,-1 1 0,-1 2 0,-1 2 0,-1 1 0,-2 2 0,6 8 0,-29-29 7,0 0 0,-1 1 0,0-1 0,-1 1 0,0 1 0,0-1 0,-1 1 0,-1 0-7,-2-8 4,-1 0 1,0 0-1,0 0 0,-1 0 0,1 1 0,-1-1 0,1 0 0,-1 0 0,0 1 0,0-1 0,0 0 0,-1 0 0,1 0 0,-1 0 0,0 1 0,0-1 0,0 0 0,0 0 0,0 0 0,-1 0 0,1-1 0,-1 1 0,0 0 0,0-1 0,0 1 0,0-1 0,0 1 0,-1-1 0,1 0 0,-1 0 0,1 0 0,-1 0-4,-7 3 15,-1 1 0,1-2 0,-1 1-1,1-2 1,-1 1 0,0-2 0,0 1 0,-4-1-15,-103 8 21,76-9-14,0-1-1,0-3 1,0-1-1,1-2 1,-1-2-1,2-1 1,-1-3-1,-21-9-6,45 14 5,0 0 0,0-1 1,1-1-1,0-1 0,0 0 0,1-1 0,1 0 0,0-1 0,0-1 0,1 0 0,1-1 0,0-1 0,1 1 0,1-2 0,0 0 0,1 0 0,1 0 0,0-1 0,1 0 1,-3-14-6,2-7 3,1 1 1,1-2 0,2 1 0,2 0-1,2 0 1,3-25-4,-2 52 1,0 0 1,2-1-1,-1 1 0,1 0 0,1 0 0,0 0 1,0 1-1,1-1 0,1 1 0,0 0 0,0 0 1,1 1-1,0 0 0,0 0 0,1 1 0,0 0 1,8-6-2,10-4-3,0 0 1,2 1-1,0 2 1,1 1-1,22-7 3,9-3 18,1 2 0,1 3 0,30-3-18,-50 14 47,-1 1-1,1 3 1,0 1-1,0 2 1,34 5-47,-65-3 24,1 0 0,-1 1 0,0 1 0,1 0 0,-1 1 0,-1 0 0,1 0 0,0 1 0,-1 1 0,0 0 0,0 0 0,-1 1 0,0 0 0,8 8-24,-6-3 17,0 0 1,-2 0-1,1 1 0,-2 1 1,0-1-1,0 1 1,-1 1-1,-1 0 0,-1-1 1,1 5-18,3 15 24,-2 1 0,-1-1 1,-1 1-1,-3 1 1,0-1-1,-3 0 1,-1 0-1,-1 0 0,-4 12-24,-1-12 63,-1 0-1,-2-1 0,-1 0 1,-2-1-1,-1 0 0,-2-1 1,-1-1-1,-2 0-62,-12 17 99,-3-2 0,-2-1 0,-1-2 0,-29 24-99,54-55 17,-1-1-1,0 0 0,-1-1 0,0 0 0,0-2 1,-1 1-1,0-2 0,-1 0 0,0-1 1,0-1-1,0 0 0,-12 1-16,17-5 5,0 1 0,1-2 0,-1 0 0,0 0 0,1-1 0,-1 0 0,0-1 0,1 0 1,0-1-1,-1-1 0,1 1 0,0-2 0,1 0 0,-1 0 0,1-1 0,0 0 0,0 0 0,1-1 0,-4-4-5,-10-12-4,1-1 0,0-1 1,2-1-1,1-1 0,1 0 0,2-2 1,0 0-1,2 0 0,-4-16 4,-2-8-55,3-1-1,2 0 1,3-1 0,2-1-1,2-2 56,-3-81-191,11 120 155,0 0 1,2 0 0,0 0-1,1 1 1,5-18 35,-5 28-7,1-1 0,0 1 0,0 0 0,1 0-1,0 1 1,0-1 0,0 1 0,1 0 0,1 1 0,-1 0 0,1-1-1,0 2 1,0-1 0,6-2 7,15-9-7,0 2 0,0 1 0,16-5 7,-20 9-6,1 0 0,-1 1 0,2 2 0,-1 1 0,1 0 0,0 2 0,0 1 0,1 1 0,-1 2 0,1 0 0,15 3 6,-34-2 0,-1 0-1,1 1 0,-1 0 1,0 0-1,0 1 0,0 0 1,0 0-1,0 1 1,0 0-1,-1 0 0,1 0 1,-1 1-1,-1 0 0,1 0 1,-1 0-1,1 1 0,-1 0 1,-1 0-1,3 4 1,-2 1-2,0 0 1,0 0-1,-1 1 1,0 0-1,-1 0 1,-1 0-1,0 0 1,0 0-1,-1 0 1,-1 1-1,0-1 1,-1 6 1,-2 17-1,-3-1-1,0 1 1,-2-1 0,-2-1 0,-1 1-1,-1-2 1,-2 1 0,-1-2 0,-2 0-1,-1-1 1,-1-1 0,-1 0 0,-2-2-1,-1 0 1,-22 19 1,37-39 13,0 0 0,0-1-1,-1 0 1,1 0 0,-2-1 0,1 0 0,0 0-1,-1-1 1,0 0 0,0-1 0,0 0 0,-1-1-1,1 0 1,0-1 0,-1 0 0,0 0 0,-1-1-13,8 0 6,1 0 1,-1 0-1,1 0 1,-1-1-1,1 1 1,0-1-1,-1 0 1,1 0-1,0 0 1,0 0-1,0-1 1,-1 1 0,1-1-1,1 0 1,-1 0-1,0 0 1,0 0-1,1-1 1,-2 0-7,0-4 5,-1 1-1,1-1 1,0 0 0,1 0-1,0 0 1,0 0 0,1 0 0,-1-1-1,1 0-4,-8-41 2,2 0-1,2-1 0,2 0 1,3 0-1,1 0 0,3 0 1,5-20-2,-6 54-1,2 0 1,0 0 0,1 1 0,0 0-1,1 0 1,1 0 0,0 1 0,1 0-1,1 0 1,7-9 0,-1 5-1,1 0 0,0 1 1,1 1-1,1 1 0,1 0 0,0 2 1,2-1 0,16-8-2,1 2 1,1 2 0,1 2 0,1 1 0,0 2 0,0 2 0,33-5 1,-14 6 9,0 3 1,0 2 0,0 3 0,9 2-10,-47 1 5,-1 1 0,1 0 0,-1 2 1,1 0-1,-1 2 0,0 0 0,-1 1 0,0 1 1,0 1-1,-1 1 0,0 1 0,0 0 0,3 4-5,-10-5 4,-1 1 1,0 0-1,-1 0 0,-1 1 0,1 0 0,-2 1 0,0-1 1,0 2-1,-1-1 0,-1 1 0,0 0 0,-1 1 0,-1-1 0,0 1 1,-1 0-1,0 0 0,-2 0 0,1 0 0,-2 1 0,0-1-4,-1 15 19,-2 1 0,-1-1-1,-1 0 1,-2-1-1,-1 1 1,-1-1 0,-1 0-1,-2-1 1,-4 5-19,-3 9 29,-3-2 0,-1 0 0,-2-2 0,-1-1-1,-2 0 1,-1-3 0,-3 0 0,0-2 0,-13 8-29,35-32 5,-1-1 0,0 0 0,0-1 0,-1 0 1,0 0-1,0-2 0,-1 1 0,1-2 0,-1 1 0,-1-1-5,6-2 7,0 0 0,0 0-1,1-1 1,-1 0 0,0 0-1,0-1 1,0 1 0,1-2 0,-1 1-1,1-1 1,-1-1 0,1 1 0,0-1-1,-1 0 1,2-1 0,-7-3-7,4 0-4,1-1 1,-1 0-1,1-1 0,1 1 1,0-1-1,0-1 1,1 1-1,0-1 1,0 0-1,-1-6 4,-6-14-48,1-1 1,2 0-1,-2-11 48,-2-25-104,3 0 1,3-1-1,3-1 0,2-23 104,2 72-13,1 0 0,1 1 0,1-1-1,0 0 1,2 1 0,0 0 0,4-11 13,-4 22-4,-1 1 1,1 0 0,1-1-1,-1 2 1,1-1 0,0 0-1,1 1 1,-1 0 0,1 0-1,1 1 1,-1-1 0,1 1-1,0 1 1,0-1 0,0 1-1,1 0 1,-1 1 0,1 0-1,3-1 4,27-6-1,-1 0-1,2 3 0,-1 1 1,1 2-1,0 2 1,-1 1-1,1 2 1,0 2-1,0 1 0,-1 2 1,13 5 1,-37-8 6,0 1 1,-1 1-1,1 0 1,-1 1-1,0 0 0,0 1 1,-1 1-1,0 0 1,0 0-1,-1 2 1,0-1-1,0 1 0,-1 1 1,-1 0-1,0 0 1,0 1-1,-1 0 1,-1 0-1,0 1 0,0 0 1,3 10-7,3 17 22,-1 1 0,-2 0 0,-2 0 1,-2 1-1,-2-1 0,0 43-22,-3-36 59,-1 0 1,-3 0-1,-1-1 0,-3 1 0,-2-1 1,-2 0-1,-2-1 0,-2 0 1,-2-1-1,-2-1 0,-13 21-59,10-24 71,-2 0 1,-1-2-1,-3 0 0,-1-2 0,-1-1 0,-10 5-71,28-29 10,0-2 0,-1 0 0,-1 0 0,0-1 0,0-1 0,0 0 0,-1-1 0,-1-1 0,1 0-10,4-3 3,0 0 0,0-1 0,0 0 0,-1 0 1,1-2-1,0 1 0,-1-2 0,1 1 0,0-1 0,0-1 0,-1 0 0,1-1 1,-9-3-4,8 1-13,0-1 1,0 0 0,0 0 0,1-1 0,0-1 0,0 0-1,1-1 1,0 0 0,1 0 0,0-1 0,0 0 0,1-1 0,0 1-1,1-2 13,-4-4-64,2-1 0,0 0-1,1-1 1,0 0 0,2 0-1,0-1 1,1 1-1,1-1 1,-1-9 64,5 22-13,-1-1 0,1 1 0,0-1 0,0 1 0,0 0 0,1-1 0,0 1 0,0 0 0,1 0 0,0-1 0,0 1 0,1 0 0,-1 1 0,1-1 0,0 0 0,1 1 0,-1 0 0,5-5 13,-1 3-8,-1 1 0,1 0 0,1 1 0,-1-1 0,1 1-1,0 1 1,1-1 0,-1 1 0,1 1 0,-1 0 0,1 0 0,3 0 8,6-1-2,1 0-1,-1 2 1,1 0-1,-1 1 0,1 1 1,-1 0-1,1 2 1,-1 0-1,1 1 1,-1 1-1,0 1 1,15 6 2,-23-7 0,-1 0 0,-1 1 1,1 0-1,-1 1 1,1 0-1,-2 0 1,1 1-1,-1 0 0,0 0 1,0 1-1,-1-1 1,0 1-1,0 1 0,3 6 0,-4-3 7,1 1 0,-1-1-1,-1 1 1,0 0 0,-1 1-1,-1-1 1,0 0 0,0 1-1,-1 0 1,-1 4-7,-1 4 14,-1-1 0,0 1 0,-2 0 0,0-1 0,-2 0-1,0 0 1,-1-1 0,-2 1 0,0-1 0,-1-1 0,0 0 0,-2-1 0,-6 9-14,6-13 9,0 0 0,-1 0 0,-1-1 0,0-1-1,0 0 1,-1-1 0,-1-1 0,0 0 0,0-1 0,-1-1 0,0-1 0,-11 4-9,15-7 6,1-1 1,-1 0 0,0-1-1,0-1 1,0 0 0,0 0-1,0-2 1,0 1 0,0-2-1,0 1 1,0-2 0,1 0-1,-1 0 1,1-1 0,0-1-1,0 0 1,0-1 0,-2-2-7,-12-8-3,1-2 0,1 0 0,1-2 1,1-1-1,0 0 0,2-2 0,0 0 1,-3-9 2,-4-5-58,2-2 0,2 0 1,2-2-1,2 0 0,-2-9 58,17 41-73,1 0 1,0 0-1,1 0 0,0 0 1,0-1-1,1 1 0,0 0 1,0-1-1,1 1 0,1-2 73,0 9-101,-1-1-1,1 0 1,0 1 0,1 0-1,-1-1 1,0 1-1,1 0 1,-1-1 0,1 1-1,0 0 1,0 0-1,0 0 1,0 1 0,0-1-1,0 0 1,0 1-1,1-1 1,-1 1 0,0 0-1,1 0 1,-1 0-1,1 0 1,0 0 0,-1 0-1,1 1 1,0-1-1,-1 1 1,1 0 0,1 0 101,8-3-705,53-13-3892,0 2-1879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1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16 10802,'0'0'2387,"0"0"-98,0 0 249,0 0-603,0 0-595,-14 1-416,6-1-783,5 0-107,0 0 0,1-1 0,-1 1 0,0 1 0,1-1 1,-1 0-1,0 1 0,1-1 0,-1 1 0,0 0 0,1 0 0,-1 0 0,1 0 0,-1 0 0,1 0 1,0 1-1,0-1 0,-1 1 0,1 0 0,0 0 0,0 0 0,1 0 0,-1 0 0,0 0 0,1 0 1,-1 0-1,1 1 0,0-1 0,-1 0 0,1 1 0,0 2-34,-8 42 476,3-1 0,1 2 0,3-1-1,2 29-475,0-74 8,0 13 29,1 1 0,1 0 0,0-1 0,1 1 1,1-1-1,0 0 0,1 0 0,1 0 0,0-1 0,1 0 0,1 0 0,0-1 0,9 13-37,-11-19 8,0 0 0,1 0-1,0 0 1,0-1 0,0 0-1,0 0 1,1 0 0,0-1-1,1-1 1,-1 1 0,1-1-1,0-1 1,-1 0 0,2 0-1,-1 0 1,0-1 0,0-1-1,1 0 1,-1 0 0,1 0-1,-1-1 1,1-1 0,5-1-8,-7 1 12,0-1 1,0 0-1,0-1 1,0 0-1,0 0 1,-1-1 0,0 0-1,1 0 1,-2-1-1,1 0 1,0 0-1,-1 0 1,0-1-1,0 0 1,-1 0-1,1-1 1,-1 1-1,-1-1 1,1 0-1,-1-1 1,-1 1-1,1-1 1,-1 1-1,0-1 1,-1-1-13,4-10 73,0-1-1,-2 1 1,-1-1-1,0 0 1,-1 0 0,-1-1-1,-1 1 1,-1 0 0,-4-20-73,2 26 44,-1 0 1,0 0 0,-1 0-1,0 1 1,-2 0-1,1 0 1,-1 0 0,-1 1-1,-1 0 1,1 0-1,-2 1 1,0 0-1,0 1 1,-1 0 0,0 1-1,0 0 1,-12-6-45,12 7-70,0 2 1,-1-1 0,0 2-1,0-1 1,0 2 0,0-1-1,-1 2 1,0 0-1,1 0 1,-1 1 0,0 1-1,0 0 1,-1 1 0,1 0-1,0 1 1,0 0-1,0 1 1,1 1 0,-12 3 69,12-1-582,1 0-1,-1 1 1,1 0 0,-8 6 582,-36 30-5369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8850,'0'0'5033,"0"0"-2328,0 0-513,0 0-584,137-63-479,-76 39-153,-7 5 32,-14 7-384,-10 4-328,-11 6-192,-1 2-56,4 0-48,18 0-872,-2 0-1720,-3 0-5554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11090,'0'0'1258,"0"0"-773,0 0-55,11 25 221,22 46-238,27 59 3671,27 38-4084,-76-149 232,1-1 0,1-1 0,0 0 0,1-1 0,1 0 0,8 5-232,-17-15 107,1 0-1,0-1 0,1 0 0,0 0 0,-1-1 0,1 0 0,1-1 1,-1 1-1,0-2 0,1 1 0,0-1 0,-1 0 0,1-1 1,0 0-1,0 0 0,6-1-106,-10-1 77,-1 1 1,0-1-1,1 0 0,-1-1 1,0 1-1,0-1 0,0 1 1,0-1-1,0 0 0,0-1 1,0 1-1,-1-1 1,1 1-1,-1-1 0,0 0 1,0-1-1,0 1 0,0 0 1,-1-1-1,1 1 0,-1-1 1,0 0-1,0 0 0,0 0 1,0 0-1,-1 0 1,0-1-1,0 1 0,0 0-77,4-17 302,-1 0 0,-1 0-1,-1 0 1,-1-1-1,-1-10-301,-1 10 122,0 0-1,-2 0 0,-1 0 0,0 0 1,-2 0-1,0 1 0,-2 0 0,0 0 1,-1 1-1,-1 0 0,-6-7-121,6 11-4,-1 0 0,0 1 0,-2 0 0,1 0 0,-2 2 0,0 0-1,0 0 1,-1 1 0,-1 1 0,0 0 0,0 2 0,-1-1 0,-9-2 4,20 10-159,0 0 1,0 0 0,0 1-1,0-1 1,0 1 0,0 1-1,0-1 1,0 1 0,-1 0-1,1 0 1,0 1 0,0 0-1,0 0 1,0 0 0,-2 1 158,3 0-557,-1 1 1,1-1-1,0 1 1,-1 0-1,1 0 1,1 0 0,-1 1-1,0 0 1,-3 4 556,-23 25-6420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122 202 5497,'0'0'2605,"0"0"2,0 0-12,0 0-352,0 0-306,0 0-373,0-4-444,2-4-957,-1 1 0,0-1 0,0 0 0,-1 1-1,0-1 1,-1 0 0,1 1 0,-2-1 0,1 1 0,-1-1-1,0 1 1,0-1 0,-1 1 0,0 0 0,0 0 0,-1 0 0,0 1-1,0-1 1,-1 1 0,-4-6-163,7 10 1,-32-28 271,34 29-265,0 1 0,-1-1 0,0 1 0,1-1 0,-1 1 0,1-1 0,-1 1 0,1-1-1,-1 1 1,0 0 0,0-1 0,1 1 0,-1 0 0,0-1 0,1 1 0,-1 0 0,0 0 0,0 0 0,1 0 0,-1 0 0,0 0 0,0 0 0,1 0 0,-1 0-1,0 0 1,0 0 0,0 0 0,1 0 0,-1 1 0,0-1 0,1 0 0,-1 0 0,0 1 0,1-1 0,-1 1 0,0-1 0,1 1 0,-1-1 0,1 1-1,-1-1 1,1 1 0,-1-1 0,1 1 0,-1 0 0,1-1 0,-1 1 0,1 0 0,0-1 0,-1 1 0,1 0 0,0 0-7,-5 28-3,0 0 0,2 0 1,2 1-1,0 0 0,4 18 3,-2 13 0,5 148 16,-3-171 0,3 0 0,1 0 0,1 0 0,7 15-16,35 75 24,-33-88-96,-1 1 0,-2 0 0,-2 1 0,5 32 72,-17-74-83,0 0-1,0 0 1,0 0 0,0 0-1,0 0 1,0 0-1,0 0 1,0 0-1,0 0 1,0-1-1,0 1 1,0 0-1,0 0 1,-1 0-1,1 0 1,0 0-1,0 0 1,0 0-1,0 0 1,0 0 0,0 0-1,0 0 1,0 0-1,0 0 1,0 0-1,0 0 1,0 0-1,-1 0 1,1 0-1,0 0 1,0 0-1,0 0 1,0 0-1,0 0 1,0 0-1,0 0 1,0 0-1,0 0 1,0 0 0,0 0-1,0 0 1,-1 0-1,1 0 1,0 1-1,0-1 1,0 0-1,0 0 1,0 0-1,0 0 1,0 0-1,0 0 1,0 0-1,0 0 1,0 0-1,0 0 84,-8-9-1585,5 4 88,-17-18-6210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14123,'0'0'3153,"0"0"-1001,0 0-199,0 0-1305,0 0-416,0 0-136,155-94-96,-96 60-80,25-14-1377,-17 4-1247,-11 8-3081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6433,'0'0'2489,"0"0"400,-30 162-433,20-85-720,7 3-223,3-7-561,0-8-552,11-5-200,13-9-104,5-8-16,4-6-72,4-11-8,17-14-1096,-6-7-1857,-8-5-7729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12275,'0'0'2381,"0"0"-83,0 0-249,0 0-909,-2 25-641,-15 395 2376,17-396-2773,0 26 194,2 1 0,5 27-296,-5-63 33,1 1 0,1-1 1,0 0-1,1 0 0,1 0 1,0-1-1,1 0 0,0 0 1,1 0-1,4 3-33,-11-15 3,1 0 1,-1 0-1,1 0 1,0 0-1,0 0 1,0-1-1,0 1 0,0-1 1,0 1-1,0-1 1,0 1-1,1-1 1,-1 0-1,1 0 0,-1 0 1,0-1-1,1 1 1,0-1-1,-1 1 1,1-1-1,-1 0 0,1 0 1,0 0-1,0 0-3,-1 0-54,0-1 1,0 0-1,0 0 0,0 1 0,-1-1 0,1-1 0,0 1 0,0 0 0,-1 0 0,1-1 0,0 1 0,-1 0 0,0-1 1,1 0-1,-1 1 0,0-1 0,0 0 0,1 0 0,-2 0 0,1 0 0,0 1 0,0-1 0,-1-1 0,1 1 1,-1 0-1,1 0 0,-1 0 0,0 0 0,0 0 0,0 0 54,1-8-929,0 0-1,-1 0 1,0 0-1,-1 1 1,0-1 0,-1 0-1,0 1 1,-1-4 929,-18-28-9021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12219,'0'0'4233,"0"0"-2225,0 0 192,0 0-815,0 0-649,0 0-376,0 0 0,96-37-136,-42 6-224,21-20-152,-13 8-1976,-14 7-3130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11442,'0'0'2256,"0"0"-240,27 10 331,-7-3-1895,-9-4-304,0 1 0,0 0 0,-1 0 0,1 1 0,-1 0 0,0 1 0,0 1 0,-1-1 0,0 1 0,0 1 1,-1 0-1,0 0 0,0 0 0,-1 1 0,0 0 0,0 1-148,6 15 360,-1 1 0,-1 0 0,-1 1 0,-2 0 0,0 0 0,-2 1 1,-1 0-1,0 9-360,0 23 575,-3 1 0,-2-1 0,-5 25-575,2-56 133,-2-1-1,-1 0 1,-8 20-133,-6 31-47,20-74-2963,4-13 1468,1-2-778,15-16-5669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7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202 406 11626,'0'0'2262,"0"0"-445,0 0 88,-27 20-786,27-20-1119,-42 31 711,-29 29-711,64-53 105,1 1 0,0-1 0,1 1 0,0 0 0,0 1 0,0-1 0,1 1 0,0 0 0,1 0 0,0 1 0,1-1 0,0 0 0,0 1 0,1 0 0,0-1 0,1 1 0,0 0 0,0-1 0,2 8-105,-2 7 194,0-13-129,0 0 1,1-1 0,0 1 0,1 0-1,0-1 1,1 1 0,0-1 0,0 0-1,5 9-65,-4-13 12,-1-1 0,1 1-1,-1-1 1,1 0 0,1 0-1,-1-1 1,1 1-1,0-1 1,0 0 0,0 0-1,0-1 1,1 1 0,-1-1-1,1 0 1,0-1 0,0 0-1,1 1-11,3 0-89,1 0-1,-1-1 0,0 0 1,1-1-1,-1 0 1,1 0-1,0-1 1,-1 0-1,1-1 1,-1-1-1,1 1 0,-1-2 1,0 1-1,1-1 1,-2-1-1,1 0 1,0 0-1,-1-1 1,1 0-1,-1-1 1,-1 0-1,1-1 0,-1 1 1,0-1-1,-1-1 1,1 0-1,-2 0 1,1 0-1,-1-1 1,0 0-1,-1 0 0,0 0 1,0-1-1,-1 0 1,-1 0-1,1 0 1,-2 0-1,1 0 1,-1-1-1,0-3 90,0-21-152,-1 1-1,-2 0 1,-1 0-1,-1 0 1,-2 0-1,-2 0 1,-1 1-1,-2-4 153,-20-54 696,-5 1 0,-12-18-696,38 87 412,5 11 81,0-1 0,-1 1 1,0 1-1,0-1 0,-1 1 1,-1-1-1,1 2 0,-3-3-493,4 12 1254,5 10-1245,0-8 99,2 71 267,3 0-1,3-1 1,3 0-1,4-1 1,2-1-1,11 23-374,-25-87-10,27 64 61,-28-67-83,0 0-1,0 0 0,1-1 0,0 1 0,0 0 1,0-1-1,0 0 0,0 0 0,1 0 1,-1 0-1,1 0 0,0-1 0,0 1 0,0-1 1,2 0 32,2 1-394,0-2 1,1 1 0,-1-1-1,1 0 1,-1-1-1,2 0 394,34-2-5197,5-2-5393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7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16307,'0'0'2369,"0"0"-1073,-49 136 1113,41-66-1121,8 5-600,0-5-368,8-5-144,14-10-88,7-9-32,1-12-48,2-15-8,3-11-744,0-8-1408,-8-12-2521,-11-10-4465</inkml:trace>
  <inkml:trace contextRef="#ctx0" brushRef="#br0" timeOffset="1">8 423 15891,'0'0'2505,"0"0"-1137,0 0 1097,0 0-961,0 0-1056,0 0-376,0 0-72,156-63-528,-67 25-1504,-9-3-2897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27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14699,'0'0'5705,"0"0"-4736,0 0-769,0 0-56,0 0 240,0 0-208,143 17-176,-92-17 0,-9 0-1313,-12 0-2703,-14 0-4290</inkml:trace>
  <inkml:trace contextRef="#ctx0" brushRef="#br0" timeOffset="1">1 310 12203,'0'0'2000,"0"0"-1096,0 0 393,0 0 367,0 0-560,0 0-720,198-17-384,-136 2-240,-13 3-2897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4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269 226 6649,'0'0'1231,"0"0"-290,0 0 835,0 0-340,0 0 227,0 0 211,-5-24-3,-20-75-148,24 93-1543,-1 1 0,0-1 0,0 1 0,-1-1 0,0 1 0,0 0-1,0 0 1,-1 0 0,1 0 0,-1 1 0,0 0 0,0 0 0,-1 0 0,1 0 0,-1 0 0,0 1-1,0 0 1,0 0 0,-1 0 0,1 1 0,0 0 0,-1 0 0,0 0 0,0 0 0,1 1 0,-1 0 0,0 1-1,0-1 1,0 1 0,-3 0-180,6 0 14,1 0 0,-1 1 0,1-1-1,-1 0 1,1 1 0,0 0 0,-1-1-1,1 1 1,0 0 0,-1 0 0,1 1-1,0-1 1,0 0 0,0 1 0,0-1-1,0 1 1,0 0 0,0 0 0,1 0-14,-3 2 9,1 1 1,-1 0 0,1 0 0,0 1 0,1-1 0,-1 0 0,1 1 0,0 2-10,-4 16 12,1 1 0,1-1 0,0 22-12,2-32 31,-3 50 95,2 0-1,3 1 0,3-1 1,2 0-1,4 0 0,2-1 1,3 0-1,21 60-125,2-17-393,-44-104-3800,-9-2-1318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4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0 785 17300,'0'0'2744,"0"0"-391,0 0-1017,0 0-936,102-123-296,-37 87-104,10-3-736,38-21-1344,-19 9-2873,-11 0-7746</inkml:trace>
  <inkml:trace contextRef="#ctx0" brushRef="#br0" timeOffset="1">954 0 18980,'0'0'3745,"0"0"-2097,0 0-400,0 0-855,-65 145 111,54-65 96,9 0-232,2-6-128,0-11-120,10-14-56,15-11-64,7-9-8,5-9-144,6-11-368,6-9-496,34-9-865,-11-20-2560,-10-8-3857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5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16524,'0'0'2648,"0"0"-175,0 0-609,0 0-1400,0 0-136,-13 169 280,13-77-176,0 5 1,10-5-217,6-15-136,9-12-32,4-17-48,3-19 0,6-14-360,0-15-1065,5-19-503,-11-18-2065,-11 1-2256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1 578 13339,'0'0'4233,"0"0"-1521,0 0 161,0 0-1521,0 0-752,0 0-312,0 0-48,139-34-103,-66 5-137,-3-3-505,8-21-1095,-19 7-3761,-16 0-8578</inkml:trace>
  <inkml:trace contextRef="#ctx0" brushRef="#br0" timeOffset="1">490 0 16307,'0'0'2505,"0"0"-1297,0 0-111,0 0 15,126 123-160,-83-50-136,-11 9-128,-13 5-208,-11-5-104,-8-7-63,0-15-89,-3-14-104,-8-10-104,3-11-16,3-13-312,5-12-1129,0 0-2720,0-17-6745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6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267 275 16331,'0'0'1937,"0"0"-262,-26 5-167,6-2-1273,11-3-196,1 1 0,0 0 0,0 0 1,0 1-1,0 0 0,0 0 0,0 1 0,0 0 1,1 0-1,-1 1 0,1 0 0,0 0 1,0 1-1,0 0 0,1 0 0,0 1 0,0-1 1,0 1-1,1 1 0,-2 1-39,-4 13 135,1 0 0,1 1 0,1 0 0,0 0 0,2 1 0,1 0 0,1 0 0,0 0 0,2 0 0,1 1 0,0-1 0,3 9-135,-2-26 10,0 1-1,0-1 1,1 1-1,-1-1 0,2 1 1,-1-1-1,1 1 0,0-1 1,0 0-1,1 0 1,0 0-1,0 0 0,0 0 1,1-1-1,-1 0 0,1 1 1,1-1-1,-1-1 1,1 1-1,0-1 0,0 1 1,0-1-1,0-1 0,1 1 1,0-1-1,0 0 1,0 0-1,0-1 0,0 1 1,0-2-1,1 1 0,-1 0 1,1-1-1,-1-1 1,1 1-10,6 1-66,-1-1 1,1-1 0,0 0-1,0 0 1,-1-1 0,1-1 0,-1 0-1,1-1 1,-1 0 0,0-1-1,0 0 66,-4 0-49,0 0 0,0 0 0,0-1 0,-1 0 0,0-1 0,0 0-1,-1 0 1,1 0 0,-1-1 0,0 1 0,-1-2 0,0 1 0,0 0 0,-1-1-1,0 0 1,1-2 49,2-7-12,-1 0 1,0 0-1,-2 0 0,0-1 0,-1 1 0,1-18 12,-1-109 97,-4 90-49,1 18 158,-3-1 0,0 1 1,-3 0-1,-1 0 1,-2-4-207,1 13 1037,-1 1 0,-2 0-1,0 0 1,-7-9-1037,17 48 506,4 10-463,1 1 1,1-1 0,0-1-1,2 1 1,1-1-1,8 16-43,6 22 54,7 24-120,26 49 66,-52-126-90,0 0-1,1-1 1,0 0 0,0 0-1,0 0 1,1 0 0,0 0-1,0-1 1,0 0 0,1 0-1,1 0 91,-2-2-419,0 0 0,1 0 0,-1 0 0,1-1 0,-1 0-1,1 0 1,0-1 0,0 1 0,1-1 419,31 1-7360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19828,'0'0'2270,"0"0"-1214,-3 39-136,-20 462 1814,21-440-2438,0-18-80,2 1-1,1-1 1,3 1-216,-3-33 13,1-1 0,0 1 0,1 0 0,0-1 0,0 0 0,1 0 0,0 0 0,1 0 1,0-1-1,1 1 0,0-1 0,0-1 0,1 1 0,2 1-13,-4-6-100,0-1 0,-1 1 0,2-1 0,-1 0 0,0 0 0,1 0-1,-1-1 1,1 0 0,0 0 0,-1 0 0,1-1 0,0 0 0,0 0 0,0 0 0,0-1 0,0 0 0,1 0 0,-1-1 0,0 1 0,0-1-1,0 0 1,-1-1 0,1 0 0,0 0 0,0 0 0,4-3 100,-3-1-534,0 0 0,-1 0 0,1-1 0,-1 1 0,-1-1 0,4-5 534,18-30-5535,-2-6-5609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6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16724,'0'0'2544,"0"0"-1656,0 0 249,0 0-433,0 0-704,214-67-1361,-133 26-3160,-14 2-5441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4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8890,'0'0'2586,"0"0"-550,0 0-455,0 0-713,0 0-281,-4 0 58,-15 0 680,11-1-902,0 1 0,-1 0-1,1 1 1,0 0 0,-1 0 0,1 1-1,-7 2-422,12-3 16,-1 1 0,1 0 0,0 0 0,0 0 0,1 0 0,-1 0 0,0 0 0,1 1-1,0-1 1,-1 1 0,1 0 0,0 0 0,0 0 0,1 0 0,-1 0 0,0 0 0,1 0 0,0 1 0,0-1-1,0 1 1,0-1 0,0 1-16,-2 17 32,0 1 0,1-1 0,1 1 0,1-1 0,2 5-32,-1 22 83,0-4 141,3-1 0,1 1-1,2-1 1,8 21-224,55 169 760,-43-155-455,-4 1-1,-3 1 1,8 75-305,-19-17 809,-9 103-809,0-239 8,-1 24 119,-1 0 1,-1 0-1,-5 19-127,7-36 65,-2 0 1,0 0 0,0 0 0,0 0-1,-1 0 1,0-1 0,-1 0-1,0 0 1,0 0 0,-1-1-1,-6 7-65,10-12 28,0 0 0,0 0 0,0-1 0,-1 1 0,1-1 0,0 1 0,-1-1 0,0 0 0,1 0 0,-1 0 0,1 0 0,-1-1 0,0 1 0,0-1 0,1 0 0,-1 1 0,0-1 0,0-1 0,1 1 0,-1 0 0,0-1 0,0 1-1,1-1 1,-1 0 0,0 1 0,1-1 0,-1-1 0,1 1 0,-1 0 0,1-1 0,0 1 0,0-1 0,-1 0 0,1 1 0,0-1 0,1 0 0,-1-1-28,-7-5 8,0-1 1,1 0-1,1-1 1,0 0-1,0 0 0,1-1 1,-4-7-9,5 5-132,0 1 1,1-1-1,0 0 0,1 0 1,1 0-1,0 0 0,0-10 132,1-53-3732,1 55 1624,0-17-5717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5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13435,'0'0'2544,"0"0"-615,0 0 919,0 0-1743,0 0-617,0 0 640,0 0-256,104 36-360,-45-36-232,-2 0-136,-3-7-144,-1-7-208,6-8-1776,-13 5-3849,-11 0-9411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4401,'0'0'10289,"0"0"-6858,0 0-2484,0 0 9,0 22-286,3 75-210,-3-90-417,1-1-1,0 1 1,0 0 0,0-1 0,1 1 0,0-1 0,1 0-1,-1 0 1,1 0 0,1 0 0,-1 0 0,1 0-1,0-1 1,0 0 0,0 0 0,1 0 0,0 0 0,0-1-1,0 1 1,0-1 0,1-1 0,-1 1 0,1-1-1,0 0 1,0 0 0,1-1 0,-1 0 0,0 0-1,1 0 1,-1-1 0,1 0 0,0 0 0,-1 0 0,1-1-1,1 0-42,0 0 25,0 0 0,0-1 0,0 0 0,0 0 0,-1 0 0,1-1 0,0 0 0,-1-1 0,1 1 0,-1-2 1,0 1-1,0-1 0,0 0 0,-1 0 0,1-1 0,-1 0 0,0 0 0,-1 0 0,1-1 0,-1 0 0,0 0 0,0 0 0,-1-1 0,0 0 0,0 0 0,0 0 0,2-7-25,-4 8 59,0 1 0,0-1 0,-1 0 0,0 0 1,0-1-1,0 1 0,-1 0 0,0 0 0,0 0 1,0 0-1,-1-1 0,0 1 0,0 0 0,-1 0 0,1 0 1,-1 1-1,-1-1 0,1 0 0,-1 1 0,0-1 1,0 1-1,-1 0 0,1 0 0,-1 0 0,0 0 0,-1 1 1,1 0-1,-1 0 0,-2-2-59,-6-3-51,-1 0 0,1 1 1,-2 0-1,1 1 0,-1 1 0,-14-5 51,-22 3-9054,50 8 1403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0 460 496,'0'0'5157,"0"0"-2057,0 0-417,28 17-625,87 53-322,-110-67-1473,1 0 0,0 0 0,0-1 1,0 1-1,0-1 0,0 0 0,1-1 0,-1 0 0,1 0 0,-1 0 1,1-1-1,-1 0 0,6 0-263,-8-1 80,0 0 0,-1 0 0,1 0 0,-1 0 0,1-1 0,-1 1 0,0-1 0,1 0 0,-1 0 0,0 0 1,0-1-1,0 1 0,-1-1 0,1 1 0,-1-1 0,1 0 0,0-2-80,2-4 46,0 0 0,0-1 0,-1 0 1,0 0-1,-1-1 0,0 1 0,-1-1 0,0 1 0,0-1 0,-1 0 1,-1 0-1,0-2-46,0-9 182,-1-1 0,-1 1 0,-1 1 0,-1-1-1,-1 0 1,-1 1 0,-1 0 0,-1 0 0,0 1 0,-2 0 0,0 0 0,-1 1 0,-1 1 0,-14-16-182,20 27-164,-1 1 0,1 1 0,-1-1 0,-1 1 0,1 0 0,-1 1 0,1 0 0,-1 0 0,-1 1 0,1 0 0,0 0 0,-1 1-1,1 0 1,-9-1 164,-24-4-5029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6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11026,'0'0'1722,"0"0"-622,-3 22 555,1-4-1336,-8 74 1223,10-81-1329,0-1-1,1 0 1,0 0 0,0 0 0,1 0 0,0 0-1,1 0 1,0-1 0,4 8-213,0-4 187,1 0 0,0 0 1,1-1-1,1 0 0,0-1 1,0 0-1,1 0 0,1-1 1,1 1-188,-5-5 147,1 0 1,-1 0 0,1-1-1,0 0 1,0-1 0,1 0 0,-1 0-1,1-1 1,0-1 0,0 1-1,0-1 1,0-1 0,9 0-148,-19-1 23,1 0 0,0 0 0,0 0 0,0 0 0,0 0 1,0-1-1,-1 1 0,1 0 0,0-1 0,0 1 0,-1-1 0,1 1 0,0-1 1,0 1-1,-1-1 0,1 1 0,-1-1 0,1 0 0,0 1 0,-1-1 0,1 0 0,-1 1 1,1-1-1,-1 0 0,0 0 0,1 0-23,5-31 474,-11-33 171,0 48-545,0 1-1,-1-1 0,-1 1 0,-1 1 0,0-1 1,-1 1-1,-5-6-99,-11-13 89,0 2-1,-19-18-88,41 47-16,0 0 0,1 0 0,-1 1 0,0-1 0,0 1 0,-1 0 0,1 0 0,0 0 0,-1 0 0,1 1 0,-4-2 16,5 3-158,0 0 0,1-1 0,-1 1 0,0 0 1,0 0-1,1 0 0,-1 1 0,0-1 0,1 0 1,-1 1-1,0-1 0,1 1 0,-1-1 0,0 1 0,1 0 1,-1-1-1,1 1 0,-1 0 0,1 0 158,-20 22-4866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144 159 6769,'0'0'2248,"0"0"87,0 0-193,0 0-454,0 0-325,-7-22 123,-21-67-274,27 85-1039,0 0 0,-1 0 0,1 0 0,-1 0 0,0 0 0,0 1 0,0-1 0,0 1 0,-1-1 0,1 1 0,-3-2-173,5 5 27,-1 0-1,1-1 1,-1 1 0,1 0 0,-1 0 0,1 0 0,-1-1 0,1 1 0,-1 0 0,0 0 0,1 0 0,-1 0-1,1 0 1,-1 0 0,0 0 0,1 0 0,-1 0 0,1 0 0,-1 1 0,1-1 0,-1 0 0,1 0 0,-1 1-1,1-1 1,-1 0 0,1 0 0,-1 1 0,1-1 0,-1 0 0,1 1 0,-1-1 0,1 1 0,0-1 0,-1 1-1,1-1 1,0 1 0,-1-1 0,1 1 0,0-1-27,-5 10 70,1-1 0,0 0 0,0 1 0,1 0 0,1 0 0,-1 1-70,2-5-38,-14 74 119,4 1-1,3 0 1,4 1 0,4 47-81,3-95 19,0 0 0,2 0 1,2-1-1,1 0 1,1 0-1,2 0 1,7 11-20,-16-38-149,7 27 304,-9-32-321,1-1 0,-1 1 0,0 0-1,0 0 1,0 0 0,0 0 0,0-1 0,-1 1 0,1 0 0,0 0 0,0 0 0,-1 0 0,1-1-1,0 1 1,-1 0 0,1 0 0,0-1 0,-1 1 0,1 0 0,-1-1 0,0 1 0,1 0-1,-1-1 1,1 1 0,-1-1 0,0 1 0,1-1 0,-1 1 0,0-1 0,0 0 0,1 1 0,-1-1-1,0 0 1,0 0 166,-19 4-6024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8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0 209 3953,'0'0'11506,"0"0"-9033,0 0-41,0 0-631,0 0-1121,0 0-360,0 0-320,132-97-216,-49 54-1552,-13 9-2409,-11 0-6258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8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56 16123,'0'0'2049,"0"0"-785,-24 126 593,19-61-969,5 0-272,0-2-112,0-8-232,8-4-112,11-10-104,2-7-40,3-12-16,3-8-400,14-14-1720,-9 0-2489,-3-5-4929</inkml:trace>
  <inkml:trace contextRef="#ctx0" brushRef="#br0" timeOffset="1">337 0 8770,'0'0'6621,"0"0"-4078,0 0-1533,0 0 172,2 31 126,22 199 708,-19-193-1655,18 101 374,-19-122-705,0 0 1,1 0-1,1 0 1,1-1 0,0 0-1,1 0 1,2 2-31,-8-14-34,0 0 1,0 0-1,1 1 1,-1-1-1,1-1 0,0 1 1,-1 0-1,2-1 1,-1 1-1,0-1 1,0 0-1,1 0 0,-1-1 1,1 1-1,-1 0 1,1-1-1,0 0 1,-1 0-1,1 0 0,0-1 1,0 1-1,0-1 1,0 0-1,0 0 1,0 0-1,-1 0 0,1-1 1,0 0 33,0 0-308,0 0 0,0-1 0,0 0 0,0 0-1,-1 0 1,1 0 0,-1 0 0,0-1 0,0 1 0,1-1 0,-2 0 0,1 0 0,0 0 0,-1-1 0,1 1 0,-1 0 0,1-2 308,11-25-4924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27 172 11178,'0'0'4105,"0"0"-2208,0 0 911,0 0-815,0 0-881,0 0-576,0 0-152,-27 0-72,68-17-64,10-7-248,27-22-632,-14 3-1704,-10 2-4490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9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10298,'0'0'6842,"0"0"-5546,0 0-272,0 0 552,0 0-367,164 181-121,-129-114-272,-8 3-152,-8-7-96,-6-2-151,-5-13-177,-3-7-120,-2-12-48,0-7-72,2-10-40,11-10-793,0-2-1687,-2 0-4778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3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93 311 14755,'0'0'2195,"0"0"-718,0 0 228,-15 28-778,-44 94-539,56-113-340,-1-1-1,2 1 1,-1 0 0,1 0-1,0 0 1,1 0-1,0 1 1,1-1 0,0 0-1,0 1 1,1-1-1,0 2-47,0-6 25,1 1-1,0-1 0,0 1 1,0-1-1,0 0 1,1 1-1,0-1 0,0-1 1,0 1-1,1 0 1,-1-1-1,1 1 1,0-1-1,1 0 0,-1-1-24,5 3 11,0 0 0,0-1-1,1 0 1,-1-1-1,1 0 1,0 0 0,0-1-1,1 0 1,-1-1 0,0-1-1,1 1 1,0-1-1,-1-1 1,1 0 0,-1-1-1,1 0 1,2-1-11,-9 2-23,-1-1 1,1 0-1,0 0 0,-1 0 1,1 0-1,-1-1 0,0 1 1,1-1-1,-1 0 0,0 0 1,0 0-1,0 0 1,0-1-1,-1 1 0,1-1 1,0 0-1,-1 0 0,0 1 1,0-2-1,0 1 23,2-4-38,-1 1 1,0-1-1,-1 0 0,1 0 0,-1 0 1,-1-1-1,0 1 0,0-1 0,0 1 1,-1-1 37,0-14-48,0-1 1,-2 1 0,-1 0 0,-1 0-1,-1 1 1,-5-14 47,-21-51 270,-33-61-270,-13-33 2894,156 322-1234,31 98-1563,-108-235-121,1 1 0,0 0 0,0-1 0,1 0 0,0 0 0,0 0 0,0 0 0,4 2 24,-6-5-325,1 0 0,0 0 0,0-1 0,-1 1 0,1-1 0,0 1 0,1-1 0,-1 0 0,0 0 0,0 0 0,2-1 325,17 2-7466</inkml:trace>
  <inkml:trace contextRef="#ctx0" brushRef="#br0" timeOffset="1">525 36 17164,'0'0'1960,"0"0"-816,-16 171 777,11-82-753,5 1-344,0-8-128,8-12-280,16-12-208,6-17-112,2-10-40,3-14-56,0-12-136,10-5-1032,-10-22-1384,-11-7-4306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11146,'0'0'7370,"0"0"-5282,0 0-807,0 0-41,0 0-632,150-36-608,-78 17-856,33-13-1153,-22 8-2936,-13 0-8473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11058,'0'0'4136,"0"0"-1432,0 0-186,0 0-1017,0 0-802,0 0 45,10 28-3,1 2-548,-1-5-28,-1 0 0,-1 1 0,-1 0 1,-1 1-1,2 21-165,-2 68 263,-6-81-193,2-1-1,1 1 1,2-1-1,9 34-69,-13-65-16,-1-1-74,0 0-1,1-1 0,-1 1 1,1 0-1,-1-1 1,1 1-1,-1 0 0,1-1 1,0 1-1,0-1 0,0 1 1,0-1-1,0 0 1,0 1-1,0-1 0,0 0 1,0 0-1,1 0 1,-1 0-1,0 0 0,1 0 1,0 0 90,2-3-2974,-3-10-1717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1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0 293 11026,'0'0'5834,"0"0"-3122,0 0 265,0 0-1289,0 0-848,0 0-472,0 0-184,215-123-104,-105 84-80,49-12-624,-30 8-2032,-22 6-7210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384 112 1768,'0'0'8099,"0"0"-4905,0 0-842,0 0-167,0 0-466,0 0-321,-25-18-280,-80-55-319,101 70-684,0 1 1,0-1 0,-1 1-1,1 0 1,0 0 0,-1 0 0,0 1-1,1 0 1,-2-1-116,5 2 22,0 0 0,0 0 0,-1 0 0,1 0 0,0 0-1,0 0 1,-1 0 0,1 1 0,0-1 0,0 0 0,-1 1 0,1-1 0,0 1-1,0-1 1,0 1 0,0-1 0,0 1 0,-1 0 0,1 0 0,0 0-22,-1 2 10,0 1-1,0-1 1,0 1 0,0-1 0,1 1 0,-1 0 0,1-1 0,0 1-1,0 0 1,0 0 0,1 0 0,-1 3-10,0 5 62,-5 29 52,1 0 0,3 1 0,1-1 0,2 1 0,2-1 0,2 0 0,4 11-114,18 73 628,32 84-628,10 43 266,-57-198-262,-2 1 1,-3 0-1,-1 36-4,-4-29 41,-4-1-1,-2 1 1,-7 31-41,6-68 36,0 0 1,-2-1-1,-1 1 1,0-1-1,-2-1 0,-1 0 1,-1 0-1,0-1 1,-14 17-37,22-34 27,1-1 0,-1 0 0,0 1 0,0-2 0,0 1 0,-1 0 0,0-1 0,1 0 0,-1 0 0,0 0-1,-5 1-26,8-3 35,-1 0-1,0 0 1,1-1-1,-1 1 1,0-1-1,0 0 0,1 1 1,-1-1-1,0-1 1,0 1-1,0 0 1,1-1-1,-1 1 0,0-1 1,0 0-1,1 0 1,-1 0-1,1 0 0,-1 0 1,1-1-1,-1 1 1,1-1-1,0 1 1,-2-3-35,-3-4 1,-1 0 0,1-1 1,1 0-1,0 0 0,0-1 1,1 1-1,0-1 0,1-1 1,0 1-1,0-1 0,0-2-1,-7-31-1380,-7-45 1380,17 86-52,-10-75-2817,2 11-3337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12019,'0'0'1763,"0"0"309,9 22-378,-4-7-1428,-2-4-139,1-1 0,0 1 0,0-1 0,1 0 0,5 6-127,-8-13 60,1 1 0,0-1 0,-1 1 0,2-1-1,-1 0 1,0 0 0,1 0 0,-1 0 0,1-1 0,0 0 0,0 0 0,0 0 0,0 0-1,0 0 1,0-1 0,0 1 0,1-1 0,-1 0 0,1-1-60,14 2 118,1-1 1,-1-1 0,1 0-1,-1-2 1,0 0-1,0-1 1,0-1 0,0-1-1,0-1 1,-1 0-1,13-7-118,-24 10 47,0-1-1,0 1 0,0-1 0,-1-1 0,0 1 0,0-1 1,0 0-1,0 0 0,-1-1 0,0 0 0,0 1 1,0-2-1,-1 1 0,0-1 0,0 1 0,-1-1 0,0 0 1,0 0-1,0-1 0,-1 1 0,0 0 0,0-1 1,-1 0-1,0 1 0,-1-1 0,0 0 0,0 1 0,0-1 1,-1 0-1,-1-5-46,0 7 96,0 0 1,-1 0 0,1 0-1,-1 0 1,0 1-1,-1 0 1,1-1 0,-1 1-1,0 0 1,0 1-1,-1-1 1,0 1 0,1 0-1,-1 0 1,-1 0-1,1 1 1,0-1 0,-1 1-1,0 1 1,-4-2-97,-8-4-241,-1 1 0,0 1 0,0 1-1,0 0 1,0 2 0,-2 0 241,-17-2-2444,5 2-1927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9058,'0'0'2885,"0"0"-380,0 0-37,0 0-607,0 0-527,25-2-348,84-3-289,-101 5-623,-1 1 0,1 0 0,-1 0-1,1 1 1,-1 0 0,0 0 0,0 1 0,0 0 0,0 0-1,0 1 1,-1 0 0,1 0 0,-1 0 0,0 1 0,-1 0 0,1 0-1,-1 0 1,0 1 0,0 0 0,0 0-74,8 9 158,9 10 9,-1 2 0,-1 0 0,4 11-167,-4-7 66,2 0-1,8 8-65,-29-38-47,-1 0 0,1 0 0,0 0-1,0-1 1,-1 1 0,1 0 0,0 0 0,0-1 0,0 1-1,0 0 1,0-1 0,0 1 0,0-1 0,0 1 0,0-1-1,0 1 1,1-1 0,-1 0 0,0 0 0,0 1-1,0-1 1,0 0 0,1 0 0,-1 0 0,0 0 0,1-1 47,-1 1-305,0-1 1,0 0 0,1 0 0,-1 0 0,0 1-1,0-1 1,0-1 0,0 1 0,0 0-1,0 0 1,-1 0 0,1 0 0,0-1 0,0 1-1,-1 0 1,1-1 0,-1 1 0,1 0-1,-1-1 1,0 0 304,7-26-9925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4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0 14051,'0'0'2112,"0"0"-1119,0 0 1327,0 0-1264,-119 164-471,93-98-49,1-1-208,7-2-224,4-8-104,1 3-632,2-12-3217,0-14-7890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3954 760,'0'0'5547,"0"0"-3923,0 0-1245,0 0 180,0 0 290,0 0 485,0 0-1304,0 0 1,0 0 0,0 0-1,0 0 1,0 0 0,0-1-1,0 1 1,0 0-1,0 0 1,0 0 0,0 0-1,0 0 1,0-1 0,0 1-1,0 0 1,0 0-1,0 0 1,0 0 0,0 0-1,0-1 1,0 1 0,0 0-1,0 0 1,0 0 0,0 0-1,0 0 1,0-1-1,0 1 1,0 0 0,0 0-1,0 0 1,0 0 0,-1 0-1,1 0 1,0 0 0,0-1-1,0 1 1,0 0-1,0 0 1,0 0 0,-1 0-1,1 0 1,0 0 0,0 0-1,0 0 1,0 0 0,0 0-1,0 0 1,-1 0-1,1 0 1,0 0 0,0 0-1,0 0 1,0 0 0,0 0-1,-1 0 1,1 0 0,0 0-1,0 0 1,0 0-1,0 0 1,0 0 0,-1 0-1,1 0 1,0 0 0,0 0-1,0 0 1,0 1-1,0-1 1,0 0-31,2-12 235,1 1 0,0 0 0,1 0 0,0 0 0,5-7-235,12-35 104,53-206-333,-12-3 0,-1-61 229,59-259-808,13 128 334,76-144 474,-106 311 33,-51 132 17,-8-2 1,-6-2-1,-6-4-50,-15 65 385,-2 22 816,-4-1-1,-3 0 0,-3-19-1200,-9 117-174,-1 11-2250,5-31 2160,0 0 1,0 0-1,0 0 0,1-1 1,-1 1-1,0 0 1,1 0-1,-1 0 0,0-1 1,1 1-1,-1 0 1,1 0-1,-1-1 0,1 1 1,0 0-1,-1-1 1,1 1-1,0-1 0,-1 1 1,1-1-1,0 1 264,12 3-5994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 7738,'0'0'1248,"0"0"-563,0 0 237,-3 29-47,-1 0-658,-3 37 1167,2 63-1384,5-127 33,-1 18 189,2 0 0,0-1 0,1 1 0,1-1 1,0 0-1,2 2-222,-3-16 38,-1 0 0,1-1 1,0 1-1,0-1 0,1 0 0,-1 0 1,1 0-1,0 0 0,0 0 1,0 0-1,0-1 0,1 1 1,0-1-1,0 0 0,0 0 0,0 0 1,0-1-1,0 1 0,1-1 1,-1 0-1,1-1 0,-1 1 0,1-1 1,0 1-1,0-2 0,-1 1 1,2 0-39,4 0 66,1-1-1,0 0 1,0-1 0,-1 0 0,1-1 0,0 0 0,-1 0 0,0-1 0,1-1 0,-1 1 0,0-2 0,-1 1 0,1-2-1,-1 1 1,0-1 0,0 0 0,-1-1 0,0 0 0,0 0 0,5-7-66,-4 4 60,-1 1 1,-1-1-1,0 0 0,0 0 1,-1-1-1,0 0 0,-1 0 1,0-1-1,-1 0 1,0 1-1,-1-1 0,0 0 1,-1-1-1,-1 1 0,0 0 1,0-1-1,-2-11-60,1 19 64,-2-1 1,1 1-1,-1 0 1,1-1-1,-1 1 0,-1 0 1,1 0-1,-1 1 0,0-1 1,0 0-1,0 1 0,-1 0 1,0 0-1,1 0 0,-1 0 1,-1 0-1,1 1 0,0 0 1,-1 0-1,0 0 1,0 0-1,0 1 0,0 0 1,-4-1-65,-8-4-38,-1 2 1,0 0 0,-1 1 0,1 1 0,-1 0 0,-16 1 37,15 2-269,-1 0 0,1 2 0,-1 0 0,1 1 0,0 1 0,-8 3 269,-22 10-2986,-40 19 2986,81-32-307,-101 44-5095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7058,'0'0'2768,"0"0"-215,0 0 415,0 0-855,0 0-169,0 0 57,16 31-177,16-31-616,11 0-392,5-7-376,1-12-223,-1-1-121,-10 1-48,-9 7-48,-13 2-481,-16 10-1311,0 0-2041,0 0-1416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12899,'0'0'2664,"0"0"1113,0 0-1968,0 0-665,0 0-352,140-45-384,-73 8-264,6-6-144,37-20-408,-16 12-2209,-14 8-3384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5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20 165 9234,'0'0'4954,"0"0"-3231,0 0-292,-3 25 184,-7 80-613,10-100-967,-1 0 0,2 0 0,-1-1 0,1 1 0,-1 0 1,1-1-1,1 1 0,-1 0 0,1-1 0,-1 0 0,1 1 0,0-1 0,1 0 0,-1 0 1,1 0-1,0 0 0,0 0 0,0-1 0,0 0 0,1 1 0,-1-1 0,1 0 0,0-1 0,0 1-35,3 1 105,1 0 1,-1-1-1,1 0 0,0-1 0,0 1 0,0-2 0,0 1 0,0-1 0,0 0 0,0 0 0,3-1-105,-3-1 82,-1 0 1,1 0 0,-1-1 0,1 0 0,-1 0 0,0 0-1,0-1 1,0 0 0,0-1 0,0 0 0,-1 0-1,1 0 1,-1-1 0,0 0 0,-1 0 0,1 0-1,-1-1 1,0 1 0,0-1 0,-1-1 0,1 1-1,1-6-82,2-2 83,-1 0-1,0 0 0,-1 0 0,-1-1 0,0 1 1,-1-1-1,-1-1 0,0 1 0,-1 0 0,-1-1 1,0 0-83,-2 10 56,0 0 1,0-1 0,-1 1 0,0 0 0,0-1 0,0 1 0,-1 0 0,0 1-1,0-1 1,-1 0 0,1 1 0,-1 0 0,0 0 0,-1 0 0,1 0-1,-1 0 1,0 1 0,0 0 0,0 0 0,-1 1 0,-3-3-57,2 2-93,1 0 1,-1 1 0,1 0-1,-1 0 1,0 0 0,0 1-1,-1 0 1,1 0 0,0 1-1,-1 0 1,1 0 0,0 1-1,-1 0 1,1 0 0,-1 1-1,1-1 1,-1 2 0,1-1-1,-6 3 93,2 2-878,0 0 0,0 2-1,1-1 1,0 1-1,0 0 1,1 1-1,-7 8 879,-20 24-7187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4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28 8794,'0'0'2375,"0"0"-324,0 0-173,0 0-426,0 0-220,0 0 6,-18-5-258,-57-15-201,73 20-730,-1-1 0,0 1 0,1-1 0,-1 1 1,1 0-1,-1 0 0,1 0 0,-1 0 0,0 0 0,1 1 0,-1-1 0,1 1 0,-1-1 0,1 1 0,0 0 1,-1 0-1,1 0 0,0 1 0,-1-1 0,1 0 0,0 1 0,0 0 0,0-1 0,0 1 0,1 0 0,-1 0 1,0 0-1,1 0 0,-2 2-49,-1 4 39,0 0 1,0 0 0,1 0 0,0 0-1,1 1 1,-2 7-40,3-11 105,-2 10-14,1 0 0,0 0-1,1 0 1,1 0 0,0 0 0,1 0-1,1 0 1,0 0 0,1 0 0,1 4-91,10 26 243,2-1-1,14 28-242,15 38 305,82 294 704,-108-326-855,-3 1-1,-3 1 0,-4 0 1,-3 20-154,-4-38 164,-1 133 442,-2-164-417,-2 1-1,-1-1 1,-2 0-1,-9 30-188,14-56 33,-1 0 1,0 0-1,0 0 0,0 0 0,0 0 1,-1-1-1,0 1 0,0-1 0,0 0 1,-1 1-1,1-2 0,-1 1 0,0 0 1,0-1-1,0 1 0,0-1 0,-1 0 1,-2 1-34,1-2 24,0 0 0,0-1 0,0 1 0,0-1 0,0-1 0,0 1 0,0-1 0,0 0 0,-1 0 0,1-1 0,0 1 0,0-2 0,0 1 0,0 0 0,0-1 0,0-1-24,-15-5-81,0-2 0,0-1 0,1 0 0,0-1 0,1-2 0,1 0 0,-13-12 81,28 23-112,0 1 0,0-1-1,1 0 1,-1 0-1,1 0 1,-1-1 0,1 1-1,-1-3 113,-2-20-4330,5 14-2309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6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5513,'0'0'7260,"0"0"-3389,0 0-467,0 0-1563,0 0-776,0 0-425,8-1-326,1-2-252,1 2 1,-1-1-1,1 1 1,0 1-1,-1-1 1,1 2-1,0-1 0,0 1 1,-1 1-1,1 0 1,-1 0-1,1 1 1,-1 0-1,0 1 1,0 0-1,-1 0 1,1 1-1,-1 0 0,0 1 1,0-1-1,0 2 1,-1-1-1,0 1 1,0 1-63,15 17 34,-1 1-1,-1 1 1,-1 0 0,-2 2 0,-1 0-1,4 12-33,-20-41-32,3 6 451,-1-5-2133,-2-4-6734,0-7-1297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 14603,'0'0'2073,"0"0"967,0 0-1776,0 0-871,-61 123 279,42-65-64,-5 2-216,2-2-104,1-7-168,-1-5-72,3-8-48,6-9-80,5-2-864,3-8-2065,5-11-2864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157 277 5521,'0'0'3077,"0"0"-507,0 0-662,0 0-221,0 0-72,-1-23 142,-4-73 3,5 89-1535,-1 0 0,0 0 0,-1 0-1,0 0 1,0 0 0,-1 0 0,1 0 0,-1 1 0,-1-1 0,1 1 0,-1 0 0,-1 0 0,1 0-1,-1 0 1,0 1 0,0 0 0,0 0 0,-1 0 0,0 1 0,1 0 0,-2-1-225,-9-7 138,15 11-120,0 0 0,-1 0 0,1-1 0,0 1-1,-1 0 1,1 0 0,-1 1 0,0-1 0,1 0 0,-1 0 0,1 1 0,-1-1 0,0 1 0,0 0 0,1-1-1,-1 1 1,0 0 0,0 0 0,0 0-18,1 0 4,0 1 1,0-1-1,0 1 0,0-1 1,0 1-1,0 0 0,0-1 0,0 1 1,1 0-1,-1 0 0,0 0 1,1-1-1,-1 1 0,0 0 0,1 0 1,-1 0-1,1 0 0,-1 0 1,1 0-1,0 0 0,-1 0 0,1 1-4,-2 10-12,0 0-1,1 0 0,0 0 0,1-1 0,0 7 13,1 2 33,-3 58 65,9 65-98,-3-110 42,1 0 0,1 0 0,2 0 0,2-1 0,8 19-42,20 34-1,-26-64-52,-2 0 0,0 1 1,-2 0-1,0 0 1,-2 1-1,0 0 0,-1 0 1,-2 1-1,1 9 53,-5-33-240,1 1 1,-1 0-1,1-1 1,-1 1-1,1-1 1,-1 1-1,1-1 0,-1 1 1,0-1-1,1 1 1,-1-1-1,0 0 0,1 1 1,-1-1-1,0 0 1,1 0-1,-1 1 0,0-1 1,0 0-1,1 0 1,-1 0-1,0 0 1,0 0-1,1 0 0,-1 0 1,0 0-1,0 0 1,1 0-1,-1-1 0,0 1 1,0 0-1,0 0 240,-4-1-1508,-18 1-5459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7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1 358 12259,'0'0'2736,"0"0"1641,0 0-1776,0 0-1241,0 0-688,0 0-208,0 0-200,142-157-192,-83 114-72,30-20-400,-14 15-2688,-10 2-5810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15835,'0'0'2598,"0"0"-373,0 0-51,0 0-1146,0 0-763,-2 28-99,-4 72 347,4 1 0,5-1 1,8 40-514,-5-105 103,1 0 1,1 0 0,13 30-104,-17-54-1,0 0 1,1 0-1,0-1 1,1 0-1,0 0 1,1 0-1,0-1 1,0 0-1,1-1 0,0 1 1,0-1-1,1-1 1,9 7 0,-12-11-138,-1-1 0,1 1 0,-1-1 0,1 0 1,0-1-1,0 1 0,0-1 0,0 0 0,0 0 0,0-1 0,0 0 0,0 0 1,4-1 137,-3 0-647,0 0 1,0-1 0,0 1 0,-1-1-1,1-1 1,0 1 0,0-2 646,34-24-6776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8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10490,'0'0'7066,"0"0"-5842,0 0 744,-18 154 185,18-74-865,0 10-328,21-11-255,6-4-393,3-15-152,2-11-112,0-13-48,0-14 0,0-10-144,-2-12-288,0 0-457,4-27-583,-4-7-1489,-11 3-3640</inkml:trace>
  <inkml:trace contextRef="#ctx0" brushRef="#br0" timeOffset="1">0 469 16107,'0'0'4409,"0"0"-2776,0 0 511,0 0-1056,0 0-631,0 0-313,0 0 8,78-21-88,-21-3-64,4-1-408,-2-6-673,9-12-1431,-17 6-2577,-17 6-7178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15507,'0'0'1986,"0"0"-503,0 0 527,0 0-635,29 6-403,-11-4-799,-3 0-15,0 1-1,0 1 1,0 0-1,14 5-157,-22-6 66,-1 1 1,1-1-1,0 1 0,-1 0 0,0 1 0,0-1 0,0 1 0,-1 0 0,1 1 0,-1-1 0,-1 1 0,1 0 0,-1 1 0,1 1-66,14 29 180,-1 0 0,-3 1 0,-1 1 0,-2 1 0,-1 0 0,-1 10-180,10 69 195,0 61-195,-20-176-313,3 16 672,3-14-4254,-1-6-1124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9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168 438 5281,'0'0'8358,"0"0"-5384,0 0-979,-25 16-220,25-16-1775,-31 19 427,2 2 1,-13 11-428,38-29 41,0 1-1,1 0 1,-1 0 0,1 0 0,0 1 0,0-1 0,1 1-1,-1 0 1,1-1 0,0 1 0,1 0 0,-1 0-1,1 0 1,0 1 0,0-1 0,0 0 0,1 0-1,0 0 1,0 1 0,0-1 0,1 4-41,-1 10 167,0-3-36,0 1 0,0-1 1,2 0-1,0 0 0,1 0 0,0 0 0,1 0 0,6 12-131,-8-23 15,1 0 1,-1 0-1,1 0 0,1 0 0,-1 0 0,1-1 1,0 1-1,0-1 0,0 0 0,0 0 0,1-1 1,0 1-1,-1-1 0,1 0 0,0 0 0,1-1 1,-1 0-1,0 1 0,1-2 0,0 1 0,-1-1 1,1 0-1,0 0 0,-1 0 0,1-1 0,0 0-15,3 1 16,-1-1 0,0 0-1,0 0 1,1-1-1,-1-1 1,0 1-1,0-1 1,0 0-1,0-1 1,-1 0 0,1 0-1,-1-1 1,1 0-1,-1 0 1,0 0-1,-1-1 1,1 0-1,-1-1 1,0 1 0,0-1-1,-1 0 1,0-1-1,0 0 1,0 1-1,-1-1 1,0-1-1,0 1 1,-1 0 0,0-1-1,0 0 1,-1 0-1,1 0 1,-1-8-16,3-19-2,-1 0 1,-3 0-1,-1-1 1,-1 1 0,-2 0-1,-1 0 1,-2 0-1,-2 0 1,-8-22 1,-21-55 1390,-5 3 0,-16-23-1390,57 129 59,30 106 561,18 45-360,-33-96-217,2-1 0,3 0 0,2-1 0,2-1 0,4 3-43,-25-47-61,2-1 0,-1 1-1,0-1 1,1 0 0,0 0 0,0 0 0,0-1 0,1 1 0,-1-1 0,1 0 0,0 0 0,-1-1 0,1 1 0,1-1 61,5 2-1033,0-2 1,-1 1-1,1-1 1,0-1 0,0 1-1,5-2 1033,33 1-11193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9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18036,'0'0'1967,"0"0"-804,0 0 528,0 0-750,-7 29-394,4-18-460,-6 27 306,1-1 1,1 1-1,3 0 1,-1 35-394,5-36 280,0 36 691,7 46-971,-5-96 51,2-1 1,0 0-1,2 0 0,0 0 0,1-1 0,1 0 0,6 9-51,-11-24-7,0 0-1,1 0 0,0 0 1,1-1-1,-1 1 0,1-1 1,0 0-1,0 0 1,0-1-1,1 0 0,0 0 1,0 0-1,0 0 0,0-1 1,0 0-1,1 0 0,-1-1 1,1 0-1,0 0 1,0-1-1,0 1 0,6-1 8,-7-1-122,-1 0 0,1 0 0,0-1 0,0 0 0,-1 0 0,1-1 0,0 1 0,-1-1 0,1 0 0,-1-1 0,0 1 0,0-1 0,0 0 0,0-1 0,0 1 0,-1-1 0,0 0 0,1 0 0,-1 0 0,-1 0 0,1-1 0,-1 1 0,1-1 0,-1 0 0,-1 0 0,1-1 0,-1 1-1,1-2 123,20-70-3745,-12 21-2066,-7-5-6599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7:5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1 406 15603,'0'0'2673,"0"0"-961,0 0-199,0 0-1001,0 0-344,169-48-168,-102 24-504,24-22-1249,-13 10-2672,-14 2-8361</inkml:trace>
  <inkml:trace contextRef="#ctx0" brushRef="#br0" timeOffset="1">1032 56 13867,'0'0'2689,"0"0"-905,0 0-56,0 0-984,0 0-79,0 0 55,139 10-368,-90-20-208,-6-2-56,-11-3-88,-5 3-144,-9 3-1601,-7 4-2271,-11 2-4298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10562,'0'0'5193,"0"0"-4552,0 0-305,0 0 296,0 0-264,0 0 0,0 0-160,140 36-96,-95-36-56,1-10-56,5-4 0,-13 2-1856,-9 2-7819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6 115 12467,'0'0'1625,"0"0"-554,-2 23 626,-2 76-432,4-95-1225,1 0 0,-1 0 0,1 0 0,-1 0 1,1 1-1,0-2 0,0 1 0,1 0 0,0 0 0,-1 0 0,1-1 0,0 1 0,0 0 0,1-1 0,-1 0 0,1 0 0,0 0 0,0 0 0,0 0 1,0 0-1,0-1 0,1 1 0,-1-1 0,1 0 0,-1 0 0,1-1 0,0 1 0,1 0-40,7 1 192,1 0-1,1 0 1,-1-1-1,0-1 1,0 0-1,14-1-191,-24 0 75,3 0-1,-1-1 1,0 1-1,0-1 0,0 1 1,0-2-1,0 1 0,-1 0 1,1-1-1,0 0 1,0 0-1,-1 0 0,1-1 1,-1 0-1,0 0 0,0 0 1,0 0-1,0 0 0,-1-1 1,1 0-1,-1 1 0,0-1 1,0-1-1,0 1 0,-1 0 1,1-1-1,-1-1-74,1 0 138,-1 0-1,0 0 1,0-1-1,-1 1 1,0 0-1,0-1 1,0 0-1,-1 1 1,0-1-1,-1 1 1,1-1 0,-1 1-1,0-1 1,-1 1-1,1-1 1,-1 1-1,-1 0 1,1 0-1,-1 0 1,-1-2-138,-9-14 64,-1 0 0,0 1 1,-2 1-1,-15-16-64,30 34-174,-1 1 0,0-1 0,0 1 0,0 0 0,0 0 0,0 0 0,0 0 0,0 0 0,0 0 0,0 0 0,-1 1 0,1-1 0,0 1 0,0-1 0,-1 1 0,1 0 0,0 0 0,-1 0 0,1 0 0,0 1 0,0-1 0,-1 1 0,1-1 0,0 1 0,0 0 0,-2 0 174,-15 12-5565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449 184 5065,'0'0'838,"0"0"-221,0 0 370,0 0 147,0 0 156,-6-21 600,-21-63 43,27 81-1703,-1 1 1,0-1 0,0 1 0,1-1 0,-2 1 0,1 0 0,0 0-1,0 0 1,-1 0 0,1 0 0,-1 0 0,0 0 0,1 0-1,-1 0 1,0 1 0,0-1 0,0 1 0,0-1 0,-1 1-1,1 0 1,0 0 0,0 0 0,-1 0 0,-1 0-231,-7-4 729,2 1-578,1-1 0,-1 2 1,0-1-1,0 1 0,0 1 0,0 0 1,0 0-1,0 0 0,-1 1 0,1 1 0,-1 0 1,1 0-1,0 1 0,-1 0 0,0 0-151,7 1 12,0-1 0,0 1 0,0 0 0,0-1 0,0 1 0,1 0 0,-1 1 0,1-1 0,-1 0 0,1 1 0,0 0 0,0-1 0,0 1 0,0 0 0,0 0 0,1 0 0,0 0 0,-1 0 0,1 0 0,0 1-12,-17 68 552,17-68-497,-5 45 221,1-1 0,3 0 0,2 1-1,2-1 1,6 29-276,8 5 195,2-2 0,5-1 0,2 0-1,10 10-194,-7-15 107,-2 0 0,-4 1-1,-4 1 1,9 70-107,-22-85 194,-2 0 0,-3 0 1,-3 0-1,-2-1 0,-6 19-194,4-42 174,-2 1 0,-1-2 0,-3 1 0,0-2 0,-2 1 0,-2-2 0,-1 0-1,-2-2 1,-2 1-174,17-26 38,0 0-1,0 0 0,-1-1 1,0 0-1,-1 0 1,0 0-1,1-1 0,-2 0 1,1 0-1,0-1 0,-8 3-37,12-5 7,-1-1 0,0 0 0,1 0-1,-1 0 1,0 0 0,0-1-1,1 1 1,-1-1 0,0 0-1,0-1 1,0 1 0,0 0 0,1-1-1,-1 0 1,0 0 0,1 0-1,-1 0 1,0-1 0,1 1 0,0-1-1,-1 0 1,1 0 0,0 0-1,0-1 1,0 1 0,0-1-1,-1-1-5,-1-1-135,0 0 0,1 0 1,0 0-1,0 0 1,0-1-1,0 0 1,1 0-1,0 0 1,0 0-1,0 0 134,-1-26-7033,4 26-839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10666,'0'0'2772,"0"0"-361,31-3 181,102-7-511,-119 9-1837,1 0 0,-1 2 1,1 0-1,-1 0 0,0 2 0,0 0 1,0 0-1,0 1 0,0 1 0,-1 0 1,0 1-1,0 1 0,0 0 1,-1 0-1,9 8-244,-12-8 48,1 2 1,-2-1 0,1 1-1,-1 1 1,0-1 0,-1 1-1,-1 1 1,1-1 0,-2 1-1,1 0 1,-1 1-1,-1-1 1,0 1 0,-1 0-1,0 0 1,0 10-49,1 22 30,-4-32-109,0-1-1,1 0 1,1 1 0,0-1-1,3 11 80,-5-22-55,1 0-1,-1 0 1,0-1-1,0 1 1,0 0-1,0 0 1,0 0-1,0 0 1,0 0-1,0 0 1,1 0 0,-1 0-1,0 0 1,0 0-1,0 0 1,0 0-1,0 0 1,0 0-1,1 0 1,-1 0-1,0 0 1,0 0-1,0 0 1,0 0-1,0 0 1,0 0-1,1 0 1,-1 0-1,0 0 1,0 0-1,0 0 1,0 0-1,0 0 1,0 0-1,1 0 1,-1 0 0,0 0-1,0 0 1,0 0-1,0 1 1,0-1-1,0 0 1,0 0-1,0 0 1,0 0-1,0 0 1,1 0-1,-1 0 1,0 1-1,0-1 1,0 0-1,0 0 1,0 0-1,0 0 1,0 0-1,0 0 1,0 1-1,0-1 56,2-13-4269,-2-12-4775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0 15035,'0'0'2681,"0"0"-1377,0 0 336,-64 126-327,40-61-289,0 8-280,0-6-384,2-6-232,6-10-56,5-10-72,9-12-264,2-13-992,8-8-3129,10-8-2777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0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35 11018,'0'0'2186,"0"0"-35,0 0 366,0 0-735,0 0-602,0 0-168,-5-9-416,4 8-585,-17-23 198,18 24-206,0 0 0,0 0 0,0 0-1,-1 0 1,1 0 0,0 0 0,0 0 0,0 0 0,0-1 0,0 1-1,-1 0 1,1 0 0,0 0 0,0 0 0,0 0 0,0 0 0,0 0-1,-1 0 1,1 0 0,0 0 0,0 0 0,0 0 0,0 0 0,-1 0 0,1 0-1,0 0 1,0 0 0,0 0 0,0 0 0,0 0 0,-1 1 0,1-1-1,0 0 1,0 0 0,0 0 0,0 0 0,0 0 0,0 0 0,0 0-1,-1 0 1,1 1 0,0-1 0,0 0 0,0 0 0,0 0 0,0 0 0,0 0-1,0 0 1,0 1 0,0-1 0,0 0 0,0 0 0,0 0 0,0 0-3,0 25 289,11 49 646,22 193 1052,-30-226-1913,2 0 0,1 0 0,3 0 0,6 16-74,-15-57-38,0 1 0,0-1 0,0 1 0,1 0 1,-1-1-1,0 1 0,0 0 0,1-1 0,-1 1 0,1-1 0,-1 1 0,0-1 0,1 1 0,-1-1 0,1 1 0,-1-1 0,1 1 0,-1-1 0,1 0 0,0 1 0,-1-1 0,1 0 0,0 1 38,10-1-4164,-6 0-1424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9162,'0'0'1812,"0"0"-271,0 0 827,0 0-497,36 2-378,2 2-1067,-4 0 19,0-2 0,1-1 0,-1-2 0,0-1 0,33-6-445,288-66 2154,-151 28-898,163-13-1256,-339 58-122,-22 5-1712,-36 19-4378,19-17 4836,-28 18-8091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0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14723,'0'0'3380,"0"0"-1757,0 0-22,0 0-545,0 0-393,0 0 93,9 23 9,73 181 904,-66-155-1440,-3 2-1,-1 5-228,5 17-7,-17-73-18,0 0 1,0 1 0,0-1 0,0 1-1,1-1 1,-1 0 0,0 1 0,0-1-1,0 0 1,1 1 0,-1-1 0,0 0-1,1 1 1,-1-1 0,0 0 0,1 0-1,-1 1 1,0-1 0,1 0 0,-1 0-1,0 0 1,1 0 0,-1 1 0,1-1-1,-1 0 1,0 0 0,1 0 0,-1 0-1,1 0 1,-1 0 0,0 0-1,1 0 1,-1 0 0,1 0 0,-1 0-1,1 0 1,-1 0 0,0-1 0,1 1-1,-1 0 1,0 0 0,1 0 0,-1-1-1,1 1 1,-1 0 0,0 0 0,1-1-1,-1 1 1,0 0 0,0 0 0,1-1-1,-1 1 1,0 0 0,0-1 24,19-18-1471,6-17-3475,-1-4-4131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0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5657,'0'0'6403,"0"0"-4072,0 0-1061,0 0-23,-6 28-44,-2 3-808,1 0 154,0 1 1,2-1-1,1 1 0,1 15-549,0 1 882,1-29-600,0 0 0,1 1 0,1-1 0,1 0 0,1 0 0,0 0 0,2 0 0,3 13-282,-4-27 26,0 0 1,0 0-1,0 0 0,1 0 0,0-1 1,0 1-1,0-1 0,0 0 1,1 0-1,-1-1 0,1 1 0,0-1 1,0 0-1,0 0 0,1-1 1,-1 0-1,1 1 0,-1-2 0,1 1 1,0-1-1,0 0 0,-1 0 0,2 0-26,0 0 21,0 0 0,1-1-1,-1 0 1,1 0 0,-1-1-1,1 1 1,-1-2-1,0 1 1,0-1 0,1 0-1,-1-1 1,0 1-1,-1-1 1,1-1 0,0 1-1,-1-1 1,6-5-21,-6 3 15,0 0 0,-1-1 0,1 0 0,-1 0 0,-1 0 1,1-1-1,-1 1 0,-1-1 0,0 0 0,0 0 0,0-1 0,-1 1 0,0 0 0,0-1 0,-1 0 1,-1 1-1,1-1 0,-1 1 0,-1-1 0,1 0 0,-2 1 0,1-1 0,-3-6-15,-3-14-88,-2 0 0,-1 1 1,-2 0-1,0 1 0,-2 0 0,-4-5 88,-23-28-5447,26 44 305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318 109 4017,'0'0'2398,"0"0"-766,0 0-465,0 0-462,0 0-400,0 0-116,-2-17 10071,-1 9-10562,-4 0 434,0 1 1,-1 0-1,0 0 0,0 0 0,0 1 1,-1 1-1,1-1 0,-2 1 0,1 1 1,0 0-1,-1 0 0,0 1 0,1 0 1,-2 1-1,1 0 0,0 0 0,0 1 1,0 1-1,-1-1 0,1 2 0,0-1 1,0 2-1,-4 0-132,10-1 2,0 1 0,-1 0 0,1 0 0,0 0 0,0 1 0,0-1 0,0 1 0,1 0 0,-1 0 0,1 0 0,0 1 1,-1-1-1,2 1 0,-1-1 0,0 1 0,1 0 0,-1 0 0,1 1 0,0-1 0,1 0 0,-1 1 0,1-1 0,0 1 0,0-1 0,0 1-2,-3 17 9,0 0 1,2 0-1,0 0 0,2 14-9,0-27-2,0 0-1,0 0 0,1 0 1,0 0-1,1 0 1,0 0-1,0 0 1,1-1-1,0 1 1,0-1-1,1 0 1,0 0-1,1 0 1,0-1-1,0 1 1,0-1-1,1 0 1,0-1-1,1 1 1,-1-1-1,1 0 0,0-1 1,1 0-1,-1 0 1,1 0-1,0-1 1,0 0-1,9 2 3,2 0-271,1-1 0,1 0 0,-1-2-1,0 0 1,1-1 0,-1-1 0,1-1 0,17-3 271,-31 3-456,0-2 1,1 1 0,-2-1 0,1 0 0,0-1 0,0 1 0,-1-1 0,1-1 0,-1 1 0,0-1 0,0 0 0,0-1-1,-1 1 1,1-1 0,-1 0 0,0 0 0,-1-1 0,1 1 0,-1-1 0,0 0 0,-1-1 455,19-33-6135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39 137 2737,'0'0'3023,"0"0"756,-5-22-59,-16-65-1292,14 62-350,3 22 98,3 26-155,1-19-2461,0 83 1211,3-1 0,4 0-1,4-1 1,12 41-771,-18-107 39,0-1 1,1 1-1,8 14-39,-11-27-4,0 0 0,0 0 0,1-1 0,0 1 0,0-1 0,0 0 0,0 0 0,1-1 1,0 1-1,0-1 0,0 0 0,1 0 0,1 0 4,6 2-415,-1-1 0,1-1 0,0 0 0,0-1 0,0-1 0,1 0 0,-1 0 1,1-1 414,39 0-6518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2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12187,'0'0'2469,"0"0"-1235,0 0 17,-2 24 28,1-5-1032,-7 153 1656,8-127-1288,2 0 0,1 0 0,3-1 0,4 11-615,-7-39 18,1-1 0,1 0 0,0 0 0,2 0 1,-1 0-1,2-1 0,0 0 0,0-1 0,1 0 1,1 0-1,0-1 0,1 0 0,9 7-18,-15-15-112,0 0-1,1 0 1,-1-1-1,1 0 1,0 0 0,0 0-1,0-1 1,0 0-1,0 0 1,1 0-1,4 0 113,-5-1-702,0-1 0,-1 0-1,1 0 1,-1 0-1,1 0 1,-1-1 0,1 0-1,4-2 703,15-11-6344</inkml:trace>
  <inkml:trace contextRef="#ctx0" brushRef="#br0" timeOffset="1">1 486 11178,'0'0'3225,"0"0"-1176,0 0 135,0 0-1176,0 0-744,0 0-104,201-24-160,-134 7-1008,-10 0-4169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10898,'0'0'2665,"0"0"-961,0 0 25,0 0-1001,0 0-424,0 0-120,156-13-8,-122 6-56,-1-2-120,-1 4-672,-8 0-1881,-5 5-5520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1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9794,'0'0'1512,"0"0"97,0 0 695,0 0-935,0 0-441,0 0-312,156 0-328,-110-2-192,-9-1-96,4 1-184,-12 2-2529,-10 0-7649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4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8514,'0'0'3813,"0"0"-1042,0 0-272,0 0-596,0 0-645,1-9-334,4-13-440,1 0 1,1 0-1,5-8-484,-4 9 133,0-1-1,-1 0 0,-2 0 0,0 0 0,0-10-132,-4-59 576,-1 69 341,0 65-625,1 124 582,23 154-874,-23-310-112,-1-3 15,1 0 0,-1 0 0,2 0 0,-1-1 0,1 1 0,0 0 0,1-1 0,0 1 0,0-1 0,0 0 0,1 0 0,0 0 0,1-1 0,0 1 97,-7 3-9106,-12-5 1925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12307,'0'0'2723,"0"0"-477,0 0-71,0 0-1134,0 0-654,35-8-28,215-50 918,-140 28-218,-21 4-442,73-10-617,-141 33-32,0 2 0,1 0 0,2 2 32,2-1-875,-33 13-5672,-10-4 1388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4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12547,'0'0'4206,"0"0"-1425,0 0-542,0 0-772,0 0-630,0 0 26,5 24 57,40 147 299,-34-109-656,-3 0 1,-2 1-1,-4 0 0,-4 51-563,2-30 97,0-85-106,0 1-1,0 0 1,0 0 0,0 0-1,0 0 1,0 0 0,0 0-1,0 0 1,0-1-1,0 1 1,0 0 0,0 0-1,0 0 1,0 0 0,1 0-1,-1 0 1,0 0 0,0 0-1,0-1 1,0 1 0,0 0-1,0 0 1,0 0 0,1 0-1,-1 0 1,0 0 0,0 0-1,0 0 1,0 0 0,0 0-1,0 0 1,1 0-1,-1 0 1,0 0 0,0 0-1,0 0 1,0 0 0,0 0-1,0 0 1,1 0 0,-1 0-1,0 0 1,0 0 0,0 0-1,0 0 1,0 0 0,0 0-1,0 1 1,1-1 0,-1 0-1,0 0 1,0 0 0,0 0-1,0 0 10,8-15-461,33-74-3711,-17 43-2251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13595,'0'0'2582,"0"0"-1237,0 0 161,-4 31-298,-3 6-886,1-4 44,2 1 0,0 0 0,3-1 0,1 14-366,0-32 164,2-1 1,-1 1-1,2-1 0,0 1 1,1-1-1,0 0 1,1 0-1,0-1 0,1 0 1,2 2-165,-4-8 47,-1-1 1,2 1 0,-1-1 0,1 0 0,0 0 0,1-1 0,-1 1 0,1-1 0,0 0 0,0-1 0,1 1 0,-1-1-1,1 0 1,0-1 0,0 0 0,0 0 0,0 0 0,1-1 0,6 1-48,-6-1 24,1-1 0,-1 0-1,0-1 1,0 0 0,0 0 0,1-1 0,-1 0 0,0 0-1,0-1 1,0 0 0,0 0 0,0-1 0,-1 0-1,1 0 1,-1-1 0,0 0 0,0 0 0,0-1 0,0 0-1,-1 0 1,0-1 0,0 1 0,0-1 0,-1-1 0,0 1-1,0-1 1,0 0 0,-1 0 0,0 0 0,-1 0 0,1-1-1,-1 0 1,-1 1 0,0-1 0,0 0 0,0 0-1,-1-4-23,0 3 89,-1-1 0,0 1 0,-1-1 0,0 1 0,0-1 0,-1 1 0,-1-1 0,1 1 0,-1 0 0,-4-7-89,-1 0 42,-1 1-1,0 1 1,-1 0-1,-1 0 1,-9-8-42,10 11-198,-1 0 0,0 0 0,-1 1 0,-1 1-1,1 0 1,-1 0 0,-1 2 0,0 0 0,-9-4 198,6 4-1729,-2 2 1,1-1-1,-1 2 0,-15-2 1729,-36 1-9935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9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7218,'0'0'6108,"0"0"-3908,0 0-1037,0 0-127,0 0-261,0 0 66,-5 7 14,3-5-754,0 1 0,1-1-1,-1 0 1,0 0 0,0 1-1,0-1 1,0-1-1,-1 1 1,1 0 0,-1 0-1,1-1 1,-1 0 0,1 1-1,-1-1 1,0 0 0,0 0-1,1 0 1,-1-1 0,0 1-1,0-1 1,0 1-1,0-1 1,0 0 0,0 0-1,0 0 1,1-1 0,-1 1-1,0-1 1,0 0 0,-1 0-101,4 1 42,0 0 0,0 0 1,0 0-1,1 0 0,-1-1 1,0 1-1,0 0 0,0 0 1,0 0-1,1 0 0,-1-1 1,0 1-1,0 0 0,0 0 0,0 0 1,0 0-1,0-1 0,0 1 1,1 0-1,-1 0 0,0-1 1,0 1-1,0 0 0,0 0 1,0 0-1,0-1 0,0 1 1,0 0-1,0 0 0,0-1 1,0 1-1,0 0 0,0 0 1,0 0-1,0-1 0,-1 1 1,1 0-1,0 0 0,0 0 1,0-1-1,0 1 0,0 0 1,0 0-1,-1 0 0,1-1-42,31 1-3209,-26 0 1881,16 0-5276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9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9402,'0'0'4426,"0"0"-1672,0 0-620,0 0-723,0 0-472,0 0 226,-1 10-27,-5 77 216,4-1 0,3 0 0,11 61-1354,-6-99 68,2-1-1,2 0 0,2-1 0,2-1 1,2 0-1,2 0 0,17 28-67,-28-61 3,0-1-1,0 1 1,1-2-1,0 1 1,1-1 0,0-1-1,7 6-2,-10-10-44,-1-1-1,1 0 1,0-1-1,0 1 1,0-1-1,1 0 1,-1-1-1,1 0 1,0 0-1,-1 0 1,1-1-1,0 0 1,0 0-1,0-1 0,1 1 45,-4-2-84,-1 0-1,1 0 0,-1 0 0,1-1 0,-1 1 0,0-1 1,1 1-1,-1-1 0,0 0 0,0-1 0,0 1 0,-1 0 0,1-1 1,0 0-1,-1 1 0,0-1 0,2-2 85,39-57-4345,-38 53 2999,11-18-3510,-5 5-2501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2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12203,'0'0'2696,"0"0"-655,0 0-73,0 0-880,0 0-104,0 0-7,0 0-441,167-61-344,-97 40-192,-17 6-1809,-4 1-6496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0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 13083,'0'0'2103,"0"0"-711,-9 21 531,-1 0-1500,4-10-274,0 1-1,1 0 1,1 0-1,0 1 1,1-1-1,0 1 0,0 0 1,2 0-1,-1 12-148,2-13 179,-1 4 71,1 0 0,0 0 0,1 0 0,1 0 0,2 7-250,-3-20 19,0 0-1,0 1 1,0-1 0,0 0 0,0 0 0,1 1-1,0-1 1,-1 0 0,1-1 0,0 1 0,0 0 0,1 0-1,-1-1 1,0 0 0,1 1 0,0-1 0,0 0-1,-1 0 1,1 0 0,0-1 0,0 1 0,1-1-1,-1 1 1,0-1 0,0 0 0,1 0 0,2 0-19,0 0 54,0 0 0,0 0 1,1 0-1,-1-1 0,0 0 1,1-1-1,-1 1 0,0-1 0,0 0 1,0 0-1,0-1 0,0 0 1,0 0-1,0-1 0,0 1 1,-1-1-1,0 0 0,1-1 0,-1 1 1,0-1-1,0 0 0,-1-1 1,1 1-1,-1-1 0,0 1 0,0-1 1,-1-1-1,1 1 0,-1 0 1,-1-1-1,1 0 0,-1 1 1,1-1-1,-2 0 0,1 0 0,-1 0 1,0-1-1,0 1 0,0 0 1,-1 0-1,0-1 0,-1-3-54,2 4 35,-1-1 0,-1 0 0,1 0 0,-1 0 1,-1 0-1,1 1 0,-1-1 0,0 1 0,0-1 0,-1 1 0,0 0 0,0-1 0,0 2 0,-1-1 0,0 0 0,0 1 0,-1-1 0,1 1 0,-1 1 0,0-1 0,-1 0 0,1 1 1,-1 0-1,0 1 0,0-1 0,0 1 0,0 0 0,-2 0-35,-23-13-2098,14-1-4286,9 3-3968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 11082,'0'0'2598,"0"0"-144,0 0-427,0 0-614,0 0-247,0 0-167,-3-3-247,-3 1-217,2 12-51,1 34 332,7 57 214,22 148 229,40 466-160,-60-455-1329,-6-221-104,0-35 195,-1-3-23,1 1 1,0-1-1,0 0 0,0 1 1,0-1-1,0 1 0,0-1 1,0 0-1,0 1 0,1-1 1,-1 0-1,0 1 0,1-1 1,-1 0-1,1 0 0,-1 1 1,1-1-1,0 0 0,0 0 1,-1 0-1,1 0 0,0 0 1,0 0-1,0 0 0,0 0 1,0 0 161,15 1-6437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9074,'0'0'2963,"0"0"-725,0 0-684,0 0-693,0 0-281,0 0-161,2-3 57,-1 2-362,-1 0-1,1-1 1,-1 1-1,1 0 1,0 0-1,-1 1 1,1-1-1,0 0 1,0 0 0,0 0-1,0 0 1,0 1-1,0-1 1,0 0-1,0 1 1,0-1-1,0 1 1,0-1-1,0 1 1,0 0-1,1-1 1,-1 1-1,0 0 1,0 0-1,0 0 1,1 0 0,-1 0-1,0 0 1,0 0-1,0 0 1,2 1-114,-3-1 34,0 0-7,0 0 20,0 0 30,0 0 51,0 0 73,0 0 121,0 0 42,0 0 5,0 0 7,0 0-8,0 0-62,0 0-53,0 0-75,0 0-49,0 0-50,40-19-55,-35 17-26,0 0 1,0 1-1,0 0 1,-1 0-1,1 0 1,0 1-1,0 0 1,0 0-1,0 0 1,0 0-1,0 1 1,0 0-1,0 0 1,0 0 0,0 1-1,2 0 2,1 2-2,0 0-1,-1 0 0,0 1 1,0 0-1,0 0 1,0 1-1,-1 0 1,1 0-1,0 2 3,13 18 2,-1 0 0,-1 1-1,-2 1 1,10 22-2,-22-41 5,15 29 0,-10-18 0,1 0 0,1-1 0,0 0 1,1 0-1,1-1 0,1-1 0,6 6-5,-17-21-5,-1 0 1,1 0-1,0 0 0,0 0 0,0 0 0,1 0 0,-1-1 0,0 1 0,1-1 0,-1 0 0,0 0 1,1-1-1,-1 1 0,1 0 0,3-1 5,-6 0-145,1 0 0,-1 0 0,1-1 0,-1 1 0,0 0 0,1-1 0,-1 1-1,0-1 1,1 1 0,-1-1 0,0 0 0,0 0 0,0 1 0,0-1 0,1 0 0,-1 0 0,0 0 0,0 0 0,-1 0 0,1 0 0,0-1 0,0 1 0,0 0 0,-1 0 0,1-1 0,-1 1 0,1 0 0,-1-1 0,1 1-1,-1 0 1,0-1 0,0 1 0,0 0 0,0-1 0,0 1 0,0-1 0,0 1 0,0-1 145,0-13-4517,0 3-3409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0 10306,'0'0'3881,"0"0"-2033,0 0-271,0 0-329,-110 133 32,75-65-31,0 0-249,3-3-448,11-7-336,5-10-136,8-7-80,8 5-200,0-12-1608,0-8-4042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5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12083,'0'0'2624,"0"0"-831,0 0 839,0 0-1480,0 0-440,0 0-159,22 0 7,15 0-144,6 0-64,8 0-200,3-7-56,0 0-48,-3 0-48,-11 2-360,-18 5-2273,-17 0-2960,-5 0-6225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11562,'0'0'1889,"0"0"-1265,0 0 584,0 0-736,145-13-296,-88 4-168,-1 2 32,11-1-40,-19 1-1744,-10 0-11707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3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10042,'0'0'2769,"0"0"-154,0 0-376,0 0-1065,0 0-515,0 0-67,25-6-91,82-20-106,-105 25-375,1 1 0,-1-1 0,0 1 0,0-1 0,0 1 0,1 0 0,-1-1 0,0 1 0,1 0 0,-1 1 0,0-1 0,0 0-1,1 1 1,-1-1 0,0 1 0,0 0 0,0 0 0,0-1 0,0 1 0,0 1 0,0-1 0,0 0 0,0 0 0,0 1 0,-1-1 0,1 1 0,0 0 0,-1-1 0,1 1 0,-1 0 0,0 0 0,0 0 0,0 0 0,0 0 0,0 0 0,1 2-20,2 5 117,8 19 179,0 0 0,-2 1 0,-2 0 0,0 0 1,-2 1-1,2 28-296,-3-21 100,1-1 1,2 0 0,2-1-1,5 11-100,-14-43-11,0 0-1,0 0 1,1 0-1,-1 0 1,1 0-1,0 0 1,-1-1-1,1 1 1,1-1-1,-1 0 1,0 1-1,0-1 1,1 0-1,-1 0 1,1 0-1,0-1 1,0 1-1,0-1 0,-1 1 1,2-1 11,-2 0-337,0-1-1,1 0 1,-1 1 0,1-1-1,-1 0 1,0 0 0,1-1-1,-1 1 1,1 0 0,-1-1-1,2 0 338,3-4-4338,-3-6-2614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4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 10538,'0'0'3822,"0"0"-1856,0 0-754,0 0 70,-11 28 149,-4 11-913,-55 138 1451,24-82 24,-14 14-1993,-16 33 290,74-140-357,1 0 0,0-1 0,1 1 0,-1 0 0,0 0 0,0 0 0,1 0 0,-1 1 0,1-1 0,0 0 0,0 0 0,-1 0 0,1 0 67,1-1-185,0-1 0,-1 0-1,1 1 1,-1-1 0,1 0-1,0 1 1,-1-1 0,1 0-1,0 0 1,-1 0 0,1 0-1,0 1 1,-1-1 0,1 0-1,0 0 1,-1 0 0,1 0-1,0-1 1,-1 1 0,1 0-1,0 0 1,-1 0 0,1 0-1,0-1 1,-1 1 0,1 0-1,-1-1 1,1 1 0,0 0-1,-1-1 1,1 1 0,-1-1-1,1 1 1,-1-1 0,0 1-1,1-1 1,-1 1 185,19-14-7067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40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1 194 6649,'0'0'5160,"0"0"-2735,0 0-394,32-3-73,-1 0-1475,33-2 833,1-3 0,23-8-1316,179-48 2621,113-22-1661,-353 80-1058,-25 4-318,-7 1-240,-44 5-4301,17 2-256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40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13731,'0'0'1596,"0"0"57,0 0 372,2 24-482,44 401 4557,-46-382-6001,0-32-99,0 1 0,0-1 1,1 1-1,0-1 0,3 11 0,-3-21-29,-1-1 1,0 1-1,0-1 0,1 0 0,-1 1 0,0-1 0,1 0 0,-1 0 0,0 1 0,1-1 0,-1 0 0,0 0 0,1 0 0,-1 1 1,0-1-1,1 0 0,-1 0 0,1 0 0,-1 0 0,0 0 0,1 0 0,-1 0 0,1 0 0,-1 0 0,0 0 0,1 0 0,-1 0 1,1 0-1,-1 0 0,1 0 0,-1 0 0,0 0 0,1 0 0,-1-1 0,0 1 0,1 0 0,-1 0 0,1 0 0,-1-1 0,0 1 1,0 0-1,1 0 0,-1-1 0,0 1 0,1 0 0,-1-1 0,0 1 0,0-1 0,0 1 0,1 0 0,-1-1 0,0 1 0,0-1 29,16-19-2470,1-9-3703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4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49 12163,'0'0'1923,"0"0"-520,0 0-326,0 0-18,-5 25 215,-5 26-100,2 2 1,3-1-1,1 11-1174,4-57 81,0 1 0,1 0 0,-1 0 0,2-1 0,-1 1 0,1 0 1,0-1-1,0 0 0,0 1 0,1-1 0,0 0 0,0 0 0,1 0 0,0-1 0,0 1 0,0-1 0,1 0 0,0 0 0,4 3-81,-2-2 53,1-1-1,-1-1 0,1 1 1,0-1-1,1-1 1,-1 1-1,1-1 0,-1-1 1,1 0-1,0 0 1,0-1-1,0 0 1,0 0-1,6-1-52,-6 0 32,0 0-1,-1 0 1,1-1-1,0 0 1,0-1 0,-1 0-1,1-1 1,-1 1 0,3-3-32,-8 4 7,1-1 0,-1 0 0,0-1 0,0 1 1,0-1-1,0 1 0,0-1 0,-1 0 0,1 0 0,-1 0 1,0 0-1,0 0 0,0-1 0,0 1 0,0-1 1,-1 1-1,0-1 0,1 0 0,-1 1 0,-1-1 1,1 0-1,0-2-7,1-19 8,-2 0 0,0 0 0,-2 1 0,0-1 0,-2 0 0,-1 0 0,0 1 1,-2 0-1,-1 0 0,-1 1 0,-1 0 0,-1 1 0,-2-1-8,12 20-54,0 1 1,0 0-1,0 0 1,-1 0-1,1 0 0,-1 0 1,0 0-1,1 0 1,-1 0-1,0 1 1,0-1-1,0 1 0,0-1 1,0 1-1,-1 0 1,1 0-1,0 0 0,-1 0 1,1 0-1,0 1 1,-1-1-1,1 1 0,-1-1 54,-1 1-414,0 1-1,1-1 0,-1 0 1,0 1-1,0 0 1,1 0-1,-1 0 0,1 0 1,-1 1-1,1 0 0,-1-1 1,1 1-1,0 0 1,-3 2 414,-26 22-6653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4:3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 10922,'0'0'1521,"0"0"-961,0 0 152,0 0-336,0 0-376,-2-37-304,2 37-1360,0 8-1169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7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15363,'0'0'4025,"0"0"-2120,0 0-569,0 0-392,0 0-216,153 137 0,-116-54-160,-7 3-207,0 4-241,-6-8-48,-3-10-16,1-14-56,-6-17-264,3-31-929,-9-10-1887,-2-2-3738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1 15523,'0'0'2361,"0"0"-305,-97 145-167,38-66-777,-5 6-240,-1-3-72,9-12-344,10-14-296,17-18-160,7-16 0,9-17-720,5-5-1352,0 0-3713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8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0 13035,'0'0'4195,"0"0"-1809,0 0-620,0 0-802,0 0-437,-16 21 97,-109 135 631,7-29-493,65-73-612,3 1 1,-3 10-151,52-63 13,-1 0 0,0 0 0,1 0 0,-1 0-1,1 1 1,0-1 0,0 0 0,0 1 0,0-1 0,0 1 0,0 0 0,1-1 0,-1 1 0,1-1 0,0 1 0,0 0-1,0-1 1,0 3-13,1-3 31,-1 0 0,1 0-1,0 0 1,0-1 0,0 1-1,0 0 1,0-1 0,1 1-1,-1-1 1,0 1 0,1-1-1,-1 0 1,1 1 0,-1-1 0,1 0-1,0 0 1,0 0 0,-1 0-1,2 0-30,10 4 193,1-1-1,0 0 1,0-1 0,0-1-1,0 0 1,4 0-193,-10-2 48,89 10-1196,47-3 1148,-143-7-92,-1 0 0,1-1-1,-1 1 1,1-1 0,-1 1 0,0 0 0,1-1 0,-1 1 0,0-1 0,1 1 0,-1-1 0,0 1 0,1-1 0,-1 0 0,0 1 0,0-1-1,0 1 1,1-1 0,-1 0 0,0 1 0,0-1 0,0 1 0,0-1 0,0 0 0,0 1 0,0-1 0,-1 1 0,1-1 0,0 0 92,-4-22-3621,-11-3-3395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29:3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67 8618,'0'0'6551,"0"0"-4150,0 0-212,0 0-757,0 0-862,0 0-302,-21 31 77,21-31-345,-37 54 502,-12 27-502,46-77 47,1 1 0,-1 0 1,1-1-1,0 1 1,0 0-1,1 0 0,-1 0 1,1 1-1,0-1 1,1 0-1,-1 0 0,1 1 1,0-1-1,0 0 1,1 1-1,0-1 0,0 0 1,0 0-1,0 0 1,1 0-1,0 0 0,0 0 1,0 0-1,0 0 1,1-1-1,0 1 0,0-1 1,0 0-1,1 0 1,-1 0-1,5 3-47,0 0 71,0-1 1,1 0-1,-1-1 1,2 0 0,-1 0-1,0-1 1,1 0-1,0 0 1,0-1-1,0-1 1,0 0-1,0 0 1,6 0-72,-8-2 36,1 1 1,0-1 0,-1 0 0,1-1 0,0 0-1,-1 0 1,1-1 0,-1 0 0,0-1-1,1 0 1,-1 0 0,0-1 0,-1 0 0,1 0-1,-1-1 1,0 0 0,0 0 0,0 0-1,0-1 1,-1 0 0,0-1 0,-1 1 0,1-1-1,-1 0 1,0 0 0,-1-1 0,0 0-1,0 0 1,-1 0 0,0 0 0,0 0 0,-1 0-1,2-9-36,-3 6 6,-1 0 0,1 0 0,-2 0 1,0 0-1,0 0 0,-1 0 0,0 0 0,-1 0 0,0 1 0,-1-1 0,0 1 0,0 0 0,-1 0 0,-1 0 0,0 1 0,0 0 0,0 0 0,-2 1 0,1-1 0,-1 2 0,0-1 0,0 1 0,-1 0 0,0 1 0,0-1 1,0 2-1,-1 0 0,0 0 0,0 1 0,-5-2-6,5 3 4,-1 1 1,1 0 0,-1 1-1,0-1 1,1 2 0,-1 0-1,-4 1-4,12-1-50,1 0 0,0 0 1,-1 0-1,1 1 0,0-1 0,0 1 0,0 0 0,-1-1 0,1 1 0,0 0 1,0 1-1,0-1 0,0 0 0,1 0 0,-1 1 0,-1 0 50,3-1-94,-1 0-1,1 1 1,-1-1 0,1 0-1,-1 1 1,1-1-1,0 1 1,0-1 0,0 0-1,0 1 1,0-1-1,0 1 1,0-1 0,0 0-1,0 1 1,1-1-1,-1 0 1,0 1 0,1-1-1,-1 0 1,1 1-1,0-1 1,-1 0 0,1 0-1,0 1 1,0-1-1,0 0 1,1 1 94,27 24-4814,13-4-2015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4:33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9962,'0'0'2153,"0"0"-409,0 0-80,0 0-631,0 0-449,0 0-384,0 0 24,0-12-112,0 12 24,0 0-88,0 0-48,8 5-416,5 12-1241,1-2-3600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5:0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105 245 5033,'0'0'1243,"0"0"-281,0 0 334,0 0-180,0 0-344,-5-15 1374,-21 24-1403,25-8-686,0-1 0,0 1 1,0 0-1,0-1 0,0 1 0,0-1 1,0 1-1,0-1 0,0 0 1,0 1-1,0-1 0,0 0 0,0 0 1,0 0-1,0 0 0,0 0 1,-1 0-1,1 0 0,0 0 1,0 0-1,0 0 0,0-1 0,0 1 1,0 0-1,0-1 0,0 1 1,0-1-1,0 1 0,0-1 0,0 0 1,0 1-1,0-1 0,1 0 1,-1 0-1,0 1 0,0-1 0,1 0 1,-1 0-1,0 0 0,1 0 1,-1 0-1,1 0 0,-1 0 0,1 0-57,-4-5 73,0 0-1,0-1 0,1 0 0,-1 1 0,2-1 1,-1 0-1,1 0 0,0 0 0,0-1 0,1 1 1,0 0-1,0-1 0,1 1 0,0-1 0,1-3-72,-1 9-7,0-1-1,1 1 1,0 0-1,-1 0 1,1 0-1,0 0 1,0-1-1,0 1 1,0 0-1,1 1 1,-1-1-1,0 0 1,1 0-1,-1 0 1,1 1-1,0-1 0,0 1 1,-1-1-1,1 1 1,0 0-1,2-1 8,47-23-998,-36 19 291,32-15-3076,-4 3-1732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5:5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0 324 7162,'0'0'1134,"0"0"-29,0 0 142,0 0-454,0 0-390,0 0-84,0 0 227,0 0 363,14 24 2946,-7-12-3597,-1 0-1,-1 0 1,0 1-1,-1 0 1,0-1-1,-1 1 1,0 1-1,1 10-257,-2 15 692,-1 1 0,-2 11-692,0-17 198,1 0 0,2 1 0,3 11-198,-5-44 3,0 0 0,0-1 0,0 1 0,1 0 0,-1-1 0,1 1 0,-1 0 0,1-1 0,0 1 0,0-1 0,0 1 0,0-1 0,0 1 0,0-1 0,0 0 1,0 1-1,0-1 0,0 0 0,1 1-3,-1-2 22,1 0 0,-1 1 0,0-1 1,0 0-1,0 1 0,0-1 0,1 0 1,-1 0-1,0 0 0,0 0 1,0 0-1,1-1 0,-1 1 0,0 0 1,0 0-1,0-1 0,0 1 0,0-1 1,1 1-1,0-1-22,5-3 136,-1-1-1,1 0 1,-1 0 0,0 0-1,0-1 1,0 0 0,0-2-136,139-166 410,51-58-59,73-39-5171,-203 211-1330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8:3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14147,'0'0'4178,"0"0"-1696,0 0-690,0 0-603,0 0-458,-16 15-342,4-3-308,6-8-52,1 1 1,-1 0 0,1 0-1,0 0 1,0 1 0,1 0-1,0-1 1,0 2 0,0-1-1,1 0 1,0 1 0,0 0-1,0-1 1,1 1 0,0 0-1,1 0 1,-1 0-1,2 1 1,-1 0-30,0 15 91,2 0 1,0 0-1,2 0 0,0 0 0,2-1 1,0 1-1,4 5-91,-4-13 15,1-1 0,1 0 0,0-1 0,1 1-1,0-1 1,1-1 0,1 0 0,0 0 0,0 0 0,1-2 0,6 5-15,-10-9 9,1 0-1,-1 0 1,1-1-1,0 0 1,0-1-1,1 0 1,-1 0-1,1-1 1,0 0-1,0-1 1,0 1 0,0-2-1,1 1 1,-1-2-1,0 1 1,1-1-1,-1 0 1,0-1-1,1 0 1,-1-1 0,0 0-1,0 0 1,0-1-1,0 0 1,0 0-1,-1-1 1,1 0-1,-1-1 1,0 0 0,-1 0-1,1-1 1,-1 0-1,0 0 1,0-1-1,-1 1 1,0-2-1,0 1 1,0-1 0,-1 1-1,-1-1 1,1-1-1,-1 1 1,0-1-1,-1 0 1,0 1-1,-1-2-8,1 0 12,0-1 0,-1 1 0,-1 0 0,0-1 0,0 1 0,-1-1 0,0 1 0,-1-1-1,0 1 1,-1-1 0,0 1 0,-3-10-12,2 12 1,-1 0 0,0 0 1,0 0-1,0 1 0,-1-1 0,-1 1 0,1 0 0,-1 0 1,0 1-1,0 0 0,-1 0 0,0 0 0,0 1 0,0 0 0,-4-1-1,-2-1-103,0 0 0,0 1 0,-1 1 0,1 0 0,-1 1 0,0 0 0,0 1 0,-1 1 0,1 0 0,-1 1 0,1 0 0,-11 2 103,12 0-820,0 1 0,1 0 0,0 1 0,-1 0 0,1 1 0,0 0 0,1 1 0,-1 0 0,-4 4 820,-36 26-9618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8:34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3385,'0'0'1440,"0"0"16,0 0-391,0 0-577,0 0-304,0 0-56,0 0-120,19 39 48,-14-13-48,-5 6 40,3 6-48,-3 15-104,2-7-448,1-7-1417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8:3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5641,'0'0'1027,"0"0"-228,0 0 488,0 0 68,0 0-383,0 0-404,0 0-234,0 0-216,0 0-447,-27 6-3035,21-2 2948,-23 7-1651,29-11 631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4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39 6345,'0'0'2849,"0"0"-291,0 0-478,0 0-722,0 0-354,-7-5-205,3 1-556,-1 1 1,0-1-1,0 1 0,-1 0 0,1 0 1,-1 1-1,1-1 0,-1 1 1,0 1-1,0-1 0,0 1 1,0 0-1,0 0 0,0 1 0,0 0 1,0 0-244,-1 0 63,1 0 0,-1 0 0,1 1 0,0 0 0,-1 0 0,1 1 0,0 0 1,0 0-1,0 0 0,0 1 0,0-1 0,1 2 0,-1-1-63,-2 3 44,1 0 0,0 0 1,1 1-1,0 0 0,0 0 0,0 0 0,1 1 0,-4 6-44,-2 6 125,2-1-1,0 1 1,0 1-1,2-1 1,1 1-1,1 1 1,0-1-1,2 1 0,0 0 1,1 0-1,2 0 1,0 0-1,3 18-124,7 33 182,4 0-1,3-1 0,13 34-181,12 49 435,28 211 584,-18-80-702,-38-201-158,-5 1 0,-3 0-1,-5 69-158,-1-152 16,0 1-1,-1-1 0,0 0 0,0 1 1,0-1-1,0 0 0,0 1 1,-1-1-1,1 0 0,-1 0 1,0 0-1,0 0 0,0-1 0,0 1 1,0 0-1,-1-1 0,1 0 1,-1 1-1,0-1 0,1 0 0,-1 0 1,0 0-1,0-1 0,-1 1 1,1-1-1,0 0 0,0 0 0,-1 0 1,1 0-1,0 0 0,-1-1 1,1 0-1,-1 1 0,1-1 0,-1-1 1,1 1-1,-1 0 0,1-1 1,0 0-1,-1 1 0,1-1 1,0-1-1,-2 0-15,3 1 1,0-1-1,0 0 1,0 0 0,0 0-1,0 0 1,1 0 0,-1 0 0,1 0-1,-1 0 1,1-1 0,0 1-1,0-1 1,0 1 0,0-1 0,0 1-1,1-1 1,-1 0 0,1 1-1,0-1 1,-1 0 0,2-2-1,0-58-95,0 61 89,0 0 0,0 0 0,0 0 0,1 0 0,-1 0 0,1 1 0,0-1 0,-1 0 1,1 1-1,0 0 0,0-1 0,0 1 0,0 0 0,0 0 0,0 0 0,0 0 0,0 0 0,1 0 6,41-12-5,-41 12 0,0 1 1,-1-1 0,1 1-1,0 0 1,0 0 0,0 0-1,0 1 1,0-1-1,0 0 1,0 1 0,0 0-1,0 0 1,-1 0 0,1 0-1,0 0 1,-1 1 0,1-1-1,0 1 1,-1-1-1,0 1 1,1 0 0,-1 0-1,0 0 1,2 3 4,1 3-1,-1 0 1,1 1-1,-1 0 0,0 0 1,-1 0-1,0 0 0,0 3 1,25 96 91,-4 1-1,-5 1 1,-5 1-1,-5 0 0,-4 82-90,-6-169 52,-1-1 0,0 1-1,-2-1 1,-1 0 0,-1 0-1,0 0 1,-2-1-1,-1 0 1,-1-1 0,-4 8-52,-20 49 86,4 1 0,4 1 0,3 1 0,4 1 0,3 1 0,-2 57-86,10-43 85,4 0 0,9 89-85,0-127 61,3 1 0,3-1 0,2 0 0,3-1 0,2-1 0,12 21-61,-22-59 12,1 0 1,1 0-1,5 6-12,-11-19-10,0 0 0,1 0 0,0-1 0,-1 1 0,2-1 0,-1 0 0,1-1 0,-1 1 0,1-1 0,0 0-1,4 1 11,7-4-1451,-9-7-2391,-7-7-4089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5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92 9938,'0'0'2617,"0"0"-1054,0 0-335,0 0-373,0 0-222,0 0 294,-6-14 445,-20-42 127,26 55-1387,-1 0 0,1 0 0,-1 0 0,1 0 0,-1 0-1,0 0 1,1 0 0,-1 0 0,0 0 0,0 0 0,0 1 0,0-1-1,1 0 1,-1 1 0,0-1 0,0 0 0,0 1 0,0-1-1,-1 1 1,1 0 0,0-1 0,0 1 0,0 0 0,0 0 0,0 0-1,0-1 1,0 1 0,-1 0 0,1 1 0,0-1 0,0 0-1,0 0 1,0 0 0,0 1 0,-1-1-112,-23 17 474,20-9-417,0 1-1,1-1 1,0 1 0,0 0-1,1 0 1,0 1-1,0-1 1,1 0-1,1 1 1,-1 0 0,1 6-57,0 15 188,1 1 0,5 30-188,-4-50 8,1-1 0,0 0-1,0 1 1,1-1 0,1 0 0,0 0-1,0-1 1,1 1 0,1-1 0,0 0-1,0 0 1,1-1 0,0 0 0,0 0-1,1 0 1,0-1 0,1 0-1,0-1 1,0 0 0,1 0 0,-1-1-1,1-1 1,1 1 0,-1-1 0,1-1-1,0 0 1,0-1 0,0 0 0,0 0-1,7-1-7,-5 0 31,1-1 0,0-1-1,-1 0 1,1-1-1,-1-1 1,1 0 0,-1-1-1,0 0 1,0-1 0,10-4-31,-16 5 27,-1-1 0,1 1 1,-1-1-1,0-1 0,0 1 1,-1-1-1,1 0 0,-1 0 1,0-1-1,0 1 1,-1-1-1,1 0 0,-1-1 1,-1 1-1,1-1 0,-1 1 1,0-1-1,-1 0 0,0 0 1,1-4-28,0 2 59,-1 0 0,1-1 0,-2 0 1,0 1-1,0-1 0,0 0 0,-1 0 1,-1 0-1,0 1 0,0-1 0,-1 0 1,0 1-1,-1-1 0,0 1 0,0-1 0,-1 1 1,0 1-1,-1-1 0,0 0 0,0 1 1,-1 0-1,0 0 0,0 1 0,-1 0 1,0 0-1,0 0 0,-1 1 0,1 0 0,-3-1-59,-19-14 78,-1 1 0,-30-15-78,51 30-78,0 0 1,-1 1 0,1 0 0,-1 1-1,0 0 1,0 1 0,0 0-1,-1 0 1,1 1 0,0 0 0,0 1-1,-7 1 78,14-1-75,1 1 0,-1 1 0,0-1 0,1 0 0,-1 1 0,1-1 0,0 1 0,-1 0-1,1 0 1,0 0 0,0 0 0,0 0 0,0 0 0,1 1 0,-1-1 0,0 1 0,1-1 0,0 1-1,0-1 1,0 1 0,0 0 0,0 0 0,0-1 0,1 1 0,-1 2 75,-3 7-507,-16 51-3599,4-2-3540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6873,'0'0'3021,"0"0"-350,0 0-179,0 0-229,0 0-314,0 0-486,0-17-394,0 2-798,0 0 1,2 0-1,2-12-270,-4 24 40,1 1 0,0 0 0,0-1 1,1 1-1,-1 0 0,0 0 0,1 0 1,-1 0-1,1 0 0,0 0 0,0 0 1,0 1-1,-1-1 0,2 1 0,-1-1 1,0 1-1,0 0 0,0 0 1,1 0-1,-1 0 0,0 0 0,2 0-41,52-8 395,-53 9-387,6 0-3,0 0 0,0 0 0,0 1 0,0 0-1,0 0 1,0 1 0,0 1 0,-1-1-1,1 1 1,-1 1 0,1 0 0,-1 0 0,5 3-5,0 3 6,0 0 1,0 1 0,-1 0 0,0 1 0,-1 0 0,0 1 0,0 2-7,28 43 31,-3 3 1,-3 0-1,-2 2 0,12 40-31,-36-86-4,24 64-258,-19-49-5940,-12-31 215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6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 1 13595,'0'0'2587,"0"0"-694,0 0-620,0 0-471,-14 21-286,-2 1-363,-3 4 108,1 1 0,2 2 0,0-1 0,2 3-261,-14 29 455,-2-1 0,-3-1 0,-3-2-1,-2-1 1,-2-3 0,-2-1 0,-21 17-455,57-62 0,-1 0 0,1-1-1,-1 0 1,0-1 0,-1 1 0,1-1 0,-1-1 0,0 1 0,0-2 0,0 1 0,0-1 0,0 0 0,0 0 0,-1-1 0,1 0 0,-1-1-1,1 0 1,-1 0 0,12-10-1289,8 1-221,0 0 1,1 1 0,0 0-1,11-4 1510,24-14-5731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6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1 11162,'0'0'3764,"0"0"-1205,0 0 131,0 0-702,0 0-919,0 0-477,-9 8-184,-97 106 530,-23 24-664,99-110-273,-121 122 30,151-150-31,-1 0 0,1 0 0,0 0 0,0 1-1,0-1 1,-1 0 0,1 0 0,0 0 0,0 1 0,0-1 0,0 0-1,-1 0 1,1 1 0,0-1 0,0 0 0,0 1 0,0-1 0,0 0-1,0 0 1,0 1 0,0-1 0,0 0 0,0 1 0,0-1 0,0 0-1,0 0 1,0 1 0,0-1 0,0 0 0,0 1 0,0-1 0,1 0 0,-1 0-1,0 1 1,0-1 0,0 0 0,0 0 0,1 1 0,-1-1 0,0 0-1,0 0 1,0 0 0,1 1 0,17 6 135,36-1 411,-39-5-289,29 4-9,0 1 0,0 3-1,-1 2 1,0 1-1,-1 2 1,20 11-248,-47-20-703,0 0-1,1-1 1,0 0 0,0-2 0,0 0-1,0-1 1,0 0 0,0-1 0,0-1-1,0-1 1,0 0 0,3-2 703,19-8-6476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70 10986,'0'0'3434,"0"0"-1919,0 0-185,0 0 285,-5 26-187,-2 5-1024,1-5-21,1 0 0,1 0 0,1 0 0,2 0 1,0 6-385,1-11 247,0-1-1,2 0 0,0 0 0,1 0 0,1 0 0,1-1 1,6 19-246,-8-32 21,0 0-1,0 0 1,1 0 0,-1 0 0,1 0 0,0-1 0,1 1-1,-1-1 1,1 0 0,0-1 0,1 1 0,-1-1 0,1 0 0,-1 0-1,1-1 1,1 1 0,-1-1 0,0-1 0,1 1 0,-1-1-1,1 0 1,0-1 0,-1 0 0,8 1-21,-2 0 63,0-1 1,1-1-1,-1 0 1,0-1-1,0 0 0,0-1 1,1 0-1,-2-1 1,1 0-1,0-1 0,-1 0 1,10-5-64,-14 5 79,-1 0 1,0 0-1,0-1 1,0 1-1,-1-1 1,0-1-1,0 1 1,0-1-1,0 0 1,-1 0-1,0 0 1,0-1-1,-1 1 0,0-1 1,0 0-1,0 0 1,-1 0-1,0 0 1,-1-1-1,1 1 1,-1-6-80,2-7 105,-1 1 0,-1 0 0,-1 0 0,-1-1 0,0 1 0,-2 0 0,0 0 0,-1 0 0,-1 0 0,0 1 0,-2 0 1,0 0-1,-1 0 0,-1 1 0,0 0 0,-1 1 0,-1 0 0,-1 0-105,7 11-39,-1-1 1,1 1-1,-1 0 1,0 1-1,0 0 1,0 0 0,-1 0-1,0 0 1,1 1-1,-1 0 1,0 1-1,-1 0 1,1 0-1,0 0 1,-1 1-1,1 0 1,-1 0-1,1 1 1,-1 0-1,1 0 1,-1 1-1,1 0 1,0 0-1,-1 1 1,1 0-1,0 0 1,-3 2 38,-19 7-832,1 1 0,1 2 0,0 1 0,1 0 0,1 2 0,-1 3 832,-40 28-7299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4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9354,'0'0'2062,"0"0"-78,0 0 133,0 0-314,0 0-383,0 0-322,6-11-124,-4 7-917,0 0 24,0-1 0,0 1 0,1 0 0,-1 0 1,1 0-1,0 0 0,1 0 0,-1 0 0,0 1 0,1 0 0,0-1 1,0 1-1,0 1 0,0-1 0,0 0 0,1 1 0,-1 0 0,1 0 1,-1 1-1,1-1 0,2 0-81,0 1 16,0-1 0,1 1 0,-1 1 0,0-1 0,0 1 0,0 0 0,1 1 0,-1 0 0,0 0 0,0 0 0,0 1 1,0 0-1,0 1 0,-1-1 0,1 1 0,-1 1 0,1-1 0,-1 1 0,0 0 0,-1 0 0,1 1 0,-1 0 0,1 0 0,-2 0 0,4 4-16,10 13 105,-1 1 0,-1 1 0,-1 1 1,-2 0-1,4 9-105,17 46 243,-2 8-243,31 71 379,-62-157-400,0 0-1,0 0 1,0 0-1,0 0 1,0-1-1,1 1 1,-1 0-1,1-1 1,-1 1-1,1-1 1,0 0-1,-1 0 1,1 1-1,0-1 1,0 0-1,0 0 1,0-1-1,1 1 22,-3 0-170,1-1 0,0 0 0,0 0 0,0 0 0,0 0 1,0 0-1,0 0 0,0 0 0,0 0 0,0-1 0,0 1 0,0 0 0,0-1 0,0 1 0,-1 0 0,1-1 0,0 1 1,0-1-1,0 0 0,-1 1 0,1-1 0,0 1 0,-1-1 0,1 0 0,0 0 0,-1 1 0,1-1 0,-1 0 0,1 0 0,-1 0 1,1 0-1,-1 1 0,0-1 0,1 0 0,-1 0 0,0 0 0,0 0 0,0 0 0,0 0 0,0 0 170,3-18-5231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0 8706,'0'0'4257,"0"0"-3601,0 0 568,0 0-40,-65 140-311,36-79 255,-12 4 384,-2 3-144,-2-1-359,-1-9-553,6-7-256,2-8-104,9-9-80,4-5-16,7-7-120,-15 5-1681,9-11-2808,-3-1-7257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5 9634,'0'0'3567,"0"0"-1229,0 0-283,0 0-353,0 0-623,0 0-547,0-4-295,0 7-139,-1 6 61,0 0-1,0-1 1,-1 1 0,-1 0-1,0-1 1,0 0 0,0 1-1,-1-1 1,0 0 0,-1-1-1,0 1 1,0-1 0,-1 1-159,-19 23 242,0-2 0,-15 11-242,28-27 43,-97 86 27,-11 13-10,119-111-61,0 0 0,0-1-1,0 1 1,1 0-1,-1 0 1,1 0 0,-1 0-1,0 0 1,1 0 0,0 0-1,-1 0 1,1 0-1,0 0 1,-1 1 0,1-1-1,0 0 1,0 0-1,0 0 1,0 0 0,0 0-1,0 0 1,0 1-1,0-1 1,1 0 0,-1 0-1,0 0 1,1 0-1,-1 0 1,1 0 0,-1 0-1,1 0 1,-1 0-1,1 0 1,0 0 0,-1 0-1,1 0 1,0-1-1,0 1 1,0 0 0,0 0-1,0-1 1,0 1-1,0-1 1,0 1 0,0-1-1,0 1 1,0-1 0,1 1 1,5 2 17,0 0 1,0 0-1,0 0 1,0-1 0,1 0-1,4 1-17,15-1 299,0-1-1,25-1-298,-31-2-197,-1 2-1,0 0 1,1 2 0,-1 0 0,0 1-1,17 6 198,60 27-4607,-51-19-85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0 12291,'0'0'3555,"0"0"-1597,0 0 45,0 0-914,0 0-667,0 0 79,-8 16 138,-13 24-291,-2-2 0,-1 0 0,-2-1 0,-18 19-348,-15 3 128,-25 19-128,51-49 42,32-28-9,2 0-37,-1 1-1,0-1 0,1 1 1,-1-1-1,1 0 1,0 1-1,-1-1 1,1 0-1,0 0 1,0 1-1,0-1 0,0 0 1,0 0-1,0 0 1,0 0-1,0 0 1,0 0-1,1 0 0,-1-1 1,0 1-1,0 0 1,1-1-1,-1 1 1,1-1-1,-1 1 1,0-1-1,1 1 0,0-1 5,52 10 59,-35-8-33,0 2-148,-1 0 1,1 2-1,-1 0 0,0 0 0,0 2 122,-7-2-1424,0 0 1,-1 0-1,0 1 1,0 1-1,3 3 1424,10 13-8513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7298,'0'0'3976,"0"0"-1719,0 0 279,0 0 169,0 0-1081,0 0-919,34-46 95,-4 36-192,5 0-24,0 5-224,2 3-248,1 2-112,0 0-200,7 10-648,25 19-1217,-11-3-2560,-3-6-5857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2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11642,'0'0'2448,"0"0"-540,0 0-230,-11 29-587,-32 94-373,41-118-670,1 1 0,-1-1 0,2 0-1,-1 0 1,0 1 0,1-1-1,0 1 1,1-1 0,-1 0 0,1 1-1,0-1 1,0 0 0,1 0-1,-1 1 1,1-1 0,0 0 0,0-1-1,1 1 1,0 0 0,0-1-1,0 1 1,0-1 0,1 0 0,-1 0-1,1 0 1,0-1 0,3 3-48,1 0 101,1-1 1,-1 0-1,1-1 1,0 0-1,0 0 1,0-1-1,1 0 0,-1 0 1,1-1-1,-1 0 1,1-1-1,8 0-101,-11-1 75,1 0 0,-1 0-1,1-1 1,-1 0 0,1 0-1,-1-1 1,0 0 0,0 0 0,0-1-1,0 1 1,0-2 0,-1 1-1,1-1 1,-1 0 0,0 0-1,0-1 1,0 0 0,-1 0-1,1 0 1,-1 0 0,-1-1-1,1 0 1,-1 0 0,0-1-1,0 1 1,-1-1 0,0 0-1,0 1 1,0-1 0,-1-1 0,0 1-1,0 0 1,-1 0 0,0-1-1,-1 1 1,1-1 0,-2-6-75,1 9 27,-1 0 1,0 0 0,-1 0 0,1 1 0,-1-1-1,0 1 1,0-1 0,-1 1 0,1 0-1,-1-1 1,0 1 0,0 1 0,0-1 0,0 0-1,-1 1 1,0-1 0,1 1 0,-1 0-1,0 1 1,-1-1 0,1 1 0,0-1 0,-1 1-1,1 1 1,-5-2-28,4 1-128,-1 0-1,0 0 1,1 1-1,-1 0 1,0 0-1,0 1 1,0-1-1,0 1 1,0 0 0,0 1-1,0 0 1,0 0-1,1 0 1,-1 0-1,0 1 1,1 0-1,-1 0 1,1 1-1,-1-1 1,1 1 0,-2 2 128,-30 29-5880,7 5-6663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1 520,'0'0'11915,"0"0"-10003,0 0-192,0 0 417,0 0-585,0 0-504,180 84-391,-137-62-313,0-5-224,0 2-120,10 1-552,-10-3-2089,-11-5-5049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2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1504,'0'0'13238,"0"0"-7434,0 0-4005,0 0-662,0 0 117,17 27-123,51 87-260,-57-91-612,0 0 0,-1 0 0,-1 1 0,-2 0 0,0 1 0,-2-1 0,1 9-259,-1 20 204,-2 0 1,-3 29-205,0-37-297,0-45 203,0 0 0,0 1 0,0-1 0,0 0-1,0 1 1,0-1 0,0 0 0,0 1 0,0-1 0,0 0-1,0 1 1,0-1 0,0 0 0,0 1 0,0-1-1,0 0 1,0 1 0,1-1 0,-1 0 0,0 1-1,0-1 1,0 0 0,1 0 0,-1 1 0,0-1-1,0 0 1,1 0 0,-1 1 0,0-1 0,1 0-1,-1 0 1,0 0 0,1 0 0,-1 1 0,0-1-1,1 0 1,-1 0 0,0 0 0,1 0 0,-1 0-1,0 0 1,1 0 0,-1 0 0,0 0 0,1 0-1,-1 0 1,0 0 0,1 0 0,-1 0 94,6 0-5188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3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6241,'0'0'10032,"0"0"-6031,0 0-2480,-3 21-320,1-5-974,-1-1-56,1 1 1,1-1-1,0 1 1,1 0-1,0 0 1,2-1-1,0 1 1,3 13-172,5 6 434,2-2 0,1 0 1,12 22-435,-18-41 111,0-1 0,1 0 1,1 0-1,0-1 1,0 0-1,2-1 1,-1 0-1,1-1 0,12 9-111,-19-16 21,0 0-1,0 0 0,1 0 0,-1-1 0,1 0 0,0 0 0,-1 0 0,1 0 0,0-1 0,0 0 0,0 0 0,0 0 1,0 0-1,0-1 0,0 0 0,0 0 0,1-1 0,-1 1 0,0-1 0,0 0 0,0 0 0,-1-1 0,1 1 1,2-2-21,0-1 29,0-1 0,-1 1 0,0-1 0,0 0 1,0-1-1,-1 1 0,0-1 0,0 0 0,0 0 1,-1-1-1,0 1 0,0-1 0,0 0 0,-1 0 1,1-4-30,1-2 64,0 0 1,-1 0-1,0-1 1,-1 1 0,-1-1-1,0 0 1,-1 0-1,0 0 1,-2-6-65,1 13 34,-1 1 1,0-1-1,0 0 1,-1 1-1,0-1 1,0 1-1,-1 0 1,1 0-1,-1 0 1,-1 0-1,1 0 1,-1 0-1,0 1 1,0 0-1,-1 0 1,1 0-1,-1 0 1,0 1-1,-1 0 1,1-1-35,-10-4-50,1 0 1,-1 1 0,0 1 0,-1 0 0,0 1 0,0 0 0,0 2 0,-1 0 0,1 0 0,-1 2 0,0 0 0,0 1 0,0 1-1,0 0 1,-9 2 49,23-1-157,-1 1 0,0-1-1,1 1 1,-1-1 0,1 1 0,0 0-1,0 1 1,-1-1 0,1 0-1,1 1 1,-1 0 0,0 0-1,1 0 1,-1 0 0,1 0 0,0 0-1,0 0 1,0 1 0,1-1-1,-1 1 1,1 0 0,0-1-1,-1 2 158,-6 13-2144,-11 19-4966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0 242 9674,'0'0'2466,"0"0"-1068,0 0 70,0 0-200,0 0-48,4 5 94,-4-4-1169,1 0-1,0 1 1,0-1-1,0 0 1,0 0-1,1 0 1,-1 1-1,0-1 1,0-1-1,1 1 1,-1 0-1,0 0 1,1 0-1,-1-1 1,1 1-1,-1-1 1,1 1 0,-1-1-1,1 1 1,0-1-1,-1 0 1,2 0-145,-1 0 87,-1-1 0,1 1 1,0-1-1,-1 0 1,1 0-1,-1 0 1,1 0-1,-1 0 0,0 0 1,1 0-1,-1 0 1,0 0-1,0-1 1,0 1-1,1 0 0,-2-1 1,1 1-1,0-1 1,0 1-1,0-1 0,-1 0 1,1 1-1,-1-1 1,1 0-1,-1-1-87,11-31 188,-1 0 0,-3-1-1,0-1 1,-2 1 0,-1-21-188,-4 55 144,0 1 1,2 7-134,1 0-1,-1 0 0,-1 1 0,0-1 0,0 0 0,0 1 0,-1-1 0,0 1-10,3 24 21,32 286 1114,-22-190-817,-6-84-290,2 19-240,-10-62 136,1 0 0,-1-1 0,0 1-1,1-1 1,-1 1 0,0-1 0,1 1-1,-1-1 1,0 0 0,0 1 0,1-1-1,-1 0 1,0 0 0,0 1 0,0-1-1,1 0 1,-1 0 0,0 0-1,0 0 1,0 0 0,1 0 0,-1 0-1,0 0 1,0-1 76,-18 1-4051,13 0-256,-4 0-3211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5009,'0'0'7218,"0"0"-5002,0 0-800,0 0-839,0 0 79,0 0 8,0 0-24,147-17-72,-112 7-48,-3 3-152,-5 2-120,-5 5-136,-3 0-112,2 0-288,-2 15-1776,-6-3-5714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6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32 156 3017,'0'0'3046,"0"0"593,0 0-633,0 0-429,0 0-300,-6-4-396,5 3-1812,-1 0 0,0 0-1,0 0 1,1 0 0,-1-1 0,1 1 0,-1 0 0,1-1 0,0 1-1,0-1 1,-1 1 0,1-1 0,0 0 0,0 0 0,1 1 0,-1-1-1,0 0 1,0 0 0,1 0 0,-1 0 0,1 0 0,0 0 0,0 0-1,0 0 1,-1 1 0,2-1 0,-1 0 0,0 0 0,0 0 0,1 0-1,-1 0 1,1 0 0,-1 0 0,1 0 0,0 0 0,0 1 0,0-1-1,0 0 1,0 1 0,0-1 0,0 1 0,1-1 0,-1 1 0,0-1-1,1 1 1,-1 0 0,1 0 0,0 0 0,0-1-69,7-5 34,0-1 1,0 1-1,0 1 1,1 0 0,0 0-1,1 1 1,-1 0-1,1 1 1,0 0-1,0 1 1,0 0-1,0 1 1,1 0-1,-1 1 1,1 0-1,-1 1 1,1 0-1,7 1-34,-15 0 3,-1 1-1,0-1 1,0 0-1,0 1 1,0 0-1,0 0 1,0 0-1,-1 0 1,1 0-1,-1 0 1,1 1-1,-1-1 1,0 1-1,0 0 1,0-1-1,0 1 1,0 0-1,-1 0 1,1 0-1,0 4-2,6 12 42,-1 1 0,-1 0 0,0 3-42,1 5 10,9 23 245,2-2-1,3 0 1,21 39-255,-32-71 63,0 0 0,1 0 1,1-1-1,0 0 0,1-1 0,1-1 0,1 0 0,-1-1 0,2-1 1,0 0-1,14 8-63,-38-29-4384,-9-8-1464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7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0 760,'0'0'11741,"0"0"-7270,0 0-2491,0 0-724,-11 27-379,-3 6-635,-5 9 251,3 0 0,-7 32-493,6-19 846,-2-1 0,-23 44-846,32-77 57,0-1 0,-2-1 1,0 0-1,-1-1 0,-1 0 0,-1-1 0,0-1 1,-14 12-58,26-27-63,1 1 0,0 0 1,0-1-1,-1 1 0,1-1 1,0 0-1,-1 0 0,1 0 1,-1 0-1,0-1 0,-1 1 63,3-1-178,1 0-1,-1 0 1,1 0-1,-1 0 0,0 0 1,1 0-1,-1 0 1,0 0-1,1 0 0,-1-1 1,0 1-1,1 0 1,-1 0-1,1-1 1,-1 1-1,1 0 0,-1-1 1,1 1-1,-1-1 1,1 1-1,-1-1 0,1 1 1,-1-1-1,1 1 1,0-1-1,-1 1 0,1-1 1,0 1-1,0-1 1,-1 0-1,1 1 1,0-1-1,0 0 0,0 1 1,0-1-1,0 0 1,-1 1-1,1-1 0,1 1 1,-1-1-1,0 0 1,0 1-1,0-1 179,0-13-6268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14267,'0'0'2751,"0"0"-155,0 0-592,0 0-1077,0 0-560,0 0-18,2 9 208,2 0-451,-1 0-1,2 0 0,-1-1 0,1 0 0,1 0 0,0 0 0,0 0 0,0-1 0,1 0 0,0-1 0,0 1 0,0-1 1,1-1-1,0 1 0,3 0-105,27 17 112,0-3 0,2-1 0,0-2 0,1-1 0,19 3-112,-59-19 3,0 0-1,0 1 1,1-1 0,-1 0 0,0 1-1,0-1 1,0 1 0,-1-1 0,1 1-1,0 0 1,0-1 0,0 1 0,0 0-1,0 0 1,-1 0 0,1-1-1,0 1 1,-1 0 0,1 0 0,-1 0-1,1 0 1,-1 0 0,1 0 0,-1 0-1,0 0 1,1 0 0,-1 1 0,0-1-1,0 0 1,0 0 0,0 0 0,0 0-1,0 0 1,0 0 0,0 0 0,0 0-1,-1 1-2,1 1 16,-1 0-1,0-1 1,0 1-1,-1-1 0,1 1 1,0-1-1,-1 1 1,0-1-1,1 0 1,-1 1-1,0-1 0,0 0 1,0 0-1,-1 0-15,-70 48 272,-5-1-272,16-11-128,2 3-1,-3 7 129,61-47-128,0 1-1,0-1 1,1 1-1,-1-1 1,1 1-1,-1 0 1,1-1 0,0 1-1,-1 0 1,1 0-1,0 0 1,0 0-1,1 0 1,-1 1 0,0 0 128,-1 22-5698,2-10-730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3953,'0'0'8331,"0"0"-4736,0 0-1283,0 0-940,0 0-787,0 0-66,-1 17 361,6 74 297,4-1-1,5 0 1,2-1 0,10 19-1177,-25-107-303,0 4 924,0-8-4851,-1-14-1604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2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63 11202,'0'0'3676,"0"0"-1200,0 0-38,0 0-977,0 0-825,0 0-236,-6 20 168,5-17-550,-5 19 290,0 0 1,1 1-1,-1 20-308,6-34 71,-1 0 0,1 1 0,0-1 0,1 0 0,0 0 0,1 0 0,0 0 0,0 0 0,1 0 0,0 0 0,1-1 0,-1 1 0,5 6-71,-1-5 36,1 1 1,0-2 0,0 1 0,1-1 0,0 0-1,1-1 1,-1 0 0,2 0 0,-1-1-1,1 0 1,0-1 0,7 2-37,-1-1 41,-1-1 0,2-1 1,-1 0-1,0-2 0,1 0 0,0-1 0,-1 0 0,13-2-41,-27 0 5,0-1-1,1 1 1,-1-1-1,1 0 1,-1-1-1,0 1 1,0 0-1,0-1 0,0 0 1,0 0-1,0 0 1,0 0-1,-1 0 1,1 0-1,-1-1 0,1 1 1,-1-1-1,0 0 1,0 0-1,0 0 1,0 0-1,-1 0 1,1 0-1,-1 0 0,0 0 1,0-1-1,0 1 1,0-1-1,0 0-4,3-13 36,-1 1 0,0-1 1,-1 0-1,-1 0 0,0-8-36,-2 10 55,0 1 0,-1-1 0,0 0 0,-2 1 0,1-1 0,-2 1 0,0 0 0,0 0 0,-2 1 0,1-1 0,-2 1 0,-7-10-55,9 15 0,0 0 0,0 0 0,-1 1 0,1 0 0,-2 1 0,1-1 0,-1 1 0,0 1 0,0-1 0,0 2 0,-1-1 0,1 1 0,-1 0 0,0 1 0,-1 0 0,1 0 0,-1 1 0,1 0 0,-1 1 0,-2 0 0,2 1-245,1 1-1,-1 1 1,0 0-1,1 0 1,0 1-1,-1 0 1,1 1-1,0 0 1,1 0-1,-1 1 1,1 0 0,0 0-1,0 1 1,0 0-1,1 0 1,0 1 245,-8 5-1355,-39 29-6855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2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7866,'0'0'4794,"0"0"-1777,0 0-254,0 0-356,0 0-534,3 3 1393,27 29-2962,38 50 815,-1 8-1119,48 59 220,-97-122-212,-15-23-231,-1 0 0,1 1-1,0-1 1,0 0 0,0 0 0,0-1 0,1 1 0,3 2 223,-5-34-8814,-6 4 450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 6121,'0'0'5715,"0"0"-3133,0 0-1154,0 0-80,0 0 134,0 0-59,-8 27-193,-2 11-842,4-11-49,-2 0 0,-1-1 0,-1 0 0,-12 21-339,-34 55 855,-4-3 0,-61 78-855,108-159-30,8-8 259,4-7-2848,0 0-5021,1-3 1447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3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9874,'0'0'2713,"0"0"-653,0 0-163,0 0-693,0 0 81,0 0 413,31-6-303,11-2-973,42-8 1179,14-8-1601,-42 12 482,1 2 0,0 2-1,23 2-481,171 1 513,-184 5-313,-50-1 534,10 1-3372,-25 5-875,-14 5-1694,-10 3-5963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13531,'0'0'3406,"0"0"-1914,0 0 262,0 0-23,0 0-283,7 27-225,5 17-779,11 37 1577,2 22-2021,-18-51 601,-3 0 0,-1 50-601,0 1 310,2-71-529,-5-31 203,0-1 0,0 0 0,0 0-1,0 0 1,0 0 0,0 1-1,0-1 1,0 0 0,0 0 0,0 0-1,1 0 1,-1 0 0,0 0-1,0 0 1,0 1 0,0-1 0,0 0-1,1 0 1,-1 0 0,0 0 0,0 0-1,0 0 1,0 0 0,0 0-1,1 0 1,-1 0 0,0 0 0,0 0-1,0 0 1,0 0 0,1 0-1,-1 0 1,0 0 0,0 0 0,0 0-1,0 0 1,1 0 0,-1 0-1,0 0 1,0 0 0,0 0 0,0 0-1,0-1 1,1 1 0,-1 0 0,0 0-1,0 0 1,0 0 0,0 0-1,0 0 1,0 0 0,0-1 0,1 1-1,-1 0 1,0 0 0,0 0-1,0 0 1,0-1 0,0 1 0,0 0-1,0 0 1,0 0 0,0 0-1,0 0 1,0-1 0,0 1 16,14-52-5330,-6 12-4278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1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14843,'0'0'1825,"0"0"139,-3 23-381,-2 3-1186,1-12-174,1 0-1,1 1 1,0-1-1,1 1 1,1-1 0,0 1-1,1 0 1,3 14-223,0-15 192,1 1 0,0-1 0,1 0 0,1 0 0,0-1 0,1 0 0,0 0 0,1 0 0,0-1 0,1-1 0,1 0 0,0 0 0,10 7-192,-15-12 38,1 0 0,-1-1 0,1 0 0,1-1 0,-1 0 0,1 0 0,-1 0 0,1-1 0,0 0 0,1-1 0,-1 1 1,0-2-1,1 1 0,-1-1 0,1 0 0,-1-1 0,1 0 0,-1-1 0,1 1 0,-1-2 0,0 1 0,1-1 0,-1 0 0,0-1 0,4-1-38,-4-1 14,-1 0 0,0 0-1,0-1 1,0 0 0,0 0 0,-1-1-1,0 0 1,-1 0 0,1 0-1,-1-1 1,-1 0 0,1 0 0,-1 0-1,-1 0 1,1 0 0,-2-1 0,2-6-14,-1 8 8,-1-1 1,0 0-1,-1 0 1,0 0-1,0 0 1,-1 0 0,0 0-1,0 0 1,-1 0-1,0 0 1,0 0-1,-1 0 1,0 0-1,0 0 1,-1 1 0,0-1-1,0 1 1,-1 0-1,-4-7-8,1 6-26,1 1-1,-1 0 0,-1 0 1,1 1-1,-1 0 1,0 0-1,-1 1 0,1 0 1,-1 0-1,0 1 0,0 0 1,0 1-1,-1 0 1,0 0-1,1 1 0,-1 0 1,-7 0 26,1 1-512,-1 1 1,1 0 0,0 1 0,-1 1-1,1 1 1,0 0 0,0 1 0,0 0-1,0 2 1,-3 1 511,-52 24-5700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0:38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1120,'0'0'760,"0"0"-760,0 0-24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0:39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4233,'0'0'768,"0"0"-520,0 0-176,0 0-72,0 0-368,0 0-472,0 0-152,-142 148-49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0:39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1280,'0'0'1193,"0"0"-457,0 0-112,0 0-112,0 0-32,0 0 64,0 0-288,0 27-120,3-10-56,0 2-80,-3 3-248,0 11-616,0-1-976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0:3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1144,'0'0'1024,"0"0"-191,0 0-497,0 0-240,0 0 88,0 0 88,0 0-64,110-24 16,-53-12-120,-12 7-104,-4 2-312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9738,'0'0'5495,"0"0"-2597,0 0-951,0 0-827,0 30-49,11 454 2752,-30 258-2508,14-577-2468,19-191-2515,4-9-1762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14075,'0'0'2016,"0"0"185,22 230-17,-22-69-487,0-8-225,0-28-384,0-38-504,0-24-184,0 2-247,0 5-41,0-2-104,0-17 0,3-15-8,-1-19 0,-2-15-489,0-19-463,-10-24-1736,-12-2-4402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4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1 326 1344,'0'0'14483,"0"0"-9858,0 0-2800,0 0-449,0 0-568,150-60-432,-69 19-192,16-7-184,45-20-360,-24 10-3761,-16 7-8153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4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153 290 17004,'0'0'2036,"0"0"-826,0 0-123,-22 23-446,-68 81-290,85-96-333,0 0 0,0 1 0,1 0-1,0 0 1,0 1 0,1-1 0,0 1 0,1-1 0,0 1 0,1 0 0,0 0 0,0 0 0,1 0 0,0-1 0,1 1 0,1 7-18,0 21 41,-2-29-15,0 0 0,1-1 0,0 1 0,0 0 0,1-1 0,1 1 0,-1-1 0,1 0 0,1 1 0,-1-1 0,2-1 0,0 3-26,-1-5 25,0 0 1,0 0-1,0 0 1,0-1 0,1 1-1,0-1 1,0 0-1,0 0 1,0-1 0,1 0-1,-1 0 1,1 0-1,0-1 1,0 1 0,0-1-1,0-1 1,3 1-26,0 0 14,0 0 0,1-1 0,-1 0 1,1 0-1,-1-1 0,1-1 0,-1 0 0,1 0 1,-1 0-1,1-1 0,-1-1 0,0 0 0,0 0 1,0-1-1,0 0 0,-1 0 0,0-1 0,1 0 1,-2 0-1,2-2-14,-1-1-37,0 0-1,0 0 1,-1-1 0,0 0-1,0-1 1,-1 1-1,0-1 1,-1 0 0,0-1-1,-1 1 1,0-1 0,-1 0-1,0 0 1,0 0 0,-1-1-1,0-9 38,3-79-173,-6 89 214,1 1 0,-1-1 0,-1 1-1,1 0 1,-2-1 0,0 1 0,0 0 0,-2-2-41,-4 1 787,4 23-529,3 27-237,2-36 20,0 76 669,9 58-710,-6-109 104,2 0 0,1 0 0,1 0 0,2-1 0,0-1 0,10 18-104,-19-42-35,1 1 0,0-1-1,0 1 1,1-1-1,-1 0 1,1 0-1,-1 0 1,1 0-1,-1 0 1,1 0-1,0 0 1,0 0-1,0-1 1,0 1-1,0 0 1,0-1-1,1 0 1,-1 0-1,0 0 1,1 0 35,-1-1-91,0 0 1,0 0 0,0-1-1,-1 1 1,1-1 0,0 0-1,0 1 1,0-1 0,-1 0 0,1 0-1,-1 0 1,1 0 0,0-1-1,-1 1 1,0 0 0,1-1-1,-1 1 1,0 0 0,0-1-1,0 0 1,0 1 0,0-1-1,0 0 1,0 1 0,0-1 0,0-1 90,20-46-5320,-4-8-4522</inkml:trace>
  <inkml:trace contextRef="#ctx0" brushRef="#br0" timeOffset="1">572 0 11947,'0'0'3363,"0"0"36,0 0-1521,1 23-192,20 195 3101,17 47-4787,-28-205 272,13 35-272,-17-74 1,1 0 0,1 0 0,1 0 0,1-1 0,0-1 0,3 2-1,-10-18-184,-1 0 0,1 0 0,0 0-1,0 0 1,0 0 0,1-1 0,-1 0 0,0 1 0,1-1 0,0 0 0,0-1 0,-1 1 0,1-1 0,0 0 0,0 0-1,0 0 1,0 0 0,0 0 0,1-1 0,-1 0 0,0 0 0,0 0 0,0-1 0,0 1 0,0-1 0,0 0 0,0 0-1,0 0 1,4-2 184,25-16-5523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4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17956,'0'0'2792,"0"0"-1159,0 0-705,0 0 392,70 155-47,-38-64-473,-2 13-320,-6 0 8,-5 0-200,0-10-200,0-12-88,2-12-24,6-14-504,16-25-984,-3-16-2401,-5-15-7306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49 385 13483,'0'0'2692,"0"0"-246,17-22-240,100-135 173,-108 148-2301,-1-1 0,-1 0 0,0 0 0,0-1 0,-1 0 0,-1 0 0,1 0 0,-2-1 0,0 0 0,0 0 0,-1 0 0,0 0 0,0-10-78,-3 20 14,0 1 0,0-1 0,0 1 0,-1-1 0,1 1 0,0 0 0,-1-1 0,1 1 0,-1-1 0,1 1-1,-1 0 1,0-1 0,1 1 0,-1 0 0,0 0 0,0 0 0,0-1 0,0 1 0,0 0 0,0 0 0,0 1 0,-1-1 0,1 0 0,-1 0-14,-1-1 26,-1 0 1,0 1-1,1 0 1,-1 0-1,0 0 0,1 1 1,-1-1-1,0 1 1,0 0-1,-1 0-26,-4 0 27,1 0 0,0 1 0,0 0 0,-1 1 0,1 0 0,0 0 1,0 1-1,0 0 0,-5 3-27,5 0 12,-1 1 0,1 0 0,1 1 0,0-1 1,0 2-1,0-1 0,1 1 0,0-1 1,1 2-1,0-1 0,0 1 0,1-1 0,0 1 1,1 0-1,0 1 0,0-1 0,1 0 0,0 5-12,-3 25 125,1 1-1,2-1 1,2 0-1,2 9-124,-1-35 18,0 0 1,1 0-1,1 0 0,0 0 1,1 0-1,0-1 0,1 1 0,0-1 1,1 0-1,1-1 0,0 1 0,1-1 1,0-1-1,6 7-18,-6-9-36,1-1 0,0-1 0,0 1 0,0-1 0,1-1 0,0 0 0,1 0 1,-1-1-1,1 0 0,0-1 0,0 0 0,0-1 0,1 0 0,-1-1 0,1 0 0,0-1 0,-1 0 0,10-1 36,21-1-666,-1-3-1,1-1 0,-1-2 0,0-2 0,1-2 667,77-27-4971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9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16668,'0'0'2683,"0"0"-891,1 39-444,19 523 2645,-14-473-2692,11 54-1301,-10-110 157,0-1 0,2 1 1,2-1-1,1 0 0,13 24-157,-20-46-15,2 4 12,-1-1 1,2 0-1,0 0 0,0-1 0,1 0 1,8 8 2,-13-16-99,0-1 1,0 0 0,0 0 0,0 0-1,1-1 1,-1 1 0,1-1-1,-1 0 1,1 0 0,0-1 0,0 0-1,0 1 1,0-2 0,0 1-1,0 0 1,0-1 0,0 0-1,0 0 1,0-1 0,0 1 0,0-1-1,0 0 1,1-1 98,16-4-1031,-2-1-1,1-1 1,11-6 1031,35-20-5731,8-8-7186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9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27 14107,'0'0'3771,"0"0"-1701,-22-5 72,-76-14-592,96 18-1516,-1 1 0,0-1 0,1 1 0,-1-1 0,0 1 0,0 0 0,0 1 0,1-1 0,-1 0 0,0 1 0,0-1 0,1 1 0,-1 0 0,1 0 0,-1 0 0,0 0 0,1 0 0,0 1 0,-1-1 0,1 1 0,0 0 0,0-1 0,0 1 0,0 0 0,0 0 0,0 1 0,0-1 0,1 0 0,-1 0 0,1 1 0,0-1 0,-1 1 0,1-1 0,0 1 0,1 0-34,-4 5 46,-4 9-20,0 1-1,2 1 1,0-1 0,1 1-1,1 0 1,1 0-1,1 0 1,0 1 0,1-1-1,2 1 1,0-1 0,1 3-26,0-6 12,0-1 1,1 1 0,1-1-1,0 0 1,1 0 0,1-1-1,0 0 1,1 0 0,1 0-1,0-1 1,0 0-1,2 0 1,0-1 0,0 0-1,2 1-12,1-2-32,0-1 0,1 0 0,0 0-1,0-2 1,1 1 0,0-2 0,2 0 32,-9-3-34,1-1 1,0 0 0,0-1 0,0 0 0,0 0-1,0-1 1,0 0 0,0 0 0,1-1 0,-1-1-1,0 1 1,0-2 0,4 0 33,-10 1-20,-1 1 0,1-1 0,-1 0 0,1-1 0,-1 1 0,0 0 0,0-1 0,0 1 0,1-1 0,-1 0 0,-1 1 0,1-1 0,0 0 0,0 0 0,-1 0 0,1-1 0,-1 1 0,0 0 0,0-1 0,1 1 1,-2 0-1,1-1 0,0 1 0,0-3 20,1-7-5,0 1 1,-1-1 0,0 0 0,-1 0-1,-1-1 5,1-2-10,-3-26 423,-2-1 0,-1 1 0,-3-1 0,-1 2-1,-2-1 1,-1 2 0,-13-24-413,24 59 552,4 15-486,-1-1 1,2 0-1,-1-1 0,1 1 1,1 0-1,0-1 0,0 0 0,1 0 1,0 0-1,1 0 0,0 0-66,12 21 174,-3-1-94,10 16 72,1-1 1,16 19-153,-33-50-38,1-1 0,0 0 1,1 0-1,1-1 0,0-1 1,0 0-1,1-1 0,0 0 1,1-1-1,6 3 38,10 0-729,0 0 1,1-3-1,0 0 0,0-2 1,19 1 728,47-2-5663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09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168 100 7282,'0'0'6560,"0"0"-3969,0 0-123,-23-17-243,-70-51-434,91 67-1710,1-1 1,-1 1-1,1 0 1,-1 0-1,0 0 1,0 0-1,0 0 1,0 0-1,1 0 1,-1 0-1,0 1 1,0-1-1,0 1 0,-1-1 1,1 1-1,0 0 1,0 0-82,2 0 16,-1 1 1,1-1-1,-1 1 1,1-1-1,-1 1 0,1-1 1,0 1-1,-1 0 1,1-1-1,0 1 0,0-1 1,-1 1-1,1 0 1,0-1-1,0 1 1,0 0-1,0-1 0,0 1 1,0 0-1,0-1 1,0 1-1,0 0 0,0-1 1,0 1-17,0 7 124,-6 39 372,2 1 1,2 0 0,4 28-497,-1 1 316,-3 37 83,1 11 273,5 4-672,-1-84 100,3 0 0,1 0 1,3-1-1,12 35-100,-3-18 33,-2-6-69,3 0 0,25 49 36,-44-101-67,0-1-1,-1 0 1,2 0 0,-1 0-1,0 0 1,0 0-1,1 0 1,-1 0-1,1 0 1,-1-1 0,1 1-1,0-1 1,0 1-1,-1-1 1,1 1-1,0-1 1,0 0-1,1 0 1,-1 0 0,0 0-1,0 0 1,0-1-1,1 1 1,-1-1-1,2 1 68,-2-2-293,1 0-1,-1 1 0,0-1 0,0 0 0,0 0 0,0-1 1,0 1-1,0 0 0,0-1 0,-1 1 0,1-1 0,0 0 1,-1 1-1,1-1 0,-1 0 0,0 0 0,0 0 0,0 0 1,0 0-1,0 0 0,0 0 0,0 0 0,0-1 0,0-1 294,8-36-10463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1 225 15307,'0'0'2397,"0"0"-454,0 0-699,32-25-734,111-83-318,-132 100-190,1 1 0,0 0 0,0 1 0,1 0 0,0 1 0,0 0 0,0 1 1,0 1-1,1 0 0,-1 0 0,1 2 0,0 0 0,-1 0 0,1 1 0,0 1 1,0 0-1,8 3-2,-15-3 15,0 1 1,0 0 0,-1 1 0,1 0 0,-1 0-1,1 0 1,-1 1 0,0 0 0,-1 0 0,1 0 0,-1 1-1,1 0 1,-2 0 0,1 0 0,0 1 0,-1-1-1,0 1 1,0 0 0,2 6-16,8 16 246,-1 1 1,-2 0-1,0 1 1,-2 0-247,2 7 230,-4-16-103,0 2-41,1-1-1,0 0 1,2 0 0,0-1 0,7 8-86,-15-25 7,0 0 1,1-1-1,0 1 0,-1-1 1,1 1-1,0-1 0,1 0 1,-1 0-1,0 0 1,1-1-1,0 1 0,0-1 1,-1 0-1,1 0 0,1 0 1,-1-1-1,0 1 0,0-1 1,0 0-1,1 0 0,-1-1 1,1 1-1,-1-1 1,0 0-1,1 0 0,-1 0 1,1-1-1,-1 0 0,0 1 1,1-2-1,0 1-7,2-2 1,0-1 0,0 0-1,0 0 1,-1-1 0,1 1 0,-1-1 0,0-1-1,0 1 1,-1-1 0,0 0 0,0 0 0,0-1-1,-1 1 1,0-1 0,0 0 0,1-4-1,8-16-183,-2-1 0,-1 0 0,6-23 183,-6 5 24,-1-1-1,-2 1 1,-3-1 0,-1-1 0,-3-2-24,2 46 278,2 11-217,4 14-52,25 144 581,-14-64 1263,17 45-1853,-27-124 116,-4-13-12,-3-11 211,-4-94 129,-1 48-423,3 0 0,1 0 1,3 0-1,1 0 1,5-10-22,-10 55-8,1-1 0,0 1 0,1 0 1,-1-1-1,0 1 0,1 0 0,0 0 0,0 0 1,0 0-1,0 0 0,0 0 0,1 1 1,-1-1-1,1 1 0,-1-1 0,1 1 1,0 0-1,0 0 0,0 1 0,2-2 8,-2 2-6,0 0 0,0 1-1,0-1 1,0 1 0,0 0-1,0-1 1,0 1-1,0 0 1,0 1 0,0-1-1,0 1 1,0-1 0,0 1-1,0 0 1,0 0-1,-1 0 1,1 0 0,0 1-1,0-1 1,-1 1 0,1 0-1,-1-1 1,0 1-1,2 2 7,4 3 5,0 1-1,0 0 0,-1 1 1,0 0-1,-1 0 0,0 0 0,-1 1 1,1 0-1,-2 0 0,1 0 1,0 5-5,6 22 38,-1 1-1,2 26-37,4 15 19,-15-75-61,0 0 0,0 1 0,0-1 0,1 0 0,-1 0 0,1 0 1,0 0-1,0 0 0,1 0 0,-1 0 0,1-1 0,0 0 0,0 1 0,0-1 0,0 0 0,1 0 1,-1-1-1,1 1 0,-1-1 0,1 1 0,2-1 42,5 2-734,0-1 1,0 0-1,0-1 0,1-1 0,-1 0 1,1 0-1,8-1 734,41 0-8595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0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 14699,'0'0'1885,"0"0"-553,-27 2 791,3 0-1597,1 1 1,-1 1-1,-20 6-526,40-9 57,1 1 0,-1 0 1,0 0-1,1 0 0,-1 0 0,1 1 1,-1-1-1,1 1 0,0 0 0,0 0 1,1 0-1,-1 0 0,0 0 0,1 1 1,0-1-1,-2 4-57,0 3 137,0 0 0,0 0 1,1 1-1,1-1 0,-1 2-137,1-2 124,-3 13 87,1 0 0,1 0 1,1 1-1,1-1 0,1 1 1,1-1-1,1 0 1,4 19-212,-4-33 11,0-1 1,0 0 0,1 0 0,-1 0-1,2 0 1,-1 0 0,1-1-1,0 1 1,1-1 0,0 0 0,0 0-1,1-1 1,-1 0 0,1 0 0,1 0-1,-1-1 1,1 1 0,0-2 0,0 1-1,0-1 1,1 0 0,0 0 0,-1-1-1,1 0 1,7 1-12,-6-2-47,0 0 0,0 0 0,0-1 0,0 0-1,1-1 1,-1 0 0,0 0 0,0-1 0,0 0 0,1-1 0,-1 0 0,0 0-1,-1-1 1,1 0 0,0-1 0,7-4 47,-7 2-105,0 0-1,0-1 1,0-1-1,-1 0 0,0 0 1,0 0-1,-1-1 1,0 0-1,-1 0 1,1-1-1,-2 0 1,0 0-1,3-7 106,3-12 174,-2 0 0,0 0 0,-2-1 0,-1 0 0,1-30-174,-1 43 916,1 23-274,5 26-404,13 79 183,-16-63-304,3 0 0,10 25-117,-21-69-33,0-1-1,0 0 1,0 0-1,1 0 1,-1 0-1,1 0 1,0-1-1,0 1 1,0 0 0,0-1-1,0 1 1,1-1-1,-1 0 1,1 0-1,0 0 1,-1 0-1,1 0 1,0 0 0,0-1-1,0 0 1,0 1-1,0-1 1,1 0-1,-1-1 1,0 1-1,1 0 1,1-1 33,3 0-794,1-1 0,-1 0 0,1 0 0,-1-1 0,1 0 0,-1 0 0,0-1 0,0 0 0,0-1 0,4-2 794,54-30-15440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1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15107,'0'0'2513,"0"0"-1177,0 0 1529,-19 171-1177,19-122-968,0-13-352,3-10-272,2-11-24,-2-13-72,-3-6-360,0-23-1688,0-7-8386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1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38 16331,'0'0'4225,"0"0"-2143,-24 7-791,5-2-1090,10-4-152,0 1 1,0 0 0,1 1 0,-1-1-1,0 2 1,1-1 0,0 1-1,0 1 1,0 0 0,1 0-1,-1 0 1,1 1 0,0 0 0,1 0-1,-1 1 1,1 0 0,-4 6-50,1 2 88,1 1 0,0 0 0,2 0 0,0 0 0,0 1 1,2 0-1,0 0 0,1 0 0,-1 17-88,3-28 11,1 0 1,0-1-1,0 1 0,0 0 0,1 0 0,0-1 1,0 1-1,0 0 0,0-1 0,1 1 1,0-1-1,0 0 0,1 1 0,0-1 1,0 0-1,0 0 0,0-1 0,1 1 0,-1-1 1,1 0-1,0 0 0,1 0 0,-1 0 1,1-1-1,-1 1 0,1-1 0,0 0 1,1-1-1,-1 1 0,0-1 0,2 0-11,4 2 3,1-1 0,-1-1 0,1 1 0,0-2 0,-1 0-1,1 0 1,0-1 0,0-1 0,0 0 0,-1 0 0,1-1 0,0-1-1,-1 0 1,0 0 0,1-1 0,-1 0 0,-1-1 0,1-1 0,-1 0-1,0 0 1,0-1 0,-1 0 0,0-1 0,4-4-3,2-2-24,-2-2 0,1 0-1,-2 0 1,-1-2 0,0 1 0,-1-1 0,-1-1 0,0 0-1,-2 0 1,0 0 0,-1-1 0,-1 0 0,2-16 24,-3 2 66,-2 0 0,-1-24-66,-1 58 1,0 0-1,0-1 1,0 1 0,0 0-1,0 0 1,0 0 0,0 0 0,0 0-1,0 0 1,0 0 0,0-1-1,0 1 1,0 0 0,0 0 0,0 0-1,0 0 1,0 0 0,0 0-1,0-1 1,0 1 0,0 0 0,0 0-1,0 0 1,0 0 0,0 0-1,0 0 1,0 0 0,0-1 0,0 1-1,0 0 1,0 0 0,0 0-1,-1 0 1,1 0 0,0 0 0,0 0-1,0 0 1,0 0 0,0 0-1,0 0 1,0 0 0,0 0 0,-1 0-1,1-1 1,0 1 0,0 0-1,0 0 1,0 0 0,0 0 0,0 0-1,-1 0 1,1 0 0,0 0-1,0 0 1,0 0 0,0 1 0,0-1-1,0 0 1,0 0 0,-1 0-1,1 0 1,0 0 0,0 0 0,0 0-1,0 0 1,0 0 0,0 0-1,0 0 1,0 0-1,-7 10 26,1 5-28,0 1 1,2 0 0,0 0 0,0 0 0,2 1 0,0 3 1,-6 109 1,7-110 3,0 104 83,1-73 16,1-39 10,-1-13 59,4-24-162,0 0 0,2 0 0,1 0 0,1 1 0,0 1 0,2-1 0,2 1 0,0 1 0,1 0 0,5-5-10,-16 24-11,1 0 0,0 0 0,0 1-1,1-1 1,-1 1 0,1 0 0,0 0 0,0 0 0,0 0-1,0 1 1,2-2 11,-5 4-3,1-1 0,-1 1 1,1 0-1,-1-1 0,0 1 0,1 0 0,-1 0 0,1 0 0,-1 0 0,0 0 0,1 0 0,-1 0 0,1 1 0,-1-1 0,0 1 0,1-1 0,-1 1 0,0-1 0,0 1 1,1-1-1,-1 1 0,0 0 0,0 0 0,0 0 0,0 0 0,0 0 0,0 0 0,0 0 0,0 0 0,0 0 0,0 0 0,-1 0 0,1 1 0,0-1 0,-1 0 0,1 0 1,-1 1-1,1-1 0,-1 2 3,7 15 19,-2 0 0,0 1 1,-1 0-1,-1 0 1,0 0-1,-1 10-19,-2 126 186,-2-77-144,1-67-34,0-11-9,1 0 0,0 0 1,-1 0-1,1 0 0,0 0 0,-1 0 0,1 0 1,0 0-1,-1 0 0,1 0 0,0 0 1,-1 0-1,1 0 0,0 0 0,0-1 0,-1 1 1,1 0-1,0 0 0,-1 0 0,1 0 0,0-1 1,0 1-1,-1 0 0,1 0 0,0 0 0,0-1 1,0 1-1,-1 0 0,1 0 0,0-1 1,0 1-1,0 0 0,0-1 0,0 1 0,-1 0 1,1-1-1,0 1 0,0 0 0,0-1 0,0 1 1,0 0-1,0-1 0,0 1 0,0 0 1,0-1-1,0 1 1,-14-35-1395,0-1 1,-1-13 1394,-9-29-6865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18220,'0'0'2224,"0"0"-1351,0 0 79,0 0-640,0 0-248,-62 200-64,62-60-632,6-19-2225,-6-17-8337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182 293 16347,'0'0'3739,"0"0"-2362,-27 9-195,0 0-895,0 1-1,1 1 1,-2 3-287,24-11 26,0-1 1,1 1-1,0 0 0,0 0 0,0 0 1,0 0-1,0 0 0,1 1 0,-1 0 1,1-1-1,0 1 0,0 0 0,0 0 1,0 0-1,1 0 0,0 0 0,0 0 1,0 1-1,0-1 0,1 0 0,-1 0 1,1 1-1,0-1 0,1 0 0,-1 1 1,1 1-27,-1 11 64,0-7-54,1 1 1,0 0-1,1-1 0,0 0 1,0 1-1,1-1 1,1 0-1,-1 0 0,2-1 1,-1 1-1,1-1 1,1 0-1,0 0 0,0 0 1,0-1-1,1 0 1,1 0-1,-1-1 0,1 0 1,0 0-1,1-1 1,0 0-1,0-1 0,0 0 1,1 0-1,-1-1 1,1 0-1,0 0 0,0-1 1,0-1-1,1 0 1,-1 0-1,1-1 0,-1 0 1,1-1-1,-1 0 1,1-1-1,0 0 0,3-1-10,-9 1-5,0-1-1,-1 1 1,1-1 0,0 0-1,0 0 1,-1 0-1,1-1 1,-1 0 0,0 0-1,0 0 1,0 0-1,0-1 1,-1 1 0,1-1-1,-1 0 1,0 0-1,0-1 1,0 1 0,-1 0-1,1-1 1,-1 0-1,0 1 1,-1-1 0,1 0-1,-1 0 1,1-2 5,2-16-72,0-1 1,-1 1 0,-2-1 0,0 0 0,-2-2 71,1 9-47,-2-29 282,-1 1 0,-2 0 0,-3 0 0,-1 0 0,-2 1 0,-2 0 0,-2 1 0,-14-27-235,16 49 744,12 21-733,1 0-1,0 0 1,0-1 0,0 1-1,-1 0 1,1 0-1,0 0 1,0 1 0,-1-1-1,1 0 1,0 0-1,0 0 1,0 0-1,-1 0 1,1 0 0,0 0-1,0 0 1,0 0-1,0 0 1,-1 0 0,1 1-1,0-1 1,0 0-1,0 0 1,0 0 0,-1 0-1,1 1 1,0-1-1,0 0 1,0 0-1,0 0 1,0 0 0,0 1-1,0-1 1,0 0-1,0 0 1,-1 0 0,1 1-1,0-1 1,0 0-1,0 0 1,0 0-1,0 1 1,0-1 0,0 0-1,1 0 1,-1 1-1,0-1-10,-1 46 231,1-42-266,2 21 51,1 0 1,2-1-1,0 0 1,1 0-1,1 0 0,2-1 1,0 0-1,1 0 1,2-1-1,7 10-16,-13-20-6,1-1-1,1 0 1,0-1-1,1 0 1,-1 0-1,2-1 1,0 0-1,0-1 1,0 0-1,1 0 1,0-1-1,1 0 1,-1-1-1,1-1 1,1 0-1,-1 0 1,1-1-1,-1-1 1,1 0 0,6 0 6,-13-2-1,-1-1 0,1 0 0,-1 0 0,1-1 1,-1 1-1,0-1 0,1 0 0,-1 0 0,0-1 1,0 0-1,1 0 0,-1 0 0,-1-1 1,1 1-1,0-1 0,-1 0 0,1 0 0,-1-1 1,0 1-1,3-4 1,-2 0-3,1-1 0,-1 1 0,0-1 0,-1 0 0,0-1 0,0 1 0,-1-1 0,0 0 0,0 0 0,-1 0 1,1-7 2,1-9 24,0 0 0,-2-1 0,-1 1 1,-1-1-1,-4-23-24,0 65-44,3 1 35,1 1 0,1 0 1,1-1-1,1 1 0,0-1 0,1 1 1,1-1-1,0-1 0,1 1 0,1-1 1,1 0-1,0 0 0,1-1 0,1 0 1,0-1-1,1 0 0,1 0 1,11 10 8,-11-13-110,-1 0 1,1-1 0,1-1-1,0 0 1,0-1 0,1 0 0,0-1-1,0 0 1,0-1 0,12 2 109,-6-3-1228,-1-1 0,2 0 0,-1-2 0,0-1 0,2 0 1228,43-1-10554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3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361 293 15227,'0'0'2690,"-28"-3"-1015,-8-4-1152,16 3-242,-1 1 1,0 0-1,0 1 1,1 2-1,-1 0 0,0 1 1,-1 1-282,16-1 30,0 1 1,0-1-1,0 1 1,0 0-1,1 0 1,-1 1-1,1 0 1,0 0-1,0 0 1,0 0-1,0 1 1,0 0-1,1 0 1,0 0-1,0 1 1,0-1-1,0 1 1,1 0-1,-1 0 1,1 1-1,1-1 1,-1 0-1,1 1 1,0 0-1,0-1 1,0 1-1,1 0 1,0 0-31,-4 17 12,2 0-1,0 0 1,1 0 0,2 0-1,0 1 1,3 15-12,-2-26 8,1-1-1,1 0 1,-1 1 0,2-1-1,0 0 1,0 0 0,1-1-1,1 0 1,-1 1 0,2-2-1,0 1 1,0-1 0,8 9-8,-8-12 6,-1-1 0,1 0 1,1 0-1,-1-1 0,1 1 1,0-2-1,0 1 0,0-1 1,0 0-1,1-1 0,0 0 1,-1-1-1,1 1 0,0-2 1,1 1-1,-1-1 0,0-1 1,0 1-1,2-2-6,-3 1 15,0-1 0,0-1 0,0 0 0,0 0 0,0 0 0,-1-1 0,1 0 0,-1-1 0,1 0 0,-1 0 0,-1 0 0,1-1 0,0 0 0,-1 0 0,0-1 0,0 1 0,-1-2 0,0 1 0,0 0 0,0-1 0,-1 0 0,0 0 0,0 0 0,1-5-15,5-9-15,-2-1-1,0 0 0,-2 0 0,0-1 1,-1 0-1,-2 0 0,0 0 1,-1-4 15,-1-18-8,-2 0 1,-1 0-1,-2 0 1,-3 0 0,-1 1-1,-2 0 1,-10-24 7,12 43 190,6 16 53,0 0 1,-1 0-1,0 1 0,-1-1 0,1 1 1,-2 0-1,1 0 0,-2-2-243,4 49 476,7 20-415,2 0 0,2-1-1,3 0 1,6 13-61,-14-55 3,-4-15-3,4 21 1,2 0 0,0-1 0,1 1 0,1-1 0,0-1 0,2 0 0,1 0 0,10 14-1,-19-31-22,0 0 1,1 0-1,0-1 1,0 1-1,-1-1 1,2 1-1,-1-1 1,0 0-1,0 0 1,1-1-1,-1 1 1,1 0-1,-1-1 1,1 0-1,0 0 0,-1 0 1,1-1-1,0 1 1,0-1-1,0 0 1,-1 0-1,1 0 1,0 0-1,2-1 22,0-1-67,0 1 0,0-1 0,0 0 0,0-1 0,0 1 0,-1-1-1,1-1 1,-1 1 0,0-1 0,0 0 0,0 0 0,0 0-1,-1 0 1,1-2 67,7-7-222,0-1-1,-2-1 1,1 0 0,-2 0-1,0-1 1,-1 0-1,0-1 1,-1 1 0,-1-2-1,-1 1 1,0-1-1,-2 1 1,2-19 222,-4 34 2,-1 0-1,0 0 1,0 1 0,0-1 0,0 0-1,-1 0 1,1 0 0,-1 0-1,1 0 1,-1 0 0,1 0 0,-1 0-1,0 1 1,0-1 0,0 0-1,0 1 1,0-1 0,0 0-1,-2 0 0,2 1 12,0 0 0,-1 1 0,1-1 0,-1 1 0,1-1 0,0 1 0,-1-1 0,1 1 0,-1 0 0,1 0 0,-1 0 0,1 0 0,-1 0 0,0 0 0,1 0 0,-1 0 0,1 0 0,-1 1 0,1-1 1,0 1-1,-1-1 0,1 1 0,-1 0 0,1-1 0,-1 2-13,-4 1 28,1 1 0,0 0 0,0 0 0,0 1 0,0 0 1,1 0-1,0 0 0,0 0 0,0 0 0,1 1 0,-1 0 0,1-1 0,1 1 1,-1 0-1,1 1 0,-1 3-28,-3 9 64,2 0 1,0 0-1,1 0 1,1 0-1,0 5-64,1-11 58,1-1 0,1 1 1,0 0-1,0-1 0,1 1 0,1-1 0,0 1 1,0-1-1,1 0 0,1 0 0,2 3-58,-3-9 31,-1 0-1,1-1 0,1 1 0,-1-1 0,1 0 1,0 0-1,0 0 0,1-1 0,-1 1 1,1-1-1,0-1 0,0 1 0,1-1 0,-1 0 1,0-1-1,1 1 0,0-1 0,0 0 0,-1-1 1,1 0-1,4 0-30,3 1 26,0-1 0,0 0 0,0-2 0,0 1 0,0-2 1,0 0-1,0 0 0,-1-1 0,1-1 0,-1 0 0,0-1 0,0-1 0,-1 0 1,4-2-27,-7 2-21,-1 0 0,0 0 0,0 0 1,-1-1-1,1 0 0,-2 0 0,1-1 1,-1 0-1,0 0 0,-1 0 0,1-1 1,-2 0-1,1 0 0,-1 0 0,-1-1 1,0 1-1,0-1 0,-1 0 0,0 0 1,0-3 20,0-9-103,0 0 0,-1 0 0,-1 0 1,-1 0-1,-1 0 0,-2-7 103,-6 9 336,5 20-31,3 15-183,2 12-105,2 0 0,1-1-1,1 1 1,2-1 0,0 0 0,2 0-1,0-1 1,2 0 0,1-1 0,1 0-1,1 0-16,-3-6 40,-6-9-19,0 0 0,1 0-1,0 0 1,0-1 0,1 0-1,1 0 1,-1 0 0,1-1-1,0 0 1,1 0 0,0-1-1,2 2-20,-8-35 250,-4 3-214,-1 0 0,0 0 1,-2 0-1,-6-17-36,-12-61 89,19-7 338,4 108-423,-1 0-1,1 0 1,0 0-1,0-1 1,0 1-1,0 0 1,0 0 0,0 0-1,0-1 1,0 1-1,0 0 1,1 0-1,-1-1 1,0 1-1,1 0 1,-1 0-1,1 0 1,-1 0 0,1 0-1,0 0 1,-1 0-1,1 0 1,0 0-1,0 0 1,0 0-1,0 0 1,0 1-1,0-1 1,0 0 0,0 0-1,0 1 1,0-1-1,0 1 1,0-1-1,0 1 1,1 0-1,-1-1 1,0 1-1,0 0 1,0 0 0,1 0-1,-1 0 1,0 0-1,0 0 1,1 0-1,0 0-3,2 2 11,1-1 0,0 1 0,-1 0 0,1 0 0,-1 0 0,1 1 0,-1-1 0,0 1 0,0 0 0,0 1 0,2 2-11,16 19 104,-1 0-1,-1 2 1,-1 1-1,0 3-103,-3-5 44,1 0 0,1-1 0,2 0 0,0-2 0,6 4-44,-19-21-26,1-1 1,-1-1 0,1 1-1,0-1 1,0-1-1,0 1 1,1-2 0,-1 1-1,1-1 1,0 0-1,0-1 1,-1 0 0,1 0-1,0-1 1,0 0-1,0 0 1,2-2 25,7 2-142,14 1-1268,0-3 0,13-2 1410,-15-2-4197,0-1 0,11-6 4197,-40 13-95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18228,'0'0'2703,"0"0"-1157,0 0-410,0 0-528,-21 24-333,1-1-231,0 1 0,2 1 0,-2 3-44,19-26 3,0 1 1,0-1-1,0 0 1,0 1-1,0-1 0,0 0 1,1 1-1,-1-1 1,1 1-1,0-1 1,-1 1-1,1-1 0,0 1 1,1-1-1,-1 1 1,0-1-1,1 1 0,0-1 1,-1 1-1,1-1 1,1 2-4,1 1 8,0 0 1,0 0 0,1 0-1,0 0 1,0-1 0,0 0 0,1 1-9,8 8 22,8 12 95,-2 1 0,-1 0-1,0 1 1,-2 1 0,0 4-117,-10-18 150,0-1-1,-1 1 1,-1-1-1,-1 1 1,0 1-1,0-1 0,-1 0 1,-1 1-1,-1-1 1,0 0-1,-1 1 0,-1 8-149,1-20 44,0 0 0,0 0 0,0 0 0,0 0 0,-1 1 0,1-2 0,-1 1-1,0 0 1,0 0 0,0 0 0,0-1 0,0 1 0,-2 0-44,3-2 11,0 0 0,0 0 1,0 0-1,-1 0 0,1 0 0,0 0 0,-1 0 1,1-1-1,0 1 0,-1 0 0,1-1 1,-1 1-1,1-1 0,-1 0 0,1 1 1,-1-1-1,0 0 0,1 0 0,-1 0 1,1 0-1,-1 0 0,1 0 0,-1-1 0,1 1 1,-1-1-1,1 1 0,-1-1 0,1 1 1,-1-1-12,0-1-21,1 0 0,-1-1 0,1 1 0,-1-1 0,1 1 0,0-1 0,0 1 0,0-1 0,0 0 0,0 1-1,1-1 1,-1 0 0,1 0 0,0 0 0,-1 1 0,2-1 0,-1 0 0,0 0 0,0 0 0,1 1 0,0-4 21,0 0-81,2-22-937,1 0 0,1 0 0,2 1 1,1 0-1,8-20 1018,22-44-7810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4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105 201 11522,'0'0'4529,"0"0"-1472,9 138 656,-9-78-2041,0-2-496,0-9-359,0-11-481,0-11-256,0-15-80,13-12-808,0-19-977,1-15-5736</inkml:trace>
  <inkml:trace contextRef="#ctx0" brushRef="#br0" timeOffset="1">1 76 4705,'0'0'13195,"0"0"-10203,0 0-103,0 0-1273,0 0-1215,0 0-401,0 0-433,121-75-1255,-54 75-4689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4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334 303 11723,'0'0'7992,"-25"-3"-5009,-88-8-1611,106 10-1336,0 1-1,0 0 0,-1 0 0,1 0 0,0 1 0,0 0 0,0 1 1,0-1-1,0 1 0,0 1 0,1-1 0,-1 1 0,1 1 1,-1-1-1,1 1 0,0 0 0,0 0 0,1 1-35,-2 1 50,1 1 0,1-1 0,-1 1 0,1 1 0,0-1 0,1 1 0,0 0 1,0 0-1,1 0 0,-1 0 0,2 1 0,-1-1 0,1 3-50,-1 4 47,1 1 1,0-1-1,1 1 1,1-1-1,0 1 1,1 0 0,1-1-1,0 1 1,1-1-1,1 0 1,1 0-1,0 0 1,0 0-1,2-1 1,2 6-48,0-9-64,0 0 0,0-1 1,1 1-1,0-2 0,0 0 0,1 0 1,0 0-1,1-2 0,0 1 1,0-2-1,1 0 0,0 0 0,0-1 1,0 0-1,1-1 0,-1-1 0,1 0 1,3-1 63,-9 0-46,1-1 1,-1 0 0,1-1-1,-1 0 1,1 0-1,-1-1 1,0 0 0,1-1-1,-1 1 1,0-2 0,0 1-1,0-1 1,0 0-1,0-1 1,0 0 0,-1 0-1,0 0 1,0-1 0,0 0-1,-1-1 1,1 1-1,-1-1 1,-1-1 0,1 1-1,-1-1 1,0 0 0,0 0-1,-1 0 1,0-1-1,0-1 46,2-7-41,-1 1 0,-1-1 0,0-1 0,-1 1-1,-1-1 1,0 1 0,-1-10 41,-2-18 85,-1-1 0,-3-10-85,-6-5 740,-3 0-1,-2 1 1,-3 0 0,-3 1 0,-25-49-740,35 88 661,11 19-649,1 0 1,0 0-1,0 0 0,0 0 1,0 0-1,-1 0 0,1 0 1,0 0-1,0 0 0,0 0 1,-1 0-1,1 0 0,0 0 0,0 0 1,0 0-1,0 0 0,-1 0 1,1 0-1,0 0 0,0 0 1,0 0-1,0 1 0,0-1 1,-1 0-1,1 0 0,0 0 1,0 0-1,0 0 0,0 0 1,0 1-1,0-1 0,0 0 0,0 0 1,0 0-1,-1 0 0,1 1 1,0-1-1,0 0 0,0 0 1,0 0-1,0 0 0,0 1 1,0-1-1,0 0 0,0 0 1,0 0-1,0 1 0,0-1 1,0 0-1,1 0 0,-1 0-12,1 42 302,6-4-271,1 0-1,1-1 1,2 0 0,2 0 0,2-1-1,0-1 1,3-1 0,1 0-1,16 21-30,-28-46-72,1 0 0,0 0 0,0-1 0,1 0 0,0 0 0,0-1 0,1 0 0,0 0 0,0-1 0,1-1 0,-1 0 0,2 0 72,7 2-871,1-1 1,-1 0-1,1-2 1,2 0 870,59 4-7312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3 19684,'0'0'3374,"0"0"-1891,-29-1-513,3 0-746,0 1 1,0 1-1,-17 4-224,40-4 25,-1 0-1,1 0 0,-1 0 1,1 0-1,0 0 0,0 1 1,0 0-1,0 0 0,0 0 1,0 0-1,0 0 1,0 0-1,1 1 0,-1-1 1,1 1-1,0 0 0,0 0 1,0 0-1,0 0 0,-1 1-24,0 5 48,0-1-1,0 0 0,1 1 1,0-1-1,0 1 1,1 4-48,0-8 16,-1 10 7,0 0 0,1 0 0,1-1-1,0 1 1,1 0 0,1 0-1,0 0 1,1 0 0,0-1-1,1 0 1,1 0 0,3 7-23,-3-11-7,1-1-1,0 0 1,0 0 0,1 0 0,0-1 0,0 1 0,1-2 0,0 1-1,0-1 1,1-1 0,0 1 0,0-1 0,1-1 0,-1 0-1,1 0 1,0-1 0,6 1 7,-6-1-73,1 0 0,0-1 0,0-1 0,0 0 0,0 0 0,0-1 0,0-1 0,1 0-1,-1 0 1,0-1 0,0-1 0,0 0 0,0 0 0,4-2 73,-8 1-44,1 0 0,-1 0 0,-1-1 0,1 0-1,0 0 1,-1-1 0,0 0 0,0 0 0,0 0 0,-1-1 0,0 0-1,0 0 1,0 0 0,-1 0 0,0-1 0,0 0 0,0 0 0,-1 0 0,0 0-1,1-6 45,1-4 145,-1 0 0,0 0-1,-1 0 1,-1 0 0,-1-1 0,-1 1-1,0 0 1,-1-1 0,0 1-1,-2 0 1,0 0 0,-1-1-145,3 16 82,1 0 1,0 1-1,-1-1 1,1 0-1,-1 1 1,0-1 0,1 1-1,-1-1 1,0 1-1,0-1 1,0 1-1,0-1 1,0 1-1,-1 0 1,1 0-1,0 0 1,0-1 0,-1 1-1,1 0 1,-1 1-1,1-1 1,-1 0-1,1 0 1,-1 1-1,0-1 1,1 1-1,-1-1-82,0 2 37,1-1 0,-1 1 0,1 0 0,-1 0 0,1 0 0,0 0-1,0 0 1,-1 0 0,1 0 0,0 1 0,0-1 0,0 0 0,0 1-1,0-1 1,1 0 0,-1 1 0,0-1 0,1 1 0,-1-1 0,1 1-1,-1 0 1,1-1 0,0 1 0,-1 0 0,1-1 0,0 1 0,0-1-1,0 2-36,-5 43 215,1 0 0,3 5-215,0-39-20,2 0-1,-1-1 1,2 1-1,-1 0 1,2-1-1,-1 1 1,2-1-1,0 0 1,0 0-1,1 0 0,0 0 22,-1-5-122,0-1 1,0 0 0,1 0 0,-1 0 0,1 0 0,0-1 0,1 0 0,-1 0-1,1-1 1,0 1 0,-1-1 0,1 0 0,1-1 0,-1 1 0,1-1 120,14 4-1518,-1-2 1,1 0 0,-1-1-1,7-1 1518,57 0-12465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1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371 467 19716,'0'0'3017,"0"0"-1537,-143-70 369,87 53-1025,5 17-384,5 2-136,11 44-304,8 19 88,14 15-88,13 7 0,13-2-64,36-13 0,23-16-40,12-23-520,31-33-873,-21-7-2679,-24-29-5675</inkml:trace>
  <inkml:trace contextRef="#ctx0" brushRef="#br0" timeOffset="1">430 1 19780,'0'0'2449,"0"0"-1905,0 0 536,-30 241 280,27-115-351,3-8-649,0-14-240,0-24-120,9 33-200,1-14-1113,-7-24-5008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 11162,'0'0'2704,"0"0"-393,0 0-17,0 0-621,0 0-551,-13 3-395,10-2-682,-3 1-8,1-1 0,0 1 0,0 0-1,0 0 1,0 0 0,0 0 0,0 1 0,0 0-1,1 0 1,0 1 0,-1-1 0,1 1 0,0 0 0,1 0-1,-1 0 1,1 0 0,0 1 0,-2 2-37,-14 26 238,2 1 1,1 1 0,2 0-1,1 1 1,2 1-1,1 0 1,2 0 0,2 1-1,1 0 1,2 0-1,2 35-238,1-66 25,1 1-1,0-1 0,1 0 1,0 0-1,0 0 1,0 0-1,1 0 0,0 0 1,0-1-1,1 1 0,0-1 1,0 0-1,0 0 0,1 0 1,0-1-1,0 1 1,0-1-1,1-1 0,0 1 1,0-1-1,0 0 0,0 0 1,1 0-1,-1-1 0,1 0 1,0-1-1,0 1 1,0-1-1,0-1 0,1 1 1,5-1-25,0 1 52,1 0 0,0-1 0,0-1 0,0 0 0,0-1 0,-1-1 0,1 0 0,0-1 0,-1 0 0,0-1 0,1-1 0,-2 0 1,1 0-1,0-1 0,-1-1 0,10-7-52,-8 3 53,-1-1 1,-1 0 0,1-1 0,-2 0-1,0-1 1,-1 0 0,0 0 0,-1-1-1,0-1 1,-2 0 0,3-5-54,-2-3 107,0 1 1,-2-1-1,-1 0 1,-1 0-1,0-1 0,-2 1 1,-1-21-108,-2 36 30,1 0 0,-2 0 0,1 0 0,-1 0 0,-1 0 0,1 0 0,-1 1 0,-1-1 0,0 1 0,0 0 0,-1 0 0,0 0 0,0 1 0,0-1 0,-1 1 0,-1 0 0,1 1 0,-1 0 0,0 0 0,0 0 0,-4-1-30,1 0-86,1 2 1,-1-1 0,0 1 0,-1 1 0,1 0-1,-1 0 1,0 1 0,0 0 0,0 1-1,0 1 1,0-1 0,0 2 0,-1-1 0,1 2-1,0 0 1,0 0 0,-6 2 85,14-3-302,0 1 0,1 0 1,-1 0-1,1 0 0,0 0 0,-1 1 1,1-1-1,0 1 0,0-1 1,-1 1-1,1 0 0,0 0 0,1-1 1,-1 2-1,0-1 0,1 0 0,-1 0 1,1 0-1,0 1 0,-1 1 302,-6 20-7888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10490,'0'0'2318,"0"0"-205,0 0 51,0 0-538,0 0-510,27-12-120,88-36-22,-109 46-913,0 0 0,1 0 0,-1 1 0,0-1 0,0 2 1,1-1-1,-1 1 0,1 0 0,-1 0 0,0 0 0,1 1 0,-1 0 1,0 0-1,0 1 0,1 0 0,-1 0 0,0 0 0,-1 1 0,1 0 1,0 0-1,-1 0 0,0 1 0,0 0 0,0 0 0,0 0 0,3 4-61,0 2 56,1 0 0,-1 1-1,-1 0 1,0 0-1,-1 1 1,0 0 0,0 0-1,-1 1 1,-1-1-1,2 12-55,2 18 173,-2 0-1,0 38-172,-5-49 56,1 0-1,2 0 1,1-1-1,1 1 0,2-1 1,1 0-56,-7-25 6,0 0-1,1-1 1,-1 1-1,1-1 1,0 0-1,0 0 1,0 0 0,0 0-1,1 0 1,-1-1-1,1 1 1,0-1 0,0 0-1,4 2-5,-6-4-7,0 0 0,1 0-1,-1 0 1,0-1 0,0 1-1,1-1 1,-1 1 0,0-1-1,1 0 1,-1 0 0,0 0-1,1 0 1,-1 0 0,0 0-1,1-1 1,-1 1 0,0-1-1,0 1 1,1-1 0,-1 0-1,0 0 1,0 0 0,0 0-1,0-1 1,0 1 0,0-1-1,0 1 1,-1-1 0,1 1 0,-1-1-1,1 0 1,0 0 7,4-6-400,0 1 1,-1-1 0,0 0-1,0-1 1,-1 1-1,0-1 1,-1 0-1,1-1 400,10-48-7094,-11 24-2559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0 10626,'0'0'4121,"0"0"-1946,0 0-1041,-15 25 406,-61 86 2730,-45 48-4270,-47 20 1558,27-31-1175,122-121-394,19-27-14,1 1-1,-1-1 0,1 0 0,0 0 1,-1 0-1,1 0 0,0 0 0,-1 0 1,1 0-1,-1 0 0,1 0 0,0 0 1,-1 0-1,1 0 0,0 0 0,-1-1 1,1 1-1,-1 0 0,1 0 0,-1-1 1,1 1-1,-1 0 0,1-1 0,-1 1 1,1 0-1,-1-1 0,1 1 26,61-40-2779,-55 35 2166,43-28-4468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3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0 15603,'0'0'3682,"0"0"-2260,0 0-291,0 0 79,0 0-182,0 0-321,-10 25-127,-35 82-254,37-90-284,0 0 0,-2-1 0,0 0 0,0 0-1,-2-1 1,0-1 0,-2 2-42,-17 20 68,0 0-4,-30 39 34,57-70-88,0 1 0,1 0 0,0 0-1,0 0 1,0 0 0,1 0 0,0 0 0,0 1-1,0-1 1,1 1 0,0 0 0,0 1-10,2-6 28,-1-1 0,1 1 0,-1-1 1,1 1-1,0-1 0,-1 1 1,1-1-1,0 0 0,0 1 0,0-1 1,0 0-1,0 0 0,1 1 1,-1-1-1,0 0 0,0 0 0,1 0 1,-1-1-1,1 1 0,-1 0 1,1 0-1,-1-1 0,1 1 1,-1-1-1,1 1 0,-1-1 0,2 0-28,54 12 568,-40-10-472,-9 0-115,34 6 280,-1-1 0,38 0-261,-68-7-504,1 0 0,-1 0 1,1-1-1,-1-1 0,1 0 1,-1 0-1,0-1 0,0-1 1,0 0-1,0 0 0,-1-1 0,8-5 504,23-20-10108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18796,'0'0'2354,"0"0"-1250,0 0-2,-7 27-38,4-18-976,-5 22 168,0 0 1,2 1-1,2-1 1,0 1-1,2 12-256,2-33 51,1 0-1,0 0 1,1 0-1,0 0 1,0 0-1,1-1 1,1 1-1,0-1 1,1 1-51,-2-5 8,0 1 0,1-1 0,0 0 0,1-1 0,-1 1 0,1-1 0,0 0 0,0 0 0,1-1-1,0 1 1,-1-1 0,1 0 0,1-1 0,-1 1 0,2-1-8,4 2 17,0-1-1,1 0 0,-1-1 1,1-1-1,0 0 1,0-1-1,0 0 0,0-1 1,0 0-1,0-1 0,0 0 1,0-1-1,0-1 0,0 0 1,-1-1-1,0 0 1,7-3-17,-13 4 31,1 0 0,-1 0 0,1-1 0,-1 0 1,0 0-1,0 0 0,0-1 0,-1 0 0,0 0 1,0 0-1,0-1 0,-1 1 0,1-1 0,-1 0 1,-1-1-1,1 1 0,-1-1 0,0 1 0,0-1 1,-1 0-1,0 0 0,-1 0 0,1-1 0,-1 1 1,0 0-1,-1 0 0,0-1 0,0 1 0,-1 0 1,0 0-1,-1-5-31,1 8 15,0 1-1,0-1 1,-1 0 0,1 1 0,-1-1 0,0 1-1,0-1 1,0 1 0,0 0 0,-1 0 0,0 0-1,1 0 1,-1 0 0,0 1 0,0-1-1,0 1 1,-1 0 0,1 0 0,-1 0 0,1 0-1,-1 1 1,1-1 0,-1 1 0,0 0-1,0 0 1,-2 0-15,-13-3-81,1 2 1,-1 0-1,0 1 0,-17 1 81,22 0-80,-82 1-1411,0 3-2380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14091,'0'0'2042,"0"0"185,0 0-215,31-6-911,-31 6-1101,35-7 366,1 2 0,25-1-366,-55 6 50,0 0 0,0 1 1,-1 0-1,1 0 1,0 1-1,-1-1 0,1 1 1,-1 0-1,1 1 1,-1-1-1,0 1 0,0 0 1,0 0-1,-1 1 0,1-1 1,-1 1-1,0 0 1,0 1-1,0-1 0,0 1 1,-1-1-1,2 4-50,4 3 112,9 12 16,-2 1 1,-1 0-1,-1 1 0,-1 0 1,-1 1-1,-1 0 1,-2 1-1,3 12-128,8 44 109,-3 1 1,-3 12-110,-14-94-56,0 0 0,0 0 0,0 0 0,1 0 0,-1-1 1,1 1-1,-1 0 0,1 0 0,0-1 0,0 1 0,-1 0 1,1-1-1,0 1 0,0-1 0,1 1 0,-1-1 0,0 0 0,0 1 1,1-1-1,-1 0 0,1 0 0,-1 0 0,1 0 0,0 0 56,0 0-453,1 0 0,-1-1 0,1 1 0,-1-1-1,1 0 1,-1 0 0,1 0 0,-1 0-1,1 0 1,-1-1 0,1 1 0,-1-1 453,15-5-5793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9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1 14323,'0'0'2665,"0"0"-785,0 0-768,0 0-504,-132 162 729,73-85-537,-6 3-144,1-8-384,5-9-160,8-10-112,0-7-880,16-15-4081,5-11-6714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0 13355,'0'0'2255,"0"0"-972,0 0 251,0 0-203,-24 29-279,-79 94-359,-23 15 77,84-94-489,-33 44-281,73-86 18,1 0 0,-1 1 0,0-1 0,0 1 0,1 0-1,0-1 1,-1 1 0,1 0 0,0 0 0,1 0 0,-1 0 0,0 0 0,1 0-1,-1 1-17,2-3 33,-1 0-1,0 0 0,1 1 0,-1-1 0,1 0 0,-1 0 0,1 0 1,-1 0-1,1 0 0,0 0 0,0 0 0,-1 0 0,1-1 0,0 1 1,0 0-1,0 0 0,0-1 0,0 1 0,0 0 0,0-1 0,0 1 1,0-1-1,0 1 0,0-1 0,1 0 0,-1 1 0,0-1 0,0 0 1,0 0-1,0 0 0,1 0 0,-1 0 0,1 0-32,93 3 921,-66-4-1293,0 2 0,0 1 0,24 6 372,-49-8-336,0 1-1,0 1 0,-1-1 1,1 0-1,-1 1 0,1-1 1,-1 1-1,0 0 0,3 2 337,-4-2-436,0 0 0,0 0-1,-1 0 1,1 0 0,0 0-1,-1 0 1,0 0-1,1 0 1,-1 0 0,0 1-1,0-1 1,0 1 0,-1-1-1,1 0 1,0 2 436,0 15-7238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12339,'0'0'1872,"0"0"-488,0 0 1393,145 17-1529,-100-5-856,-2 2-224,-8-2-112,0 0-8,-5-2-40,-1-3-8,6-2-616,-8-2-1984,-6-3-3802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9738,'0'0'1772,"0"0"-137,-25 4-16,-83 18-496,100-19-994,0 0 0,1 0-1,-1 1 1,1 0-1,0 0 1,0 1-1,0-1 1,0 2 0,1-1-1,0 1 1,0 0-1,1 0 1,0 1 0,0-1-1,-3 6-128,2-1 184,0 0-1,1 0 1,0 1 0,1 0-1,0 0 1,1 0 0,0 0-1,-1 10-183,3-11 66,0-1-1,0 1 1,1 0-1,0 0 1,1-1-1,0 1 1,0 0-1,2-1 1,-1 1-1,1-1 0,1 0 1,0 1-1,3 4-65,-4-9 17,2 0-1,-1 0 1,1-1-1,-1 1 1,2-1-1,-1 0 1,0 0-1,1-1 1,0 0-1,0 0 0,0 0 1,1-1-1,-1 0 1,1 0-1,0-1 1,0 1-1,0-1 1,0-1-1,0 0 1,6 1-17,0 0 50,1-1-1,-1 0 1,1 0 0,-1-2 0,0 0 0,1 0 0,-1-1 0,1-1 0,-1 0 0,12-5-50,-18 5 16,-1 0 1,0 0 0,1-1-1,-2 0 1,1 0 0,0 0-1,-1-1 1,0 1 0,0-1 0,0-1-1,0 1 1,-1-1 0,0 1-1,0-1 1,-1 0 0,0-1-1,0 1 1,0-1 0,-1 1 0,0-1-1,1-6-16,0 1 19,-1 1-1,-1-1 0,0 0 1,0 0-1,-1 0 0,-1 0 1,0 0-1,-1 0 0,0 0 1,-1 0-1,0 1 0,-4-8-18,4 11 33,-1-1 0,0 1 0,0 0 0,-1 0 0,0 1-1,0 0 1,-1 0 0,0 0 0,-1 0 0,1 1 0,-1 0-1,0 1 1,-1-1 0,1 1 0,-1 1 0,-8-4-33,12 6-2,0 0 1,-1 1-1,0-1 1,1 1 0,-1 0-1,0 0 1,0 1-1,1 0 1,-1-1-1,0 2 1,0-1-1,0 0 1,0 1 1,5-1-20,-1 1-1,1-1 1,0 0-1,-1 0 1,1 0-1,0 1 1,-1-1-1,1 0 1,0 0-1,-1 1 1,1-1-1,0 0 1,-1 1-1,1-1 1,0 0-1,0 1 1,0-1-1,-1 0 1,1 1-1,0-1 1,0 1-1,0-1 1,0 0-1,0 1 1,0-1-1,0 1 1,0-1-1,0 1 1,0-1-1,0 0 1,0 1-1,0-1 1,0 1-1,0-1 1,0 0-1,0 1 1,0-1-1,1 1 1,-1-1-1,0 0 21,8 16-1315,21 8-3146,13-4-3223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0 992,'0'0'8966,"0"0"-5622,0 0-1664,0 0-623,0 0-486,0 0 343,-22 23 373,-157 155 1583,144-144-2708,1 1 1,1 2-1,3 1 0,1 1 1,0 4-163,20-21-349,14-10-509,-2-11 646,0 0 0,0-1 0,0 1 0,0 0 0,1-1 0,-1 0 0,0 0 0,0 0 0,0 0 0,2-1 212,10 1-481,75 3-4558,-51-1-1726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5153,'0'0'808,"0"0"617,0 0 1687,0 0-775,201 5-553,-115-5-528,27-15-623,-22 3-633,-19 3-1337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2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14363,'0'0'1846,"0"0"316,0 0-277,0 0-1118,1 25-352,49 406 3031,-47-337-3203,-3-65-377,2-76-1494,2 8-2047,3 4-1812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13235,'0'0'4533,"-7"22"-2969,-6 16-946,2 1 1,2 0-1,2 1 0,1 0 0,1 14-618,5-42 100,0 0 0,0 0-1,2 0 1,-1 0 0,1-1 0,1 1-1,0 0 1,1-1 0,0 0 0,4 7-100,-5-12 4,1 0 0,0-1 0,0 1 0,0-1 0,0 0 0,1 0 0,0-1 0,0 1 0,1-1 1,-1 0-1,1-1 0,0 1 0,0-1 0,0 0 0,0 0 0,0-1 0,1 0 0,-1 0 0,6 0-4,1 0 40,0 0 0,0-1 1,0 0-1,0-2 0,0 1 0,0-1 0,0-1 0,0-1 0,-1 1 0,1-2 0,-1 0 0,1 0 0,-1-1 0,-1-1 0,1 0 0,-1-1 0,0 0 0,0 0 0,-1-1 0,0-1 0,0 0 0,-1 0 0,-1-1 0,1 0 0,-1 0 0,-1-1 1,0 0-1,-1 0 0,0-1 0,0 0 0,-1 0 0,-1 0 0,0 0 0,-1-1 0,0 0 0,-1 0 0,0 0 0,-1 0 0,-1 0 0,0-4-40,0 13 29,-1 0 0,1-1 1,-1 1-1,0 0 0,0 0 0,0 0 1,-1 1-1,1-1 0,-1 0 0,0 0 0,0 1 1,0-1-1,-1 1 0,1 0 0,-1-1 0,0 1 1,-1-1-30,-1 0 5,0 0 0,-1 0 0,0 1 0,0-1 1,0 1-1,0 0 0,-1 1 0,1 0 0,-1 0 0,0 0-5,-19-3-264,-1 1 0,0 2 0,1 0 1,-27 3 263,34 0-274,-91 3-2463,0 13-2353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12619,'0'0'1779,"0"0"-295,0 0 625,0 0-633,31-15-599,98-47-411,-126 60-449,1 1-1,-1-1 1,1 1 0,0 0 0,-1 0 0,1 0-1,0 1 1,0-1 0,0 1 0,0 0 0,0 0-1,-1 0 1,1 1 0,0-1 0,0 1 0,3 1-17,-4 0 13,0 0 0,0 0 0,0 0 0,0 0 0,-1 0 0,1 1 0,-1-1 0,1 1 0,-1 0 0,0-1 0,1 4-13,2 0 21,7 11 31,-2 0-1,0 0 1,0 1-1,-2 0 0,0 1 1,3 14-52,7 33 277,3 24-277,10 41 166,-30-127-280,1 5 176,1-1 1,0 0-1,0 1 1,1-1 0,0 0-1,4 5-62,-8-12-35,1-1-1,-1 1 0,1 0 1,0 0-1,0-1 0,-1 1 0,1 0 1,0-1-1,0 1 0,0-1 1,0 1-1,0-1 0,0 1 1,0-1-1,0 1 0,0-1 0,0 0 1,0 0-1,0 0 0,0 1 1,0-1-1,0 0 0,0 0 36,1-1-221,0 0 0,0 0 0,0 1 0,0-1 0,0 0 0,0-1 0,-1 1 1,1 0-1,0 0 0,-1-1 0,1 1 0,-1-1 0,1 0 0,-1 1 0,0-1 0,1-1 221,19-31-9746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 15371,'0'0'2409,"0"0"-1777,0 0 2073,-142 191-1161,83-114-336,0 3-624,5-8-200,9-11-280,10-13 16,13-14-112,11-17-8,11-13-120,38-13-1208,13-23-3521,5-11-8522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10610,'0'0'3624,"0"0"-1904,0 0-445,0 0-265,27 17-320,189 129 1643,-206-140-2216,-1 1-1,0 1 1,-1-1 0,0 1 0,0 1 0,0-1-1,-1 1 1,-1 1 0,2 2-117,-6-8 65,0-1 0,-1 1-1,1 0 1,-1 0 0,0 0 0,0 0-1,-1 0 1,1 0 0,-1 0 0,0 0-1,0 1 1,0-1 0,-1 0-1,1 0 1,-1 0 0,0 0 0,0 0-1,-1 0 1,1 0 0,-1-1 0,0 1-1,0 0 1,0-1 0,0 0 0,-1 1-1,1-1 1,-1 1-65,-16 16 313,0-1-1,0-1 0,-2 0 1,0-1-1,-17 8-312,-53 45 161,90-69-386,11-7-366,50-31-2083,-14 4-2411,15-12-6963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6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46 163 16035,'0'0'1751,"-7"27"-528,0-5-786,-1 7 170,1 0 0,1 1-1,1-1 1,2 1-1,1 10-606,1-32 70,1 0-1,1 1 0,0-1 0,0 1 0,0-1 0,1 0 0,0 0 0,1 0 0,0 0 0,2 4-69,-3-8 16,1 1-1,1 0 1,-1-1 0,0 0-1,1 1 1,0-1 0,0-1-1,0 1 1,1-1 0,-1 1 0,1-1-1,0-1 1,0 1 0,0-1-1,0 0 1,1 1-16,4 0 18,-1 0-1,1 0 1,0-1 0,-1 0 0,1-1-1,0 0 1,0 0 0,0-1 0,0-1-1,0 1 1,0-2 0,0 1 0,0-2-1,-1 1 1,1-1 0,-1 0 0,1-1-1,-1 0 1,0-1 0,-1 0 0,1 0-1,-1-1 1,0 0 0,0 0 0,-1-1-1,0 0 1,3-4-18,3-3 17,-2-1 0,0-1 0,0 1 0,-1-2 0,-1 1 0,-1-1 0,0-1 0,-2 1 0,0-1 0,0 0 0,-2-1 0,0 1 0,-2-1 0,1-5-17,-2 10 68,0 1-1,-1-1 0,0 1 0,-1-1 0,0 1 0,-1 0 0,-1-1 0,-2-5-67,3 13-9,-1 1 0,0 1 0,1-1 0,-1 0 0,-1 1 0,1 0 0,-1-1 0,0 1 0,0 1 0,0-1 0,0 0 0,0 1 0,-1 0 0,0 0 0,0 0 0,0 1 0,0 0 0,0 0 0,0 0 0,0 0 0,-1 1 0,1 0 0,-4 0 9,-108-14-2210,28 10-2751,-19 4-5927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13339,'0'0'2602,"0"0"121,0 0-717,0 0-1109,0 0-402,-1 24 452,-1-4-696,-5 147 1480,5-90-1031,0-10-99,5 23-601,-2-71 22,1 0 1,1 0-1,1 0 1,1 0-1,0 0 1,8 15-23,-7-26-543,-3-12-2080,-3-16-4884,-9 3-3134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7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12851,'0'0'2124,"0"0"102,0 0 524,27 1-615,-1-1-1677,40 1 2055,55-6-2513,181-33 2071,6 0-2212,-299 36-574,-12 1-750,-16-1-2419,-10 2-4996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7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15715,'0'0'3417,"0"0"-1807,0 0 388,0 0-115,10 29-504,5 10-974,1-1 53,-3 2 1,-1 0 0,-1 4-459,0 13 621,-3-1 0,0 41-621,1 3 132,-9-100-147,0 1 0,0-1 1,0 0-1,0 0 0,0 1 1,0-1-1,0 0 0,0 0 0,0 1 1,0-1-1,0 0 0,0 1 0,0-1 1,0 0-1,1 0 0,-1 1 0,0-1 1,0 0-1,0 0 0,0 0 1,0 1-1,1-1 0,-1 0 0,0 0 1,0 0-1,1 1 0,-1-1 0,0 0 1,0 0-1,0 0 0,1 0 0,-1 0 1,0 1-1,1-1 0,-1 0 1,0 0-1,0 0 0,1 0 0,-1 0 1,0 0-1,0 0 0,1 0 15,11-8-510,8-16-528,6-16-3094,3-6-7164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48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4177,'0'0'11045,"0"0"-7291,0 0-2148,-8 24-23,-22 81-475,28-98-1035,0 1 1,1 0-1,0 0 1,0 0-1,1 0 1,0 0-1,0 0 1,1 0-1,0 0 1,0 0-1,1 0 1,0 0-1,1-1 0,0 1 1,0-1-1,0 1 1,1-1-1,0 0 1,0-1-1,1 1 1,0-1-1,0 0 1,0 0-1,1 0 1,0-1-1,0 0 1,1 0-1,-1 0 0,1-1 1,0 0-1,5 2-73,2 1 50,-1-2 0,1 0 0,0 0 0,0-1 0,0-1 0,1-1 0,-1 0 0,1 0 0,0-2 0,-1 0 0,1 0 0,-1-2 0,1 1 0,-1-2 0,1 0 0,1-1-50,-5 0 15,0-1 0,0 0 0,0-1 1,-1 0-1,1 0 0,-2-1 0,1-1 1,-1 1-1,0-2 0,0 1 0,-1-1-15,-4 4 23,0 1-1,-1-1 1,1 0-1,-1 0 1,0 0 0,0 0-1,-1 0 1,0-1-1,0 1 1,0-1-1,0 1 1,-1-1-1,0 0 1,0 0-1,-1 0 1,0 1-1,0-1 1,0 0-1,0 0 1,-1 0-1,0 0 1,0 1-1,-2-6-22,0 5 19,-1 0 1,1 1-1,-1-1 1,0 1-1,-1 0 0,1 0 1,-1 0-1,0 1 1,0-1-1,0 1 0,-1 0 1,0 1-1,1-1 0,-1 1 1,0 0-1,-1 1 1,-1-1-20,-10-4-97,-1 0 0,0 2 1,0 0-1,-1 2 1,-10-2 96,-85 3-3785,71 2-1868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4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25 9178,'0'0'3170,"0"0"-365,0 0-196,0 0-697,0 0-606,-13 2-416,10-1-848,-3 0 1,0 0 0,0 0 0,1 0 0,-1 1 0,1 0 0,-1 0 0,1 1 0,-1-1 0,1 1 0,0 0 0,0 1 0,1-1 0,-1 1 0,1 0 0,0 0 0,0 0 1,-3 5-44,-6 9 91,1 2 1,0 0 0,2 0-1,0 1 1,2 0 0,0 0 0,2 1-1,0 0 1,1 1 0,1-1 0,2 1-1,0-1 1,1 1 0,2 11-92,-1-27 7,0-1 0,1 1 0,1 0 0,-1 0 1,1-1-1,0 1 0,0-1 0,1 1 0,0-1 0,0 0 0,0 0 1,1 0-1,0 0 0,0-1 0,0 0 0,1 0 0,2 2-7,0-1 10,0 0-1,1-1 0,-1-1 0,1 1 0,0-1 1,0 0-1,0-1 0,1 0 0,-1 0 1,1-1-1,0 0 0,0 0 0,3-1-9,5 1 12,0-1 0,0-1 0,1 0 0,-1-1 0,0-1 0,0-1 0,0 0 0,0-2 0,-1 0 0,16-6-12,-23 7 10,-1 0 1,0 0 0,0-1 0,0 0 0,0-1 0,-1 1 0,0-2 0,0 1 0,0-1-1,-1 0 1,0 0 0,0 0 0,-1-1 0,0 0 0,0 0 0,-1 0 0,0-1 0,-1 0-1,0 1 1,0-1 0,0-1-11,0-6 34,-1 1-1,0-1 1,-1 1-1,-1-1 1,0 0 0,-1 1-1,-1-1 1,-1 1-1,0-1 1,0 1-1,-2 0 1,0 0-1,-1 1 1,0-1-1,-1 1 1,0 1 0,-2-1-1,1 1 1,-2 1-1,1 0 1,-2 0-1,0 1 1,0 0-1,-1 0 1,0 2-1,-1-1-33,7 6-167,0 1 0,-1 0 0,1 0-1,0 1 1,-1-1 0,0 2-1,1-1 1,-1 1 0,0 0-1,0 0 1,-4 0 167,-47 3-5771,19 2-1909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0 8450,'0'0'1501,"0"0"291,0 0 109,0 0-459,-25 2-222,-75 8-474,97-9-721,0 0 1,0 0-1,1 0 1,-1 1-1,0-1 1,1 1-1,-1-1 1,1 1 0,0 0-1,0 0 1,0 0-1,-1 0 1,2 0-1,-1 0 1,0 1-1,0-1 1,1 1 0,-1-1-1,1 1 1,0 0-1,0-1 1,0 1-1,0 0 1,0 0-1,1 0 1,-1 0-1,1-1 1,0 1 0,0 0-1,0 0 1,0 0-1,0 0 1,1 1-26,-2 11 106,-14 130 1399,5 0 0,7 0-1,9 50-1504,3-125 73,2-1-1,4 0 1,3-1-1,6 12-72,20 78 29,-10-6 298,-7 1-1,-7 1 0,-6 2 1,-6 90-327,-6-111 330,1-38-32,-4-1-1,-10 52-297,9-125 14,-2 0-1,-1-1 1,-1 1-1,0-1 1,-2 0-1,-1-1 1,0 0-1,-4 4-13,7-15 12,-1 0 0,1 0-1,-2-1 1,1-1 0,-1 1 0,0-1-1,-1 0 1,0-1 0,0 0-1,-1-1 1,0 1 0,0-2-1,0 0 1,-1 0 0,1-1-1,-1 0 1,-4 1-12,-1-1 65,1 0 0,-1-1 0,0-1 0,0-1-1,0 0 1,1-1 0,-9-1-65,19 1 25,0 0 0,1-1 1,-1 0-1,0 0 0,1-1 0,-1 1 0,1-1 0,0 0 0,-1 0 0,1-1 0,0 1 0,0-1 0,1 0 1,-1 0-1,0 0 0,1 0 0,0-1 0,0 1 0,0-1 0,0 0 0,0 0 0,1 0 0,0 0 1,0 0-1,-2-5-25,-2-17 12,0-1 1,2 1-1,2-1 1,0 0 0,1 0-1,2 0 1,2-17-13,-2 43-5,-1-1 0,1 0 0,-1 1 0,1 0 1,-1-1-1,1 1 0,0-1 0,0 1 0,-1 0 0,1-1 1,0 1-1,0 0 0,0 0 0,1 0 0,-1 0 0,0 0 1,0 0-1,1 0 0,-1 0 0,0 0 0,1 1 0,-1-1 1,1 1-1,-1-1 0,1 1 0,-1-1 0,1 1 1,-1 0-1,1 0 0,-1-1 0,1 1 0,-1 0 0,2 1 5,61 3-52,-57-3 62,11 1-12,0 2 0,0 0 0,-1 1 0,1 1-1,-2 0 1,1 1 0,-1 1 0,0 1 0,0 0 0,9 8 2,-4 0 2,-1 0 0,-1 1 0,0 1 0,-1 1 1,-2 1-1,13 19-2,13 31 10,-3 1-1,-4 2 1,-2 2 0,2 19-10,-31-83 0,19 55 15,-4 1 0,-3 2 0,-2-1 0,-4 2 1,-3-1-1,-2 62-15,-1-61-6,2 0 0,4 0 1,3 0-1,3-2 1,18 50 5,23 64-110,-43-161-371,-14-22 398,1 1 0,0-1 0,-1 0 0,1 1 0,-1-1-1,1 0 1,0 0 0,-1 0 0,1 0 0,0 1 0,-1-1 0,1 0 0,0 0 0,0 0 0,-1-1 0,1 1 0,0 0 0,-1 0 0,1 0 0,0 0 0,-1 0 0,1-1 0,0 1 83,2-2-614,0 0-1,-1 0 1,1-1 0,-1 1 0,1-1 0,-1 1-1,0-1 1,0 0 0,0 0 0,0 0-1,0 0 1,-1 0 614,18-34-11017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685 186 9978,'0'0'1757,"-24"-12"-552,15 8-1080,-67-35 1634,-2 4 1,-1 3 0,-48-11-1760,89 36 1342,1 1 0,-1 2 1,0 1-1,-13 2-1342,48 2 37,1-1-1,-1 1 0,0-1 1,1 1-1,-1 0 1,1 0-1,-1 0 1,1 0-1,0 1 1,-1-1-1,1 1 0,0-1 1,0 1-1,0 0 1,0-1-1,0 1 1,0 0-1,0 1 1,1-1-1,-1 0 0,1 0 1,0 1-1,-1-1 1,1 1-1,0-1 1,0 1-1,1-1 1,-1 1-1,0 0-36,-3 15 131,0 0-1,1 0 1,0 0 0,2 3-131,-1-1 187,-10 141 768,8 0 0,7 24-955,6-52 269,6-1 1,6 3-270,16 140 196,-29-139-93,-6-65-93,12 65-10,-9-124-1224,-1-28 197,1-30-2167,-5 3-2859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15547,'0'0'4225,"0"0"-3433,0 0 1321,0 0-1153,175-72-472,-73 40-224,10 3-168,4 3-96,40-6-48,-30 8-1600,-19 3-4786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 17772,'0'0'2080,"0"0"-1568,0 0 72,-108 244 393,84-114-145,6-7 160,12-19 0,6-31-352,11 1-400,21 1-119,14-19-121,10-25-105,35-31-783,-13 0-2072,-8-22-5978</inkml:trace>
  <inkml:trace contextRef="#ctx0" brushRef="#br0" timeOffset="1">432 247 15251,'0'0'2281,"0"0"-993,0 0 1321,159 77-617,-95-14-688,-7 12-464,-14 2-167,-8 1-281,-9-8-168,-4-10-152,-3-9-72,0-17 0,-1-15-376,1-19-849,0-15-1719,-8-16-6858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1:5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0 6361,'0'0'12915,"0"0"-11499,0 0-615,0 0-329,-116 155 296,65-66 128,-5 3-168,-1-5-264,12-15-304,10-14-160,16-19-16,19-20-1056,13-14-1104,20-5-3097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12483,'0'0'1608,"0"0"1265,89 183 151,-49-79-751,-11 12-609,-7 2-472,-14-24-207,-3 8-481,-5-15-192,0-15-240,0-14-72,0-14-272,0-25-1009,14-14-2823,4-5-3498</inkml:trace>
  <inkml:trace contextRef="#ctx0" brushRef="#br0" timeOffset="1">844 433 16331,'0'0'2057,"0"0"-1049,0 0 48,145 5-624,-78-5-247,0 0-113,-10 0-72,-4-10-177,-15 3-1983,-16 2-2769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16988,'0'0'2128,"0"0"-632,0 0 265,0 0-249,148 7-976,-67-16-320,2-11-216,22-9-96,-25 3-728,-18-1-4153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3649,'0'0'10946,"0"0"-9522,0 0 1457,0 0-416,194-2-1369,-103-17-632,0-8-152,-10 3-288,-11-3-24,-25 10-1408,-26 5-3769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12859,'0'0'1816,"0"0"-720,0 0 985,0 0-753,137-15-960,-54-4-184,41-3-184,-19 5-808,-22 5-9066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58 9338,'0'0'2218,"0"0"-32,0 0 688,0 0 89,0 0-424,0 0-645,-5-13-927,1 4-842,-11-24 111,15 33-234,0 0 0,0 0 1,0 0-1,0 0 0,0 0 0,0-1 0,0 1 1,0 0-1,0 0 0,0 0 0,0 0 0,0 0 1,0 0-1,-1 0 0,1-1 0,0 1 0,0 0 1,0 0-1,0 0 0,0 0 0,0 0 0,0 0 1,-1 0-1,1 0 0,0 0 0,0 0 0,0 0 1,0 0-1,0 0 0,0 0 0,-1 0 0,1 0 1,0 0-1,0 0 0,0 0 0,0 0 0,0 0 1,-1 0-1,1 0 0,0 0 0,0 0 0,0 0 1,0 0-1,0 0 0,0 0 0,0 0 0,-1 1 1,1-1-1,0 0 0,0 0 0,0 0 0,0 0 1,0 0-1,0 0 0,0 0 0,0 0 0,0 1 1,0-1-1,0 0 0,0 0 0,-1 0-2,-1 24 213,-1 92 831,1-45-888,2 0 0,3 0 0,4 0-156,-4-53-146,2 1-1,1-1 1,0 0 0,1-1-1,5 8 147,3 10-3062,-13-28-825,-1-1-980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13019,'0'0'1952,"0"0"-255,0 0 1015,158-37-1736,-77 18-95,2-3 23,-5 5-472,-6 1-264,-2-1-160,-5 0-8,-4 2-584,1 10-1121,-19 5-2087,-19 0-2514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18348,'0'0'2592,"0"0"-1879,0 0 1743,0 0-1144,92 159-447,-55-96-313,-5 0-136,-7-3-104,-7-2-176,-7-10-56,-3-9-72,0-8-8,3-14-336,16-17-960,0-17-2897,-1-16-9146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1320,'0'0'15466,"-10"26"-10935,2-7-4204,-2 3 50,2 1-1,0 0 1,2 0-1,0 0 1,2 1-1,0 0 1,2 2-377,0-9 166,2 1-1,0-1 1,1 1 0,1-1-1,0 1 1,1-1 0,1 1-166,-2-13 17,0 1 1,0-1-1,1 0 0,-1 0 1,1 0-1,0 0 1,1 0-1,-1-1 1,1 1-1,0-1 1,0 0-1,0 0 1,1 0-1,-1-1 1,1 0-1,0 0 1,0 0-1,0 0 1,0-1-1,0 1 1,1-1-1,-1-1 1,4 2-18,6 0 8,0-1 0,0 0 1,0-1-1,0 0 1,0-1-1,0-1 1,0 0-1,0-1 1,0-1-1,0 0 1,0-1-1,-1-1 1,0 0-1,0-1 1,10-6-9,-7 3 5,0-1 0,-1-1 0,0 0 0,-1-1 0,-1 0 0,0-2 0,0 1 0,-2-2 0,1 0 0,-2 0 0,0-1 1,2-5-6,-9 14-4,-1 0 1,0 0-1,0 0 0,0 0 1,-1 0-1,0-1 1,0 1-1,-1-1 1,0 0-1,-1 1 1,1-7 3,-1 10-2,-1 1 0,1 0 0,-1 0 0,0 0 0,0 0 0,0 0 0,0 0 0,0 0 0,0 0 0,-1 0 0,0 1 0,1-1 1,-1 0-1,0 1 0,0-1 0,-1 1 0,1 0 0,0 0 0,-1 0 0,1 0 0,-1 0 0,0 1 0,1-1 0,-1 1 0,0-1 0,0 1 0,0 0 0,-2 0 2,-17-5-108,0 2-1,-1 0 1,1 2-1,-1 0 1,0 2-1,-2 0 109,-81 6-3812,38 5-3450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16235,'0'0'2281,"0"0"-1209,0 0 1001,118 143-1057,-75-71-176,0 5-504,-2 1-184,-6-11-24,-3-9-120,-5-12-16,-3-15-256,0-28-1056,-5-3-2337,-9-10-3248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1133 0 17092,'0'0'2144,"0"0"-1416,0 0 1105,-123 186-785,69-101-400,-2-3-208,-1-5-248,4-9-96,4-13-96,6-11-656,11-18-1656,13-16-3610</inkml:trace>
  <inkml:trace contextRef="#ctx0" brushRef="#br0" timeOffset="1">317 116 15011,'0'0'1969,"0"0"-406,-28 22-31,-93 75-828,105-82-626,-1 1 0,2 0 0,0 1 0,1 1 0,1 0 0,1 1 0,0 1 0,-6 14-78,14-26 34,-2 2 37,1 0 0,1 1 0,0-1 0,0 1 0,1 0 0,-1 6-71,3-14 9,1-1 0,-1 0 0,1 1 1,0-1-1,0 0 0,0 1 0,0-1 1,1 0-1,-1 0 0,1 1 0,-1-1 1,1 0-1,0 0 0,0 1 0,0-1 0,0 0 1,0 0-1,0 0 0,0 0 0,1-1 1,-1 1-1,1 0 0,0 0 0,-1-1 1,1 1-1,0-1 0,0 0 0,0 1 0,0-1 1,0 0-1,0 0 0,0 0 0,1 0-9,25 8 109,1-2 0,0 0 0,0-2 1,13 0-110,-6-1-2267,-1 2 1,23 7 2266,-26-1-5740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7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721 116 15187,'0'0'2209,"0"0"-1601,0 0 664,0 0-848,-162-70-328,93 63-96,-12 2-32,-10 3-328,-35-8-608,23 0-1064,15-2-4242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56 15387,'0'0'1613,"0"0"-772,0 0-11,-14 27-404,-5 11-356,1 2-1,1 1-69,15-35 6,1-1 1,-1 1-1,1 0 0,0 0 1,0 0-1,1 0 0,0 1 1,0-1-1,0 0 0,1 0 0,0 0 1,0 0-1,1 0 0,-1 0 1,1-1-1,1 1 0,-1 0 0,3 4-6,1-1 8,0 0 0,1-1 0,0 1 0,0-2 0,1 1-1,0-1 1,0 0 0,6 4-8,-2-4 47,0 0-1,1-1 1,0 0-1,0-1 1,0-1-1,0 0 1,1 0-1,0-1 1,0-1 0,0-1-1,-1 0 1,1 0-1,0-2 1,0 1-1,0-2 1,0 0-1,0-1 1,0 0-1,-1-1 1,11-4-47,-14 4 68,1-1-1,-1 0 1,0 0-1,0-1 1,0 0 0,-1-1-1,0 0 1,0-1 0,-1 1-1,0-2 1,6-7-68,-9 9 17,0 0 0,0-1 0,-1 1 0,-1-1 0,1 0 1,-1 0-1,-1 0 0,1-1 0,-1 1 0,-1 0 0,1-1 0,-2 0 0,1 1 0,-1-1 0,0 1 1,-1-6-18,-1 6 78,0-1-1,0 1 1,-1 0 0,0 0 0,0 0 0,-1 0 0,0 1 0,0-1 0,-1 1 0,0 0 0,0 1 0,0-1 0,-1 1 0,0 0 0,0 0 0,-1 1 0,0-1 0,0 2 0,0-1 0,-1 1 0,-5-3-78,-3-1 130,0 1 1,0 1 0,0 0 0,-1 2-1,0-1 1,0 2 0,-1 0 0,1 1-1,0 1 1,-7 1-131,21 0-7,1 0-1,-1 0 1,0 0 0,1 0-1,-1 1 1,0-1-1,0 1 1,1 0 0,-1-1-1,1 1 1,-1 0-1,1 1 1,-1-1 0,1 0-1,0 1 1,0 0-1,-1-1 1,1 1 0,0 0-1,0 0 1,1 0-1,-1 0 1,0 0 0,1 1-1,-1-1 1,0 2 7,0 2-315,1-1 1,0 1-1,0-1 0,0 1 1,0-1-1,1 1 1,0-1-1,0 1 0,1 0 1,0-1-1,0 1 1,1 4 314,12 25-5319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7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0 16988,'0'0'1963,"0"0"-507,0 0-94,0 0-718,-23 22-209,-160 146 893,146-135-992,15-15-26,0 1-1,2 1 0,0 1 1,1 1-1,-8 14-309,25-34 22,1 0 0,-1 0 1,1 1-1,0-1 0,0 0 0,0 1 0,0-1 1,0 0-1,0 1 0,1-1 0,-1 1 0,1-1 1,0 1-1,0 0 0,0-1 0,0 1 0,0-1 1,1 2-23,-1-2 9,1-1 1,0 1 0,0 0-1,0-1 1,0 1 0,0-1-1,0 1 1,1-1-1,-1 1 1,0-1 0,1 0-1,-1 0 1,1 1 0,-1-1-1,1 0 1,0-1 0,-1 1-1,1 0 1,0 0-10,11 3 9,0-1-1,1 0 1,-1 0-1,0-2 1,1 0-1,4 0-8,3 1 9,6 0-204,91 13-1044,-105-13-19,0 2 0,-1-1-1,1 2 1,-1 0-1,0 0 1,0 1-1,10 7 1259,5 9-9177</inkml:trace>
  <inkml:trace contextRef="#ctx0" brushRef="#br0" timeOffset="1">181 790 14507,'0'0'4201,"0"0"-1680,0 0-49,0 0-1200,0 0-720,0 0-327,0 0-177,-38 0-48,89 0 64,16-10-64,19-9 0,46-15-201,-20 3-1679,-15 2-5321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8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17244,'0'0'5937,"0"0"-5217,0 0 200,0 0-368,0 0-119,0 0 271,56 154-24,-42-84-320,-6-2-176,-6-5-176,4-13-8,4-11-232,25-29-896,3-10-2641,0-3-8986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53 20308,'0'0'2199,"-9"29"-582,0-5-1191,1-6-176,2 0 0,0 1 0,1 0 1,1 0-1,1 0 0,0 1 0,2-1 1,0 1-1,1 4-250,1-18 38,-1 1 0,1 0 0,1-1 0,-1 1 1,1-1-1,0 1 0,1-1 0,-1 0 0,1 0 1,1 0-1,-1 0 0,1-1 0,0 1 0,0-1 0,0 0 1,1 0-1,3 2-38,0-1 25,0 0 0,0-1 0,0 0 0,1-1 1,0 1-1,0-2 0,0 1 0,0-1 0,1-1 0,-1 0 1,6 1-26,3-1 20,1 0 1,-1-2-1,0 0 1,0-1-1,1 0 1,-1-2-1,0 0 1,-1-1-1,1-1 1,0 0-1,-1-2 1,16-7-21,-17 5 24,0-1-1,-1 0 1,0-1-1,-1-1 1,0 0-1,0-1 1,8-11-24,-16 16 14,0 1 0,-1-1 1,0 0-1,0 0 1,-1 0-1,0-1 0,-1 1 1,1-1-1,-2 0 0,1 0 1,-1 0-1,-1-1 1,0 1-1,0 0 0,-1-1 1,0-3-15,-1 8-15,0 0 0,0-1 0,0 1 0,-1 0 0,0 0 0,0 0 0,0 0 0,-1 0 0,0 0 0,0 0 0,0 1 0,0 0 0,-1-1 0,0 1 0,1 1 0,-1-1 0,-1 0 0,1 1 0,-1 0 1,1 0-1,-1 0 0,0 1 0,-3-2 15,-12-4-230,1 0 0,-2 1 1,1 1-1,-1 1 1,0 1-1,-4 0 230,-64-6-3048,-24 3 3048,-35 2-4887,-33 4-4399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8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10538,'0'0'2293,"-6"21"-233,-11 49 433,2 1 0,4 0 0,-2 61-2493,13-126 84,0 0-1,0 1 1,0-1-1,1 0 1,0 0-1,1 0 1,-1 0-1,1 0 1,1 0-1,-1 0 1,1-1 0,0 1-1,0 0-83,0-2 39,0-1-1,1 1 1,-1-1 0,1 0 0,0 0-1,0 0 1,0 0 0,0 0 0,0-1-1,1 0 1,-1 0 0,1 0 0,-1-1-1,1 1 1,0-1 0,-1 0-1,3 0-38,9 1 90,1 0 0,-1-1 0,1-1 0,0 0-1,0-1 1,-1-1 0,1-1 0,-1 0-1,0-1 1,0-1 0,0 0-90,-4 1 22,0-1-1,-1 0 1,1-1 0,-1 0 0,-1-1 0,1 0-1,-1-1 1,-1 0 0,1-1 0,-1 1-1,-1-2 1,0 1 0,0-1 0,5-10-22,-10 16 19,0-1 0,-1 0 0,1 1 0,-1-1 0,0 0 0,-1-1 0,1 1 0,-1 0 0,0 0 1,0-1-1,-1 1 0,0 0 0,0-1 0,0 1 0,0 0 0,-1-1 0,0 1 0,-1-5-19,-1 4 26,1 0 1,-1 0-1,-1 1 0,1-1 0,-1 1 1,0-1-1,0 1 0,0 0 0,-1 1 1,0-1-1,0 1 0,0 0 0,-4-3-26,-10-4 32,0 0 0,-1 2 0,0 0 0,0 1 0,-1 1 0,0 1 0,0 1 0,-12-1-32,13 2 44,-1 1 1,1 2-1,-21 0-44,38 1-184,0 0 0,-1 0 1,1 0-1,-1 0 0,1 1 1,-1-1-1,1 1 0,0 0 0,-1 0 1,1 0-1,0 1 0,0-1 1,0 1-1,0 0 0,0 0 0,0 0 1,1 0-1,-1 0 0,1 1 1,-1-1-1,1 1 0,0-1 0,0 1 1,0 0-1,0 0 0,0 0 184,-3 26-7300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 18724,'-23'1'2421,"8"0"-2195,-12 0 447,0 1 0,-18 5-673,37-6 179,0 1 0,0 0-1,0 0 1,1 1 0,-1 0-1,1 0 1,-1 1 0,1 0-1,0 0 1,0 0 0,1 1-1,-5 4-178,9-7 16,0 0 0,0 0-1,0-1 1,1 1 0,-1 0-1,1 0 1,-1 1-1,1-1 1,0 0 0,-1 0-1,1 1 1,0-1 0,1 0-1,-1 1 1,0-1 0,1 1-1,-1-1 1,1 1 0,0 0-1,0-1 1,0 1-1,0-1 1,0 1 0,1-1-1,-1 1 1,1-1 0,0 1-1,-1-1 1,1 1 0,0-1-1,1 0 1,-1 1-1,0-1 1,1 0 0,-1 0-1,1 0 1,-1 0 0,1 0-1,0 0 1,0-1 0,0 1-1,0-1 1,0 1 0,2 0-16,6 5 6,1-1 1,-1 0 0,1-1-1,0-1 1,1 1-1,-1-1 1,1-1 0,9 1-7,19 1-74,0-2 0,0-1 0,8-3 74,-2 1-420,-54 1 425,1 0 1,0 0-1,0 1 0,0 0 0,0 1 0,0-1 0,0 1 0,1 1 0,-1-1 0,1 1 1,0 0-1,0 1 0,-4 3-5,-2 2 40,0 1 0,1 0 1,0 1-1,1 0 0,-9 13-40,13-14 9,0-1 1,1 1-1,0 0 0,1 1 0,0-1 0,1 1 0,0 0 0,1 0 0,0 0 0,1 0 0,0 4-9,1-10 2,-1 0-1,2-1 0,-1 1 0,0-1 0,1 1 0,0-1 1,1 1-1,-1-1 0,1 1 0,0-1 0,0 0 1,1 0-1,-1 0 0,1 0 0,0-1 0,1 1 0,-1-1 1,1 0-1,0 1 0,0-2 0,0 1 0,0 0 0,1-1 1,0 0-1,0 1-1,15 3-59,-1 0 1,1-1-1,0-1 0,0-1 1,1-1-1,-1 0 0,1-2 1,-1 0-1,22-3 59,-20 2-268,90-3-3647,-9-13-6075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0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46 177 18668,'0'0'1906,"0"0"-754,-8 29 262,-25 96-642,32-121-758,0-1-1,0 1 1,1-1 0,-1 1 0,1 0-1,0-1 1,0 1 0,0 0 0,0-1-1,1 1 1,-1 0 0,1-1 0,0 1-1,0-1 1,1 0 0,-1 1 0,1-1-1,-1 0 1,1 0 0,0 1 0,0-1-1,1-1 1,-1 1 0,0 0 0,1-1-1,0 1 1,0-1 0,-1 0 0,1 0-1,1 0 1,-1 0 0,0 0 0,0-1 0,1 1-1,-1-1 1,4 1-14,8 1 34,1 0-1,0 0 1,0-2-1,0 0 1,0-1-1,14-1-33,-26 0 11,9 1 1,0-2 0,0 0 0,0-1 0,-1 0 0,1-1 1,-1 0-1,0-1 0,0 0 0,0-1 0,-1 0 0,0-1 1,0 0-1,0-1 0,7-8-12,-12 11 33,-1 0 0,0-1 0,0 0-1,-1 0 1,1 0 0,-1 0 0,0-1 0,-1 0 0,0 0 0,0 0 0,0 0 0,-1 0 0,0-1-1,-1 1 1,1-1 0,-1 1 0,-1-1 0,1 1 0,-1-1 0,-1 0 0,0 1 0,0-1-1,0 1 1,-1-1 0,0 1 0,-1-3-33,0 4 65,0 0-1,0 0 1,-1 0-1,0 0 1,0 0 0,0 1-1,-1 0 1,0 0-1,0 0 1,0 1 0,-4-4-65,4 5-97,1 0 1,0 0 0,0 0-1,1 0 1,-1-1 0,1 0-1,0 0 1,0 0 0,0 0-1,0 0 1,1 0 0,-1-1-1,1 1 1,0-1 0,1 0-1,-1 0 1,1 1 0,0-1-1,0 0 1,0-4 96,1-13-5224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10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0 12363,'0'0'8585,"0"0"-7056,-180 126 535,129-59-847,24 1-777,27-5-296,27-15-136,40-12-8,22-19-408,10-17-649,14-12-1215,-22-24-3289,-26-3-10483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1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 13915,'0'0'1635,"0"0"-672,0 0 603,0 0-458,0 0-617,0 0-157,5 30 564,72 331 1770,-46-227-2108,69 361 289,-72-311-76,1 136-773,-28-293 122,3 23 255,-2 0 0,-3 0 0,-2 1 0,-8 40-377,10-84 43,-1 0 0,0 0 0,0-1-1,0 1 1,-1 0 0,0-1 0,0 0 0,-1 0 0,0 0 0,0 0 0,0-1 0,-1 1-1,1-1 1,-1 0 0,-1 0 0,1-1 0,-1 0 0,-3 2-43,-1-1 50,0 0-1,-1-1 1,1 0 0,-1-1-1,0-1 1,0 0 0,-1 0 0,1-1-1,0 0 1,0-1 0,-2 0-50,-3 0 37,1 0 1,-1-1 0,1 0-1,0-2 1,0 0-1,0 0 1,0-1-1,-7-4-37,18 6 1,-1 0-1,0-1 0,1 0 0,0 0 0,-1 0 0,1 0 0,0-1 0,1 1 0,-1-1 0,1 0 0,-1-1 0,1 1 0,1 0 1,-1-1-1,0 1 0,1-1 0,0 0 0,0 0 0,1 0 0,-1 0 0,1 0 0,0 0 0,0-1 0,1 1 0,0 0 1,0-3-1,-1 1-13,1 0 1,0 0 0,1 0 0,0 0 0,0 0 0,0 0-1,1 0 1,0 0 0,0 1 0,1-1 0,0 1 0,0 0-1,1-2 13,-1 5-7,-1-1 0,1 1-1,0 0 1,0 0-1,1 0 1,-1 1-1,0-1 1,1 1 0,0-1-1,-1 1 1,1 0-1,0 1 1,0-1-1,0 1 1,1 0 0,-1 0-1,0 0 1,0 0-1,0 1 1,1-1 0,-1 1-1,2 1 8,-2-1-2,1 1 1,-1-1-1,0 1 0,0 1 1,0-1-1,0 0 0,0 1 1,-1 0-1,1 0 0,0 0 0,-1 0 1,1 1-1,-1-1 0,0 1 1,0 0-1,0 0 0,1 2 2,47 62-3,-46-58 0,12 17 7,-2 1 0,-2 1-1,0 0 1,-2 1-1,0 0 1,-3 1 0,0 0-1,-2 0 1,-1 0-1,-1 1 1,-2 0 0,-1 2-4,-4 63 19,-4 0 1,-3-1 0,-9 21-20,1-2 61,-2 98-61,18-181 5,2-1-1,1 1 0,1 0 1,2 0-1,5 19-4,-6-40 4,0 0 0,0-1 0,1 0 0,0 1 0,1-2 0,0 1 0,0 0 0,1-1 0,0 0 0,0 0 0,1-1 0,0 0 0,1 0 0,-1 0 0,1-1 0,1 0 0,-1-1 0,1 0 0,2 1-4,-4-2-9,0-1 1,0 0-1,0 0 1,1-1-1,-1 0 0,1 0 1,0-1-1,0 0 1,-1 0-1,1-1 1,1 0 8,-5 0-159,0 0 1,0-1 0,0 0 0,-1 0 0,1 0 0,0-1 0,0 1 0,-1-1 0,1 0-1,-1 0 1,0 0 0,1 0 0,-1 0 0,0-1 0,0 0 0,0 1 0,-1-1 0,1 0-1,-1 0 1,0-1 0,1 1 0,-1-2 158,13-28-5428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8370,'0'0'3019,"0"0"-321,0 0-183,0 0-298,0 0-332,0-9-284,0-18-535,-1 32-28,2 67-231,16 221 1078,20 57-1885,-20-194 270,4 122 217,-14 166-487,-7-443-489,-4-9-269,-41-73-6302,19 32-776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1 279 11090,'0'0'3633,"0"0"-1335,0 0 9,0 0-669,0 0-646,0 0-92,12-8 46,93-60 766,17-4-1712,-70 45 134,1 1 0,1 3 0,45-12-134,-78 29-56,1 1 1,-1 2 0,1 0 0,-1 1 0,1 1 0,0 1 0,6 2 55,-27-2-89,1 0 0,-1 1-1,0-1 1,1 0 0,-1 1 0,0 0-1,0-1 1,1 1 0,-1 0 0,0-1-1,0 1 1,0 0 0,0 0 0,0 0-1,0 0 1,0 0 0,0 0 0,0 0-1,0 1 1,0-1 0,-1 0 0,1 0-1,-1 1 1,1-1 0,-1 0 0,1 1 0,-1-1-1,0 0 1,1 1 0,-1-1 0,0 0-1,0 2 90,-3 48-6754,-6-20-2679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13715,'0'0'1736,"0"0"361,0 0-57,0 0-872,0 0-23,0 0 39,0 0-96,164 14-232,-111-43-400,-4-2-224,-6 2-159,-6 2-73,-2 8-113,0 7-615,16 7-1248,-5 3-2777,-9 2-3281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9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13691,'0'0'2086,"0"0"456,0 0-730,0 0-903,-10 33 9,2-8-682,-2 4 56,2 0-1,1 1 1,1 0 0,1 0 0,2 0 0,1 23-292,1-3 481,0 7 54,3 0-1,2 0 0,4 7-534,-5-45 49,1 0-1,1 0 0,1-1 1,1 0-1,0 0 1,1-1-1,1 1 0,1-2 1,0 1-1,1-2 1,5 6-49,1-2 68,1 0 0,1-1 1,1 0-1,0-2 1,1-1-1,1 0 0,0-1 1,11 3-69,-15-9-368,0 0 1,0-1 0,1-1-1,0-1 1,4 0 367,-8-3-1357,0 0 0,0-1 0,0 0 0,0-1 0,1-1 0,13-2 1357,10-9-11177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9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3569,'0'0'9771,"0"0"-6323,0 0-1464,0 0-157,22 25-355,7 7-1035,-3-3 10,-1 1 1,-2 1-1,-1 1 0,3 6-447,30 57 1170,-22-37-1035,1-1-1,4-2 1,38 44-135,-51-77-1203,-4-15-2734,-13-6-423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8:5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 13123,'0'0'2500,"0"0"-619,0 0-66,0 0-626,-20 26-260,-4 3-617,2-3 3,1 1 0,2 1 1,0 0-1,2 2 0,1 1-315,-21 39 741,-40 85-77,66-129-654,1 0 0,1 1 0,1 0-1,-3 26-9,10-51-85,0 0-1,1 0 1,0 0-1,-1-1 1,1 1-1,0 0 1,0 0-1,0 0 1,0 0-1,0 0 1,1 0-1,-1-1 1,0 1-1,1 0 0,0 0 1,0 1 85,1-2-370,-1 0 0,1 0 1,0-1-1,0 1 0,0-1 0,0 1 1,-1-1-1,1 1 0,0-1 0,0 0 1,0 0-1,0 0 0,0 0 0,0 0 0,0-1 370,22 1-5435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13035,'0'0'2334,"0"0"-727,0 0 157,0 0-330,23 24-314,-3-4-837,-1-1-2,0 2 0,-1-1-1,-1 2 1,-1 1 0,0 0 0,-2 0-1,1 6-280,6 20 592,-1 1 0,-3 1 0,-2 1 0,-3 0 0,6 48-592,-9-24 345,-4 1 0,-2 0 1,-8 64-346,2-115 78,-2-1 1,-6 25-79,5-29-382,1 0 0,1 1 1,1-1-1,1 12 382,2-33-85,0 1 0,0-1 0,0 1 0,0-1 0,0 0 0,0 1 0,0-1 0,0 0 0,1 1 0,-1-1 0,0 0 0,0 1 0,0-1 0,1 0-1,-1 1 1,0-1 0,0 0 0,1 0 0,-1 1 0,0-1 0,0 0 0,1 0 0,-1 1 0,0-1 0,1 0 0,-1 0 0,0 0 0,1 0 0,-1 1 0,0-1 0,1 0 0,-1 0 0,0 0-1,1 0 1,-1 0 0,1 0 0,-1 0 0,0 0 0,1 0 0,-1 0 0,0 0 0,1 0 0,-1-1 0,1 1 0,-1 0 0,0 0 0,1 0 0,-1 0 85,19-9-4168,3-10-3108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13499,'0'0'2240,"0"0"-359,0 0-177,0 0-704,0 0 57,0 0-65,0 0-272,156 20-184,-110-23-200,-6-9-256,-2 2-80,-3 3-176,-9 2-624,-4 5-1088,-3 0-905,-11 0-176,-6 8-2112,-2 1-4281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39:0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11058,'0'0'2113,"0"0"223,0 0-1039,0 0-617,174-82-8,-133 58-160,-9 7-328,0 0-184,-8 7-1656,-10 3-5810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3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137 204 4641,'0'0'868,"0"0"-265,0 0-18,0 0 33,0 0-282,-12 2-153,-15 0-108,-43 5 3400,69-7-3410,-21 6 7682,17 1-7699,33-8 375,-7-7-289,-1 1 1,0-2-1,-1-1 0,0-1 1,17-12-135,8-4 51,14-5 15,-28 17-41,-1-2 0,0 0 0,-2-2 0,9-9-25,-37 25 287,-9 2-246,-12 4-86,-2 7-260,1 0-1,0 2 1,0 0 0,1 2 0,-11 9 305,-32 20-2948,11-11-2879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3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0 574 7922,'0'0'2112,"0"0"-865,0 0-532,0 0-383,0 0-215,0 0-63,9-5-24,161-90 1252,59-27 20,-104 54-910,105-41-392,-218 105 92,26-10 211,0-2 0,-1 0 0,-1-3 0,-1-1 0,0-2 0,-2-1 0,7-8-303,-27 21 226,-10 12-250,-26 19 136,-42 14 3,0-2-1,-61 19-114,45-19 62,-56 32-62,16 7-449,-36 34 449,-47 30-5313,141-100 258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3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0 4153,'0'0'2368,"0"0"-1381,0 0-599,0 0-80,0 0-150,0 0-52,-22 6 1540,-62 30 249,2 4-1,-55 36-1894,52-27 615,-3-3 0,-20 3-615,92-44 70,15-5-151,1 0-430,20-1-1089,0-4 1628,-1-1 1,1-2-1,-1 0 1,-1-1 0,1 0-1,6-7-28,22-9 92,121-65 52,76-37-1098,-243 127 1097,-1 0 178,-23 1 223,-6 4-246,0 2 0,0 2 0,1 0 1,1 2-1,-1 0 0,-15 12-298,2-4 269,-35 17-375,1 3 0,-64 46 106,102-60-2531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5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0 14243,'0'0'2421,"0"0"-729,0 0 222,10 31-115,0 0-1347,9 27 715,-3 2 0,3 30-1167,-1 46 1423,-6 1 1,-6 0-1424,-1-11 261,5-1 1,17 72-262,-19-169 89,-7-27-70,-1-5 25,0-26-45,-3 0 0,0 0 0,-2 0 0,-1 0 0,-1 0 0,-11-25 1,12 37-31,-2 0 0,0 0-1,-1 1 1,0 0-1,-2 1 1,0 0 0,-1 1-1,0 0 1,-1 0-1,-1 2 1,-8-8 31,17 18-12,1-1-1,-1 1 1,0 0 0,0 0 0,0 0-1,0 1 1,0 0 0,-1 0 0,1 0-1,-1 1 1,1-1 0,-1 1-1,0 1 1,1-1 0,-1 1 0,-2 0 12,4 0-9,0 1 1,0 0-1,0 0 1,0 1-1,0-1 0,0 1 1,1 0-1,-1 0 1,1 0-1,-1 0 1,1 1-1,0 0 1,-1-1-1,1 1 1,1 0-1,-1 0 1,0 1-1,1-1 1,-1 0-1,1 1 0,0 0 1,0 0 8,-11 23-10,2-1 0,0 2-1,2-1 1,1 1 0,2 1 0,-3 18 10,2 8-18,2 1-1,3-1 1,2 3 18,1-49-7,-1 0 1,1 0-1,0 0 0,1-1 1,0 1-1,1 0 0,-1 0 1,2-1-1,-1 0 1,1 0-1,1 0 0,-1 0 1,1 0-1,0-1 0,1 0 1,0 0-1,6 5 7,-4-5-28,0-1 0,1 0 0,-1 0 0,1-1 0,1 0 0,-1-1 0,1 0 0,-1-1 0,1 1 0,0-2 0,1 0 0,-1 0 0,0 0 0,1-2-1,4 1 29,5 0-625,0-2-1,-1 0 0,1-1 0,9-3 626,39-16-4829,-16-3-1916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5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0 234 10922,'0'0'4624,"0"0"-2154,0 0-635,0 0-819,0 0-392,30-6-182,204-42-24,-230 47-409,0 0-1,0 0 1,0-1-1,0 1 1,0-1-1,-1 0 1,1 0-1,-1 0 1,1-1-1,-1 1 0,0-1 1,0 0-1,0 0 1,0 0-1,0 0 1,-1 0-1,0-1 1,1 1-1,-1-1 0,0 0-8,-1 1 12,0 0-1,0 1 1,-1-1-1,1 0 1,-1 0-1,1 0 1,-1 0-1,0 0 0,0 0 1,-1 0-1,1 0 1,0 0-1,-1 1 1,0-1-1,0 0 1,0 0-1,0 0 0,0 1 1,0-1-1,-1 1 1,1-1-1,-1 1 1,0-1-1,0 1 1,1 0-1,-2 0 0,1 0 1,0-1-12,-6-2 85,1-1 1,-1 1-1,0 0 0,0 0 1,-1 1-1,1 1 0,-1-1 1,0 1-1,0 1 0,0-1 1,0 1-1,-1 1 0,1 0 1,0 0-1,-1 1 1,1 0-1,-1 1 0,-5 1-85,11-2 27,0 1 0,0 0 0,0 0 0,0 0 0,0 0 0,0 1 0,0 0 0,1-1 0,-1 1 0,1 1 0,-1-1 0,1 0 0,0 1 0,0 0 0,0-1 0,0 1 0,-1 2-27,-1 2 39,0 0 1,1 0-1,0 0 0,0 0 1,1 1-1,0 0 1,0 0-1,-1 6-39,-1 7 85,2 1 1,0-1-1,1 1 0,1 0 0,1 0 1,2 9-86,-1-23-7,0 1 0,1 0 1,0-1-1,0 1 0,1-1 0,0 1 0,0-1 1,1 0-1,0-1 0,0 1 0,1 0 1,0-1-1,1 0 0,-1-1 0,1 1 1,5 3 6,-1-1 77,1-2 0,0 1 0,0-1 1,0-1-1,1 0 0,0-1 0,0 0 1,0-1-1,1 0 0,11 2-77,-4-3-238,-1 0-1,1-1 1,0-1 0,-1-1-1,1-1 1,-1 0 0,8-3 238,-13 2-826,0-1 0,1-1 0,-1 0 0,0-1 1,-1 0-1,1-1 0,-1-1 0,0 0 0,2-2 826,36-34-9336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43 11963,'0'0'2736,"0"0"-1041,0 0-28,-2 23-226,1-23-1434,-3 29 528,2 0 1,0 0-1,2 0 1,0 0-1,3-1 1,0 1-1,8 28-535,15 17 983,-19-54-623,-18-54-173,-4-14 16,1-1 0,1-11-203,9 44 38,2-1 1,0 0-1,1 0 0,1 0 0,0 0 0,2 0 1,0 0-1,2-8-38,-3 21 2,0 0 0,0 1 0,0-1 0,1 1 0,0 0 0,-1-1 0,1 1 0,0 0 0,1 0 0,-1 0 0,0 0 0,1 1 0,0-1 0,-1 1 0,1-1 0,0 1 0,0 0 0,1 0 0,-1 0 1,0 1-1,0-1 0,1 1 0,-1 0 0,1 0 0,0 0 0,-1 0 0,1 0 0,0 1 0,-1 0 0,1 0 0,3 0-2,1 0 6,-1 1 0,1 0 1,-1 0-1,0 1 0,1-1 0,-1 2 0,0-1 0,0 1 1,-1 0-1,1 0 0,-1 1 0,1 0 0,-1 0 1,0 1-1,2 2-6,5 7 32,-1 0 0,-1 1-1,0 1 1,-1 0 0,-1 0 0,0 1 0,-1 0 0,-1 1 0,-1-1 0,0 1 0,-1 1 0,-1 1-32,-4-18-65,1-1 0,-1 1 1,1 0-1,-1-1 1,1 1-1,0 0 0,-1-1 1,1 1-1,0-1 0,0 1 1,0-1-1,0 0 1,1 1-1,-1-1 0,0 0 1,0 0-1,1 0 1,-1 0-1,1 0 0,0 0 65,24 5-7696,-3-6-5352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17164,'0'0'2612,"0"0"-255,0 0-989,0 0-839,0 0-379,0 0-117,-9 15 7,2-5-34,4-7-4,0 1 0,1-1 0,-1 1 0,1-1 1,0 1-1,0 0 0,0 0 0,0 0 0,0 0 0,1 0 1,0 0-1,0 0 0,0 1 0,1-1 0,-1 0 0,1 1 1,0-1-1,0 0 0,0 1 0,1-1 0,0 0 0,0 0 1,0 1-1,0-1 0,0 0 0,1 0 0,1 2-2,44 63 64,-26-40-81,-1 2-1,12 25 18,-27-47 104,-1 1 1,0-1-1,0 1 0,-1 1 0,-1-1 0,1 0 0,-2 1 1,0-1-1,0 1 0,0-1 0,-2 7-104,0-12 110,0 0 0,0-1 0,-1 0 0,1 1 1,-1-1-1,0 0 0,-1 0 0,1 0 0,-1 0 0,1 0 0,-1 0 0,0-1 0,-1 1 0,1-1 0,0 0 0,-1 0 1,0 0-1,0-1 0,0 1-110,-2 1 69,0 0 1,-1-1 0,0 0-1,0 0 1,1 0 0,-2-1-1,1 0 1,0 0 0,0 0-1,-1-1 1,-5 0-70,12-1-13,0 0 1,0 0-1,0-1 1,0 1-1,0 0 0,0 0 1,0 0-1,0-1 0,0 1 1,1-1-1,-1 1 0,0 0 1,0-1-1,0 0 1,1 1-1,-1-1 0,0 1 1,0-1-1,1 0 0,-1 0 1,1 1-1,-1-1 0,1 0 1,-1 0-1,1 0 1,-1 1-1,1-2 13,-5-32-608,5 26-234,1-1 1,1 1-1,-1-1 1,1 1-1,0 0 1,1-1-1,0 1 842,19-28-8403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6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10626,'0'0'7754,"0"0"-6610,0 0 3017,0 0-3281,0 0-352,0 142-272,8-118-152,2-2-48,1-8-56,11-14-800,-4 0-2240,4-2-6354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186 404 3385,'0'0'9335,"0"0"-5098,0 0-1763,0 0-772,-26 8-758,-9 2-629,0 2 1,-4 3-316,36-14 41,0 1 0,0 0 0,0-1 1,1 1-1,-1 0 0,1 0 1,-1 0-1,1 1 0,-1-1 0,1 1 1,0-1-1,0 1 0,0 0 1,1 0-1,-1 0 0,1-1 0,-1 2 1,1-1-1,0 0 0,0 0 1,0 0-1,1 1 0,-1-1 0,1 0 1,0 0-1,0 1 0,0-1 1,0 1-42,-1 9 180,-1 1-30,1 1 1,1 0-1,0 0 0,0 0 1,2 0-1,0 0 0,0-1 1,2 1-1,4 11-150,-6-21 5,0 0-1,0 0 1,1 0-1,0-1 1,0 1-1,0-1 1,0 0-1,1 0 1,0 0 0,0 0-1,0-1 1,0 1-1,0-1 1,1 0-1,0-1 1,-1 1-1,1-1 1,0 0-1,0 0 1,0 0-1,1-1 1,-1 1-1,0-1 1,0-1 0,1 1-1,-1-1 1,0 0-1,3 0-4,-2 0-48,0 0 1,0-1-1,0 0 1,0 0-1,0 0 0,0 0 1,0-1-1,-1 0 1,1 0-1,0-1 0,-1 1 1,0-1-1,0-1 0,0 1 1,0-1-1,3-2 48,-2-1-87,0 0 1,0 0-1,-1 0 0,0 0 0,0-1 0,-1 0 1,0 0-1,0 0 0,-1-1 0,1-4 87,4-17-107,-2 0 0,-1 0 1,-2-1-1,-1 1 0,-1-1 0,-2-4 107,-3-18 367,-3 1 0,-2 0 0,-3 0 0,-1 1-1,-3 1 1,-8-17-367,3 8 2275,119 277-1218,-56-98-1441,-2 14 384,-7-21-6705,-27-97-3366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 13299,'0'0'2811,"0"0"-360,0 0 194,0 0-911,0 0-565,-25 28-301,-75 94-142,96-117-679,0 0 1,0 0-1,1 1 1,0-1-1,0 1 0,0 0 1,1-1-1,0 1 1,0 1-1,0-1 1,1 0-1,0 0 1,0 1-1,1-1 0,-1 0 1,1 1-1,1 5-47,0 8 121,-1-11-87,0 0 1,0 1-1,1-1 1,0 1-1,1-1 1,0 0-1,1 0 1,-1 0-1,2 0 0,2 6-34,-3-12-3,-1 1 0,1 0-1,0-1 1,0 1 0,0-1-1,1 0 1,-1 0-1,1 0 1,0-1 0,0 1-1,-1-1 1,2 0-1,-1 0 1,0 0 0,0-1-1,1 1 1,-1-1-1,1 0 1,-1-1 0,1 1-1,-1-1 1,1 1-1,-1-1 4,1 0-28,0 0 0,0 0-1,0 0 1,-1-1 0,1 1-1,0-1 1,-1 0 0,1-1-1,0 1 1,-1-1 0,1 0-1,-1 0 1,0 0 0,0 0-1,0-1 1,0 0 0,0 0-1,0 0 1,-1 0 0,1 0-1,-1-1 1,0 0 0,0 0-1,0 1 1,-1-2 0,0 1-1,1 0 1,-1 0 0,-1-1-1,1 1 1,-1-1 0,1-2 28,4-15-7,-2-1 1,0-1-1,-2 1 1,0 0 0,-2-24 6,-6 30 555,2 15-118,0 11-224,1 18-164,0 1-1,2-1 1,1 1 0,1 0 0,2-1-1,0 1-48,-2-24-15,0-1 1,0 1-1,0-1 0,0 1 1,1-1-1,-1 0 0,1 1 0,0-1 1,0 0-1,0 0 0,0 0 0,1 0 1,-1 0-1,1-1 0,-1 1 1,1-1-1,0 0 0,0 0 0,0 0 1,0 0-1,1 0 0,-1-1 0,3 2 15,35 5-2847,-14-7-3458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7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9 3881,'0'0'7800,"0"0"-4123,0 0-876,0 0-118,-23-2-685,-75-4-716,95 5-1242,1 2 0,0-1 0,0 0-1,0 0 1,0 1 0,0-1-1,0 1 1,0-1 0,0 1-1,0 0 1,0 0 0,0 0-1,0 0 1,1 0 0,-1 1 0,0-1-1,1 0 1,-1 1 0,1-1-1,-1 1 1,1 0 0,0-1-1,0 1 1,-1 0 0,1 0-1,0 1-39,-1 3 43,0 0-1,1-1 1,0 1-1,0 0 0,1-1 1,-1 1-1,1 4-42,0 0 61,-1 9 10,1 0 0,0 0 0,2 0-1,0 0 1,1 0 0,2 6-71,-3-19-14,-1 0 0,1 0-1,0-1 1,1 1 0,-1 0 0,1-1 0,0 1-1,0-1 1,1 0 0,0 0 0,0-1 0,0 1-1,0-1 1,1 1 0,-1-2 0,1 1 0,0 0-1,0-1 1,1 0 0,-1 0 0,4 1 14,-5-3-211,0 0 0,0-1 0,1 1 0,-1-1 0,0 0 0,0 0 1,0-1-1,0 1 0,0-1 0,0 0 0,0 0 0,0 0 0,0-1 0,0 0 0,0 1 0,-1-1 1,1 0-1,-1-1 0,1 1 0,-1-1 0,0 1 0,0-1 0,0 0 0,0 0 0,-1 0 1,1-1-1,-1 1 0,0 0 0,1-2 211,25-38-6496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8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14523,'0'0'4905,"0"0"-2440,0 0 103,0 0-711,0 0-1281,0 0-280,-3 145-40,30 24 32,-5-10-184,-14-33-104,-8-47-32,0-1-1016,-8-13-1545,-11-7-5977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11466,'0'0'2809,"0"0"-869,0 0-135,0 0-199,0 0-520,0 0 13,25 13 139,-6-4-953,-11-6-183,1 0-1,-1 1 1,0 0 0,0 0 0,0 1-1,-1 0 1,1 1 0,-1-1-1,-1 2 1,1-1 0,-1 0 0,0 1-1,0 1 1,-1-1 0,0 0 0,0 1-1,-1 0 1,0 0 0,1 5-102,6 28 386,-1 1 1,-2 0 0,-2 1-1,-2-1 1,-2 3-387,-5 215 305,3-241-291,0-14-86,-1 0-1,1-1 1,-1 1-1,1 0 0,-1 0 1,-1-1-1,1 1 1,-1-1-1,0 1 1,0-1-1,0 1 1,0-1-1,-1 0 1,0 0-1,0 0 0,-1 0 73,-1 1-585,-1 0-1,0 0 0,0-1 0,-1 0 0,1 0 0,-1-1 1,0 0-1,0 0 0,-6 1 586,-22 7-5851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11602,'0'0'4816,"0"0"-1877,0 0-1317,0 0-927,5 27-28,36 188 1168,-26-128-1064,-11-57-659,1-1-1,1 0 1,2 0-1,1 0 1,1-1-1,5 9-111,-14-35 5,1 1-1,-1-1 1,1 1-1,-1-1 1,1 0-1,0 0 1,0 1-1,0-1 1,0 0-1,0-1 1,0 1-1,1 0 1,-1-1-1,1 1 1,-1-1-1,1 0 1,-1 1-1,1-1 1,0-1-1,0 1 1,-1 0-1,1-1 1,0 1-1,0-1 0,0 0 1,0 0-1,0 0 1,-1 0-1,1-1 1,0 1-1,0-1 1,0 1-1,-1-1 1,1 0-1,0 0 1,-1 0-1,1-1 1,-1 1-1,2-2-4,13-6 38,-1-2-1,-1 0 0,0 0 1,-1-2-1,8-7-37,-14 12 4,70-62-1667,4 8-3649,-46 41-3949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15075,'0'0'5321,"0"0"-4729,-40 128 289,16 15 647,5 2-40,8-8-648,11-23-215,0-37-409,16-2-88,14-5-128,5-19 0,-3-17-88,-2-20-632,-14-16-1585,-8-25-3104,-8-12-4553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9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10762,'0'0'2917,"0"0"-106,23-18-17,9-7-1722,1 1-1,4 0-1071,-28 20 142,-1 0 0,1 0 1,0 1-1,0 0 0,0 1 0,0 0 0,0 0 0,0 1 0,1 1 0,-1-1 0,0 1 0,1 1 0,-1 0 1,0 0-1,1 1 0,-1 0 0,0 0 0,0 1 0,-1 0 0,1 1 0,-1 0 0,5 3-142,4 4 144,0 0-1,0 1 0,-1 1 0,-1 1 1,0 0-1,0 1 0,-2 1 0,0 0 1,-1 0-1,-1 1 0,0 1 0,-1 0 1,5 14-144,-6-11 99,0 1 1,-1 0 0,-2 0 0,0 0-1,-2 1 1,0 0 0,-1 0 0,-2 0-1,0 0 1,-1 0 0,-2 0 0,-1 5-100,0-16 30,0 0 0,-1 0 0,0-1 1,-1 1-1,0-1 0,-1 0 1,0-1-1,0 1 0,-2-1 1,1 0-1,-1-1 0,0 0 0,-1 0 1,0-1-1,-1 0 0,-7 4-30,8-5 3,-1 0 0,1-1 0,-2-1 0,1 0-1,-1 0 1,1-1 0,-1 0 0,0-1-1,-1 0 1,1-1 0,0 0 0,-1-1 0,0 0-1,1-1 1,-1-1 0,1 1 0,-12-3-3,20 2-54,-1 0 1,0-1 0,1 1-1,-1-1 1,1 1 0,-1-1-1,1 0 1,0 0 0,0 0-1,0-1 1,0 1-1,0-1 1,1 0 0,-1 1-1,1-1 1,0-1 0,0 1-1,0 0 1,0 0 0,0-1-1,0 1 1,1-1 0,0 1-1,-1-4 54,0 1-561,1-1 0,0 0 0,0 1 0,1-1 0,0 0 0,0 0 0,0 1 0,1-1 0,0 0 0,1 1 0,-1-1 0,1 1 0,2-6 561,20-29-7448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49 264 13115,'0'0'5513,"0"0"-3873,0 0 1377,43 131-1753,-32-90-352,-3-5-407,2-5-489,4-7 112,-3-9-128,5-15-657,-5 0-1607,-3 0-4097</inkml:trace>
  <inkml:trace contextRef="#ctx0" brushRef="#br0" timeOffset="1">1 1 17708,'0'0'2136,"0"0"-759,0 0-609,0 0-768,0 0-1969,0 0-2408,0 0-7625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17804,'0'0'2460,"0"0"-191,0 0-957,0 0-769,-16 21-346,16-21-197,-11 15 16,1-1-1,0 2 0,1-1 1,-6 14-16,14-27 0,1 0 1,0 0-1,-1-1 1,1 1-1,0 0 1,0 0-1,0-1 1,0 1-1,1 0 1,-1 0-1,0 0 1,1-1-1,-1 1 1,1 0 0,-1-1-1,1 1 1,0 0-1,0-1 1,0 1-1,0-1 1,0 1-1,0-1 1,0 0-1,1 0 1,-1 1-1,40 28 2,-23-19-3,6 8 85,-1 0 0,-1 1 0,0 1-1,17 24-83,-31-35 38,-1-1 1,-1 1-1,0 0 0,0 0 0,-1 1 0,0 0 0,-1 0 0,0 0 0,-1 0 0,0 0 0,-1 1 0,0 0 0,-1-1 0,0 3-38,-1-12 36,0 1-1,0-1 1,-1 1-1,0-1 1,1 0-1,-1 1 1,0-1-1,0 0 0,0 0 1,0 0-1,0 1 1,-1-1-1,1 0 1,-1-1-1,1 1 0,-1 0 1,0 0-1,1-1 1,-1 1-1,0-1 1,0 1-1,0-1 1,-1 0-1,1 0 0,0 0 1,0 0-1,-1 0 1,1 0-1,0-1 1,-1 1-1,1-1 1,-3 0-36,-11 3 49,-1-1 0,0-1 0,0-1 0,-11-1-49,5 0 39,15 2-101,0-1 0,0 0 0,0-1-1,0 0 1,1 0 0,-1-1 0,0 1 0,1-2-1,-1 1 1,1-1 0,-2-1 62,9 4-117,-1-1-1,1 1 1,-1-1-1,0 0 1,1 1-1,-1-1 1,1 0-1,0 1 1,-1-1 0,1 0-1,0 1 1,-1-1-1,1 0 1,0 0-1,0 1 1,-1-1 0,1 0-1,0 0 1,0 0-1,0 1 1,0-1-1,0 0 1,0 0 0,0 0-1,1 1 1,-1-2 117,5-13-6138,9-5-5661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19700,'0'0'2153,"0"0"-1121,0 0-680,0 0 848,128 227-304,-69-104 9,-10-4-153,-12-15-168,-18-25-344,3 3-56,-6 3-176,-3-15 0,-2-19-8,-6-17-144,-5-25-624,0-14-576,0-26-1041,-8-5-7073</inkml:trace>
  <inkml:trace contextRef="#ctx0" brushRef="#br0" timeOffset="1">9 766 17436,'0'0'3024,"0"0"-911,0 0-1113,0 0-576,185-90-424,-88 59 0,-20 12-1128,-12 9-4193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1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1 289 10842,'0'0'2353,"0"0"127,0 0 148,0 0-511,0 0-367,0 0 22,6 1-393,-5-1-1345,0 0-1,0 0 0,0 0 1,0 0-1,0 0 0,-1 0 0,1 0 1,0 0-1,0 0 0,0 0 1,0-1-1,0 1 0,0 0 0,0-1 1,0 1-1,-1-1 0,1 1 1,0-1-1,0 1 0,0-1 0,-1 1 1,1-1-1,0 0 0,-1 0 1,1 1-1,-1-1 0,1 0 0,-1 0 1,1 0-34,1-3 80,0 0 0,-1-1 0,1 1 0,-1 0 1,0-1-1,0 1 0,0 0 0,-1-2-80,2-25 303,-2-1 1,-2-13-304,1 5 104,1-42-20,0 82-90,0-1-1,0 1 0,0 0 1,0-1-1,0 1 0,1-1 1,-1 1-1,0 0 0,0-1 1,0 1-1,0 0 0,1 0 1,-1-1-1,0 1 0,0 0 1,1-1-1,-1 1 0,0 0 1,1 0-1,-1 0 0,0-1 1,1 1-1,-1 0 0,0 0 1,1 0-1,-1 0 0,0 0 1,1-1-1,-1 1 0,0 0 1,1 0-1,-1 0 0,1 0 1,-1 0-1,0 0 0,1 0 1,-1 0-1,0 0 0,1 1 1,-1-1-1,1 0 0,-1 0 7,18 7-205,-11 0 195,-1-1 0,0 1 0,0 1 1,0-1-1,-1 1 0,0 0 0,-1 0 0,0 1 0,0-1 1,2 9 9,27 98-209,-29-99 97,-3-13 27,-1 0-1,1-1 1,0 1-1,0 0 1,0-1-1,0 1 1,1 0-1,-1-1 1,1 1 0,-1-1-1,1 0 1,0 0-1,0 1 1,0-1 85,0-1-542,0 0 0,0 1-1,0-1 1,1 0 0,-1 0 0,0 0 0,0-1 0,0 1 0,1 0 0,-1-1 0,0 0-1,1 1 543,18-1-10731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18692,'0'0'1979,"0"0"-972,13 25 145,225 363 2538,-214-343-3224,16 47-466,-33-76 47,-1 0 1,-1 0-1,-1 0 0,0 0 1,-1 1-1,-1 4-47,-2-34-48,0-1 0,1 0 0,0 0 0,1 1 0,0-1 0,1 1 0,1-2 48,-2 11-20,0 0 1,0 0-1,0 0 0,0 0 1,1 1-1,-1-1 1,1 1-1,0-1 1,0 1-1,1 0 1,-1 0-1,1 1 0,-1-1 1,1 1-1,0-1 1,0 1-1,0 0 1,0 1-1,0-1 1,0 1-1,1-1 0,-1 2 1,0-1-1,4 0 20,-4 0-3,0 0 0,0 1 0,0 0-1,0 0 1,0 0 0,0 0-1,0 1 1,-1-1 0,1 1 0,0 0-1,0 0 1,0 1 0,-1-1 0,1 1-1,-1-1 1,1 1 0,-1 0 0,0 1-1,0-1 1,3 2 3,-2 1 0,0 0 0,0 0 0,0 0-1,-1 0 1,1 1 0,-1-1 0,-1 1 0,1 0 0,-1 0 0,0 0-1,0 0 1,0 4 0,0-1 46,0 0 0,-1 0 0,0 1 0,0-1-1,-1 0 1,-1 1 0,1-1 0,-1 0 0,-1 0 0,0 1-1,0-1 1,-1 0 0,0-1 0,-1 1 0,0-1 0,0 1-1,-5 7-45,4-11 47,-1 0-1,1 0 0,-1-1 0,1 0 0,-1 0 0,0 0 1,-1 0-1,1-1 0,-1 0 0,0-1 0,1 1 0,-1-1 1,0 0-1,0-1 0,0 0 0,-1 0 0,1-1 0,-4 1-46,7-1-21,0 0 0,-1-1 0,1 1-1,0-1 1,0 0 0,0 0-1,0 0 1,0 0 0,1-1-1,-1 1 1,0-1 0,1 0 0,-1 0-1,1-1 1,-1 1 0,1-1-1,0 1 1,0-1 0,0 0-1,1 0 1,-1-1 0,1 1 0,-1 0-1,1-1 1,0 0 0,0 1-1,1-1 1,-1 0 0,1 0-1,0 0 1,0 0 0,0 0 0,0-1 21,-1-50-4032,3 37 462,-1-15-6747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1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16363,'0'0'2450,"0"0"978,13 27-1609,44 90-944,-53-110-849,0 1 1,1-1-1,0 0 1,0-1-1,0 1 1,1-1-1,0 0 1,1 0 0,-1-1-1,1 0 1,0 0-1,0-1 1,1 0-1,-1 0 1,1 0-1,0-1 1,0 0-1,0-1 1,0 0-1,1 0 1,-1 0 0,0-1-1,1-1 1,-1 0-1,1 0 1,-1 0-1,1-1 1,-1 0-1,1-1 1,4-1-27,-10 2 14,1-1 0,-1 0-1,1 0 1,-1 0 0,1 0 0,-1-1 0,0 1 0,0-1 0,0 0 0,-1 0-1,1 0 1,-1 0 0,1 0 0,-1 0 0,0-1 0,0 1 0,-1-1 0,1 0-1,-1 1 1,1-1 0,-1 0 0,0 0 0,-1 0 0,1 0 0,-1-3-14,3-11 292,-2 0 0,-1 0 0,0 0 0,-1 0 0,-1-3-292,0 9-93,-1 1-1,-1-1 1,0 0-1,0 1 1,-1 0 0,-1 0-1,0 1 1,0-1 0,-1 1-1,0 0 1,-1 1 0,0 0-1,0 0 1,-1 1 0,-4-3 93,8 8-3321,4 2-3525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15155,'0'0'3452,"0"0"-1808,0 0-242,-24 19-649,24-19-753,-29 25 192,1 0 0,-10 14-192,35-35 48,-1 0-1,1 1 1,0 0-1,1-1 1,-1 1 0,1 1-1,0-1 1,0 0-1,1 0 1,-1 1 0,1-1-1,1 0 1,-1 1-1,1-1 1,0 1-1,0-1 1,0 1 0,1-1-1,-1 1 1,2-1-1,0 3-47,-1 2 149,2 2-43,1 0-1,0 0 0,0-1 0,1 1 0,1-1 1,0 0-1,0-1 0,1 1 0,1-1 0,0 0 1,0-1-1,0 0 0,1 0 0,1-1 0,0 0 1,6 3-106,-9-6-44,1 0 0,-1-1-1,1 0 1,0-1 0,0 0 0,0 0 0,1 0 0,-1-1 0,1 0 0,-1-1 0,4 0 44,-6-1-188,0 0-1,0 0 1,0-1 0,0 0-1,0 0 1,0 0-1,-1-1 1,1 0 0,0 0-1,-1 0 1,1-1 0,-1 0-1,0 0 1,0 0 0,0-1-1,4-3 189,-1-1-801,-1 1-1,0-1 1,0-1-1,0 1 0,-1-1 1,-1 0-1,0 0 0,0-1 1,0 0-1,-1 0 1,-1 0-1,0 0 0,0 0 1,-1-1-1,0 0 1,-1 1-1,0-3 802,-1 3-94,0 0 0,-1 0 0,0 0 0,0 0 0,-2-5 94,1 7 655,-1-1 0,0 1-1,0 0 1,-1 0 0,0 0 0,-2-3-655,1 4 1699,-10-17 2324,11 20-1314,6 13 1029,17 39-2917,2-1 0,2-1 0,27 39-821,-47-79-5,2 0 0,-1 0-1,1 0 1,0-1 0,0 0 0,0 0-1,1 0 1,-1 0 0,1-1 0,0 0-1,1-1 1,-1 1 0,1-1 0,-1 0-1,1-1 1,0 1 0,0-1 0,4 0 5,7 0-860,0 0 0,-1-2 0,1 0 0,0-1 0,-1-1 1,1 0-1,-1-1 860,56-14-10176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22 18820,'0'0'2355,"0"0"-1184,0 0 44,-27 8-341,1 0-701,1 2 1,0 0 0,-12 8-174,32-15 44,1 1-1,0-1 1,0 1 0,0 0-1,1 0 1,-1 0 0,1 1-1,0-1 1,0 1 0,0 0-1,1 0 1,0 0 0,0 0-1,0 0 1,0 0 0,1 1-1,0-1 1,0 0 0,0 1-1,1-1 1,0 1-1,0-1 1,0 2-44,0 5 152,-2 2-31,2-1 0,0 0-1,0 0 1,2 0-1,-1 0 1,2 0 0,-1 0-1,2-1 1,0 1 0,0-1-1,4 7-120,-4-12 29,0 0 0,1 0 0,0-1 0,0 1 0,0-1 0,1 0 0,-1-1 0,1 0 0,1 1 0,-1-2 0,1 1 0,0-1 0,0 0 0,0-1 0,1 1 0,-1-1 0,1-1 0,-1 1 0,5-1-29,-1 1-11,-1-1 1,1-1-1,-1 0 0,1 0 1,-1-1-1,1-1 1,-1 1-1,1-2 0,-1 1 1,0-2-1,0 1 0,0-1 1,0-1-1,0 0 1,0 0-1,-1-1 0,0 0 1,0-1-1,0 0 0,-1 0 1,0-1-1,0 0 0,0 0 1,-1-1-1,0 0 1,-1 0-1,0-1 0,0 0 1,-1 0-1,0 0 0,0 0 1,-1-1-1,0 0 0,-1 0 1,0 0-1,1-9 11,1-4-13,-1-1 0,-1 0 0,-1 0 0,-2-17 13,1 32 13,-2 0 0,1 0 0,-1 0 0,-1 1 0,0-1 0,0 0 0,0 1 0,-1-1 0,-1 1 0,1 0 0,-1 0 0,-1 0 0,1 1 0,-2-1-13,6 8 0,0-1 0,0 1 1,0 0-1,0 0 1,0-1-1,0 1 1,-1 0-1,1 0 1,0-1-1,0 1 0,0 0 1,0 0-1,-1 0 1,1 0-1,0-1 1,0 1-1,-1 0 1,1 0-1,0 0 0,0 0 1,-1 0-1,1-1 1,0 1-1,0 0 1,-1 0-1,1 0 1,0 0-1,-1 0 0,1 0 1,0 0-1,0 0 1,-1 0-1,1 0 1,0 0-1,-1 0 1,1 0-1,0 1 0,0-1 1,-1 0-1,1 0 1,0 0-1,0 0 1,-1 0-1,1 0 1,0 1-1,-4 15-6,5 30-26,-1-43 30,8 49 1,3 0 1,1-2-1,3 1 1,20 47 0,-19-54 7,-13-38 78,0-8-33,0-23-18,-2-48-67,-2 59 43,2-3-15,0 0 0,0 0 0,2 0 0,0 1 0,1-1 0,0 1 0,1 0 0,2-2 5,-6 14-3,1 1 1,-1-1-1,1 1 0,-1 0 1,1-1-1,0 1 0,1 0 1,-1 0-1,0 0 0,1 1 1,0-1-1,0 0 0,-1 1 1,1 0-1,1 0 0,-1 0 1,0 0-1,0 0 0,1 0 1,-1 1-1,1 0 0,0 0 1,-1 0-1,1 0 0,0 0 1,-1 1-1,1 0 0,0 0 1,0 0-1,0 0 0,-1 0 1,1 1-1,0-1 0,-1 1 1,1 0-1,0 0 0,-1 1 1,1-1-1,2 2 3,3 3-3,0-1 1,-1 1-1,0 1 1,0-1-1,0 1 0,-1 1 1,0 0-1,0-1 1,-1 2-1,0-1 1,-1 1-1,2 2 3,7 15 13,0 0-1,-2 0 1,7 24-13,-17-44-8,1-1 0,-2 1 0,1 0 0,0-1 1,-1 1-1,0 0 0,-1 0 0,1 0 1,-1 0-1,0 0 0,-1 0 0,0 5 8,-12-7-533,8-4 217,0 0 0,-1-1 0,1 0 0,0 0 0,0-1 1,0 0-1,0 1 0,0-2 0,0 1 0,1 0 0,-1-1 0,1 0 0,-1 0 1,-1-2 315,-31-28-6064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14323,'0'0'3809,"0"0"-2049,0 0 593,0 0-1537,0 0-360,0 0 72,0 0-224,40 138-304,6-109-1808,0-10-7250</inkml:trace>
  <inkml:trace contextRef="#ctx0" brushRef="#br0" timeOffset="1">1039 482 22933,'0'0'3929,"0"0"-3409,0 0-328,0 0-192,0 0-1592,0 0-7266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118 162 9250,'0'0'3869,"0"0"-1494,0 0-561,0 0-265,0 0-274,-6-6-471,3 3-739,-1-1 0,1 0 0,0 1 0,0-1 0,0 0 0,1 0 0,-1-1 0,1 1-1,0 0 1,0-1 0,1 0 0,-1 1 0,1-1 0,0 0 0,0 0 0,1 0-1,-1 1 1,1-1 0,0 0 0,1-1-65,-1 6 25,0-1-1,0 1 1,0-1 0,0 1-1,0 0 1,0-1-1,-1 1 1,1 0 0,0-1-1,0 1 1,0 0-1,0-1 1,0 1 0,0-1-1,-1 1 1,1 0-1,0 0 1,0-1 0,-1 1-1,1 0 1,0-1-1,0 1 1,-1 0 0,1 0-1,0-1 1,-1 1-1,1 0 1,0 0 0,-1 0-1,1 0 1,0-1-1,-1 1 1,1 0 0,0 0-1,-1 0 1,1 0-1,0 0 1,-1 0 0,1 0-1,-1 0 1,1 0-1,0 0 1,-1 0-25,1 0 15,-1 0 0,0 0 0,1 0 0,-1 0 0,1 0 0,-1 0 1,1 0-1,-1 0 0,0-1 0,1 1 0,-1 0 0,1 0 0,-1-1 0,1 1 0,-1 0 0,1-1 0,0 1 0,-1 0 0,1-1 0,-1 1 0,1-1 0,0 1 1,-1 0-1,1-1 0,0 1 0,-1-1 0,1 1 0,0-1 0,0 1 0,-1-1 0,1 0 0,0 1 0,0-1 0,0 1 0,0-1 0,0 1 0,0-1 0,0 0 0,0 1 1,0-1-1,0 1 0,0-1 0,0 0-15,0-34 427,0 34-286,0 1-1,0 14 167,0-9-190,-1-1 0,1 1 0,-1-1 0,0 1 0,-1-1 0,1 1-1,-1-1 1,0 0 0,0 0 0,0 0 0,-3 3-117,-9 15-2334,2-4-4724,6-8-4974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13291,'0'0'1838,"0"0"-872,-1 22-9,-20 269 3304,9-181-1878,3 109-2383,11-702 612,-2 479-612,0 0 0,0 1 0,0-1 0,1 0 0,-1 0 0,1 1 0,0-1 0,0 0 0,0 1 0,1-1 0,-1 1 0,1 0 1,0-1-1,1-1 0,-2 4 0,1-1 0,0 1 1,-1 0-1,1-1 0,0 1 1,0 0-1,0 0 0,0 0 1,0 1-1,0-1 0,0 0 1,1 1-1,-1-1 0,0 1 1,0 0-1,0 0 0,0-1 1,1 2-1,-1-1 0,0 0 1,0 0-1,0 1 1,1-1-1,-1 1 0,0 0 0,5 1 11,0 0 0,-1 1 0,1 0 0,-1 1-1,1 0 1,-1 0 0,0 0 0,-1 0 0,1 1 0,-1 0-1,0 0 1,0 1 0,0-1 0,0 2-11,13 18 204,0 1 0,8 17-204,-24-39 8,42 72 272,-3 2 0,26 69-280,-65-143-32,8 33-2316,-10-36 2214,1 0-1,-1-1 0,0 1 1,0 0-1,0 0 1,0 0-1,0 0 0,0-1 1,0 1-1,0 0 1,0 0-1,0 0 0,-1-1 1,1 1-1,0 0 1,0 0-1,-1-1 0,1 1 1,-1 0-1,1 0 1,-1-1-1,1 1 0,-1 0 1,1-1-1,-1 1 1,1-1-1,-1 1 0,0-1 1,1 1-1,-1-1 1,0 1-1,1-1 0,-1 0 1,0 1-1,0-1 1,1 0-1,-1 0 0,0 1 1,0-1 134,-21 1-8390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15683,'0'0'2289,"0"0"719,0 0-1407,0 0-1169,0 0-432,142-135-80,-66 96-1488,-4 5-3450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09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14891,'0'0'2526,"0"0"780,0 0-1475,-26 24-791,-77 78-382,100-99-637,0 0 1,0 1 0,0-1-1,1 1 1,-1-1 0,1 1-1,0 0 1,0 0-1,0 0 1,0 0 0,1 1-1,-1-1 1,1 0 0,1 1-1,-1-1 1,0 1-1,1-1 1,0 0 0,0 1-1,0-1 1,1 1 0,-1-1-1,1 1 1,0-1-1,1 0 1,-1 0 0,1 1-1,-1-1 1,1 0 0,1 0-1,-1-1 1,0 1-1,1 0 1,0-1 0,0 1-1,0-1 1,0 0 0,0 0-1,1 0 1,-1-1-1,1 1 1,2 0-22,10 5-27,-1-1 1,1-1-1,0 0 0,0-2 0,1 0 0,-1 0 1,1-2-1,0 0 0,0-1 0,0 0 1,0-2-1,-1 0 0,1 0 0,8-3 27,-19 2-162,-1 1 0,1-1 0,-1 0 0,0 0 0,0 0 0,0-1 0,0 1 0,0-1 0,0 0-1,0-1 1,-1 1 0,0-1 0,0 0 0,0 0 0,0-1 0,-1 1 0,1-1 0,-1 1 0,0-1 0,-1 0 0,1 0 0,-1-1-1,1 0 163,0-5-138,0 1 1,0 0-1,-1-1 0,0 1 0,-1-1 0,0 0 0,-1 1 0,0-1 0,-1 0 0,0 1 0,-3-11 138,4 18 98,-1 0-1,1 0 1,-1 1-1,0-1 1,0 0-1,0 1 1,0-1-1,-1 1 1,1-1-1,-1 1 1,0-1-1,1 1 1,-1 0-1,0 0 1,0 0-1,0 0 1,-1 0-1,-1-1-97,3 3 21,0 1 0,1 0 0,-1 0 0,1-1 1,-1 1-1,0 0 0,1 0 0,0 0 0,-1-1 0,1 1 0,-1 0 0,1 0 0,0 0 0,0 0 0,0 0 0,-1 0 0,1 0 0,0 0 1,0 0-1,0 0 0,1 0 0,-1 0 0,0 0 0,0-1 0,0 1 0,1 1-21,-1 3 78,0 7 8,1 0 1,1 1 0,0-1-1,1 0 1,0 0 0,0 0-1,2 0 1,-1-1 0,1 0-1,1 0 1,0 0 0,1-1 0,0 1-1,0-1 1,1-1 0,0 0-1,1 0 1,0-1 0,1 0-1,-1 0 1,4 1-87,2 1 28,0-1-1,0-1 1,0 0-1,1-1 1,1-1-1,-1 0 1,1-1 0,-1-1-1,2-1 1,-1 0-1,0-1 1,0-1-1,1-1 1,-1 0-1,3-1-27,-17 0-10,0 1-1,0-1 1,-1 0-1,1 0 1,0 0-1,0 0 1,-1 0-1,1 0 1,0-1-1,-1 1 1,1-1-1,-1 0 1,0 0-1,0 0 1,0 0-1,1 0 0,-2 0 1,1-1-1,0 1 1,0-1-1,-1 1 1,0-1-1,1 1 1,-1-1-1,0 0 1,0 0-1,-1 0 1,1 0-1,0-2 11,2-11-66,-2 0 0,0-1 0,0 1-1,-1-1 1,-2-1 66,1-11-10,2 10 10,-1 11 2,1 0 1,-1 0-1,0 1 0,-1-1 1,0 0-1,0 0 1,-1 0-1,0 0 1,0 1-1,-1-1 0,0 0-2,-2 6-1556,3 12 176,1 18-2595,1-25 2845,0 19-5169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1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13475,'0'0'1708,"0"0"313,4 27 70,5 28-1132,3-1 0,2-1-1,8 17-958,-9-41 261,9 29 36,-32-93-241,2 1 1,2-2-1,1 1 1,2-1-1,1 1 1,2-23-57,0 56-1,0-1 0,0 1 0,0 0 0,1-1 0,-1 1 0,0 0 0,1 0 0,0 0 0,-1 0 0,1-1 0,0 1 0,0 0 0,0 0 0,1 0 0,-1 1 0,0-1 0,1 0 0,-1 0 0,1 1 0,0-1 0,-1 1 0,2-1 1,-1 1-3,0 0 1,0 0-1,0 1 0,1-1 0,-1 1 1,0 0-1,1-1 0,-1 1 0,0 0 1,1 0-1,-1 1 0,0-1 0,1 0 0,-1 1 1,0-1-1,0 1 0,3 1 3,4 2-7,0 0-1,-1 0 1,1 1 0,-1 0-1,0 1 1,0 0 0,-1 0-1,0 1 1,4 4 7,5 8 10,-1 1 0,-1 1 0,0 1 1,-2 0-1,-1 1 0,0 0 0,-2 0 0,0 1 1,-2 1-1,-1-1 0,1 13-10,-10-89 147,3 0-1,2-13-146,0-25 76,-2 82-97,0 2 51,0 0 0,0 0-1,0 0 1,1 0 0,0 0 0,0 0-1,0 0 1,1 0-30,-1 5 10,-1 0 0,0 0 0,1 1 1,-1-1-1,1 0 0,-1 0 0,1 1 0,0-1 0,-1 0 0,1 1 0,0-1 0,-1 1 1,1-1-1,0 1 0,0-1 0,-1 1 0,1 0 0,0-1 0,0 1 0,0 0 1,0 0-1,0-1-10,1 1 13,0 0 1,0 0-1,0 1 1,1-1-1,-1 0 1,0 1-1,0-1 1,0 1-1,0 0 1,0 0-1,0 0 1,0 0-1,1 0-13,4 4 62,0 0 0,1 0-1,-2 1 1,1 0 0,-1 0-1,0 0 1,0 1 0,-1 0-1,1 2-61,46 73 548,-43-68-496,-2 0-146,23 29 461,-28-41-475,0 0-1,0-1 1,0 1-1,0 0 1,1-1-1,-1 0 1,0 1-1,1-1 1,-1 0-1,1 0 1,0-1-1,-1 1 1,1 0 0,0-1-1,-1 0 1,1 1-1,2-1 109,12 0-4553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1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15547,'0'0'2393,"8"27"750,-3-8-2680,29 87 996,-29-94-1252,0 0 0,1-1 0,0 0 0,0 0 0,2-1 0,-1 0 0,1 0 0,1 0 0,2 2-207,-5-8 50,0 1-1,-1-1 1,1 0-1,1-1 1,-1 0 0,0 0-1,1 0 1,0 0-1,0-1 1,0 0-1,-1-1 1,2 0 0,-1 0-1,0 0-49,-3-1 9,-1 0-1,1 0 0,-1 0 1,1 0-1,-1-1 0,1 0 1,-1 0-1,1 0 1,-1 0-1,0 0 0,1 0 1,-1-1-1,0 0 0,0 0 1,0 0-1,0 0 1,0 0-1,-1 0 0,1-1 1,-1 1-1,1-1 0,-1 0 1,0 0-1,0 0 0,0 0 1,0 0-1,0-3-8,4-8-41,-2-1 0,0 0 0,-1 0 0,0 0 0,-1 0 0,-1 0-1,0-1 1,-2-11 41,-2-24-691,-9-49 691,-13-22-389,15 84 680,1 0 1,3-1-1,1 0 0,1-11-291,4 49 17,0 1 0,0 0 0,1 0 0,-1-1 1,0 1-1,0 0 0,1 0 0,-1 0 0,0-1 0,1 1 0,-1 0 0,0 0 0,1 0 0,-1 0 0,0 0 1,0 0-1,1 0 0,-1-1 0,0 1 0,1 0 0,-1 0 0,0 0 0,1 0 0,-1 0 0,0 1 1,1-1-1,-1 0 0,0 0 0,1 0 0,-1 0 0,0 0 0,1 0 0,-1 0 0,0 1 0,0-1 0,1 0 1,-1 0-1,0 0 0,0 1 0,1-1 0,-1 0 0,0 0 0,0 1 0,1-1 0,-1 0 0,0 1 0,0-1 1,0 0-1,0 1-17,19 19 115,-1 2 0,-1 0-1,-2 1 1,0 0 0,-1 2 0,5 12-115,3 4 97,24 33-97,-36-58-18,0-1-1,2-1 1,0 0-1,0 0 1,2-1-1,-1-1 1,1 0-1,1-1 0,0-1 1,1 0-1,0-1 1,1-1-1,10 4 19,3-3-634,0-1-1,0-2 1,12 0 634,55 3-4661,9-8-5420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1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0 18020,'0'0'2579,"0"0"-625,-27 11-783,-1 0-900,0 1 0,1 1 0,0 2-271,23-12 47,0 0-1,0 0 0,1 0 1,0 0-1,-1 1 0,1 0 1,1-1-1,-1 1 0,0 0 1,1 0-1,0 1 0,0-1 1,0 0-1,0 1 0,1-1 1,0 1-1,0 0 0,0-1 1,0 1-1,1 0 0,0-1 1,0 1-1,0 0 0,1 2-46,-1 8 162,-1-7-82,1 0 1,0 0 0,1 0-1,0 0 1,0 0-1,1 0 1,0-1 0,0 1-1,1 0 1,0-1-1,0 1 1,1-1 0,3 6-81,-3-8 25,0-1 0,0 1 0,0 0 0,1-1 0,0 0 0,0 0 1,0 0-1,0-1 0,0 0 0,1 0 0,0 0 0,-1-1 0,1 1 1,0-2-1,0 1 0,0 0 0,1-1 0,0 0-25,5 1-30,0-1-1,0 0 0,0-1 1,0-1-1,0 1 0,0-2 1,0 0-1,-1 0 0,1-1 1,-1 0-1,1-1 0,-1-1 1,0 0-1,10-5 31,-14 5-74,1-1 0,-1 1-1,0-1 1,0 0 0,-1-1-1,0 1 1,0-1 0,0 0 0,-1-1-1,0 0 1,-1 1 0,1-2-1,-2 1 1,1 0 0,-1-1 0,0 1-1,-1-1 1,0 0 0,1-9 74,-1 7 68,-1 0 0,0 0 1,0-1-1,-1 1 1,0-1-1,-1 1 0,-1 0 1,0-2-69,2 13 16,0-1 1,0 1-1,0-1 1,0 1-1,-1-1 1,1 1-1,0 0 1,0-1-1,-1 1 1,1-1-1,0 1 1,-1 0-1,1-1 1,0 1-1,-1 0 1,1-1-1,0 1 1,-1 0-1,1-1 1,-1 1-1,1 0 1,-1 0-1,1 0 1,0-1-1,-1 1 1,1 0-1,-1 0 1,1 0-1,-1 0 1,1 0-1,-1 0 1,1 0-1,-1 0 1,1 0-1,-1 0 1,1 0-1,-1 0 1,1 0-1,-1 1 1,1-1-1,-1 0 1,1 0-1,0 0 1,-1 1-1,1-1 1,-1 0-1,1 1 1,0-1-1,-1 0 1,1 1-1,0-1 1,-1 0-1,1 1 1,0-1-1,-1 0 1,1 1-1,0-1 1,0 1-1,0-1 1,-1 1-1,1-1-16,-1 8 9,-1 0-1,1 1 1,0-1-1,1 0 1,0 0-1,1 0 1,-1 0-1,1 0 1,1 0-1,0 0 0,2 6-8,-3-10-63,1 0-1,-1 0 0,1 0 0,0 0 0,1-1 0,-1 1 0,1-1 0,-1 1 0,1-1 1,0 0-1,0 0 0,0 0 0,1-1 0,-1 1 0,1-1 0,-1 0 0,1 0 0,0 0 1,0 0-1,0 0 0,0-1 0,0 0 0,0 0 0,2 0 64,42 3-2765,3-7-3674,-5-5-3420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1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194 259 15019,'0'0'2866,"0"0"-569,-24 5-629,-1 1-1351,0 1 1,1 0-1,-6 4-317,26-8 38,0-1 0,0 0 0,0 1 0,0 0 0,1 0 0,-1 0 0,1 0 0,0 1 0,0-1 0,0 1 0,0 0 0,0 0-1,1 0 1,0 0 0,0 0 0,0 1 0,0-1 0,1 0 0,-1 5-38,-1 5 153,1 0 0,0 1 0,1-1 0,1 1 0,1 2-153,-1-1 161,0-7-87,0 0-1,0 0 0,1 0 0,1 0 1,0 0-1,0 0 0,0-1 1,1 1-1,0-1 0,1 0 0,0 0 1,1 1-74,-2-5 19,1 1 0,-1 0 0,1-1 0,0 0 0,1 0 0,-1 0 0,1-1 0,0 1 0,0-1 0,0 0 0,0 0 0,0-1 0,1 0 0,-1 1 0,1-2 0,-1 1 0,1-1 0,5 1-19,-2 0-36,0-1 0,1 0 0,-1 0 0,0-1 0,0 0 0,0-1-1,1 0 1,-1 0 0,0-1 0,0 0 0,0-1 0,-1 0 0,1 0 0,-1-1 0,1 0 0,-1 0 0,0-1 0,-1 0 0,1 0 0,-1-1 0,0 0 0,0 0 0,-1-1 0,0 0 0,0 0 0,-1-1 0,1 1-1,-2-1 1,1 0 0,-1 0 0,0-1 0,-1 1 0,0-1 0,1-5 36,2-12-4,-1-1 0,-1 1 0,-1-1 0,-1 0 0,-2 0 0,-1-1 0,-1 1 0,-1 1 0,-1-1 0,-2 0 0,0 1 0,-5-8 4,4 11 498,-2 1-1,-1-1 1,-1 2-1,-1-1 0,-3-3-497,11 29 1037,3 13-845,1 23-226,4-9 55,2 0-1,0 0 0,2-1 1,2 0-1,0 0 1,2-1-1,1 0 0,2-1 1,0-1-1,2 0 0,7 7-20,-17-27-63,-1 0-1,1 0 1,0-1-1,1 0 1,-1-1-1,1 0 1,0 0-1,1 0 0,-1-1 1,1 0-1,0-1 1,0 0-1,0 0 1,0-1 63,21 4-755,0-2 1,0-1-1,20-1 755,-28-1-682,84 1-5286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11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 19884,'0'0'2586,"0"0"-947,-26 18-200,-3 2-945,0 1-1,-20 21-493,45-38 37,0 1 0,1 0 0,0 0 0,-1 0 0,2 0 1,-1 1-1,1-1 0,-1 1 0,1-1 0,1 1 0,-1 0 0,1 0 0,0 0 0,1 0 0,-1 0 1,1 0-1,0 0 0,1 0 0,-1 0 0,1 0 0,1 0 0,-1-1 0,1 1 0,0 0 0,0-1 1,0 1-1,1-1 0,0 1 0,0-1 0,0 0 0,1-1 0,0 1 0,0 0-37,5 3-10,0-1-1,0 0 1,1 0 0,0-1-1,0 0 1,1-1-1,0 0 1,-1 0 0,2-1-1,-1-1 1,0 0 0,1-1-1,-1 0 1,1 0-1,0-2 1,0 1 0,-1-1-1,8-2 11,-10 2-61,1-1 1,-1-1-1,1 0 0,-1 0 0,0-1 1,0 0-1,0-1 0,0 0 0,0 0 0,7-5 61,-11 5-44,0 1-1,-1-1 1,1 0 0,-1-1-1,0 1 1,0-1-1,0 1 1,-1-1-1,0 0 1,0-1-1,0 1 1,0-1-1,-1 1 1,0-1-1,0 0 1,0 1-1,0-4 45,0-7-14,0 1-1,-1-1 0,0 1 0,-1-1 1,-1 0-1,-2-12 15,2 20 119,-1 0 0,0 1-1,0-1 1,0 1 0,-1-1 0,0 1 0,0 0-1,-1 0 1,0 1 0,0-1 0,-1 1 0,0-1-1,0 2 1,-2-3-119,7 7 14,-1 1-1,1-1 0,-1 1 0,1-1 1,0 1-1,-1-1 0,1 1 1,-1-1-1,1 1 0,-1-1 1,1 1-1,-1 0 0,0-1 1,1 1-1,-1 0 0,1-1 0,-1 1 1,0 0-1,1 0 0,-1 0 1,0 0-1,1 0 0,-1-1 1,0 1-1,1 0 0,-1 1 0,0-1 1,1 0-1,-1 0 0,0 0 1,1 0-1,-1 0 0,0 1 1,1-1-1,-1 0 0,1 0 1,-1 1-1,1-1 0,-1 1 0,0-1 1,1 0-1,-1 1 0,1-1 1,0 1-1,-1-1 0,1 1 1,-1-1-1,1 1 0,0 0 0,-1-1 1,1 1-1,0-1 0,0 1 1,-1 0-1,1-1 0,0 1 1,0 0-1,0-1 0,0 1 1,0 0-1,0-1 0,0 1 0,0 0 1,0-1-1,0 2-13,0 58-51,1-46 149,-1-1-76,1-1-1,1 1 0,0 0 0,1-1 0,0 0 0,1 1 0,0-1 0,1 0 0,0-1 0,7 11-21,7 8-1729,1 0-1,2-1 0,6 5 1730,-5-8-6953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28 8650,'0'0'4367,"0"0"-1899,0 0-387,0 0-127,0 0-587,-3-7-441,-7-13-564,10 31-81,16 57 240,-8-38-170,6 58 311,-3 0 1,-4 0-1,-4 0 1,-5 37-663,1-31 289,-3-19-17,-2 0 0,-17 69-272,-3 28-127,26-171 37,0-1-1,-1 1 0,1 0 1,0-1-1,0 1 0,0-1 0,0 1 1,0 0-1,-1-1 0,1 1 1,0-1-1,0 1 0,-1-1 1,1 1-1,0-1 0,-1 1 0,1-1 1,-1 1-1,1-1 0,-1 1 1,1-1-1,-1 0 0,1 1 0,-1-1 1,1 0-1,-1 1 0,1-1 1,-1 0-1,1 0 0,-1 0 1,0 1-1,1-1 0,-1 0 91,-21-5-6305,6-3 137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2:5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12643,'0'0'1732,"0"0"108,0 0-534,0 0-863,0 0-234,0 0 155,18 25 467,58 84 283,-60-83-614,-1 1 0,-1 1 0,-2 0 0,0 1 0,-1 3-500,-4-10 206,1 0 1,1-1 0,1 0 0,1-1 0,6 9-207,-15-27 13,-1 0 1,0 0 0,1 0-1,-1 0 1,1 0-1,0-1 1,0 1 0,-1-1-1,1 1 1,0-1-1,0 0 1,1 1 0,-1-1-1,0 0 1,0-1-1,0 1 1,1 0 0,-1-1-1,0 1 1,1-1-1,-1 1 1,0-1 0,1 0-14,1-1 31,0 1 0,1-1 0,-1 0 0,0-1 1,0 1-1,0-1 0,0 1 0,0-1 0,-1 0 0,1-1 1,0 1-1,1-2-31,11-10 112,1-1 0,-2-1 0,0-1 0,10-14-112,-18 23-8,42-64 487,-9 13-2044,-9 22-5944,-19 23-2726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43:32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27 9434,'0'0'1343,"0"0"-738,0 0-80,14-2 284,-12 2-782,8-1 83,0 0 0,-1 1 1,1 0-1,0 0 0,0 1 1,0 1-1,0-1 1,-1 1-1,1 1 0,-1 0 1,0 1-1,4 1-110,20 14 539,1-2 0,11 3-539,-32-15 276,1-1 0,-1 0 0,1-1-1,0 0 1,1-1 0,-1-1 0,10 0-276,-15 0 241,22-2 204,-30 1-389,-1 0 0,1 0 1,0 0-1,-1 0 0,1 0 0,0 0 1,0-1-1,-1 1 0,1 0 0,0 0 1,-1-1-1,1 1 0,-1 0 1,1-1-1,0 1 0,-1-1 0,1 1 1,-1 0-1,1-1 0,-1 0 1,1 1-1,-1-1 0,0 1 0,1-1 1,-1 1-1,1-1 0,-1 0 0,0 1 1,0-1-1,1 0 0,-1 1 1,0-1-1,0 0-56,-1 0 85,0 0 1,0 0-1,0 0 0,-1 0 1,1 0-1,0 0 1,-1 0-1,1 1 0,0-1 1,-1 0-1,1 1 0,-1-1 1,1 1-1,-1 0 1,1-1-1,-1 1 0,1 0 1,-1 0-1,1 0 0,-1 0 1,0 0-86,-4 0 125,-76-7 18,-1 3 1,-4 5-144,61-1 25,183 0 155,-156 0-181,0 0 1,-1 0-1,1 0 1,-1 0 0,1 0-1,-1 0 1,1 0-1,-1 0 1,1 1 0,-1-1-1,1 0 1,-1 0-1,1 0 1,-1 1 0,1-1-1,-1 0 1,1 1-1,-1-1 1,1 0 0,-1 1-1,0-1 1,1 1-1,-1-1 1,0 0-1,1 1 1,-1-1 0,0 1-1,0-1 1,1 1-1,-1-1 1,0 1 0,0-1-1,0 1 1,-2 22-42,-16 19 0,-15 0 38,-14 21 58,47-62-21,0-1-12,0 0 15,0 0-16,0 0 8,0 0 55,0 0-35,-29-13 235,12-2-285,-1 1 0,-1 0 0,-16-8 2,27 17-2,0 1 0,-1 0 0,0 0 0,0 0 0,0 1 0,0 1 0,-1 0-1,1 0 1,0 0 0,-6 1 2,14 4-16,0 0-1,0 0 0,0 0 1,1 0-1,-1 0 1,1 1-1,0-1 1,0 0-1,0 0 1,0 0-1,1 0 1,-1 2 16,1-1-15,0 8 13,0 0 0,1 0 0,1 0 1,0 0-1,1 0 0,0-1 0,1 0 0,3 6 2,53 87 58,-37-67-45,-50-69 305,-1 1-1,-2 1 1,-17-13-318,2 1 162,-43-39 172,91 80-305,-1 0 0,1 1 0,-1-1 0,1 1 0,-1 0 0,1 0 0,0 0 0,-1 0 0,1 1 0,-1-1 0,1 1 0,-1 0 0,1 0 0,-1 1-29,20 18 2,-8-8 46,-15-12-47,1-1 1,0 0 0,-1 0 0,0 0 0,1 0 0,-1 0 0,0 0 0,1 0-1,-1 0 1,0 0 0,0-1 0,0 1 0,0 0 0,0 0 0,0 0-1,0 0 1,0 0 0,-1 0 0,1 0 0,0 0 0,0 0 0,-1-1-2,-20-68 6,21 68-59,13 5-103,20 16 144,-1 2 0,-1 1 1,-1 1-1,19 20 12,-37-31 7,0 1-1,0 0 0,-1 1 1,-1 0-1,-1 1 1,5 9-7,-13-23 42,-1-5-26,0 1 0,0-1 0,-1 1 0,1-1 0,-1 0 0,1 1 0,-1-1 0,0 1 0,-1 0 0,1-1 0,-1 1 0,1 0-1,-1 0 1,0 0 0,0 0 0,-2-2-16,1 0 16,-47-73-32,-21-23 16,70 100-61,1 4-52,1 1 108,-1 0 1,1 0 0,1 0 0,-1 0 0,1 0 0,-1 0 0,1-1 0,0 1 0,1 0 0,-1-1-1,1 0 1,1 2 4,42 47-4,-26-30 6,12 14-7,-31-35 12,-1-1 32,-3-3 105,-35-40-88,-2 2 1,-2 2-1,-43-31-56,43 47 208,27 17-120,3-1 14,1 0-1,-1-1 0,2-1 0,-1 0 0,-4-6-101,2 4 72,27 21-63,-1 0-1,2-1 1,-1 0 0,1-1 0,1-1 0,-1-1-1,1 0 1,0-1 0,1 0 0,-1-1 0,1-1 0,0-1-1,4 0-8,36 1 133,0-2 0,0-2 0,21-5-133,66-5 28,-163 25-24,-59 42 74,18-13-14,-40 36-64,142-89-151,-34 6 160,-1-1 1,0 0-1,0 0 0,-1 0 1,1-1-1,-1 0 0,-1 0 1,1-1-1,-1 0-9,-4 6 39,-8 1-343,2 0-427,-1 0 0,0 0 0,1 1 0,-1-1 0,0 1-1,1 1 1,-3 0 731,-13 7-7449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1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0 14027,'0'0'2509,"0"0"-1280,0 0-249,-24 5 43,-81 19-36,98-21-910,1 0 1,-1-1-1,0 2 0,1-1 1,0 1-1,0 0 0,0 1 1,0-1-1,1 1 0,0 0 1,0 0-1,0 1 0,0 0 1,1-1-1,-3 7-77,0 1 88,0 1 0,1 0-1,1 0 1,0 0 0,-2 16-88,2-7 67,0 1 1,2 0-1,1 0 0,1 0 0,1 0 1,2 22-68,-1-36 17,0 0 0,1 0 0,0-1 1,1 1-1,-1-1 0,2 1 1,0-1-1,0 0 0,0 0 1,1-1-1,0 1 0,1-1 0,0 0 1,0-1-1,1 1 0,0-1 1,0-1-1,1 1-17,-2-3-138,0 0 1,1 0-1,-1-1 1,1 0-1,0-1 1,-1 1-1,1-1 1,0-1-1,1 1 0,-1-1 1,0 0-1,0-1 1,0 0-1,1 0 1,-1 0-1,0-1 1,0 0-1,0 0 1,0-1-1,0 0 0,0-1 1,0 1 137,18-9-1265,0-1 1,-1-1-1,0-1 1,-1 0-1,1-4 1265,31-22-8151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14475,'0'0'1760,"0"0"-487,46 145 1199,-28-2-351,-12 40-665,-6 8-248,0-32-360,-11-43-471,0-43-297,-2-8-80,-14 53-433,3-11-1175,-8-3-4289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11947,'0'0'4176,"0"0"-3591,0 0 559,0 0 408,0 0-232,0 0-359,182-9-209,-133-3-376,-4-3-208,-4 3-160,-6 2-8,-3 3-336,-11 2-1128,-5 5-3442,-13 0-3295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3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13003,'0'0'2080,"0"0"82,0 0 96,0 0-835,-21 25-230,-65 85-30,82-104-1055,1-1 0,-1 0-1,1 1 1,0 0 0,1 0-1,-1 0 1,1 0 0,0 0-1,1 0 1,-1 1 0,1-1-1,1 1 1,-1-1 0,1 1-1,0-1 1,1 2-108,-1 13 316,-1 17 68,2-1-1,1 0 0,2 0 0,2 0 0,1 0 0,6 15-383,-9-38 40,1-1 0,0 1 0,1-1 0,0 0 0,1-1 0,0 0 0,1 0 0,1 0 0,0-1 0,0 0 0,1-1 0,0 0 0,1 0 0,0-1 0,1-1-1,0 0 1,0-1 0,4 2-40,-6-5 14,1 0 0,0 0 0,-1-1-1,1 0 1,0-1 0,1-1-1,-1 1 1,0-2 0,0 0 0,0 0-1,1-1 1,-1 0 0,0-1-1,0 0 1,0-1 0,6-2-14,-10 2-63,0 1-1,-1-1 1,1 0 0,-1-1-1,1 0 1,-1 0 0,0 0-1,0-1 1,-1 0 0,1 0 0,-1 0-1,0 0 1,-1-1 0,1 0-1,-1 0 1,-1 0 0,1-1-1,-1 1 1,0-1 0,0 0 0,-1 0-1,1 0 1,-2 0 0,1 0-1,-1-3 64,0 5-250,-1 0-1,0 1 0,0-1 0,0 1 1,-1-1-1,1 0 0,-1 1 0,0-1 1,0 1-1,-1 0 0,1-1 0,-1 1 1,-2-4 250,1 3-863,0 1 0,-1-1 0,1 1 1,-1 0-1,0 0 0,0 0 0,-1 0 863,-29-21-8603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10002,'0'0'6121,"0"0"-4264,0 0 887,0 0-1199,0 0-849,0 0-520,0 0-8,137-70-160,-84 41-8,28-14-168,-14 4-2801,-8 3-4824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0 11090,'0'0'4680,"0"0"-2737,0 0 400,0 0-594,0 0-889,0 0-471,-22 16 62,4-3-267,8-8-74,0 1 0,1 1 0,0-1 0,1 2 0,-1-1-1,1 1 1,1 0 0,-1 1 0,2 0 0,-1 0 0,1 1 0,0-1 0,1 1 0,-2 6-110,-4 20 328,1 0 1,2 0-1,2 1 0,1 0 0,2 0 1,1 1-1,4 34-328,-2-63-52,0 1-1,1 0 1,0 0 0,1-1 0,0 1 0,1-1-1,0 0 1,0 1 0,1-1 0,0-1-1,0 1 1,1 0 0,1-1 0,-1 0 0,1-1-1,1 1 1,-1-1 0,1 0 0,0 0-1,1-1 1,0 0 0,0-1 0,0 1 0,0-2-1,1 1 1,0-1 0,0 0 0,0-1-1,0 0 1,1-1 0,-1 1 0,1-2 0,0 0-1,0 0 1,-1 0 0,1-1 0,0-1-1,7-1 53,-1 0-1121,0-2 0,1 0 0,-1-1 0,-1 0 0,1-2 0,5-3 1121,27-18-7573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30 13451,'0'0'2040,"0"0"449,0 0 391,72 126-1087,-42-81-529,2 1-544,0-5-240,-2 0-256,2-2-80,-5-5-136,-3 0-8,0-5-88,-5-5-328,-3-2-664,3-18-888,-6-1-2337,-2-3-3081</inkml:trace>
  <inkml:trace contextRef="#ctx0" brushRef="#br0" timeOffset="1">355 1 13499,'0'0'2064,"0"0"-1512,0 0 1745,0 0-601,-137 164-351,96-94 39,-1 0-40,1-2-440,4-8-400,10-11-295,8-16-105,8-11-64,11-10-40,0-12-16,6 0-753,50-38-831,-2-11-1241,-1-1-5416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5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14003,'0'0'1823,"0"0"442,17 24 140,6 8-1633,25 35 1902,8 22-2674,-40-59 262,-2 0 0,0 2 0,-3-1-1,0 2 1,-2-1 0,-2 1-1,-1 1 1,-1-1 0,-2 1-1,-1 0 1,-2 0 0,-2 0 0,-1 2-262,0-13 41,-1-1 0,-2 1 1,0-1-1,-1-1 0,-8 17-41,6-16-105,0 0 0,2 1-1,1 0 1,-2 18 105,8-40-67,-1-1 0,1 1 0,0 0 1,0-1-1,0 1 0,0 0 0,0-1 0,0 1 1,0-1-1,0 1 0,0 0 0,0-1 0,1 1 1,-1-1-1,0 1 0,0 0 0,1-1 0,-1 1 1,0-1-1,0 1 0,1-1 0,-1 1 0,1-1 1,-1 1-1,0-1 0,1 1 0,-1-1 0,1 0 1,-1 1-1,1-1 0,-1 0 0,1 1 0,0-1 1,-1 0-1,1 0 67,26-2-1594,27-23-2365,-6-8-1741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5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12619,'0'0'2448,"0"0"-1039,0 0 1367,0 0-799,0 0-681,0 0-528,0 0-384,126 39-88,-78-37-104,-5 0-176,-5 1-16,-9-1-72,-7 3-352,-17 10-1344,-5-1-2097,0 3-2104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2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12947,'0'0'2168,"0"0"369,0 0-241,0 0-855,0 0-865,140 22-272,-84-27-168,3-15-136,-5 3-24,-9 1-632,-7 1-1801,-14 3-2192,-13 2-9194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3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626 117 5249,'0'0'1015,"0"0"536,0 0 624,0 0-305,0 0-392,0 0-257,0-12-146,2-36-20,-2 46-947,0 0 1,0-1-1,-1 1 0,1 0 1,0 0-1,-1 0 0,0 0 1,1 0-1,-1 0 1,0 0-1,0 0 0,0 0 1,0 1-1,-1-1 0,1 0 1,0 1-1,-1-1 1,1 0-1,-1 1 0,1 0 1,-1-1-1,0 1 0,0 0 1,1 0-1,-1 0 0,0 0 1,0 0-1,0 0 1,0 1-1,0-1 0,0 1 1,-1-1-109,-7-1 249,-1 0 0,1 1 1,-1 0-1,1 1 0,-6 0-249,11 0 146,-3 0-14,-1-1 16,1 1-1,-1 1 0,0 0 0,0 0 0,0 0 0,-4 2-147,9-1 8,1 0 0,-1 0 0,0 0 0,1 0 0,-1 0 0,1 1 0,0 0 0,0-1 0,0 1 0,0 0 0,1 1 0,-1-1 0,1 0 0,0 1 0,-1 1-8,-1 2 10,1 0 1,-1 0-1,1 1 1,1-1-1,0 1 1,0 0-1,0 0 1,1 0-1,0 6-10,1 79 193,2-43 102,-3-16-116,2 1 0,2-1 0,0 1 0,3-1 0,6 22-179,5 10 311,-4 0 1,-2 0-1,-1 37-311,2 202 949,-11-246-991,-1-51 55,2 49 278,-4-1 0,-2 8-291,2-45 108,-2 0 0,0 0 0,-1-1 0,0 1 0,-2-1 0,0 0 0,-1 0 0,-2 1-108,8-16 13,-6 13 80,-2 0-1,0 0 0,0-2 0,-7 7-92,14-17 13,-1 0 0,0 0 0,0-1 0,0 0 0,0 0 0,-1 0 0,1 0 0,-1-1 0,0 1 0,0-1 0,1 0 0,-1-1 0,-1 1-1,1-1 1,0 0 0,0 0 0,-4-1-13,-2 0-66,-1-1 0,0 0 0,1 0 0,-1-2 0,1 1-1,-1-2 1,1 1 0,0-1 0,0-1 0,1 0 0,-1-1 0,1 0-1,1 0 1,-1-1 0,-5-5 66,-19-9-1542,8 10-2714,8 3-2534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3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12947,'0'0'2760,"0"0"-559,0 0-769,0 0-312,0 0-431,0 0-57,148 2-320,-116-2-48,-3-5-208,-2-4-56,3-1-152,-6 3-1961,-3-1-3584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91 9754,'0'0'1839,"0"0"598,-1 25-457,-2 85-538,4-103-1323,-1 0 1,1-1-1,0 1 1,0 0-1,1 0 1,0-1 0,0 1-1,1-1 1,0 1-1,0-1 1,0 0-1,1 0 1,0 0-1,0-1 1,0 1-1,1-1 1,0 0 0,0-1-1,0 1 1,1-1-1,-1 0 1,1 0-1,0 0 1,0-1-1,0 0 1,5 1-120,8 3 107,0-1-1,0-1 1,0-1 0,1-1 0,-1-1-1,1 0 1,19-2-107,-26 1 20,1-2 0,0 0 0,-1 0-1,1-2 1,-1 1 0,0-2 0,0 0-1,5-2-19,-14 4 83,1 0-1,0-1 1,-1 1-1,0-1 1,0 0-1,0 0 1,0-1-1,0 1 1,0-1-1,-1 0 1,0 0-1,0 0 1,0 0-1,0 0 1,-1-1-1,1 1 1,-1-1-1,0 0 0,-1 1 1,1-1-1,-1 0 1,0 0-1,1-5-82,-2 2 175,1 1 0,-1-1 1,0 1-1,-1-1 0,0 1 0,0 0 0,-1-1 0,0 1 0,0 0 0,0 0 0,-1 0 0,0 0 0,-2-2-175,-2-2 146,0 1-1,0 0 1,-1 0-1,0 0 1,0 1 0,-1 1-1,-1 0 1,0-1-146,-7-3 32,0 0 0,-1 1 1,0 1-1,-1 0 0,0 1 1,-1 2-1,1 0 0,-2 1 1,-14-3-33,11 7-391,33 9-2029,36 11-5333,-10-10-2048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13003,'0'0'1805,"0"0"312,0 0 231,10 25-838,33 78-612,-39-95-792,1 0 0,0 0 0,0 0 0,1-1 0,0 0 0,1 0 0,-1-1 0,1 0 0,1 0 1,-1 0-1,1-1 0,0 0 0,0-1 0,0 0 0,1 0 0,-1 0 0,1-1 0,0-1 0,0 1 0,1-1-106,-1 0 59,1 1 0,0-2 0,0 1-1,0-1 1,0-1 0,0 1 0,0-2-1,0 1 1,0-2 0,0 1 0,-1-1-1,7-3-58,-11 4 25,-1-1-1,1-1 0,-1 1 1,0-1-1,0 1 0,0-1 1,0-1-1,0 1 0,-1 0 1,1-1-1,-1 0 0,0 1 1,0-1-1,-1-1 0,1 1 1,-1 0-1,0-1 0,0 1 1,0-1-1,0 1 0,-1-1 1,0 0-1,0 0 0,0 0 1,-1 0-1,0-1-24,2-12 50,-1 1 0,-2-1 0,1 0 0,-2 1-1,-1-1 1,0 1 0,-1 0 0,0 0 0,-2 0 0,-2-4-50,4 13-75,0-1 0,0 1 0,-1 0 0,0 1 0,-1-1 0,0 1 0,0 0 0,0 1 0,-4-3 75,4 4-336,1 1 0,-1 0 0,-1 0 0,1 1 0,-1-1-1,1 1 1,-1 1 0,0 0 0,0 0 0,0 0 0,0 0 0,-6 1 336,-19-2-5188,4 3-4114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5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12875,'0'0'2391,"0"0"-411,0 0-575,0 0-743,0 0-325,0 0-40,6 22 52,22 72-5,-26-88-315,0 0-1,1 0 1,0 0-1,0-1 0,0 1 1,0-1-1,1 0 0,0 0 1,0 0-1,1-1 1,-1 1-1,1-1 0,0 0 1,0 0-1,1-1 0,-1 1 1,1-1-1,-1 0 0,1-1 1,0 0-1,0 1 1,0-2-1,0 1 0,0-1 1,1 0-1,-1 0 0,0-1 1,1 0-1,-1 0 1,6-1-29,-6 1 22,-1-1-1,0 0 1,1-1 0,-1 1 0,0-1 0,0 0 0,0 0 0,0-1 0,0 0 0,-1 1 0,1-2 0,-1 1 0,0 0 0,0-1 0,0 0 0,0 0 0,-1 0 0,1 0 0,-1-1 0,0 1 0,0-1 0,-1 0 0,1 1-1,-1-1 1,0-1 0,-1 1 0,1 0 0,-1 0 0,0-1 0,0 1 0,-1 0 0,1-6-22,-2 6 105,1-1 0,-1 1 0,0 0 0,0-1 1,-1 1-1,0 0 0,0 0 0,0 0 0,0 0 0,-1 1 0,0-1 0,0 1 0,0-1 0,0 1 0,-1 0 0,0 0 1,0 1-1,0-1 0,0 1 0,0 0 0,-2-1-105,-11-7 254,-1 1-1,1 1 1,-1 0 0,-1 2-1,-4-2-253,7 6-911,12 10-4750,4-2-513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12067,'0'0'2269,"0"0"-415,0 0 51,13 25-512,45 77-541,-54-97-793,0 1 0,0-1-1,1-1 1,0 1 0,-1-1-1,2 1 1,-1-1 0,0-1-1,1 1 1,0-1 0,-1 0-1,1 0 1,1-1 0,-1 0-1,0 0 1,0 0 0,1-1-1,-1 0 1,1 0 0,0 0-1,-1-1 1,1 0 0,2-1-59,3 2 116,1 0-2,1-1 0,-1 0 0,1-1-1,-1 0 1,0-1 0,1 0 0,1-2-114,-11 3 34,0-1 0,0 0 0,0 0-1,0 0 1,0 0 0,0-1 0,0 1 0,-1-1 0,0 0-1,1 0 1,-1-1 0,0 1 0,0-1 0,-1 1 0,1-1 0,-1 0-1,0 0 1,0 0 0,0 0 0,0 0 0,-1 0 0,2-4-34,-1 0-36,0 0 1,0 0-1,0 0 1,-1 0 0,0 0-1,-1 0 1,0 0-1,0-1 1,0 1 0,-1 0-1,-1 0 1,1 0 0,-1 0-1,-1 0 1,1 1-1,-1-1 1,-1 1 0,1-1-1,-1 1 1,-1 0-1,1 1 1,-1-1 0,0 1-1,-1 0 1,1 0-1,-1 0 1,0 1 0,-1 0-1,1 0 1,-1 1-1,0-1 1,0 2 0,-1-1-1,1 1 1,-1 0-1,1 0 1,-7 0 35,-37-6-4818,2 7-4664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4369,'0'0'6516,"0"0"-3146,0 0-855,0 0-993,0 0-627,0 0-43,16-17-137,55-55-194,-66 68-491,0 1 0,-1-1 1,1 1-1,1 0 0,-1 0 0,0 0 0,1 1 0,-1-1 0,1 2 0,0-1 0,-1 0 0,1 1 1,0 0-1,0 1 0,0-1 0,0 1 0,0 0 0,0 1 0,0-1 0,0 1 0,0 0 0,0 1 1,-1-1-1,1 1 0,0 0 0,-1 1 0,0-1 0,1 1 0,-1 0 0,0 1 0,0-1 0,-1 1 1,1 0-1,-1 0 0,3 3-30,9 15 48,-2 0 0,0 0 0,-1 2 0,-2 0 0,0 0 0,-2 1 0,0 0 0,-2 0 0,1 6-48,1 3 136,1 0 0,2-1-1,2 0 1,15 26-136,-18-44 46,-5-14-954,-9-31-4620,-6 1-2008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 11346,'0'0'2754,"0"0"-804,-6 22 91,-54 149 4021,-31 52-6062,41-116 451,-16 23-451,71-145-7127,13-12 412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178 164 5353,'0'0'4261,"0"0"-2295,0 0-218,0 0-286,0 0-151,0 0 2,-9-22-15,-29-68-248,37 86-955,-1 1 0,0 0 0,0 0-1,0 0 1,0 0 0,0 0 0,0 0 0,-1 1 0,0-1 0,1 1 0,-1-1 0,0 1 0,0 0 0,0 0 0,0 1 0,-1-1 0,1 1 0,0-1 0,-1 1 0,0 0-95,2 0 17,0 1 0,1-1 0,-1 1 0,0 0 0,0 0 0,0 0 0,0 0 0,1 0-1,-1 0 1,0 1 0,0-1 0,0 0 0,0 1 0,1-1 0,-1 1 0,0 0 0,1 0 0,-1 0 0,0 0 0,1 0 0,-1 0-1,1 0 1,0 0 0,-1 0 0,1 1 0,0-1 0,-1 2-17,-3 7 45,1-1 1,0 1-1,1 0 1,0 1-1,0-1 0,1 1 1,1-1-1,0 6-45,-1 90 471,3-62-247,2 5 125,2-1 0,2 1 1,2-1-1,6 11-349,-3-8 75,-2 0-1,-2 0 0,0 37-74,-7-66 27,0 43 101,-5 45-128,0-103-299,-4-16-377,-7-23-1047,12 27 1311,-16-32-3362,-2-1-1554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11322,'0'0'4001,"0"0"-2232,0 0 591,0 0-599,0 0-785,0 0-280,180-39-368,-118 20-56,26-12-272,-15 7-1136,-9-1-4689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8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12723,'0'0'3897,"0"0"-3169,0 0 1536,-13 137-599,5-72-721,2 5-240,6 1 240,0-9-568,3-6-56,16-10-248,5-12 24,3-10-96,5-12 72,0-5-72,6-7-568,10 0-1144,-7-12-2857,-4-10-5345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85 12827,'0'0'3128,"0"0"-1959,0 0 1439,0 0-807,0 0-505,156 150-160,-121-97-320,-6-2-280,-5-6-344,-5-6-96,-3-10-48,-2-7-96,-9-13-72,-2-9-1400,-3-4-2889,0-16-7265</inkml:trace>
  <inkml:trace contextRef="#ctx0" brushRef="#br0" timeOffset="1">293 0 14859,'0'0'1857,"0"0"575,0 0-824,0 0-727,-121 126-273,87-56 120,-4 2 216,0-1-392,9-9-360,10-11-184,6-10-8,13-14-112,5-25-1216,24-2-2737,6-10-848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8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12443,'0'0'1992,"0"0"849,0 0-497,121 164-383,-97-98-825,-5-3-120,-8-3-272,-8-5-240,-3-4-232,0-7-136,-9-8-64,-9-2-64,-1-3-16,0-7-128,8-4-704,11-16-1384,0-4-2521,6 0-4409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9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190 383 12707,'0'0'1947,"0"0"56,0 0 141,-26 10-655,-7 2-1016,0 1 1,-10 8-474,39-19 52,0 1 0,1-1 0,-1 1 1,1 0-1,0 0 0,0 0 1,0 0-1,0 1 0,0-1 1,1 1-1,-1 0 0,1-1 0,0 1 1,0 0-1,1 0 0,-1 1 1,0 3-53,0 2 132,0 1 1,1 0 0,1 0-1,0 0 1,1 7-133,-1 1 171,0-11-150,0 0 0,0 0 0,0 0 0,1 0 0,1 0 1,-1 0-1,1 0 0,1 0 0,-1-1 0,1 1 0,0-1 0,1 0 1,0 0-1,0 0 0,1-1 0,0 1 0,0-1 0,0 0 1,1 0-1,-1-1 0,1 0 0,1 0 0,-1 0 0,1-1 1,0 1-1,0-2 0,0 1 0,0-1 0,1 0 0,0-1 0,-1 0 1,1 0-1,0 0 0,0-1 0,0 0 0,0-1 0,3 0-21,-1 1-6,-1-1 0,0 0 0,0-1 0,0 0 0,0 0 0,0-1 0,0 0 0,0 0 0,0-1 0,-1 0 0,1-1-1,-1 0 1,0 0 0,0-1 0,0 0 0,-1-1 0,0 1 0,0-1 0,0-1 0,-1 1 0,0-1 0,0 0 0,0-1-1,-1 1 1,0-1 0,-1 0 0,0 0 0,0-1 0,-1 1 0,0-1 0,0 0 0,-1 1 0,0-1 0,0-2 6,1-17 3,-1-1 1,-1 1 0,-2-1 0,0 0 0,-2 1-1,-1 0 1,-2-1 0,0 2 0,-6-14-4,-18-44 1257,-4 2 0,-16-26-1257,38 85 587,5 11-161,3 13 77,7 24-297,20 45 14,16 31-220,3 9 99,-25-60-563,51 132 1083,-55-153-3010,2-1-1,0 0 1,1-1 2391,-2-9-9087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13003,'0'0'2640,"0"0"-1535,0 0 1879,0 0-1199,81 145-617,-54-92-368,2 0-304,-5-7-416,-2-7-8,-6-10-72,-5-7-336,-6-13-968,1-9-2841,-4 0-5577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2:5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 11082,'0'0'10475,"0"0"-9171,0 0-112,0 0-224,-167 135-304,121-67-423,-2 7-121,0-3-120,-1-4-88,-15 16-1209,10-19-3520,6-9-9498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117 230 12291,'0'0'2257,"0"0"-412,0 0 45,0 0-780,-19 24-500,-56 80-167,72-100-401,0 1-1,0-1 1,1 1 0,0 0 0,0 0 0,0 0-1,1 0 1,0 0 0,0 1 0,0-1-1,0 0 1,1 0 0,0 1 0,0-1 0,0 0-1,1 1 1,0-1 0,0 0 0,0 0 0,1 1-1,-1-1 1,1 0 0,2 3-42,0-1 26,1 0-1,-1-1 1,1 0-1,0 0 1,1 0 0,-1-1-1,1 0 1,0 0-1,1 0 1,-1 0-1,1-1 1,6 3-26,-5-4 20,0 0-1,0 0 1,1 0 0,-1-1-1,1 0 1,-1-1-1,1 0 1,0 0 0,-1-1-1,1 0 1,0 0 0,0-1-1,-1 0 1,1-1 0,-1 0-1,2 0-19,-4 0 14,-1 0-1,1 0 1,-1-1 0,1 1-1,-1-1 1,0 0-1,0-1 1,-1 1-1,1-1 1,-1 0 0,1 0-1,-1 0 1,-1-1-1,1 1 1,0-1-1,-1 0 1,0 0 0,0 0-1,-1-1 1,0 1-1,1-1 1,-2 1 0,1-1-1,0 0-13,1-16 11,0 1 1,-1-1-1,-2 0 1,0 1-1,-1-1 0,-1 0 1,-1 1-1,-4-16-11,-3 2 285,0 1-1,-2 0 1,-2 1 0,-15-28-285,26 54 606,-1 0 0,-1 0 0,1 0 0,-1 1 0,0-1 0,-1 1 0,-4-4-606,9 9 499,1 14-266,4 26-84,1 1-1,2-2 1,1 1 0,3-1-1,9 24-148,8 31 161,-21-65-279,-3-10 65,0-2 1,1 1-1,1 0 0,1 0 53,-6-13-204,0-2 0,1 1 0,-1 0 0,1 0 0,0 0 0,0-1 0,0 1 0,0-1 0,0 1 0,1-1 0,-1 0 0,1 0-1,-1 0 1,1 0 0,0-1 0,0 1 0,0-1 0,0 1 0,0-1 0,0 0 0,0 0 0,0 0 0,1-1 204,21 1-6097,-3-1-4980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6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12739,'0'0'2336,"0"0"-215,0 0 367,0 0-951,99 173-297,-80-117-656,3-3-296,-6-2-136,0-5-152,-3-10 8,-5-9-8,0-11-264,0-11-832,3-5-825,-3-12-159,3-9-2201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6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 14067,'0'0'2088,"0"0"-799,0 0 583,0 0-1136,-107 176-424,69-115-104,-2 4-208,-25 19-80,9-14-2136,5-9-6482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08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7906,'0'0'3684,"0"0"-1378,0 0-261,0 0-418,0 0-571,0 0-193,27-1 1531,1-2-1900,-1 0 0,1 2 0,3 2-494,-12 0-32,1-1 0,-1-1 1,1-1-1,-1 0 0,0-2 1,0 0-1,8-3 32,-15 1-1356,-9 3-1401,-9 2-4443,-11 1 1045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0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12483,'0'0'1976,"0"0"-1232,0 0 561,0 0-601,0 0-408,0 0-168,0 0 0,151 2-128,-127-2 0,3 0 0,10 0-160,-4 0-1513,-4 0-4968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13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7882,'0'0'3280,"0"0"-335,0 0-993,0 0-127,0 0-297,0 0-560,0 0 65,132-5-65,-98 3-512,-4 2-216,0-3-160,-1 1-24,3-3-56,-2-2-184,10-5-1168,-8 0-2977,-5 0-3153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13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10458,'0'0'2826,"0"0"-1548,0 0-410,1 22 142,-1 5-547,2 0 1,1 0-1,1 0 1,1 0-1,9 26-463,-11-45 162,0 0-1,1 1 0,0-1 0,0-1 0,1 1 1,0-1-1,0 0 0,0 0 0,1 0 1,6 5-162,-7-9 93,-1 1 0,1-1 1,0 0-1,0 0 1,0-1-1,0 1 1,1-1-1,-1 0 0,1-1 1,-1 1-1,1-1 1,0 0-1,0-1 1,-1 1-1,1-1 1,0 0-1,0-1 0,0 0-93,-2 1 40,-1-1 0,0 0 0,0 0 0,0 0 0,0 0 0,-1-1 0,1 1 0,0-1 0,0 0 0,-1 0 0,1 0 0,-1 0-1,0 0 1,1 0 0,-1-1 0,0 1 0,0-1 0,-1 1 0,1-1 0,0 0 0,-1 0 0,0 0 0,1 0 0,-1 0 0,-1 0 0,1 0 0,0 0-1,-1 0 1,1 0 0,-1-2-40,1 1 88,-1 0-1,0 0 0,1 0 0,-1 0 1,-1 0-1,1 0 0,-1 0 1,1 0-1,-1 0 0,0 0 0,-1 1 1,1-1-1,-1 0 0,1 0 1,-1 1-1,0-1 0,0 1 0,-1 0 1,1-1-1,-1 1 0,0 0 1,0 0-1,0 1 0,-1-2-87,-23-10 143,0 0 1,-1 2-1,-1 1 1,-11-2-144,39 12-34,1 1 1,-1 0-1,0-1 1,1 1 0,-1 0-1,1-1 1,-1 1 0,0-1-1,1 1 1,-1-1-1,1 1 1,-1-1 0,1 1-1,0-1 1,-1 0 0,1 1-1,-1-1 1,1 1-1,0-1 1,0 0 0,-1 0-1,1 1 1,0-1 0,0 0-1,0 1 1,0-1-1,0 0 1,0 0 0,0 1-1,0-1 1,0 0 0,0 1-1,0-1 1,0 0-1,1 0 1,-1 1 0,0-1-1,0 0 1,1 1 0,-1-1-1,1 1 1,-1-1-1,0 0 1,1 1 33,19-28-4631,4 2-3857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1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12323,'0'0'1813,"0"0"234,0 0-349,5 23-603,0 0-826,1-1-1,1 0 1,3 4-269,-8-23 40,-1-1 1,1 0 0,-1 1-1,1-1 1,0 0 0,0 0-1,0 0 1,0 0 0,0-1-1,1 1 1,-1 0 0,0-1-1,1 0 1,-1 1 0,1-1-1,0 0 1,-1 0 0,1-1-1,0 1 1,0-1 0,-1 1-1,1-1 1,0 0 0,0 0-1,0 0 1,-1 0 0,1 0-1,0-1 1,2 0-41,9 0 217,-1 1-120,-1 0 0,0-2 0,0 1 0,0-2-1,0 1 1,0-2 0,0 1 0,-1-2 0,0 0 0,2-1-97,-8 4 34,0-1-1,0-1 1,0 1-1,0-1 1,0 1-1,-1-2 1,0 1-1,0 0 1,0-1 0,0 0-1,-1 0 1,1 0-1,-1 0 1,-1 0-1,1-1 1,-1 1-1,0-1 1,0 0-1,0 1 1,-1-1 0,1-5-34,-2 1 84,1 1 0,-1-1 1,-1 0-1,0 0 0,0 1 1,-1-1-1,0 0 1,-1 1-1,0-1 0,0 1 1,-1 0-1,0 0 1,-1 1-1,0-1 0,0 1 1,-1 0-1,0 0 1,0 1-1,-1 0 0,-1-1-84,0 0-77,-2 0-1,1 0 0,-1 1 0,0 1 0,0 0 1,-1 0-1,-7-2 78,7 4-504,1 0 1,-2 0 0,1 2-1,0-1 1,-1 1 0,1 1 0,-1 0-1,0 1 504,-15 0-4373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37 11506,'0'0'2588,"0"0"-845,-5 27-228,-15 90-294,19-110-1153,0 0 0,0 0 0,1 0 0,0 0 0,0 1 0,0-1 0,1 0 0,1 0 0,-1 0-1,1 0 1,0 0 0,0 0 0,1-1 0,0 1 0,0-1 0,1 0 0,0 0 0,0 0 0,0 0 0,1 0-1,-1-1 1,1 0 0,1 0 0,-1 0 0,6 3-68,-3-3 95,0-1 1,1 0-1,0 0 0,0 0 1,0-1-1,0-1 0,0 0 1,0 0-1,1 0 0,-1-1 1,1-1-1,-1 0 0,1 0 0,-1-1 1,0 0-1,1 0 0,5-3-95,-10 3 55,0-1 0,0 0 0,0-1-1,0 1 1,0-1 0,-1 0 0,1 0 0,-1-1-1,0 1 1,0-1 0,0 0 0,-1 0-1,1 0 1,-1 0 0,0-1 0,0 0-1,0 1 1,-1-1 0,0 0 0,0 0 0,0 0-1,0 0 1,-1-2-55,4-10 102,-1 0 0,-1-1 0,-1 0 1,-1 0-1,0 0 0,-2-7-102,1 18 52,-1 1 1,1 0-1,-2 0 1,1 0-1,-1 1 1,0-1-1,0 0 1,0 0-1,-1 1 1,0 0-1,0-1 1,0 1-1,-1 0 1,0 1-1,0-1 1,0 1-1,0-1 1,-5-2-53,2 1-146,0 1 1,-1 1 0,1-1 0,-1 1-1,1 1 1,-3-1 145,1 0-1162,0 1 1,0 1-1,-1 0 1,1 0-1,-5 0 1162,2 0-6619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71 8314,'0'0'3879,"0"0"-1444,0 0-542,0 0-327,0 0-234,0 0-225,-11-9-87,2 2-819,-1 0 1,1 1-1,-2 0 1,1 0-1,-1 1 1,1 0-1,-1 1 1,-1 0-1,1 1 1,-1 0-1,1 1 1,-1 0-1,-5 0-201,13 2 22,1 0 1,-1 0-1,1 1 0,-1-1 1,1 1-1,-1 0 0,1 0 1,-1 0-1,1 0 0,0 0 1,-1 1-1,1-1 0,0 1 0,0 0 1,0 0-1,-2 2-22,1 1-1,-1 0 1,1 0-1,0 1 1,1 0-1,-1-1 0,1 1 1,0 0-1,-1 6 1,-4 11 24,1-1 0,1 2 0,1-1 0,1 0 0,1 1 0,1 0 0,1 0 0,1 0 0,1-1 0,2 1 0,0 0 0,1-1 0,2 0 0,7 23-24,25 64 29,-5 2-1,-5 1 1,-5 2-1,-5 0 1,-5 1-1,-2 93-28,-10-121 329,1-7-55,-4 0 0,-4 5-274,3-62 103,0-1 0,-2 0 0,0 0 0,-2 0 0,0-1-1,-2 0 1,0 0 0,-2-1 0,-3 5-103,10-20 55,1-1 0,-1 0 0,0 0 0,0 0 0,-1 0 0,1-1-1,-1 0 1,0 0 0,0 0 0,-1-1 0,1 1 0,-1-1 0,1 0 0,-3 0-55,5-2 20,-1 0 1,1-1 0,0 1-1,0-1 1,-1 1 0,1-1 0,0 0-1,-1 0 1,1-1 0,0 1-1,-1-1 1,1 0 0,0 1-1,0-1 1,0-1 0,0 1-1,0 0 1,0-1 0,0 0-1,0 1 1,0-1 0,1 0-1,-1-1 1,1 1 0,-1 0-1,1-1 1,-1-1-21,-8-8 8,2-1 0,0 0 0,0 0 0,1 0 0,1-1 0,0-1 0,1 1 0,1-1 1,0 0-1,-1-12-8,-7-62-2130,11-6-5056,2 48-4211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9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9898,'0'0'5913,"0"0"-3488,0 0-1,0 0-943,0 0-609,-16 147-576,16-122-152,3-9-88,7-1-48,-4-8 0,2-2-8,0-5-688,0 0-3065,-3 0-4105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9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3513,'0'0'8152,"0"0"-4496,5 23-1431,17 74-782,-20-89-1395,1 0-1,0 0 0,0 0 0,0-1 0,1 1 0,1-1 0,-1 0 0,1 0 0,0-1 0,1 1 1,0-1-1,0-1 0,0 1 0,0-1 0,1 0 0,0 0 0,0-1 0,0 1 0,1-2 1,-1 1-1,1-1 0,0 0 0,0-1 0,0 0 0,0 0 0,1-1 0,-1 0 0,0 0 0,1-1 1,-1 0-1,6-1-47,-10 0 41,1 1 1,-2-1 0,1 0-1,0 0 1,0 0-1,0-1 1,0 1 0,-1-1-1,1 0 1,-1 0 0,1-1-1,-1 1 1,0 0-1,0-1 1,0 0 0,0 0-1,0 0 1,-1 0-1,1 0 1,-1-1 0,0 1-1,0-1 1,0 1 0,0-1-1,-1 0 1,1 0-1,-1 0 1,0-2-42,3-12 537,0 0 1,-1 0-1,-2-1 0,1 1 0,-2-13-537,0 26 77,-1 0-1,1 0 1,-1 0-1,0 0 1,0 0-1,0 0 1,-1 1 0,1-1-1,-1 0 1,-1 1-1,1 0 1,0-1-1,-1 1 1,0 0-1,0 0 1,0 1-1,0-1 1,-1 0 0,0 1-1,0 0 1,1 0-1,-2 0 1,1 1-1,-2-2-76,2 2-138,0 1 0,0-1 0,0 1 0,-1 0 0,1 0-1,0 0 1,-1 0 0,1 1 0,-1 0 0,1 0 0,0 0 0,-1 1-1,1-1 1,0 1 0,-1 0 0,1 0 0,0 0 0,-2 1 138,-32 21-5683,-2 4-6133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0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3777,'0'0'5698,"0"0"-2329,0 0-1240,0 0-529,23 0-596,-5 0-802,-11-1-137,0 0 0,1 0 0,-1 1 1,0 0-1,0 1 0,1 0 0,-1 0 0,0 0 0,0 1 0,0 0 0,0 1 0,-1-1 0,1 1 1,-1 1-1,1-1 0,-1 1 0,0 0 0,0 0 0,0 1-65,13 15 313,0 1 1,-1 1-1,-1 0 0,0 1 1,-2 1-1,-1 0 1,-1 3-314,6 15 593,-2 0 0,-2 2 0,9 42-593,-19-75-4632,-5-19 566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 11843,'0'0'2712,"0"0"-1376,-64 125 537,23-50-313,-2 7-288,3-2-7,3-7-561,10-18-416,5-11-240,12-15 0,4-15-32,6-9-8,0-5-8,0-15-1064,19-11-2721,0-6-3921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85 7162,'0'0'6929,"0"0"-3671,0 0-1234,0 0-571,0 0-466,0 0-357,-18 1-308,-54 1-157,71-2-159,0 0 0,0 0 0,0-1 0,0 1 0,0-1 0,0 1 0,-1-1 0,1 1 0,0-1 0,0 1 0,1-1 0,-1 0-1,0 0 1,0 0 0,0 0 0,0 1 0,1-1 0,-1 0 0,0 0 0,1 0 0,-1 0 0,1 0 0,-1-1 0,1 1 0,-1 0 0,1 0 0,0 0 0,0 0 0,0 0-1,-1-1 1,1 1 0,0 0 0,0 0 0,1-2-6,-1 2 10,-1-1 1,1 0-1,0 0 0,1 0 0,-1 1 0,0-1 0,1 0 1,-1 0-1,1 0 0,-1 1 0,1-1 0,0 0 0,-1 1 0,1-1 1,0 1-1,0-1 0,1 0-10,-1 1 3,0 1 1,0-1-1,1 1 1,-1-1-1,0 1 1,0 0-1,1 0 1,-1-1-1,0 1 1,0 0-1,1 0 1,-1 0-1,0 0 1,1 0-1,-1 1 1,0-1-1,0 0 1,1 0-1,-1 1 1,0-1-1,0 1 1,0-1-1,0 1 1,1 0-1,-1-1 1,0 1-1,0 0 1,0 0-1,0 0 1,-1 0-1,1 0 1,0 0-1,0 0 1,0 0-1,-1 0 1,1 0-1,-1 0 1,1 0-1,-1 0 1,1 1-1,-1-1 1,1 0-1,-1 0 1,0 1-1,0-1 1,0 1-4,1 1 41,-1 1-1,0-1 1,0 1 0,0-1 0,0 0-1,0 1 1,-1-1 0,0 1 0,1-1-1,-1 0 1,0 1 0,-1-1 0,1 0-1,-1 0 1,1 0 0,-1 0-1,-1 1-40,-1 0 95,0 0-1,-1 0 0,1-1 0,-1 0 0,0 0 0,0 0 0,-5 2-94,10-5 9,-1 1 1,0 0-1,0-1 1,0 1-1,0-1 0,0 0 1,0 1-1,0-1 0,0 0 1,0 1-1,0-1 0,0 0 1,0 0-1,0 0 1,0 0-1,0 0 0,0 0 1,0 0-1,0 0 0,0-1 1,0 1-1,0 0 1,0 0-1,0-1 0,0 1 1,0-1-1,0 1 0,1-1 1,-1 1-1,0-1 1,0 0-1,0 1 0,1-1 1,-1 0-1,0 0 0,1 1 1,-1-1-1,0 0 1,1 0-1,-1 0 0,1 0 1,0 0-1,-1 0 0,1 0-9,-2-4-34,1 0-1,0 0 1,0 0 0,1 0-1,0 0 1,0 0-1,0 0 1,0 0-1,1 0 1,0-3 34,0 5-206,0 0 0,0 1 0,1-1 0,-1 1 0,0-1 0,1 1 0,0 0 0,0 0 0,0-1 0,-1 1 0,2 0 0,-1 1 0,0-1 0,0 0 0,1 1 0,-1-1 0,1 1 0,1-1 206,26-13-5770,-1 1-5852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116 390 7162,'0'0'916,"0"0"-542,0 0 161,0 0 987,-1-23 485,-6-77 17,6 91-1615,-1-1 0,0 0 0,-1 1 0,0-1-1,-1 1 1,0 0 0,0 0 0,-1 1-1,-5-9-408,-9-15 1210,-32-103 3101,55 206-3451,11 34-770,-11-64-100,2-1 0,1 0 1,2 0-1,2 0 0,12 26 10,-20-61-326,0 1-1,0-1 0,1 1 1,-1-1-1,1 0 0,1-1 1,3 5 326,35 25-8191,-31-26 2573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2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6025,'0'0'2135,"0"0"277,0 0 272,0 0-1002,30 0-775,7 1-668,-10 0-55,-1 0 0,0-2 0,0-1 0,0-2 0,13-3-184,113-32 1697,-84 19-284,27-2-1413,-63 19 162,-25 5-3732,-7 4-1470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11570,'0'0'3452,"0"0"-1972,0 0-438,0 0 606,7 25 59,-1-6-1402,14 49 1494,-3 1-1,-3 1-1798,-5 2 419,-4 0 0,-3 34-419,10-137-2647,3-4-3365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2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 13171,'0'0'2587,"0"0"-1384,0 0-55,0 0 450,0 25-305,1 156 181,-1-161-1327,2 0-1,1 0 1,0-1-1,1 1 1,1-1-1,1 1 1,2 1-147,-6-15 8,0 0 1,1 0-1,0 0 1,0 0-1,0-1 1,1 1-1,0-1 0,0 0 1,0 0-1,0 0 1,1-1-1,0 1 1,0-1-1,0-1 1,1 1-1,-1 0 1,1-1-1,0 0 1,0-1-1,0 1 0,0-1 1,0 0-1,5 0-8,0-1 84,0-1 0,0 0 0,0 0 0,-1-1 0,1-1 1,0 0-1,0 0 0,-1-1 0,1 0 0,-1-1 0,0 0 0,0-1 0,0 0 0,-1-1 0,1 0 0,-1 0 0,-1-1 0,1 0 0,-1 0 0,-1-1 0,1 0 0,-1-1 0,3-5-84,-7 10 75,0-1 0,0 1 1,-1-1-1,0 0 0,0 0 1,0 0-1,0 0 0,-1 0 1,0 0-1,0 0 0,-1 0 0,1 0 1,-1-1-1,0 1 0,0 0 1,-1 0-1,0-1 0,0 1-75,-1-4 65,-1 1 0,0 0 0,0 0 0,-1 0-1,0 1 1,0-1 0,-1 1 0,0 0 0,0 0 0,-5-4-65,-5-4 22,-1 0 1,0 1 0,-1 1 0,-1 0-1,0 2 1,-1 0 0,0 0 0,-11-2-23,22 9-209,-1 0 1,0 1 0,0 0 0,0 1 0,0 0 0,0 0-1,0 1 1,-1 0 0,1 1 0,0 0 0,-1 1 0,1 0-1,0 0 1,-1 1 0,1 0 0,0 0 0,0 1 0,0 0-1,1 1 1,-1 0 0,1 0 0,-7 5 208,-40 38-6348,6 3-5776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339 569 9618,'0'0'2731,"0"0"-441,0 0-331,0 0-409,0 0-225,0 0-124,-18-18-242,-60-55-174,74 70-719,0-1 1,0 1-1,0 0 0,0 0 1,-1 1-1,1-1 0,-1 1 1,1 0-1,-1 0 0,0 0 1,0 1-1,0 0 0,0 0 1,0 0-1,0 0 0,0 1 1,0 0-1,0 0 0,-1 0 1,1 1-1,0 0 0,0 0 1,0 0-1,0 0 0,0 1 1,1 0-1,-1 0 0,0 0 1,1 0-1,-1 1 0,1 0 1,0 0-1,0 0 0,0 1 1,0-1-1,1 1 0,-1 0 1,1 0-67,-6 10 7,1-1 0,0 1 1,1 0-1,1 0 0,0 1 0,1 0 1,1 0-1,0 0 0,1 1 1,0-1-1,2 1 0,0 0 0,0-1 1,2 1-1,0 0 0,0-1 1,2 2-8,-2-12 0,1 0 0,0-1 1,0 0-1,0 1 0,0-1 1,1 0-1,-1 0 1,1 0-1,0 0 0,0-1 1,1 1-1,-1-1 0,1 0 1,-1 0-1,1 0 0,0 0 1,0-1-1,1 1 0,-1-1 1,0 0-1,1-1 1,-1 1-1,1-1 0,0 0 1,-1 0-1,1 0 0,0 0 1,1-1-1,8 2-13,0-1 1,1-1 0,-1 0 0,0-1 0,1 0-1,-1-1 1,0-1 0,0 0 0,2-2 12,-3 1-221,0-1 1,0-1-1,-1 0 0,0-1 1,0 0-1,0-1 1,-1-1-1,-1 1 1,1-2-1,-1 1 1,-1-1-1,0-1 0,0 0 1,-1 0-1,0-1 1,-1 0-1,-1 0 1,0-1-1,0 1 1,-1-1-1,-1 0 0,0-2 221,2-7-129,-2 0 0,-1 0 0,0-1 0,-2 1 0,0 0 0,-2-1 0,-1 1 0,0-1 0,-1 1 0,-2 0 0,0 0 0,-2 1 0,-3-9 129,-47-115 1223,-3 2 3820,60 143-5001,0 0 0,0 0 0,0 0 0,-1 0 1,1 0-1,0 1 0,0-1 0,0 0 0,0 0 1,0 0-1,0 0 0,0 0 0,0 0 0,0 0 1,0 0-1,0 0 0,-1 0 0,1 0 0,0 0 1,0 0-1,0 0 0,0 0 0,0 0 0,0 0 1,0 0-1,-1 0 0,1 0 0,0 0 0,0 0 1,0 0-1,0 0 0,0 0 0,0 0 0,0 0 1,0 0-1,-1 0 0,1 0 0,0 0 0,0 0 1,0 0-1,0 0 0,0 0 0,0 0 0,0 0 1,0 0-1,0 0 0,0 0 0,-1-1 0,1 1 1,0 0-1,0 0 0,0 0 0,0 0-42,-2 20 402,5 30-449,14 40 387,3-2 0,5 0 0,10 19-340,-31-98-8,19 43-337,-21-49 287,0 0-1,0 0 1,0-1 0,0 1 0,0 0-1,0-1 1,1 0 0,-1 0 0,1 1-1,0-1 1,0-1 0,-1 1 0,1 0-1,0-1 1,2 1 58,41 3-2623,-12-7-3152,4-2-6885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15659,'0'0'3929,"0"0"-3049,0 0 913,0 0-393,140 92-528,-95-53-344,-4-1-192,-4-1-160,-2 1-80,-5-4-23,-3 0-65,-6-5-8,-2-5-97,-3-5-487,-5-7-928,-3-9-1353,-3-3-2296,-5 0-8882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1 12291,'0'0'3200,"0"0"-215,0 0-561,0 0-1607,0 0-289,-102 138 176,64-68 168,-2 7-48,-6-2-176,3-5-272,3-10-207,5-14-73,8-12-88,8-15-8,11-11-48,8-8-713,6-10-2143,12-12-7298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0 15227,'0'0'2297,"0"0"-105,0 131 1545,0-64-2457,0 3-384,0 0-447,3-7-185,8-7-192,-1-10-24,1-13-48,-3-9-176,-3-11-521,-2-13-855,-3 0-160,0-20-2649,-13-6-6377</inkml:trace>
  <inkml:trace contextRef="#ctx0" brushRef="#br0" timeOffset="1">0 408 10666,'0'0'5994,"0"0"-3986,0 0-296,0 0-71,151-5-649,-76-9-336,0-3-368,-2 3-128,-6 2-160,5-1-512,-15 6-3305,-17 5-6865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8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1824,'0'0'1257,"0"0"-1257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9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2595 4729,'0'0'649,"0"0"-279,20-24 93,133-148 841,-150 168-1210,282-301 3953,358-423-4881,-338 351 912,141-170-114,-393 485 803,10-10 971,-3-3 1,-3-3-1,6-17-1738,-53 69 1159,4-3 1454,-14 28-2419,34 2-4668,-23 0 491,-2 0-5395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1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3 8026,'0'0'2005,"0"0"-464,0 0-565,0 0-377,0 0-139,-59-2 3566,54 2-3993,1 0 0,-1 1 0,1 0 0,-1 0 0,1 0-1,-1 0 1,1 1 0,0-1 0,0 1 0,0 0 0,0 0 0,0 1 0,0-1 0,0 1 0,-2 2-33,-1 2 91,0 0 1,1 1-1,0 0 1,0 0-1,0 0 1,1 0 0,-2 5-92,-4 10 286,2 1 1,0 0-1,1 0 1,2 1-1,-2 12-286,5-19 186,2-1 0,0 1 0,1 0 0,0 0 0,2 0-1,0-1 1,1 1 0,1 0 0,0-1 0,2 0 0,6 16-186,10 33 758,-3 1 0,6 52-758,-21-100 73,13 90 801,-5 1-1,-2 66-873,-3-28 407,-1 119 488,-6-211-694,-1-48-164,0-1 0,0 0 0,0 0-1,-1 0 1,0 0 0,-1 0 0,1-1-1,-1 1 1,-1 0 0,1-1 0,-1 0-1,0 0 1,0 0 0,-1-1 0,0 1-1,-5 4-36,7-8 18,0 1 0,0 0-1,0-1 1,0 1 0,0-1 0,-1 0-1,1 0 1,-1-1 0,1 1 0,-1-1-1,0 1 1,1-1 0,-1 0 0,0-1-1,0 1 1,0-1 0,0 1-1,0-1 1,0 0 0,0-1 0,0 1-1,0-1 1,0 1 0,1-1 0,-1-1-1,0 1 1,0 0 0,1-1 0,-1 0-1,1 0 1,-2-1-18,1 0-117,0 0-1,0 0 1,1-1 0,-1 1-1,1-1 1,0 0 0,0 0-1,1 0 1,-1 0 0,1-1-1,0 1 1,0-1 0,0 1 0,0-1-1,1 0 1,0 1 0,0-2 117,-2-13-1366,1 1 0,1-1 0,2-17 1366,-1 15-987,0-13-4361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1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26 5617,'0'0'5027,"0"0"-1768,0 0-876,0 0-354,0 0-590,0 0-359,-4-1-281,3 1-732,0 0 0,0 0 0,0 0 0,0-1 0,0 1 0,0 0 0,0 0 0,0 0 0,0 0 0,0 0 0,0 1 0,1-1 0,-1 0 0,0 0 1,0 1-1,0-1 0,0 0 0,0 1 0,0-1 0,0 1-67,-4 28 240,2 8-249,1-17 29,1 1 0,0 0-1,2-1 1,0 1 0,3 11-20,-3-28 5,-1 0 0,1 0 1,0 0-1,1-1 0,-1 1 0,0-1 0,1 1 1,0-1-1,0 1 0,0-1 0,0 0 0,1 0 1,-1 0-1,1 0 0,-1 0 0,1-1 0,0 1 0,0-1 1,1 0-1,-1 0 0,0 0 0,1 0 0,-1 0 1,1-1-1,-1 0 0,1 0 0,0 0 0,0 0 1,-1 0-1,1-1 0,2 1-5,2-1 59,1 0-1,-1-1 1,0 1-1,1-2 1,-1 1 0,0-1-1,0 0 1,0-1-1,0 0 1,0 0 0,-1-1-1,1 0 1,-1 0-1,0-1 1,0 0 0,0 0-1,-1-1 1,0 1 0,0-1-1,-1-1 1,1 1-1,-1-1 1,0 0 0,-1 0-1,0 0 1,0-1-1,-1 0 1,0 1 0,0-1-1,0 0 1,-1-1-1,-1 1 1,1 0 0,-1 0-1,-1-1 1,1 0-59,-2 4 42,1 0 1,-1 0 0,0 1-1,0-1 1,-1 0 0,1 1-1,-1-1 1,0 1-1,0-1 1,-1 1 0,1 0-1,-1 0 1,0 0 0,0 0-1,0 1 1,-1-1-1,1 1 1,-1 0 0,0 0-1,0 0 1,0 1 0,0-1-1,0 1 1,-1 0-1,1 0 1,-1 0 0,1 1-1,-1-1 1,-1 1-43,-6-2-323,1 0 0,-1 0 0,0 1 0,0 1 0,0 0 0,-1 1 0,1 0 0,0 1 0,0 0 0,0 1 0,-3 1 323,-33 18-5744,5 3-5977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10522,'0'0'3581,"0"0"-1214,0 0-228,0 0-513,0 0-579,0 0-328,20-6-277,-7 2-377,1-1-24,1 0-1,0 1 0,0 0 0,1 2 0,-1-1 0,0 2 1,1 0-1,-1 1 0,1 1 0,0 0-40,-5 2 46,-1 1-1,0 0 1,0 0-1,0 1 1,-1 1-1,0 0 1,0 0-1,0 0 1,-1 1-1,0 1 1,0-1-1,0 1 1,-1 1-1,-1-1 1,1 1-1,-1 1-45,17 25 193,-2 2 0,-1 1 0,5 17-193,8 25 75,-18-40-51,2-2 0,2 0 0,15 23-24,-22-50-848,-8-28-2554,-4-10-1693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1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 12739,'0'0'4153,"0"0"-2665,0 0-56,0 0 49,-102 155-377,59-83-88,-5 3-80,0-5-232,5-7-392,8-13-200,11-11-24,5-15-80,11-9-8,2-8 0,6-7-320,0-2-936,0-18-1112,11-4-4746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1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56 11210,'0'0'2944,"0"0"-536,0 0 153,0 0-966,-24 5-748,-73 14-370,94-18-430,0 0 0,0-1 0,0 1 0,0-1 0,0 0 0,0 0 0,0 0 0,0 0 0,-1-1 0,1 1 0,0-1 0,0 0 0,-2 0-47,5 0 20,-1 1 1,0 0-1,1-1 0,-1 1 0,1-1 1,-1 1-1,1-1 0,-1 0 1,1 1-1,-1-1 0,1 1 0,-1-1 1,1 0-1,0 1 0,0-1 0,-1 0 1,1 0-1,0 1 0,0-1 1,0 0-1,-1 0 0,1 1 0,0-1 1,0 0-1,0 0 0,1 1 0,-1-1 1,0 0-1,0 1 0,0-2-20,1 0 30,0-1-1,0 0 0,0 0 1,1 1-1,-1-1 0,1 1 1,-1-1-1,1 1 0,0 0 1,0 0-1,0-1 0,0 1 0,0 1 1,1-1-1,-1 0 0,0 0 1,1 1-30,3-1 4,0 0 1,1 0-1,-1 0 1,0 1-1,1 0 1,-1 1-1,0-1 1,1 1 0,-1 0-1,7 2-4,-12-1 25,0 0-1,0 1 1,0-1 0,-1 1-1,1-1 1,0 1 0,-1 0-1,1-1 1,-1 1 0,0-1-1,1 1 1,-1 0 0,0 0-1,0-1 1,0 1-1,0 0 1,0-1 0,-1 1-1,1 0 1,0-1 0,-1 1-1,1-1 1,-1 1 0,0 0-1,0-1 1,1 1 0,-1-1-25,-3 2 79,1 0 0,0 0 0,-1-1 0,1 1 0,-1-1 0,0 0 0,0 0 0,0-1 0,0 1 0,0-1 0,0 0 0,0 0 0,-1 0-79,3 0 15,1-1 0,-1 1 0,1-1 0,-1 0 0,1 1 0,-1-1 0,0 0 0,1 0 0,-1 0 0,1 0 0,-1-1 1,0 1-1,1 0 0,-1-1 0,1 1 0,-1-1 0,1 1 0,-1-1 0,1 0 0,0 1 0,-1-1 0,1 0 1,0 0-1,0 0 0,-1 0 0,1 0 0,0 0 0,0-1 0,0 1 0,0 0 0,0 0 0,1-1 0,-1 1 0,0-1 1,0 0-16,0 0 3,0 0 1,1 0 0,-1 0-1,1 0 1,-1 0 0,1 0-1,0 0 1,0 0 0,0 0-1,0 1 1,0-1 0,0 0-1,1 0 1,-1 0 0,0 0-1,1 0 1,0 0 0,-1 0-1,1 1 1,0-1 0,0 0-1,0 0 1,0 1 0,1-2-4,1 1-1,0 1 0,0-1 0,1 1 1,-1 0-1,0 0 0,0 0 0,0 0 1,1 1-1,-1-1 0,0 1 0,1 0 0,-1 0 1,1 0-1,-1 1 1,-2-1 2,-1 0-1,1 0 1,0 1 0,-1-1 0,1 0-1,-1 1 1,1-1 0,0 1 0,-1-1-1,1 1 1,-1-1 0,1 1 0,-1-1-1,0 1 1,1 0 0,-1-1-1,0 1 1,1 0 0,-1-1 0,0 1-1,1 0 1,-1-1 0,0 1 0,0 0-1,0-1 1,0 1 0,0 0 0,0 0-1,0-1 1,0 1 0,0 0 0,0-1-1,0 1 1,-1 0 0,1 0-1,0-1 1,0 1 0,-1 0-2,-10 31 342,7-26-263,-1-1-1,1 0 1,-1 0-1,0-1 1,0 0-1,-1 0 1,1 0-1,-1 0 1,0-1-1,0 0 1,0 0-1,0 0 1,-1-1-1,1 0 1,-1-1-1,-3 1-78,9-3 8,0 0 0,0 0-1,0 0 1,0 0 0,0-1 0,0 1-1,0-1 1,0 1 0,0-1 0,1 1-1,-1-1 1,1 1 0,-1-1 0,1 1-1,-1-1 1,1 0 0,0 1 0,0-1-1,0 0 1,0 1 0,0-1 0,0 0-8,0 0-80,-1-1 0,1 0 0,0 0 0,0 0 0,0 0 0,1 1 0,-1-1 0,1 0 0,-1 0 0,1 1 0,0-1 0,0 0 0,0 1 0,1-2 80,46-18-3646,-43 20 2932,20-6-4412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4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134 135 6369,'0'0'5291,"0"0"-2248,0 0-914,0 0-428,0 0-396,0 0-160,0 0-102,-40 0 3801,37 1-4805,1-1 0,0 0 0,0 1 0,-1-1 0,1 1 0,0 0 0,0-1 0,0 1 0,0 0 0,0 0 0,0 1 0,0-1 0,0 0 0,0 1 0,1-1 0,-1 1 0,0-1 0,0 2-39,-2 2 23,0 1 0,0-1 0,0 1 0,1 1 0,0-1 0,-2 5-23,-1 3 4,2 0 0,0 0 0,0 0 0,1 1 0,1-1 0,0 4-4,1-10 3,0 0-1,1 0 1,0 0-1,0 0 1,1 0-1,0 0 1,0 0 0,1 0-1,0 0 1,0-1-1,1 1 1,0-1 0,0 0-1,1 0 1,-1 0-1,2 0 1,-1 0 0,4 3-3,-2-3 6,-1 0 1,0-1-1,1 0 1,0 0 0,1-1-1,-1 0 1,1 0-1,0 0 1,1-1-1,-1 0 1,1-1 0,-1 1-1,1-1 1,0-1-1,0 1 1,0-2 0,1 1-1,-1-1 1,0 0-1,1-1 1,-1 1-1,0-2 1,1 1 0,-1-1-1,0-1 1,1 0-1,-1 0 1,0 0 0,0-1-1,0 0 1,-1 0-1,5-3-6,-5 0 42,0 0-1,0 0 1,-1-1-1,1 1 0,-1-1 1,-1-1-1,1 1 1,-1-1-1,-1 0 1,1 0-1,-1 0 0,-1-1 1,1 0-1,-2 1 1,1-1-1,-1 0 1,0 0-1,-1 0 0,0-1 1,-1-4-42,1-3 85,-1 1 1,0-1 0,-1 0 0,-1 1-1,-1-1 1,-1 1 0,0-1 0,-1 1-1,0 1 1,-8-16-86,6 18 24,0 1 0,0-1 0,-2 1 0,1 0 1,-2 1-1,1 0 0,-6-4-24,10 11-24,0-1 0,-1 1 0,0 0 0,0 1 0,0-1 0,0 1 1,-1 0-1,1 1 0,-1 0 0,1 0 0,-1 0 0,0 1 0,0-1 0,0 2 1,0-1-1,-1 1 24,5 0-196,0 0 0,1 1 1,-1-1-1,0 1 1,1 0-1,-1-1 1,1 1-1,-1 0 1,1 1-1,-1-1 0,1 0 1,-1 1-1,1-1 1,0 1-1,0 0 1,0 0-1,0-1 0,0 2 1,1-1-1,-1 0 1,0 0-1,1 0 1,-1 1-1,1-1 0,0 1 1,0-1-1,0 1 1,0 2 195,-8 17-6728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5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425 306 9210,'0'0'2838,"0"0"-212,0 0-538,0 0-498,0 0-278,0 0-218,-24-10-115,-74-30-259,91 37-668,0 0 1,0 1-1,0 0 1,-1 0 0,1 1-1,-1 0 1,1 0-1,0 1 1,-1 0-1,1 0 1,-3 1-53,-15 1 86,18-2-84,-1 1 1,1 1-1,0-1 1,0 1-1,0 0 1,0 1-1,1 0 1,-1 0-1,1 0 1,0 1-1,-1 0 0,2 0 1,-1 0-1,0 1 1,1 0-1,0 0 1,0 0-1,0 1 1,1 0-1,0 0 1,0 0-1,0 0 0,1 1 1,-1 1-3,-4 8 3,1 0 0,1 1-1,0 0 1,1 0 0,1 0 0,0 0-1,2 1 1,0 0 0,0 10-3,2-23 0,1-1 1,-1 1-1,1 0 1,0 0-1,0-1 1,0 1-1,1 0 1,-1-1-1,1 1 1,0-1-1,1 0 1,-1 0-1,1 0 1,0 0-1,-1 0 1,2 0-1,2 2 2,1 0 0,-1 0 0,1-1 0,0 0 0,0 0 0,1-1 0,-1 0 0,1-1 0,0 1-2,12 3 5,-1-1 1,1-1-1,0 0 1,0-2-1,0 0 1,1-1-1,10-1-5,-25-1-29,0 0 0,-1-1 0,1 1 0,0-1 0,-1 0 0,1-1 0,0 1 0,-1-1 0,0 0 0,1-1 0,-1 1 0,0-1 0,0 0 0,0-1 0,-1 1 0,1-1 0,-1 1 0,0-1 0,0-1 0,1-1 29,1-2-49,-1 1 0,-1-2-1,1 1 1,-1 0-1,-1-1 1,0 0 0,0 0-1,0 0 1,-1 0 0,-1 0-1,0 0 1,0-6 49,2-34-7,-2 1 0,-2-1 0,-2 1 0,-4-9 7,2 27 515,-1 0 0,-2 0 0,-1 1 0,-1 0 0,-2 0 0,-1 1-1,-3-4-514,12 24 483,-3-7 552,4 14-478,4 8-22,3 13-515,2 0 0,1 0-1,6 14-19,9 26 25,-1 11-98,-5-16-354,15 37 427,-24-76-641,0 0 0,1-1 0,0 0 1,2 0-1,-1-1 0,2 0 0,9 9 641,7 3-5361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10490,'0'0'4292,"0"0"-1490,0 0-527,0 0-751,0 0-469,0 0-60,26 22-123,84 71-264,-93-78-434,-2 1-1,0 1 0,-1 0 0,0 1 1,7 15-174,-14-22-82,-1-1 1,1 1-1,1-2 1,0 1-1,0-1 1,1 0 0,0-1-1,1 0 1,3 2 81,-12-10-315,0 1 0,0-1 0,1 1 0,-1-1-1,0 0 1,0 1 0,1-1 0,-1 0 0,0 0 0,1 0 0,-1 0 0,0 0 0,1 0 0,-1 0 0,0 0 0,1-1 0,-1 1 0,0 0 0,1-1 0,-1 1 0,0-1 0,0 1 0,0-1 0,1 0 0,-1 0 0,1 0 315,6-12-4013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6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9378,'0'0'4473,"0"0"-3105,0 0 1489,0 0-1161,-64 135-335,29-84-217,0 2-48,0-5-168,3-4-360,2-8-360,9-7-112,7-10-88,3-7 0,9-7-8,2-5-776,0 0-728,0 0-1417,0-2-1848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12499,'0'0'3680,"0"0"-1356,0 0-1227,0 0-647,0 0 36,-1 27 299,-16 214 1467,4-63-1363,12-110-5485,1-90-959,0-8-6900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2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8530,'0'0'4233,"0"0"-2225,0 0-400,150-34-759,-88 18-473,30-1-376,-17 2-336,-11 3-3761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52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7042,'0'0'3851,"0"0"-1593,0 0-974,0 0-536,0 0-440,0 0-146,5 3 184,8 1 41,-1 0-1,0-1 0,1 0 0,-1 0 1,1-2-1,0 1 0,3-2-386,104-1 919,-49-1-847,-70 2-73,0 1 1,0-1-1,0 1 1,-1 0-1,1-1 1,0 1-1,-1 0 1,1-1-1,-1 1 1,1 0-1,-1 0 1,1 0-1,-1 0 1,1-1-1,-1 1 1,0 0-1,0 0 1,1 0-1,-1 0 1,0 0-1,0 0 1,0 0 0,0 0-1,0 0 1,0 0-1,0 0 1,0 0-1,0 0 1,-1-1-1,1 2 1,-5 33 147,-25 45-95,23-65-322,0 1 1,1 0-1,1 0 0,0 1 1,1-1-1,1 1 1,1 0-1,0 7 270,2 0-3278,0-10-2971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7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6057,'0'0'3149,"0"0"-16,0 0-245,0 0-587,0 0-458,0 0-303,0 14 24,12 273 2039,-12-277-3600,-1-3-22,1 0 0,0 0 0,1 0 0,0 0 0,0 0 0,0 0 0,1 0 0,0 0 0,0 0 0,1-1 0,0 2 19,-2-7-112,-1-1-1,1 1 1,0-1-1,-1 1 1,1-1-1,0 0 1,-1 1-1,1-1 1,0 0-1,-1 0 1,1 1-1,0-1 1,0 0-1,-1 0 1,1 0-1,0 0 1,0 0-1,-1 0 1,1 0-1,0 0 1,0 0-1,-1 0 1,1 0-1,0-1 1,0 1-1,-1 0 1,1 0 0,0-1-1,-1 1 1,1 0-1,0-1 1,-1 1-1,1-1 113,18-16-5447,-3-7-4128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8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12587,'0'0'2227,"0"0"-1016,0 0 149,0 24-178,1 77-238,0-94-890,-1-1 1,1 0-1,0 0 1,0 0-1,0 0 1,1 0 0,0 0-1,0-1 1,1 1-1,0 0 1,0-1-1,0 0 1,0 0-1,1 0 1,0 0-1,0 0 1,0-1-1,1 0 1,-1 0-1,1 0 1,0 0-1,0-1 1,1 1-1,-1-2 1,0 1-1,1 0 1,0-1-1,0 0 1,0 0 0,0-1-1,0 0 1,0 0-1,0 0 1,0-1-1,0 0 1,0 0-1,1 0 1,-1-1-1,0 0 1,0 0-1,0-1 1,0 0-1,0 0-54,-2 1 52,0-1 0,-1 0-1,0 0 1,1 0-1,-1 0 1,0 0-1,0-1 1,0 1 0,0-1-1,-1 0 1,1 0-1,-1 0 1,0 0 0,1 0-1,-2 0 1,1-1-1,0 1 1,-1-1-1,1 0 1,-1 1 0,0-1-1,0 0 1,0 0-1,-1 1 1,1-1 0,-1 0-1,0 0-51,0-1 73,0 0-1,0 1 1,-1-1 0,1 0-1,-1 0 1,0 1 0,-1-1-1,1 0 1,-1 1-1,1 0 1,-2-1 0,1 1-1,0 0 1,-1 0 0,0 0-1,0 0 1,0 0-1,0 1 1,0 0 0,-1-1-1,-3-1-72,-35-19-136,30 19 210,1-2 1,-1 1-1,1-2 1,-5-4-75,14 10-352,-1 0-1,1 0 1,-1-1 0,1 1 0,0-1-1,0 0 1,1 1 0,-1-1 0,0 0 0,1 0-1,0 0 1,-1 0 0,1 0 0,0-1-1,1 1 1,-1 0 0,1 0 0,-1-1 0,1-1 352,0-10-5656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58 10338,'0'0'2774,"0"0"-657,0 0-436,0 0-544,0 0-123,0 0 47,-14-8-188,-44-25-95,54 31-680,0 0 0,0 0 0,0 0 1,-1 0-1,1 0 0,0 1 0,-1 0 0,1 0 1,-1 0-1,0 1 0,1-1 0,-1 1 1,0 0-1,1 0 0,-1 1 0,0-1 1,1 1-1,-1 1-98,1-1 20,1 1 0,-1 0 0,1 0 0,0 0 1,0 0-1,0 1 0,0-1 0,0 1 0,0 0 0,1 0 0,-1 0 1,1 0-1,0 0 0,0 0 0,0 1 0,0-1 0,0 1-20,-4 12 0,1 1-1,1-1 0,0 1 1,1 0-1,0 1 0,2-1 0,0 14 1,0-16 6,-1 15 35,2 0 0,0 0 0,2 0 0,1 0 1,2 0-1,1-1 0,2 3-41,66 175 844,47 149 86,-103-291-662,-4 0 1,-2 1-1,-3 0 0,0 41-268,-8-63 409,-2 1 0,-4 32-409,2-60 119,0 1 0,-1-1 1,-1 0-1,0 0 0,-1-1 1,-1 0-1,-1 0 0,-4 6-119,0-2 215,-1-1 0,-1 0-1,-1-1 1,-1 0 0,-14 12-215,23-23 60,-1-1 1,1 0-1,-1 0 1,0-1-1,0 0 1,-1 0-1,1-1 1,-1 0-1,0-1 1,0 0-1,0 0 0,-1-1 1,1 0-1,-1-1 1,-3 1-61,8-3 9,1 1-1,0-1 1,0 0-1,-1 0 1,1 0 0,0 0-1,0-1 1,0 0 0,0 0-1,1 0 1,-1 0-1,0 0 1,1-1 0,0 0-1,-1 0 1,1 0 0,0 0-1,1 0 1,-1 0-1,0-2-8,-2-1-175,1 0 0,0-1 0,1 1 0,0-1 0,0 0 0,0 0 0,1 0 1,0 0-1,0 0 0,1-1 0,-1-3 175,2 10-94,0 0 0,1 0 0,-1-1 0,0 1 0,0 0 1,1 0-1,-1 0 0,1 0 0,-1 0 0,1 0 0,0 0 1,-1 0-1,1 0 0,0 0 0,0 0 0,-1 0 0,1 0 1,0 0-1,0 1 0,0-1 0,0 0 0,0 1 0,0-1 1,0 1-1,0-1 0,1 1 0,-1-1 0,0 1 0,0 0 1,1-1 93,41-6-4261,-38 6 3187,38-2-6897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10066,'0'0'3434,"0"0"-1977,0 0-900,-3 28-314,-12 92-138,14-109-52,0-1 1,0 0-1,1 1 1,0-1-1,1 1 0,0-1 1,0 0-1,1 1 1,1-1-1,0 0 0,0 0 1,1-1-1,0 1 1,1-1-1,0 0 1,0 0-1,1 0 0,0-1 1,1 0-1,0 0 1,0 0-1,0-1 0,7 5-53,-12-10 124,1 0 0,0 0 0,-1 0 0,1 0-1,0-1 1,0 1 0,0-1 0,0 0 0,0 0 0,0 0-1,0 0 1,0 0 0,0-1 0,1 1 0,-1-1-1,0 0 1,0 0 0,1 0 0,-1 0-124,0-1 80,-1 0 0,0 0 1,1 0-1,-1 0 0,0-1 0,0 1 0,1 0 0,-1-1 1,0 0-1,0 1 0,-1-1 0,1 0 0,0 0 1,-1 0-1,1 0 0,-1 0 0,1 0 0,-1-1 0,0 1 1,0 0-1,0-1 0,0 1 0,0-2-80,3-8 155,-1 1 0,0-1 0,-1-1 0,0 1 0,-1 0 0,0 0 0,-1-11-155,0 20 68,0 0 0,0 1 0,0-1 0,-1 0 0,1 0 0,-1 0 0,0 0-1,0 0 1,0 1 0,0-1 0,-1 0 0,1 1 0,-1-1 0,1 1-1,-1-1 1,0 1 0,0 0 0,0 0 0,0 0 0,0 0 0,0 0 0,-1 0-1,1 1 1,-1-1 0,1 1 0,-1-1 0,0 1 0,1 0 0,-1 0-1,0 0 1,0 1 0,0-1 0,0 1 0,0-1-68,-63 1 591,29 2-7165,41-2 816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3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12019,'0'0'2672,"0"0"-254,0 0-100,12 24-1149,42 75-660,-51-95-483,0 0 0,0-1 0,0 1 0,1-1 0,-1 0 1,1 0-1,0 0 0,0 0 0,0-1 0,0 0 0,0 1 0,0-1 1,1-1-1,-1 1 0,1-1 0,-1 0 0,1 0 0,0 0 1,-1 0-1,1-1 0,0 0 0,-1 0 0,1 0 0,0-1 1,0 1-1,4-2-26,6 0 150,-10 2-78,0-1-1,0-1 0,0 1 0,0-1 1,0 0-1,0 0 0,-1 0 0,1-1 1,-1 0-1,1 0 0,-1 0 0,0 0 1,0-1-1,0 1 0,-1-1 1,1 0-1,-1 0 0,0 0 0,0-1 1,-1 1-1,1-1 0,-1 0 0,0 1 1,1-4-72,-1 4 69,-1 0 1,1 1 0,-1-1-1,0-1 1,0 1-1,-1 0 1,1 0 0,-1 0-1,0 0 1,0 0 0,0-1-1,0 1 1,-1 0-1,0 0 1,0 0 0,0 0-1,0 0 1,-1 0 0,1 0-1,-1 1 1,0-1 0,0 0-1,0 1 1,-1-1-1,1 1 1,-1 0 0,0 0-1,0 0 1,0 0 0,0 1-1,-1-1-69,-1 0-15,1 1 0,-1 0 0,0-1-1,-1 2 1,1-1 0,0 1 0,0-1 0,-1 2 0,1-1-1,0 0 1,-1 1 0,1 0 0,-1 0 0,1 1 0,-4 0 15,-3 2-580,1-1 1,-1 1-1,1 1 0,0 0 1,0 0-1,-7 5 580,-33 20-6392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0 13435,'0'0'2251,"0"0"-680,0 0-147,0 0-569,25 17-265,74 53-22,-97-68-520,1-1 0,-1 0 1,0 1-1,0-1 0,0 1 0,-1 0 1,1 0-1,0 0 0,-1 0 0,1 0 1,-1 0-1,1 0 0,-1 0 0,0 0 1,0 1-1,0-1 0,0 0 0,-1 1 1,1-1-1,0 1 0,-1-1 1,0 1-1,0-1 0,0 1 0,0-1 1,0 1-1,0-1 0,0 1 0,-1 1-48,-1 5 266,0-2-125,1 0 0,-1 0 0,-1-1 0,0 1 0,0-1-1,0 0 1,0 1 0,-1-2 0,0 1 0,0 0 0,-1-1 0,0 0-1,0 0 1,-4 3-141,-17 14 409,0-1-1,-19 10-408,10-6 148,19-13-108,10-7-39,1 0 1,-2 0-1,1 0 1,0-1-1,-1 0 1,0-1-1,1 0 1,-1 0-1,-1 0 0,1 0 1,0-1-1,-5 0-1,11-3-80,0 1 0,0-1-1,0 0 1,1 0 0,-1 0-1,1 0 1,-1 0 0,0 0-1,1 0 1,0 0 0,-1 0-1,1 0 1,0-1 0,-1 1-1,1 0 1,0 0 0,0 0-1,0 0 1,0 0 0,0-1-1,0 1 1,0 0 0,0 0-1,1 0 1,-1-1 80,4-32-1922,15-7-2937,7 4-3199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4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14779,'0'0'3566,"0"0"-1340,0 0-468,-22 24-777,-70 82-369,86-97-557,0 0-1,0 0 1,1 0-1,0 1 1,1 0-1,0 0 1,1 0-1,0 0 1,0 0-1,1 1 1,1-1-1,0 1 1,0 0-1,1-1 1,0 1-1,1 0 1,0 0-55,0 23 54,-1-30-46,0 0 0,0 0 0,1-1 0,-1 1 0,1 0 0,0 0 0,0-1 0,0 1 0,0-1 0,0 1 0,1-1 0,0 1 0,0-1 0,0 0 0,0 0 0,0 0 0,1 0 0,-1 0 0,1 0 0,0-1 0,0 1 0,0-1 0,0 0 0,0 0 0,0 0 0,0 0 0,1 0 0,-1-1 0,1 0 0,0 0 0,-1 0 0,1 0 0,0 0-8,4 0-153,1 0 0,-1 0 0,0-1 0,0 0 0,0-1 0,0 1 0,1-2-1,-1 1 1,0-1 0,-1 0 0,1-1 0,0 0 0,-1 0 0,7-4 153,27-21-4456,-5-1-2502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5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44 14051,'0'0'4840,"0"0"-2046,0 0-993,0 0-750,0 0-427,0 0-234,-12 5-169,-38 18-55,50-23-157,-1 1 1,1-1-1,-1 0 1,0 0-1,1 0 1,-1 0-1,1 0 1,-1 1 0,0-1-1,1 0 1,-1 0-1,0-1 1,1 1-1,-1 0 1,1 0 0,-1 0-1,0 0 1,1 0-1,-1-1 1,1 1-1,-1 0 1,0 0 0,1-1-1,-1 1 1,1-1-1,-1 1 1,1 0-1,-1-1 1,1 1-1,0-1 1,-1 1 0,1-1-1,0 1 1,-1-1-1,1 1 1,0-1-1,-1 0 1,1 1 0,0-1-1,0 1 1,0-1-1,0 0 1,-1 1-1,1-1 1,0 0-1,0 1 1,0-1 0,0 1-1,0-1 1,1 0-1,-1 1 1,0-1-1,0 0-9,0 0 0,0-1-1,0 0 0,0 1 1,0-1-1,0 1 0,1-1 1,-1 1-1,0-1 0,1 1 0,0-1 1,-1 1-1,1-1 0,0 1 1,-1 0-1,1-1 0,0 1 0,0 0 1,0-1-1,0 1 0,0 0 1,1 0 0,0 0-6,0 0-1,0 0 1,0 1 0,1-1 0,-1 1 0,0-1 0,0 1 0,1 0 0,-1 0-1,0 0 1,1 0 0,-1 0 0,0 1 0,0-1 0,1 1 0,-1 0 6,0-1 4,-1 1 1,0-1-1,0 1 0,-1 0 1,1-1-1,0 1 1,0 0-1,0 0 0,0 0 1,-1 0-1,1 0 1,0 0-1,-1 0 1,1 0-1,-1 0 0,1 0 1,-1 0-1,1 0 1,-1 0-1,0 0 0,1 0 1,-1 1-5,0 1 40,0 0 0,0 0 0,0 0 1,-1 0-1,1 0 0,-1 0 0,0 0 0,0 0 0,0 0 1,0-1-1,0 1 0,-1 0 0,1-1 0,-1 1 0,0-1 0,1 1 1,-1-1-1,0 0 0,-1 0 0,1 0 0,0 0 0,-3 2-40,3-2 20,0-1 0,-1 1 0,1-1 0,-1 1-1,1-1 1,-1 0 0,1 0 0,-1 0 0,0 0-1,1 0 1,-1-1 0,0 1 0,0-1 0,0 0-1,0 1 1,1-1 0,-1-1 0,0 1-1,-3-1-18,5 0-49,0 0 0,-1 0 0,1 0 0,0 0 0,-1 0 0,1 0 0,0 0 0,0-1 0,0 1 0,0 0 0,0-1 0,0 1 0,1-1 0,-1 1 0,0-1 0,1 0 0,-1 1 0,1-1 0,0 1 0,-1-1 0,1 0 0,0 0 0,0 1 0,0-1 0,0 0 0,0 1 0,1-1 0,-1 0 0,0 1 0,1-1 0,-1 1 0,1-1 1,0 0-1,-1 1 48,2-3-625,-1 1 1,0-1 0,1 1-1,0 0 1,-1-1 0,1 1-1,1 0 1,-1 0 0,0 0-1,1 1 1,-1-1 0,1 0-1,0 1 1,2-2 624,24-16-10860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45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12707,'0'0'3535,"0"0"-1181,0 0-496,0 0-978,0 0-473,-15 24-6,-46 80 85,58-98-453,0 0 0,0 0 0,1 1 0,0-1 0,0 1 0,1-1 0,-1 1 0,2 0 0,-1-1 1,1 1-1,0 0 0,0 0 0,1 0 0,0-1 0,0 1 0,0 0 0,1-1 0,0 1 0,0-1 1,2 2-34,-1-3 12,0 0 1,0 0 0,1 0 0,0 0-1,0 0 1,0-1 0,1 0 0,-1 0-1,1 0 1,0 0 0,0-1-1,1 0 1,-1 0 0,1-1 0,-1 1-1,1-1 1,0 0 0,0 0 0,2-1-13,7 2 16,1 0 1,0-2 0,0 0-1,0-1 1,0-1-1,0 0 1,0-1 0,0 0-1,0-2 1,-1 0-1,1 0 1,-1-2 0,7-3-17,-14 6 59,-1-1 0,0 0 0,0 0 0,0 0 1,0-1-1,-1 0 0,0-1 0,0 1 1,0-1-1,-1 0 0,0 0 0,0-1 1,0 0-1,-1 0 0,0 0 0,0 0 0,-1-1 1,0 1-1,-1-1 0,1 0 0,-1 1 1,-1-1-1,1 0 0,-1-1 0,-1 1 1,0 0-1,0-2-59,-1 5 62,0 0 0,0 0 1,-1 0-1,1 1 0,-1-1 1,-1 1-1,1-1 0,0 1 1,-1 0-1,0 0 0,0 0 1,0 0-1,-1 1 0,1-1 1,-1 1-1,0 0 0,0 0 1,0 0-1,0 0 0,0 1 1,-1-1-1,1 1 0,-4-1-62,-4-2-63,-1 0 0,1 1 0,-1 0 0,0 1 0,0 0 0,0 1 0,-1 0 0,-5 1 63,12 1-146,-25 3-1962,31-2 1805,0-1-1,0 1 1,0-1 0,0 1 0,0-1 0,1 1 0,-1-1-1,0 1 1,0 0 0,1-1 0,-1 1 0,0 0-1,1 0 1,-1 0 0,1-1 0,-1 1 0,1 0-1,-1 0 1,1 0 303,-2 14-8027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5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2380 5097,'0'0'771,"0"0"64,0 0 614,0 0-152,0 0-134,0 0-82,-1-2 2187,4-17-2964,15-11-314,0 0-1,2 1 1,9-9 10,25-35-39,493-683 197,-394 574-112,6-8-32,134-176 13,61-82-14,-336 424 135,-4 6 67,0-1 0,-1 0 0,-1 0 1,-1-1-1,-1-1 0,-1 0 0,-1 0 0,3-10-215,-10 27-150,-1 9-1300,-1 7-3104,-1 3-5574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3:5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48 7642,'0'0'2664,"0"0"-426,0 0-196,0 0-717,0 0-452,0 0-249,-6 7 1680,15-7-2261,38 1 131,0-3 1,8-3-175,-39 2 13,0 0 1,0 0 0,-1-2 0,1 0-1,-1 0 1,0-2 0,-1 0 0,6-3-14,-17 55-67,-4-4-42,1 32 87,6-26-2877,-3-30-2303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7562,'0'0'6489,"0"0"-4777,0 0 449,0 0-737,0 0-472,0 0-344,123-19-215,-96 14-241,-3 0-32,-2 0-72,-1 1-48,-2-1 0,3 2-801,-6 3-1575,-8-2-2649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13171,'0'0'1856,"0"0"-800,0 0-463,0 0-329,0 0-88,0 0-48,0 0-40,102 10-80,-67-10-16,-9 0-1745,-1 0-6440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2 5129,'0'0'2258,"0"0"-444,0 0-78,0 0-366,0 0-397,0 0-194,0 0-88,0 0 34,-35 0 3020,30-1-3672,0 1 0,1 0-1,-1 0 1,0 0 0,1 1 0,-1-1 0,0 1-1,1 0 1,-1 1 0,1-1 0,-1 1 0,1 0-1,0 0 1,-1 0 0,1 1 0,0-1-1,1 1 1,-1 0 0,0 0 0,1 0 0,0 1-1,-1-1 1,1 1 0,1 0 0,-1 0-1,1 0 1,-1 0 0,1 0 0,0 0 0,0 1-1,1-1 1,0 1 0,-1 1-73,-3 15 41,1 0-1,2 0 1,-1 0 0,2 0 0,1 0-1,1 1 1,1 0-41,-1 35 67,5 56 440,4-1 1,17 68-508,-8-62 832,-5 0 0,-4 30-832,-10-132 85,1 91 1183,-6 37-1268,1-108 248,0-1 1,-3 0-1,-1 0 1,-1 0-1,-14 31-248,12-37 192,-1 0-1,-1-1 0,-2 0 0,-1-1 0,-1-1 0,-19 23-191,35-48 15,0 1-1,-1-1 1,1 1-1,-1-1 1,1 0-1,-1 0 1,1 0-1,-1 0 1,0 0-1,0 0 1,1-1-1,-1 1 1,0 0-1,0-1 1,0 1-1,0-1 1,0 0-1,1 0 1,-1 0-1,0 0 1,0 0-1,0 0 1,0 0-1,0-1-14,-2 0 15,0 0-1,1-1 0,-1 1 0,1-1 1,-1 0-1,1 0 0,0-1 0,0 1 1,0-1-1,0 1 0,-2-4-14,-4-3-105,1-1 1,0-1-1,1 0 0,1 0 0,-1 0 0,-2-10 105,-4-19-1630,11 22-6138,2 17-1727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57 218 13379,'0'0'2100,"0"0"-494,-9 27 556,-2 1-1600,4-12-278,0 1 1,2 0-1,0 0 1,1 1-1,1-1 1,0 1-1,2 0 1,0 16-285,0-18 191,1 0 1,1 1-1,1-1 1,1 0-1,0 0 1,1 0-1,4 12-191,-6-23 22,0-1-1,0 0 1,1 0 0,-1 1-1,1-1 1,0-1 0,0 1-1,0 0 1,0-1-1,1 1 1,0-1 0,-1 0-1,1-1 1,0 1-1,1 0 1,-1-1 0,0 0-1,1 0 1,-1 0 0,1-1-1,-1 0 1,1 0-1,0 0 1,0 0 0,-1 0-1,1-1 1,0 0-1,1 0-21,-1-1 37,0 1-1,0-1 0,0 1 1,0-1-1,0-1 0,-1 1 1,1-1-1,0 0 0,-1 0 1,1 0-1,-1-1 0,0 1 1,0-1-1,0 0 0,1-1-36,3-3 25,-1 0-1,0-1 0,-1 0 0,1 0 0,-2 0 1,1-1-1,2-6-24,1-3 61,-1 0 0,-1 0 0,-1 0 0,-1-1 0,0 0 0,-2 0 0,0 0 0,0-3-61,-3 10 54,1-1-1,-1 0 0,-1 1 1,0-1-1,-1 0 0,-1 1 1,0-1-1,0 1 0,-1 0 1,0 0-1,-2 0 1,1 1-1,-1 0 0,-1 0 1,0 0-1,0 1 0,-1 0 1,0 0-1,-1 1 0,-4-4-53,-22-16-80,25 21-101,0-1 1,0 0-1,0 0 1,-2-4 180,9 9-401,1 1 1,0 0 0,0-1 0,0 1-1,0-1 1,1 1 0,-1-1 0,1 0-1,0 0 1,0-1 400,-1-20-5051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12883,'0'0'4881,"0"0"-2929,0 0 113,0 0-801,0 0-400,0 0-232,0 0-240,136 147-184,-130-115-112,-6-6-88,0-1 72,0-6-72,0 0-8,0-4-160,-3-3-880,3-3-1112,0-6-2017,0-3-4065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3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13051,'0'0'1832,"0"0"-131,3 24-431,11 80-232,-12-95-923,0 0 0,0 0 0,1 0 0,0 0-1,1-1 1,0 1 0,0-1 0,1 0 0,0 0 0,0-1 0,1 1-1,0-1 1,0 0 0,1-1 0,-1 0 0,1 0 0,1 0 0,0 0-115,3 0 124,0-1-1,0 0 1,0 0 0,0-1 0,1 0 0,0-1 0,0-1 0,0 0-1,0 0 1,0-2 0,11 1-124,-19-1 21,-1 0 0,0 0 0,0-1 0,0 1-1,0-1 1,0 0 0,0 1 0,-1-1 0,1-1 0,0 1-1,0 0 1,-1-1 0,1 1 0,0-1 0,-1 0 0,0 0 0,1 0-1,-1 0 1,0 0 0,1-2-21,0 0 20,-1 0 0,1 0-1,-1-1 1,0 1 0,0-1 0,0 0 0,-1 1-1,1-1 1,-1 0 0,-1 0 0,1 0 0,0-2-20,-1 0 26,0-1 0,0 1 0,0-1 0,-1 1 0,0-1 0,0 1 0,-1-1 0,0 1 0,0 0 0,-1 0 0,0 0 0,0 0 0,-1 0 0,0 0 1,0 1-1,0 0 0,-2-1-26,0 1 14,0 0 1,-1 0-1,0 1 1,0 0 0,0 0-1,-1 0 1,1 1-1,-1 0 1,0 1 0,0 0-1,-1 0 1,1 1-1,-1-1 1,1 2-1,-1 0 1,0 0-15,8 1-174,0 0-1,1 0 1,-1 0 0,0 0-1,1 1 1,-1-1 0,0 0 0,1 1-1,-1-1 1,0 0 0,1 1-1,-1-1 1,1 1 0,-1-1-1,1 1 1,-1-1 0,1 1-1,-1 0 1,1-1 0,0 1-1,-1-1 1,1 1 0,0 0 0,-1-1-1,1 1 1,0 0 0,0-1-1,0 1 1,0 0 0,-1 0-1,1-1 1,0 1 0,0 0-1,0-1 1,1 1 0,-1 0-1,0 0 1,0-1 0,0 1 0,0 0-1,1 0 175,-1 4-1895,0 15-9531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4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11739,'0'0'1741,"0"0"-268,0 0-95,0 0-465,0 0 36,0 0-49,21-13-147,68-40-208,-85 51-513,-1 0-1,1 1 1,0 0-1,0 0 1,0 0-1,0 0 1,0 0-1,0 1 1,1-1 0,-1 1-1,0 1 1,0-1-1,0 0 1,0 1-1,0 0 1,0 0 0,0 0-1,0 0 1,0 1-1,0-1 1,0 1-1,-1 0 1,1 1-1,2 1-31,4 4 116,0 1 0,0 0 0,0 1 0,-1 0 0,-1 0 0,1 3-116,-2-4 131,22 33 190,-2 2-1,-1 1 1,-3 0-1,-2 2 1,8 28-321,29 62 156,-56-134-170,-1 0 0,1 1 0,0-1-1,0 0 1,0 0 0,1 0-1,-1-1 1,1 1 0,0 0 0,-1-1-1,2 1 15,-4-3-130,1 0-1,0 1 0,0-1 0,-1 0 1,1 0-1,0 1 0,0-1 0,-1 0 0,1 0 1,0 0-1,0 0 0,0 0 0,-1 0 1,1 0-1,0 0 0,0 0 0,0 0 1,0 0-1,-1-1 0,1 1 0,0 0 1,0-1-1,-1 1 0,1 0 0,0-1 1,-1 1-1,1-1 0,0 1 0,-1-1 1,1 1-1,-1-1 0,1 0 0,-1 1 1,1-1-1,-1 0 0,1 1 0,-1-1 1,0 0-1,1 0 0,-1 1 0,0-1 1,0 0-1,1 0 0,-1 0 0,0 1 1,0-1-1,0 0 0,0 0 0,0 0 131,6-22-7968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4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0 11602,'0'0'2425,"0"0"-753,-70 133 1121,33-61-1025,-1 3-207,3 0-497,8-12-240,6-12-480,7-15-184,6-14-80,8-13 16,0-9-96,0 0-480,35-41-1216,3 0-3161,-1 2-8098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4:04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32 12779,'0'0'2543,"0"0"-763,0 0 410,0 0-583,0 0-748,0 0-198,-7 2-112,0 2-382,4-2-89,1-1 0,0 0 1,-1 0-1,1 0 0,-1 0 0,0 0 0,1 0 0,-1-1 0,0 1 0,1-1 0,-4 0-78,6 0 578,0 0-133,0 0-146,0 1-271,1 0 0,-1-1 0,0 1 0,0 0 1,0-1-1,0 1 0,1 0 0,-1 0 0,0-1 0,0 1 0,0 0 0,0-1 0,0 1 0,-1 0 0,1 0 0,0-1 1,0 1-1,0 0 0,-1-1 0,1 1 0,0 0 0,-1-1 0,1 1 0,0-1 0,-1 1 0,1-1 0,-1 1 0,1 0 1,-1-1-1,1 0 0,-1 1 0,1-1 0,-1 1 0,0-1-28,-2 0 28,-1-1 0,0 1 0,1-1 0,-1 0 0,0 0 1,1 0-1,-1-1 0,1 1 0,0-1 0,0 0 0,-1 0 0,0-1-28,3 3-98,0-1-1,0 0 0,0 0 0,0 0 1,0 0-1,0 0 0,1 0 1,-1 0-1,0 0 0,1 0 1,-1-1-1,0 1 0,1 0 1,0 0-1,-1-1 0,1 0 99,0 1-281,0 0 0,0 0-1,0-1 1,0 1 0,0 0-1,1 0 1,-1-1 0,0 1-1,1 0 1,-1 0 0,1 0-1,-1-1 1,1 1 0,0 0-1,0 0 1,-1 0 0,1 0-1,0 0 1,0 0 0,0 0 281,14-9-6808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13827,'0'0'2623,"0"0"-242,0 0 43,0 0-899,0 0-907,0 0-310,-1 19 241,-3 55 14,-8 237 434,12-248-1067,0 18 33,0-27-5711,0-53 135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12643,'0'0'1763,"0"0"-522,27 0 712,186-2 1640,-62-6-1558,166-4-886,-230 12-1012,-62 0-8430,-42 0 202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1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15915,'0'0'2720,"0"0"-896,0 0 310,2 23-322,39 402 3415,-30-289-4334,1-161-2246,19-63-2900,-12 45-2038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6873,'0'0'9100,"0"0"-6181,0 0-1035,-4 26-255,-1 6-1264,0-2-45,1-1-1,2 1 0,0 0 1,3 6-320,-1-26 98,1 0 0,0 0-1,1 0 1,0-1 0,0 1 0,1 0 0,0-1 0,1 0 0,0 0 0,1 0 0,-1 0-98,0-4 39,-1 0 0,0 0 1,1-1-1,0 1 0,0-1 1,0 0-1,1 0 0,-1-1 1,1 1-1,0-1 0,0 0 1,0 0-1,1-1 0,-1 0 1,0 1-1,1-2 1,0 1-1,-1-1 0,5 1-39,-3-1 37,1 1 0,-1-2 0,0 1 0,0-1 0,1 0-1,-1-1 1,0 1 0,0-1 0,1-1 0,-1 1 0,0-2 0,0 1-1,-1 0 1,1-1 0,0-1 0,-1 1 0,0-1 0,0 0 0,0 0-1,0-1 1,0 1 0,-1-2 0,0 1 0,0 0 0,-1-1 0,1 0-1,-1 0 1,0 0 0,-1 0 0,0-1 0,0 0 0,0 1 0,-1-1-1,0 0 1,0 0 0,0-3-37,2-6 52,-1 0 0,0 0 0,-1 0 0,-1-1 0,-1 1 0,0-1 0,-2-3-52,2 16-32,0 0 0,0-1 1,-1 1-1,0 0 0,0 0 0,0 0 0,0 1 0,-1-1 1,0 0-1,1 0 0,-1 1 0,-1-1 0,1 1 0,0 0 1,-1-1-1,0 1 0,1 0 0,-1 1 0,-1-1 0,1 0 1,0 1-1,0 0 0,-1 0 0,0 0 0,1 0 0,-1 0 1,0 1-1,0-1 0,0 1 0,0 0 0,-1 0 32,-69-1-2847,21 7-2085,-8 12-5111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3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304 440 12043,'0'0'2276,"0"0"-338,0 0 316,0 0-266,0 0-594,-23-12-450,-75-36-272,95 46-638,-1 0-1,0 0 1,0 1-1,1 0 1,-1 0-1,0 0 1,0 0 0,0 0-1,0 1 1,0 0-1,0 0 1,0 0-1,0 0 1,0 1 0,0-1-1,0 1 1,0 0-1,0 0 1,0 1-1,0-1 1,1 1 0,-1 0-1,1 0 1,-1 0-1,1 0 1,-1 0 0,1 1-1,0 0 1,0 0-1,1-1 1,-1 2-1,1-1 1,-1 0 0,1 0-1,0 1 1,-1 1-34,-5 11 24,1 0 1,1 0-1,1 0 1,0 1 0,1 0-1,-2 15-24,1-7 17,2 0 0,1 0 0,0 1 0,2-1-1,1 1 1,1 0-17,-2-20 6,1 0-1,0 0 1,0-1-1,0 1 1,1 0-1,0 0 1,0-1-1,0 1 1,1-1-1,-1 0 1,1 1-1,1-1 1,-1-1-1,1 1 1,0 0-1,0-1 1,0 0-1,0 0 1,1 0-1,0 0 1,0-1-1,0 0 1,0 0-1,0 0 1,1-1-1,-1 0 1,7 2-6,-6-2-38,0 0 0,1-1 0,0 0 0,-1-1 0,1 1 1,0-1-1,-1 0 0,1-1 0,0 1 0,-1-2 0,1 1 0,-1-1 0,1 1 1,-1-2-1,0 1 0,1-1 0,-1 0 0,-1 0 0,1-1 0,0 1 0,-1-1 1,0-1-1,0 1 0,0-1 0,0 0 0,-1 0 0,2-2 38,2-6-163,0 0-1,-1 0 0,0-1 0,-1 0 1,0 0-1,-1-1 0,-1 0 1,0 0-1,-1 0 0,-1 0 0,0-12 164,6-109-238,-7 0 0,-9-54 238,7 173 114,0-2 361,0 2 0,-1-1 0,-1 0 0,-1 0 0,0 1 0,-5-13-475,8 70 1251,2-3-1143,2 1 0,2-1 0,1 0 0,2 0 0,1 0 0,3-1 0,0-1 0,2 0 0,2-1 0,1 0 0,9 11-108,-19-35-203,0-1 1,1 1-1,0-1 0,0-1 1,1 0-1,0 0 0,0 0 1,1-1-1,7 3 203,-2-1-2083,1-1 0,0-1 0,15 4 2083,35 6-11215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8810,'0'0'7217,"0"0"-5208,0 0-1297,0 0 1032,0 0 9,126 132-577,-88-71-152,-8-1-264,-9-2-328,-5-5-336,-5-7 73,-6-7-161,1-8-16,-6-9-112,2-20-721,-2-2-2087,0 0-4282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0 17124,'0'0'2304,"0"0"-135,0 0-257,-156 160-600,103-90-552,-1 0-159,6-5-305,7-10-184,9-6-80,8-11 40,11-11-144,7-10-216,6-12-873,32-5-1007,14-20-2025,8-6-3457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44 13635,'0'0'2448,"0"0"-1591,0 0-201,0 0 336,0 0-528,153 0-272,-104-5-120,-4-9-72,-10 2-1592,-13 0-6066</inkml:trace>
  <inkml:trace contextRef="#ctx0" brushRef="#br0" timeOffset="1">0 305 1856,'0'0'9770,"0"0"-8673,0 0 47,0 0-648,0 0-496,0 0-456,167-12-8026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6633,'0'0'5954,"0"0"-3264,0 0-730,0 0-253,0 0-660,0-23-431,0-115 1146,6 118-13,1 19-967,2 13-598,-1 18-36,-1 0 0,-2 0 0,-1 0-1,-1 1 1,-1-1 0,-3 30-148,1-14 57,3 51 44,0 108-2548,-3-204 2188,0 0 0,1 0 0,-1 0 0,0 0 0,0 0 0,-1 0 0,1 0 0,0 0 0,0 0 0,0 0 0,0 0 0,-1 0 0,1-1 0,-1 1 0,1 0 0,0 0 0,-1 0 0,0 0 0,1-1 0,-1 1 0,1 0 0,-1-1 0,0 1 0,1 0 0,-1-1 0,0 1 0,0-1 0,0 1 0,0 0 259,-16 4-7489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5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13243,'0'0'2248,"0"0"-1063,0 0 383,0 0-392,0 0-248,204 46 9,-129-46-353,3 0-352,-8-15-40,-6 1-192,-10 2 0,-11 2-880,-16 7-1425,-14 1-383,-13 2-3626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5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15811,'0'0'2858,"0"0"-723,0 0-258,9 30-482,0 2-1065,48 153 1171,-44-147-1063,-3 1-1,-1 1 1,-2-1 0,1 31-438,-2 42 648,-5 7-648,-1-119-19,0 0 0,0 0 0,0 0 0,0 0 0,0 1-1,0-1 1,-1 0 0,1 0 0,0 0 0,0 1 0,0-1 0,0 0 0,0 0 0,0 0 0,0 1-1,0-1 1,0 0 0,0 0 0,1 0 0,-1 1 0,0-1 0,0 0 0,0 0 0,0 0-1,0 1 1,0-1 0,0 0 0,0 0 0,1 0 0,-1 0 0,0 1 0,0-1 0,0 0 0,0 0-1,0 0 1,1 0 0,-1 0 0,0 0 0,0 0 0,0 1 0,1-1 0,-1 0 0,0 0 0,0 0-1,0 0 1,1 0 0,-1 0 0,0 0 0,0 0 0,0 0 0,1 0 0,-1 0 0,0 0 19,11-11-986,8-19-2070,0-7-3248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6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82 14899,'0'0'2622,"0"0"-1268,0 24-39,-1 11-844,-1-5 24,2 0 1,1 0-1,5 29-495,-5-49 77,1 0 0,0-1-1,1 1 1,0-1 0,1 1 0,0-1-1,0 0 1,1 0 0,0-1-1,0 1 1,1-1 0,0-1-1,1 1 1,2 1-77,-3-3 32,0-1-1,0 0 1,1-1 0,0 0 0,0 0-1,0 0 1,0-1 0,1 0-1,-1 0 1,1-1 0,-1 0 0,1-1-1,0 1 1,0-1 0,0-1-1,0 0 1,0 0 0,0 0-32,-4-1 9,1 1 0,-1-1 1,0 1-1,0-1 0,0 0 1,1-1-1,-1 1 0,0-1 1,-1 0-1,1 0 0,0 0 1,0 0-1,-1-1 0,1 0 0,-1 1 1,0-1-1,0 0 0,0-1 1,1-1-10,1-2 8,-1 1 0,-1-1 1,1 0-1,-1-1 0,0 1 1,-1 0-1,0-1 0,0 1 0,0-1 1,0-7-9,-1 2 44,0 1 1,-1-1 0,0 0-1,-1 0 1,0 0 0,-1 0-1,-1 0 1,0 1-1,-1-1 1,0 1 0,0 0-1,-2 0 1,-2-4-45,0 5 75,0 0 0,-1 0 0,0 1 0,-1 0 0,0 1 0,0 0 0,-1 1 0,-1 0 1,1 1-1,-1 0 0,-12-5-75,5 4-14,-1 1 1,0 0 0,0 2 0,0 0 0,-1 2 0,0 0-1,-7 1 14,67-3-5889,-26 4 4366,44-6-4579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0 13755,'0'0'2535,"0"0"-396,0 0 184,0 0-605,0 0-408,0 0-437,-15 4-371,5-2-411,6-2-60,-1 1 0,1 0 0,0-1 0,0 2 0,0-1 0,0 0 0,0 1 1,0 0-1,0 0 0,0 0 0,0 0 0,1 1 0,-1-1 0,1 1 0,0 0 0,0 0 0,0 0 0,0 1 0,0-1 0,1 1 0,0-1 1,-2 4-32,-5 17 166,0 0 1,2 0-1,1 0 1,1 1-1,1 0 1,0 22-167,2 12 378,2 0 1,5 25-379,2-36 66,3 0 0,2 0 0,1-1 0,3-1-1,2 0 1,5 5-66,0 2 3,-3 1-1,-2 2 1,-2 0-1,0 11-2,-9-21 81,-2-1-1,-2 1 0,-1-1 1,-3 1-1,-2 0 0,-5 20-80,6-47 86,-2-1 0,0 0-1,-1 0 1,-1 0 0,0-1 0,-2 0-1,0 0 1,0 0 0,-2-1-1,0-1 1,-1 0 0,-1 0 0,0-1-1,0 0 1,-2-1 0,0-1-1,-1 1-85,13-12 20,0 1 0,0 0-1,0-1 1,0 1 0,-1-1-1,1 0 1,-1 0 0,1 0-1,-1 0 1,1 0 0,-1 0-1,1-1 1,-1 1 0,0-1-1,1 0 1,-1 0 0,0 0-1,1 0 1,-1 0 0,0 0-1,-2-1-19,2-1-135,-1 0-1,1 0 1,0 0-1,0-1 1,0 1-1,0-1 1,0 1 0,0-1-1,1 0 1,-1 0-1,1-1 1,0 1-1,-1-1 136,2 2-25,0 1-1634,2 2-5552,8 7-557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96 412 16259,'0'0'2578,"0"0"-1300,-14 20 92,-42 70-281,52-84-1010,1 0 0,0 0 0,0 0 0,1 0 0,-1 0 0,1 1-1,1-1 1,-1 1 0,1-1 0,1 1 0,-1 0 0,1-1 0,0 1 0,1 0 0,-1 0 0,1-1 0,0 1-1,2 4-78,-1-8 31,-1 0-1,1 1 1,0-1-1,0 0 1,0 0-1,1 0 1,-1 0-1,1 0 1,0-1-1,-1 1 1,1-1-1,0 0 1,0 0-1,1 0 1,-1 0-1,0 0 1,1-1-1,-1 1 0,1-1 1,-1 0-1,1 0 1,0-1-1,0 1 1,-1-1-1,1 1 1,0-1-1,3-1-30,-2 1 37,1 0-1,-1-1 0,1 0 1,-1-1-1,0 1 1,1-1-1,-1 0 0,0 0 1,0-1-1,0 0 0,0 1 1,-1-2-1,1 1 1,-1 0-1,0-1 0,0 0 1,0 0-1,0 0 0,-1 0 1,1-1-1,-1 0 0,-1 1 1,1-1-1,0 0 1,-1 0-1,0-1 0,1-3-36,3-10 88,0 0 0,-1-1 0,-1 1-1,-1-1 1,-1 0 0,-1 0 0,0-6-88,-3 6 40,-1-1 1,0 1-1,-2 0 1,0 0 0,-1 0-1,-1 1 1,-1-1 0,-1 2-1,-3-5-40,0-2-449,1 0 1,1-1-1,1-1 0,-1-10 449,2-17-3021,4 5-2418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15739,'0'0'5362,"0"0"-3922,0 0-48,0 0-320,16 130-143,-3-79-257,1-3-448,-1-7-48,-2-5-160,-3-4 64,-3-8-72,-2-7-8,0-3-504,-1-14-1249,1 0-4104,5 0-11451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7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60 6529,'0'0'7894,"-4"21"-4821,0-4-2620,-2 11 451,0 1 0,2 0 1,1 6-905,2-27 114,1 0 1,0 0 0,0 0 0,1 0 0,0 0 0,0 0 0,1 0 0,0 0-1,0 0 1,1-1 0,0 1 0,1-1 0,-1 0 0,1 0 0,3 4-115,0-4 36,1 0-1,0 0 1,-1-1 0,2 0 0,-1-1-1,1 1 1,0-2 0,0 1 0,0-1 0,1-1-1,0 1 1,-1-2 0,1 1 0,0-1 0,0-1-1,0 0 1,1 0 0,-1-1 0,1-1-36,-6 1 18,1 0 0,0 0 0,-1-1 0,1 0 0,-1 0 1,1 0-1,-1-1 0,0 0 0,0 0 0,0 0 1,0-1-1,0 1 0,0-1 0,0 0 0,-1-1 0,1 1 1,-1-1-1,0 0 0,0 0 0,-1 0 0,1-1 0,-1 1 1,0-1-1,0 0 0,-1 0 0,1 0 0,-1 0 0,0 0 1,0 0-1,-1-1 0,1 1 0,-1-1 0,-1 1 0,1-4-18,0-4 85,-1 0-1,0 1 1,-1-1-1,0 1 1,-1-1-1,-1 1 1,0-1-1,-1 1 0,0 0 1,0 0-1,-1 1 1,-1-1-1,0 1 1,-1 0-1,0 1 1,-1-1-1,0 2 0,0-1 1,-1 1-1,0 0 1,-1 1-1,1 0 1,-2 0-1,1 1 1,-1 1-85,7 3-25,0 1 1,-1-1 0,1 1 0,-1 0 0,1 0 0,-1 1 0,0-1 0,1 1 0,-1 0 0,0 0 0,0 1 0,-3 0 24,7 0-87,-1 0 1,0 0-1,1 1 0,-1-1 1,1 1-1,-1 0 0,1-1 1,-1 1-1,1 0 0,-1 0 1,1 0-1,0 0 0,-1 0 1,1 0-1,0 0 0,0 0 1,0 1-1,0-1 0,0 0 1,0 1-1,0-1 0,0 0 1,1 1-1,-1 0 0,0-1 1,1 1-1,0-1 0,-1 1 1,1-1-1,0 1 0,0 0 1,-1-1-1,1 1 0,1 1 87,-3 45-4415,2 4-1773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16564,'0'0'1952,"0"0"-968,0 0 1457,116 145-1321,-73-89-128,-6-1-168,-2-4-544,-8 0 64,-3-8-160,-8-4-87,-2-5-89,-3-5 8,-6-5-16,-2-10-433,-1-6-1679,-2-8-4962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0 17420,'0'0'2488,"0"0"-807,0 0-185,0 0-304,-108 135-176,63-69-632,-1 1-71,0-2-193,6-9 0,8-8-120,8-9 72,8-10-72,13-10-264,3-9-985,24-5-1463,6-5-2561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8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224 365 14091,'0'0'928,"0"0"-434,-26 5 280,-5 2-343,1 0 0,-18 8-431,43-13 99,0 0 0,0 1 1,1 0-1,-1-1 0,1 1 0,0 1 0,0-1 0,0 1 1,1-1-1,-1 1 0,1 0 0,0 1 0,0-1 1,0 0-1,0 1 0,1 0 0,0 0 0,-1 2-99,-1 6 347,0 1-1,1 0 1,1-1-1,0 1 0,0 6-346,2-18 40,-1 10 123,0 0 0,0 0 1,1 0-1,1 0 1,0 0-1,1 0 0,0 0 1,1 0-1,0 0-163,-1-8 27,0 0 0,0 0 0,0 0-1,0 0 1,1 0 0,-1-1 0,1 1 0,0-1 0,0 0 0,1 0-1,-1 0 1,1 0 0,-1 0 0,1-1 0,0 0 0,0 0 0,0 0-1,0 0 1,0 0 0,1-1 0,-1 0 0,0 0 0,1 0 0,-1 0 0,5-1-27,0 2 5,-1-1 1,1-1 0,0 1-1,0-1 1,0-1 0,0 0 0,0 0-1,0-1 1,0 0 0,0 0 0,-1-1-1,1 0 1,-1-1 0,0 0 0,0 0-1,0 0 1,-1-1 0,1-1-1,-1 1 1,-1-1 0,1 0 0,-1-1-1,0 1 1,0-1 0,-1-1 0,1 1-1,-2-1 1,1 1 0,-1-2-1,-1 1 1,1 0 0,-1-1 0,-1 1-1,1-1 1,-2 0 0,1 0 0,-1-1-6,3-26-14,-2-1 0,-2 1 0,-1-1 0,-2 1 0,-2-7 14,-13-63 692,-7-8-692,-1-3 1985,50 263-408,-10-90-1765,14 55 989,8 8-801,-25-87-915,1-1 0,2 0 1,1-1-1,1 0 1,20 25 914,-9-25-6512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08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17668,'0'0'2432,"0"0"-1624,0 0-55,0 0-121,0 0 480,86 136-224,-46-78-208,-2-5-128,-6-7-279,-5-8-153,-8-9-104,-3-12-16,0-14-353,-5-3-1871,-1 0-4209</inkml:trace>
  <inkml:trace contextRef="#ctx0" brushRef="#br0" timeOffset="1">358 56 17628,'0'0'2296,"0"0"-1704,0 0 521,-134 152-769,72-77-344,14-10-1785,-1-9-4672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9674,'0'0'5041,"0"0"-3200,0 0 743,0 0-575,0 0-529,0 0-968,0 0-152,43 9 192,-25-4-88,1-3-224,-3 3-192,3-2-48,0 2-80,13 2-1080,-5 0-2833,-3 0-1144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1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12123,'0'0'1880,"0"0"-1080,0 0 576,0 0-847,0 0-257,0 0-40,0 0-152,196-12-80,-115-2-1273,-9-1-3080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1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11178,'0'0'2789,"0"0"-39,0 0-148,0 0-834,0 0-872,0 0-493,-1 16 195,-1 47-125,3 1 0,2 0 0,4-1 0,2 0 0,8 26-473,-6-48-723,-5-15-4867,-4-15-1828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1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13731,'0'0'2416,"0"0"-863,0 0 527,0 0-1344,0 0-15,172-12-33,-97 0-176,3-3-104,0 1-216,-8 4-56,-11 3-128,-19 5-16,-11 2-224,-21 2-928,-5 17-1689,-3 1-1928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16396,'0'0'1936,"0"0"704,0 0-511,0 162-689,6-94-344,-4 2-279,1-5-233,-3-2-144,3-10-280,-1-7-56,-2-7-32,3-10-72,-3-8 0,3-6-64,2-10-448,19-8-448,0-23-913,3-11-3832</inkml:trace>
  <inkml:trace contextRef="#ctx0" brushRef="#br0" timeOffset="1">296 53 17108,'0'0'1813,"-7"21"-467,1 0-948,-1-1 27,1 1 0,1 1 0,0-1 0,2 1 0,0 14-425,2-24 129,0 1-1,1-1 1,1 0 0,0 1-1,0-1 1,1 0-1,1 0 1,4 11-129,-5-19 10,0 1 1,1-1-1,-1 0 1,1 0 0,0 0-1,0-1 1,0 1-1,1-1 1,-1 0-1,1 0 1,0 0-1,-1 0 1,2 0-1,-1-1 1,0 0-1,0 0 1,1 0 0,-1 0-1,1-1 1,-1 0-1,1 0 1,0 0-1,-1 0 1,5-1-11,-1 2 11,0-2-1,1 1 1,-1-1 0,1 0 0,-1-1-1,0 0 1,1 0 0,-1-1-1,0 0 1,0-1 0,0 0 0,0 0-1,0 0 1,-1-1 0,1 0 0,-1-1-1,0 0 1,-1 0 0,1 0 0,-1-1-1,0 0 1,0 0 0,-1 0 0,1-1-1,-2 0 1,1 0 0,-1 0 0,0 0-1,0-1 1,-1 0 0,0 0-1,0 0 1,-1 0 0,0 0 0,-1 0-1,1-1 1,-2 1 0,1-2-11,-1 4 22,1 0 1,-1 0-1,-1 0 1,1 0 0,-1 0-1,0 0 1,0 0-1,-1 0 1,0 0-1,0 1 1,0-1-1,-3-4-22,1 4 39,-1 1 0,0-1 0,0 1 0,0 0 0,-1 0 0,0 0 0,0 1 0,0 0 0,0 0 0,-4-1-39,-16-7-272,-15-8 678,40 19-758,-1 0 0,1 0 1,-1-1-1,1 1 0,0 0 0,0 0 0,0-1 0,0 1 0,0-1 1,0 1-1,0-1 0,0 1 0,0-1 0,0 1 0,1-1 0,-1 0 1,1 0-1,0 1 0,-1-1 0,1 0 0,0-1 352,0-11-9235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2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12947,'0'0'3032,"0"0"-1175,0 0 1896,0 0-2977,0 0-464,0 0 512,0 0 24,89 169-384,-68-118-88,1-1-296,-4-6 16,1-6-24,-3-6-72,1-6-144,-4-6-880,0-11-1360,-2-4-3170,-3-5-6088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3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0 12619,'0'0'2696,"0"0"-1487,0 0 1119,-123 126-824,72-63-191,-3-1-337,3-1-520,8-10-120,8-8-240,13-9-8,6-8-80,8-6-16,6-6-88,2-11-1208,16-3-2881,5 0-4209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2985,'0'0'7712,"0"0"-4563,0 0-1216,25-6-656,81-16-615,-104 21-648,0 0-1,0 1 1,-1-1-1,1 1 0,0 0 1,0 0-1,0-1 1,0 1-1,0 1 0,0-1 1,0 0-1,0 0 1,0 1-1,-1-1 0,1 1 1,0-1-1,0 1 1,0 0-1,-1 0 0,1 0 1,0 0-1,-1 0 0,1 0 1,-1 0-1,1 1 1,-1-1-1,0 0 0,1 1 1,-1 0-1,0-1 1,0 1-1,0-1 0,0 1 1,0 0-1,0 0 1,-1-1-1,1 1 0,-1 0 1,1 0-1,-1 0 1,0 0-1,0 0 0,1 0 1,-2 1-14,2 5 79,-1 0 1,-1 0-1,0 0 1,0 0-1,-1 0 1,1 0 0,-2-1-1,-1 6-79,-4 2 232,-1 0-1,-1 0 1,0-1-1,-1-1 0,0 0 1,-7 6-232,7-9 199,1 1 0,0 0 0,1 0 0,0 1 0,1 0 0,1 1 0,0 0-1,0 0 1,-2 9-199,9-20 15,-1 0 0,1 0-1,-1 0 1,1 0-1,0 0 1,0 0 0,0 0-1,0 0 1,0 0-1,1 0 1,-1 0 0,1 0-1,-1 0 1,1 0 0,0 0-1,-1 0 1,1 0-1,0-1 1,0 1 0,1 0-1,-1 0 1,0-1-1,0 1 1,1-1 0,-1 1-1,1-1 1,0 0-1,-1 1 1,1-1 0,0 0-1,0 0 1,-1 0-1,1 0 1,0-1 0,0 1-1,0-1 1,0 1 0,2 0-15,12 3 27,0-1 0,0 0 0,1-2 0,14 1-27,-5 0-71,47 7-3357,-46-2-1193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3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12163,'0'0'1768,"0"0"-80,0 0 881,147 0-889,-69 0-247,8 0-585,0-12-256,-5-8-304,-9 1-160,-10 2-128,-14 2-184,-13 6-1408,-13 4-1297,-11 3-1816,-9 2-3481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9914,'0'0'2079,"0"0"-465,26-6 453,198-45 1434,-221 50-3450,3 0 48,0 0 1,-1 0-1,1 0 0,0 1 1,0-1-1,0 2 1,1-1-100,-6 0 5,0 1 1,1-1 0,-1 0 0,0 1-1,0-1 1,0 1 0,0 0 0,0-1 0,0 1-1,0 0 1,0-1 0,0 1 0,-1 0-1,1 0 1,0 0 0,0 0 0,-1 0-1,1 0 1,-1 0 0,1 0 0,-1 0-1,1 0 1,-1 0 0,1 0 0,-1 1 0,0-1-1,0 0 1,1 0 0,-1 0 0,0 0-1,0 1 1,0-1 0,-1 0 0,1 1-6,-1 6 28,1 1 0,-2-1 0,1 0 0,-1 0 0,-1 0 0,1 0 0,-1-1 0,-1 1 0,0-1 1,-2 5-29,-53 74 613,23-37-220,24-31-301,-12 19 304,0 2-1,-2 9-395,21-37 87,0 1 0,0-1 1,1 1-1,1 0 0,0 0 0,0 0 0,1 0 0,1 0 0,0 1 1,1 5-88,0-17 7,0 1 1,1 0-1,-1-1 1,0 1-1,1-1 1,0 1-1,-1-1 1,1 0 0,0 1-1,0-1 1,0 0-1,-1 1 1,1-1-1,1 0 1,-1 0-1,0 0 1,0 0 0,0 0-1,1 0 1,-1 0-1,0 0 1,1 0-1,-1-1 1,1 1-1,-1-1 1,0 1 0,1-1-1,0 1 1,-1-1-1,1 0 1,-1 0-8,58 3 193,-43-3-160,7-1-22,-1-1 0,1-1-1,-1-1 1,1-2 0,-1 0 0,-1-1 0,4-2-11,49-20-6967,-56 21-1640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6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41 7402,'0'0'2359,"0"0"177,0 0-277,0 0-758,0 0-306,0-7 192,0-25 1516,0 30-1479,0 5-264,0 22-719,-5 723 2333,-11-226-1904,16-511-929,-4 5-323,-17-13-6732,8-3-2220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92 8858,'0'0'5284,"0"0"-3639,0 0-883,-6 26 70,-4 25 25,1 0 0,4 0 0,0 28-857,5-72 106,1-1 1,-1 1-1,1-1 0,1 1 0,-1-1 0,1 1 0,1-1 0,-1 0 0,1 0 1,0 0-1,0 0 0,1 0 0,-1-1 0,1 1 0,1-1 0,-1 0 1,1-1-1,-1 1 0,2-1 0,-1 0 0,0 0 0,2 1-106,0-1 56,0 0 0,0-1 0,0 1-1,0-2 1,1 1 0,-1-1 0,1 0 0,0 0 0,-1-1-1,1 0 1,0-1 0,0 1 0,0-2 0,0 1-1,-1-1 1,1 0 0,0-1 0,0 1 0,0-2-56,-3 1 8,0 0 0,-1 0 0,1-1 0,-1 0 0,0 0 0,0 0 1,0 0-1,0 0 0,0-1 0,0 0 0,-1 0 0,0 0 0,0 0 1,0 0-1,0-1 0,-1 0 0,0 1 0,0-1 0,0 0 0,0 0 0,-1 0 1,1-5-9,2-12 25,0 0 0,-2 0 0,-1-1 1,-1-14-26,0 28 5,-1 0 0,0 0 0,-1 0 0,0 1 0,0-1 0,-1 0 0,0 1 0,-1 0 0,0 0 0,0 0 0,-1 0 0,1 0 0,-2 1 0,1 0 0,-3-2-5,-14-14-1320,-1 0 1,-2 1-1,-14-10 1320,11 9-2816,-1-2-2277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12843,'0'0'3318,"0"0"432,0 0-1248,0 0-1027,0 0-822,0 0-293,3 19 298,8 84-129,-5 1 0,-5 0 0,-4 2-529,1-93 306,0-4-2636,1-4-5464,1-7-2460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7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12187,'0'0'5355,"0"0"-3374,0 0-1292,0 0-61,-2 27 109,-1 92-65,3-108-587,0 1 1,1-1 0,1 0 0,0 0-1,1 1 1,0-1 0,0-1-1,3 6-85,-3-10 61,0 0-1,1 0 1,-1 0-1,1 0 0,0-1 1,1 0-1,-1 0 0,1 0 1,0 0-1,0-1 1,3 2-61,1-1 87,0 0 1,1-1-1,0 1 0,0-2 1,0 1-1,1-2 1,-1 1-1,1-1 1,-1-1-1,1 0 1,0-1-1,0 0 1,-1 0-1,1-1 1,0 0-88,-5 0 16,0 0 0,0 0 1,0 0-1,0 0 1,0-1-1,0 0 0,-1-1 1,1 1-1,-1-1 1,1 0-1,-1 0 0,0-1 1,0 1-1,0-1 0,-1 0 1,0-1-1,1 1 1,-1-1-1,-1 0 0,1 0 1,-1 0-1,0 0 1,0-1-1,0 1 0,-1-1 1,0 0-1,0 1 0,0-1 1,-1 0-1,0 0 1,0 0-1,0-1 0,-1 1 1,0 0-1,0 0 1,-1 0-1,1 0 0,-1 0 1,-1 0-1,1 0 0,-1 0 1,0 0-1,0 1 1,-1-1-1,0 1 0,0-1 1,0 1-1,0 0 0,-5-4-16,0-1-69,0 0-1,-1 1 1,0 1-1,-1-1 0,0 1 1,0 1-1,-1 0 0,1 1 1,-2 0-1,1 0 0,-1 1 1,1 0-1,-1 1 0,-1 1 1,-11-2 69,7 2-1207,0 1 0,0 1 1,0 1-1,1 0 0,-1 1 1,0 1-1,-10 2 1207,-33 15-11293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1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10058,'0'0'1657,"0"0"-817,0 0 1752,0 0-959,0 0 527,0 0-304,175-2-407,-121-8-481,-3 3 8,-6-3-536,-4 0-240,-1 5-136,-8 1-64,-5 4-216,-11 0-912,-16 0-1793,-13 14-1656,-17 3-5409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0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11282,'0'0'1545,"0"0"7,0 0 2417,0 0-2473,0 0-760,188-60-288,-132 33-143,-7 3-233,-6 5-72,5 7-232,-13 2-1953,-8 5-2776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0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12979,'0'0'2379,"0"0"-405,0 0 432,0 0-1109,0 0-603,5 27 413,-2-10-867,6 35 798,-1-1 1,-1 40-1039,-6-41 536,-1-3-414,2 1 0,2-1 0,2 0 0,2 0-1,2-1 1,4 4-122,-9-23-1448,-4-19-1489,-1 1-3373,0-3-7279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13451,'0'0'1832,"0"0"-287,0 0 1463,161-19-1792,-75-5-583,3 2-1,-6 3-128,-13 6-336,-11 6-168,0 7-64,-13 0-1704,-14 0-3394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2 103 12163,'0'0'2433,"0"0"-452,0 0-518,0 0-632,0 0-353,25-17-28,82-54-163,-105 69-282,0 1 1,0-1 0,0 1 0,0 0 0,0 0 0,0 0-1,0 0 1,1 0 0,-1 0 0,0 0 0,1 1 0,-1-1 0,0 1-1,1 0 1,-1 0 0,1 0 0,-1 0 0,0 0 0,1 0-1,-1 1 1,1-1 0,-1 1 0,0-1 0,0 1 0,1 0-1,-1 0 1,0 0 0,0 0 0,2 2-6,-1 0 4,0 1 1,0 0-1,-1 0 0,1 0 0,-1 0 1,0 0-1,0 0 0,0 1 1,-1-1-1,2 4-4,-1 0 10,4 11 112,-2 1 0,0 0 0,-1 0 0,-1 0 0,0 0 0,-2 1 0,-1-1 0,0 0 0,-2 0 0,0 0 0,-1 0 0,-1 0 0,-1-1-1,0 1 1,-2-2 0,0 1 0,-1-1 0,-1 0 0,-1-1 0,0 0 0,-1-1 0,-1 0 0,-11 10-122,22-23 47,-1 0 1,0 0-1,0 0 0,-1-1 1,1 1-1,-1-1 0,1 0 1,-1 0-1,0 0 0,0 0 1,1-1-1,-1 1 0,-1-1 1,1 0-1,0 0 1,0-1-1,-3 1-47,5-1 29,0-1 0,0 1 0,0-1 1,-1 0-1,1 0 0,0 1 0,0-1 0,0-1 1,0 1-1,1 0 0,-1 0 0,0-1 0,0 1 1,1-1-1,-1 0 0,1 1 0,-1-1 0,1 0 0,0 0 1,0 0-1,0 0 0,0 0 0,0 0 0,0 0 1,0 0-1,1 0 0,-1 0 0,1-1 0,0 1 1,-1 0-1,1 0 0,0-1-29,-1-4 13,-1 0-1,2-1 1,-1 1 0,1-1-1,0 1 1,0-1 0,1 1 0,0 0-1,2-6-12,-2 10 1,0 0 0,0 0 0,1 1 0,-1-1 0,1 0 0,0 0 0,0 1 0,0-1 0,0 1 0,0 0 0,1-1 0,-1 1 0,1 0 0,-1 1 0,1-1 0,0 0 0,0 1 0,-1-1 0,1 1 0,0 0 0,1 0 0,-1 0 0,1 0-1,5-1 28,1-1 1,-1 2-1,1-1 0,0 1 0,-1 1 0,1 0 0,0 0 1,0 1-1,-1 0 0,1 1 0,0 0 0,-1 0 0,0 1 1,1 0-1,-1 1 0,0 0 0,-1 0 0,1 1 0,-1 0 0,0 1 1,0 0-1,0 0 0,-1 1 0,0 0 0,0 0 0,-1 0 1,1 3-29,-2-4 2,-1-1 1,1 1-1,0-1 1,0 0 0,1 0-1,-1-1 1,1 0-1,0 0 1,1 1-3,-3-4-125,0 1 0,0-1 0,0 0 0,0 0 0,0 0 0,0-1 0,0 1 0,0-1 0,0 0 0,1 0 0,-1 0 0,0-1 0,0 1 0,0-1 0,0 0 0,0-1 125,40-18-4098,-1-10-2862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1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28 15915,'0'0'1849,"0"0"-646,-7 25 198,0 0-1058,-1 0-53,2 0 0,1 0-1,1 0 1,1 0-1,0 16-289,3-22 269,-1-8-108,0 0 0,2-1 0,-1 1 0,1 0 0,1 0 1,1 7-162,-2-15 20,0-1 0,0 1 0,1 0 0,-1-1 0,1 1 0,-1-1 1,1 1-1,0-1 0,0 0 0,0 0 0,0 0 0,0 0 1,0 0-1,1 0 0,-1-1 0,0 1 0,1-1 0,0 1 0,-1-1 1,1 0-1,0 0 0,0 0 0,-1 0 0,1-1 0,0 1 0,3-1-20,3 1 48,1-1 0,-1 0 0,1 0 0,-1-1 0,0-1 0,1 1 0,-1-2 0,0 1 0,0-1 0,0 0 0,0-1 0,-1 0 0,1-1 0,-1 0-1,0 0 1,0 0 0,-1-1 0,0 0 0,4-5-48,-2 3 27,-1 0 0,-1-1 0,1 0-1,-1-1 1,-1 1 0,0-1 0,0-1-1,-1 1 1,0-1 0,-1 0 0,0 0-1,-1 0 1,0 0 0,-1-1 0,1-9-27,-2 10 47,0 0 0,-1 0-1,-1 0 1,0 0 0,0 0 0,-1 1 0,-2-6-47,3 12-14,0 1 0,-1 0 1,1-1-1,-1 1 0,0 0 0,0 0 0,0 0 0,0 0 1,-1 0-1,1 0 0,-1 1 0,0-1 0,1 1 0,-1 0 1,0-1-1,-1 2 0,1-1 0,0 0 0,0 0 1,-1 1-1,1 0 0,-1 0 0,1 0 0,-1 0 0,-1 0 14,-14-1-1045,0 1 1,0 0-1,0 2 0,-15 1 1045,-22 8-5511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2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19 137 3697,'0'0'4322,"0"0"-2143,0 0-574,0 0-160,0 0-287,0 0-158,-2-7 35,-2-2-1046,-8-30 2749,12 37-2673,0 0 0,0 1 0,0-1 0,0 1 0,0-1 0,1 0 0,-1 1 0,0-1 0,1 1 0,-1-1 0,1 1 0,0-1 0,-1 1 0,1-1 0,0 1 0,0 0 0,0 0 0,0-1 0,0 1 0,0 0 0,0 0 0,0 0 0,1 0 0,-1 0 0,0 0 0,2 0-65,9-6 55,0 1 1,1 0-1,0 1 1,0 0-1,1 1 1,-1 1-1,1 0 1,0 1-1,0 0 1,0 1-1,0 1 1,-1 0-1,11 2-55,-20-1 5,0 0-1,1 1 0,-1 0 1,0 0-1,0 0 1,0 0-1,0 0 0,0 1 1,0 0-1,-1 0 1,1 0-1,-1 0 0,0 1 1,0-1-1,0 1 1,0-1-1,-1 1 0,1 0 1,-1 1-5,10 16 23,-2 0 1,-1 1-1,2 6-23,-5-13 10,20 54 40,-16-38-32,1 0-1,2 0 1,1-1 0,1-1-1,2 0 1,0-2 0,5 4-18,-21-30-125,0 0 0,0 0 0,0 0 1,0 0-1,1 0 0,-1 0 0,0 0 0,1 0 1,-1 0-1,1 0 0,-1-1 0,1 1 0,-1-1 1,1 1-1,-1-1 0,1 1 0,0-1 0,-1 0 1,1 0-1,0 0 0,-1 0 0,1 0 1,-1 0-1,1-1 0,0 1 0,-1 0 0,1-1 1,0 1 124,9-8-4580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0 13291,'0'0'1976,"0"0"-775,-76 136 1599,33-64-1024,-8 5-503,0-2-265,3-7-288,5-10-320,8-12-256,11-10-56,8-12-88,11-14-72,5-10-1088,18-8-1649,12-18-2128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9450,'0'0'2398,"0"0"-494,0 0-51,0 0-649,0 0-504,0 0-245,22 4 32,0 0-200,0 1 0,20 8-287,-41-12 36,1 0-1,0 0 1,-1 0-1,1 0 1,-1 1 0,1-1-1,-1 0 1,1 1-1,-1 0 1,0-1-1,0 1 1,0-1-1,0 1 1,0 0-1,0 0 1,0 0-1,-1 0 1,1 0-1,-1 0 1,1-1-1,-1 1 1,0 0-1,0 0 1,1 0 0,-1 0-1,-1 0 1,1 0-1,0 0 1,0 0-1,-1 0 1,0 0-1,1 0 1,-1 1-36,-1 5 160,-1 6-9,-2 0 1,1 0 0,-2 0 0,0-1 0,0 1-1,-1-2 1,-1 1 0,0-1 0,-5 5-152,4-5 41,0-1 0,2 1 0,-1 1 0,1 0 1,1 0-1,1 0 0,0 0 0,0 1 0,1 0 0,1 2-41,2-15 14,1 0-1,0 0 1,0 0-1,-1 0 0,1 0 1,0 0-1,0 0 0,0 0 1,0 0-1,1 0 1,-1 0-1,0 0 0,0 0 1,1 0-1,-1 0 1,0 0-1,1 0 0,-1 0 1,1 0-1,-1 0 0,1 0 1,0 0-1,-1-1 1,1 1-1,0 0 0,-1 0 1,1-1-1,0 1 1,0-1-1,0 1-13,32 1 620,-17-2-412,10-1-113,0-1 1,0-1-1,0-1 1,19-6-96,16-9-4189,-46 12-2110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14483,'0'0'2721,"0"0"-371,0 0 129,0 0-812,0 0-931,0 0-433,1 20 37,1 19 152,2 0 1,2 0-1,8 29-492,16 53 524,-5 1-1,-6 1 0,-5 1 1,-6 1-1,-5 16-523,-6 431 1025,3-571-1077,0-1-176,0 0-444,0-5-3189,0 3-1888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4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24 329 12875,'0'0'1548,"-3"21"-304,-7 51 1926,3 1 0,4 52-3170,3-120 75,0 1-1,0-1 0,1 0 0,0 0 0,0 0 0,0 0 0,1 0 1,-1 0-1,1 0 0,0 0 0,1 0 0,-1-1 0,1 1 1,0-1-1,0 0 0,1 0 0,-1 0 0,1 0-74,1 0 18,0-1-1,0 1 1,0-1 0,1 0-1,-1-1 1,1 1-1,0-1 1,0 0 0,-1-1-1,1 1 1,1-1 0,-1 0-1,0-1 1,0 1-1,2-1-17,0 0 9,0 0-1,1 0 1,-1-1-1,0 0 1,0 0-1,0-1 1,0 0-1,0 0 1,0-1-1,-1 0 1,1-1-1,-1 1 1,0-1-1,0-1 1,0 1-1,-1-1 1,1 0-1,-1-1 1,0 0-1,-1 0 1,1 0-1,-1 0 1,-1-1-1,1 0 1,-1 0-1,0 0 1,-1-1-1,1 1 0,-2-1 1,1 0-1,-1 0 1,0 0-1,0 0-8,2-13 39,-1 0-1,-1-1 1,-1 0-1,0 1 0,-2-1 1,0 1-1,-2-5-38,-8-34-173,-16-53 173,17 76-334,-2-14-5449,-2-35 5783,7 25-6375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5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15915,'0'0'3089,"0"0"-824,0 0-265,0 0-1400,0 0 104,0 0-112,24 166-352,-16-120-64,3-7-176,-3-10 64,0-5-64,0-7 0,3-5-512,8-7-1160,-1-3-3041,1-2-3569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5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13259,'0'0'1481,"0"0"-416,7 27 988,26 85-144,-31-105-1782,1-1 0,-1 0 0,1 0 0,0 0 0,1 0 0,-1-1 0,1 1 0,0-1 0,0 0 0,1 0 0,0 0 0,0-1 0,0 0 1,0 0-1,1 0 0,-1-1 0,1 1 0,0-1 0,2 0-127,5 1 191,-1 0 1,1-2-1,1 1 1,-1-2-1,0 0 1,0 0-1,9-2-191,-17 2 39,0-2 0,0 1 0,1 0 0,-1-1 0,0 0 0,0 0 1,0-1-1,0 1 0,0-1 0,-1 0 0,1-1 0,0 1 0,-1-1 0,0 0 0,0 0 0,1 0 0,-2 0 0,1-1 0,1-1-39,0-1 39,-1 0-1,0 0 1,-1 0-1,1-1 1,-1 1-1,-1-1 1,1 0-1,-1 0 1,0 0-1,-1 0 0,0 0 1,0 0-1,0-2-38,0-3 15,-1 0 0,0 0 0,-1-1 0,0 1 1,-1 0-1,-1 0 0,0 0 0,0 0 0,-1 1 0,0-1 0,-1 1 0,-1 0 0,0 0 0,0 1 0,-1-1 0,-5-4-15,8 10-68,-1 1-1,0 0 1,-1 0 0,1 0-1,-1 1 1,1 0 0,-1 0-1,0 0 1,0 1-1,0 0 1,-1 0 0,1 0-1,-1 1 1,1 0 0,0 0-1,-2 1 69,-16-1-1959,-1 1 1,1 2-1,-17 3 1959,40-5-86,-80 16-9444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7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15267,'0'0'3097,"0"0"-1377,0 0-519,0 0-737,0 0 496,-3 155 16,6-95-272,2-4-328,0-8-88,-2-7-208,3-12-64,-4-9 40,4-6-56,-4-7-320,-2 8-1128,0-3-2641,0 0-1488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7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12779,'0'0'2808,"0"0"-1415,0 0 655,0 0-1032,190-41-264,-125 29-199,-4 0-233,-4 2-192,-6 0-40,-3 1-88,-2 6-953,-9 3-1599,-12 0-4458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6009,'0'0'9746,"0"0"-7905,0 0-1161,0 0 656,0 0-776,0 0-344,175 15-208,-140-15 72,-8 0-80,-8 0-304,-6 0-1360,-8 0-1305,-5 0-8177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8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11843,'0'0'2056,"0"0"-552,0 0 1273,0 0-1449,0 0-512,0 0-480,174-29-208,-117 15-128,10 14-1712,-13 0-2713,-11 0-6633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15195,'0'0'2159,"0"0"-710,0 0 202,0 0-787,0 0-575,26-14-161,81-44-92,-105 56-34,0 1 0,0 0 0,0 0-1,1 0 1,-1 0 0,1 0 0,-1 0-1,1 0 1,-1 1 0,1 0-1,-1-1 1,1 1 0,-1 0 0,1 0-1,-1 0 1,1 0 0,-1 1 0,1-1-1,-1 1 1,1 0 0,-1-1 0,1 1-1,-1 0 1,0 0 0,1 1 0,-1-1-1,1 1-1,0 2 7,0-1 0,0 1 0,0 0 0,-1 0 0,1 0 0,-1 0 0,0 0 0,-1 1 0,1-1 0,0 4-7,1-1 23,3 14 52,0 0 0,-2 0 0,0 0 0,-1 0 0,-2 1 0,0-1 0,-1 1 0,-1-1 0,-1 7-75,-3 3 172,0-1 0,-2 0 0,-1-1 0,-1 0 0,-1 0 0,-5 6-172,0-2 342,-1 1 0,-2-2-1,-1 0 1,-1-2 0,-9 10-342,27-38 51,1-1 1,0 1-1,-1 0 0,0-1 1,1 0-1,-1 1 1,0-1-1,0 0 0,0 0 1,0 0-1,0 0 1,0 0-1,0 0 1,0-1-1,0 1 0,0-1 1,0 1-1,-1-1 1,-1 0-52,3 0 33,0 0-1,0-1 1,0 1 0,0-1 0,0 1 0,0-1 0,0 1 0,0-1 0,0 0 0,1 0 0,-1 1 0,0-1 0,0 0 0,1 0 0,-1 0 0,0 0 0,1 0-1,-1 0 1,1 0 0,-1 0 0,1 0 0,0 0 0,-1 0 0,1 0 0,0 0 0,0 0 0,-1 0 0,1 0 0,0-1 0,0 1 0,0 0 0,1 0 0,-1 0-1,0 0 1,0 0 0,1 0 0,-1 0 0,0-1-33,1 0 14,0 0 1,0 1-1,1-1 0,-1 0 0,0 0 0,0 0 0,1 1 0,-1-1 1,1 1-1,0-1 0,-1 1 0,1 0 0,0-1 0,0 1 0,0 0 1,0 0-1,0 0 0,0 1 0,0-1 0,0 0 0,0 1 0,0-1 1,1 1-15,52-10 90,10 9-20,-48 2-336,-1 0 0,1-1 0,0-1 0,-1-1 1,1-1-1,-1 0 0,1-1 0,-1 0 1,0-2-1,6-2 266,34-28-5195,-6-5-5111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42 179 16219,'0'0'1736,"-6"22"-480,1-4-876,-3 8 213,2 0 1,0 0 0,2 0 0,-1 21-594,4-30 251,1-1-1,0 1 1,1-1-1,0 0 1,2 1-1,4 14-250,-6-26 30,1-1-1,-1 1 1,1-1 0,1 0-1,-1 0 1,0 0 0,1 0-1,0 0 1,0-1 0,0 1-1,1-1 1,-1 1-1,1-1 1,-1-1 0,1 1-1,0 0 1,0-1 0,1 0-1,-1 0 1,0 0 0,1 0-1,-1-1 1,1 0 0,-1 0-1,1 0 1,2 0-30,3 0 11,-1 0 1,1-1-1,-1-1 1,1 1-1,-1-1 0,1-1 1,-1 0-1,0 0 1,0-1-1,0 0 1,0 0-1,0-1 1,0-1-1,-1 1 0,0-1 1,0-1-1,0 1 1,-1-1-1,0-1 1,0 1-1,0-1 0,-1 0 1,0-1-1,0 0 1,-1 0-1,0 0 1,-1 0-1,0-1 0,0 0 1,0 0-1,-1 0 1,-1 0-1,0 0 1,0 0-1,0-1 1,-1 1-1,-1-1 0,0 1 1,0-1-1,-1-6-11,0 12 8,0 0 0,0-1 0,0 1 0,0 0 0,-1 0 0,1-1 0,-1 1 0,0 0-1,-1 1 1,1-1 0,-1 0 0,1 1 0,-4-4-8,-46-35 89,45 38-107,0 0 0,1-1 0,-1 0 0,1 0 0,0-1 0,0 1 0,1-1-1,0-1 1,0 1 0,0-1 0,1 0 0,-3-6 18,4 1-841,0 0 0,1 0 0,1 0-1,0 0 1,1 0 0,1-7 841,-1 10-1242,0-43-8059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12707,'0'0'2656,"0"0"-1487,0 0 143,0 0-664,177-39-400,-126 27-176,-13 3-72,-9 4-168,-18 5-760,-6 0-921,-5 0-4008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29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11330,'0'0'2946,"0"0"-784,0 0-443,0 0-788,0 0-536,0 0 102,-3 15 342,-2 8-481,1-1 0,2 1 0,0-1 0,1 1 0,1 0 0,2 0 0,0 4-358,16 59 536,-5 0 0,-3 1 0,-3 50-536,-7-120-1,8 396 60,-8-390-57,0-15 2,0-1 0,1 0 0,-1 0 0,1 0 0,1 0 0,-1 0 0,1 0 0,1 2-4,-1-6 6,0 0 0,0 0 1,0 0-1,1-1 0,-1 1 0,1-1 1,-1 1-1,1-1 0,0 0 1,0 0-1,0 0 0,0 0 0,0-1 1,0 1-1,0-1 0,1 0 0,-1 0 1,1 0-1,1 1-6,26 3 119,1 0-1,-1-2 1,1-2 0,-1 0-1,1-3 1,-1 0 0,16-4-119,92-4-688,-138 10-642,-1-10-5326,-2-4-819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14563,'0'0'1887,"0"0"-294,0 0 396,0 0-819,0 0-349,0 0 92,16 24-5,46 84-5,-55-91-769,0 0 1,-1 0-1,-1 0 1,-1 0-1,-1 1 1,0 0-1,-1-1 1,-1 1-1,0 0 1,-3 15-135,2 13 108,1 99-134,-1-145-18,0 0-1,0 0 1,0 0 0,0 0 0,0 0 0,0 0 0,1 0 0,-1 0 0,0 0 0,0-1 0,0 1 0,0 0 0,0 0 0,0 0 0,1 0-1,-1 0 1,0 0 0,0 0 0,0 0 0,0 0 0,0 0 0,0 0 0,0 0 0,1 1 0,-1-1 0,0 0 0,0 0 0,0 0 0,0 0 0,0 0-1,0 0 1,0 0 0,0 0 0,1 0 0,-1 0 0,0 0 0,0 0 0,0 0 0,0 1 0,0-1 0,0 0 0,0 0 0,0 0 0,0 0-1,0 0 1,0 0 0,0 0 0,0 1 0,0-1 44,7-13-2309,3-11-2984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14403,'0'0'1942,"0"0"-911,0 0 312,0 30-103,0 178 284,0-199-1445,0 1 1,1-1-1,0 0 0,1 0 0,0 0 0,0 0 1,1 0-1,0 0 0,1-1 0,0 0 0,0 1-79,-1-4 36,0-1 0,0 0-1,0 0 1,0 0 0,1 0-1,-1-1 1,1 1 0,0-1-1,0 0 1,1 0 0,-1 0-1,0-1 1,1 1 0,0-1-1,-1 0 1,1-1 0,0 1-1,0-1 1,0 0 0,4 0-36,-2 0 23,1 0 1,-1 0 0,1-1-1,-1-1 1,1 1 0,-1-1-1,1 0 1,-1-1-1,1 0 1,-1 0 0,0-1-1,0 1 1,0-1 0,0-1-1,-1 0 1,1 0 0,-1 0-1,0 0 1,0-1 0,0 0-1,-1-1 1,0 1 0,0-1-1,0 0 1,-1 0 0,0 0-1,0-1 1,0 0 0,-1 1-1,0-1 1,0 0-1,-1-1 1,0 1 0,0-4-24,1 1 50,0-1 0,-2 0 0,1 0 0,-1 0 0,-1 0 0,0 0 0,0 0 0,-1 0 0,-2-6-50,1 10 87,0-1 0,0 1 0,-1 0 1,0 0-1,0 1 0,-1-1 0,1 1 0,-1-1 1,-1 1-1,1 0 0,-1 1 0,0-1 1,-1 1-1,-1-1-87,-27-21 232,-1 1 0,-1 2 0,-2 2-232,38 22-38,0 0 1,0 0-1,0 0 0,0 0 1,-1 0-1,1 0 0,0 0 1,0 0-1,0 0 0,0 0 1,0-1-1,0 1 1,0 0-1,0 0 0,-1 0 1,1 0-1,0 0 0,0 0 1,0 0-1,0 0 0,0 0 1,0-1-1,0 1 0,0 0 1,0 0-1,0 0 1,0 0-1,0 0 0,0 0 1,0-1-1,0 1 0,0 0 1,0 0-1,0 0 0,0 0 1,0 0-1,0 0 0,0-1 1,0 1-1,0 0 0,0 0 1,0 0-1,0 0 1,0 0-1,0 0 0,0-1 1,0 1-1,0 0 0,0 0 1,0 0-1,0 0 0,1 0 1,-1 0-1,0 0 0,0 0 1,0 0-1,0 0 1,0-1-1,0 1 0,0 0 1,1 0-1,-1 0 0,0 0 1,0 0 37,15-4-2030,29-1-2949,-36 4 2946,42-6-9242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2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12699,'0'0'1652,"0"0"-106,4 24 961,18 79-673,-20-97-1720,0 0 1,0 1 0,1-2 0,0 1 0,0 0 0,1 0-1,-1-1 1,1 0 0,0 0 0,1 0 0,-1 0-1,1-1 1,0 1 0,0-1 0,1 0 0,-1-1-1,1 1 1,-1-1 0,1-1 0,0 1 0,0-1-1,1 0 1,-1 0 0,0 0 0,1-1 0,0 0-115,7 1 92,1-1 0,-1 0 0,0-1 1,0 0-1,1-2 0,-1 1 0,0-2 1,0 0-1,-1 0 0,9-4-92,-13 3 52,1 0-1,-1 0 1,0-1 0,0 0-1,0-1 1,-1 0 0,0 0-1,0-1 1,-1 0-1,1 0 1,-1-1 0,-1 0-1,0 0 1,0-1 0,0 1-1,-1-1 1,-1 0-1,1-1 1,-1 1 0,-1-1-1,0 0 1,0 0 0,-1 0-1,-1 0 1,1 0-1,-2-1 1,1 1 0,-1 0-1,-1 0 1,0-1-1,-2-6-50,3 12 10,-1 1 0,0-1 0,-1 1 0,1 0 0,-1 0 0,0 0 0,0 0 0,0 0 0,-1 0 0,1 0 0,-1 1 0,0-1 0,0 1 0,0 0 0,0 0 0,-1 0 0,-3-2-11,1 1-14,-1 0 0,0 1 1,0 0-1,0 0 0,0 1 0,0 0 0,0 0 0,0 1 1,-1 0-1,-2 0 14,-10 0-273,0 1 1,0 1-1,0 1 0,0 1 1,0 1-1,1 0 0,-10 5 273,-50 23-2575,7 6-2124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36 11723,'0'0'2056,"0"0"-225,24-6-361,75-19-802,-96 24-633,0 0 1,-1 0 0,1 1-1,0-1 1,0 1-1,0-1 1,-1 1 0,1 0-1,0 0 1,0 0 0,0 0-1,0 1 1,-1-1-1,1 1-35,-3 0 44,0 0-1,-1-1 0,1 1 1,0 0-1,-1 0 0,1-1 1,0 1-1,-1 0 0,1-1 1,-1 1-1,1 0 0,-1-1 1,0 1-1,1-1 0,-1 1 1,0-1-1,1 1 0,-1-1 0,0 1 1,0-1-1,1 0 0,-1 1 1,0-1-44,-13 7 327,-1-1 1,0 0-1,0-1 1,-1-1-1,0 0 1,1-1 0,-1-1-1,-5 1-327,-45 8 791,64-11-649,20-1 4,47-14 52,-18 3-1850,-15 6-2987,-17 4-4288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4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8786,'0'0'3759,"0"0"-1333,0 0-308,0 0-584,-17 21-269,-53 74-263,67-89-910,-1 1-1,1-1 1,0 1 0,0 0-1,1 0 1,0 0 0,1 0 0,-1 0-1,1 0 1,0 0 0,1 1 0,0-1-1,0 0 1,1 3-92,0 10 193,-2-15-153,2 0-1,-1 1 0,1-1 1,0 0-1,0 0 0,0 1 1,0-1-1,1 0 0,0 0 1,0-1-1,1 1 0,-1 0 1,1-1-1,0 1 0,0-1 1,1 0-1,-1 0 1,1 0-1,0 0-39,3 1 24,-1 0 0,1-1 0,0 0 0,1 0 0,-1 0 0,1-1 0,0 0 0,-1-1 0,1 1 1,0-2-1,1 1 0,2-1-24,6 2 17,1-2 1,0 0-1,0 0 0,0-2 1,0-1-1,0 0 1,0-1-1,0-1 1,4-1-18,-17 3 16,1 0 1,-1 0 0,0 0 0,0-1 0,0 1 0,0-1 0,0 0 0,0-1 0,-1 1 0,0-1 0,0 0-1,0 0 1,0 0 0,0-1 0,-1 1 0,0-1 0,0 0 0,0 0 0,0 0 0,-1 0 0,0 0 0,0 0-1,-1-1 1,1 1 0,-1-1 0,0 0 0,-1 1 0,1-1 0,-1 1 0,0-6-17,-2 4 34,1 0 0,-1 0 0,0 1 1,0-1-1,-1 1 0,0-1 0,0 1 0,-1 0 1,0 0-1,0 0 0,0 1 0,0 0 0,-1-1 1,0 1-1,0 1 0,-1-1 0,1 1 0,-1 0 1,-4-2-35,-17-11 157,-1 0 0,0 2 0,-21-7-157,32 14-267,9 4-419,0 1-1,1-1 1,-1 1-1,0 1 1,0 0-1,-1 0 1,1 0-1,0 1 1,-1 0 686,8 1-6909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0 8058,'0'0'5845,"0"0"-3377,0 0-1125,0 0-181,0 0 130,19 24-43,61 79-147,-75-95-971,0 1-1,0 0 1,0 0-1,-1 0 1,-1 0-1,1 1 1,-2 0-1,1-1 1,-1 1-1,0 8-130,-1-10 155,0-1 0,1 1 0,0-1 0,0 1 0,0-1 0,1 0 0,0 0 0,0 0-155,4 0 1870,-6-16-1473,-8-17-466,-1 14 68,-1 1 0,0-1 0,-1 2 0,-1-1 0,0 1 0,0 1 0,-1 0 0,0 1 0,0 0 0,-1 0 0,0 2 1,0 0-1,-1 0 0,1 1 0,-1 1 0,-1 0 0,-5 0 1,10 2 23,-13-2 128,21-1-78,14-3-40,0 2-33,1-2-6,1 1 0,-1 0 0,1 1-1,1 1 1,-1 0 0,1 1 0,-1 1 0,1 0 0,8 0 6,-13 41-1,26 135 105,11 68 72,-38-164-123,-4 1 1,-3 0-1,-7 45-53,5-120 2,0 0 0,0 0 0,0 0 0,0 0 0,-1 0 0,1 1 0,-1-1 0,0 0 0,0 0 0,0-1 0,0 1 0,-1 0 0,1 0 0,-2 2-2,1-4 12,-1 1 0,1-1 0,-1 1 0,1-1-1,-1 0 1,0 0 0,0 0 0,1 0 0,-1-1-1,0 1 1,0-1 0,0 0 0,0 1 0,0-1-1,-1-1-11,-67 6-490,0 2 1,1 3-1,-32 11 490,94-18-2848,6-1-3290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12883,'0'0'4705,"0"0"-3241,0 0 432,0 0-655,0 0-841,0 0-232,0 0-104,153 5-56,-107-5-8,-3 0-96,-11-2-888,-13-3-1569,-11 2-2416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10178,'0'0'2873,"0"0"-1921,0 0 760,0 0-575,0 0 159,0 0-800,0 0-352,178 2-144,-114-19-464,35-17-632,-15 5-2009,-9 0-7017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6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13139,'0'0'3695,"0"0"-1532,0 0 385,0 0-856,0 0-1063,-1 21-131,-4 444 2978,5-438-3442,0-25-64,5 45 179,-5-46-174,0 0-1,0 0 1,0 0-1,1 0 1,-1 0 0,0 0-1,1 0 1,-1 0-1,1 0 1,-1 0 0,1 0-1,-1 0 1,1-1-1,-1 1 1,1 0 0,0 0-1,0-1 1,-1 1-1,1 0 1,0-1-1,0 1 1,0-1 0,0 1-1,0-1 1,-1 1-1,1-1 1,0 0 0,0 1-1,0-1 1,0 0-1,0 0 1,0 0 0,0 0-1,0 0 1,0 0-1,0 0 1,0 0 0,0 0-1,0 0 1,0-1-1,0 1 1,0 0-1,1-1 26,2-1-617,1-1 0,-1 1-1,1-1 1,-1 0 0,0 0-1,-1 0 1,1-1 0,0 0-1,-1 1 1,2-4 617,17-23-7884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14283,'0'0'2055,"0"0"-747,0 0-346,0 0-78,5 25 91,18 84-199,-20-97-696,1 0 0,0 0 0,1-1 0,0 1-1,1-1 1,0-1 0,0 1 0,1-1 0,1 0 0,0-1-1,0 1 1,1-2 0,2 2-80,-7-6 13,0 0-1,1-1 1,-1 0-1,1 0 1,0 0 0,0-1-1,1 1 1,-1-1-1,0-1 1,1 1 0,-1-1-1,1 1 1,-1-2 0,1 1-1,0-1 1,-1 0-1,1 0 1,0 0 0,-1-1-1,1 0 1,-1 0-1,1 0 1,-1-1 0,1 1-1,-1-1 1,2-2-13,-2 1 6,-1 0 1,1-1 0,-1 1-1,0-1 1,0 0 0,-1 0-1,1-1 1,-1 1-1,0-1 1,0 1 0,-1-1-1,1 0 1,-1 0-1,0 0 1,0 0 0,-1-1-1,0 1 1,1 0 0,-2-1-1,1 1 1,-1-1-1,0 1 1,0-4-7,0-1 90,0-1-1,0 1 1,-2 0-1,1 0 1,-1 0-1,0 0 1,-1 0 0,0 1-1,-1-1 1,0 1-1,-1-1 1,-2-3-90,2 6 136,0-1 0,-1 1 0,0 0 0,0 0-1,0 0 1,-1 1 0,0 0 0,0 0 0,-1 1 0,0 0 0,0 0 0,0 1 0,0 0 0,-1 1 0,-4-2-136,8 0-2158,12-3-5050,12-1-6764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85 14931,'0'0'1714,"0"0"-206,0 0 938,5 23-808,18 77-691,-21-96-889,-1 1 1,1-1-1,1 0 1,-1 0-1,1 0 1,-1 0-1,1 0 1,0-1-1,1 1 1,-1-1 0,0 0-1,1 0 1,0 0-1,0 0 1,0-1-1,0 1 1,0-1-1,0 0 1,1-1-1,1 2-58,7 0 167,-1 0 0,1 0 0,0-1 0,1-1 0,7 0-167,-19-1 19,10 1 31,0-1-1,0 0 1,0-1 0,0 0 0,0-1-1,0 0 1,0-1 0,0 0-1,-1-1 1,9-4-50,-17 6 19,1 0-1,0 0 1,-1-1-1,0 1 1,0-1 0,0 0-1,0 0 1,0 0-1,0 0 1,-1-1 0,1 1-1,-1-1 1,0 1-1,0-1 1,0 0 0,-1 0-1,1 0 1,-1 0-1,0 0 1,0 0 0,-1 0-1,1 0 1,-1 0-1,0 0 1,0-1 0,0 1-1,0 0 1,-1 0-1,0 0 1,1 0 0,-2 0-1,0-4-18,-1 1 5,0 1 1,0-1-1,-1 1 0,1 0 0,-1 0 0,-1 0 0,1 0 0,-1 1 0,0-1 0,0 1 0,-1 1 1,1-1-1,-1 1 0,0 0 0,0 0 0,-1 0-5,-9-4-13,1 0 1,-1 0-1,0 2 0,0 0 0,-1 1 1,-3-1 12,9 4-230,-1 0 0,0 1 0,0 0 1,1 0-1,-1 2 0,0-1 0,0 1 1,0 1-1,1 0 0,-10 4 230,11-3-1093,0 1 0,0 0-1,0 1 1,1 0 0,0 0 0,0 1-1,-4 4 1095,-27 26-11508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0 230 11426,'0'0'2534,"0"0"-748,0 0-86,33 0-470,16 0-884,370-10 3033,-118-31-1139,221-63-2240,-189 35-1673,-312 64-411,-18 5-1170,-4 0-1993,-3 0-783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7682,'0'0'5710,"0"0"-3373,0 0-65,27-14-594,90-43-921,-113 54-735,1 0 0,0 1 0,0-1 0,-1 1 0,1 1 0,1-1 0,-1 1 0,0 0-1,0 0 1,1 0 0,-1 1 0,0-1 0,1 1 0,-1 1 0,0-1 0,3 1-22,-1 0 1,-6 0-1,1 0 0,-1 0 0,0-1 0,0 1 0,0 0 0,1 0-1,-1 0 1,0 1 0,0-1 0,-1 0 0,1 0 0,0 0-1,0 1 1,0-1 0,-1 0 0,1 1 0,-1-1 0,1 1 0,-1-1-1,0 0 1,1 1 0,-1-1 0,0 1 0,0-1 0,0 1-1,0-1 1,0 1 0,0 0 0,-4 46-2,-2-32 18,0 0 1,-2 0-1,1-1 1,-2 0 0,0 0-1,-1-1 1,-5 6-17,-37 61 508,25-11 446,26-65-867,-1 0 1,1 0 0,1 0-1,-1 0 1,1 0 0,0 0 0,0 1-1,0-1 1,1 0 0,-1 0-1,1 0 1,0 0 0,2 2-88,-2-5 64,1 0 0,-1 0 0,1 0 1,0 0-1,0-1 0,0 1 0,0 0 1,0-1-1,0 1 0,0-1 0,0 0 0,1 0 1,-1 0-1,0 0 0,1 0 0,-1 0 1,1-1-1,-1 1 0,1-1 0,0 1 1,-1-1-1,2 0-64,60 0 487,-63 0-490,9-2-101,0 0-1,0-1 0,0 0 0,-1 0 1,1-1-1,-1 0 0,0 0 0,0-1 0,-1-1 1,1 1-1,-1-1 0,1-2 105,11-6-1374,22-16-4188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17 230 17476,'0'0'1809,"0"0"-792,0 0 263,-4 27-456,-7 89-338,11-113-444,-1 1 1,1 0 0,0-1 0,0 1 0,0 0 0,1-1 0,-1 1 0,1-1 0,0 1 0,0-1-1,0 1 1,0-1 0,1 1 0,-1-1 0,1 0 0,0 0 0,0 0 0,0 0 0,0 0 0,1 0-1,-1 0 1,1-1 0,0 1 0,0-1 0,0 0 0,0 0 0,0 0 0,0 0 0,0-1 0,1 1-1,-1-1 1,0 0 0,1 0 0,0 0-43,7 1 104,0 0 1,0-1-1,0-1 1,0 0-1,0 0 0,0-1 1,0 0-1,0-1 0,1-1-104,-1 0 26,0 0 0,0-1 0,-1 0-1,1-1 1,-1 0 0,0-1 0,-1 0 0,1-1-1,-1 0 1,0 0 0,-1-1 0,0 0-1,0 0 1,1-3-26,-4 5 14,1-1 0,-1 0 1,-1-1-1,1 1 0,-1-1 0,-1 0 0,1 0 0,-1 0 0,-1-1 0,1 1 0,-2-1 1,1 1-1,-1-1 0,0 0 0,-1 1 0,0-1 0,0 0 0,-2-8-14,0 12 21,0 0 0,0 0 0,0 1-1,-1-1 1,0 0 0,0 1 0,0 0 0,0-1 0,-1 1-1,1 0 1,-1 1 0,0-1 0,0 1 0,-1 0 0,1 0-1,-1 0 1,1 0 0,-1 1 0,0 0 0,-1 0-21,-18-9 16,0 2 1,-1 1 0,-12-2-17,5 4-339,16 3 311,-1-1 0,1 0 1,-14-6 27,27 9-339,0 0 0,1 0 0,-1 0 1,0-1-1,1 1 0,-1-1 1,1 0-1,0 1 0,-1-1 1,1 0-1,0-1 0,0 1 1,0 0-1,1 0 0,-1-1 0,0 1 1,1-1-1,0 0 0,-1 1 1,1-1-1,0 0 0,0 0 1,0 0 338,1-17-7573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8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 14995,'0'0'1961,"0"0"-1513,0 0-240,-22 198-96,3-92-112,-15 53 0,7-40-920,-3-3-2961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0 10938,'0'0'1505,"0"0"-825,-73 174 1576,46-106-1360,9-8-607,2-9-161,2-3-128,3-11-561,3-16-4480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3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16067,'0'0'2649,"0"0"-1545,0 0 1273,0 0-1305,0 0-560,0 0-368,0 0-88,124 0-56,-89 0-88,-8 0-616,-3 0-1537,-11 5-2199,-10 3-4698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40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12843,'0'0'2104,"0"0"-487,0 0 23,0 0-1176,137-22-384,-100 12-80,-10 8-944,-11 2-1201,-13 0-5288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43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15283,'0'0'2481,"0"0"-295,0 0-510,0 0-749,26 0-192,-8 0-621,56 0 467,-1-3 0,4-4-581,-11-2-584,1 3 1,9 2 583,-84 13-4014,-14-1-1459,-7-1-5964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5:44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13883,'0'0'2679,"0"0"-377,0 0-711,0 0-820,-7 23-130,3-10-546,-8 23 200,2 1-1,1 1 0,2-1 1,1 11-295,5 65 509,26-119-73,27-23-363,-38 20-75,0 0-1,1 1 1,0 1 0,0 1-1,1 0 1,0 1-1,0 0 3,-6 3-8,0 0-1,0 1 1,1 0-1,-1 1 1,0 0-1,1 0 1,-1 1-1,0 1 1,0-1-1,0 2 1,0-1-1,5 3 9,-10-2-3,0-1-1,0 1 1,0 0-1,0 0 1,-1 0-1,1 1 0,-1 0 1,0 0-1,0 0 1,-1 0-1,1 0 1,-1 1-1,1 0 0,-2 0 1,1 0-1,0 0 1,-1 0-1,0 0 0,0 0 1,-1 1-1,1-1 1,-1 1-1,0 1 4,0 0 7,0-1 0,0 1 0,-1 0 0,0 0 1,0-1-1,-1 1 0,1 0 0,-1 0 0,-1-1 0,1 1 0,-1-1 0,-1 1 0,1-1 0,-1 0 0,0 0 0,0 0 1,-1 0-1,0 0 0,0-1 0,0 0 0,-1 0-7,-5 5 96,-1-1 0,0 0 0,0-1 0,-1 0 0,0-1 0,-1 0 0,0-1 1,0 0-1,-10 2-96,-4 1 117,0-2-1,-1 0 1,0-2 0,0-1 0,0-1 0,-1-1 0,1-2 0,-1-1 0,1-1-1,-1-1 1,-16-5-117,0 3-3755,26 5-1534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13139,'0'0'4215,"0"0"-2604,0 0 111,0 0-568,0 0-629,24 29 46,153 186 771,-140-168-1081,-3 2 0,-1 2 1,-3 1-1,-2 1 0,-2 1 1,-3 2-1,-1 5-261,-8-31 90,-13-30-85,-1 1-1,1-1 1,0 1-1,-1-1 1,1 1-1,0-1 1,-1 0 0,1 1-1,0-1 1,0 0-1,-1 0 1,1 1 0,0-1-1,0 0 1,-1 0-1,1 0 1,0 0 0,0 0-1,0 0 1,-1 0-1,1 0 1,0-1 0,0 1-1,-1 0 1,1 0-1,0-1 1,0 1 0,-1 0-1,1-1 1,0 1-1,-1-1 1,1 1 0,-1-1-1,1 1 1,0-1-1,-1 1 1,1-1 0,-1 1-1,1-1 1,-1 0-1,0 1 1,1-1-5,18-25 133,0 0 0,-2-1 0,-1-1 0,-1 0 0,-2-1 0,3-9-133,-1 4 87,7-13 7,-6 17-32,-2-2 0,-1 0 1,-2 0-1,-1-1 1,3-15-63,-12 17 147,-2 26-4946,1 5-2108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67 15139,'0'0'2258,"0"0"28,-4 22 165,-46 376 1746,48-381-4121,-6 47 404,2 44-480,6-229 67,5 0-1,17-82-66,-17 168-16,-4 16 10,2 1 0,0 0 0,1 1 0,1-1 0,0 1 0,1 0 0,1 0 0,1 0 0,1-1 6,-7 17 1,-1-1 0,0 0 0,0 1 0,1 0 0,-1-1 0,1 1 0,-1 0 0,1 0 0,0 0 0,-1 0 0,1 0 0,0 0 0,0 0 0,0 0 0,0 1 0,0-1 0,-1 1 0,1 0 0,0-1 0,0 1 0,0 0 0,0 0 0,0 0 0,0 0 0,0 1 0,0-1 0,0 0 0,0 1 0,0-1 0,0 1 0,0 0 0,0 0 0,-1 0 0,3 1-1,1 1 2,1 0 0,-1 1 0,0 0 1,0 0-1,0 0 0,-1 0 0,1 1 0,-1 0 1,0 0-1,0 0-2,9 17 10,-1 1 1,0 0 0,-2 1-1,-1 0 1,-1 0-1,4 19-10,6 42 70,0 32-70,-7-42-127,18 64 127,-29-138-89,0 2-1255,-8-7-99,-54-43-6872,28 23-569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7922,'0'0'6937,"0"0"-4336,0 0 1680,0 0-2497,0 0-784,0 0-528,0 0-400,148-121 72,-81 92-144,6 3 0,2 4-168,30-12-888,-17 10-2033,-10-3-3728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10322,'0'0'2107,"0"0"-1156,0 0-427,0 0-362,-2 6-140,-3 28 1576,2 0-1,1 0 0,1 1 0,3 8-1597,14 149 4235,-8-112-4315,-8-77 94,9 98 801,-5 9-815,-11-110 589,1-4-536,1 0-1,0-1 1,0 1 0,0-1 0,0 0 0,1 0 0,-1-1 0,2 1 0,-1-1 0,0 0 0,-1-5-53,-32-72 47,30 65-39,1 0-1,1-1 1,1 1 0,1-1-1,0 0 1,1 0-1,2 0 1,0-1 0,0 1-1,2 0 1,1-5-8,-1 14-1,0 0 0,0 1 0,1 0 0,1 0 0,-1 0 0,2 0 0,-1 0 0,1 1 0,0 0 0,1 0 0,-1 0 0,2 0 0,-1 1 0,1 0 0,0 1 1,1 0-1,-1 0 0,1 0 0,1 1 0,-1 0 0,1 1 0,7-4 1,-11 6-7,-1 0 1,0 1 0,0-1-1,1 1 1,-1 0-1,1 0 1,-1 1 0,1 0-1,-1-1 1,1 1 0,0 1-1,-1-1 1,1 1-1,-1-1 1,5 2 6,-7 0-4,0-1 1,1 0-1,-1 1 0,0-1 1,1 1-1,-1 0 0,0 0 0,0 0 1,-1 0-1,1 0 0,0 0 1,-1 1-1,1-1 0,-1 0 1,0 1-1,0-1 0,0 1 1,0 0-1,0-1 0,0 1 0,-1 0 1,1-1-1,-1 1 0,0 0 1,0 1 3,1 11-1,0 0 1,-1 1-1,-1-1 1,-1 1-1,0-1 1,-1 0 0,-3 12 0,-7 13 23,-2-1 1,-4 5-24,2-6 123,2 1 0,-4 21-123,16-50 25,1-1 0,0 1 0,0-1 0,1 1 0,0 0 0,1 0 0,0 0 0,1-1 0,0 1 0,1 0 0,1 5-25,-2-11 19,1 1 0,0-1-1,0 0 1,0 1-1,1-1 1,0 0 0,0-1-1,0 1 1,0 0-1,0-1 1,1 0 0,-1 0-1,1 0 1,0 0-1,0 0 1,0-1 0,0 0-1,0 0 1,1 0-1,-1 0 1,1-1 0,-1 1-1,1-1 1,1 0-19,6 2 58,1-1 1,0 0 0,0-1-1,1-1 1,-1 0-1,0 0 1,0-2-1,0 1 1,0-2-1,0 1 1,10-5-59,-8 1-334,0 0-1,0-1 1,0 0-1,-1-1 335,56-42-5354,-34 18-4233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6145,'0'0'8957,"0"0"-5966,0 0-705,0 0-743,0 0-847,-14 21 59,5-8-595,1-3-51,1 0 0,1 0-1,0 1 1,0 0 0,1 0 0,0 0-1,1 1 1,0-1 0,1 1-1,0 0 1,1 0 0,0 1 0,0 11-109,1 38 443,-1-25-248,2 0 1,2 0 0,4 24-196,-5-51 11,1 0-1,1-1 0,-1 1 1,2 0-1,-1-1 0,1 0 1,1 0-1,-1 0 0,1 0 1,1-1-1,0 0 0,0 0 1,1 0-1,0-1 0,4 4-10,-6-7-29,-1-1 0,1 0 0,0-1 0,0 1 0,0-1 0,0 0-1,0 0 1,0 0 0,0-1 0,1 1 0,-1-2 0,1 1 0,-1 0 0,1-1-1,-1 0 1,1 0 0,2-1 29,1 0-495,0-1 0,-1 0 1,1 0-1,-1-1 0,1 0 0,-1-1 0,0 0 0,0 0 0,-1 0 0,4-3 495,35-30-8213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17700,'0'0'2240,"0"0"-183,0 0-97,0 0-536,158 90-679,-112-44-121,-3 4-288,-8-1-136,-6-1-112,-7-4-80,-4-8-8,-7-7-96,-6-10-400,-2-7-593,-3-12-895,0 0-1073,-5-22-4032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313 172 16235,'0'0'3613,"0"0"-1580,0 0-153,0 0-494,-15 25-405,-93 165 657,48-85-1051,29-53-533,1 2-1,3 1 1,-10 33-54,37-87-68,-1 0 0,0 0-1,1 0 1,-1 0 0,1 0-1,0 0 1,-1 0 0,1 0 0,0 0-1,-1 0 1,1 0 0,0 0-1,0 0 1,0 0 0,0 0 0,0 1-1,0-1 1,0 0 0,1 0 0,-1 0-1,0 0 1,1 0 0,-1 0-1,0 0 1,1 0 0,-1 0 0,1 0-1,0 0 1,-1 0 68,2-1-69,0 0 1,-1 0-1,1 0 1,-1 0-1,1 0 0,0 0 1,-1-1-1,1 1 0,-1-1 1,1 1-1,-1-1 1,1 1-1,-1-1 0,0 0 1,1 0-1,-1 0 0,1 0 69,61-49-3229,-10-1-2538</inkml:trace>
  <inkml:trace contextRef="#ctx0" brushRef="#br0" timeOffset="1">541 1 6969,'0'0'10265,"0"0"-6967,0 0-1545,0 0 18,25 24-422,-25-24-1349,39 37 982,26 33-982,-56-58 114,-1 1 0,-1 0 0,0 0 0,-1 0 0,0 1 0,-1-1 1,-1 1-1,0 1 0,0-1 0,-2 1 0,0-1 0,-1 1 0,0 0 0,-2 14-114,3 1 113,1 224 9,-3-178-2385,5-114-4477,0 0-2162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16452,'0'0'2080,"0"0"-680,0 0 337,0 0-1041,0 0 48,0 0-248,151 24-216,-106-24-208,-4 0-72,-9 3-400,-16 6-1624,-16 25-1721,0-3-1184,-24 6-2129</inkml:trace>
  <inkml:trace contextRef="#ctx0" brushRef="#br0" timeOffset="1">132 296 8002,'0'0'5081,"0"0"-2785,0 0-207,0 0-265,0 0-648,0 0-640,0 0-271,86 19-265,-27-38-1529,3 2-5712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4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13515,'0'0'2632,"0"0"329,0 0-1105,0 0-519,148-15-97,-76 15 8,6 0-600,-5 0-231,-6 10-297,-11 0-32,-7 2-88,-12 0-457,-7 2-1007,-12-7-1416,-7-2-2642,-11-5-6984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5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11843,'0'0'4967,"0"0"-2329,0 0-511,0 0-829,-18 24-451,-59 79-182,72-95-598,1 0-1,0 0 1,1 0-1,-1 1 1,2-1-1,-1 1 1,1 0 0,0 0-1,1-1 1,0 1-1,1 0 1,0 8-67,-1 6 103,-1 10 62,1 0 1,2 0-1,1 0 1,2 1-166,-1-19 51,0-1 0,1 1 0,0-1 0,1 0 0,1 0 0,0-1 0,1 1 0,0-1 0,1-1 0,1 1-51,1 0 10,0-1-1,0 0 1,1 0 0,1-1-1,0 0 1,1-1 0,0-1-1,0 0 1,1-1 0,0 0-1,0-1 1,1-1-1,0 0 1,0-1 0,0 0-1,1-2 1,0 0 0,0 0-1,-1-1 1,1-1 0,2-1-10,-7 0-247,-1 0 0,0 0 1,1-1-1,-1 0 0,0-1 1,9-3 246,-15 4-222,-1-1 1,0 0-1,1 0 1,-1 0-1,0 0 1,0 0-1,0-1 1,0 1-1,-1-1 1,1 0-1,-1 0 1,1 0 0,-1 0-1,0 0 1,0-1-1,0 1 1,-1 0-1,1-1 1,0-2 221,9-33-5359,-7 0-3935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5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15443,'0'0'3929,"0"0"-1392,0 0-689,0 0-1232,0 0-408,0 0-120,164-58-8,-100 34-72,3 2-8,25-9-1256,-15 7-3697,-12 2-7890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5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13851,'0'0'3617,"0"0"-1341,0 0-243,0 0-677,0 0-488,-20 28-13,-59 98-134,70-110-562,2 0-1,0 0 1,0 1-1,2 0 1,0 1-1,1-1 1,1 1-1,0 0 0,0 17-158,0 2 249,-1-5-104,2 1 0,1-1 0,1 1 0,2-1 0,3 17-145,-1-31 10,0 1 1,1-1-1,1 0 0,1 0 1,1 0-1,0-1 1,1 0-1,1-1 0,0 0 1,1 0-11,-2-4-8,1-1 1,0 0-1,0-1 1,1 0 0,0 0-1,1-1 1,0-1 0,1 0-1,6 3 8,-12-8-266,-1 0-1,1 0 0,0-1 1,0 0-1,0 0 0,0-1 1,0 0-1,1 0 1,2-1 266,-5 0-569,0 0 0,0-1 0,0 0 0,0 0 0,0 0 1,0 0-1,0-1 0,-1 0 0,1 0 0,0 0 1,-1-1-1,1 1 0,2-4 569,23-19-9274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14771,'0'0'3165,"0"0"193,0 0-1904,0 0-809,0 0 199,29 13 0,94 47-202,-104-48-549,0 0-1,-1 1 1,0 1 0,-1 1 0,-1 1 0,0 0 0,-2 1-1,1 0 1,-2 1 0,0 1 0,3 9-93,2-1 4,0-1 176,-2 0-1,11 25-179,-8 3-1725,-12 6-5574,-7-59 2277,0-1-2774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 7578,'0'0'7689,"0"0"-6000,0 0 2103,-91 186-2111,53-112-409,-2 1-392,3-7-232,2-10-368,8-12-80,5-12-192,12-13 65,4-11-73,6-8-89,0-2-399,14-19-696,10-10-1256,3-5-3794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6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8706,'0'0'3881,"0"0"-1055,0 0-26,0 0-1029,0 0-981,0 0-301,8-4 219,-1-1-491,0 2 0,0-1 0,0 1-1,0 0 1,0 0 0,1 1-1,-1 0 1,1 1 0,0-1-1,0 1 1,-1 1 0,2 0-217,-3 0 68,-2-1-30,1 1 1,-1 0-1,1 0 1,-1 0-1,1 1 1,-1 0-1,1 0 0,-1 0 1,0 0-1,2 1-38,-4 0 5,-1-1 0,1 1-1,-1-1 1,1 1-1,-1 0 1,0 0 0,0 0-1,0-1 1,0 1 0,0 0-1,0 0 1,-1 1-1,1-1 1,0 0 0,-1 0-1,0 0 1,0 0 0,1 0-1,-1 1 1,0-1-1,-1 0 1,1 0 0,0 0-5,-2 9 14,-1 0 0,1-1 1,-2 1-1,1-1 0,-1 0 1,-1 0-1,0 0 0,-1-1 1,1 0-1,-8 9-14,-11 20 59,16-23-17,4-10-3,0 1 0,1 0-1,0 0 1,0 0 0,1 0 0,-1 1-1,1-1 1,1 1 0,-1 0 0,1-1 0,0 5-39,5-10 128,0 1 1,0-1 0,1-1 0,-1 1 0,0 0 0,1-1 0,-1 0 0,0 0 0,1 0 0,0-1-129,4 1 184,23 3 197,-1 2 0,18 5-381,28 4-2075,-25-10-5108,-39-4-1882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7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9722,'0'0'3838,"0"0"-2001,0 0-109,0 0-160,0 0-225,0 0-173,21 26 9,68 85-86,-83-102-957,0 0 0,0 0 0,-1 0 0,0 1-1,-1 0 1,0 0 0,-1 0 0,0 0-1,-1 0 1,0 1 0,1 6-136,0 6 215,5 39 271,-2 0 1,-4 0-1,-3 20-486,1-26 206,-2-25-53,-1 0-1,-2-1 0,-1 1 1,-1-1-1,-2 0 0,-12 27-152,-12 45 168,31-85-254,2-10-2623,-1-1-5920,-2-3-5400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7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10338,'0'0'1881,"0"0"847,0 0-191,0 0-361,182 2-455,-125-7-473,-1-7-456,-2 0-184,-11 0-328,-3 5-168,-8 2-64,-2 2-48,2-1 0,22-4-976,-6 1-1649,-2 0-3192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12683,'0'0'3216,"0"0"-1039,0 0-993,0 0-448,137 0 40,-67 0-47,2-4-121,-7 1-304,-9 3-208,-16 0-8,-7 0-88,-12 0-1048,-7 0-3057,-12 0-6666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7402,'0'0'3100,"0"0"-499,0 0-199,-9 21-611,-1 1-1242,5-12-306,-1 0 1,2 1-1,0 0 0,0 0 1,1 0-1,0 0 0,1 1 1,1-1-1,-1 1 0,2-1 1,0 3-244,0 13 557,-1 15 477,2 0 0,2 0 0,5 20-1034,-5-48 90,0 0 0,1 0 0,1 0 0,0-1 0,1 1 0,0-1 0,1-1 0,1 1 0,0-1 0,0 0 0,1-1 0,3 2-90,-1-2 7,1-1 0,0 0 0,1 0 0,0-1 0,1-1 0,0 0 0,0-1 0,0-1 0,1 0 0,0-1 0,0 0-1,1-2 1,-1 1 0,1-2 0,0 0 0,0-1 0,0-1 0,0 0 0,-1-1 0,1-1 0,10-2-7,-23 3-82,0 0 1,0 0 0,0 0-1,0 0 1,-1-1 0,1 1 0,0-1-1,-1 0 1,0 1 0,1-1-1,-1 0 1,0-1 0,0 1-1,0 0 1,0-1 0,0 1-1,-1-1 1,1 0 81,12-35-4663,-12 7-2310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9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14875,'0'0'4505,"0"0"-2464,0 0-113,0 0-1360,0 0-320,0 0-160,182-58 72,-128 46-152,-3 4-8,13-6-1008,-13 4-4249,-8-2-11123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9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4601,'0'0'9318,"0"0"-5461,0 0-1731,0 0-558,0 0-337,-18 28-218,-57 95-130,66-106-695,0 1-1,1 1 0,0-1 1,2 1-1,0 0 0,1 1 1,1-1-1,-1 18-187,1-6 187,0-8-72,0 1 1,2-1-1,1 1 0,1-1 1,1 1-1,1 5-115,-1-22-2,1 1 1,0-1-1,0 0 1,0 0-1,1 0 0,0-1 1,0 1-1,1 0 0,-1-1 1,1 0-1,1 0 0,-1 0 1,1-1-1,0 0 0,1 1 1,-1-2-1,1 1 0,0-1 1,0 0-1,0 0 0,5 2 2,3 1-258,1-1 0,0-1 0,0 0 0,1-1 0,-1-1 0,1 0 0,0-1 0,5 0 258,77 0-6162,-81-2 4212,35 0-8229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19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11402,'0'0'4561,"0"0"-3800,0 0 815,0 0 160,0 0-191,170 152-393,-133-106-568,-2-5-224,-5-3-288,-6-6 0,-3-6-72,-2-2-440,-3-7-1624,-8-9-3626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0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0 10402,'0'0'4785,"0"0"-3601,0 0 217,0 0 367,0 0-488,-132 172-311,103-122-121,2-4-416,8-7-296,5-8-136,12-7-48,2-7-832,0 0-1705,16-7-1376,3-8-3568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12051,'0'0'2312,"0"0"529,0 0-497,121 143-671,-94-75-433,-9 6-296,-10 6-112,-2-3-360,-6-2-256,0-2-216,-6-8-144,-29 15-880,1-17-1376,-4-13-3066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0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10938,'0'0'2626,"0"0"-336,0 0-456,0 0-774,0 0-290,0 0 20,-7 14 39,-23 50-481,3 1 1,2 1 0,4 2 0,3 0 0,2 1-1,4 0 1,3 1 0,3 1 0,2 31-349,6-77-44,0-1-1,2 0 1,0 0 0,2 0-1,0 0 1,2-1 0,1 0-1,0-1 1,2 0 0,0 0-1,2-1 1,0-1 0,2 0-1,4 5 45,29 31-1449,3-2 1,1-2-1,3-3 0,6 1 1449,34 23-5881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1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 11482,'0'0'2885,"0"0"-587,0 0 250,0 0-834,0 0-706,0 0-301,-3-3-164,3 2-537,0 1-1,-1 0 1,1-1 0,0 1-1,0 0 1,-1-1 0,1 1 0,0 0-1,-1-1 1,1 1 0,0 0-1,-1 0 1,1-1 0,0 1 0,-1 0-1,1 0 1,0-1 0,-1 1-1,1 0 1,-1 0 0,1 0-1,-1 0 1,1 0 0,0 0 0,-1 0-1,1 0 1,-1 0 0,1 0-1,-1 0 1,1 0 0,-1 0-6,0 14 59,14 44-91,-5-23 61,12 124 471,-6 0 1,-7 130-501,-7-271 87,0 0 1,-1 0 0,-1 0 0,-1 0 0,0 0 0,-2 0 0,0-1-1,0 0 1,-2 0 0,0 0 0,-1-1 0,-1 0 0,0-1 0,-1 1-1,-1-2 1,0 0 0,-2 2-88,4-6 62,7-7-91,-1 1 0,1-1 0,-1 0 0,0 0 0,0 0 0,0 0 0,0 0 0,0-1 0,-1 0 0,1 1 0,-1-1-1,-3 1 30,7-22-1804,5-8-1577,8-4-3056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6177,'0'0'3698,"0"0"-1113,0 0-325,0 0-769,0 0-697,0 0-355,6-8-245,-4 5-187,0 0-1,1 1 1,-1-1-1,1 0 1,0 1-1,0-1 1,0 1-1,0 0 1,0 0-1,1 0 1,-1 1-1,0-1 1,1 1-1,0 0 1,-1 0-1,1 0 1,-1 0-1,1 0 1,0 1-1,0 0 1,-1 0-1,1 0 1,1 0-7,-1 1 7,0-1 0,0 1 0,-1 0 0,1 0 0,-1 1 0,1-1 0,-1 1 0,1 0 0,-1 0 0,0 0 0,0 0 0,0 0 0,0 1 0,0-1 0,0 1 0,-1 0 0,1 0 0,-1 0 0,0 0 0,0 0 0,0 1 0,0-1 0,-1 0 0,1 1 0,-1 0 0,0-1 0,0 3-7,4 8 25,-1 0 0,-1 1 0,0-1 0,-1 1 0,0 0 0,-1 10-25,-2-22 22,1-1 0,-1 1-1,1 0 1,-1-1 0,0 1 0,0-1 0,0 0 0,0 1 0,-1-1 0,1 0 0,-1 0 0,1 0 0,-1 0 0,0 0 0,0 0 0,0 0 0,0 0 0,-1 0-22,-50 33 184,19-13 495,26-16-535,-26 22 52,32-26-199,0-1 0,0 1 0,1 0 0,-1 0-1,1-1 1,-1 1 0,1 0 0,0 0 0,0 0-1,0 0 1,0 1 0,0-1 0,1 0 0,-1 0 0,0 2 3,39-4 156,-21 0 254,4 0-218,-1 0 1,0 1-1,8 3-192,-20-3-419,0 2-1,0-1 1,0 1 0,0 0-1,0 1 1,0-1-1,-1 2 1,0-1-1,5 4 420,41 28-5798,-39-26-225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41 103 5961,'0'0'3606,"0"0"-1276,0 0-848,0 0-573,0 0-322,0 0-257,-3 6-149,-14 35 352,47-108 1192,-30 65-1733,0 9 97,-1-1-1,-1 0 1,1 0 0,-1 0 0,0 0 0,0 0 0,-1 0 0,0-1-1,0 1 1,-3 4-89,2-5 15,1 0 0,0 1 0,0 0-1,1-1 1,0 1 0,-1 0 0,2 0-1,-1 0 1,1 1 0,-1 4-15,3-10-13,0-1 1,0 1-1,0-1 1,0 0-1,0 1 1,0-1-1,-1 0 1,1 0-1,0 0 1,0 1-1,0-1 1,0 0-1,0 0 1,0 0-1,0-1 1,0 1-1,0 0 1,0 0-1,0 0 1,0-1-1,0 1 1,-1 0-1,1-1 1,0 1 12,9-5 16,-1 1 1,0-1-1,-1-1 0,1 0 1,-1 0-1,0-1-16,-3 3 151,-1 1 0,0-1-1,0 0 1,0 0 0,0 0 0,-1-1-1,0 1 1,0-1 0,0 0 0,-1 0-1,1 0 1,0-3-151,-7 5 1685,-8 7-1312,-10 10-372,-65 70 182,86-84-310,1 0-86,1-2 43,116-197 100,-103 180-2179,-11 21-1315,-5 12 1024,-2-1-1641,-1-3-1905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2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0 984,'0'0'5433,"0"0"-4672,0 0-305,0 0-456,0 0-625,0 0-1287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32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47 8210,'0'0'3606,"0"0"-1408,0 0-87,0 0-24,0 0-237,0 0-379,-2-8-423,-12-30 624,14 38-1178,0 0-281,0 0-74,0 0-94,0 0 6,0 0-19,0 0 37,0 38 66,3 53 10,3 0 0,4 0 1,5-2-1,24 84-145,-34-157-188,8 32 73,-12-47-207,-1 1-1,0-1 1,1 1-1,-1-1 1,0 1-1,0-1 1,0 1-1,0-1 1,0 1-1,0-1 1,-1 1-1,1-1 1,0 1-1,-1-1 1,1 0-1,-1 1 1,0-1-1,1 1 1,-1-1-1,0 0 1,0 0-1,0 1 0,0-1 1,0 0-1,0 0 323,-16 7-5635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33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12139,'0'0'2778,"0"0"-1087,0 0-303,0 0-589,0 0-466,0 0-228,1 12-67,4 15 136,3 0 0,0 0 0,1-1 0,2 0 0,0-1 0,5 5-174,28 69 849,-19-39-162,16 22-687,-40-81 15,-1 0 0,1 0 0,0 0 0,0 0 0,-1 0 0,1-1-1,0 1 1,0 0 0,0 0 0,0-1 0,0 1 0,0 0 0,0-1 0,0 1-1,0-1 1,1 1 0,-1-1 0,0 0 0,0 1 0,0-1 0,1 0 0,-1 0-1,0 0 1,0 0 0,0 0 0,1 0 0,-1 0 0,0-1 0,0 1 0,0 0-1,1 0 1,-1-1 0,0 1 0,0-1 0,0 1 0,0-1 0,0 0-1,0 1 1,0-1 0,0 0 0,0 0 0,0 0 0,-1 0 0,1 0-15,45-45 632,-40 38-674,24-28 124,-16 18-89,0 1 0,2 0 0,0 1 0,1 0-1,1 0 8,9 6-1039,-8 10-5289,-17 0 4765,7 0-10817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35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11466,'0'0'2521,"0"0"-1401,0 0 601,0 0-505,180-24-208,-131 12-440,-1 0-264,-2 2-192,-6 0 96,-5 1-88,-6 2-40,-5-1-72,-10 6 40,-6-1-48,-5 3-1176,-3 0-1320,-8 0-3578,-11 10-2904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36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9978,'0'0'1486,"0"0"-579,0 0 25,-11 24-344,-30 80-187,37-96-322,2 0 0,-1 0-1,1 1 1,0-1 0,1 1-1,0-1 1,0 1 0,1 0-1,0-1 1,1 8-79,1 14 535,2-29-389,-1-1 1,1 1-1,0-1 0,0 1 0,-1-1 1,1 0-1,0 0 0,-1-1 1,1 1-1,0-1-146,5-1 120,0-1-1,-1 0 1,0-1-1,0 0 1,0 0-1,0 0 1,0-2-120,-1 2 4,0-1 0,0 1 1,0 1-1,0-1 0,1 1 0,-1 1 0,1-1 0,0 1 1,-1 1-1,6-1-4,-4 2 65,1 0 0,-1 0 0,0 2 0,0-1 0,-1 1 0,1 0 0,0 1 0,-1 0 0,1 0 0,-1 1 0,0 0 0,0 0 0,0 1 0,-1 0 0,1 1 0,-1 0 0,-1 0 0,7 6-65,-6-4 98,0 0 0,-1 1 0,0-1 0,0 1 0,-1 1 0,0-1 0,-1 1 0,0-1 1,0 1-1,-1 1 0,0-1 0,-1 0 0,0 1 0,-1-1 0,0 1 0,0 0-98,-1 5 93,-2 14 781,1-29-836,1 0 0,-1 0 0,0-1 0,1 1 0,-1 0 1,0 0-1,0 0 0,0-1 0,0 1 0,0 0 0,0-1 0,1 1 1,-2 0-1,1-1 0,0 0 0,0 1 0,0-1 0,0 0 1,0 1-1,0-1 0,0 0 0,0 0 0,-1 0 0,1 0 1,-1 0-39,-24 2 251,-1-1 0,0-1 0,0-1 1,0-2-1,1-1 0,-1-1 1,1-1-1,0-1 0,-18-8-251,36 12-210,1 1-1,-1 1 1,1-1-1,-1 1 1,1 0 0,-1 1-1,-1 0 211,-54 5-6072,23 5-210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39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10018,'0'0'2066,"0"0"-175,0 0-67,0 0-239,0 0-66,3-10-327,11-27-269,-14 36-882,1 0 0,0 0 0,-1 0-1,1 0 1,0 1 0,-1-1 0,1 0 0,0 0 0,0 1 0,0-1 0,-1 0 0,1 1 0,0-1 0,0 1 0,0-1-1,0 1 1,0 0 0,0-1 0,0 1 0,0 0 0,0 0 0,1 0 0,-1 0 0,0-1 0,0 1 0,0 1-1,0-1 1,0 0 0,0 0-41,25 9 326,-20-3-263,1 0 1,-2 0-1,1 0 0,-1 1 0,0 0 0,0 0 1,-1 0-1,0 0 0,0 1 0,-1 0-63,32 88 525,-14-34-195,-15-46-279,1 0 0,0-1 1,1-1-1,0 1 0,2-1 0,2 3-51,-10-14 12,1 0 0,-1 0 0,1-1 0,-1 1 0,1-1 0,0 0 0,0 1 0,0-1 0,0 0 0,1-1 0,-1 1 0,0-1 1,1 1-1,-1-1 0,1 0 0,-1 0 0,1-1 0,0 1 0,-1-1 0,1 0 0,0 1 0,-1-2 0,1 1 0,0 0 0,-1-1 0,1 0 0,-1 0 0,1 0 0,-1 0 0,1 0 0,1-1-12,74-28 9,2 3-1,1 4 1,1 4-1,0 3 1,20 1-9,-76 12 18,0 0 0,0 1-1,0 2 1,0 1 0,16 2-18,-27 0 28,1 0 0,0 2-1,-1-1 1,0 2 0,0 0 0,-1 1-1,1 1 1,-1 0 0,5 5-28,15 13 163,-1 2 1,-1 1 0,-2 1-1,-1 2 1,-1 1 0,-2 1 0,-1 2-1,2 6-163,-11-16 551,-34-46 514,-17-22-880,24 33-183,0 0 0,1-1 0,1-1 0,0 1 0,0-1 0,1-1 0,1 1 1,0-1-1,0-1 0,1 1 0,1-1 0,0 1 0,0-1 0,2 0 0,-1-1 0,2 1 1,0 0-1,0-1 0,2-9-2,0 19-3,0 0 0,1 0 0,-1-1 1,1 1-1,0 0 0,0 1 1,0-1-1,1 0 0,-1 1 0,1-1 1,0 1-1,0 0 0,0-1 0,0 2 1,1-1-1,-1 0 0,1 1 0,0-1 1,1 0 2,12-7-9,0 1 1,1 0-1,14-4 9,-7 6-6,-1 0 0,1 3 0,0 0-1,0 1 1,0 1 0,0 2 0,0 0 0,0 2-1,8 2 7,2 2-18,0 2 1,-1 1-1,17 8 18,41 11 57,35 10-43,-86-24-6,0-1-1,1-3 1,1-1 0,-1-2 0,1-2-1,3-2-7,-30-3-1,0-1 1,0 0-1,0-1 0,0-1 0,0-1 0,-1 0 0,0-1 0,0 0 1,0-1-1,0-1 0,-1-1 0,0 0 0,-1 0 0,0-2 0,0 1 1,-1-2-1,9-8 1,-15 13 8,1 1 0,-1-2 0,-1 1 0,1-1 1,-1 1-1,0-1 0,0-1 0,-1 1 0,0-1 1,-1 0-1,1 0 0,-2 0 0,1 0 0,-1 0 1,0-1-1,-1 1 0,0-1 0,0 1 1,-1-1-1,0-2-8,1-5-106,-1 12 24,0 0-1,0 1 0,0-1 0,0 0 0,0 0 1,-1 1-1,0-1 0,0 1 0,0-1 0,0 0 83,-12-8-3236,-13 5-3798,8 5-4782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75 14211,'0'0'4197,"0"0"-975,0 0 53,0 0-1570,0 0-698,-10 0 27,6 0-965,6 0 331,31-2-46,0-2 0,-1-1 1,0-2-1,30-10-354,-23 7 65,0 0-1,0 3 1,15 0-65,133 1-1146,-185 6 250,-21 1-1943,-57 15-5193,37-6 424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1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 5761,'0'0'8290,"0"0"-5249,0 0-583,0 0-762,0 0-628,0 0-141,-18 26 77,-55 86-60,70-106-844,-1 1-1,1 0 0,0 0 1,0 0-1,1 0 0,0 0 0,0 0 1,1 1-1,0-1 0,0 1 1,1 0-1,0-1 0,0 6-99,1 9 282,-1-16-222,-2 44 615,3-1 0,4 16-675,-3-48 86,1 0-1,1 0 0,0 0 1,1 0-1,1-1 1,1 0-1,0 0 0,5 6-85,-2-5 28,1 1-1,1-2 0,0 1 0,2-2 0,-1 0 1,2 0-1,0-2 0,0 1 0,2-2 0,-1 0 1,2-1-1,-1-1 0,1-1 0,1 0 0,0-1 1,0-1-1,1-1 0,-1-1 0,1-1 0,0 0 1,1-2-1,-1 0 0,9-1-27,-9 0 29,0-2 1,-1 0 0,1-1-1,-1-1 1,1-1-1,17-5-29,-32 7-72,0 0 1,0 0-1,0-1 1,-1 1-1,1-1 1,-1 0-1,0 0 0,0 0 1,0-1-1,0 1 1,0-1-1,-1 0 1,1 0-1,-1 0 0,0-1 1,-1 1-1,1-1 1,-1 0-1,0 0 1,0 1-1,0-1 0,-1-1 1,1 1-1,-1 0 1,-1 0-1,1 0 0,-1-1 1,0 0 71,1-1-468,-1 0 0,0 0 0,0 0 0,-1 0 0,0 0 0,-1 1 0,1-1 0,-1 0 0,-1 0 0,1 1 0,-1-1 0,0 1 0,0 0 0,-1 0 0,0 0 0,-2-2 468,-21-27-5539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1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 11739,'0'0'3096,"0"0"-1303,0 0 1919,0 0-2271,0 0-297,0 0-232,0 0 16,78-22-160,-19 0-431,8-5-121,6 1-208,5 2-8,0 2-176,18 5-1729,-20 7-3296,-12 6-4985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2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14011,'0'0'2252,"0"0"377,0 0-579,-21 27-603,-69 89-256,83-104-992,-1 0 0,1 1 0,1-1 0,1 1 0,-1 0 0,2 1 0,0-1 0,1 1 1,0 0-1,1 0 0,0 0 0,1 0 0,1 7-199,-1 0 228,-1 3 19,2 0 0,1 0 0,0 0 0,2 2-247,-1-14 68,1 0 0,0-1 0,1 1 0,0-1 0,0 0 1,1 0-1,1 0 0,0-1 0,1 2-68,56 78 147,59 92 88,-121-179-299,1 0-1,0 0 0,1 0 0,-1 0 1,0 0-1,1 0 0,-1 0 0,1-1 1,0 0-1,0 1 0,0-1 0,0 0 1,0 0-1,1-1 0,-1 1 1,2 0 64,-2-2-152,0 1 1,0-1 0,0 0 0,0 0 0,0 0 0,0-1 0,0 1 0,0-1-1,0 0 1,0 0 0,0 0 0,0 0 0,0 0 0,-1 0 0,1-1 0,0 1 0,-1-1-1,1 0 1,-1 0 0,1 0 151,35-37-6945,-3-8-7270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11330,'0'0'5518,"0"0"-2779,0 0-933,0 0-293,24 20 129,-1-2-1282,9 7 257,0 3-1,-1 0 1,23 30-617,-10-5 834,-3 1 0,24 43-834,-47-67 33,-1 0 1,-2 1-1,-2 1 0,-1 0 1,-1 1-1,2 13-33,-8-25-874,-8-34-3501,-6-11-2927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2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 16051,'0'0'2314,"0"0"-253,-11 23 98,-57 112 2630,-44 61-4789,85-154 325,-13 18-52,2 2 0,-14 36-273,51-97 32,-7 22-226,11-19-322,11-16-321,38-44-2114,-14 11-2412,8-8-5555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3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3977,'0'0'10345,"0"0"-6451,0 0-1798,0 0-657,0 0-541,28-12-305,90-39-25,-112 48-518,-1 0 0,1 1 0,0 0-1,0 0 1,0 0 0,0 1 0,0 0-1,0 0 1,0 0 0,1 1 0,-1 0-1,1 0-49,11 1 106,-17 0-99,0-1-1,0 1 1,0-1-1,0 1 0,0-1 1,0 1-1,-1-1 1,1 1-1,0 0 1,0 0-1,-1-1 1,1 1-1,0 0 0,-1 0 1,1 0-1,-1 0 1,1 0-1,-1 0 1,1 0-1,-1-1 1,0 1-1,1 1 0,-1-1 1,0 0-1,0 0 1,0 0-1,0 0 1,0 0-1,0 0 0,0 0 1,0 0-1,0 1-6,-3 40 156,-2-26-116,-1-1 0,0 1 0,-1-2 0,-1 1 1,0-1-1,-1 0 0,-1 0 0,0-1 0,-2 2-40,-33 48 305,39-55-155,1 1-1,0 0 0,0 0 0,1 1 0,1-1 0,-1 1 0,2 0 0,-1 0 1,1 0-1,1 0 0,-1 5-149,38-15 569,-9-1-189,0-2-1,20-4-379,41-4-3094,-60 9-2238,-1 2-5006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3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0 11442,'0'0'3764,"0"0"-1778,0 0 95,0 0-551,0 0-44,10 21 61,21 46-367,-4 1-1,-2 1 1,13 63-1180,-28-85 133,-3 1-1,-2-1 0,-1 2 1,-3-1-1,-2 0 0,-2 0 1,-2 0-1,-3-1 0,-1 1 1,-2-1-1,-3-1 1,-4 8-133,-90 192 130,141-293-10752,-7 14-1785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3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15595,'0'0'2505,"0"0"-505,0 0-927,0 0-257,0 0 56,0 0 56,0 0-56,161 17-320,-121-17-272,3-2-136,-5-10-136,-3 2-8,-8 1-240,-9 4-1056,-12 5-1264,-6 0-2874,0 0-7568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4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7274,'0'0'8977,"0"0"-7928,0 0 1447,0 0-1328,0 0 217,0 0-609,0 0-432,153 24-152,-112-26-80,-6-1-112,-6-2 0,3 3-520,-7-1-2409,-9 3-5328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7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21 7218,'0'0'2165,"0"0"-410,0 0 256,0 0-692,0 0-685,0-4-764,-5-12 6029,-1 16-5890,1-1 0,-1 1 0,1 1 0,0-1 0,-1 1 0,1 0 0,0 0 0,-1 0 0,1 1-1,0 0 1,0 0 0,0 0 0,0 0 0,0 1 0,1 0 0,-1 0 0,1 0 0,0 1 0,0-1 0,0 1 0,0 0 0,1 0 0,0 1-1,-1-1 1,1 1 0,1-1 0,-1 1 0,1 0 0,0 0 0,0 0 0,0 0 0,1 1 0,0-1-9,-10 39 79,2 0 0,3 0 0,-1 30-79,4-5 693,2-1 1,4 1-1,3 0 0,2-1 0,17 58-693,26 87 308,-22-103 112,-5 1 0,-4 1 1,3 97-421,-20-147 167,1 13 190,-3 0 0,-3 0 1,-10 50-358,11-116 31,0 0 0,-1-1 0,-1 0 1,1 1-1,-1-1 0,-1 0 0,1 0 1,-1-1-1,-1 1 0,1-1 0,-4 4-31,3-6 21,0-1 0,0 1 0,0-1 0,0 0 0,-1-1 0,0 1 0,1-1 0,-1 0 0,-1 0 0,1-1 0,0 0 0,-1 0 0,1 0 0,-1-1 0,-1 0-21,-28 4 64,0-2-1,-1-2 0,-20-2-63,55 1-23,-1 0 0,1 0 0,-1 0 1,1-1-1,0 1 0,-1-1 0,1 1 0,-1-1 0,1 0 1,0 0-1,0 0 0,-1 0 0,1 0 0,0-1 1,0 1-1,0-1 0,0 1 0,1-1 0,-1 0 1,0 1-1,1-1 0,-1 0 0,1 0 0,-1 0 0,1 0 1,0-1-1,0 0 23,-2-5-581,1 0 1,0-1-1,1 1 0,0-1 1,0 1-1,1-1 0,0 0 581,-1 1-900,1-28-5504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8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2785,'0'0'12354,"0"0"-10697,0 0 895,0 0-936,0 0-327,137-5-345,-83 5-392,-3 0-96,-6 0-360,-2 0 0,-5 5-96,-9-3 0,9-2-560,-8 0-2080,-6 0-4306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 13635,'0'0'2174,"0"0"393,0 0-769,0 0-1129,-2 22-474,1-11-185,-2 24 149,2 0 0,2 21-159,0-43 77,0 0 1,1 0-1,0 0 0,1 0 1,1 0-1,0-1 0,1 1 1,0-1-1,1 0 0,1 1-77,-1-4 69,1 1-1,0-1 0,0-1 1,1 1-1,0-1 0,1-1 0,0 0 1,0 0-1,0 0 0,1-1 1,1 0-69,-5-3 28,1 0 1,0 0 0,0 0 0,0-1-1,0 0 1,0-1 0,0 1 0,0-1 0,1-1-1,-1 1 1,0-1 0,1-1 0,-1 1-1,1-1 1,-1 0 0,0-1 0,6-1-29,-7 0 28,0 0 0,-1-1 0,1 1 1,-1-1-1,1 0 0,-1-1 0,-1 1 1,1-1-1,-1 0 0,1 0 0,-1 0 1,-1-1-1,1 1 0,-1-1 0,0 0 0,0 0 1,-1 0-1,1-1 0,-2 1 0,1 0 1,0-3-29,0 2 121,-1 0 1,1-1 0,-1 1 0,-1 0-1,1-1 1,-1 1 0,0-1 0,-1 1-1,0-1 1,0 1 0,-1 0 0,0-1-1,0 1 1,0 0 0,-1 0 0,0 1 0,-1-1-1,-2-5-121,-6 0 124,0 0-1,0 0 0,-1 1 0,0 0 1,-1 1-1,0 1 0,0 0 1,-1 1-1,0 1 0,-1 0 0,-6-1-123,-2 0-575,1 0 0,-1 2-1,0 1 1,0 1-1,-1 1 1,-19 1 575,125 2-10036,-40-3 1341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9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3393,'0'0'3500,"0"0"-2174,0 0 358,19 24 233,7 9-1203,15 17 2094,20 36-2808,-53-74 471,7 10 296,0 1 1,2-2 0,0 0-1,2-1 1,2 0-768,-16-15 114,-1-1 0,1 0 0,1 0 0,-1-1 0,1 1 0,-1-1 0,1 0 0,0-1 0,0 0 0,0 0 0,0 0 0,0 0 0,1-1 0,-1 0 0,0 0 0,1-1 0,-1 0 0,1 0 0,-1-1 0,1 1 0,-1-1 0,0-1 0,0 1 0,1-1-114,0-1 54,-1 0 0,0-1-1,0 1 1,-1-1 0,1 0-1,-1 0 1,0-1 0,0 0-1,0 0 1,-1 0 0,1-1-1,-1 1 1,-1-1-1,1 0 1,-1 0 0,0 0-1,0 0 1,-1-1 0,0 1-1,0-1 1,0 0 0,-1-1-54,4-17 268,-1 0 0,-1 0 1,-2 0-1,0 0 0,-2-14-268,0 31-18,0-1 0,0 1 0,-1-1 0,0 1 0,-1 0 0,1 0 0,-2 0 0,1 0 0,-1 0 0,0 1 0,0-1 0,-1 1-1,0 0 1,-1 1 0,1-1 0,-1 1 0,-1 0 0,1 1 0,-1-1 0,0 1 0,0 1 0,0-1 0,-1 1 0,1 0 0,-1 1 0,0 0 0,0 0 0,-1 1-1,1 0 1,0 0 0,-1 1 0,1 0 0,-3 0 18,-93-7-6720,58 2-1447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4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12307,'0'0'2668,"0"0"-183,0 0-622,0 0-944,0 0-603,0 0-171,0 29 90,2 97 146,-1-108-277,1 0-1,1 0 1,0 0-1,1 0 1,1-1-1,2 2-103,-4-11 58,0 0-1,1 0 0,0-1 1,0 0-1,1 1 1,0-1-1,1-1 0,-1 1 1,1-1-1,0 0 0,3 2-57,-3-4 45,-1-1-1,1 1 1,0-1-1,0-1 0,0 1 1,0-1-1,1 0 1,-1 0-1,0-1 0,1 1 1,-1-2-1,1 1 1,0-1-1,-1 0 0,1 0 1,-1 0-1,1-1 0,-1 0 1,1-1-1,-1 0 1,1 0-1,-1 0 0,0 0 1,0-1-1,0 0 1,0 0-1,0-2-44,2 1 26,0-1 0,-1-1 0,0 1 0,0-1 1,0 0-1,-1-1 0,0 1 0,0-1 0,0-1 0,-1 1 0,0-1 1,-1 0-1,0 0 0,0 0 0,0 0 0,-1-1 0,-1 1 0,1-1 1,0-6-27,-2 8 42,-1 0 1,0-1 0,0 1-1,0 0 1,-1 0 0,0 0-1,-1-1 1,1 1 0,-1 0-1,-1 1 1,1-1 0,-1 0-1,0 1 1,-1-1 0,-3-4-43,1 3 45,0 1 1,-1 0-1,0 0 1,0 0-1,-1 1 1,0 0-1,0 1 0,0 0 1,0 0-1,-1 1 1,-7-3-46,0 1 12,-1 1 1,1 1-1,-1 0 0,0 2-12,-56-16-2724,62 12-1555,10-1-2804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1 209 10362,'0'0'1411,"0"0"88,0 0 200,11 22-419,37 70-241,-46-89-928,0-1 0,1 1 0,-1 0 0,1-1 0,0 0 0,-1 1 0,1-1 0,0-1 0,1 1 0,-1 0 0,0-1 0,0 1 0,1-1 0,-1 0 0,1 0 0,-1 0 0,1-1 0,-1 1 0,1-1 0,0 0-1,-1 0 1,1 0 0,-1 0 0,1-1 0,0 0 0,-1 1 0,1-1 0,-1 0 0,0-1 0,3 0-111,0-1 101,1 1-1,-1-1 1,0 0-1,0-1 1,0 0 0,-1 0-1,1 0 1,-1 0-1,0-1 1,0 0 0,-1 0-1,1 0 1,-1-1-1,0 0 1,-1 1 0,1-1-1,-1 0 1,0-1-1,-1 1 1,1-1 0,-1 1-1,-1-1 1,1 0-1,-1 0-100,0-1 95,1 0 0,-2 0 0,1 0 0,-1 0 0,0 0 0,-1 0-1,0 0 1,0 0 0,-1 1 0,0-1 0,0 0 0,-1 1 0,0-1-1,0 1 1,-1 0 0,1 0 0,-2 0 0,1 1 0,-1-1 0,-3-3-95,1 4-7,0 0 1,0 0-1,0 0 1,-1 1-1,0 0 0,0 0 1,0 1-1,0 0 1,-5-1 6,8 3-396,0 1 0,-1-1 0,1 1 0,-1 0 0,1 1 0,-1-1 0,1 1 0,-1 0 0,1 1 0,-1-1 0,1 1 0,-1 0 0,1 0 0,0 1 0,-1 0 0,-2 1 396,-22 16-7406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10962,'0'0'2329,"0"0"-718,0 0 63,0 0-686,0 0-391,22-20-151,70-62-238,-89 80-197,-1 0 1,1 0 0,-1 0-1,1 1 1,-1-1 0,1 1-1,0-1 1,0 1 0,0 0-1,0 0 1,0 1 0,0-1-1,0 1 1,0-1 0,0 1-1,0 0 1,0 0 0,0 0-1,0 0 1,0 1 0,0-1-1,0 1 1,0 0 0,0 0-1,2 1-11,0 1 41,0 1 0,1 0 0,-1 0 0,-1 0 0,1 0-1,-1 1 1,1 0 0,-1 0 0,0 1-41,0-1 73,16 23 353,0 1-1,-3 0 1,0 1 0,11 29-426,47 137 452,-46-113-403,-21-55-110,5 14 39,-1-22-3201,-9-19-1310,-1-1-3210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0 12515,'0'0'1736,"0"0"761,-62 143-681,30-76-448,0 3-336,-1-4-399,4-4-297,-1-6 8,9-10-128,2-10-80,6-9-128,5-13-16,5-11-136,3-3-880,3-10-1713,10-12-3096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12859,'0'0'2378,"0"0"-169,0 0-646,0 0-932,0 0-395,0 0-98,21-12 103,67-38-110,-85 48-126,0 0 0,1 0 1,-1 1-1,1-1 1,-1 1-1,1 0 1,-1 0-1,1 1 0,0-1 1,0 1-1,-1 0 1,1-1-1,1 2-5,-4-1 2,1 0 1,-1 1-1,0-1 0,1 1 0,-1-1 1,1 1-1,-1-1 0,0 1 1,0 0-1,1 0 0,-1 0 1,0 0-1,0 0 0,0 0 1,0 0-1,0 0 0,0 0 0,0 0 1,-1 1-1,1-1 0,0 1-2,1 5 12,0 0-1,0 0 0,-1 0 1,1 0-1,-2 1 0,1-1 0,-1 0 1,0 0-1,-1 2-11,1 3 33,-2 4-24,0 0-1,0 0 1,-2-1 0,0 1-1,0-1 1,-2 0 0,-1 3-9,1-3 4,0 1 0,1-1 0,1 1 0,1 0 0,0 0 0,1 1 0,0 3-4,2-18 6,-1 0-1,1 0 0,0 0 0,1-1 0,-1 1 0,0 0 0,0 0 0,1-1 0,-1 1 1,1 0-1,-1-1 0,1 1 0,0 0 0,0-1 0,0 1 0,0-1 0,0 1 0,0-1 1,0 0-1,1 2-5,1-2 70,-1 0 1,1 1 0,0-1 0,-1-1-1,1 1 1,0 0 0,0-1-1,0 1 1,0-1 0,-1 0 0,1 0-1,0 0 1,0 0-71,19-1 269,-1 0 0,1-2 0,-1 0 0,3-3-269,-8 4-823,-1 0-1,0 1 1,1 0-1,1 2 824,-5-1-1352,18 0-3665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80 7586,'0'0'2328,"0"0"339,0 0-676,0 0-680,0 0-426,0 0-325,-22-14-122,-65-39 21,84 51-395,0 1 0,0-1 0,0 1-1,0 0 1,0-1 0,0 1 0,0 1 0,0-1-1,0 0 1,0 1 0,-1-1 0,-1 1-64,4 0 14,0 0 0,0 1 0,0-1 0,0 0 0,0 1 0,0-1 1,0 0-1,1 1 0,-1-1 0,0 1 0,0-1 0,0 1 0,0 0 0,0-1 1,1 1-1,-1 0 0,0-1 0,1 1 0,-1 0 0,0 0 0,1 0 0,-1 0 1,1 0-15,-2 5 30,1-1 1,-1 0-1,1 1 1,1-1 0,-1 1-1,1-1 1,0 1-1,0-1 1,1 4-31,0 4 236,-3 209 2883,20 135-3119,-14-113 1081,-5-150-1184,1-94-349,-19-29-3977,8 14 1571,-7-13-3725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2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13099,'0'0'2904,"0"0"-1591,0 0 1231,0 0-1295,137-72-305,-94 57-560,2 6-208,-2-1-168,0 5-8,22 0-1160,-14 1-1793,-3-1-4313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2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8770,'0'0'2630,"0"0"-582,0 0-46,-12 20-540,-2 0-1048,6-9-151,0 1-1,1 0 1,1 0-1,-1 1 1,2-1-1,0 1 1,0 1-1,1-1 0,1 1 1,0 2-263,-3 34 1038,2 0 0,2 1 1,3-1-1,2 3-1038,-2-45 46,0 1-1,0 0 1,1 0 0,0-1 0,0 1-1,1-1 1,1 1 0,-1-1 0,1 0-1,1 0 1,-1-1 0,1 1-1,1-1 1,-1 0 0,4 3-46,-5-7-107,1 1 1,-1-1-1,0 1 1,1-1-1,0-1 1,0 1-1,0-1 1,0 1-1,0-1 0,1-1 1,-1 1-1,0-1 1,1 0-1,-1 0 1,1-1-1,0 1 1,-1-1-1,1-1 1,-1 1-1,1-1 0,-1 0 1,1 0-1,-1 0 1,5-2 106,28-17-4142,-3-6-2435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10658,'0'0'5850,"0"0"-4890,0 0 432,0 0 344,0 0-247,0 0-505,158 157-328,-120-111-368,0-3-120,-6-4-72,-3-8-88,-4-6 48,-7-11-56,-2-9-336,-5-5-1664,-3 0-3385</inkml:trace>
  <inkml:trace contextRef="#ctx0" brushRef="#br0" timeOffset="1">291 0 13731,'0'0'2472,"0"0"-1871,0 0 647,-83 147-144,51-81-136,-3 1-96,2-6 73,7-11-433,4-11-272,6-8-176,8-11-64,5-6-184,3-4-1232,0-5-1257,3-5-2600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3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15171,'0'0'2585,"0"0"-1173,0 0 316,0 0-546,0 0-703,0 0-298,24 24-46,-4-5-77,-7-8-11,0 1 1,-1 0 0,-1 1 0,0 0 0,0 1 0,-1 0 0,-1 1 0,-1 0-1,0 0 1,0 1 0,-2-1 0,3 10-48,5 42 277,-3 1 0,-3 0 0,-3 1-1,-3-1 1,-6 60-277,-2-105 213,2-5-2176,4-9-5703,0-9-2902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3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190 363 13707,'0'0'1854,"0"0"-510,0 0 218,-25 5-261,-78 21-557,99-25-710,1 1-1,0-1 0,0 1 0,0-1 0,0 1 0,0 0 0,0 0 1,1 0-1,-1 1 0,1-1 0,-1 1 0,1-1 0,0 1 1,0 0-1,0 0 0,0 0 0,1 0 0,-1 0 0,0 2-33,0 3 113,0-1-1,0 1 1,1 0-1,0 0 1,1-1-1,-1 6-112,1-1 190,-2 9 54,1 1 1,2-1-1,0 0 0,1 1 0,0-1 0,5 11-244,-6-27 15,1 0 1,-1 1-1,1-1 1,1 0-1,-1-1 1,1 1-1,0 0 1,0-1-1,0 1 1,1-1-1,-1 0 1,1 0-1,0 0 1,0-1-1,1 1 0,-1-1 1,1 0-1,0 0 1,-1-1-1,1 1 1,0-1-1,1 0 1,-1-1-1,0 1 1,0-1-1,1 0 1,-1 0-1,2-1-15,3 1-26,0 0 0,0-1 1,0 0-1,0-1 0,0 0 0,-1 0 0,1-1 0,0-1 0,0 1 0,-1-2 1,0 1-1,1-1 0,-1-1 0,-1 0 0,1 0 0,-1 0 0,0-1 1,0-1-1,0 1 0,-1-1 0,0 0 0,-1-1 0,1 0 0,-1 0 1,-1 0-1,0-1 0,0 0 0,0 0 0,-1 0 0,-1 0 0,0-1 0,0 1 1,2-11 25,-1-5-144,0 0 1,-1 0 0,-1-1 0,-2 1 0,0-1-1,-2 1 1,-4-22 143,-10-33 726,-20-61-726,1 5 2346,37 188-897,62 280-409,-54-268-1054,-5-24-162,2 0-1,2-1 1,1 1-1,2-2 1,2 1 176,15 7-2204,-4-23-3170,-1-12-4744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13731,'0'0'2272,"0"0"-1095,0 0 559,0 0 168,0 0-311,158 87-249,-123-39-208,-5 3-552,-9 0-271,-5-3-225,-5-9-8,0-5-80,-6-13-144,6-11-937,0-7-1463,-3-3-3217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0 12963,'0'0'2432,"0"0"-207,0 0-273,-96 138-455,53-56-465,-6 3-88,1-6-48,5-6-504,5-13-144,14-14-176,6-15-8,9-9-64,9-15-456,6-7-1520,21-9-2385,5-13-4465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9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11362,'0'0'2424,"0"0"-159,0 0 155,0 0-825,0 0-767,9 6 500,12-2-1038,0-1-1,0-1 1,0-1-1,0-1 1,0-1-1,9-2-289,-7 2 43,54-12 27,-6 0-2427,-27 14-6014,-40 1 1156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7:5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10362,'0'0'1489,"0"0"-185,0 0 536,0 0-456,0 0-639,0 0-321,169 10-224,-126-10-152,5 0-48,-7 0-1777,-15 0-12370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0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10 8210,'0'0'2192,"0"0"446,0 0-244,0 0-483,0 0-63,0 0-6,-5-2-435,4 1-1380,-1 0 18,1 1-1,-1-1 0,1 0 0,-1 0 0,1 1 0,-1-1 1,0 1-1,1-1 0,-1 1 0,0 0 0,1 0 0,-1-1 1,0 1-1,0 0 0,1 1 0,-1-1 0,0 0 0,1 0 1,-1 1-1,0-1 0,1 1 0,-1 0 0,1-1 0,-1 1 1,1 0-1,-1 0 0,1 0 0,-1 0 0,1 0 0,0 0 1,-1 0-1,1 0 0,0 1 0,0-1 0,0 0 0,0 1 1,0-1-1,0 1 0,0 0-44,-10 20 71,1 0 1,0 1-1,2 1 0,0-1 1,2 1-1,1 0 1,0 1-1,2 0 0,1-1 1,1 1-1,1 0 1,1 0-1,2 0-71,-3-20 8,1 0-1,0 1 1,0-1 0,0-1-1,1 1 1,-1 0 0,1 0 0,1-1-1,-1 1 1,0-1 0,1 1-1,0-1 1,0 0 0,0 0-1,1 0 1,0-1 0,-1 1-1,1-1 1,0 0 0,0 0 0,1 0-1,-1-1 1,1 1 0,-1-1-1,1 0 1,0 0 0,0-1-1,0 0 1,0 1 0,0-2-1,0 1 1,0 0 0,0-1-8,4 1 9,-1-1 1,1 0-1,0 0 1,-1-1-1,1 0 1,0-1-1,-1 1 0,0-2 1,1 1-1,-1-1 1,0 0-1,0-1 1,0 0-1,-1 0 1,0-1-1,1 0 1,-2 0-1,1-1 0,2-2-9,-3 2 35,-1-1-1,0-1 0,0 1 0,-1-1 0,0 0 0,0 0 0,-1 0 0,0 0 0,0 0 0,-1-1 0,0 0 0,-1 1 0,1-1 0,-2 0 0,1 0 1,-1 1-1,-1-1-34,1 2 26,-1-1 1,0 1 0,0 0 0,-1 0 0,0 0 0,0 0 0,0 0-1,-1 1 1,0-1 0,-1 1 0,1 0 0,-1 0 0,-1 0 0,1 0-1,-1 1 1,0-1 0,0 1 0,0 0 0,-1 1 0,-3-3-27,1 2-318,-1 0 1,0 1-1,0 0 0,0 0 1,0 1-1,-1 0 1,-2 0 317,-12-1-2930,0 2 0,0 0 1,-24 2 2929,46 0-187,-31 0-10587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0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21 5673,'0'0'864,"0"0"-388,0 0-50,0 0-217,0 0-103,-6-4-22,1 1 203,-1 1 0,0-1 0,0 1 0,0 1 0,0-1 0,0 1 0,-1 0 0,1 0 0,0 1 0,0 0 0,-1 0 0,1 0 0,0 1 0,0 0 0,-1 0 0,1 1 0,0 0 0,0 0 0,0 0 0,-2 2-287,-2 1 165,1 2 1,0-1 0,0 1 0,1 0 0,0 1 0,0 0-1,1 0 1,0 1 0,0 0 0,1 0 0,0 0 0,1 1-1,0 0 1,0 0 0,1 0 0,1 1 0,0-1 0,0 1-1,0 4-165,-5 26 208,2 1-1,2 0 1,2 0-1,1 18-207,3-7 578,2-1 1,2 1-1,3-1 0,15 49-578,21 48 1178,8 1-1178,-25-70 402,-11-29-13,-2 1 0,-3 1 0,-2 0 0,-2 0 0,-3 1 0,-2 0 0,-2 1-389,-1-8 394,-2-1 0,-2 1 0,-8 29-394,8-54 167,-2-1 0,0 0-1,-2 0 1,0-1 0,-1 1-1,-1-2 1,-1 0 0,-11 16-167,18-31 60,0 0 0,0 0 0,0-1 0,0 0 0,-1 1 0,1-1 0,-1-1 0,0 1 0,0-1 0,0 1 0,0-1 0,0-1 0,0 1 0,-1-1 0,1 0 0,0 0 0,-1-1 0,1 1 0,-1-1 1,1 0-1,-1-1 0,1 1 0,0-1 0,-1 0 0,1-1 0,0 1 0,-3-2-60,-1 1 10,1-1-1,-1 0 1,1-1 0,0 0 0,0 0 0,0-1-1,0 0 1,1 0 0,0-1 0,0 0-1,0 0 1,1 0 0,0-1 0,0 0 0,0 0-1,-2-5-9,7 7-155,-1 0 1,0 0-1,1 0 0,0 0 0,0 0 0,0-1 0,1 1 0,0 0 0,0 0 0,0 0 0,0-1 0,1 1 0,0 0 0,0-1 155,2-5-1897,0 0 0,1-1-1,0 1 1,1 1 0,3-6 1897,11-21-13635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09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2785,'0'0'12841,"0"0"-7234,0 0-3052,0 0-1140,0 0-830,0 0-410,-2 15-43,-10 93 504,-14 112-2012,26-223-2802,0-11-3924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11618,'0'0'4060,"0"0"-2458,0 0-627,0 0 51,5 23 153,-1-9-987,1 11 154,2 0 1,0 0-1,2-1 0,1 0 0,0-1 0,11 15-346,-17-32 53,1 0-1,0 0 1,0-1-1,0 1 1,1-1 0,0-1-1,0 1 1,0-1 0,0 0-1,1 0 1,0-1 0,0 0-1,-1 0 1,2 0 0,-1-1-1,0 0 1,0-1 0,1 1-1,-1-1 1,1-1 0,-1 0-1,2 0-52,-3 0 37,0-1 0,-1 1 0,1-1-1,0-1 1,-1 1 0,1-1 0,-1 0 0,1 0-1,-1-1 1,0 0 0,0 0 0,0 0 0,0 0-1,-1-1 1,1 1 0,-1-1 0,0-1-1,0 1 1,0 0 0,-1-1 0,0 0 0,0 0-1,0 0 1,0 0 0,-1 0 0,1-1 0,-2 1-1,2-5-36,-1 2 81,0-1 0,-1 0 0,0 0 0,0 0 0,-1 0-1,0 0 1,-1 0 0,0 1 0,0-1 0,-1 0 0,0 0 0,-1 1-1,0-1 1,0 1 0,-1 0 0,0 0 0,0 0 0,-1 1 0,0-1-81,1 2-26,-1 0 0,1 0 0,-1 1 0,0 0 0,-1 0 0,1 0 0,-1 1 0,0-1 0,0 1 0,0 1 1,-1-1-1,1 1 0,-1 0 0,0 1 0,0 0 0,0 0 0,0 0 0,0 1 0,0 0 0,-1 0 0,1 1 0,0 0 1,-7 1 25,10-1-328,1 0 0,-1 1 1,0 0-1,1 0 0,-1 0 1,1 0-1,-1 1 1,1-1-1,0 1 0,-1 0 1,1 0-1,0 0 0,0 0 1,0 1-1,0-1 1,1 1-1,-1 0 0,-1 1 328,-18 29-7541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10338,'0'0'2443,"0"0"-610,0 0-220,0 0-555,0 0-235,0 0 97,12-18 138,40-58-51,-49 74-944,-1-1 1,1 1-1,0-1 0,-1 1 1,1 0-1,0 0 1,0 0-1,1 1 1,-1-1-1,0 1 1,1-1-1,-1 1 1,0 0-1,1 0 1,-1 1-1,1-1 1,0 1-1,-1 0 1,1 0-1,-1 0 1,1 0-1,0 0 1,-1 1-1,1 0 1,-1 0-1,1 0 1,-1 0-1,0 0 1,1 1-1,-1-1 1,2 2-64,6 4 32,0 0-1,0 1 1,-1 0-1,0 1 1,-1 0 0,0 0-1,0 1 1,-1 0-1,5 8-31,17 27 304,17 38-304,-25-44 171,27 48 94,28 70-265,-71-152-1992,0-15 104,1-19-2459,-7 29 4151,5-33-7792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1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0 13219,'0'0'2500,"0"0"-931,-13 24 312,4-8-1540,-9 14 316,2 2 0,1 0 0,1 1 0,-3 16-657,-8 32 901,-3-1-1,-3-2 1,-4-1-1,-38 62-900,70-132-4,15-44-1803,-7 22 98,0-1 1,1 1 0,6-10 1708,17-28-5497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12083,'0'0'2467,"0"0"-245,0 0 14,0 0-725,0 0-741,0 0-340,22-12-176,70-33-116,-90 44-135,-1 0-1,1 1 0,0-1 0,0 0 0,0 1 0,0-1 1,0 1-1,0-1 0,0 1 0,0 0 0,0 0 1,0 0-1,2 0-2,-3 1 1,0-1 0,-1 0 1,1 1-1,0-1 1,-1 0-1,1 1 0,0-1 1,-1 0-1,1 1 1,0-1-1,-1 1 0,1 0 1,-1-1-1,1 1 1,-1-1-1,1 1 0,-1 0 1,1-1-1,-1 1 1,0 0-1,1 0 0,-1 0-1,1 3 12,0 1-1,-1-1 0,0 0 0,1 1 1,-2-1-1,1 1 0,0-1 1,-1 4-12,-1 2 48,1 4-36,-1 0 0,-1 1 0,-1-1 0,0-1 0,0 1 0,-2-1 0,1 1 0,-2-1 0,0-1 0,0 0 0,-7 8-12,-28 56 507,42-75-453,0-1 1,0 0-1,0 1 1,1-1 0,-1 0-1,0 1 1,0-1 0,0 0-1,1 1 1,-1-1 0,0 0-1,0 0 1,1 1 0,-1-1-1,0 0 1,1 0-1,-1 1 1,0-1 0,1 0-1,-1 0 1,0 0 0,1 0-1,-1 0 1,0 1 0,1-1-1,-1 0 1,1 0 0,-1 0-1,0 0 1,1 0-1,-1 0 1,0 0 0,1 0-1,-1 0 1,1 0 0,-1-1-1,1 1-54,21 0 311,-19 0-100,105-7 1157,-53 2-2722,-1 3-5500,-32 2-3195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45 12547,'0'0'3564,"0"0"-1182,0 0-199,0 0-870,0 0-760,0 0-409,-24 4 15,10 3 93,10-5-103,1 0 1,-1 0-1,0 0 0,0 0 1,0-1-1,0 0 1,0 0-1,0 0 0,0 0 1,-3 0-150,6-1 30,0-1 0,0 1 0,1-1 0,-1 1 0,1-1 0,-1 1 0,0-1 0,1 1 0,-1-1 0,1 0 0,-1 1 0,1-1 0,0 0 0,-1 0 0,1 1 0,0-1 0,-1 0 0,1 1 0,0-1 0,0 0 1,-1 0-1,1 0 0,0 1 0,0-1 0,0 0 0,0 0 0,0 0 0,0 1 0,1-2-30,-1-31-9,0 25 149,0 8-126,0-1-1,0 1 1,0 0-1,0-1 1,0 1-1,0 0 0,0-1 1,0 1-1,0 0 1,0 0-1,0-1 1,0 1-1,0 0 1,0-1-1,0 1 0,0 0 1,1 0-1,-1-1 1,0 1-1,0 0 1,0 0-1,0-1 0,1 1 1,-1 0-1,0 0 1,0-1-1,0 1 1,1 0-1,-1 0 0,0 0 1,0 0-1,1-1 1,-1 1-1,0 0 1,1 0-1,-1 0 0,0 0 1,0 0-1,1 0 1,-1 0-1,0 0 1,1 0-1,-1 0 0,0 0 1,1 0-1,-1 0 1,0 0-1,0 0 1,1 0-1,-1 0 0,0 0 1,1 0-1,-1 0 1,0 0-1,0 1 1,1-1-1,-1 0 0,0 0 1,0 0-1,1 1 1,-1-1-1,0 0 1,0 0-1,0 1-13,15 17-2,-14-13 5,0 1 0,0 0 1,-1 0-1,0 0 0,0 0 0,0 0 0,-1 0 0,0 0 1,0 0-1,-1 5-3,1-9 8,0 0 0,1-1-1,-1 1 1,0 0 0,0 0 0,0-1 0,0 1 0,0 0-1,0-1 1,-1 1 0,1-1 0,0 1 0,-1-1 0,1 0 0,-1 0-1,1 0 1,-1 0 0,0 0 0,0 0 0,1 0 0,-1 0 0,0 0-1,0-1 1,0 1 0,0-1 0,0 0 0,0 1 0,0-1-1,0 0 1,0 0 0,0 0 0,0-1 0,0 1 0,0 0-8,0-2 9,1 1 0,-1-1 0,1 1 0,-1-1 0,1 1 0,0-1 0,0 0 1,0 1-1,0-1 0,0 0 0,0 0 0,0 0 0,1 0 0,-1 0 0,1 0 0,-1 0 0,1 0 1,0 0-1,0 0 0,0 0 0,0 0 0,0-1-9,0 0-93,-1-1 1,1 0-1,0 0 0,0 1 0,0-1 1,1 0-1,-1 0 0,1 1 1,0-1-1,0 0 0,0 1 1,2-3 92,29-11-4388,-18 13-1035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16.2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1037 148 6313,'0'0'1255,"0"0"39,0 0 898,0 0-318,0 0-666,0 0-382,-8-8-130,0-1-221,0 1 1,-1 0-1,0 1 0,0 0 0,0 0 1,-1 1-1,0 0 0,-2 0-475,-7-3 799,-22-9 91,0 1-1,-3 2-889,30 11 103,0 0 0,0 1 0,0 1 0,0 0 0,-1 1 0,1 0 0,-1 2 0,-5 0-103,7 3 38,-1 0 1,1 1-1,1 1 0,-1 0 0,1 1 0,0 0 1,0 1-1,1 0 0,-2 3-38,-10 5 46,-30 24 128,1 2 1,2 3-1,3 1 1,1 3-1,3 2 1,1 1-1,3 2 1,1 5-175,22-31 116,2 0 0,1 1 0,1 1 1,2 0-1,1 0 0,1 1 0,-2 16-116,3-1 191,2 0 1,2-1-1,3 1 1,3 41-192,0-63 42,0 1-1,2 0 1,1-1-1,1 0 1,0 0 0,2-1-1,1 0 1,1 0 0,1-1-1,1-1 1,1 0 0,1 1-42,5 3 54,2-1 1,0-1-1,1-1 1,1-1-1,1-1 1,1-1 0,1-2-1,1 0 1,5 0-55,16 9 36,3-2 1,0-2-1,1-3 0,0-2 1,2-2-1,0-3 1,0-2-1,1-3 0,0-2 1,22-2-37,-45-4 0,-1-1 1,1-1-1,-1-2 1,0-2-1,0-1 1,-1-1-1,0-1 1,9-6-1,3-4 1,-1-2-1,-1-2 1,0-2 0,-2-1 0,15-16-1,-3 2 22,-3-3-1,-1-1 1,-2-3 0,32-45-22,-60 71 8,-1-2 1,-2 1-1,0-2 1,-1 0-1,-2-1 1,-1 0-1,-1-1 1,-1 1 0,-1-2-1,-1 1 1,-2-1-1,1-16-8,-4 20 51,0-1 0,-2 1 0,-1 0-1,-1 0 1,0 0 0,-2 0 0,-1 0-1,-1 1 1,-1 0 0,-1 1 0,-1-1-1,-1 2 1,-1 0 0,0 0 0,-2 1-1,0 0 1,-2 1 0,-6-6-51,-7-4-6,0 1 0,-2 1 0,-1 2 0,-2 1 1,0 2-1,-1 1 0,-1 1 0,-1 2 0,0 2 0,-25-6 6,28 11-510,-1 1-1,0 2 1,0 2 0,-1 1-1,0 1 1,0 2-1,0 2 1,0 2-1,0 1 1,0 1 0,-33 9 510,-25 15-5808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28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11042,'0'0'3670,"0"0"-1010,0 0-164,0 0-514,0 0-588,-1 0-1367,1 0 1,0 0 0,-1 0-1,1 0 1,0 0 0,-1 0 0,1 0-1,0 0 1,-1 0 0,1 1-1,0-1 1,-1 0 0,1 0 0,0 0-1,-1 0 1,1 0 0,0 1-1,-1-1 1,1 0 0,0 0-1,0 1 1,-1-1 0,1 0 0,0 0-1,0 1 1,0-1 0,-1 0-1,1 1 1,0-1 0,0 0 0,0 1-1,0-1 1,0 0 0,0 1-1,0-1 1,0 0 0,0 1-1,0-1 1,0 0 0,0 1-28,-2 10 121,1 0 0,0 1 0,1-1 0,0 0 0,1 1 0,0-1-1,1 0 1,0 0 0,1 0 0,0 0 0,2 1-121,-1 5 206,0 0-1,0 0 1,-2 1-1,1 9-205,-36-123 1708,-4-3-1586,36 139-89,18 83 76,-7-58 21,-3-1-1,-3 7-129,-2 69 893,-11 76-893,9-215 2,0-1 0,1 0 0,-1 1 0,0-1 0,0 0 0,0 1 0,0-1 0,0 0 0,0 1 0,0-1 0,0 0 0,-1 1 0,1-1 0,0 0 0,0 1 1,0-1-1,0 0 0,0 1 0,0-1 0,-1 0 0,1 1 0,0-1 0,0 0 0,-1 1 0,1-1 0,0 0 0,0 0 0,-1 0 0,1 1 0,0-1 0,0 0 0,-1 0 0,1 0 0,0 1 1,-1-1-1,1 0 0,0 0 0,-1 0 0,1 0 0,-1 0 0,1 0 0,0 0 0,-1 0 0,1 0 0,0 0 0,-1 0 0,1 0 0,0 0 0,-1 0 0,1 0-2,-20-14-1018,0 0-596,-5 6-1695,8 3-3235,-1-2-8036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2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12347,'0'0'2183,"0"0"-791,29 0 560,-29 0-1945,84 1 1528,0-3-1,0-5 1,20-6-1535,124-40 1885,63-12-1059,-251 60-758,1 2 1,37 2-69,-52 1-10,-25 0-90,-1 0-326,-23 12-3565,-6-1-1790,-2 0-4035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2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17308,'0'0'3703,"0"0"-2223,0 0-573,0 0 70,3 28-16,23 178 289,-19-131 256,-1 60-1506,2 30 465,-8-165-462,2 9-67,-1-9 47,-1 0-1,0 0 1,1 0 0,-1 0 0,0 0 0,1 0 0,-1 0 0,0 0-1,0 0 1,1 0 0,-1 0 0,0 0 0,1 0 0,-1 0 0,0 0-1,0-1 1,1 1 0,-1 0 0,0 0 0,0 0 0,1 0-1,-1-1 1,0 1 0,0 0 0,0 0 0,1-1 0,-1 1 0,0 0-1,0 0 1,0-1 0,0 1 0,0 0 0,1 0 0,-1-1-1,0 1 1,0 0 0,0-1 0,0 1 0,0 0 0,0 0 0,0-1 17,33-75-5762,-17 33-794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30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8210,'0'0'6957,"0"0"-4239,0 0-1404,-9 25-62,1-4-950,1-2-46,1-1 1,0 2 0,1-1 0,2 0 0,0 1-1,0 0 1,2 16-257,0-15 293,1 1 0,1-1 0,1 0 1,1 0-1,1 0 0,4 14-293,-6-30 51,0 0-1,1 0 1,-1 0 0,1 0 0,0 0 0,0 0-1,0-1 1,1 0 0,0 1 0,0-1 0,0-1-1,0 1 1,0 0 0,1-1 0,0 0-1,-1 0 1,1-1 0,0 1 0,1-1 0,-1 0-1,0 0 1,1-1 0,-1 0 0,1 1 0,-1-2-1,1 1 1,5-1-51,1 1 40,1-1 0,0-1 1,0 0-1,-1 0 0,1-1 0,-1-1 0,1 0 0,-1-1 1,0-1-1,0 1 0,-1-2 0,1 0 0,-1 0 1,5-5-41,-8 5 9,0 0 1,0-1-1,-1 1 1,1-2-1,-2 1 1,1-1-1,-1 0 1,-1-1-1,1 1 1,-1-1-1,-1 0 1,0 0-1,0-1 1,-1 1-1,0-1 1,0 0-1,-1 0 1,0-7-10,0 6 29,-1 0 0,-1 1 0,0-1 1,0 0-1,-1 1 0,-1-1 0,0 1 1,0-1-1,-1 1 0,0 0 0,-1 0 0,0 0 1,0 0-1,-5-5-29,5 9-39,-1 0-1,1 1 1,-1 0 0,0 0 0,-1 0 0,1 0-1,-1 1 1,0 0 0,0 0 0,0 1 0,-1 0-1,1 0 1,-1 0 0,0 1 0,0 0-1,0 0 1,0 1 0,0 0 0,0 0 0,0 0-1,0 1 1,-4 1 39,4-2-545,-1 2-1,1-1 0,0 1 1,0 0-1,0 1 0,0 0 1,0 0-1,0 0 0,1 1 0,-1 0 1,1 0-1,-5 4 546,-26 19-7073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3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339 562 6793,'0'0'1882,"0"0"-283,0 0 140,0 0-57,0 0-80,1-21-135,0-68 2,-1 84-1270,-1 0 0,0 0-1,0 0 1,0 1 0,-1-1-1,0 0 1,1 1 0,-2-1 0,1 1-1,0 0 1,-1 0 0,0 0-1,0 0 1,0 0 0,-1 1-1,1-1 1,-1 1 0,0 0 0,0 0-1,0 0 1,-3-2-199,-2-1 240,2 1-127,1 1-1,-1-1 0,0 1 1,0 1-1,0 0 0,0 0 1,-1 0-1,0 1 1,1 0-1,-1 0 0,0 1 1,0 0-1,-6 0-112,9 1 15,0 0-1,0 1 0,0 0 1,0 0-1,0 0 1,1 0-1,-1 1 0,0 0 1,1 0-1,-1 0 1,1 0-1,0 1 0,0 0 1,0 0-1,0 0 1,0 0-1,1 1 0,-1-1 1,1 1-1,0 0 0,0 0 1,-1 2-15,-7 13 5,2 1 0,0 0 0,1 0 0,1 1 0,1 0 0,0 0 0,2 0 0,1 1-1,0 0 1,2-1 0,0 1 0,2 0 0,0 0 0,4 13-5,-5-29-8,2-1 1,-1 0-1,1 1 0,-1-1 0,2 0 0,-1 0 1,0 0-1,1-1 0,0 1 0,0-1 0,0 1 1,1-1-1,0 0 0,-1 0 0,1 0 0,4 2 8,-1-2 13,0 1-1,1-1 0,-1 0 1,1 0-1,0-1 0,0 0 0,0 0 1,1-1-1,-1 0 0,5 0-12,-2 0-142,1-1 0,0 0 0,-1-1 0,1-1 0,0 1-1,-1-2 1,1 0 0,-1 0 0,0-1 0,0 0 0,0-1-1,0 0 1,0-1 0,-1 0 0,0-1 0,2-1 142,-3-1-343,-1 0 0,1-1 1,-2 0-1,1 0 0,-2 0 0,1-1 1,-1 0-1,0 0 0,-1-1 0,-1 0 1,1 0-1,-2 0 0,1 0 0,-2 0 1,1-1-1,-2 0 0,1-2 343,1-32-1237,-1 0 0,-2 0 0,-6-33 1237,6 73-75,-8-61 273,-8-26-198,-1-12 2924,9 2 5223,10 137-7568,1 0-1,6 22-578,4 30 381,-11-65-589,2 27 471,3 0 0,1 0 0,7 19-263,-10-51-250,1 0-1,0-1 0,1 0 0,1 0 1,3 3 250,-5-8-661,1-1 1,0 0 0,0 0 0,1 0 0,1-1 0,-1-1 0,1 1-1,1-1 661,33 16-8767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3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14307,'0'0'3201,"0"0"-577,0 0-1399,0 0-33,0 0 64,88 130-432,-50-69-440,-1-1-176,-2-7-136,0-7 8,-5-12-80,-3-10-264,2-19-896,-7-5-1456,-6 0-2442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3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 9858,'0'0'8330,"0"0"-7402,0 0 1393,-140 186-1033,87-102-416,-1 1-368,6-10-360,2-13-144,6-6-112,10-17-1632,9-13-3801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47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13355,'0'0'4481,"0"0"-2921,0 0 505,0 0-945,0 0-504,48-20-288,-21 16-112,6 1-208,-4 3 40,-2 0-48,0 0-32,-3 0-664,-5 0-1296,-8 3-2121,-9 4-2657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4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12579,'0'0'2344,"0"0"-1536,0 0 321,0 0-89,0 0-192,0 0-536,0 0-256,162-39-56,-101 24-440,-10 6-1672,-5-3-5602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49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12347,'0'0'2599,"0"0"-503,0 0 205,0 0-858,0 0-946,0 0-238,-1 29 172,-1 233 1102,2-20-2589,-7-239-4669,5-3 4230,-11 0-5373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49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9858,'0'0'3185,"0"0"-1553,0 0 40,0 0-303,150-5 63,-96-4-376,-1-1-384,4-2-279,-4 0-241,-2 0-88,-5 2-64,-8 5-144,-3 5-705,-9 0-735,-7 0-328,-5 7-889,-12 5-3016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0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15563,'0'0'2854,"0"0"-1104,0 0 186,0 30-357,-1 6-1132,0-12-178,1 1 0,1-1 0,1 0 0,1 0 0,1 0 0,2 2-269,13 88 1407,-4 0 1,-4 32-1408,-10-140 24,-2-5-28,1-1 1,0 1-1,0-1 1,0 1-1,0-1 0,0 1 1,0-1-1,0 1 0,-1-1 1,1 1-1,1-1 1,-1 0-1,0 1 0,0-1 1,0 1-1,0-1 0,0 1 1,0-1-1,0 1 1,1-1-1,-1 1 0,0-1 1,0 0-1,1 1 0,-1-1 1,0 1-1,1-1 1,-1 0-1,0 1 0,1-1 1,-1 0-1,0 1 0,1-1 1,-1 0-1,1 0 1,-1 1-1,1-1 0,-1 0 1,1 0-1,-1 0 0,0 0 1,1 0-1,-1 0 1,1 0-1,-1 1 0,1-1 1,-1-1-1,1 1 0,-1 0 1,1 0-1,-1 0 1,1 0-1,-1 0 0,1 0 1,-1 0-1,1-1 0,-1 1 1,0 0-1,1 0 1,-1-1-1,1 1 0,-1 0 1,0-1-1,1 1 0,-1-1 4,25-25-755,-23 23 670,27-37-2402,1-5-3320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16331,'0'0'2549,"0"0"-1167,-7 23-33,4-11-1185,-5 13 82,1 0 0,1 1-1,1 0 1,2-1-1,1 2 1,0 1-246,2-8 158,1 0 0,0 0 0,2 0 0,0 0 0,1-1 1,1 1-1,1-1 0,4 7-158,-7-19 31,0 0 0,1 0 0,0-1 0,0 1 0,0-1 0,1 0 0,0 0 0,0 0 0,1 0 0,0-1 0,0 0 0,0-1 1,0 1-1,1-1 0,0 0 0,0-1 0,0 1 0,0-2 0,0 1 0,1-1 0,-1 0 0,1 0 0,0-1-31,5 1 18,0-1 1,0 0-1,0-1 0,0-1 1,0 0-1,0-1 0,0 0 1,0-1-1,-1 0 0,1-1 1,-1-1-1,0 0 0,2-1-18,-7 2 9,0 0 0,0 0 0,-1 0-1,1-1 1,-1 0 0,0 0 0,-1-1 0,1 0 0,-1 0-1,0 0 1,-1 0 0,1-1 0,-1 0 0,0 0-1,-1 0 1,0 0 0,0 0 0,-1-1 0,1 1 0,-2-1-1,1 0 1,-1-3-9,0 0 21,-1 1 0,0-1 1,0 0-1,-2 1 0,1-1 0,-1 1 0,-1 0 0,0-1 0,0 1 0,-1 1 1,0-1-1,-1 0 0,-5-8-21,-1 2 2,0 0 1,-2 1 0,1 0-1,-2 1 1,0 1 0,-1 0 0,-3-2-3,9 8-166,0 1 1,0-1-1,-1 1 1,0 1 0,-10-4 165,14 7-925,0 0 1,0 0 0,0 1-1,0 0 1,0 0-1,0 0 1,-3 1 924,7 0-6693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26 12459,'0'0'2518,"0"0"-230,0 0 250,0 0-280,0 0-517,0 0-560,-9-6-584,3 2-524,-20-12 137,25 16-196,0 1 1,0-1-1,0 0 1,0 0-1,1 0 1,-1 0 0,0 1-1,0-1 1,0 0-1,0 1 1,1-1-1,-1 0 1,0 1 0,0-1-1,1 1 1,-1 0-1,0-1 1,1 1-1,-1 0 1,1-1 0,-1 1-1,0 0 1,1-1-1,0 1 1,-1 0-1,1 0 1,-1 0 0,1-1-1,0 1 1,0 0-1,-1 0 1,1 0-1,0 0 1,0 0 0,0 0-1,0-1 1,0 1-1,0 1-14,-11 64 388,3 2 0,3-1-1,2 43-387,33-111-10443,-11-7-3180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 5353,'0'0'7879,"0"0"-5058,-2 29-946,-5 101-347,6-121-1442,1 1-1,1-1 0,-1 1 1,1-1-1,1 1 0,0-1 1,0 0-1,1 1 1,0-1-1,0-1 0,1 1 1,0 0-1,1-1 1,0 0-1,0 0 0,1 0 1,0-1-1,0 0 0,1 0 1,0 0-1,0-1 1,1 0-1,-1 0 0,1-1 1,0 0-1,1-1 0,-1 1 1,1-2-1,0 1 1,0-1-1,0-1 0,0 1 1,1-2-1,-1 1 1,1-1-1,-1-1 0,1 1 1,-1-2-1,1 1 0,-1-1 1,1-1-1,-1 0 1,0 0-1,7-3-85,-11 3 17,-1 1 0,0-1 0,-1-1 0,1 1-1,0 0 1,-1-1 0,1 0 0,-1 0 0,0 0 0,0 0 0,0 0 0,0-1 0,0 1 0,-1-1 0,0 0-1,2-3-16,0-1 53,-1 0 0,0 0 0,-1-1 0,0 1 0,0-1-1,-1 1 1,0-1 0,0-7-53,-1 3 115,0 1-1,-1 0 1,0 0-1,-1 0 1,-1 0 0,0 0-1,0 1 1,-1-1 0,0 1-1,-1 0 1,-1 0-1,-4-8-114,4 11 12,-1 0-1,1 1 0,-1 0 1,-1 0-1,1 0 0,-1 1 0,0 0 1,0 1-1,-1 0 0,0 0 1,0 1-1,0 0 0,0 0 1,0 1-1,-1 0 0,0 1 1,0 0-1,1 1 0,-5-1-11,13 3-132,0 0-1,0 0 1,0-1 0,0 1-1,0 0 1,1 0 0,-1 0-1,0 0 1,0 0 0,1 0-1,-1 0 1,1 0 0,-1 1-1,1-1 1,0 0-1,-1 0 1,1 0 0,0 0-1,0 1 1,0-1 0,0 0-1,0 0 1,0 0 0,0 1-1,0-1 1,0 0 0,1 0-1,-1 0 1,0 1 132,6 41-5928,8 0-4225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19 9570,'0'0'2362,"0"0"-112,0 0-246,0 0-609,0 0-348,-22-3-290,-74-11-154,92 13-509,-1 1 1,0 0-1,1 0 0,-1 0 0,0 0 0,1 1 0,-1 0 0,1 0 0,-1 0 1,1 1-1,-1-1 0,1 1 0,0 0 0,0 0 0,0 0 0,0 1 1,0 0-1,0 0 0,1 0 0,-1 0 0,-1 2-94,-1 3 183,0-1 0,1 1 0,0 1-1,0-1 1,1 1 0,0 0 0,1 0 0,-1 0-183,-12 43 464,2 0 1,3 1-1,1 0 1,3 0-1,3 1 1,1 0-1,5 36-464,2-55 158,2-1 0,1-1 0,1 1 0,2-1 0,2-1-1,13 29-157,22 64 155,-31-61 101,-2 1 1,-3 1-1,-3 0 1,-3 0-1,-3 0 1,-4 34-257,1-84 98,0-1 1,-1 1 0,-1-1 0,-1 0 0,0 0 0,-1 0 0,-5 12-99,6-19 40,0 0-1,0 1 1,-1-1 0,0-1-1,0 1 1,-1-1 0,0 0-1,0 0 1,0-1 0,-1 0-1,0 0 1,-1 0 0,-6 3-40,12-8 22,-1 0 1,0 0 0,0-1-1,0 1 1,1-1 0,-1 1-1,0-1 1,0 0-1,0 0 1,0-1 0,0 1-1,1 0 1,-1-1-1,0 0 1,-1 0-23,2 1-96,1-1-1,-1 1 1,1-1 0,-1 1-1,1-1 1,-1 1-1,1-1 1,0 0 0,-1 0-1,1 0 1,0 0-1,0 0 1,0 0 0,-1 0-1,1 0 1,0 0 0,0-1-1,1 1 1,-1 0-1,0-1 1,0 1 0,1 0-1,-1-1 1,1 1-1,-1-1 1,1 1 0,-1-2 96,1 2-1775,0 3-2041,0 4-2334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1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54 216 13363,'0'0'2228,"0"0"-69,-8 26-181,-26 89-408,31-107-1394,1 0 0,0 0 1,0 0-1,1 1 0,0-1 0,0 0 1,1 1-1,0-1 0,1 1 0,0-1 1,0 0-1,1 1 0,0-1 0,2 6-176,-2-11 57,1 0-1,-1 0 1,1 0 0,0 0-1,0 0 1,0 0-1,0-1 1,0 0-1,1 1 1,-1-1-1,1 0 1,-1-1-1,1 1 1,0-1-1,0 1 1,0-1-1,0 0 1,0-1 0,0 1-1,0-1 1,0 0-1,0 0 1,0 0-1,0 0 1,1-1-57,4 1 38,1 0 0,0-1 0,-1 0 1,1-1-1,0 0 0,-1 0 0,0-1 1,0-1-1,0 1 0,0-1 0,5-4-38,-9 5 35,-1 0 0,1 0 0,-1-1 0,0 1 0,-1-1 1,1 0-1,-1 0 0,1 0 0,-1-1 0,0 1 0,-1-1 0,1 0 0,-1 0 0,0 1 0,0-1 0,0-1 0,-1 1 0,0 0 0,0 0 0,0-1 0,-1 1 0,0-1-35,1-7 97,-2-1 0,1 1 0,-2 0 0,0-1 0,0 1 0,-2 0 0,1 1 0,-2-1 0,-4-11-97,-6-6-9,-2 1 0,-1 1-1,-8-9 10,23 33-203,1 0 1,0 0-1,0 1 0,0-1 1,0 0-1,0-1 0,1 1 1,0 0-1,0 0 0,0-1 0,1 1 1,-1-3 202,1 2-817,0 1 0,1 0 1,-1 0-1,1 0 0,0-1 1,0 1-1,0 0 0,2-3 817,13-23-10079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2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14835,'0'0'2721,"0"0"-857,0 0-584,0 0-359,0 0 127,132 135-136,-92-70-208,-8 5-288,-5-2-200,-5-3-152,-6-9 8,-6-10-72,1-15 8,-3-9-8,3-22-672,0 0-1416,-1-27-3313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2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0 16275,'0'0'2865,"0"0"-1809,0 0 801,0 0-457,-142 174-256,94-109-544,2 0-31,-2-4-177,2-8-176,9-7-152,4-10-64,15-7-16,18-7-761,0-13-1951,10-6-3657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3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9570,'0'0'4618,"0"0"-2073,0 0-706,24-7-389,81-22-449,-97 26-902,0 2 0,0-1 0,0 1-1,0 0 1,1 1 0,6 0-99,-3 0 59,-11 0-57,0 1 0,1-1 0,-1 0 0,0 1 0,0-1 0,0 0 1,0 1-1,0-1 0,0 1 0,0 0 0,-1-1 0,1 1 0,0 0 0,0-1 0,0 1 0,-1 0 0,1 0 0,0 0 0,-1 0 0,1 0 0,0 0 0,-1 0 0,1 0 0,-1 0 0,0 0 0,1 0 0,-1 0 0,0 0 0,0 0 0,0 0 0,0 0 0,1 0 0,-2 0 0,1 0 0,0 1 0,0-1 1,0 0-3,0 5 5,-1-1 0,1 1 0,-1-1 0,0 0 0,-1 0 0,1 0 0,-1 0 0,-1 3-5,-9 13 14,-1-1-1,0-1 1,-2 0-1,-8 9-13,4-7 15,1 2-1,1 0 0,-5 13-14,18-29 51,0 1 0,0-1 0,1 1 1,0 0-1,1 0 0,0 1 0,0-1 0,1 0 0,0 1 0,0-1 1,1 1-1,0-1 0,1 7-51,-1-14 57,1 0 0,0 0 0,-1 0 0,1 0 0,0 0 0,0 0 0,0 0 0,0 0 0,-1-1-1,1 1 1,0 0 0,1 0 0,-1-1 0,0 1 0,0-1 0,0 1 0,0-1 0,0 1 0,1-1 0,-1 0 0,0 1 0,0-1 0,0 0 0,1 0 0,-1 0 0,0 0 0,1 0-57,43 1 465,-36-1-384,105 0-230,-39 0-3863,-36 0-3549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3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262 322 13411,'0'0'1598,"0"0"-789,-28-1 50,-89 1 164,113 1-938,-1-1 0,1 1 0,-1 0 0,1 0 0,0 0 0,-1 0 0,1 1 0,0 0 0,0 0 0,0 0 0,0 0 0,0 1 0,0-1 0,1 1 0,-1 0 0,1 0 0,0 1 0,0-1 0,0 0 0,0 1 0,0 0 0,0 1-85,-1 4 194,0 0-1,0 1 1,1-1 0,0 1-1,1-1 1,0 1 0,0 8-194,-1-3 206,2-1 1,-1 1-1,2 0 0,0 0 1,1 0-1,1 0 1,0 0-1,1 0 0,2 4-206,-3-12 37,1 0-1,0 0 0,0-1 0,1 1 0,0-1 0,0 0 1,1 0-1,-1 0 0,1 0 0,1-1 0,-1 0 0,1 0 0,-1 0 1,2-1-1,-1 0 0,0 0 0,1-1 0,-1 1 0,6 0-36,-1 1 23,1-1 0,0-1-1,0 0 1,0-1 0,0 0-1,0-1 1,0 0 0,1-1-1,-1 0 1,0-1 0,0-1-1,1 0 1,-1 0 0,-1-1-1,1-1 1,7-3-23,-11 4 2,0 0 0,-1-1 0,1 0-1,-1-1 1,0 0 0,-1 0 0,1 0 0,-1-1 0,0 0-1,0 0 1,-1-1 0,1 1 0,-2-1 0,1 0 0,-1-1-1,0 1 1,0-1 0,-1 0 0,0 1 0,0-2 0,-1 1-1,0 0 1,-1 0 0,1-5-2,0-31 42,-2 1-1,-2-1 1,-2 1-1,-2 0 1,-1 0-1,-3 0 1,-3-6-42,11 42 67,-8-27 368,2 0 0,2-1 0,1 1 0,0-22-435,5 54 455,3 31-115,88 293 376,-83-295-791,1-1 1,2-1-1,0 1 1,8 11 74,-9-21-1101,0-1 0,1 0 1,1-1-1,4 6 1101,14 7-7262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15427,'0'0'3841,"0"0"-3305,0 0 632,0 0 601,0 0-393,107 177-160,-67-119-471,-5-5-313,-3-5-312,-5-9-96,-5-8-24,-6-7 0,-3-12-360,6-12-889,-3 0-3096,-5-12-5881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4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 15427,'0'0'2793,"0"0"-1921,0 0 1056,-102 125-247,56-52-697,-2 2-208,5-3-432,0-7-344,-11 5-48,11-14-1456,0-13-5009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6633,'0'0'10123,"0"0"-8963,0 0-456,0 0 1272,0 0-687,0 0-345,73 55-456,-36-48-120,6-4-128,6-3-144,2 0-96,10 0-168,-12 0-2088,-20 0-5586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11779,'0'0'10122,"0"0"-8882,0 0-720,0 0 336,0 0-840,0 0-16,0 0-912,215-94-936,-130 77-2233,-9 9-1640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18020,'0'0'2080,"0"0"265,0 0-145,19 130-911,-3-70-249,-2 3-360,-6 3-184,-3-6-328,0-7-40,-2-7-80,2-12-48,1-13 0,-1-11-96,3-10-368,16-26-472,-2-20-945,2-10-4584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27 16492,'0'0'2747,"-4"21"-1344,3-19-1339,-8 50 1296,1-1 0,3 10-1360,3-47 190,1-1 0,1 0-1,0 0 1,1 0 0,1 0-1,0 1 1,0-1 0,1-1-1,1 1 1,0 0 0,1-1-1,0 0 1,1 0-190,-3-8 39,1 0 0,-1 0 1,1 0-1,0 0 0,0-1 0,0 0 0,1 1 0,-1-2 1,1 1-1,-1 0 0,1-1 0,0 0 0,0 0 0,0 0 0,0-1 1,1 0-1,-1 0 0,0 0 0,0 0 0,1-1 0,-1 0 1,0 0-1,1-1 0,-1 1 0,0-1 0,1 0 0,-1-1 0,2 0-39,11-3 65,-1-2-1,1 0 0,-1 0 0,0-2 0,-1 0 1,0-1-1,5-5-64,3-1 28,-1-2 1,-1-1-1,0 0 1,-1-2-29,-16 15 10,0 1-1,0-1 1,-1 0 0,0 0 0,0 0 0,0 0 0,-1-1-1,0 0 1,0 0 0,0 0 0,-1 0 0,0 0-1,-1 0 1,0 0 0,0-1 0,0 1 0,-1-1 0,0-5-10,-2 8 4,1-1 1,-1 1 0,0 0 0,-1 0 0,1 0-1,-1 1 1,0-1 0,0 1 0,-1-1-1,1 1 1,-1 0 0,0 0 0,0 1 0,0-1-1,-1 1 1,1 0 0,-1 0 0,0 0 0,1 0-1,-3 1-4,-14-9-29,-1 1 0,0 2 0,0 0-1,-4 0 30,11 5-314,-1-1 0,1 2 0,-1 0 0,-9 1 314,-31 0-3635,27 2-197,-16-1-8671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4 150 12523,'0'0'2221,"0"0"-36,0-23 354,-1-26-1481,0-8 475,0 36 2926,27 150-3398,10 66-409,-29-125-828,-1-12 876,8 31-700,-11-74-501,1 0 1,0 0-1,1-1 0,1 1 0,0-1 1,1 0-1,0 0 0,2 0 501,-4-6-4783,-4-3-3501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12275,'0'0'2504,"0"0"-1504,0 0 2097,0 0-1241,156 5-519,-86-15-185,0-7-32,-6 0-488,-5 3-560,-8 4-72,-8 3-112,-2 7-1584,-15 0-3193,-15 0-5593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8:59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17572,'0'0'2496,"0"0"-1776,0 0 577,0 0-601,0 0-488,0 0-208,0 0-2793,-6 10-3552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5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14091,'0'0'1968,"0"0"-1119,0 0 1479,0 0-784,145 167-503,-112-112-265,-4-1-216,-7-1-200,-4 0-40,-7-5-256,-3-4 136,-5-8-192,-3-7 80,3-10-88,2-19-776,-2 0-2105,-1 0-1512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0 17612,'0'0'2072,"0"0"-880,0 0 457,-64 177-529,34-102-296,-8-1-56,-2 1-320,5-9-39,6-11-281,13-14-32,5-17-96,11-14-96,0-10-657,29-22-855,9-16-2545,0-1-5529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1344,'0'0'10464,"0"0"-7011,0 0-2254,0 0-421,0 0-360,0 0-5,21 18 229,-21-18-642,25 21 332,-2 0 1,14 17-333,-35-36 29,-1 0 0,1 0 0,-1 0 0,1 1 0,-1-1 0,0 0 0,0 1 1,0-1-1,0 0 0,-1 1 0,1 0 0,0-1 0,-1 1 0,0-1 0,0 1 0,0-1 0,0 1 0,0 0 0,0-1 0,-1 1 0,1-1 0,-1 1 0,1-1 0,-2 3-29,-1 1 76,-1 1 0,1-1 0,-1-1 0,-1 1 0,1-1 0,-1 1 0,-1 0-76,-3 4 166,-8 16 502,17-25-631,1-1 0,-1 1 0,0-1 0,1 0 0,-1 1 0,1-1-1,-1 1 1,0-1 0,1 0 0,-1 1 0,1-1 0,-1 0 0,1 0 0,0 0 0,-1 1 0,1-1 0,-1 0 0,1 0 0,-1 0 0,1 0 0,-1 0 0,1 0 0,0 0 0,-1 0 0,1 0 0,-1 0 0,1 0-37,33 8 504,-29-6-479,1 1 0,-1 0 0,1 1 0,-1-1 0,0 1 0,0 0 0,-1 1 0,1-1 0,-1 1 0,0 0 0,0 0 0,-1 0 0,1 0 0,-1 1 0,0-1 0,-1 1 0,3 5-25,-4-6 36,1 0 1,-1-1-1,0 1 1,0 0 0,0 0-1,-1 0 1,1 0-1,-1 0 1,0 0-1,-1 0 1,1 0 0,-1 0-1,0 0 1,-1 0-1,1 0 1,-1-1 0,0 1-1,0 0 1,0-1-1,0 0 1,-1 1-1,-3 2-35,-1 2 84,-1 0 1,-1-1 0,0 0 0,0-1 0,0 0 0,-1 0 0,0-1 0,0 0 0,-1-1 0,1 0 0,-1-1 0,0 0 0,-1-1 0,1 0 0,0-1 0,-1 0 0,0 0 0,-1-2-87,10 0-188,1 1-1,-1-1 0,0 0 0,0 1 1,0-1-1,1 1 0,-1 0 0,0 0 1,1 0-1,-1 0 0,0 1 0,1-1 1,-1 1 189,-19 17-6433,3 1-3840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7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14659,'0'0'2489,"0"0"-43,0 0-135,0 0-426,0 0-436,32-3-293,0 1-901,8 0 40,1-3 0,-1-1 0,-1-2 0,16-5-295,30-14 275,-21 7 511,54-10-786,-96 26-546,1 1-1,0 1 1,0 0 0,0 2-1,0 1 1,0 1 0,7 2 546,9 2-3581,-13-3-2136,-6-1-4019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7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77 13171,'0'0'3018,"0"0"-483,0 0 67,0 0-1082,0 0-873,0 0-174,21-13-27,71-39-249,-89 50-194,0 1-1,1-1 1,-1 1-1,0 0 1,1 0-1,-1 0 1,1 0-1,-1 0 1,1 1-1,-1 0 1,1-1-1,2 2-2,-4-1 1,-1 0-1,0 0 0,0 1 1,0-1-1,0 0 0,0 1 0,0-1 1,0 1-1,0 0 0,0-1 1,0 1-1,0 0 0,-1 0 0,1-1 1,0 1-1,0 0 0,-1 0 1,1 0-1,0 0 0,-1 0 0,1 0 1,-1 0-1,1 0 0,-1 0 0,1 6 6,0-1 0,0 0-1,0 1 1,-1-1 0,0 0-1,-1 1 1,1-1-1,-1 0 1,-1 2-6,1-1 18,-2 4-8,0 1 1,-2 0 0,1-1 0,-1 0-1,-1 0 1,0 0 0,-1-1 0,0 0 0,0 0-1,-1-1 1,-1 0 0,1 0 0,-2 0-11,9-8 22,14-1-53,-1 0 1,1 1-1,0 0 0,-1 1 0,1 1 0,-1 0 0,9 4 31,-14-5-14,-1 1 1,0 0-1,-1 1 0,1 0 0,0 0 0,-1 0 0,0 0 0,0 1 0,0 0 1,-1 0-1,0 0 0,0 0 0,0 1 0,0 0 0,1 3 14,0 1 33,-1 1-1,1 0 1,-2 0 0,1 0-1,-2 0 1,1 1 0,-2-1-1,1 1 1,-2-1 0,1 1-1,-2 0 1,1-1-1,-2 1 1,0-1 0,-2 11-33,2-16 24,0 1 0,0-1 0,0 0 0,-1 0 0,0 0 0,0-1 0,0 1 0,-1-1 0,0 0 0,0 0 0,0 0 0,-1 0 0,1-1 0,-1 1 0,0-1 1,0-1-1,-1 1 0,1-1 0,-1 0 0,0 0 0,0 0 0,0-1 0,0 0 0,0 0 0,-1 0 0,1-1 0,0 0 0,-7 0-24,5-1 16,0 0 0,-1-1 1,1 0-1,-1 0 0,1 0 0,0-1 0,0-1 0,0 1 0,0-2 0,0 1 1,1-1-1,0 0 0,-1 0 0,1-1 0,1 0 0,-6-4-16,-9-6-475,-16-2-3813,26 14-748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13795,'0'0'3023,"0"0"-73,0 0-432,0 0-1262,0 0-772,0 0-234,-1 23 287,-1 10-185,2-1-1,1 1 1,1-1-1,6 29-351,27 123 1294,-9 2 0,-7 1 0,-7 99-1294,-10-201 285,1-55-204,-2 1 0,-1-1-1,-1 0 1,-2 0-1,-1 1 1,-1-2 0,-7 23-81,12-52-20,0 0 0,0 0 1,0-1-1,0 1 1,0 0-1,0 0 1,-1 0-1,1 0 1,0 0-1,0-1 0,0 1 1,0 0-1,0 0 1,0 0-1,0 0 1,0 0-1,0 0 0,0-1 1,0 1-1,0 0 1,0 0-1,-1 0 1,1 0-1,0 0 1,0 0-1,0 0 0,0 0 1,0-1-1,0 1 1,-1 0-1,1 0 1,0 0-1,0 0 0,0 0 1,0 0-1,0 0 1,-1 0-1,1 0 1,0 0-1,0 0 1,0 0-1,0 0 0,-1 0 1,1 0-1,0 0 1,0 0-1,0 0 1,0 0-1,0 0 1,-1 1-1,1-1 0,0 0 1,0 0-1,0 0 1,0 0-1,0 0 1,0 0-1,0 0 0,-1 0 1,1 1-1,0-1 1,0 0-1,0 0 1,0 0-1,0 0 1,0 0-1,0 1 20,-4-12-5295,4 10-1982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50 314 14547,'0'0'1687,"0"0"-359,-8 30 569,-24 97-506,29-111-1053,0 1-1,1-1 1,1 1 0,1-1-1,0 9-337,1 3 516,-1-20-377,0 0 0,1 1 0,0-1 0,1 0 0,-1 0 0,1 0 0,1 0 0,0 0 0,0-1 0,0 1 0,3 3-138,-3-7 62,0 0 0,-1-1 0,1 1 0,1 0 1,-1-1-1,1 0 0,-1 0 0,1 0 1,0 0-1,0 0 0,0-1 0,0 0 1,1 0-1,-1 0 0,0 0 0,1-1 0,0 0 1,-1 1-1,1-2 0,4 1-63,-1 0 29,0 0-1,0-1 1,0 0-1,0-1 1,0 0-1,-1 0 0,1-1 1,0 1-1,0-2 1,-1 1-1,1-1 1,-1-1-1,0 1 1,0-1-1,0 0 1,0-1-1,-1 1 1,0-1-1,0-1 0,0 1 1,0-1-1,-1 0 1,0 0-1,0-1 1,-1 1-1,0-1 1,0 0-1,0 0 1,-1-1-1,0 1 1,-1-1-1,1-2-28,0 0 32,0 0 0,-1 0 0,0 0 0,0-1 0,-2 1 0,1-1 0,-1 1 0,0-1 0,-1 1 0,-1 0 0,1-1 0,-2 1 0,1 0 0,-1 0 0,-1 0 0,0 0 0,0 1 0,-1-1 1,0 1-1,-1 0 0,-3-3-32,-14-16 12,-1 1 1,-2 2-1,0 1 1,-2 0-1,-18-10-12,25 17-97,15 14-105,1-1 1,0 0 0,0 0 0,1 0-1,-1 0 1,1-1 0,0 0 0,0 0-1,0 0 1,1 0 0,0-1 0,0 1-1,0-1 1,1 0 0,0 0 0,0 0-1,0 0 1,1 0 0,-1 0 0,1-6 201,0-39-6907,1-3-7630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13171,'0'0'1888,"0"0"1161,0 0-705,0 0-1039,0 0-969,0 0 680,0 0 344,-3 160-232,3-97-543,0-5-73,0-8-344,0-11-80,0-10-88,0-10 0,0-9-328,16-10-721,8-2-1847,0-20-4842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0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13867,'0'0'1915,"0"0"738,8 21-784,31 67-674,-35-81-1099,1 0 0,-1 0 0,1 0 1,1-1-1,-1 0 0,1 0 0,0 0 0,1-1 0,-1 1 0,1-2 0,0 1 0,0-1 0,1 0 0,-1 0 0,1-1 0,0 0 0,0 0 0,0-1 0,0 0 0,0-1 1,0 0-1,1 0 0,7 0-96,-10-1 16,-1 0 0,1 0 0,0-1 0,-1 1 0,1-1 0,-1 0 0,1-1 0,-1 1 0,0-1 0,1 0 0,-1-1 0,0 1 0,0-1 0,-1 0 0,1 0 0,-1-1 0,1 1 0,-1-1 0,0 0 0,0 0 0,-1 0 0,1-1 0,-1 1 0,0-1 0,0 0 0,0 0 0,-1 0 0,0 0 0,0 0 0,0-1 0,-1 1 0,2-5-16,-2 0 30,0 0 0,-1-1 0,0 1 0,0 0 0,-1 0 1,0 0-1,-1-1 0,0 1 0,-1 0 0,0 1 0,-1-1 0,1 0 0,-3-2-30,3 7 9,1 1 0,-1 0 0,0 0 0,0 0 0,0 0-1,0 1 1,0-1 0,-1 1 0,0 0 0,0 0 0,0 0 0,0 0 0,0 1 0,-1-1 0,1 1 0,0 0 0,-1 1 0,0-1-1,0 1 1,1 0 0,-1 0 0,0 0 0,0 1 0,0 0 0,0 0 0,0 0 0,0 0 0,1 1 0,-5 0-9,-1 2-290,0 0 1,0 0-1,0 1 1,0 0 0,0 1-1,1 0 1,-1 0-1,1 1 1,-6 5 289,-31 27-5134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15035,'0'0'2945,"0"0"-361,0 0-511,0 0-1033,0 0-536,0 0-16,178-80-304,-138 70-80,-8 10-104,-5 0-296,-16 7-1176,-6 13-3161,-5 2-4681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1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12107,'0'0'1936,"0"0"0,0 0 1857,0 0-2048,0 0-889,0 0-472,0 0-216,194-70-168,-92 39-416,-22 6-3289,-10 4-5977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132 298 13987,'0'0'2399,"0"0"-289,-9-23 40,-70-164 1552,62 156-2392,-9-26 1142,28 84-2384,1-1 1,1 0-1,7 17-68,4 31 146,-1 25-246,20 109 560,-23-164-2325,1-1 1,5 6 1864,-9-26-3198,-2-3-1852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15171,'0'0'2977,"0"0"-1417,0 0 49,0 0-513,0 0-304,142 5 192,-69-5-128,8 0-408,2-10-127,3-7-257,-8 0-56,-9 5-8,-10 3-313,-5 6-1015,0 3-1216,-11 0-2073,-11 0-3441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31 10642,'0'0'3042,"0"0"-556,0 0-4,0 0-692,0 0-721,0 0-345,5-2-334,10-4-301,-1 1 0,1 1 0,1 0 1,-1 0-1,1 2 0,-1 0 0,1 1 1,0 0-1,-1 1 0,3 1-89,-15 0 2,-1-1 1,0 1-1,0 0 1,0 0-1,0 0 1,0 0-1,0 0 0,0 0 1,0 0-1,0 1 1,-1-1-1,1 1 1,-1-1-1,1 1 0,-1 0 1,1 0-1,-1-1 1,0 1-1,0 0 1,0 0-1,0 0 0,0 0 1,0 1-1,-1-1 1,1 0-1,-1 0 1,1 0-1,-1 0 0,0 1 1,0-1-1,0 0 1,0 0-1,0 1 1,0-1-1,-1 0 0,1 0 1,-1 1-3,0 4 13,0 1 1,-1-1 0,0 0-1,0 0 1,-1 0-1,1 0 1,-2 0-1,1 0 1,-1-1-1,-2 4-13,-1-1 6,-1 1 8,0 0 1,-1 0-1,0 0 0,0-1 1,-1-1-1,0 0 0,0 0 0,-9 4-14,31-20 191,-10 6-198,1 0 1,-1 0-1,1 1 0,-1-1 1,1 0-1,0 1 0,0 0 1,0 0-1,0 0 0,0 0 1,0 0 6,1 0-6,1 1 1,-1-1-1,0 1 1,1 0 0,-1 0-1,0 1 1,0-1-1,1 1 1,-1 0-1,0 0 1,0 0-1,0 1 1,0-1 0,0 1-1,0 0 1,0 0-1,-1 0 1,1 1-1,-1-1 1,0 1-1,1 0 1,-1 0 0,1 1 4,0 2 0,0 0-1,0 0 1,-1 0-1,0 1 0,0-1 1,0 1-1,-1 0 1,0-1-1,0 1 0,-1 0 1,0 0-1,0 1 0,0-1 1,-1 0 1,0 0 4,0 0 1,0 0-1,0 0 1,-1 0-1,0 0 1,-1-1-1,1 1 1,-1 0-1,0-1 1,-1 1-1,0-1 1,-2 4-5,0-2 25,-1 0 1,0-1 0,-1 1 0,0-2-1,0 1 1,0-1 0,-1 0 0,-8 5-26,6-5 106,0-1 1,0 0-1,-1 0 1,0-1-1,1-1 0,-1 0 1,-1 0-1,-1-1-106,9-1 30,1 0-1,-1 0 1,1 0-1,-1-1 1,0 0-1,1 0 1,-1 0-1,1 0 0,-1 0 1,0-1-1,1 0 1,-1 1-1,1-1 1,-1-1-1,1 1 1,-1 0-1,1-1 1,0 0-1,0 0 1,0 0-1,0 0 1,0 0-1,0 0 1,1-1-1,-1 1 0,-1-4-29,3 5-65,1 0-1,-1 0 0,0 0 1,1 0-1,0-1 0,-1 1 0,1 0 1,0 0-1,0-1 0,0 1 0,-1 0 1,1-1-1,1 1 0,-1 0 0,0 0 1,0-1-1,0 1 0,1 0 0,-1 0 1,0-1-1,1 1 0,0 0 1,-1 0-1,1 0 0,-1 0 0,1 0 1,0-1-1,0 2 0,0-1 0,0-1 66,35-23-5205,-27 19 2878,20-13-7541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5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13067,'0'0'1696,"0"0"-413,-4 25 727,1-7-1623,-3 14 247,1 1 0,1-1 0,2 1 0,2 0 0,2 25-634,-1-52 43,0-1 1,0 1 0,1-1 0,0 1-1,0-1 1,0 0 0,0 0 0,1 0-1,0 0 1,0 0 0,0 0 0,0-1-1,1 0 1,0 0 0,0 0 0,0 0-1,0 0 1,1-1 0,-1 1 0,5 1-44,-2-2 38,0 0 1,0 0-1,1-1 1,0 1-1,-1-2 1,1 1-1,0-1 0,0 0 1,0-1-1,0 0 1,0 0-1,-1-1 1,1 0-1,0 0-38,2-1 33,1 0-1,-1-1 0,0 0 0,0-1 0,-1 0 0,1 0 0,-1-1 0,0 0 0,0-1 0,-1 0 0,1 0-32,-4 1 20,0 1 0,0-1 0,0 0 0,-1 0 0,0 0 0,0-1-1,0 0 1,0 1 0,-1-1 0,0 0 0,-1-1 0,1 1-1,-1-1 1,0 1 0,0-1 0,0-4-20,-2 7 81,0-1 0,0 1-1,0-1 1,0 1 0,-1-1 0,1 1-1,-1 0 1,0-1 0,-1 1 0,1 0-1,-1 0 1,0 0 0,0 0 0,0 0 0,0 0-1,-3-3-80,-1 1 88,1 0 0,-1 0-1,0 0 1,-1 1 0,0 0-1,1 0 1,-1 0-1,-1 1 1,0 0-88,-10-4-14,0 1 0,0 0-1,0 1 1,-1 1 0,0 1 0,0 1-1,0 1 1,-2 0 14,14 2-157,-8-2-1027,-1 2 0,1 0 0,0 1 0,-6 2 1184,-14 9-6376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6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7818,'0'0'5857,"0"0"-3889,0 0-759,0 0 39,0 0-360,156-61-312,-102 52-32,-3 1 16,-11 6-312,-8 0-79,-8 2-161,-5 0-8,-5 0-73,-14 2-1543,0 10-1304,0-2-5538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 9498,'0'0'3057,"0"0"-493,0 0-289,0 0-597,0 0-563,0 0-332,-23-8 197,17 49-493,1 1 0,3 0 0,1 0 0,4 27-487,-1 20 282,1 39-140,-1-32 79,-8 77-221,-1-112 10,57-58 72,87-6 111,-32 0-947,45 7 754,-149-4-293,0 0 0,1 0-1,-1 0 1,0 0-1,0 0 1,0 0-1,0 1 1,0-1-1,0 1 1,0-1-1,0 1 1,0-1 0,0 1-1,0-1 1,-1 1-1,1 0 1,0-1-1,0 1 1,0 0-1,-1 0 1,1 0-1,0 0 294,2 6-8096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9162,'0'0'1902,"0"0"-305,0 0-96,0 0-504,0 0-331,0 0-182,6 0 27,19 0 345,-24 0-710,0 1 1,-1-1-1,1 1 1,0 0-1,-1-1 1,1 1 0,0 0-1,-1 0 1,1 0-1,-1-1 1,0 1-1,1 0 1,-1 0-1,0 0 1,1 0-1,-1 0 1,0 0-1,0 0 1,0 0 0,0 0-1,0-1 1,0 1-1,0 0 1,0 0-1,0 0 1,0 0-147,0 3 460,16 184 3533,-13 96-2344,-3-199-1256,5-42-222,-5-42-200,1 0 0,-1 0 0,0-1 1,1 1-1,-1 0 0,1 0 0,-1 0 1,1 0-1,0 0 0,-1 0 1,1-1-1,0 1 0,-1 0 0,1 0 1,0-1-1,0 1 0,0-1 0,0 1 1,-1-1-1,1 1 0,0-1 0,0 1 1,0-1-1,0 0 0,0 0 0,0 1 1,0-1-1,0 0 0,0 0 0,0 0 1,0 0-1,0 0 0,1 0 0,-1 0 1,0-1-1,0 1 0,0 0 0,0 0 1,-1-1-1,2 0 29,44-24-2482,-16 2-1923,8-12-7372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1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11466,'0'0'1993,"0"0"-241,-6 30 473,-3 9-1521,1-11-201,2 1 1,2-1 0,0 1-1,2 0 1,1 5-504,1-17 300,-1 1 49,1-1 0,0 1 0,2-1 0,0 1 0,2 6-349,-3-19 37,1 0 0,-1 0 0,1 0 1,0-1-1,1 1 0,-1-1 0,1 1 1,0-1-1,0 0 0,0 0 0,1 0 1,-1 0-1,1-1 0,0 1 0,0-1 1,0 0-1,0 0 0,1-1 0,-1 1 1,4 0-38,8 3-34,1-1 1,-1-2 0,1 1 0,0-2 0,0 0-1,0-1 1,0-1 0,0 0 0,0-1-1,0-1 1,0-1 33,-13 2-9,0 0 0,0 0 0,0 0 0,0-1 0,-1 0 0,1 1-1,-1-1 1,1 0 0,-1-1 0,0 1 0,1-1 0,-1 1 0,-1-1 0,1 0-1,0 0 1,-1 0 0,1-1 0,-1 1 0,0-1 0,0 1 0,0-1 0,-1 0-1,1 1 1,-1-1 0,0 0 0,0 0 0,0 0 0,-1 0 0,1 0 0,-1 0-1,0 0 1,0 0 0,0 0 0,-1-2 9,0-6 62,0-1 0,-1 0 0,-1 1 0,0 0 1,0-1-1,-2 1 0,1 0 0,-1 1 0,-1-1 0,-4-4-62,10 14 10,-16-24 210,-1 1-1,-1 0 1,-1 1 0,-1 1 0,-1 1-1,-8-7-219,25 27 29,0-1-1,0 1 0,0 0 1,0 0-1,0 0 1,0 1-1,-1-1 0,1 1 1,0 0-1,-1 0 0,1 1 1,-2-1-29,-20 7-878,25-5 651,0-1 1,0 1-1,0 0 1,1 0-1,-1 0 1,0 0 0,0 0-1,0 0 1,1 0-1,-1 0 1,0 0 0,1 0-1,-1 0 1,1 0-1,0 1 1,-1-1-1,1 0 1,0 0 0,0 2 226,-1 5-6143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12763,'0'0'1615,"2"20"-603,2 32-58,14 137 2326,-14-157-2716,2-1 0,1 0 1,2 0-1,0-1 0,3 2-564,-9-25 65,0 0 0,1-1 0,0 1 1,0 0-1,1-1 0,0 0 0,0 0 1,0-1-1,1 1 0,0-1 0,0 0 0,0-1 1,0 1-1,1-1 0,0-1 0,1 1-65,2 0 61,0 0 0,0-1 0,1-1 0,-1 0 1,0 0-1,1-1 0,-1-1 0,1 1 0,0-2 0,-1 1 0,6-2-61,-13 1 11,0 1 1,0-1 0,0 0-1,0 0 1,0 0-1,0 0 1,-1 0 0,1 0-1,0-1 1,-1 1-1,1-1 1,-1 0 0,0 0-1,0 0 1,0 0-1,1 0 1,-2 0 0,1-1-1,1-1-11,0-2 49,0 1 1,-1 0-1,0 0 0,0-1 0,0 1 0,-1-1 0,0 0 1,0 1-1,0-1 0,-1-2-49,1-2 65,-1 0 0,-1 0 0,1 0 0,-2 0 0,1 0 0,-2 0 0,1 0 0,-1 1 0,0-1 0,-1 1 0,0 0 0,-1 0-65,-7-9 172,0 2-1,-2 0 0,1 0 1,-8-5-172,14 15 18,0 0 1,0 0 0,-1 0-1,0 1 1,0 0 0,0 1-1,0 0 1,-1 0 0,0 0-1,-8-1-18,16 5-111,1 0 1,0 0-1,-1 0 0,1 0 0,-1 0 0,1 0 0,0 0 0,-1 0 0,1 0 1,-1 0-1,1 0 0,0 1 0,-1-1 0,1 0 0,0 0 0,-1 0 0,1 1 1,0-1-1,-1 0 0,1 0 0,0 1 0,-1-1 0,1 0 0,0 1 0,0-1 1,-1 0-1,1 1 0,0-1 0,0 0 0,0 1 0,0-1 0,0 0 0,-1 1 1,1-1-1,0 1 0,0-1 0,0 0 0,0 1 0,0-1 0,0 1 0,0-1 1,0 0-1,0 1 0,0-1 0,0 1 0,1-1 0,-1 0 0,0 1 0,0-1 1,0 0-1,1 1 111,-1 4-1228,0 14-5627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0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92 14075,'0'0'1871,"-4"29"103,2-14-1492,-6 35 914,3 0 0,1 0-1,3 0 1,3 6-1396,-2-52 49,0 0 1,1 0-1,0 1 0,0-1 0,0 0 1,0 0-1,1 0 0,0 0 0,-1-1 1,1 1-1,1 0 0,-1-1 0,0 1 1,1-1-1,0 0 0,0 0 0,0 0 1,0 0-1,0 0 0,1-1 0,-1 0 0,1 1 1,0-1-1,-1-1 0,1 1 0,0 0 1,0-1-1,0 0 0,0 0 0,0 0 1,1 0-1,-1-1 0,3 1-49,2-1 24,-1 0 0,0 0 0,1-1-1,-1 0 1,0-1 0,0 0 0,0 0 0,0 0-1,0-1 1,0 0 0,-1-1 0,1 0 0,-1 0-1,0-1 1,0 1 0,5-6-24,-1-2 18,0 0 1,-1 0-1,0-1 0,-1-1 1,-1 0-1,0 0 0,-1-1 1,0 1-1,-1-1 0,-1-1 1,0 1-1,-2-1 0,1 0 1,-2 0-1,0 0 1,-1 0-1,-1-1 0,0 1 1,-1 0-1,-1 0 0,-2-10-18,3 21 3,0 0 0,-1 0 0,0 0-1,0 0 1,0 0 0,-1 0 0,0 1 0,0-1-1,0 1 1,0 0 0,-1-1 0,1 2-1,-1-1 1,0 0 0,0 1 0,-1 0 0,1 0-1,-1 0 1,1 0 0,-1 1 0,0-1-1,0 2 1,0-1 0,0 0 0,0 1 0,-1 0-1,1 0 1,-2 0-3,-14-1-360,1 1 0,-1 1 0,0 0 0,1 2-1,-1 0 1,-11 4 360,-75 21-6376,0 8-8052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11602,'0'0'3113,"0"0"-1008,0 0 95,0 0-952,0 0-464,0 0-335,166 5-289,-101-5-112,20 0-48,-15-3-1185,-11 1-4672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2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 5169,'0'0'8309,"0"0"-5118,0 0-1899,0 0-233,0 0-379,-23 30-152,23-30-528,-41 57 782,-9 18-782,46-68 107,0 1 0,0-1 0,0 1 0,1 0 0,0 0 0,1 1 0,0-1 1,0 1-1,1-1 0,0 1 0,0-1 0,1 1 0,0-1 0,1 6-107,0 10 313,-1-15-148,0 0 0,1 0 0,-1 0 0,2 0 0,-1 0 0,1 0 0,1 0 0,0-1 0,3 7-165,-4-11 54,0-1-1,0 1 1,1-1-1,-1 0 1,1 0-1,0 0 1,0 0-1,0 0 1,0-1-1,1 1 1,-1-1-1,1 0 1,-1 0-1,1 0 1,0-1-1,0 1 1,0-1-1,0 0 1,0 0-1,0 0 1,0-1-1,2 1-53,4 0 23,1 0-1,0-1 1,-1 0-1,1 0 1,0-1-1,-1-1 1,1 0 0,-1 0-1,0-1 1,1 0-1,-1-1 1,-1 0-1,1-1 1,0 0 0,-1 0-1,0-1 1,-1 0-1,1-1 1,-1 0-1,0 0 1,-1-1-1,0 0 1,0 0 0,0-1-1,-1 1 1,-1-1-1,1-1 1,-2 1-1,1-1 1,-1 0-1,-1 0 1,1 0 0,-2-1-1,0 1 1,0-1-1,0-3-22,-1 5 12,-1 0 0,1 0 0,-2 0-1,1 0 1,-1 0 0,-1 0 0,0 0-1,0 0 1,0 0 0,-1 1 0,-1-1-1,-3-7-11,3 10 6,-1 0 0,0 0 0,0 0 0,0 1-1,0-1 1,-1 1 0,0 1 0,0-1 0,0 1-1,0 0 1,-1 0 0,0 1 0,0 0 0,0 0-1,-6-2-5,3 3-172,1-1 0,-1 1 0,1 1 0,-1 0 0,0 0 0,-2 1 172,12 0-310,-1 1-1,1-1 1,0 1-1,-1-1 0,1 1 1,0 0-1,0-1 1,-1 1-1,1 0 1,0-1-1,0 1 1,0 0-1,0-1 1,0 1-1,0 0 1,0-1-1,0 1 0,0-1 1,1 1-1,-1 0 1,0-1-1,0 1 1,0 0-1,1 0 311,-1-1-626,9 13-9353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14003,'0'0'2244,"0"0"-945,0 0-162,0 0-210,23 0-353,212 2 892,-233-2-1361,0 0 1,-1 0-1,1 0 1,-1 0 0,1 0-1,0 0 1,-1 0-1,1 1 1,-1-1-1,1 0 1,0 1-1,-1-1 1,1 1-1,-1 0 1,1 0-1,-1-1 1,0 1-1,2 1-105,-2 0 126,-1 0 1,1 0-1,0 0 0,-1 0 0,0 0 0,1 0 1,-1 0-1,0 0 0,0 0 0,0 0 1,0 0-1,0 0 0,0 0-126,-1 10-485,4 149 1199,7-1-1,20 102-713,-17-176 428,-5 0-1,-2 58-427,-9-143 72,0 0 0,0 0-1,-1 0 1,1 0 0,-1 0 0,1-1-1,0 1 1,-1-1 0,1 0 0,-1 0-1,1 0 1,-1-1 0,-1 0-72,-1 1 55,-46 1 133,26 1-178,1-2 0,0 0 0,-1-2 0,1-1 0,0-1 0,-2-1-10,38 1-4958,6 0-895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12547,'0'0'4945,"0"0"-2705,0 0-1120,0 0 441,0 0-905,0 0-416,0 0-112,169-2-40,-132-3-8,-13 0-64,-7 2-16,-12 3-16,-5 8-1392,-22 11-3841,-10 8-3713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12939,'0'0'2384,"0"0"-1167,0 0 935,0 0-120,0 0-471,0 0-929,0 0-296,105 3-240,-46-16-16,3 1-80,13 0-200,-16 3-1136,-16 4-3905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13539,'0'0'3409,"0"0"-1968,0 0 218,0 23-148,0 2-1153,-1 19 571,2 0-1,1 0 1,5 16-929,-1-37 508,-4-28 260,-2-42 353,0 31-1299,-5-32 977,-7-34-799,10 69 548,11 57-359,-6-32-209,73 421 1004,-76-431-1007,0 0 0,0 0-1,0 0 1,1 0 0,-1 0-1,1 0 1,-1 0 0,1 0 0,0 0-1,0-1 1,-1 1 0,1 0-1,0 0 1,1-1 0,-1 1 0,0-1-1,0 1 1,1-1 0,-1 0-1,1 1 1,-1-1 0,1 0-1,1 1 24,-1-2-98,0-1-1,1 1 0,-1-1 0,0 1 0,0-1 0,0 0 0,0 0 0,0 0 0,0 0 0,0 0 1,0 0-1,0 0 0,-1-1 0,1 1 0,0-1 0,-1 1 0,1-1 0,-1 0 0,0 0 0,1 0 99,22-24-2882,-2 1-3060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48 15683,'0'0'2436,"0"0"-1179,0 0-58,-1 25 61,-4 82-194,4-96-908,1 0 1,1 0-1,0 0 0,0-1 1,1 1-1,0 0 0,1-1 0,1 1 1,-1-1-1,2 0 0,-1 0 1,1 0-1,1-1 0,0 0 1,3 4-159,-4-7 96,0-1 0,0 1 0,1-1 1,0 0-1,0 0 0,1-1 0,-1 0 1,1 0-1,0-1 0,0 1 0,0-1 1,0-1-1,1 0 0,-1 0 0,1 0 1,0-1-1,-1 0 0,1 0 0,5-1-96,-5 0 90,6 0 2,-1 0 1,1-1 0,-1 0 0,0-1-1,8-2-92,-18 3 12,-1 1 0,1-1-1,0 0 1,-1 0 0,1-1-1,-1 1 1,1 0 0,-1-1 0,0 1-1,0-1 1,1 0 0,-1 0-1,0 0 1,0 0 0,-1 0 0,1 0-1,0 0 1,-1-1 0,1 1-1,-1-1 1,0 1 0,0-1-1,0 1 1,0-1 0,0 0 0,-1 1-1,1-1 1,-1 0 0,0-1-12,0-10 76,-1 1 0,-1 0 0,0-1 1,-1 1-1,0 0 0,-1 0 0,-1 1 1,0-1-1,0 1 0,-1 0 0,-1 0 0,0 1 1,-1 0-1,0 0 0,-5-4-76,0-1 48,0 2 0,-1 0 0,-1 0-1,0 2 1,0-1 0,-2 2 0,1 0 0,-1 1 0,-1 1-1,-6-2-47,-3 3-649,26 8-393,10 3-789,-5-2 1471,45 15-3774,-11-5-1586,10-1-6785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5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15547,'0'0'1954,"0"0"-559,0 28 890,0 175 342,0-191-2468,0-1 0,1 1 0,1-1-1,0 0 1,0 1 0,1-1 0,0 0 0,1 0 0,3 6-159,-4-13 54,0 1-1,-1 0 0,1-1 1,1 1-1,-1-1 1,1 0-1,0 0 1,0 0-1,0 0 0,0-1 1,1 0-1,-1 0 1,1 0-1,0 0 1,0-1-1,0 0 1,0 0-1,0 0 0,1-1 1,-1 1-1,2-1-53,0 0 28,1 0 0,-1 0-1,1-1 1,0 0 0,-1 0-1,1-1 1,0 0-1,-1 0 1,1-1 0,-1 0-1,1 0 1,-1-1 0,0 0-1,0 0 1,0 0 0,0-1-1,-1 0 1,0-1 0,0 1-1,2-3-27,-1 0 11,-1 0 1,1 0-1,-1-1 0,-1 1 0,0-2 0,0 1 1,0 0-1,-1-1 0,0 0 0,-1 0 0,0 0 1,-1 0-1,1-1 0,-2 1 0,1-1 0,-1-1-11,-1 3 22,1 0-1,-1 0 0,0 1 0,0-1 1,-1 0-1,0 0 0,-1 0 0,0 1 0,0-1 1,0 1-1,-1-1 0,0 1 0,-1 0 0,0 0-21,-1-1 64,-1 1 0,0-1 0,-1 1 0,0 0 0,0 1 0,-1 0 0,1 0 0,-1 1 0,-1-1 0,1 2 0,-4-2-64,-7-4 40,0 2 1,-1 0 0,0 1 0,0 1-1,-1 0 1,0 2 0,0 1 0,0 0-1,-12 1-40,26 7-273,16 5-307,5-4-534,1-1 0,0 0 0,0-1-1,0-1 1,11 1 1114,34 2-5175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94 17308,'0'0'2562,"0"0"-178,-2 26-309,0 7-1425,1 0-1,2 13-649,0-42 61,-1 1 1,1-1-1,0 0 0,1 1 0,-1-1 0,1 0 0,-1 0 1,1 0-1,1 0 0,-1 0 0,1 0 0,-1 0 1,1-1-1,0 0 0,0 1 0,0-1 0,1 0 1,-1 0-1,1-1 0,0 1 0,0 0-61,6 2 110,1 0 0,-1-1-1,1 0 1,0-1 0,0 0-1,7 1-109,3 0 91,0-1 0,-1-1 0,1-1 0,0-1 0,0 0 0,-1-2 0,1 0-1,0-2 1,-1 0 0,12-4-91,-22 5 16,-1 0 0,0-1-1,-1 0 1,1 0 0,-1-1 0,1 0-1,-1 0 1,-1-1 0,1 0 0,-1-1-1,0 1 1,-1-1 0,1-1 0,-1 1-1,-1-1 1,1 0 0,-1 0-1,-1-1 1,0 1 0,0-1 0,0 0-1,-1 0 1,2-10-16,-4 15 5,0-1-1,0 0 1,0 0 0,-1 0-1,1 0 1,-1 0-1,0 0 1,-1-1 0,1 1-1,-1 0 1,0 0 0,0 1-1,0-1 1,-1 0-1,0 0 1,0 1 0,0-1-1,-1 1 1,1-1 0,-3-2-6,0 2 2,-1 0 0,0 1-1,1 0 1,-2-1 0,1 2-1,0-1 1,-1 1 0,0 0-1,1 0 1,-1 1 0,0 0-1,0 0 1,-1 1 0,0 0-1,-18-4-114,-1 1 1,0 2 0,0 1 0,0 1-1,0 1 1,0 1 0,0 1 0,-3 3 113,1 0-1547,0 2 1,0 1-1,0 2 0,-8 5 1547,-38 20-10369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6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0 397 7906,'0'0'5748,"0"0"-3604,0 0-806,23 0 167,109-5 43,-1-6 0,10-6-1548,213-43 2079,348-47 65,-644 101-2138,265-35 144,-243 26-83,0-3 0,75-29-67,-107 32 67,-28 9-6,0 0 1,0-1-1,-1-2 1,9-5-62,-27 14-7,-1 0-1,0 0 1,0 0-1,0 0 1,0 0-1,1 0 1,-1 0 0,0 0-1,0 0 1,0 0-1,0 0 1,0 0-1,1 0 1,-1 0-1,0-1 1,0 1 0,0 0-1,0 0 1,0 0-1,0 0 1,1 0-1,-1 0 1,0-1-1,0 1 1,0 0 0,0 0-1,0 0 1,0 0-1,0-1 1,0 1-1,0 0 1,0 0 0,0 0-1,0 0 1,0 0-1,0-1 1,0 1-1,0 0 1,0 0-1,0 0 1,0 0 0,0-1-1,0 1 1,0 0-1,0 0 1,0 0-1,0 0 1,0 0-1,-1-1 1,1 1 0,0 0-1,0 0 1,0 0 7,-12-4-795,-12 1-1467,-3 3-2597,-2 0-2640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6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13499,'0'0'3461,"0"0"-1842,0 0-300,24-11-346,76-35-509,-90 41-381,1 0-1,-1 1 1,1 1 0,-1 0-1,1 0 1,0 1-1,0 0 1,0 1-1,1 0 1,-1 1 0,0 0-1,7 1-82,-17 0 3,0-1 0,-1 0-1,1 0 1,-1 1 0,1-1-1,0 0 1,-1 0 0,1 1 0,-1-1-1,1 1 1,-1-1 0,1 1-1,-1-1 1,0 0 0,1 1 0,-1-1-1,0 1 1,1 0 0,-1-1-1,0 1 1,1-1 0,-1 1 0,0-1-1,0 1 1,0 0 0,0-1 0,1 1-1,-1 0 1,0-1 0,0 1-1,0 0 1,0-1 0,-1 1 0,1 0-3,-5 23 32,-3-15-15,1 0 1,-2 0-1,1 0 0,-1-1 0,-1-1 0,1 0 0,-1 0 0,0-1 0,-1 0 0,-3 1-17,-41 28 23,101-17 78,-40-15-76,0-1-1,0 1 1,-1 0-1,1 0 1,-1 1-1,0 0 1,0 0 0,0 0-1,0 0 1,-1 1-1,1 0 1,-1 0-1,-1 0 1,1 0-1,-1 1 1,1 0-1,-2-1 1,1 1-1,-1 0 1,0 0-1,0 0 1,0 1 0,-1-1-1,0 0 1,0 1-1,-1-1 1,0 1-1,0-1 1,0 0-1,-2 4-24,1-5 85,0-1-1,-1 1 0,0-1 0,0 0 0,0 0 0,-1 0 0,1 0 1,-1 0-1,0 0 0,0-1 0,0 1 0,-1-1 0,1 0 1,-1 0-1,0 0 0,1-1 0,-2 1 0,1-1 0,0 0 1,0 0-1,-1 0 0,1-1 0,0 1 0,-1-1-84,-11 4 157,0-1-1,0-1 1,0 0 0,0-1-1,0 0 1,-6-2-157,19 0 2,1 0 0,0 0 0,0 0 0,-1 0 0,1-1 0,0 1 0,0-1 0,-1 1 0,1-1 0,0 0 0,0 0 0,0 0 0,0 0 0,0 0 0,0-1 0,0 1 0,1 0 0,-1-1 0,0 0 0,1 1 0,-1-1 0,1 0 0,0 0 0,-1 0 0,1 0 0,0 0 0,0 0 0,0 0 0,1 0 0,-1 0 0,0 0 0,1-1 0,-1 1 0,1 0 0,0 0 0,0-1 1,0 0-3,0-2-269,0 1 1,0-1 0,0 1 0,1-1-1,0 1 1,0-1 0,0 1 0,1-1 0,-1 1-1,1 0 1,0 0 0,0 0 0,1 0 0,-1 0-1,1 0 1,0 1 0,0-1 0,1-1 268,27-19-5798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4 238 13587,'0'0'1844,"0"0"-703,0 22 747,-2 15-1127,1-12-255,0-1 1,2 1-1,1 0 0,1 0-506,-3-19 123,1 0-1,1 0 1,-1 0 0,1 0-1,0 0 1,0-1 0,0 1-1,1-1 1,0 0 0,0 1-1,0-1 1,1 0 0,0-1 0,0 1-1,0-1 1,0 0 0,3 2-123,0-1 127,0 0 0,0-1 0,1 0 0,-1-1 0,1 1 0,0-1 0,0-1 0,0 1 0,0-2 0,0 1 0,0-1 0,1 0-127,4 0 77,-1 0 0,1-2 0,0 1 1,-1-1-1,1-1 0,-1 0 0,1-1 0,-1 0 1,0-1-1,0-1 0,-1 1 0,1-2 0,-1 0 1,0 0-1,0-1 0,7-6-77,-15 10 8,0 1-1,0-1 1,-1 1 0,1-1-1,-1 0 1,0 0 0,0 0 0,0 0-1,0 0 1,0-1 0,-1 1-1,1-1 1,-1 1 0,0-1 0,0 1-1,-1-1 1,1 1 0,-1-1-1,1 0 1,-1 0 0,0 1 0,0-1-1,-1 0 1,1 1 0,-1-1-1,0 1 1,0-1 0,0 0-1,0 1 1,-1 0 0,1-1 0,-1 1-1,0 0 1,0 0 0,0 0-1,-1-1-7,-10-12 3,0 1 0,-1 1 0,-1 0 0,0 0-1,0 2 1,-3-1-3,10 7 3,4 2-68,-20-13-14,2-2-1,1 0 1,-18-21 79,32 32-475,1 0-1,0 0 0,1-1 1,0 0-1,-2-6 476,4 6-1128,0 1 1,0-1-1,1 0 0,0 0 1,0 0-1,1-8 1128,0-23-9771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1 15283,'0'0'1873,"0"0"-1385,-54 145-192,20-49-16,-1 15-184,0 8-96,5-13 0,-2 12-72,-16 34-1528,10-31-3426,3-19-1647</inkml:trace>
  <inkml:trace contextRef="#ctx0" brushRef="#br0" timeOffset="1">135 1438 9378,'0'0'1984,"0"0"-823,0 0 575,-81 162-456,59-119-407,9-4-489,5-10-184,3 7-200,2-7-1409,0 0-4912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14107,'0'0'2649,"0"0"-1425,0 0 864,0 0-311,0 0-929,0 0-560,0 0-288,172-7 0,-129 7-1088,-8 0-1545,-14 0-1320,-13 7-4024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8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5329,'0'0'7986,"0"0"-6394,0 0 801,0 0-609,0 0-200,0 0-343,0 0-457,24 48-344,19-48-296,0-3-136,3 1-8,18-3-536,-10 0-3177,-11 1-4673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20708,'0'0'2889,"0"0"-2089,0 0 464,0 0-31,0 0-409,-5 140-344,5-97-240,3-2-96,7-7-136,-2-7-8,3-5-144,0-8-528,18-9-712,-4-5-1521,1 0-3808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9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19524,'0'0'2078,"0"0"-1077,-5 25 136,-1 2-792,1-4-62,1 0-1,1 1 1,0-1 0,2 0 0,2 16-283,-1-31 42,1-1-1,0 1 1,0 0 0,0-1-1,1 0 1,1 1 0,-1-1 0,1 0-1,0 0 1,1-1 0,0 1 0,0-1-1,0 1 1,1-1 0,-1 0 0,2-1-1,-1 1 1,1-1 0,-1 0 0,1-1-1,1 1 1,-1-1 0,1 0 0,-1-1-1,1 0 1,0 0 0,0 0 0,1-1-1,-1 0 1,0 0 0,1-1 0,-1 0-1,1 0 1,-1-1 0,1 0 0,0 0-1,-1-1 1,1 0 0,-1 0 0,1-1-1,-1 1 1,0-2 0,5-1-42,-6 1 6,-1 1 0,0-1 0,0 0 0,0 0 0,-1-1 0,1 1 0,-1-1 0,0 0 0,0 0 0,0 0 0,0-1 0,-1 0 0,0 1 0,0-1 0,0 0 0,-1-1 0,1 1 0,-1 0 0,0-1 0,-1 1 0,1-1 0,-1 1 0,0-1 0,-1 0 0,1 0 0,-1 1 0,0-1 0,-1 0 0,1 0 0,-1 1 0,0-1 0,-1 0 0,1 1 0,-1-1 1,0 1-1,-1 0 0,1 0 0,-1-1 0,-1-1-6,-9-11 56,-1 1 1,-1 0 0,-1 1 0,0 1 0,-1 0 0,0 1 0,-1 1 0,-1 1 0,0 0 0,-5-1-57,20 12-2246,11 7 137,13 6-2127,9 3-4069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17132,'0'0'2336,"0"0"-349,2 24 442,0-10-2091,11 75 1179,-11-78-1357,1-1 0,0 0 0,1 0 0,0 0 0,0 0 0,1-1 0,1 0 0,-1 0 0,3 2-160,-3-6 30,0 1 0,1-1-1,0 0 1,0 0 0,0 0 0,0-1-1,1 0 1,0-1 0,0 1-1,0-1 1,0 0 0,1-1 0,-1 0-1,1 0 1,-1-1 0,1 0 0,0 0-1,-1 0 1,1-1 0,0-1 0,-1 1-1,1-1 1,0 0 0,-1-1-1,1 0 1,-1 0 0,0-1 0,1 0-1,2-1-29,-1 0 9,0 0 0,0-1 0,0 0 0,0 0 0,-1-1 0,0 0 0,0-1 0,-1 1 0,0-1 0,0-1 0,0 0 0,-1 0 0,0 0 0,-1 0-1,0-1 1,0 0 0,-1 0 0,0-1 0,0 1 0,-1-1 0,0 1 0,0-5-9,-2 8-2,-1-1 1,1 1-1,-1-1 0,0 1 1,0-1-1,-1 1 0,0-1 1,0 1-1,0 0 0,-1-1 1,0 1-1,0 0 0,-1 0 1,-2-5 1,1 6-36,0 1 1,1 0 0,-1-1 0,-1 1 0,1 1 0,0-1-1,-1 1 1,0 0 0,0 0 0,0 0 0,0 1-1,0-1 1,-1 1 0,1 1 0,-1-1 0,1 1 0,-2 0 35,-19-4-902,0 1 1,-1 1-1,0 2 0,1 1 1,-1 1-1,0 1 1,-15 3 901,-34 10-6487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2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0 380 18580,'0'0'2322,"0"0"-1139,0 0 134,0 0-324,30-4-488,-17 3-448,64-9 424,-1 4 0,4 3-481,7 1 230,-1-3 0,0-4 0,0-3-1,-1-5 1,-1-3 0,-1-3 0,-1-5 0,53-25-230,111-79-5,-153 80-241,-87 49-1783,-12 9 364,-20 15-1118,19-15 1676,-30 23-3597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30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57 13019,'0'0'1703,"0"0"-531,0 0 886,0 0-795,28-7-792,6-2-394,9-3 271,0 2 0,1 1 0,15 1-348,-58 8 9,1-1 1,0 1-1,0 0 0,0 0 1,0 0-1,0 0 0,0 0 1,0 0-1,0 1 0,0-1 0,0 1 1,0-1-1,0 1 0,0 0 1,0 0-1,0 0 0,-1 0 1,1 0-1,0 0 0,-1 0 1,2 1-10,-3 0 3,1 0 0,-1-1 1,0 1-1,0-1 0,1 1 1,-1 0-1,0-1 0,0 1 1,-1-1-1,1 1 0,0 0 1,-1-1-1,1 1 0,0-1 1,-1 1-1,0-1 0,1 1 1,-1-1-1,0 1 0,0-1 1,0 0-1,0 1 0,0-1 1,0 0-1,0 0 0,0 0 1,-2 1-4,-15 17 199,-1-2 0,-1 0 0,0-1 1,-1-1-1,-1-1 0,0-1 0,-14 5-199,35-17 51,1-1 1,38 0 270,-34 0-285,1 0 0,0 0 1,-1 1-1,1 0 1,0 0-1,-1 0 1,1 0-1,-1 1 1,1 0-1,-1 0 1,0 0-1,0 0 1,0 1-1,0-1 0,0 1 1,-1 0-1,1 0 1,0 2-38,1 1 15,-1-1 0,1 1 0,-2 1 0,1-1 1,-1 0-1,0 1 0,0 0 0,0-1 0,-1 1 0,0 0 0,0 5-15,0-1 67,-1-1 1,1 1-1,-2-1 0,0 1 0,0 0 0,-1-1 0,0 1 0,-1-1 0,0 1 0,-1-1 0,0 0 0,-1 0 0,0 0 0,0 0 0,-1-1 0,-5 8-67,2-7 60,0-1 0,-1 0-1,0-1 1,0 0 0,-1 0 0,0-1-1,0-1 1,-1 1 0,0-2 0,0 1-1,-1-1 1,1-1 0,-1 0-1,0-1 1,0 0 0,0-1 0,0 0-1,0-1 1,-1-1 0,1 0 0,-1 0-1,1-1 1,0-1 0,0 0-1,0 0 1,0-1 0,0-1 0,-10-4-60,-31-18-646,-33-14-2259,23 21-2860,17 13-1959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44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9282,'0'0'2958,"0"0"-1374,0 0-878,0 0-5,0 0 329,2 6 34,38 95 4007,36 85-3513,-27-88-1226,-5-10 19,-3 1 0,-4 1 0,-5 3-351,-3 34 536,-25-86-8422,-4-52 147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0:59:4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4793,'0'0'4905,"0"0"-1824,0 0-1437,0 0-798,0 0-148,0 0 152,12 0-151,1 1-402,1 0 0,-1 0 0,0 1 0,0 0 0,0 2 0,0-1 0,0 2 1,-1-1-1,7 5-297,10 6 131,0 1 1,-1 2 0,-1 1-1,24 22-131,-50-41 6,0 1-1,0 0 0,1 0 0,-1 0 0,0-1 0,1 1 0,-1-1 0,1 1 0,-1-1 1,1 0-1,-1 0 0,1 1 0,-1-1 0,1 0 0,-1 0 0,1 0 0,-1-1 0,1 1 1,-1 0-1,1 0 0,-1-1 0,1 1 0,-1-1 0,0 0 0,1 1 0,-1-1 0,0 0 1,1 0-1,-1 1 0,0-1 0,0 0 0,0 0 0,0-1 0,0 1 0,0 0 0,0 0 1,0 0-1,0-1 0,-1 1 0,1 0 0,0-1 0,-1 1-5,14-62 484,2-40-484,0 1 340,-16 142-5077,0-14-631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07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13531,'0'0'4206,"0"0"-1245,0 0-871,0 0-708,0 0-467,14 0-248,37-5-220,0-2 1,-1-2-1,1-2-447,2-2-575,1 4-1,0 1 1,42 0 575,-94 8-218,-1 0-5,-1 0 0,1 0 0,-1 0 0,1 0 1,-1 0-1,1 0 0,0 0 0,-1 0 0,1 0 1,-1 0-1,1 0 0,-1 1 0,1-1 0,-1 0 0,1 0 1,-1 0-1,1 1 0,-1-1 0,1 0 0,-1 1 0,1-1 1,-1 0-1,0 1 0,1-1 0,-1 0 0,0 1 1,1-1-1,-1 1 223,1 8-5948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07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13483,'0'0'2344,"0"0"-487,0 0-521,142-17-304,-93 10-400,-4 5-472,-7 2-64,-6 0-96,11 0-1424,-11 0-2449,-2 0-10674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0.6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15347,'0'0'2214,"0"0"-224,0 0-455,0 0-876,0 0-267,0 0 236,0 11 387,3 25-128,1-1 1,2 1 0,5 16-888,0-3 551,-3 0 1,0 10-552,-6 162 582,-1-28-464,-1-190-130,6 32 129,-5-34-101,-1-1 0,0 1 1,1 0-1,-1-1 0,1 1 1,0 0-1,-1-1 0,1 1 1,-1-1-1,1 1 0,0-1 1,-1 0-1,1 1 0,0-1 1,0 0-1,-1 1 0,1-1 1,0 0-1,0 0 0,0 1 1,-1-1-1,1 0 0,0 0 1,0 0-1,0 0 0,-1 0 1,1 0-1,0-1 0,0 1 1,0 0-1,-1 0 0,1 0 1,0-1-1,0 1 0,-1 0 1,1-1-1,0 1 1,-1-1-1,1 1 0,0-1 1,-1 1-1,1-1-16,71-46 165,-55 33-131,1 2 1,1 1-1,-1 0 1,2 1-1,8-3-34,1 5-9,0 1 0,1 2-1,0 0 1,0 2 0,0 2-1,0 0 1,1 2 0,1 2 9,-19-2-5,0 1-1,0 0 1,0 1 0,-1 1 0,1 0 0,-1 0 0,0 1 0,0 1 0,-1 0 0,0 0 0,0 2 0,0-1-1,-1 1 1,0 1 0,0-1 0,-1 2 0,0-1 0,2 5 5,18 26-3,-1 0 0,-3 2 0,-1 0 1,5 16 2,3 6-8,9 20 8,-40-83 44,-1-45 163,-2 18-176,0 0 0,-2 0 0,-6-20-31,5 23-12,0 0 0,2-1 0,1 1 0,0-23 12,4 38-15,-1 0 0,2 0 0,-1 1 0,1-1 0,0 1 0,1-1-1,-1 1 1,1 0 0,1 0 0,0 0 0,0 1 0,0 0 0,0 0 0,1 0 0,6-4 15,3-3-13,1 0 0,0 1 0,1 1 0,0 0 0,0 2 0,2-1 13,-12 7-15,0 0 1,0 0-1,0 1 0,1 0 1,-1 0-1,1 1 1,-1 0-1,1 0 0,-1 1 1,1 0-1,0 0 0,-1 1 1,1 0-1,-1 0 1,5 2 14,1 1-46,-1 1 1,0 1 0,0 0 0,0 0 0,-1 1 0,0 1 0,0 0 0,3 5 45,6 2-8,1 0-1,1-2 1,0 0 0,0-1-1,1-2 1,1 0 0,-1-1-1,2-2 1,-1 0 0,1-2 0,0 0-1,0-2 1,0-1 0,11-1 8,-27-1 5,0-1 0,1-1 0,-1 1 0,0-2 0,0 1 0,-1-1 0,1 0 0,0-1 0,-1 0 0,5-3-5,17-12 51,0-2 0,4-4-51,17-12 1,-32 24 14,0 0 0,-2-1 0,1-1 0,-2 0-15,-9 8 8,-1-1 0,0 1-1,0-1 1,-1 0-1,0 0 1,-1-1-1,0 0 1,0 1 0,-1-1-1,3-8-7,4-24 63,-2 1-1,-2-1 1,-1 0-1,-2 0 0,-2 0 1,-4-41-63,-4 55-369,0 22-9088,-1 5-4201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3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11426,'0'0'3832,"0"0"-1357,0 0-390,0 0-621,0 0-453,0 0-371,0 9-136,16 318 2654,-7-127-2889,-9-200-354,0 0-150,0-4-445,5-45-5322,-2 23-513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3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10746,'0'0'2824,"0"0"-925,0 0-751,0 0-421,-2 20-52,0 4-462,-2 4 146,2 0 1,1 0 0,2 0-1,1 1-359,-2-20 104,1-1-1,1 0 0,-1 1 1,1-1-1,1 0 0,0 0 1,0-1-1,0 1 0,1-1 1,0 1-1,0-1 1,1 0-1,0-1 0,0 1 1,1-1-1,0 0 0,2 2-103,0-2 110,1 0-1,0-1 1,0 0-1,0-1 1,1 0-1,0 0 1,-1-1 0,1 0-1,0-1 1,1 0-1,-1-1 1,0 0-1,0 0 1,3-1-110,-8 0 13,-1 0 1,1-1-1,0 1 1,0-1-1,-1 0 1,1 0-1,-1 0 0,1-1 1,-1 1-1,0-1 1,1 0-1,-1 0 1,0-1-1,0 1 1,0-1-1,-1 0 1,1 0-1,-1 0 1,1-1-1,-1 1 1,0-1-1,-1 0 1,1 0-1,0 0 0,-1 0 1,0 0-1,0 0 1,0-1-1,-1 1 1,0-1-1,1 0-13,0-4 80,-1 0 0,0-1 0,-1 1 0,0 0 0,0 0 0,-1 0 0,0 0 0,0-1 0,-1 1 0,0 1 0,-1-1 0,0 0 0,-1 1 0,1-1 0,-2 1 0,1 0 0,-1 0 0,0 0 0,-1 1 0,1 0 0,-2 0 0,1 1 0,-1-1 0,0 1 0,0 1 0,0-1 0,-1 1 0,0 1 0,0-1 0,0 1 0,-2 0-80,6 2 5,1 1 0,-1-1 1,0 1-1,0 0 1,1 0-1,-1 0 0,0 0 1,0 1-1,0 0 1,0-1-1,0 2 0,0-1 1,0 0-1,0 1 1,0-1-1,-4 2-5,7-1-120,-1 0-1,0 0 1,0 0 0,1 0-1,-1 0 1,0 0 0,1 0-1,0 1 1,-1-1 0,1 1-1,0-1 1,-1 1-1,1-1 1,0 1 120,0 1-500,-1-1 0,1 1 0,0-1-1,0 1 1,1 0 0,-1 0 0,1 0 0,-1-1 0,1 1-1,0 0 1,0 1 500,0 5-5018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3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11466,'0'0'1952,"0"0"-818,3 21 259,1 5-912,1-1-1,1 0 1,1 0 0,1 0 0,1-1-1,2 0 1,0 0 0,9 12-481,-15-29 146,1 0 0,-1 0 0,1-1 0,0 0 0,0-1 0,1 1 0,-1-1 1,1 0-1,0-1 0,1 0 0,-1 0 0,1 0 0,0-1 0,7 2-146,-11-4 56,0 0 0,0 0 0,0-1 0,0 0 0,1 1-1,-1-2 1,0 1 0,0 0 0,0-1 0,1 0 0,-1 0 0,0 0 0,0 0 0,0-1 0,0 1-1,-1-1 1,1 0 0,0 0 0,-1 0 0,1-1 0,-1 0 0,0 1 0,0-1 0,0 0 0,0 0-1,0-1 1,-1 1 0,1-1 0,-1 1 0,0-2-56,3-2 62,-1 0 0,0 0 1,-1-1-1,0 1 0,0-1 0,-1 0 0,0 0 0,0 0 1,-1 0-1,1 0 0,-2-1 0,0 1 0,0 0 0,0 0 1,-1 0-1,0-3-62,-1 5 60,0 0 1,0 0-1,0 0 1,-1 0 0,1 0-1,-2 1 1,1-1-1,0 1 1,-1 0-1,0 0 1,-1 0-1,1 0 1,-1 1 0,1 0-1,-1 0 1,-1 0-1,1 0 1,0 1-1,-1 0 1,-5-2-61,-2 0 6,-1 0 0,0 2 0,0-1 1,0 2-1,0 0 0,0 0 0,-1 2 1,1-1-1,-1 2-6,15-1-66,-1 0-1,0 0 1,1 0 0,-1-1 0,1 1-1,-1 0 1,0 0 0,1 0 0,-1 1-1,0-1 1,1 0 0,-1 0 0,1 0-1,-1 0 1,1 1 0,-1-1 0,0 0-1,1 0 1,-1 1 0,1-1 0,-1 1-1,1-1 1,-1 0 0,1 1 0,0-1-1,-1 1 1,1-1 0,-1 1 66,0 11-4309,1-9 3203,0 5-5853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4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1 14163,'0'0'2442,"0"0"-1201,0 0 28,-2 22 264,-6 32-504,-2 0-1,-2-1 0,-3 0 0,-4 4-1028,-42 87 2380,-55 87-2380,41-85 409,74-144-410,-2 4-94,-1 0-1,2 0 1,-1 0-1,1 0 1,0 1-1,0-1 1,0 1-1,1-1 1,0 4 95,14-10-2772,10-8-1008,6-9-1011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4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1 13947,'0'0'2411,"0"0"-402,0 0-261,0 0-781,0 0-604,0 0-102,14 5 192,-4-2-328,-7-3-84,0 1-1,0-1 1,0 1-1,0 0 1,0 0 0,0 1-1,0-1 1,0 0-1,0 1 1,-1 0-1,1 0 1,0 0-1,-1 0 1,0 0 0,1 0-1,-1 0 1,0 1-1,0-1 1,-1 1-1,1 0 1,0-1 0,-1 1-1,1 0 1,-1 0-1,0 0 1,0 0-1,0 0 1,-1 0-1,1 0 1,-1 1-41,1 15 231,-2 68 351,1-81-570,-1 1 0,0 0 1,0 0-1,-1-1 0,0 1 0,0-1 0,-1 1 0,0-1 1,0 0-1,0 0 0,-1 1-12,3-6-80,9-2 20,0 0 0,0 0 0,0-1 0,0 0 0,7-3 60,35-6 10,-43 10-13,0 1-1,0-1 1,1 2-1,-1-1 0,0 1 1,0 0-1,1 1 1,-1 0-1,0 0 0,0 0 1,0 1 3,-3-1 4,-1 0-1,0 0 1,0 1 0,0-1 0,0 1 0,0 0 0,-1-1 0,1 1 0,-1 0-1,0 1 1,0-1 0,0 0 0,0 0 0,0 1 0,-1-1 0,1 1-1,-1 0 1,0-1 0,0 1 0,-1 0 0,1 0 0,-1 0-4,1 3 32,-1 1 1,1 0 0,-2-1-1,1 1 1,-1 0 0,0-1-1,-1 1 1,0-1 0,0 0-1,0 1 1,-1-1-1,0 0 1,-1-1 0,1 1-1,-1 0 1,-1-1 0,1 0-1,-1 0 1,0 0 0,0-1-1,-1 1 1,0-1-1,0-1 1,0 1 0,0-1-1,-1 0 1,0 0 0,-1 0-33,-4 2 54,-1-1 1,1 0-1,-1 0 1,0-1-1,0-1 1,0 0-1,-1-1 1,1 0-1,-1-1 1,1-1-1,-1 0 1,1-1-1,-1 0 1,1-1-1,0-1 1,-3 0-55,9 0-267,1 1 1,-1-1 0,0 0 0,1-1 0,0 0 0,0 1 0,0-2 0,1 1-1,-1-1 1,-2-3 266,0-1-1288,0-1-1,0 0 1,1 0 0,0 0-1,-3-9 1289,-4-8-9412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14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12467,'0'0'0,"0"0"-4041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14307,'0'0'2825,"0"0"-1337,0 0-264,0 0-1224,0 0-144,0 0-2384,17-5-4394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3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54 11058,'0'0'2674,"0"0"63,0 0 107,0 0-531,0 0-566,0 0-403,-4-12-570,0-1-661,-7-16 147,7 34-62,2 25 108,2 413 1205,0-442-1549,0 0 0,1-1 0,-1 1-1,0 0 1,0-1 0,0 1 0,0-1-1,1 1 1,-1 0 0,0-1 0,0 1-1,1-1 1,-1 1 0,1-1 0,-1 1-1,0-1 1,1 1 0,-1-1 0,1 1-1,-1-1 1,1 1 0,-1-1 0,1 0-1,0 1 1,-1-1 0,1 0 0,-1 0-1,1 1 1,0-1 0,-1 0 0,1 0-1,0 0 1,-1 0 0,1 0 0,0 0-1,-1 0 1,1 0 0,-1 0 0,1 0-1,0 0 1,-1 0 0,1-1 0,0 1 38,29-12-5691,-11-6-3219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95 9842,'0'0'5279,"0"0"-3467,0 0-1001,0 0 320,-2 29-71,-2 12-780,-1-1 113,3 0-1,2 36-392,0-66 114,1 0 0,0 0 0,1 0 0,-1-1 0,2 1 0,0 0 0,0-1-1,0 0 1,1 0 0,1 0 0,-1 0 0,5 5-114,-5-9 62,1 0 1,-1 0 0,1 0-1,-1 0 1,1-1 0,1 0-1,-1 0 1,0-1 0,1 1-1,0-1 1,0 0 0,0-1-1,0 0 1,0 0-1,1 0 1,-1 0 0,1-1-1,-1 0 1,3 0-63,5 0 58,-1 0-1,1-1 1,0 0-1,-1-1 1,1-1-1,-1 0 1,1-1-1,12-4-57,-21 5 11,-1 0-1,1 0 1,-1 0-1,0-1 1,0 1-1,1-1 1,-2-1-1,1 1 1,0 0-1,-1-1 1,1 0-1,-1 0 1,0 0-1,0 0 1,-1 0-1,1 0 1,-1-1-1,0 1 1,0-1-1,-1 0 1,1 0-1,-1 0 1,0 1 0,0-1-1,-1 0 1,1 0-11,0-7 93,0 0 0,-1 0 0,0 0 1,-1 0-1,0 1 0,-1-1 0,-1 0 1,1 1-1,-2-1 0,0 1 0,0 0 1,-1 0-1,-2-3-93,-4-4 240,-1 0-1,-2 0 1,1 1-1,-2 1 1,0 1-1,-15-12-239,22 20 71,6 6-72,0-1-1,0 1 1,0-1-1,0 0 0,0 1 1,1-1-1,-1 0 0,1 0 1,-1 0-1,1 0 1,0 0-1,-1 0 0,1-1 1,0 1-1,0 0 0,1-1 1,-1 1-1,0 0 0,1-3 2,8-4-810,80-19-6916,-39 12-820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16035,'0'0'1894,"0"0"-399,-3 26 163,-10 88-307,12-103-1226,1 0 0,0 0-1,0 0 1,1 0 0,0 0 0,1 0 0,0 0 0,1-1 0,0 1 0,0-1 0,1 0-1,1 0 1,0 0 0,0 0 0,1-1 0,0 0 0,1 0 0,0-1 0,0 1 0,1-1-125,0-1 46,-1-1 1,1-1 0,-1 1-1,2-1 1,-1-1 0,0 0-1,1 0 1,0 0 0,0-1-1,0 0 1,0-1 0,0 0-1,1-1 1,-1 0 0,1 0-1,-1-1 1,1 0 0,-1-1 0,1 0-1,-1 0 1,5-2-47,-8 1 22,0 0 1,0-1-1,0 0 0,0 0 1,-1-1-1,1 0 0,-1 1 0,0-2 1,0 1-1,0-1 0,-1 1 1,1-1-1,-1-1 0,0 1 1,-1 0-1,0-1 0,1 0 1,-2 0-1,1 0 0,-1 0 1,0 0-1,1-3-22,1-3 29,-1 0 0,0-1 1,-1 0-1,0 1 0,-1-1 0,0 0 0,-1 0 1,0 0-1,-1 0 0,-1 0 0,0-1-29,-1 8 8,1 0 0,-1 0 0,0 1 0,0-1 0,0 1 0,-1 0-1,0 0 1,0 0 0,0 0 0,-1 1 0,0-1 0,0 1 0,0 1 0,0-1 0,0 0 0,-1 1 0,1 0 0,-2 0-8,-12-6-4,-1 1 0,0 0 0,0 2 0,-19-4 4,23 7-223,1 0 0,-1 1 1,-1 0-1,1 2 0,0 0 0,0 0 1,0 2-1,-1 0 223,5 0-1036,0 1-1,1 1 1,-1 0-1,1 0 1,0 1-1,-11 6 1037,-32 22-7927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4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5937,'0'0'6498,"0"0"-3956,0 0-751,0 0-478,0 0 286,33 1 240,69 0-355,0-5 0,16-6-1484,698-110 3044,-701 114-4029,-115 6 813,0 1 0,1-1 0,-1 0 0,0 0 0,0 0 0,1 0 0,-1 0 0,0 0-1,1 0 1,-1 0 0,0 1 0,1-1 0,-1 0 0,0 0 0,0 0 0,1 1 0,-1-1 0,0 0 0,0 0 0,0 0 0,1 1 0,-1-1 0,0 0 0,0 1 0,0-1 0,0 0 0,0 0 0,1 1 0,-1-1 0,0 0 0,0 1 0,0-1 0,0 0 0,0 1 0,0-1 0,0 0 0,0 1 0,0-1 0,0 0 0,0 1 0,0-1 0,0 0 0,-1 1 0,1-1 0,0 0 172,0 4-1675,0 8-7357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211 101 10730,'0'0'3716,"0"0"-1648,0 0-178,0 0-1017,0 0-538,25-16-84,80-48 125,-101 61-345,0 1 0,0 0 0,0-1 0,1 1 0,-1 1 0,0-1 0,1 1 0,0 0 0,-1 0 0,1 0 0,-1 0-1,1 1 1,0 0 0,-1 0 0,3 0-31,-6 1 11,1-1-1,-1 1 0,0 0 1,1-1-1,-1 1 0,0 0 1,1 0-1,-1 0 1,0 0-1,0 0 0,0 0 1,0 0-1,0 0 0,0 1 1,0-1-1,0 0 0,0 1 1,0-1-1,-1 0 0,1 1 1,-1-1-1,1 1 0,-1-1 1,0 1-1,1-1 1,-1 1-1,0 0-10,0 7 22,0 0 0,0-1 0,-1 1 0,0 0 0,-1-1 0,0 1 0,0-1 0,-1 1 0,0-1 0,0 0 0,-3 4-22,-14 20 52,-1-1 0,-1-1 0,-2-1 0,-1-1 0,-8 5-52,24-25 159,11-13 189,16-12-185,-13 15-156,0-1-1,0 1 0,0 0 0,1 1 0,-1-1 0,1 1 0,-1 0 0,1 1 1,0-1-1,-1 1 0,1 0 0,-1 1 0,1-1 0,0 1 0,-1 0 1,1 0-1,-1 1 0,0 0 0,1 0 0,-1 0 0,0 0 0,0 1 0,0 0 1,1 1-7,0 0 6,0 2 1,0-1 0,-1 1-1,1 0 1,-1 0 0,0 0 0,-1 1-1,0-1 1,0 1 0,0 0 0,-1 1-1,0-1 1,0 1 0,-1-1-1,0 1 1,1 7-7,-1-2 3,0 0 1,-1 0-1,0 0 0,-1 0 0,0 0 0,-1 1 1,-2 8-4,1-15 63,0 0 1,0 0-1,-1 0 1,0 0-1,0-1 1,0 1-1,-1-1 1,0 0 0,-1 0-1,1 0 1,-1 0-1,0-1 1,0 0-1,-2 1-63,-4 2 181,1 0 0,-1-1-1,0-1 1,0 0 0,-1 0-1,1-1 1,-1-1 0,0 0 0,-1 0-1,1-1 1,-1-1 0,0 0-1,1-1 1,-1 0 0,0-1-1,0-1 1,1 0 0,-1 0-181,1 0 14,1-1 0,0-1 1,0 1-1,1-2 0,-1 1 1,1-2-1,0 1 1,0-1-1,0-1 0,0 0 1,1 0-1,0-1 0,0 0 1,1 0-1,0-1 0,0 0 1,1-1-1,0 0 0,0 0 1,-1-4-15,7 11-59,-1 0 1,1 0 0,1 0 0,-1 0-1,0 0 1,0 0 0,1 0 0,-1 0-1,1 0 1,0 0 0,-1-1 0,1 1-1,0 0 1,0 0 0,1 0 0,-1 0-1,0 0 1,1-1 0,-1 1 0,1 0-1,0 0 1,-1 0 0,1 0 0,0 0-1,0 0 1,0 1 0,1-1 0,-1 0-1,0 1 1,1-1 0,0 0 58,5-5-576,1 1 1,0 0-1,1 1 1,-1 0-1,1 0 1,3-1 575,-1 0-869,47-23-5174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44 8834,'0'0'1948,"0"0"3,24-4-162,-2 1-1308,32-5 1508,0-2 0,14-6-1989,-67 16 1426,-1 0 246,-26 0 383,-37-2-2054,1 3 0,-1 3-1,0 2 1,1 4-1,-40 11 0,109-22-229,1 0-1,-1 0 1,1 1 0,0 0-1,-1 0 1,7 2 229,15 0-55,53-6 215,-1-3-1,31-9-159,-224 16 1333,28-2-1438,-49 2-3544,76 0-2904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8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11386,'0'0'4371,"0"0"-1113,0 0-650,0 0-725,0 0-654,0 0-592,12-5-227,38-7-437,1 2 1,-1 1 0,2 4 0,-1 1 0,44 3 26,-100 13-3650,-16 0-1389,-6 0-2897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3425,'0'0'8798,"0"0"-5396,0 0-2051,0 0-510,0 0-18,0 0 5,-13 22 102,-39 72-90,49-89-776,1 0-1,0 0 1,0 1 0,0-1 0,0 0-1,1 1 1,0-1 0,0 1-1,0-1 1,1 1 0,0 0 0,0-1-1,0 1 1,1-1 0,0 1 0,0-1-1,0 1 1,1-1 0,0 2-64,-1-5 17,1 0 0,-1 0 0,1-1-1,-1 1 1,1 0 0,0-1 0,-1 1 0,1-1 0,0 0 0,0 1 0,0-1 0,0 0 0,0 0 0,0 0 0,0-1 0,1 1-1,-1 0 1,0-1 0,0 0 0,1 1 0,-1-1 0,0 0 0,1 0 0,-1 0 0,0 0 0,0-1 0,1 1 0,1-1-17,9-2-2,0 0 1,1-1 0,-2-1 0,6-1 1,-12 3-18,10-4-9,1 1 1,-1 1 0,1 1 0,0 0 0,13-1 26,-25 5-4,-1 0 0,0-1 0,1 1 0,-1 1-1,1-1 1,-1 1 0,0-1 0,1 1 0,-1 1 0,0-1 0,0 0 0,0 1-1,0 0 1,0 0 0,0 0 0,-1 1 0,1-1 0,-1 1 0,1 0 0,-1 0 0,0 0-1,0 0 1,0 1 0,1 2 4,4 6 24,-1 0 0,-1 1 0,0 0 1,-1 0-1,0 0 0,-1 1 0,-1-1 0,0 1 0,0 0 0,-2 0 0,0 0 0,0 0 0,-1 1 1,-2 4-25,2-14 74,-1 0 0,-1 0 1,1 0-1,-1 0 0,0 0 0,0-1 1,0 1-1,0 0 0,-1-1 1,0 0-1,0 1 0,0-1 1,-1-1-1,1 1 0,-1 0 1,0-1-1,0 0 0,0 0 1,-1 0-1,1 0 0,0 0 1,-1-1-1,-1 1-74,-7 2 114,0 1 0,0-1 0,0-1 0,0-1-1,-1 0 1,0 0 0,1-1 0,-6-1-114,-23 1 394,2 1-126,0-2 0,-30-4-268,69 3-19,1 0 0,-1 0 0,1 0 0,0 0 0,-1 0 0,1 0 0,-1 0 0,1 0 0,-1 0 0,1 0 0,0 0 0,-1 0 0,1 0 0,-1 0 0,1-1 0,-1 1 0,1 0 0,0 0 1,-1 0-1,1-1 0,0 1 0,-1 0 0,1 0 0,0-1 0,-1 1 0,1 0 0,0-1 0,0 1 0,-1 0 0,1-1 0,0 1 0,0-1 0,-1 1 0,1 0 0,0-1 0,0 1 0,0-1 0,0 1 0,0 0 0,0-1 0,0 1 1,0-1-1,0 1 0,0-1 0,0 1 0,0 0 0,0-1 0,0 1 0,0-1 0,0 1 0,0-1 0,1 1 0,-1 0 0,0-1 0,0 1 0,0 0 0,1-1 0,-1 1 0,0-1 0,1 1 0,-1 0 0,0 0 0,1-1 0,-1 1 1,0 0-1,1 0 0,-1-1 0,0 1 0,1 0 19,24-19-4167,-1 6-2649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2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8226,'0'0'3787,"0"0"-1790,0 0-821,0 0-503,0 0-241,0 0 59,26-2 96,81-6-202,-103 7-329,1 1-1,0 0 0,0 0 0,0 1 0,0-1 0,0 1 0,0 0 0,3 1-55,-6-1 31,-1-1 0,0 1 0,1 0 0,-1 0 0,0-1 0,1 1 0,-1 0 0,0 0-1,0 0 1,0 0 0,0 0 0,1 1 0,-2-1 0,1 0 0,0 0 0,0 1 0,0 0-31,0 2 72,0-1-1,0 1 1,-1 0 0,0 0 0,1 0-1,-1-1 1,-1 1 0,1 0 0,0 0-1,-1 0 1,0-1 0,0 1 0,-1 2-72,-2 4 117,-2 0 1,1 0 0,-1-1-1,-1 1 1,1-1 0,-2-1 0,1 1-1,-1-1 1,0 0 0,-3 1-118,-21 23 155,-16 29 160,45-56-247,0 1-1,0-1 0,0 1 1,1-1-1,-1 1 0,1 0 1,1 0-1,-1 0 0,1 0 1,0 0-1,0 4-67,2-10 47,-1 1 0,1-1 0,-1 1-1,1 0 1,-1-1 0,1 1 0,-1-1 0,1 0 0,-1 1 0,1-1-1,0 1 1,-1-1 0,1 0 0,0 0 0,-1 1 0,1-1-1,0 0 1,-1 0 0,1 0 0,0 0 0,0 0 0,-1 0 0,1 0-1,0 0 1,0 0 0,-1 0 0,1 0-47,30 0 436,-23 0-310,21 0-335,-1 1 1,1 1-1,-1 2 0,11 3 209,28 5-6801,-35-7-2783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3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11090,'0'0'4329,"0"0"-2456,0 0-473,0 0-320,0 0-80,0 0-87,0 0 199,99 0-488,-69 0-168,-1 0-352,3 0 8,1 0-112,7 7-776,-8 3-2169,-8-1-3568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3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10562,'0'0'2409,"0"0"-1185,0 0-320,0 0-120,0 0-47,0 0-417,0 0 64,164 34-72,-121-32 72,8-2-112,8 0-160,11 0-112,-14 0-1352,-16-2-8322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0 768 7378,'0'0'2748,"0"0"57,0 0-1016,0 0-619,0 0-52,12-14-192,190-253 388,-178 231-1300,-2-2 0,-1-1 1,-2-1-1,4-15-14,53-170 82,-59 172-48,-28 151 413,4-54-429,1 0 0,2 1 0,3-1 0,1 10-18,0-49 11,0 0-1,1 0 1,0 0-1,-1 0 0,2 0 1,-1 0-1,0 0 1,1-1-1,0 1 0,0 0 1,1-1-1,-1 1 1,1-1-1,2 2-10,-3-3 23,0-1 0,0 0 0,1 0 0,-1 0 0,1 0 0,-1 0 0,1 0 0,0-1 0,-1 1 0,1-1 0,0 0 0,0 1 0,0-2 0,0 1 0,0 0 0,1-1 0,-1 1 0,0-1 0,0 0 0,0 0 0,0 0 0,0 0 0,1-1 0,0 1-23,-2-1 9,0 0 0,1 0 0,-1 0 1,0 0-1,0 0 0,0-1 0,0 1 0,0-1 1,0 1-1,0-1 0,0 0 0,-1 0 0,1 0 1,-1 0-1,1 0 0,-1 0 0,1 0-9,21-43 54,-18 33-51,4-10 1,0-1-1,-2 1 1,-1-1-1,0 0 1,-2-1-1,0-2-3,1-32-98,-2-53 98,-5 237-297,0-13 428,7 47-131,-4-150 26,0 0-1,1 0 1,0 0-1,1 0 1,-1 0-1,2-1 0,-1 0 1,5 7-26,-6-13-83,-1 1 1,1-1 0,0-1-1,1 1 1,-1 0-1,0 0 1,1-1-1,0 1 1,-1-1-1,1 0 1,0 0 0,0 0-1,0 0 1,1-1-1,-1 1 1,0-1-1,1 0 1,-1 0 0,1 0-1,-1 0 1,1-1-1,-1 1 1,1-1-1,1 0 83,26 0-3231,-2 0-3577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4721,'0'0'6825,"0"0"-5040,0 0-697,0 0-576,0 0-232,0 0-88,0 0-192,129 0-176,-110 0-1560,-11 0-3497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2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7938,'0'0'2240,"0"0"-1168,0 0 777,0 0-881,0 0-664,0 0-304,148-22-80,-110 15-2521,-14 5-6368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3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12579,'0'0'3590,"0"0"-1208,0 0-31,0 0-572,0 0-434,0 0-384,-3-1-178,-2 11-649,1 17 336,2 0-1,0 1 0,1-1 1,2 3-470,-1 39 517,0 26-115,2-63-332,-2-1 1,-1 0 0,-2 1 0,-4 17-71,6-33-148,6-13-1147,15-17-2335,-14 9 2972,18-13-5007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32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22 7009,'0'0'6160,"0"0"-3506,0 0-1615,0 0-443,-1 22 382,-1 18-410,-1-4-4,2 0 1,2 0-1,1 1 0,1-1 1,4 7-565,-5-33 107,0-1 1,1 1 0,0-1 0,1 0-1,0 1 1,1-2 0,0 1-1,0 0 1,1-1 0,1 1-108,-3-4 17,0-1-1,1 0 1,0 0 0,0 0 0,0 0 0,0-1 0,0 0 0,1 0 0,0 0 0,-1 0 0,1-1 0,0 0 0,0-1 0,0 1-1,1-1 1,-1 0 0,0-1-17,7 1 45,-1 0 0,0-1 0,1 0 0,-1-1 0,0 0 0,0-1 0,1-1 0,-2 0 0,1 0 0,4-3-45,-11 4 8,0-1 0,1 1 0,-1-1 1,0-1-1,-1 1 0,1-1 0,-1 0 1,1 0-1,-1 0 0,0 0 0,-1-1 1,1 1-1,-1-1 0,0 0 0,0 0 1,0-1-1,-1 1 0,1-1 0,-2 1 1,1-1-1,0 1 0,0-6-8,-1-4 118,1 1-1,-2-1 1,0 1 0,-1-1 0,0 1-1,-1 0 1,-1-1 0,0 1-1,-1 0 1,0 0 0,-1 1-1,-1-1 1,0 1 0,-1 0-1,0 1 1,-1 0 0,-1 0 0,0 0-1,0 1 1,-1 1 0,0-1-1,-1 2 1,0-1 0,-1 1-118,8 7-10,0 0 0,0 0 0,-1 0 1,1 0-1,-1 1 0,1 0 0,-1-1 0,1 2 1,-1-1-1,1 0 0,-1 1 0,0 0 1,1 0-1,-1 1 0,0-1 0,1 1 0,-1 0 1,1 0-1,-1 0 0,1 1 0,-1 0 0,1 0 1,0 0-1,0 0 0,0 0 0,0 1 1,-2 2 9,3-3-223,0 1 0,0 0 0,0 0 0,0 1 0,0-1 0,1 1 1,0-1-1,0 1 0,0 0 0,0 0 0,0-1 0,1 1 0,0 1 1,0-1-1,0 0 0,0 0 0,0 0 0,1 0 0,0 3 223,0 21-5255,0-7-3051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0:3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35 122 11402,'0'0'3572,"0"0"-1681,0 0-545,-1 21 275,-2 2-1262,0 2 226,1 0 0,1-1 0,1 1 0,2 0 0,2 19-585,-3-38 86,0 0 1,1 0-1,-1 0 1,1 0-1,0 0 1,1 0-1,-1 0 0,1-1 1,0 1-1,1-1 1,-1 0-1,1 0 1,0 0-1,0-1 0,1 1 1,-1-1-1,1 0 1,0 0-1,0 0 0,1-1 1,-1 0-1,0 0 1,1 0-1,0-1 1,0 0-1,0 0 0,5 1-86,3 0 103,0-1-1,0 0 1,0-1-1,1-1 0,-1 0 1,1 0-1,-1-2 0,0 0 1,0-1-1,7-2-102,-15 4 19,-1-1 0,1 0-1,-1-1 1,0 0 0,1 1-1,-1-1 1,-1-1 0,1 1-1,0-1 1,-1 0 0,0 0-1,0 0 1,0-1 0,0 1 0,-1-1-1,1 0 1,-1 0 0,-1 0-1,1 0 1,-1-1 0,0 1-1,0-1 1,0 1 0,-1-1-1,0 0 1,0 0 0,0 0-19,0-13 31,0 0-1,-1 0 1,-1 0 0,-1 0 0,-1 0-1,0 1 1,-2-1 0,0 1 0,-1 0-1,0 0 1,-4-3-31,8 14-53,-2 0 1,1 1-1,-1-1 0,0 1 0,0 0 1,-1 0-1,1 0 0,-1 0 1,-1 1-1,1 0 0,-1 0 1,0 1-1,0-1 0,0 1 0,-1 1 1,1-1-1,-1 1 0,0 0 1,0 0-1,0 1 0,-1 0 0,1 1 1,0-1-1,-1 1 0,1 1 1,-1-1-1,1 1 0,-1 1 1,1-1-1,-1 1 53,-3 1-480,0 1 0,0 0 1,1 0-1,-1 1 0,-1 1 480,1 0-1155,0 1 0,0 0-1,1 1 1,0 0 0,0 1 1155,-42 39-8830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11570,'0'0'3412,"0"0"-1518,0 0-126,0 0-532,0 0-536,4 0-202,292 7 2661,9 0-2669,-98-8-92,240 3-126,-402-1-265,-1 1 0,0 2 0,0 3 0,39 10-7,-124-8-4489,13-1-1268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62 6489,'0'0'8315,"0"0"-4991,0 0-1150,0 0-555,30-10-636,102-27-447,-117 33-461,0 0 1,1 2 0,-1 0 0,1 0 0,-1 2 0,5 0-76,-1 0 49,-16 0-48,0 0 1,1 0-1,-1 1 0,1-1 1,-1 1-1,0 0 1,1-1-1,-1 2 1,0-1-1,0 0 0,0 1 1,0-1-1,0 1 1,0 0-1,0 0 1,0 0-1,-1 0 0,1 0 1,-1 1-1,1-1 1,-1 1-1,0 0 1,1 2-2,-1-1 12,0 0 1,-1 0-1,1 0 1,-1 0-1,0 0 1,-1 0 0,1 0-1,-1 0 1,1 0-1,-1 1 1,0-1-1,-1 0 1,1 0-1,-1 0 1,0 0 0,0 0-1,0 0 1,-1 0-1,1 0 1,-1 1-13,-4 4 115,1 0-1,-1 0 1,0 0 0,-1-1 0,0 0 0,0-1 0,-1 1-1,0-1 1,0-1 0,-4 3-115,-96 59 506,86-55-452,8-5 0,-4 3 163,20-8-122,13-3-55,0-1-50,-1 1 0,1 0 0,0 0 0,-1 2 0,1 0 0,9 3 10,-18-3-5,-1 0 0,0 0-1,1 0 1,-1 1 0,0 0 0,-1 0 0,1 1-1,0-1 1,-1 1 0,0 0 0,0 0-1,0 1 1,0-1 0,-1 1 0,0 0 0,0 0-1,0 0 1,0 1 5,1 1 15,0 0-1,-1 0 1,0 1-1,0 0 1,-1-1-1,0 1 1,0 0-1,-1 0 1,0 0-1,0 0 1,-1 0-1,0 0 1,0 0-1,-1 0 1,0 0-1,-1 0 0,1 0 1,-2 0-1,1 0 1,-1-1-1,0 1 1,-1-1-1,1 0 1,-2 0-1,1 0 1,-1-1-1,0 1 1,0-1-1,0 0 1,-1-1-1,0 1 1,0-1-1,-1 0 1,1-1-1,-1 1 1,-3 0-15,-7 3 142,-1 0 0,0-1 1,-1 0-1,1-2 1,-1 0-1,0-1 0,-1-1 1,1-1-1,0-1 0,-1-1 1,1 0-1,-1-1-142,12 0 9,0-1 1,-1 0-1,1-1 0,0 1 0,0-1 1,1-1-1,-1 0 0,1 0 1,0 0-1,0-1 0,0 0 0,0 0 1,1-1-1,0 1 0,0-2 1,-1 0-10,-47-38-910,51 43 588,0 0 1,-1 0-1,1 1 1,-1 0-1,1 0 1,-1 0-1,1 0 1,-1 1-1,0-1 1,1 1-1,-1 0 1,0 0-1,0 0 1,1 0 321,-8 1-2437,-8-1-4471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09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0 13291,'0'0'3533,"0"0"-1202,0 0-224,0 0-708,0 0-736,-17 3-241,-3 1-267,-96 17 1070,-2-6 0,-89 0-1225,265-5-1923,-26-3 657,14 1-2593,-2-1-2249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2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5617,'0'0'5384,"0"0"-3510,0 0-765,0 0 118,0 0-347,27-1 83,197-16 1581,-213 16-2355,-6 0-97,1 1-1,0 0 1,0 0-1,0 0 1,-1 0-1,7 2-91,-11-1 18,1-1-1,-1 1 0,0-1 0,1 1 1,-1 0-1,0 0 0,0-1 1,1 1-1,-1 0 0,0 0 1,0 0-1,0 0 0,0 1 0,0-1 1,0 0-1,0 0 0,-1 1 1,1-1-1,0 0 0,-1 1 0,1-1 1,-1 0-1,1 1 0,-1-1 1,0 1-1,0-1 0,1 1 0,-1 0-17,2 23 414,0 0 0,-2 0-1,-1 0 1,0 0-1,-2 0 1,-1 1-414,-11 40 1270,-11 34-1270,8-40 340,4 1 0,-1 15-340,14-32 37,11-49-1310,9-24-1601,-6 6-1961,-1-5-5135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2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10362,'0'0'5825,"0"0"-4792,0 0-273,153-61-280,-89 42-480,20-3-120,-23 6-1200,-10 3-3489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54 10138,'0'0'2055,"0"0"-436,0 0-297,0 0-574,0 0-114,0 0 598,12-8 666,33-25-90,-45 33-1787,1 0 1,-1 0 0,0 0-1,0-1 1,0 1-1,0 0 1,0 0 0,0 0-1,0 0 1,0-1-1,0 1 1,0 0-1,0 0 1,1 0 0,-1 0-1,0-1 1,0 1-1,0 0 1,0 0-1,0 0 1,0 0 0,-1-1-1,1 1 1,0 0-1,0 0 1,0 0-1,0 0 1,0-1 0,0 1-1,0 0 1,0 0-1,0 0 1,0 0-1,0 0 1,-1-1 0,1 1-1,0 0 1,0 0-1,0 0 1,0 0 0,0 0-1,-1 0 1,1 0-1,0 0 1,0-1-1,0 1 1,0 0 0,0 0-1,-1 0 1,1 0-1,0 0 1,0 0-1,0 0 1,-1 0 0,1 0-1,0 0 1,0 0-1,0 0-21,-21-3 579,-24 1 34,27 2-474,0 0-1,0 2 1,-1 1 0,1 0-1,0 1 1,-10 4-139,19-5 11,1 0 0,-1 1 1,1 0-1,0 0 0,1 1 0,-1 0 1,1 1-1,0-1 0,0 1 1,0 1-1,1-1 0,0 1 0,1 0 1,-3 4-12,7-10 1,-1 1 1,1-1 0,0 1 0,0 0 0,0-1-1,0 1 1,0 0 0,1-1 0,-1 1 0,0 0-1,1 0 1,0 0 0,-1-1 0,1 1-1,0 0 1,0 0 0,0 0 0,0 0 0,0 0-1,0 0 1,0 0 0,1-1 0,-1 1 0,1 0-1,0 0 1,-1 0 0,1-1 0,0 1 0,0 0-1,0-1 1,0 1 0,0-1 0,0 1-1,1-1 1,-1 1 0,0-1 0,1 0 0,-1 0-1,1 0-1,7 5 11,0-1-1,1-1 0,-1 0 1,1 0-1,0-1 0,8 1-10,1 2 23,-1-1-17,-1 1 0,0 0-1,-1 1 1,1 1-1,-1 1 1,-1 0 0,0 1-1,1 2-5,-11-8 4,0 1 0,0-1 0,-1 1 0,1 0 0,-1 1 0,0-1 0,-1 1-1,1 0 1,-1 0 0,0 0 0,-1 0 0,0 1 0,0-1 0,0 0 0,0 1 0,-1 0 0,0-1 0,-1 1-1,1 0 1,-1 0 0,-1-1 0,1 1 0,-1 1-4,0-5 60,-1 1-1,1-1 1,-1 1-1,1-1 1,-1 0-1,0 0 1,0 0-1,-1 0 1,1 0-1,-1 0 1,1 0-1,-1-1 1,0 1-1,0-1 1,0 0-1,0 0 1,0 0 0,-1 0-1,1 0 1,-4 0-60,-4 3 133,-1 0 0,1-1 0,-1 0 0,0-1 0,-12 1-133,-70-2-524,29-2-2934,2 9-5138,28 2-2169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13067,'0'0'2254,"0"0"145,40 1-25,271 3 1166,-129-12-1390,91-18-2150,37-3 787,-186 19-4937,-123 14-436,-3 5 3149,2-8 612,-6 9-5922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3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97 13827,'0'0'2847,"0"0"-692,26-10 250,-10 3-2084,27-11 225,1 2 0,0 2-1,1 2 1,4 0-546,-36 10 68,43-3 75,-55 5-142,0 0 1,1 0 0,-1 0 0,1 0 0,-1 0 0,0 1 0,1-1-1,-1 0 1,0 1 0,1-1 0,-1 1 0,0-1 0,0 1 0,0 0-1,1-1 1,-1 1 0,0 0 0,0 0 0,0 0 0,0 0-1,0 0 1,0 0 0,-1 0 0,1 0 0,0 0 0,0 1 0,-1-1-1,1 0 1,-1 0 0,1 1 0,-1-1 0,1 1-2,-1 5 82,0-1 1,0 1-1,-1 0 1,0 0-1,0-1 1,0 1-1,-1-1 1,0 1-1,0-1 1,-1 0-1,1 1 1,-2-1-1,1 0 1,0-1-1,-1 1 1,0-1-1,-1 0 0,1 0 1,-1 0-1,0 0 1,0-1-1,-3 2-82,-11 9 86,0-1-1,-1-1 0,-1 0 0,0-2 0,-21 8-85,17-12 170,15-7 84,15-7-174,3 3-92,0 2 1,1-1-1,0 1 0,-1 0 0,1 1 0,0 0 0,0 1 0,0 0 0,0 0 0,7 1 12,3 0-38,-13-1 33,-1 0 0,0 1 0,1 0 0,-1 0 0,0 0 0,0 1 0,1 0-1,-1 0 1,0 0 0,-1 0 0,1 1 0,0 0 0,-1 0 0,1 0 0,-1 0 0,0 1 0,0 0 0,-1 0 0,1 0 0,-1 0 0,0 0 0,0 1-1,0 0 1,0-1 0,-1 1 0,0 0 0,0 0 0,0 0 0,0 1 5,2 9-3,0 0 0,-1 1 0,0-1 0,-2 1 0,1-1 0,-2 1 1,0-1-1,-1 1 0,-2 12 3,1-20 46,0 1 0,-1-1 0,0 1 1,0-1-1,-1 0 0,0 0 0,0-1 0,-1 1 1,0-1-1,0 0 0,-1 0 0,0-1 1,0 0-1,0 0 0,-1 0 0,0-1 0,0 1 1,0-2-1,-1 1 0,0-1 0,0 0 1,0-1-1,0 0 0,0 0 0,-6 0-46,1 1 25,0-1-1,0 0 0,-1-1 1,1-1-1,-1 0 1,1-1-1,-1 0 0,1-1 1,-1-1-1,1 0 0,0-1 1,0 0-1,0-1 1,0 0-1,0-1 0,-3-3-24,-2-2-350,0 1-1,-1 1 0,0 1 1,-13-4 350,-43 0-4026,36 10-1373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6313,'0'0'8578,"0"0"-6577,0 0 423,0 0-768,0 0-1295,0 0-161,0 0-144,129-19-40,-84 11-16,-2 4 72,-5-1-72,-9 2-825,-18 3-871,-5 0-592,-6 3-2954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13659,'0'0'2112,"0"0"-1463,0 0 1743,0 0-1088,0 0-319,0 0-425,0 0-392,118 3-168,-80-1-544,-9 3-3353,-15 2-6177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82 113 14603,'0'0'2059,"0"0"-221,0 0-183,0 0-878,0 0-235,0 0 358,27-19-72,81-57-90,-104 74-683,-1 0 1,1 0 0,-1 0-1,1 0 1,0 0-1,-1 1 1,1 0 0,0 0-1,0 0 1,3-1-56,-6 2 7,0 0 1,0 0 0,0 0-1,0 1 1,0-1 0,0 0-1,0 0 1,0 0-1,0 1 1,0-1 0,-1 0-1,1 1 1,0-1-1,0 1 1,0-1 0,-1 1-1,1 0 1,0-1-1,0 1 1,-1-1 0,1 1-1,-1 0 1,1 0-1,-1-1 1,1 1 0,-1 0-8,2 4 2,-1 0-1,0-1 1,0 1 0,0 0 0,-1 0 0,1 0 0,-1 0 0,-1 0 0,1 0 0,-1 2-2,0 6 71,0 2-12,-1 1 0,-1-1-1,0 0 1,-1 0 0,0 0 0,-2 0-1,1-1 1,-2 1 0,0-2 0,-7 11-59,-16 23 247,-2-2 1,-13 14-248,36-47 51,-38 41 169,45-50-190,-1-1 1,0 1 0,0-1-1,0 1 1,0-1-1,-1 0 1,1 0-1,-1-1 1,1 1 0,-1-1-1,0 1 1,1-1-1,-1-1 1,0 1-1,-3 0-30,6-2 10,0 0 0,0-1 0,0 1 0,0 0-1,1-1 1,-1 1 0,0-1 0,1 1 0,-1-1 0,1 1-1,-1-1 1,1 0 0,0 1 0,-1-1 0,1 1 0,0-1-1,0 0 1,0 1 0,0-1 0,1 0-10,1-38 9,0 39-12,0 0 0,-1-1 1,1 1-1,0 0 0,0 0 0,0 0 1,0 0-1,0 0 0,0 1 1,0-1-1,0 0 0,0 1 0,0 0 1,0-1-1,0 1 0,0 0 1,1 0-1,-1 0 0,0 0 0,1 1 3,47 4 105,-36 0-24,1 0-1,-1 1 0,0 1 0,0 1 0,-1 0 0,12 9-80,-7-5 79,1 0 0,0-2 0,7 3-79,-19-11-83,0 0 0,0 0 0,0 0 0,0-1 0,1 0 0,-1-1 0,0 0 0,1 0 0,-1 0 0,1-1 0,5-1 83,2-1-1161,1-1 1,-1-1-1,-1 0 0,14-7 1161,19-9-6659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18 10842,'0'0'2764,"0"0"-1111,0 0 81,0 0-416,0 0-429,24-2-449,11-3-342,-6 0-17,0 2 0,0 2-1,10 0-80,-92 1 2,-76 1 438,122 1-400,0-1 0,0 1 1,0 1-1,1-1 0,-1 1 0,1 0 1,-1 1-1,1-1 0,0 1 1,1 1-1,-1-1 0,1 1 1,0 0-1,0 0 0,0 0 0,0 1 1,1 0-1,0 0 0,1 0 1,-1 0-1,1 0 0,0 1 0,1 0 1,-1-1-1,1 1 0,1 0 1,-1 0-1,1 4-40,1-9 4,1-1 0,-1 0 0,1 1 0,-1-1 0,1 1 0,0-1 0,0 0 0,0 1 0,0-1 0,0 0 0,0 0 0,0 0 0,0 0 0,0 0 0,1 0 0,-1 0 0,0 0 0,1 0 0,-1-1 0,1 1 0,-1 0 0,0-1 0,1 1 0,-1-1 0,2 0-4,50 14 89,-36-10-77,-1 0 24,1 2 0,-2 0 0,1 0 0,-1 2 0,0 0 0,0 1 0,-1 0 0,0 1 0,2 2-36,-12-9 20,0 1 0,0-1 0,0 1 0,0 0 0,-1 0 0,0 0 0,0 0 1,0 1-1,0-1 0,-1 1 0,1 0 0,-1-1 0,0 1 0,-1 0 0,1 0 0,-1 1 0,0-1 0,0 0 0,-1 0 0,1 0 0,-1 1 0,0-1 0,-1 0 0,1 1 0,-1-1 1,0 0-1,-1 0 0,1 0 0,-1 0 0,0 0 0,-1 3-20,-2-1 123,1 0 1,-1 0-1,0-1 1,-1 1-1,1-1 0,-1-1 1,0 1-1,-1-1 1,1 0-1,-1 0 0,0-1 1,-1 1-1,1-2 1,-8 4-124,2-2-487,-1 0 0,0-1 1,0-1-1,-1 0 0,1 0 0,-1-2 1,1 0-1,-1 0 487,-3-1-4720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7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11859,'0'0'2053,"0"0"-335,30 1 779,26 0-1690,366-2 4015,28-35-2919,-194 11-1862,74 10-41,-304 15-592,-42 0-1773,-43 2-5860,27 6-924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18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66 11026,'0'0'4721,"0"0"-2591,0 0-280,0 0-459,0 0-600,23-9-210,73-29-243,-91 35-313,1 0 1,0 1-1,0-1 1,0 2 0,1-1-1,-1 1 1,0-1-1,0 2 1,1-1 0,-1 1-1,1 0 1,-1 0-1,1 1 1,-1 0 0,1 0-26,-6-1-3,-1 1 1,1-1-1,0 1 1,-1 0 0,1-1-1,-1 1 1,1 0-1,-1-1 1,1 1 0,-1 0-1,0 0 1,1 0-1,-1-1 1,0 1 0,1 0-1,-1 0 1,0 0-1,0 0 1,0-1 0,0 1-1,0 0 1,0 0-1,0 0 1,0 0 0,0 0-1,0 0 3,-3 24 12,1-19 3,-1 1 1,0 0 0,0-1-1,0 0 1,0 0-1,-1 0 1,0 0-1,-1 0 1,1-1-1,-1 0 1,0 0-1,0 0 1,-3 1-16,-18 15 101,-1-1 0,-8 3-101,14-9 1,4 0 97,16-14-92,1 0 0,0 1-1,0-1 1,0 0 0,0 0 0,0 0 0,0 0-1,0 0 1,-1 0 0,1 0 0,0 0-1,0 1 1,0-1 0,0 0 0,0 0 0,0 0-1,0 0 1,0 0 0,0 0 0,0 1 0,0-1-1,0 0 1,0 0 0,0 0 0,0 0 0,0 0-1,0 0 1,0 1 0,0-1 0,0 0-1,0 0 1,0 0 0,0 0 0,0 0 0,0 0-1,0 1 1,0-1 0,0 0 0,0 0 0,1 0-1,-1 0 1,0 0 0,0 0 0,0 0 0,0 0-1,0 1 1,0-1 0,0 0 0,0 0-1,1 0 1,-1 0 0,0 0 0,0 0 0,0 0-1,0 0 1,0 0 0,1 0-6,32-3 447,-21 1-556,-1 1 112,1-2 0,0 1-1,1 1 1,-1 0-1,0 1 1,1 1-1,3 0-2,-12 0 0,-1-1-1,1 1 1,-1 0-1,0 0 1,0 1 0,0-1-1,0 1 1,0 0-1,0 0 1,0 0-1,0 0 1,-1 0 0,1 0-1,-1 1 1,1-1-1,-1 1 1,0 0-1,0-1 1,0 1 0,-1 0-1,1 0 1,-1 1-1,1-1 1,0 2 0,2 8 11,-1-1 0,0 1 0,0 0 1,-1 0-1,-1 0 0,0 0 0,-1 0 0,0 0 0,-1 0 1,0 0-1,-2 0 0,1-1 0,-4 12-11,4-18 59,0 0-1,-1 0 1,1 0 0,-1 0-1,0 0 1,-1-1-1,1 1 1,-1-1-1,0 0 1,-1 0 0,1 0-1,-1-1 1,0 0-1,0 0 1,0 0 0,-1 0-1,1-1 1,-1 0-1,0 0 1,0 0-1,0-1 1,0 0 0,-1 0-1,1 0 1,0-1-1,-1 0 1,1 0 0,-3-1-59,-1 1 94,0-1 0,0-1 0,1 1 0,-1-1 0,0-1 0,0 0 0,1-1 0,-1 1 1,-6-4-95,1-2 59,1 0 1,1 0 0,0-1-1,0-1 1,-8-7-60,16 12-139,0 1 1,-1 0-1,0 1 0,1-1 0,-1 1 0,-1 0 1,1 1-1,0-1 0,-1 1 0,1 1 1,-1-1-1,1 1 0,-5 0 139,1 0-823,1 1 0,-1 1 0,1 0 0,0 0-1,-1 0 1,0 2 823,-33 11-5285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3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260 203 13171,'0'0'2514,"0"0"192,0 0-639,0 0-915,0 0-377,-1-7-274,-4-35-101,5 27-126,-2 0 0,0 1 0,0-1 0,-1 1-1,-1-1 1,-2-4-274,5 16 31,-1 0 0,1 0-1,0 1 1,-1-1 0,0 0-1,1 1 1,-1 0 0,0-1-1,0 1 1,0 0 0,-1 0-1,1 0 1,0 0 0,-1 1-1,1-1 1,-1 1 0,0-1-1,0 1 1,1 0 0,-1 0-1,0 0 1,0 0 0,0 1-1,0-1 1,0 1 0,0 0-1,0 0 1,0 0 0,0 0 0,0 0-1,0 1 1,0-1 0,-2 2-31,1-1-1,0 1 1,1-1-1,-1 1 1,1 0-1,0 1 1,-1-1 0,1 0-1,0 1 1,0 0-1,1 0 1,-1 0-1,1 0 1,-1 0 0,1 0-1,0 1 1,0-1-1,-1 2 1,-31 70 3,30-63 2,-10 23 16,2 2 0,2-1 1,-2 17-22,8-34 6,1-1 1,1 1 0,1 1 0,1-1 0,0 0 0,2 0 0,2 16-7,-1-29 9,-1 0 0,0 0 0,1 0 0,1 0 0,-1-1 0,1 1 1,-1-1-1,1 0 0,1 0 0,-1 0 0,1 0 0,0-1 1,0 0-1,0 0 0,1 0 0,-1-1 0,1 0 0,0 0 0,0 0 1,0-1-1,0 0 0,6 2-9,0 0-14,1-1 1,-1 0-1,1-1 0,0 0 0,-1-1 1,1 0-1,0-1 0,0-1 1,0 0-1,0-1 0,6-1 14,-7-2-643,0 0 0,-1 0-1,0-1 1,-1 0 0,1-1-1,-1 0 1,0-1 0,-1 0-1,4-4 644,6-5-3218,19-15-6596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3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16035,'0'0'2908,"0"0"-827,0 0-866,0 0-338,7 27-37,3 11-546,6 24 905,4 36-1199,-9 2 535,-7-49-233,8 35-302,-7-121 332,-1 14-312,3-53 86,-6 43-67,2 0 1,1 1 0,2-1 0,0 1-1,2 0 1,2 1 0,4-9-40,-13 36 4,-1 0 0,1 0 1,0 0-1,0 0 0,0 0 1,0 0-1,0 0 0,1 0 0,-1 0 1,1 1-1,-1-1 0,1 1 1,-1-1-1,1 1 0,0 0 0,0-1 1,0 1-1,0 0 0,0 0 1,0 0-1,0 1 0,0-1 1,0 0-1,0 1 0,0-1 0,1 1 1,-1 0-1,0 0 0,0 0 1,0 0-1,1 0 0,-1 0 0,0 1 1,0-1-1,0 1 0,0-1 1,0 1-1,0 0 0,1 0 1,-2 0-1,1 0 0,0 0 0,1 1-4,7 5 38,-2-1-1,1 2 0,-1-1 0,0 1 0,-1 0 0,0 1 0,0 0 0,-1 0-37,3 3 100,0 1-1,-1 1 0,-1 0 1,0 0-1,-1 0 1,0 1-1,-1 0 1,-1 0-1,-1 0 0,0 0 1,1 16-100,-3-51 31,1-1-1,1 1 1,0 0 0,2 0 0,0 1-1,1 0 1,2-1 0,-1 2 0,2-1-1,1 1 1,0 1 0,1 0 0,1 0 0,4-3-31,-13 16-3,1 0 0,-1 0 0,1 1 1,0-1-1,0 1 0,0 0 0,1 0 1,-1 1-1,1-1 0,0 1 0,-1 0 1,1 0-1,0 1 0,0 0 0,0-1 1,0 2-1,0-1 0,1 0 0,-1 1 0,1 0 4,1 1 4,0 1 0,-1-1 1,1 1-1,-1 0 1,1 1-1,-1 0 1,0 0-1,0 0 1,0 0-1,-1 1 1,1 0-1,-1 1 1,5 3-6,5 8 61,0 1 0,-1 0 1,0 0-1,-2 2 0,0 0 1,-1 0-1,-1 1 0,6 16-61,3 37 174,-16-59-148,0 1 0,1 0 0,1-1 0,0 0 0,4 7-26,-6-22-73,-1-10-146,-1-18-646,-1-95-4547,0 61-3166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1:3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11282,'0'0'6319,"0"0"-2153,0 0-2011,0 0-1101,25-9-609,82-26-266,-98 32-162,0 0 0,0 1 0,0 0 0,1 1 0,-1 0 0,1 1 0,-1-1 0,0 2 0,1 0 0,-1 0 0,5 1-17,-13-2-1,1 1 0,-1-1 1,1 1-1,-1-1 0,1 1 0,-1-1 1,1 1-1,-1 0 0,0 0 0,1 0 0,-1 0 1,0 0-1,0 0 0,1 0 0,-1 0 1,0 0-1,0 1 0,0-1 0,-1 0 1,1 1-1,0-1 0,0 0 0,-1 1 1,2 2 0,-1 1-1,0-1 0,0 0 0,-1 0 1,1 0-1,-1 1 0,0-1 0,0 0 0,0 2 1,-1 2 5,0 0 0,0 0 0,-1 0 0,0 0 0,-1-1 0,1 1 0,-1-1 0,-1 0 0,-2 6-5,-59 62 68,46-54-56,0 1 1,1 0-1,1 1 0,-2 7-12,19-30 3,-1 0 0,1 1 0,0-1-1,0 0 1,0 1 0,0-1 0,0 0-1,0 0 1,0 1 0,0-1 0,0 0-1,0 1 1,0-1 0,0 0 0,0 1 0,0-1-1,0 0 1,0 0 0,1 1 0,-1-1-1,0 0 1,0 0 0,0 1 0,0-1 0,1 0-1,-1 0 1,0 1 0,0-1 0,0 0-1,1 0 1,-1 0 0,0 1 0,0-1 0,1 0-1,-1 0 1,0 0 0,0 0 0,1 0-1,-1 0 1,0 1 0,1-1 0,-1 0-1,0 0 1,0 0 0,1 0 0,-1 0 0,0 0-1,1 0-2,15 1 99,-15 0-72,216-1 981,-177 11-4923,-24-5-2091,-2-1-4775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15931,'0'32'1585,"-1"51"-954,0 86 4026,11 73-4657,-2-189 726,3-1 0,1-1 0,12 28-726,1 4 321,-25-81-276,-10-15 4,-3-5-263,-19-23-352,1-2-1,-7-18 567,29 44-38,0 0 0,2-1-1,0 0 1,0 0 0,2-1-1,0 1 1,2-1 0,-1-9 38,1 3-7,1 0 1,2 0 0,0-1-1,2 1 1,1 0 0,0 0-1,2 0 1,6-16 6,-6 27 2,0 0 1,1 1 0,1-1 0,0 1-1,1 1 1,0-1 0,1 1-1,0 1 1,1 0 0,0 0-1,1 1 1,0 0 0,1 1-1,0 0 1,7-3-3,-5 3 67,1 2-1,0 0 1,0 0 0,1 2 0,0-1-1,0 2 1,0 0 0,1 2-1,-1-1 1,1 2 0,-1 0 0,1 1-1,-1 1 1,7 1-67,-12-1 45,1 1 0,-1 1 0,0 0 0,1 0 0,-1 1 0,-1 1-1,1-1 1,-1 2 0,0 0 0,0 0 0,0 0 0,-1 2 0,0-1 0,0 1 0,-1 0 0,0 1 0,-1 0 0,0 0 0,0 0-1,3 7-44,-2-1 77,-1 1 0,0-1-1,-1 1 1,-1 1 0,0-1-1,-2 1 1,1 0-1,-2 0 1,0 0 0,-2 0-1,1 0 1,-2 0 0,0 0-1,-2 0 1,-1 9-77,-2-2 114,0-1-1,-2 0 1,0-1 0,-2 0 0,0 0-1,-2-1 1,0 0 0,-1-1 0,-2 0 0,-10 11-114,9-12 62,-2-1 0,0 0 0,-1-1 0,-16 10-62,28-21 13,0-1 0,-1-1 1,0 1-1,0-2 0,0 1 1,-1-1-1,1 0 0,-1 0 1,1-1-1,-1-1 0,0 1 1,0-1-1,0-1 0,0 0 1,-1 0-14,8 0-41,-1-1-1,0 1 1,1-1 0,-1 0 0,1 0 0,-1 0 0,1 0 0,0 0-1,-1-1 1,1 1 0,0-1 0,0 0 0,0 1 0,0-1 0,0 0-1,0 0 1,0 0 0,1 0 0,-1-1 0,1 1 0,-1 0 0,1-1-1,0 1 1,0-1 0,0 0 41,0 0-637,0 0 0,0-1 1,1 1-1,-1 0 0,1 0 0,-1 0 0,1-1 0,0 1 1,1 0-1,-1 0 0,1-1 0,-1 1 0,2-2 637,7-10-9711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0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155 302 13779,'0'0'1720,"25"-14"-39,2-1-1355,48-27 616,7-10-942,-60 38 225,-3 3-240,-1-1 0,0-1-1,7-7 16,-22 17 152,-1 1-1,1 0 1,0-1-1,-1 0 0,1 0 1,-1 0-1,0 0 1,0 0-1,0 0 0,0 0 1,0-1-1,-1 1 1,0-1-1,0 1 0,0-1 1,0 1-1,0-1 0,-1 0 1,1 1-1,-1-1 1,0 0-1,0 0-151,-1 2 76,1 1 0,-1 0 0,0-1 0,1 1 0,-1 0 1,0-1-1,0 1 0,0 0 0,0 0 0,0 0 0,0 0 0,0 0 0,0 0 0,-1 0 0,1 0 1,0 0-1,0 0 0,-1 1 0,1-1 0,-1 0 0,1 1 0,-1 0 0,1-1 0,-2 1-76,-42-7 357,40 7-279,-18-2 22,1 1 1,0 1 0,0 1 0,0 1 0,0 1 0,0 1 0,0 1-1,1 0 1,-17 8-101,26-8 61,0 1-1,1 0 0,0 1 0,1 0 1,-1 0-1,2 1 0,-1 1 0,1 0 1,0 0-1,0 0 0,1 1 0,1 1 1,0-1-1,0 1 0,1 0 0,0 1 1,1-1-1,0 2-60,1-1 65,0 1 1,0-1-1,1 1 1,1 0-1,0 0 0,0 0 1,2 0-1,-1 0 0,3 12-65,-2-19 21,1 0-1,0 0 0,1 0 0,0 1 1,0-1-1,0-1 0,0 1 0,1 0 1,0-1-1,0 1 0,1-1 0,0 0 1,-1 0-1,2 0 0,-1-1 0,0 1 1,1-1-1,0 0 0,0 0 0,0-1 0,3 2-20,4 1 13,0-1 0,0 0 0,0-1 0,1 0 0,0-1 0,0 0 0,0-1 0,9 0-13,24 0-153,40-3 153,-70 0-79,1 0-194,-1-1-1,0 0 1,0-1-1,0-1 1,0 0-1,-1-1 1,9-5 273,58-30-4518,-69 34 3406,52-30-8670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15067,'0'0'2201,"0"0"-545,0 0 127,0 0-805,0 0-434,-5 23 111,-1 1-428,2-1 0,0 1 0,1 4-227,4-23 38,-1 1 0,1-1-1,0 0 1,0 0 0,0 0 0,1 0 0,0 0-1,0 0 1,0 0 0,0 0 0,1-1-1,0 1 1,0-1 0,0 0 0,0 0 0,1 0-1,0 0 1,2 1-38,7 10 128,19 21 87,-14-15-74,0 0 1,-1 1-1,2 6-141,-14-20 94,0 0 0,-1 0 0,-1 1 0,1-1 0,-2 1 0,1 0 0,-1 0 1,0 0-1,-1 0 0,0 0 0,0 7-94,-1-13 29,-1 0 1,1-1 0,-1 1-1,0-1 1,1 1-1,-1 0 1,-1-1-1,1 0 1,0 1-1,0-1 1,-1 0-1,0 0 1,1 1 0,-1-1-1,0-1 1,0 1-1,0 0 1,0 0-1,0-1 1,0 1-1,-1-1 1,1 0-1,0 1 1,-1-1 0,1 0-1,-1 0 1,0-1-1,1 1 1,-1-1-1,1 1 1,-4-1-30,-12 3 62,-1 0 0,0-2 0,0 0 0,-5-2-62,11 1 41,-83-7 670,56 2-2226,30 3-6905,40 2 282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16972,'0'0'1804,"0"0"48,13 28-22,4 8-1350,7 15 278,2-1 1,10 11-759,-19-32 275,0 1-51,2-1-1,1-1 1,1 0-1,8 6-223,-28-32 18,1-1-1,0 1 1,-1 0-1,1 0 1,0-1-1,0 1 1,1-1 0,-1 0-1,0 0 1,0 0-1,1 0 1,-1 0-1,0 0 1,1 0-1,-1-1 1,1 1-1,-1-1 1,1 0 0,1 0-18,-2 0 33,0-1 0,0 1 0,0-1 0,0 0 0,0 0 0,0 0 0,0 0 0,0 0 0,0 0 0,0 0 0,0-1 0,-1 1 0,1-1 0,0 1 0,-1-1 0,0 0 0,2-1-33,3-8 89,0 0-1,0 0 0,-1 0 0,0-1 0,-1 0 0,2-11-88,6-38 328,-2 0-1,-4 0 0,-2-1 1,-3 0-1,-3-13-327,2 5 64,-1 66-84,1-1 1,1 1-1,-1-1 1,1 0-1,-1 1 1,1-1-1,0 1 1,1-1-1,-1 1 1,2-3 19,-2 5-122,1 0 0,-1 1 0,0-1 1,1 1-1,-1 0 0,1-1 1,-1 1-1,1 0 0,0 0 0,-1 0 1,1 0-1,0 0 0,0 0 0,0 0 1,0 1-1,0-1 0,-1 1 1,1-1-1,0 1 0,0 0 0,0 0 1,0 0-1,1 0 0,-1 0 122,28 0-6487,0 0-7241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27 3673,'0'0'6908,"0"0"-3791,0 0-1245,0 0-42,0 0-438,0 0-270,-7-2-21,-18-7-166,25 5-193,12 1-486,14-1-95,-22 4-217,40-4 16,44 3 40,-75 2-1408,0 0 0,0 1 0,0 0 0,-1 1 0,8 3 1408,-2 1-6939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3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1400,'0'0'8442,"0"0"-7282,0 0 465,0 0-97,0 0-592,0 0-360,0 0 56,134 58-199,-75-73-329,22-9-104,-14 10-633,-8-3-6824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 5337,'0'0'4823,"0"0"-2539,0 0-292,0 0-135,0 0-725,0 0-627,-2 3 148,-46 52 3268,-16 12-3921,31-34 36,1 1 1,2 1 0,1 2-1,-23 39-36,52-89-6589,0-7-1942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11522,'0'0'3081,"0"0"-1945,0 0 1113,0 0-809,0 0-848,161 145-376,-126-116-176,16 12-40,-8-12-1744,-6-3-3329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5 539 9794,'0'0'2409,"0"0"-1186,0 0 193,0 0-329,0 0-423,0 0-140,-2 16 586,0-1-721,2 1 0,-1-1 1,2 1-1,0-1 1,0 1-1,2-1 0,0 0 1,1 2-390,6 18 641,49 149 1471,-47-151-1903,2-1 0,1 0 0,2-1 0,9 12-209,-24-39 17,1-1-1,-1 0 1,1 0 0,0 0 0,-1 0 0,1 0 0,1-1 0,-1 0 0,0 1 0,1-1-1,1 1-16,-4-3 11,0 1-1,1-1 1,-1 0-1,0 1 1,1-1 0,-1 0-1,0 0 1,1 0-1,-1 0 1,0 0-1,1 0 1,-1 0-1,0 0 1,0-1-1,1 1 1,-1-1-1,0 1 1,0-1-1,1 1 1,-1-1-1,0 1 1,0-1-1,0 0 1,0 0-1,0 0 1,0 0-1,0 1 1,0-1-1,0-1 1,0 1-1,-1 0 1,1 0-1,0 0 1,-1 0-1,1 0 1,-1-1-1,1 1-10,8-18 43,-1 0 0,-1 0 0,-1-1-1,0 0 1,-2 0 0,0-1 0,0-14-43,1-37 80,-4-42-80,-1 75 25,-3-8-20,-2-1 0,-3 1 0,-1 1 0,-2 0 0,-2 0 0,-8-15-5,-3-14 2,18 56-25,2 9-7,1 1-1,1-1 1,0 1 0,0-1 0,1 0 0,0 0 0,0 0 30,36 10-103,22-3 103,0-2 0,24-7 0,44-4 0,89 1 4,63-5 0,170-25-800,1 19 0,305 28 796,-542 9-11,0-9 1,152-20 10,-353 17 0,175-19 28,106 5-28,-291 15 105,0 0 269,7-5 1241,-6 2-5795,-12 3-2759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15011,'0'0'1626,"0"0"-220,10 27 282,1 5-1243,1 1 56,1 0 1,2 0 0,18 28-502,-23-42 193,-2-5-59,-1 1 0,2-2 0,0 1-1,1-1 1,0 0 0,0-1 0,2-1-1,-1 1 1,2-1-134,-11-10 79,0 1 0,0-1-1,0 0 1,-1 0 0,1 0 0,1 0-1,-1 0 1,0 0 0,0-1 0,0 1-1,0-1 1,1 1 0,-1-1-1,0 0 1,0 0 0,0 0 0,1 0-1,-1 0 1,0-1 0,0 1 0,1-1-1,-1 1 1,0-1 0,1 0-79,0-1 61,0 0 0,0-1 0,0 1 0,0-1 0,-1 1 1,0-1-1,1 0 0,-1 0 0,0 0 0,0 0 0,0 0 0,-1 0 1,1-1-1,-1 0-61,5-12 129,-1 0-1,-1 0 1,0-1 0,-1 0 0,-1 0-1,-1-1-128,0-82 671,-2 71-634,1 1-1,1-1 1,2 0 0,5-27-37,-8 55-52,1-1 0,0 0 0,-1 1 0,1-1 1,0 0-1,-1 1 0,1-1 0,0 1 0,0-1 0,1 1 1,-1-1-1,0 1 0,0 0 0,1 0 0,-1 0 0,0-1 0,1 1 1,-1 1-1,1-1 0,0 0 52,23-6-3927,-4 5-2952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46 101 13899,'0'0'2258,"0"0"10,-6 27 294,1-4-2067,-6 26 504,1 0 0,3 1 1,1 12-1000,6 57 821,0-119-742,0-4 65,14-118 150,21-72-294,-31 179-1,0 0 0,1 1 0,1-1 0,1 1 0,0 1 0,0-1 0,5-4 1,-10 14-3,1 1 0,0-1 0,0 1 1,1 0-1,-1-1 0,0 1 1,1 1-1,0-1 0,0 1 0,0-1 1,0 1-1,3-1 3,-5 2-3,1 1-1,0-1 1,0 1 0,0-1 0,0 1-1,-1 0 1,1 0 0,0 0 0,0 1-1,0-1 1,0 1 0,-1-1 0,1 1-1,0 0 1,-1 0 0,1 0 0,0 1-1,-1-1 1,0 1 0,1-1-1,0 2 4,6 4-6,0 1 0,0 0 0,-2 1 0,1 0 0,-1 0 0,0 0-1,5 10 7,41 81-53,-40-73 48,6 12-83,4 7-803,1-1 0,13 15 891,-31-50-360,1 0-1,0-1 1,0 0 0,1 0-1,0-1 1,1 0-1,0-1 1,0 1 0,1-2-1,-1 1 1,1-2-1,10 5 361,0-7-7915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0 218 16275,'0'0'4081,"0"0"-2376,0 0 447,0 0-1344,0 0-808,210-99-216,-87 51-1192,-18 7-3137,-22 12-5881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0 262 11899,'0'0'1584,"0"0"34,8 20 130,-4-8-1568,24 67 3609,15 26-3789,-40-193 249,-5 7-322,0 31 173,2 0 1,3-10-101,-2 53 1,0 0 0,1 0 0,0 0 0,0 0-1,0 0 1,1 1 0,0-1 0,0 1 0,1-1 0,-1 1 0,1 0 0,1 1-1,-1-1 1,1 1 0,0 0 0,0 0 0,1 0 0,-1 0 0,1 1-1,0 0 1,1 1 0,-1-1 0,0 1 0,1 0 0,0 1 0,0 0-1,-1 0 1,1 0 0,1 1 0,-1 0 0,4 0-1,-9 1-5,-1 0 1,1 0-1,-1 0 0,0 0 1,1 0-1,-1 0 0,1 1 1,-1-1-1,1 1 0,-1-1 1,0 1-1,1-1 0,-1 1 1,0 0-1,0 0 0,1 0 1,-1-1-1,0 1 0,0 0 1,0 1-1,0-1 0,0 0 1,0 0-1,0 1 5,0 1-3,0 0 0,0-1 0,0 1 0,0 0 0,0 0 0,-1 0 0,0 0 1,1 0-1,-1 0 0,0 0 0,-1 0 0,1 1 3,-1 5 34,-1 0-1,0-1 1,0 1 0,-1 0-1,0-1 1,0 0 0,-1 0 0,-2 4-34,-60 74 717,45-62-432,0 2 0,-13 24-285,29-41 87,0 0-1,0 0 0,2 0 1,-1 0-1,1 1 0,0-1 1,1 1-1,0 0 1,0 0-1,1 0 0,1 4-86,-1-10 48,1-1 1,0 0-1,0 1 0,1-1 0,-1 0 0,1 0 0,0 1 0,0-1 0,0 0 0,0 0 0,0 0 0,1 0 0,-1 0 1,1 0-1,0 0 0,0-1 0,1 2-48,0-1 38,0-1 0,1 1 0,0-1 0,-1 0 0,1 0 0,0 0 0,0-1 0,0 0 0,0 1 0,0-1 0,1 0 0,-1-1 0,0 1 0,1-1-38,28 3-200,0-1-1,0-1 1,0-2 0,28-4 200,-34 1-2663,0-2 1,0 0-1,14-7 2663,26-11-14575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5601,'0'0'6162,"0"0"-3970,0 0 8,-78 145-183,65-75 31,10 0-639,3 0-105,3-14-712,29-11-264,11-11-184,11-17-144,32-17-712,-14 0-3969,-10-19-7146</inkml:trace>
  <inkml:trace contextRef="#ctx0" brushRef="#br0" timeOffset="1">376 69 13659,'0'0'6841,"0"0"-5760,0 0 191,0 0 544,0 0-639,150 142-545,-104-96-392,-8-3-80,-4-4-152,-4-7-16,-3-8-40,-3-10-344,6-14-1049,-9-5-2343,1-21-3602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0 16772,'0'0'2792,"0"0"-751,0 0-641,0 0-696,0 0-104,0 0 56,-124 147-128,86-89-263,1-4-129,7-6-136,12-17 0,4-7-80,14-9-1049,0-10-2832,0-5-2160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8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9378,'0'0'1552,"0"0"-143,83 131 815,-58-52 233,-15 6-449,-10 2-528,0-10-543,0-9-345,-16-13-320,3-14-272,5-14-272,5-10-3857,3-17-7362</inkml:trace>
  <inkml:trace contextRef="#ctx0" brushRef="#br0" timeOffset="1">900 77 14699,'0'0'2745,"0"0"-1761,0 0-360,0 0-376,188 0-128,-127-4-104,7 1-16,-20 3-328,-16 0-3913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12379,'0'0'1872,"0"0"-992,0 0-456,0 0-424,162-26-1632,-77 11-1497,-15 3 977,-5 2-3513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0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0 873 5617,'0'0'8754,"0"0"-5785,0 0-1640,14 24 336,9 16-1119,41 74 2207,30 75-2753,-67-117 545,-4 2-1,0 11-544,-3-8 179,-18-76-142,-1-10 46,2-31 160,-1-51 104,2-121-313,13-46-34,-8 101-494,-9-83 494,-1 103-40,-1 110 47,2-19 19,1 44-29,1 1-1,0-1 1,-1 0 0,1 0-1,0 1 1,0-1-1,0 1 1,0 0 0,0-1-1,0 1 1,1 0-1,-1 0 1,0 0 0,1 1-1,-1-1 1,2 0 3,4-2-14,46-13-14,1 1 1,0 3-1,1 3 1,54-3 27,-30 4-9,830-57-445,-430 40 175,-412 22 21,0-1-82,26-5 340,-75 6 33,0-1 0,-1 0 1,0-1-1,0-1 1,0-1-1,0 0 1,2-3-34,-12 5 125,-1 0 0,1 0 0,-1 0 0,0-1 0,0 0 0,0-1 1,-1 1-1,0-1 0,0 0 0,-1-1 0,4-6-125,-36 13-5321,-4 11-2143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8754,'0'0'2935,"0"0"-365,0 0-324,0 0-464,0 0-490,15-10-273,11-8-254,1 1 0,27-11-765,-41 21 174,1 1 0,0 1 0,0 0 0,0 1 0,1 1 0,-1 0 0,1 0 0,12 1-174,-24 2 2,0 0 1,0 0-1,0 0 1,0 0-1,1 0 1,-1 1-1,0-1 1,-1 1-1,1 0 1,0 0-1,0 0 1,0 0 0,0 0-1,-1 1 1,1-1-1,0 1 1,-1 0-1,0 0 1,1 0-3,-1 2 1,0-1 1,0 0 0,-1 1 0,1 0-1,-1-1 1,0 1 0,0 0-1,0 0 1,0 0 0,-1 0 0,0-1-1,1 1 1,-2 0 0,1 3-2,0 1 3,-1 1 0,0-1 1,-1 0-1,0 0 0,0 0 0,-1 0 1,0 0-1,0-1 0,0 1 1,-1-1-1,-1 0 0,1 0 1,-4 4-4,-12 14 22,-2-1 1,0-1 0,-2 0-23,-48 51 11,71-73-11,-1 1-1,1 0 0,0 0 0,0 0 0,-1 0 1,1 0-1,0 0 0,0 0 0,1 1 1,-1-1-1,0 0 0,1 0 0,0 1 0,-1-1 1,1 0-1,0 1 0,0-1 0,0 0 1,0 1-1,1-1 1,-1 0 17,1-1 1,0 0 0,-1 1-1,1-1 1,0 0 0,0 0 0,0 1-1,0-1 1,0 0 0,0 0-1,0 0 1,0 0 0,0 0-1,1-1 1,-1 1 0,0 0-1,0 0 1,1-1 0,-1 1-1,1-1 1,-1 1 0,0-1-1,1 0 1,-1 0 0,1 1-1,-1-1 1,1 0 0,-1 0 0,1 0-1,0-1-17,10 2 149,0-1 0,1 0 0,-1-1 0,0 0-1,0-1 1,0-1 0,0 0 0,0 0 0,0-1 0,1-1-150,90-42-1393,-56 26-5796,-22 9-1421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49 9858,'0'0'1957,"0"0"-445,0 0 94,0 0-869,0 0-508,23-8-173,73-25 16,-71 25 2,-24 8 277,-14 0 1724,-2 1-1787,1 0 1,0 1-1,-1 0 0,1 1 1,0 1-1,1 0 1,-3 2-289,10-4 29,-1 1 0,1-1 1,0 1-1,0 1 0,0-1 1,1 1-1,-1 0 0,1 0 1,0 1-1,0-1 0,0 1 1,1 0-1,0 1 0,0-1 1,0 1-1,-1 2-29,4-6 6,0 0 0,0 0 0,0 0 0,0 0 1,0 0-1,1 0 0,-1 0 0,0 0 0,1 0 0,0 1 0,0-1 0,0 0 0,0 0 0,0 0 0,0 0 0,0 1 0,0-1 0,1 0 1,0 0-1,-1 0 0,1 0 0,0 0 0,0 0 0,0 0 0,0 0 0,0 0 0,0 0 0,1-1 0,-1 1 0,0 0 0,1-1 1,0 1-1,-1-1 0,1 0 0,0 1 0,0-1-6,9 4 17,-1 0 1,1-1 0,-1 0-1,1-1 1,1-1-1,8 2-17,28 8 19,-42-10-20,-1 0 0,0 1 0,1-1 0,-1 1 0,0 0 0,-1 0 0,1 1 0,0-1 0,3 5 1,-6-5 37,0 0-1,0 0 1,0 0-1,0 0 0,0 0 1,-1 1-1,0-1 0,0 1 1,0-1-1,0 1 1,0-1-1,-1 1 0,1 0 1,-1-1-1,0 1 0,0 1-36,-1-4 65,1 1-1,-1 0 1,0-1-1,0 1 0,0-1 1,0 1-1,0-1 1,0 1-1,0-1 1,0 0-1,-1 1 0,1-1 1,0 0-1,-1 0 1,1 0-1,-1 0 1,1 0-1,-1-1 0,0 1 1,1 0-1,-1-1 1,0 1-1,0-1 0,1 1 1,-1-1-1,0 0-64,-53 10 623,52-9-603,-92 3-113,93-4-993,12-4-5841,4 1-1102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6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592 1 16716,'0'0'1835,"0"0"-590,-9 21 513,-46 98 3272,-69 107-5030,51-116 1322,-4-4 0,-34 31-1322,99-125 23,0 0 0,-1-1 0,0-1 0,-1 0 0,0 0 1,0-1-1,-1-1 0,-8 3-23,23-11-21,0 0 0,0 0 0,0 1 0,-1-1 0,1 0 0,0 0 0,0 0 0,-1 1 0,1-1 0,0 0 0,0 0 0,-1 0 0,1 0 0,0 0 0,-1 0 0,1 0 1,0 1-1,0-1 0,-1 0 0,1 0 0,0 0 0,-1 0 0,1 0 0,0 0 0,-1 0 0,1 0 0,0-1 0,0 1 0,-1 0 0,1 0 0,0 0 0,-1 0 0,1 0 0,0 0 0,0-1 0,-1 1 0,1 0 0,0 0 0,0 0 0,0 0 0,-1-1 0,1 1 0,0 0 0,0 0 0,0-1 1,-1 1-1,1 0 0,0 0 0,0-1 0,0 1 0,0 0 0,0-1 0,0 1 0,0 0 0,0 0 0,0-1 0,0 1 0,0 0 0,0-1 0,0 1 0,0-1 21,0 0-138,1-1 0,-1 0 1,1 1-1,0-1 0,0 0 0,0 1 1,0-1-1,0 1 0,0-1 0,0 1 1,0-1-1,1 1 0,0-1 138,27-20-4133,2 1 0,6-3 4133,16-7-9227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7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21 11923,'0'0'1531,"0"0"49,0 0 546,24-4-815,76-11-893,-99 15-412,1-1-1,-1 1 0,1 0 0,-1-1 1,1 1-1,-1 0 0,1 0 0,-1 0 1,1 0-1,-1 1 0,1-1 1,-1 0-1,1 1 0,-1-1 0,1 1 1,-1-1-1,1 1 0,-1 0 0,0-1 1,1 1-1,-1 0 0,0 0 0,0 0 1,0 0-1,1 0 0,-1 0 1,0 0-1,0 1 0,-1-1 0,1 0 1,0 1-1,0-1 0,-1 0 0,1 1 1,-1-1-1,1 1 0,-1-1 0,1 1 1,-1-1-1,0 1 0,0-1 1,0 1-1,0-1 0,0 1 0,0-1 1,0 2-6,0 4 32,1 1 114,-1 0 1,1 0-1,-2 0 0,1 0 0,-1 0 0,0 0 1,-1 0-1,0 0 0,0 0 0,-1-1 0,0 1 1,0-1-1,-1 1 0,0-1 0,-4 5-146,-6 6 501,-1 0 0,-1-2 0,0 0 0,-16 12-501,2-2 389,28-24-227,94-17-680,-83 15 502,0 0-1,0 0 0,0 1 1,0 0-1,0 0 0,0 1 1,0 0-1,0 1 0,-1 0 1,5 2 16,-8-2-5,1 1 1,-1-1-1,0 1 1,-1 0 0,1 0-1,-1 0 1,0 0-1,0 1 1,0 0-1,0 0 1,-1 0 0,0 0-1,0 1 1,0-1-1,-1 1 1,1 2 4,1 2 111,-1 0-1,-1 1 1,1-1 0,-1 1 0,-1-1-1,0 1 1,-1 0 0,0-1 0,0 1-1,-1 0 1,-1-1 0,0 1 0,0-1-1,-1 0 1,0 0 0,-1 0 0,-3 5-111,4-7 94,-1-1 0,-1 0 1,1 0-1,-1 0 1,-1 0-1,1-1 0,-1 0 1,0 0-1,0-1 1,-1 0-1,0 0 0,1 0 1,-2-1-1,1 0 1,0 0-1,-1-1 0,0 0 1,0 0-1,0-1 1,0 0-1,0 0 0,-6-1-94,5 0 56,0 0 0,0-1-1,0 0 1,0-1 0,0 0-1,0 0 1,0-1 0,0 0-1,0-1 1,0 0 0,1 0-1,-2-2-55,5 3-24,1-1 0,-1 0-1,0 0 1,1 0 0,0-1 0,0 1-1,0-1 1,0 0 0,1 0 0,-1 0-1,1-1 1,0 1 0,1-1 0,-1 0-1,1 0 1,0 0 0,0 0 0,0 0-1,0 0 1,0-6 24,2 8-178,-1-1-1,1 0 0,0 1 1,0-1-1,1 0 0,-1 1 1,1-1-1,0 0 0,0 1 1,0-1-1,0 1 0,0 0 1,1-1-1,0 1 0,-1 0 1,1 0-1,1 0 0,-1 0 1,0 0-1,1 0 0,-1 1 1,1-1-1,0 1 0,0-1 1,0 1-1,0 0 0,0 1 1,2-2 178,37-20-5141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7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14931,'0'0'4577,"0"0"-3337,0 0 489,0 0-737,0 0-552,153-7-280,-115 7-160,-8 0-168,-4 0-600,7 0-1192,-7 0-1921,-4 5-3033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7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6785,'0'0'7714,"0"0"-6458,0 0 473,0 0 599,0 0-935,0 0-617,188 0-464,-126-7-160,-6 2-152,14 3-632,-14 2-1817,-13 0-3088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9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11707,'0'0'1851,"0"0"-418,24-13 313,83-38-539,-97 47-1157,0 0 0,0 0 0,1 1 0,-1 1 0,1 0 0,0 0 1,-1 1-1,1 1 0,0-1 0,0 2 0,0-1 0,0 2 0,-1-1 0,3 2-50,-7-2 5,-1 0 0,1 1-1,-1 0 1,0 0-1,1 0 1,-1 1 0,0-1-1,0 1 1,-1 1 0,1-1-1,-1 1 1,1-1-1,-1 1 1,0 0 0,-1 1-1,1-1 1,-1 1 0,1-1-1,-1 1 1,-1 0-1,1 0 1,-1 1 0,0-1-1,0 0 1,0 1 0,0 2-5,0 1 55,-1-1-1,0 0 1,0 1 0,0 0 0,-1-1 0,-1 1 0,1-1 0,-1 1 0,-1-1 0,1 1-1,-1-1 1,-1 0 0,0 0 0,0 0 0,-1 0 0,1 0 0,-4 3-55,-14 17 338,-1-1 0,-1-1-1,-2 0 1,0-2 0,-1-1 0,-2-2 0,0 0 0,-1-2 0,-28 14-338,103-36 4594,36-7-4327,75-5-532,-84 10-2218,0-3-3887,-28 2-2767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1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14667,'0'0'2457,"0"0"263,0 0-143,0 0-1177,-57 157-664,44-123-240,2-3-136,6-6-240,5-9-112,0-3-8,8-11-792,40-2-824,-2-19-2553,2-8-5129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20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38 134 14483,'0'0'1858,"0"0"-689,0 0 237,0 0-287,-6 21-21,-4 6-706,6-14-189,-1 0 0,2 0 0,0 1 1,0-1-1,1 1 0,1 0 0,0-1 0,1 7-203,0-16 48,1 0 1,-1 0-1,1 0 0,-1 0 0,1 0 0,0-1 1,1 1-1,-1 0 0,1 0 0,-1-1 0,1 1 1,0-1-1,1 0 0,-1 1 0,0-1 0,1 0 1,0 0-1,0-1 0,0 1 0,0-1 0,0 1 1,0-1-1,1 0 0,-1 0 0,1 0 0,-1-1 1,1 1-1,0-1 0,-1 0 0,1 0 0,0 0 1,0 0-1,3-1-48,5 2 45,0-1 0,0 0 0,0-1 0,0-1 1,0 0-1,0 0 0,0-1 0,-1-1 0,1 0 0,-1-1 0,3-1-45,-5 1 6,0 0 1,-1-1-1,1 0 0,-1 0 0,0-1 0,-1 0 0,1-1 0,-1 0 0,-1 0 0,1 0 0,-1-1 0,0 0 1,-1 0-1,0-1 0,0 1 0,-1-1 0,1-1-6,-3 3 16,0 1-1,0 0 1,0-1 0,-1 0 0,0 1 0,0-1 0,-1 0-1,0 1 1,0-1 0,0 0 0,-1 0 0,0 1-1,0-1 1,-1 1 0,0-1 0,0 1 0,0 0-1,-1-1 1,0 1 0,0 0 0,-1 1 0,1-1 0,-1 1-1,-1-1 1,0 0-16,-6-4 100,1-1 1,-1 2-1,-1 0 0,0 0 0,0 1 0,0 1 1,-1 0-1,-8-3-100,16 8-157,0-1-1,0 1 1,0 0 0,0 1 0,-1-1 0,1 1 0,-1 0 0,1 1 0,-1-1-1,0 1 1,1 0 0,-1 0 0,1 1 0,-1 0 0,1 0 0,-1 0-1,1 0 1,0 1 0,-1 0 0,1 0 0,0 1 0,0-1 0,0 1 157,-16 16-5408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20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45 12915,'0'0'2320,"0"0"-33,-8 26 294,-24 83-1149,29-100-1357,1 0 0,0 0-1,1 0 1,0 0 0,0 0-1,1 0 1,0 0 0,1 0 0,0 0-1,0 0 1,1 0 0,2 8-75,-2-13 14,0-1 1,0 1-1,0-1 1,0 0 0,0 0-1,1 0 1,-1 0-1,1 0 1,0-1-1,0 1 1,0-1-1,0 0 1,0 0 0,1 0-1,-1 0 1,0 0-1,1-1 1,0 1-1,-1-1 1,1 0-1,0 0 1,0-1 0,-1 1-1,1-1 1,0 0-1,0 0-14,10 1 27,1-1 0,-1-1 0,0 0 0,0-1 0,1-1 0,-1 0 0,-1-1 1,1 0-1,-1-1 0,1-1 0,-1 0 0,2-2-27,-7 4 43,-2 0 1,1-1 0,0 1 0,-1-1 0,0 0 0,0-1-1,0 0 1,-1 0 0,0 0 0,0 0 0,-1-1-1,1 0 1,-2 0 0,1 0 0,-1-1 0,0 1-1,0-1 1,-1 1 0,0-1 0,0 0 0,-1 0-1,1-5-43,-2 7 89,0 0-1,0-1 0,0 1 0,-1 0 0,0 0 0,0 0 0,0 0 0,-1 0 0,0 0 0,0 1 0,0-1 0,-1 1 0,0-1 0,0 1 1,0 0-1,-1 0 0,1 0 0,-1 0 0,0 1 0,-1-1 0,1 1 0,-1 0 0,0 1 0,0-1 0,0 1 0,-3-1-88,-37-17 49,43 20-228,0 1 0,-1-1 0,1 1 0,0-1 0,0 1 0,0 0 0,0 0-1,0 0 1,-1 0 0,1 0 0,0 1 0,0-1 0,0 0 0,0 1 0,0 0 0,0-1 0,0 1 0,0 0 0,0 0 0,0 0 0,-1 1 179,-6 12-5385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2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113 218 13555,'0'0'1655,"0"0"-507,0 0 906,0 0-552,0 0-404,-19 27-8,-54 87-31,71-112-1032,1 0 1,0 0-1,0 0 1,0 0-1,0 1 0,0-1 1,0 0-1,0 1 1,1-1-1,-1 0 0,1 1 1,0-1-1,0 0 1,0 1-1,0-1 0,0 1 1,0-1-1,1 0 1,-1 1-1,1-1 0,-1 0 1,1 1-1,0-1 1,0 0-1,0 0 0,0 0 1,1 0-1,-1 0 1,0 0-1,1 0 0,0 0 1,-1 0-1,1-1 1,1 2-28,3 1 37,0-1 0,1 1 1,-1-1-1,1 0 0,0-1 1,0 0-1,0 0 0,3 0-37,-8-1 10,10 2 16,0-1-1,0 0 0,1-1 1,-1 0-1,1-1 1,-1 0-1,0-1 1,1-1-1,-1 0 0,0 0 1,4-2-26,-11 2 16,1 0 1,-1 0-1,1-1 0,-1 0 1,0 0-1,0 0 0,0 0 1,0-1-1,-1 0 0,0 0 1,1 0-1,-1-1 0,-1 1 1,1-1-1,-1 0 1,0 0-1,0 0 0,0 0 1,0-1-1,-1 1 0,0-1 1,0 0-1,-1 1 0,1-4-16,0-3 63,-1-1 0,0 1 0,-1 0 0,0-1-1,-1 1 1,0-1 0,-1 1 0,0 0-1,-1 0 1,-1 0 0,1 0 0,-2 1 0,0-1-1,0 1 1,-6-8-63,3 6 65,-1 0 0,0 1 0,-1 0 0,0 0 0,-1 1 0,0 1 0,-1 0 0,0 0 0,-1 1 0,0 1 0,0 0 0,-9-3-65,18 9-141,0 0 1,0 0-1,-1 1 0,1-1 0,0 1 1,-1 0-1,1 1 0,-1-1 1,1 1-1,-1 0 0,1 0 0,-1 0 1,1 1-1,-1-1 0,1 1 1,-1 0-1,1 1 0,0-1 0,-1 1 1,1-1-1,0 1 0,0 1 1,0-1-1,1 1 0,-1-1 0,0 1 1,1 0-1,0 0 0,0 0 0,0 1 1,-2 2 140,-14 28-5389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2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63 100 9794,'0'0'1546,"-8"22"287,3-8-1472,-22 76 1823,24-81-1892,1 1 1,1-1-1,0 1 1,0 0-1,1-1 1,1 1-1,-1 0 1,1 0-1,1-1 1,1 4-293,-2-9 56,1 0 1,1 0 0,-1 0 0,0 0 0,1 0 0,0-1-1,0 1 1,0-1 0,0 0 0,1 0 0,-1 0-1,1 0 1,0-1 0,0 1 0,0-1 0,0 0-1,0 0 1,0-1 0,0 1 0,1-1 0,-1 0 0,1 0-1,-1 0 1,3-1-57,14 3 108,-1-1 0,1-1 0,-1-1 0,18-3-108,-25 2 52,0-1 0,-1-1 0,1 0 0,-1 0 0,0-1 0,0-1 0,0 0 1,0-1-1,-1 0 0,0-1 0,0 0 0,-1 0 0,0-1 0,0-1 0,-1 0-52,-3 3 198,-1 0 0,1 0-1,-1-1 1,-1 0 0,1 0-1,-1 0 1,0 0-1,-1 0 1,0-1 0,0 0-1,-1 0 1,0 0 0,0 0-1,0 0 1,-1 0 0,-1 0-1,1 0 1,-1 0 0,-1-1-1,0 1 1,0 0 0,0 0-1,-1 0 1,0-1-198,-1 2 79,0 0 0,-1 0 1,0 0-1,0 1 0,0-1 0,-1 1 0,0 0 1,0 1-1,-1-1 0,1 1 0,-1 0 1,0 0-1,-1 0 0,1 1 0,-1 0 1,0 1-1,0-1 0,0 1 0,0 1 1,-1-1-1,1 1 0,-1 1 0,0-1-79,-15-3-295,0 1 1,0 1-1,0 1 0,-1 2 0,1 0 0,-22 3 295,29-1-1801,0 1 0,0 1-1,-12 4 1802,-36 18-11946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2:5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129 135 13595,'0'0'4033,"0"0"-1559,0 0-50,0 0-685,0 0-748,7-10-447,-2 4-478,-1 0-1,1 0 1,1 1 0,-1 0-1,1 0 1,0 0-1,0 1 1,0 0-1,0 0 1,1 0 0,0 1-1,0 0 1,0 1-1,0-1 1,0 1-1,0 0 1,1 1-66,35-7 267,0 2-1,1 2-266,80-14 70,-124 19-74,0-1 0,1 0 1,-1 0-1,0 0 0,1 0 0,-1 0 1,0 0-1,0 0 0,1 0 1,-1 0-1,0 0 0,1 0 0,-1 0 1,0 0-1,1 0 0,-1 0 0,0 0 1,0 0-1,1 0 0,-1 0 0,0 0 1,1-1-1,-1 1 0,0 0 0,0 0 1,1 0-1,-1 0 0,0-1 1,0 1-1,1 0 0,-1 0 0,0-1 1,0 1-1,0 0 0,0 0 0,1-1 1,-1 1-1,0 0 0,0-1 0,0 1 1,0 0-1,0 0 0,0-1 0,0 1 1,0 0-1,0-1 0,0 1 4,-18-6-92,-30 1-15,29 4 98,0 1 0,0 0 0,0 2 0,1 0 0,-1 1 0,1 1 0,-1 0 0,1 2 0,0 0 0,1 1 0,-13 8 9,11-5-2,0 1 0,1 1 0,1 1-1,0 0 1,1 1 0,-1 2 2,11-10-8,1 0 1,0 1-1,0 0 0,0 0 1,1 0-1,0 1 0,0 0 1,1-1-1,0 1 0,1 0 1,-1 0-1,1 1 0,1-1 1,0 0-1,0 1 0,0 6 8,1-14-3,0 0-1,0 0 1,0 1-1,0-1 0,0 0 1,0 0-1,0 0 0,0 0 1,1 0-1,-1 0 0,0 0 1,1 1-1,-1-1 1,1 0-1,-1 0 0,1 0 1,-1 0-1,1-1 0,0 1 1,-1 0-1,1 0 0,0 0 1,0 0-1,0-1 1,0 2 3,29 0-194,-13-2 189,44-2-6,-31 0 39,0 2-1,1 1 1,19 3-28,-42-2-2,0 0 1,-1 1-1,1 0 0,-1 0 1,0 1-1,0 0 0,0 0 1,0 0-1,-1 1 1,0 0-1,0 0 0,0 1 1,-1 0-1,1 0 0,-1 0 1,-1 0-1,1 1 0,-1 0 1,0 0-1,-1 0 0,0 0 1,0 1-1,0-1 0,0 6 2,3 8 20,-1 1 0,0 0-1,-2 1 1,-1-1 0,0 0-1,-2 1 1,0-1-1,-3 6-19,3-25 34,0 1 0,0-1-1,-1 0 1,0 1 0,1-1-1,-1 1 1,0-1-1,-1 0 1,1 0 0,-1 0-1,1 0 1,-1 0 0,0 0-1,0 0 1,0 0-1,-1-1 1,1 1 0,-1-1-1,1 1 1,-1-1 0,0 0-1,0 0 1,0-1 0,0 1-1,0 0 1,0-1-1,0 0 1,-1 0 0,1 0-1,0 0 1,-1 0 0,1-1-1,-1 1 1,1-1-1,-4 0-33,-13-1 187,0-1-1,-1 0 1,1-1-1,0-2 1,-18-6-187,-9 0-136,34 8-95,-78-13 359,30 12-5890,43 4-1080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3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74 176 5473,'0'0'8070,"0"0"-4787,0 0-543,-9-25-233,-27-76-814,23 51 467,14 68-828,-17 504 40,16-476-1377,-1-4-38,2 0 1,2 0 0,2 7 42,-5-49-34,0 1 1,0-1-1,0 0 0,0 1 0,0-1 0,0 0 1,0 1-1,0-1 0,0 0 0,0 1 1,0-1-1,0 0 0,0 1 0,0-1 1,1 0-1,-1 1 0,0-1 0,0 0 0,0 0 1,0 1-1,0-1 0,1 0 0,-1 0 1,0 1-1,0-1 0,1 0 0,-1 0 0,0 1 1,0-1-1,1 0 0,-1 0 0,0 0 1,1 0-1,-1 1 0,0-1 0,1 0 1,-1 0-1,0 0 34,8-11-1075,3-20-1208,-4-4-2979,-4 5-2683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7722,'0'0'6510,"0"0"-3396,0 0-601,0 0-626,0 0-877,0 0-198,13 0 271,164-4 1428,82-15-2511,-132 11-1517,-45 7-4578,-48 1-588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5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73 1016,'0'0'8971,"0"0"-5080,0 0-1550,0 0-293,0 0-245,0 0-308,4-4-686,2-3-766,0 1 0,0 0 0,0 1 0,1 0 0,0 0 0,0 0 0,0 1 0,0 0-1,1 0 1,-1 1 0,1 0 0,0 0 0,0 1 0,0 0 0,1 0 0,-1 1 0,0 0 0,1 1 0,-1 0 0,0 0 0,3 1-43,-9 0-2,0-1 1,0 1-1,0 0 0,-1 1 1,1-1-1,0 0 1,-1 0-1,1 1 1,-1-1-1,0 1 1,1-1-1,-1 1 1,0 0-1,0-1 1,0 1-1,0 0 1,0 0-1,-1 0 0,1 0 1,0 0-1,-1 0 1,1 0-1,-1 0 1,0 0-1,0 0 1,0 0-1,0 0 1,0 2 1,-2 59 47,0-55-41,0 0 1,0 0-1,0 0 1,-1-1-1,-1 1 1,1-1 0,-1 1-1,0-1 1,-4 4-7,-50 62 52,20-28 61,32-37-84,-42 61 329,45-63-188,0 0 1,-1 0-1,2 0 1,-1 0-1,1 1 1,0 0-1,0-1 1,1 1 0,0 0-1,0 4-170,1-10 216,14-1 140,-2-1-703,-1 0 0,0-1 0,1 0 0,-1 0 1,0-1-1,0-1 0,0 0 0,-1-1 0,1 0 0,-1 0 0,5-4 347,-12 7-221,42-23-5595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14371,'0'0'2769,"0"0"63,0 0-255,-16 136-1345,13-93-552,3-2-320,0-2-136,0-8-136,0-14-80,11-7-8,10-10-672,28-15-568,-4-19-2569,-2-7-3568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6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13171,'0'0'2026,"0"0"215,0 0 72,1 21-694,9 66-435,-9-85-1128,-1 0-1,1 1 1,0-1 0,0 0-1,0 1 1,0-1-1,0 0 1,0 0 0,1 0-1,-1 0 1,1 0 0,-1-1-1,1 1 1,0 0-1,0-1 1,0 1 0,0-1-1,0 0 1,0 1 0,0-1-1,0 0 1,0 0-1,2 0-55,3 1 163,0-1-1,-1 0 0,1 0 1,-1-1-1,1 1 1,5-2-163,-2 1 211,-1 0-152,1-1 1,-1 1 0,0-2-1,0 1 1,0-1 0,0-1-1,0 0 1,0 0-1,-1-1 1,0 1 0,1-2-1,-1 1 1,-1-1 0,1-1-1,0 0-59,-2 1 27,-1-1 0,0 1 0,0 0 0,0-1 0,-1 0 0,0 0 0,0-1 0,-1 1 0,1-1 0,-1 0 0,-1 0 0,0 0 0,0 0 0,0 0 0,0 0 0,-1-1 0,-1 1 0,1 0 0,-1-2-27,0 6 10,0 0 1,-1 0 0,1 0 0,-1 0 0,1 1 0,-1-1 0,0 0-1,0 1 1,0-1 0,0 1 0,0-1 0,-1 1 0,1-1-1,-1 1 1,0 0 0,0 0 0,0-1 0,0 2 0,0-1 0,0 0-1,0 0 1,-1 1 0,1-1 0,0 1 0,-1-1 0,0 1-1,1 0 1,-1 0 0,0 0 0,1 1 0,-1-1 0,0 1-1,0-1 1,1 1 0,-2 0-11,-2-1-298,1 1 0,-1 0 0,1 0 0,-1 1 0,0-1 0,1 1 0,0 0 0,-1 1 0,1-1 0,0 1 0,-1 0 0,1 1 0,0-1 0,0 1 0,1 0 0,-1 0 0,-3 3 298,-17 22-5424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0 201 13675,'0'0'2950,"0"0"12,0 0-586,0 0-951,0 0-509,19 21-179,7 7-162,30 26-575,-52-52 24,-1 1 0,0-1 0,1 1 0,0-1 0,-1 0 0,1-1 0,0 1 0,0-1 0,0 1 0,0-1 0,0 0 0,0-1 0,0 1 0,1-1 0,-1 0 0,0 0 0,0 0 0,0 0 0,4-1-24,10-1 92,-13 3-71,1-1 0,0-1 0,-1 1 0,1-1 0,0 0 0,-1 0-1,1-1 1,-1 0 0,0 0 0,1 0 0,-1 0 0,0-1 0,0 0 0,-1 0-1,2-1-20,-2 1 15,-1-1 0,0 1-1,0-1 1,0 0 0,-1 0 0,1 0-1,-1 0 1,0 0 0,0-1-1,0 1 1,-1-1 0,1 1-1,-1-1 1,0 0 0,-1 1-1,1-1 1,-1 0 0,0-1-15,1-8-41,-1 1 0,0 0 0,0 0 0,-2-1 0,0 1 0,0 0 0,-1 0 0,-4-10 41,-5-18-1810,14 13-4546,7 11-3642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6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75 13051,'0'0'2263,"0"0"-251,0 0 361,-9 21-743,-26 66-452,34-85-1142,1 0 0,-1 1 0,0-1 0,1 0 0,-1 0 0,1 1 0,0-1 0,0 0 0,0 1 0,0-1 0,0 0 0,0 0 0,1 1 0,-1-1-1,1 0 1,0 0 0,-1 0 0,1 1 0,0-1 0,0 0 0,1 0 0,-1 0 0,0-1 0,1 1 0,-1 0 0,1 0 0,-1-1 0,1 1 0,0-1-1,0 1 1,-1-1 0,1 0 0,0 0 0,0 0 0,0 0 0,1 0 0,-1 0 0,0 0 0,0-1 0,1 1-36,9 2 79,0 0 0,0-1 0,0-1 0,1 0 0,-1-1 0,3 0-79,-12 0 42,11 0 19,-1 0 0,0-2 0,0 1 0,0-1 0,0-1-1,-1-1 1,1 1 0,-1-2 0,8-4-61,-15 7 13,0-1 0,0 0-1,0 0 1,0-1 0,-1 1-1,0-1 1,1 0 0,-2 0-1,1 0 1,0-1 0,-1 0 0,0 1-1,0-1 1,0 0 0,-1 0-1,1-1 1,-1 1 0,0-1 0,-1 1-1,0-1 1,1 1 0,-2-1-1,1-3-12,0 3 24,-1 0 0,0 0 0,0 0 0,0 0 0,-1 0 0,0 0 0,0 0 0,-1 1 0,0-1 0,0 0 0,0 1-1,0-1 1,-1 1 0,-1-2-24,2 4-110,-1 0 1,1 0-1,-1 0 0,0 0 0,0 1 1,0-1-1,0 1 0,0 0 0,0 0 0,-1 0 1,1 0-1,-1 1 0,0-1 0,1 1 0,-1 0 1,0 0-1,0 0 0,1 1 0,-1-1 1,0 1-1,0 0 0,-1 0 110,-20 0-4721,3 0-3513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14003,'0'0'2729,"0"0"-129,0 0-103,0 0-1049,164 44-456,-110-44-600,0-22-128,-14-5-256,-8-9-8,-16 2-72,-16 3-120,0 2-72,-11 15-184,-21 1-48,-3 13-712,-32 0-1305,8 17-1648,3 5-10338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8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10938,'0'0'4409,"0"0"-3521,0 0 937,0 0 167,0 0-1168,0 0-415,0 0 159,132-22-400,-92 17-144,-2 0-24,-11 5-993,-9 0-1839,-9 0-1657,-9 0-4265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12755,'0'0'2488,"0"0"-1560,0 0 2169,0 0-1465,0 0-1119,0 0-345,180 0-168,-95 0-456,-17-5-1801,-15 1-2904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9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14427,'0'0'2831,"0"0"-498,0 0 189,0 0-915,0 0-778,0 0-411,11-4-118,29-7-115,0 2 0,1 1 1,0 2-1,35 0-185,-70 6-7,-1 0 1,1 0-1,0 0 0,-1 1 0,1 0 1,-1 0-1,1 0 0,-1 1 0,1-1 0,-1 1 1,0 1-1,1 0 7,-2 0-5,-1-1 0,0 1 0,-1 0 0,1 1-1,0-1 1,-1 0 0,0 1 0,0 0 0,0-1 0,0 1 0,0 0 0,-1 0 0,0 0 0,0 0 0,0 0 0,1 4 5,4 34 117,-2 0 0,-1 0 1,-3 0-1,-3 30-117,1 20 368,1-67-330,0-18-40,0 0-1,1 0 1,0 0 0,0 0-1,1 0 1,0 0-1,1 2 3,11-2-1023,-9-9-2527,-3-6-2129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0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15955,'0'0'4353,"0"0"-1759,0 0-656,0 0-978,25-9-640,1 0-313,154-51-709,-123 44-5244,54-5 5946,-80 17-4273,1 1 1,-1 1-1,1 2 1,9 2 4272,-39-2 375,-1 1 1,1-1 0,-1 1 0,1 0-1,-1-1 1,0 1 0,1 0 0,-1 0 0,0 0-1,0 0 1,1 0 0,-1 0 0,0 0-1,0 0 1,0 1 0,0-1 0,-1 0 0,1 0-1,0 1 1,0-1 0,-1 1 0,1-1-1,-1 1 1,1-1 0,-1 1 0,0-1 0,1 1-1,-1-1 1,0 2-376,2 49 6180,-2-43-5536,-1 23 1430,0-20-1753,1 1 0,0-1 0,0 0 0,1 1 0,1-1 0,0 0 0,1 0 0,3 9-321,-5-19-19,0 0 1,0 0-1,1 0 0,-1 0 0,1 0 1,-1 0-1,1-1 0,-1 1 1,1 0-1,0-1 0,0 0 0,0 1 1,0-1-1,0 0 0,0 0 1,0 0-1,0 0 0,1 0 0,-1-1 20,45 7-3594,-10-6-3480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6 14131,'0'0'1794,"0"0"-177,26-2 50,85-2-676,-108 5-938,0-1 0,0 0 0,0 1 0,0 0 0,0 0 0,0 0 0,0 0 0,0 0 0,0 0 0,-1 1 0,1 0 0,0-1 0,-1 1 0,0 0 0,1 0 0,-1 0 0,0 0 0,0 1 0,0-1 0,0 1 0,0-1 0,-1 1 0,1 0 0,-1-1 0,0 1 0,0 0 0,0 0 0,0 0-1,0 0 1,0 0 0,-1 2-53,1 1 139,0 1-1,-1 0 1,0-1-1,0 1 1,0 0-1,-1-1 0,0 1 1,-1-1-1,1 1 1,-1-1-1,0 1 1,-2 1-139,-1 1 128,-2 0 1,1-1 0,-1 1-1,0-1 1,-1 0 0,0-1-1,0 0 1,-1 0-1,1-1 1,-2 0 0,1-1-1,0 0 1,-1 0 0,-3 0-129,0 1 12,0-1 0,0-1 0,0 0 0,-1 0 1,0-1-1,1-1 0,-1-1 0,0 0 0,0-1 1,0 0-1,0-1-12,12 1 3,-1 0-1,1-1 1,0 0 0,-1 1 0,1-1-1,0 0 1,0 0 0,0 0 0,0 0 0,0-1-1,0 1 1,0 0 0,0-1 0,0 1-1,0-1 1,1 0 0,-1 0 0,1 0-1,-1 1 1,1-1 0,0-1-3,-1-1-8,0 0 1,1 0-1,-1 0 0,1-1 1,0 1-1,0 0 1,1-1-1,-1 1 0,1 0 1,0-1-1,0-1 8,1-1-67,-1 0 0,1 1-1,0-1 1,1 1 0,-1 0-1,1-1 1,0 1 0,1 0 0,0 0-1,0 0 1,0 1 0,0-1-1,1 1 1,0 0 0,4-4 67,0 3-238,1 0 0,-1 1-1,1 0 1,0 0 0,1 1 0,-1 0 0,1 1-1,0 0 1,0 1 0,0 0 0,7-1 238,6 1-2167,0 1 0,0 0 0,0 2 0,14 3 2167,1 4-11484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0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39 13971,'0'0'1803,"0"0"-172,23 7-591,75 27-528,-95-32-456,1 0 0,0 0-1,-1 0 1,1 1 0,-1-1-1,0 1 1,0 0 0,0 0-1,0 0 1,0 0 0,0 1-1,-1-1 1,0 1 0,0-1-1,0 1 1,0 0-1,0 0 1,-1 0 0,0 0-1,0 0 1,0 0 0,0 1-1,0 2-55,-1-2 128,0 1 0,0 0 0,0 0 0,-1-1 0,0 1 0,0-1-1,0 1 1,-1-1 0,0 1 0,0-1 0,0 0 0,-1 0 0,1 0 0,-1 0-1,-1 1-127,-4 3 234,0 0 0,0-1-1,-1 0 1,0-1 0,-1 0 0,0 0-1,0-1 1,0 0 0,0 0-1,-1-2 1,-8 4-234,1-2 132,0-1-1,0 0 1,-1-1-1,1-1 1,-1-1-1,0-1 1,-1-1-132,16 0 12,0 0 0,0-1 0,0 1 0,0-1 0,0 0 0,0-1 1,1 1-1,-1-1 0,0 1 0,1-1 0,-1 0 0,1-1 0,-1 1 0,1 0 0,0-1 1,0 0-1,0 0 0,1 0 0,-1 0 0,0 0 0,1 0 0,0-1 0,0 1 0,0-1 1,0 0-1,1 0 0,0 1 0,-1-1 0,1 0 0,0 0 0,0-3-12,0-1-4,-1 0 0,1-1 0,1 1 0,0 0 0,0-1-1,0 1 1,1 0 0,0 0 0,1-1 0,0 1 0,0 0 0,1 0 0,0 1-1,0-1 1,1 1 0,0-1 4,1 0-105,1 1 0,0 0 0,0 1 1,0 0-1,1 0 0,0 0 0,0 1 0,1-1 0,-1 2 0,1-1 0,5-1 105,16-7-1615,2 2 0,18-5 1615,-31 10-933,62-16-4895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8 12275,'0'0'1981,"0"0"-31,0 0-71,0 0-825,21 24-166,9 10-84,24 37-804,-52-69 43,-1 0 0,0 0 0,1 0 0,-1 0 0,0 0 0,0 0 0,0 0 0,-1 1 0,1-1 0,0 0 0,-1 1 0,0-1 0,1 0 0,-1 1 0,0-1 0,0 1 0,-1-1 0,1 0 0,0 1 0,-1-1 0,1 0 0,-1 1 0,0-1 0,0 0 0,0 0 0,0 0 0,0 1 0,0-1 0,0 0 0,-1-1 0,1 1 0,-1 0 0,0 0 0,1-1 0,-1 1 0,0 0 0,0-1 0,0 0 0,0 0 0,0 1 0,0-1 0,0 0 0,-2 0-43,-3 3 194,-4 4-80,-1-1 0,0-1 0,0 0 0,-1 0 0,0-2 0,0 1 0,0-2 0,-1 0 0,1 0 0,-1-1-1,1-1 1,-1 0 0,0-1 0,-6-1-114,16 1 45,0-1-1,0 0 1,0 0-1,0-1 0,0 1 1,0-1-1,0 0 1,1 0-1,-1 0 1,1-1-1,-1 1 1,1-1-1,0 1 1,0-1-1,0 0 0,0-1 1,0 1-1,1 0 1,0-1-1,-1 1 1,1-1-1,1 0 1,-1 0-1,0 0 1,1 0-1,0 0 0,0 0 1,0 0-1,0-4-44,-1 1 4,1-1 0,0 1-1,1-1 1,-1 1 0,1-1 0,1 1-1,0-1 1,0 1 0,0-1-1,1 1 1,0 0 0,0 0 0,1 0-1,-1 0 1,2 0 0,-1 0 0,1 0-4,0 2-93,1 0 1,-1 1 0,1-1 0,0 1-1,0 0 1,0 0 0,1 0 0,-1 1 0,1 0-1,0 0 1,0 0 0,0 1 0,0 0-1,1 0 1,-1 0 0,1 1 92,16-3-1229,-1 2 1,1 0-1,23 2 1229,-28 0-978,40 0-3373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0 14075,'0'0'1555,"0"0"-776,0 0-103,26 15-271,-26-15-405,29 17 192,-1 0 0,21 19-192,-46-33 52,0-1 0,0 1-1,-1 0 1,1 0-1,-1 0 1,0 0-1,0 0 1,0 0-1,0 0 1,0 1-1,-1-1 1,0 1-1,1-1 1,-1 1-1,-1 0 1,1-1-1,0 1 1,-1 0-1,0 0 1,0-1-1,0 1 1,0 0 0,-1 0-1,1-1 1,-1 1-1,0 0 1,-1 2-52,-1 2 204,-1 0 0,0 0 1,0-1-1,-1 1 0,0-1 1,0 0-1,-1 0 0,0 0 1,-2 1-205,-11 10 504,-1-2 0,0 0 0,0-1 0,-2-2 0,0 0 0,-9 3-504,15-8 132,-1-1 1,0 0-1,-1-1 1,0-1-1,0-1 1,0-1-1,0 0 1,0-1-1,-3-1-132,19-1 13,0 0 0,-1 0 0,1-1 1,0 1-1,0-1 0,0 1 0,-1-1 0,1 1 0,0-1 0,0 0 0,0 0 0,0 0 0,0 0 0,1-1 0,-1 1 0,0 0 0,0-1 0,1 0 0,-1 1 0,1-1 0,-1 0 0,0-1-13,-1-2 14,1 1 0,0-1-1,0 0 1,0 0 0,1 0 0,-1-1 0,1 1-1,0 0 1,1 0 0,-1-2-14,1-7 0,0-1 0,0 1 0,2-1 1,0 1-1,0 0 0,1 0 0,3-8 0,-2 13-81,0 1 0,1-1 0,-1 1 1,1-1-1,1 1 0,0 1 0,0-1 1,0 1-1,1 0 0,0 1 0,1-1 81,11-8-1830,1 0 0,1 2 0,16-9 1830,25-9-7774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5 6025,'0'0'2202,"0"0"451,-26-1-139,-7 0-1807,-2-1 241,-1 1 1,0 2-1,-19 4-948,25-1 763,-1 1 0,1 2 0,0 1 0,-2 2-763,17-5 186,1 1 0,0 0-1,0 1 1,0 1 0,1 0 0,0 1-1,1 0 1,-1 1 0,1 1-186,9-8 15,1-1 0,-1 1 0,1-1 0,0 1 0,0 0 0,0 0 0,0-1 0,1 2 0,-1-1 0,1 0-1,0 0 1,0 0 0,0 0 0,0 1 0,1-1 0,-1 0 0,1 1 0,0-1 0,0 2-15,0-3 9,1 1 1,-1 0-1,1-1 1,0 1-1,0 0 0,0-1 1,1 1-1,-1-1 1,1 0-1,-1 1 0,1-1 1,0 0-1,0 0 1,0 0-1,0 0 0,0 0 1,0-1-1,0 1 1,1 0-1,-1-1 0,1 0 1,-1 0-1,1 1-9,0-1 6,58 29 149,38 26-155,-83-46 2,-1 0 1,0 1-1,-1 1 0,0 0 1,-1 1-1,0 0 1,-1 1-1,7 11-2,-17-22 21,0-1 0,0 1 1,-1 0-1,1 0 0,-1 0 0,1 0 0,-1 0 1,0 0-1,0 0 0,0 0 0,-1 0 0,1 0 1,-1 0-1,0 1 0,0-1 0,0 0 0,0 0 1,0 0-1,-1 1 0,1-1 0,-2 2-21,1-2 82,-1-1-1,0 1 1,0 0-1,0-1 1,0 1-1,0-1 1,-1 0 0,1 0-1,0 0 1,-1 0-1,0 0 1,0 0-1,1-1 1,-1 1-1,0-1 1,0 0 0,-3 1-82,-6 1 168,0 0 0,0-1 0,0 0 1,0-1-1,-1 0 0,1-1 0,0 0 1,0-1-1,-1-1 0,-5-1-168,8 0 35,0 0-1,0-1 1,0-1-1,1 0 1,-2-1-35,7 4-6,0 0 1,1 0-1,-1-1 0,1 1 1,-1-1-1,1 0 1,0 0-1,0 0 1,1 0-1,-1-1 1,1 1-1,-1-1 0,1 1 1,-1-3 5,3 4-99,0 1 0,0-1 0,0 1 0,0-1 0,0 1 0,0 0 0,1-1 0,-1 1 1,0-1-1,1 1 0,-1-1 0,1 1 0,0 0 0,-1 0 0,1-1 0,0 1 0,0 0 0,0 0 0,-1 0 0,2 0 0,-1 0 0,0 0 0,0 0 1,0 0-1,0 0 0,0 0 0,1 0 0,-1 1 0,0-1 0,1 1 0,-1-1 0,1 1 0,-1-1 99,30-14-5626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4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14483,'0'0'2097,"0"0"-441,0 0 704,178-53-1487,-109 38-585,23 8-288,-20 2-1401,-15 0-3456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11883,'0'0'1361,"0"0"-715,0 0-13,0 0 3,0 0-10,-9 25 255,-29 81 363,36-101-1127,1-1-1,-1 0 1,1 1-1,0-1 1,0 1-1,0 0 1,1-1-1,0 1 1,0 0-1,0-1 1,0 1-1,1-1 1,0 1-1,0 0 1,0-1-1,0 1 1,1-1-1,-1 0 1,1 1-1,0-1 1,2 2-117,2 0 64,-1-1-1,1 0 1,0 0 0,0-1 0,1 0-1,-1 0 1,1 0 0,0-1 0,0 0-1,1 0-63,-5-2-23,-13 0-4977,2-1-4586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5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3 138 7162,'0'0'2460,"0"0"-397,0 0 234,0 0-654,0 0-762,0 0-90,5-17 45,19-55 31,-23 69-811,1 0 1,-1 0-1,1 1 0,-1-1 0,1 0 1,0 1-1,0-1 0,0 1 1,1-1-1,-1 1 0,1 0 0,-1 0 1,1 0-1,-1 0 0,1 0 1,0 1-1,0-1 0,0 1 0,0 0 1,0 0-1,0 0 0,0 0 0,1 1 1,-1-1-1,0 1 0,0 0 1,1 0-1,-1 0 0,0 0 0,0 0 1,1 1-1,-1-1 0,0 1 1,0 0-1,0 0 0,0 0 0,0 1 1,0-1-1,0 1 0,0 0 1,-1-1-1,1 1 0,0 0 0,-1 0 1,1 1-57,5 9 18,-1-1 0,0 1 0,-1 0 0,0 1 0,-1 0 0,0 0 1,-1 0-1,-1 0 0,0 1 0,0-1 0,-2 1 0,0 0 0,0-1 0,-1 8-18,-1 0 55,0-1-1,-2 0 0,0 0 0,-1 0 0,-1 0 1,-1-1-1,0 0 0,-2 0 0,-5 11-54,-5 5 279,-1-1 0,-2-1-1,-1-1 1,-1-1 0,-2-1-1,-13 11-278,40-40 219,1 0 0,-1 0 0,1 0 0,-1 0 0,1 0 0,-1-1 0,1 0 0,-1 1 0,1-1 0,0 0 0,-1 0 0,1 0 0,-1 0 0,2-1-219,60 1 485,-34-4-631,0-1 0,0-1 1,0-2-1,9-5 146,37-8-3294,-33 11-1602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5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15987,'0'0'2209,"0"0"-97,0 0 553,0 0-945,-24 130-928,24-99-503,0-4-217,0 0-72,13-10-377,9-8-1591,2-9-3905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5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58 15835,'0'0'1785,"0"0"-394,0 0 550,-7 24-479,-24 77-475,30-97-912,0-1 0,0 1 0,0 0 0,1 0 1,-1-1-1,1 1 0,0 0 0,0 0 0,1 0 0,-1-1 0,1 1 0,-1 0 1,1 0-1,0-1 0,1 1 0,-1-1 0,1 1 0,1 3-75,-1-5 48,1 1-1,-1-1 1,1 1-1,-1-1 1,1 0 0,0 0-1,-1 0 1,1 0-1,0-1 1,1 1 0,-1-1-1,0 0 1,0 1-1,1-2 1,-1 1-1,3 0-47,5 1 43,-1-2 0,0 1 0,0-1 0,1-1 0,-1 0-1,0 0 1,0-1 0,0-1 0,0 1 0,0-1 0,4-3-43,-8 3 9,0 0 1,0-1 0,0 0-1,-1 0 1,1 0 0,-1-1 0,0 0-1,0 0 1,0 0 0,-1-1 0,0 1-1,0-1 1,-1 0 0,1 0-1,-1-1 1,0 1 0,-1-1 0,0 1-1,2-7-9,-3 8 4,0 0-1,-1 0 1,1 0-1,-1-1 1,0 1 0,0 0-1,-1 0 1,1 0-1,-1 0 1,0 0-1,-1 0 1,1 0-1,-1 0 1,0 1-1,0-1 1,-1 0-1,1 1 1,-1 0-1,0-1 1,0 1-1,0 1 1,-1-1 0,1 0-1,-1 1 1,0-1-1,0 1 1,-1 0-4,-2-2-75,-1 0 1,0 1-1,0 0 0,0 0 1,0 1-1,-6-1 75,-20 0-2235,2 12-4391,12 7-2905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6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1 399 9938,'0'0'4298,"0"0"-1282,0 0-378,0 0-655,0 0-608,26 15-525,0-1-686,1 0-1,0-1 0,7 0-163,-28-12 20,-1 0 0,1 0 0,0 0 0,-1-1 0,1 1 0,0-2 0,0 1 0,0 0 0,-1-1 0,1 0 0,0-1 0,-1 1 0,1-1 0,-1 0 0,0-1 0,5-1-20,1-3 10,0 0 0,0 0 0,0-1 1,-1-1-1,7-7-10,-12 11-35,-1 0 0,1 0 0,-1 0 0,-1-1 1,1 1-1,-1-1 0,0 0 0,0 0 0,-1-1 1,0 1-1,0 0 0,0-3 35,-1 6-13,-1 1-1,1-1 1,-1 1 0,0-1-1,0 1 1,0 0 0,0-1-1,0 1 1,0-1 0,-1 1-1,1-1 1,-1 1 0,0 0-1,0-1 1,0 1 0,0 0-1,0 0 1,0-1 0,0 1-1,-1 0 1,1 0 0,-1 1-1,0-1 1,1 0 0,-1 0-1,0 1 1,0-1 0,0 1-1,0 0 1,0-1 0,0 1-1,-1 0 1,0 0 13,-15-4-15,1 1 0,-1 1-1,0 1 1,0 0 0,0 2-1,0 0 1,-14 2 15,18-2-9,-16 6 57,29-5-176,0-1-1,0 1 0,0 0 0,0-1 0,0 1 0,1 0 1,-1 0-1,0 0 0,1 0 0,-1 0 0,0 0 0,1 0 1,-1 0-1,1 0 0,0 0 0,-1 0 0,1 0 0,0 0 0,0 0 1,-1 0-1,1 0 0,0 0 0,0 1 0,0-1 0,1 0 129,-1 11-5729</inkml:trace>
  <inkml:trace contextRef="#ctx0" brushRef="#br0" timeOffset="1">586 32 15891,'0'0'2649,"0"0"-1441,0 0 1393,-43 130-1225,49-98-352,31-6-648,12-9-128,4-12-128,-4-5-8,-6-5-56,-11-17 33,-11-9-89,-7-8-145,-12-2-335,-2-5-1184,0 10-3593,-16 14-5849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22 104,'0'0'10337,"0"0"-5791,-5 27-1791,-15 87-289,19-111-2373,1 1 0,-1 0 0,1-1 0,-1 1 0,1 0 0,1 0 0,-1-1 1,0 1-1,1 0 0,0-1 0,-1 1 0,2-1 0,-1 1 0,0-1 0,1 1 0,-1-1 0,1 0 0,0 1 0,0-1 0,0 0 0,1 0 0,-1-1 0,1 1 0,0 0 0,-1-1 0,1 0 0,0 1 0,0-1 0,1 0 0,-1-1 0,0 1 0,1-1 0,-1 1-93,10 2 58,-1-1-1,1 0 1,0-1-1,0 0 1,0-1-1,0 0 1,7-1-58,-9-1 24,-1 0 0,1 0 0,-1-1 0,0 0 0,0-1 0,0 0 0,0 0 0,-1-1 0,1-1 0,-1 0 0,0 0 0,0 0 0,2-4-24,-6 6 36,0-1 0,-1 0-1,1 0 1,-1 0 0,0 0 0,0-1 0,-1 0 0,1 1-1,-1-1 1,0-1 0,-1 1 0,1 0 0,-1-1 0,0 1 0,0-1-1,-1 0 1,0 0 0,0 1 0,0-1 0,0 0 0,-1 0 0,0 0-1,0 0 1,-1-1-36,0 4 5,0 0-1,1 0 0,-1 1 1,-1-1-1,1 1 0,0-1 1,-1 1-1,1-1 1,-1 1-1,0 0 0,1 0 1,-1 0-1,0 0 0,-1 0 1,1 0-1,0 0 0,0 1 1,-1-1-1,1 1 0,-3-2-4,-63-22-312,11 4-4042,44 11-517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1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37 17932,'0'0'3737,"0"0"-3305,0 0-32,0 0-144,0 0-256,151-31-784,-98 26 432,-12 5-2225,-17 0-3264</inkml:trace>
  <inkml:trace contextRef="#ctx0" brushRef="#br0" timeOffset="1">1 315 13531,'0'0'2008,"0"0"-1272,0 0 753,0 0-1065,182-29-424,-123 14-5137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2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27 1280,'0'0'7589,"0"0"-5117,0 0-1386,0 0-30,0 0-504,25-5-340,6-2-152,-16 3-13,1 0 1,-1 1-1,1 1 0,0 1 0,0 0 0,3 1-47,-17 0 19,1 1 0,-1-1 0,1 0 0,-1 1 0,1 0-1,-1 0 1,1 0 0,-1 0 0,0 0 0,0 0 0,1 0 0,-1 1 0,0-1 0,0 1 0,0 0 0,-1-1 0,1 1 0,0 0 0,-1 0 0,1 0 0,-1 0 0,1 0 0,-1 1 0,0-1 0,0 0 0,0 1 0,0-1-1,-1 1 1,1-1 0,-1 1 0,1-1 0,-1 1 0,0 1-19,2 13 144,0 0-1,-2 0 0,0 0 1,-2 11-144,1-20 70,-1 4 27,0 0-1,-1 0 0,0-1 0,-1 1 0,0-1 1,-1 1-1,0-1 0,-1-1 0,0 1 0,-1-1 1,0 0-1,-7 7-96,-16 17 947,-2-1 1,-25 20-948,55-52 39,-3 4 104,2-2 26,0 0 0,-1 1 0,1-1-1,-1-1 1,0 1 0,0 0 0,0-1 0,0 0-1,0 0 1,-3 1-169,7-3 580,0 0 23,0 0-47,0 0-46,0 0 12,0 0 221,0 0 28,26-7 416,27-4-1607,0 3 1,1 2-1,13 2 420,36-4-7072,-59 3 82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2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 13947,'0'0'1776,"0"0"-847,0 0 1671,0 0-1040,-37 142-879,34-113-433,3-2-152,0-13-96,13-11-504,17-3-4001,2 0-8426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2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49 124 7818,'0'0'2660,"0"0"-403,0 0-119,0 0-501,0 0-305,-6-21-105,-19-63 162,18 67 257,4 16-1260,1 14-612,2-12 341,-6 111 1596,10 109-1711,-4-213-16,0-1 40,0 0 0,1-1 0,0 1 0,0 0 0,1-1 0,-1 0 0,1 1 0,1-1-1,-1 0 1,1 0 0,3 4-24,-4-7-182,0 0 0,1 0 0,-1 0 0,1-1 0,-1 1 0,1-1 0,0 0 0,0 0-1,2 1 183,-2-1-752,1 0 0,1 0 0,-1-1 0,0 1-1,0-1 1,1 0 0,-1 0 0,4 0 752,16-1-7575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3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12923,'0'0'2156,"0"0"-730,0 0-342,0 0-550,0 0-385,23-7-92,74-20-46,-94 26-13,0 0 0,0 1 0,0-1 1,0 1-1,1-1 0,-1 1 0,0 0 0,1 0 0,-1 1 1,0-1-1,0 1 0,0-1 0,2 2 2,-3-1-2,-1-1 0,1 1-1,-1 0 1,1 0 0,-1 0 0,0 0-1,1 0 1,-1 0 0,0 1 0,0-1-1,0 0 1,0 1 0,0-1 0,0 1-1,0-1 1,0 1 0,-1-1-1,1 1 4,1 6-7,-1-1 1,0 0 0,0 1-1,0-1 1,-1 1 0,0-1 0,-1 1-1,0 5 6,-1 7 26,1-7 3,-1 0 0,-1-1 1,0 0-1,-1 1 0,0-1 1,-1-1-1,0 1 0,-1-1 1,0 1-1,-1-2 0,-6 10-29,5-10 148,1 1 0,0 0 0,0 1 0,2 0 0,-1 0 0,2 0 0,-1 0 0,2 1 0,-1 0-1,2-1 1,-2 14-148,5-25 78,-1-1-1,1 1 0,-1 0 0,1 0 0,-1-1 1,1 1-1,0 0 0,-1-1 0,1 1 1,0-1-1,-1 1 0,1-1 0,0 1 1,0-1-1,0 0 0,-1 1 0,1-1 0,0 0 1,0 1-1,0-1 0,0 0 0,0 0 1,-1 0-1,1 0 0,0 0 0,0 0 1,0 0-1,0 0 0,0 0-77,38-1 195,-28 1-180,28-1-1175,47 3-7714,-71 2 3420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22 136 6513,'0'0'2022,"0"0"-95,0 0 446,-4-22-668,-2-7-1169,-3-21-169,6 16 3475,6 71-3787,2 1-1,1-1 0,11 35-54,1 6 63,85 380-118,-102-455 185,4 31-2322,-5-33 2001,-1 0 0,1 0 1,0-1-1,-1 1 0,1 0 1,-1 0-1,1 0 0,-1 0 0,1 0 1,-1-1-1,0 1 0,1 0 0,-1 0 1,0-1-1,1 1 0,-1-1 0,0 1 1,0 0-1,0-1 0,0 0 0,0 1 1,0-1-1,0 1 0,1-1 0,-1 0 1,0 0-1,0 0 0,0 1 1,-1-1 190,-26 4-4811,1-4-2241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3:2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54 9402,'0'0'2190,"0"0"-822,0 0 430,0 0-557,0 0-619,0 0-207,-4-10 161,25 9-559,-1-1 1,1-2-1,-1 0 0,19-6-17,-18 4-59,-1 1-1,1 1 0,0 0 0,20 1 60,-41 6 8,1 1-1,-1 0 0,0-1 0,0 1 1,-1-1-1,1 1 0,-1-1 0,0 1 1,0 1-8,-4 3 45,-1 1 0,1-1 1,-1-1-1,-1 1 0,0-1 1,0 0-1,0-1 0,-1 1 1,1-1-1,-2-1 1,1 0-1,-8 4-45,13-8 34,0-1 0,0 1 0,0-1 0,0 1 1,0-1-1,0 0 0,0 0 0,0-1 0,1 1 0,-1-1 0,0 1 0,0-1 1,0 0-1,0 0 0,1 0 0,-1 0 0,0-1 0,1 1 0,-1-1 0,1 0 1,0 1-1,-1-1 0,-1-2-34,-2-3 247,1 1 1,0-1-1,0 0 0,0 0 1,1 0-1,0-1 0,-2-5-247,6 13-188,-1-1-1,0 1 0,1-1 1,-1 1-1,0 0 0,0-1 1,1 1-1,-1 0 0,0 0 1,0-1-1,0 1 1,1 0-1,-1 0 0,0 0 1,0 0-1,0 0 0,0 0 1,1 0-1,-1 0 0,0 1 1,0-1-1,0 0 0,1 0 1,-1 1-1,0-1 0,0 1 189,-12 9-8069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7434,'0'0'8099,"0"0"-3981,0 0-1183,0 0-708,0 0-1030,-3 8-637,-3 19-242,2 0 0,1 1 0,0-1 1,2 1-1,3 24-318,-3 40 532,-28 209 521,12-163-234,1 122-819,16-217-77,-1-5-189,1 0-1,2-1 1,2 1-1,1-1 1,6 20 266,-29-134-5398,-1 22-1780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4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0 299 13555,'0'0'2410,"22"-24"-214,-13 14-1859,14-15 362,2 0-1,0 1 1,1 1-1,1 2 0,1 1 1,18-9-699,-13 11 464,2 2 1,0 1 0,1 1-1,17-2-464,-34 11 147,2 1-1,-1 0 0,0 1 0,0 2 0,1 0 0,-1 1 1,1 1-1,-1 1 0,3 1-146,-15-2 46,0 2 0,0-1 0,-1 1 0,1 0 0,-1 0 0,0 1 0,0 0 0,0 0 0,0 1 0,-1 0 0,0 0 0,0 1 0,0-1 0,-1 1 0,1 0 0,-1 1 0,-1-1 0,0 1 1,1 0-1,-2 0 0,1 1 0,-1-1 0,0 1 0,-1-1 0,0 1 0,1 4-46,-1 2 112,1 1 0,-2-1 1,0 0-1,0 1 1,-1-1-1,-1 0 0,-1 1 1,0-1-1,-1 0 0,0 0 1,-1 0-1,0-1 0,-2 1 1,-4 8-113,-8 9 162,-1-2 0,-1 0 0,-2-2 0,-1 0 0,-1-1 0,-1-2 0,-1 0 0,-15 8-162,-17 11 113,-2-2 1,-1-4-1,-43 19-113,79-43-25,9-4-199,0-1 0,-1-1 1,0 0-1,-16 4 224,54-39-3011,18-8-3617,15-4-8225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4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0 2497,'0'0'12329,"0"0"-8356,0 0-1593,-26 20-827,14-11-1403,-7 5 91,0 0 0,0 2 0,2 0 0,0 2 0,1-1 0,0 2 0,2 0 0,0 1 0,-2 6-241,-26 52 1353,3 1 0,-17 56-1353,43-100 133,3 1 0,0 0 1,3 1-1,1 0 0,1 0 1,2 0-1,2 25-133,2-48 2,1-1 0,0 0 0,0 1 0,2-1 1,-1-1-1,2 1 0,0 0 0,0-1 0,1 0 0,1 0 0,0-1 0,0 0 0,1 0 0,1-1 1,-1 0-1,2 0 0,0-1 0,0 0 0,0 0 0,1-2 0,0 1 0,1-1 0,11 5-2,-8-5-243,0-1-1,1 0 1,0 0-1,0-2 1,1 0-1,-1-1 1,1 0-1,14-1 244,-16-2-602,-1 0 0,1-1-1,0 0 1,-1-2 0,0 1-1,1-2 1,-1 0 0,0-1-1,-1 0 1,4-3 602,55-31-7436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5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1456,'0'0'12982,"0"0"-8680,0 0-1411,0 0-1620,0 0-252,29 23 228,2 0-898,-9-7-123,-1 0 0,0 1 0,-1 2 0,-1 0 0,-1 1 0,0 0 0,10 18-226,18 36 1004,21 49-1004,-35-61-112,3 0 0,41 52 112,-76-114-85,0 1-1,1 0 1,-1-1-1,1 1 1,-1 0-1,1-1 1,-1 1-1,1-1 1,-1 1-1,1-1 0,0 1 1,-1-1-1,1 1 1,0-1-1,-1 0 1,1 1-1,0-1 1,0 0-1,-1 0 1,1 1-1,0-1 1,0 0-1,0 0 1,-1 0-1,1 0 1,0 0-1,0 0 0,0 0 1,-1 0-1,1 0 1,0-1-1,0 1 1,-1 0-1,1 0 1,0-1-1,0 1 1,-1 0-1,1-1 1,0 1-1,-1-1 1,1 1-1,0-1 1,-1 1-1,1-1 0,-1 0 1,1 1-1,-1-1 1,1 1-1,-1-1 1,0 0-1,1 0 1,-1 1-1,0-1 1,1 0-1,-1 0 1,0 1-1,0-1 1,0 0-1,0 0 1,0 0 85,9-26-5160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5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0 16836,'0'0'2228,"0"0"34,0 0-188,0 0-1029,-13 23-175,-54 94 2080,-42 50-2950,-33 4 877,82-103-799,3 3 0,-13 25-78,66-90-122,0 0-1,1 0 1,0 0-1,0 1 1,0-1-1,0 6 123,2-12-15,1 0-1,0 0 0,0 0 0,0 1 0,0-1 0,0 0 0,0 0 0,0 0 0,0 1 0,0-1 1,0 0-1,0 0 0,0 0 0,0 0 0,0 1 0,0-1 0,0 0 0,0 0 0,1 0 1,-1 0-1,0 1 0,0-1 0,0 0 0,0 0 0,0 0 0,0 0 0,0 0 0,0 1 0,1-1 1,-1 0-1,0 0 0,0 0 0,0 0 0,0 0 0,1 0 0,-1 0 0,0 0 0,0 1 0,0-1 1,0 0-1,1 0 0,-1 0 0,0 0 0,0 0 0,0 0 0,0 0 0,1 0 0,-1 0 1,0 0-1,0 0 0,0 0 0,1 0 0,-1-1 0,0 1 0,0 0 0,0 0 0,0 0 0,1 0 1,-1 0-1,0 0 0,0 0 0,0 0 16,11-2-559,-1-1-1,1 0 1,-1 0 0,0-1-1,0 0 1,-1-1 0,1 0 0,2-2 559,46-28-5796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5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13243,'0'0'5026,"0"0"-2644,0 0-466,0 0-693,0 0-328,23 5-5,153 27 243,-138-27-970,1 2 0,7 4-163,-36-8 7,0 0 1,0 1 0,-1-1 0,1 2-1,-1 0 1,0 0 0,0 0 0,-1 1-1,1 0 1,6 8-8,-12-11 9,-1-1 0,1 1 1,-1 0-1,0 1 0,0-1 0,0 0 0,-1 0 0,1 1 0,-1-1 0,0 1 1,0 0-1,0-1 0,0 1 0,-1 0 0,1-1 0,-1 1 0,0 0 1,0-1-1,-1 1 0,1 0 0,-1 0 0,1-1 0,-1 1 0,-1 3-9,-2 1 58,1-1 1,-1 1-1,0 0 0,-1-1 0,1 0 0,-1 0 0,-1 0 0,0-1 0,0 1 0,-1 0-58,-28 22 84,-1-1 1,-2-2-1,-31 17-84,-18 11-2048,47-24-1891,15-7-2565,2 2-5368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11466,'0'0'4209,"0"0"-2920,0 0 3016,0 0-2825,166-36-784,-85 5-400,-1-3-184,-4 2-104,-7 6-8,17-6-576,-19 11-2417,-7-1-6609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 15875,'0'0'2792,"0"0"496,0 0-1725,0 0-1011,-1 25-102,5 379 2250,-2-352-2684,-2-10-243,2 1 1,2 0-1,1-1 1,3 0-1,1 0 0,3 2 227,-12-60-7824,0-3-658</inkml:trace>
  <inkml:trace contextRef="#ctx0" brushRef="#br0" timeOffset="1">1 856 8706,'0'0'2096,"0"0"1065,0 0-704,0 0-361,0 0-280,0 0-343,182-2-841,-128-15-328,0-3-304,13-1-224,-13 4-2041,-11 0-2976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2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10906,'0'0'6104,"0"0"-3526,0 0-659,0 0-465,29 26-200,-9-8-1019,1-1-40,-1 1 1,0 0-1,-2 2 1,0 0 0,-2 1-1,0 1 1,-1 0-1,-1 1 1,9 22-196,-6 1 244,-1 1 0,-2 0 1,-3 2-1,-1-1 1,0 28-245,0 43 1137,-5 83-1137,-6-169 117,0-1 0,-2 0 1,-2 0-1,-1 0 0,-1-1 1,-2 0-1,-10 25-117,11-37-187,-1 0 1,0 0 0,-2-2-1,0 1 1,-1-1 0,-1-1-1,0 0 1,-1-1 0,0 0-1,-2-1 1,0-1 0,-3 2 186,-20 10-4645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12547,'0'0'2816,"0"0"-2016,0 0 873,0 0-657,169-63-424,-128 48-296,-9 3-88,-8 8-144,-8 1-64,-8 3-176,-2 0-1544,-6 15-2817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13259,'0'0'1768,"0"0"-1008,0 0 841,0 0-849,0 0-416,177-58-208,-129 46-48,9 7-80,-14 3-928,-8 2-3905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7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0 508 9946,'0'0'1334,"0"0"-643,0 0 119,0 0-360,10-25-210,28-81 52,-32 86-3,-1 0 0,-1 0 0,-1 0 0,0 0 0,-2 0 0,0 0 0,-2-15-289,1-32 1270,1 28-321,-1 26-182,0-1 0,1 0 0,1 1 0,0-1-1,3-7-766,1 14 882,1 16-715,1 18-227,4 66 653,-3 1 1,-6 0 0,-3 1 0,-6 29-594,-9 57 607,5-78-474,4 31-133,6-133-734,0-1-1545,0 0-2591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12563,'0'0'2144,"0"0"-896,0 0 977,0 0-553,147-2-560,-101-1-383,-6 1-177,-2 2-240,-1-3-232,1-1-24,5-1-56,5 0-384,19-10-1673,-13 6-2256,-8-3-10018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7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10850,'0'0'2769,"0"0"-1329,-3 140 2305,3-58-2081,0 10-535,0 0 31,14-3-552,2-7-208,5-9-304,-2-13-16,2-7-64,-4-7 32,-1-10-48,-6-9-264,1-15-1200,-3-7-2473,-2-5-2528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6769,'0'0'1539,"29"-15"674,4-4-1491,-8 4-142,0 1 1,1 2-1,1 0 1,-1 2-1,2 1 1,5-1-581,-20 7 321,1 0 1,0 0 0,0 2-1,0 0 1,0 0 0,0 1-1,0 1 1,0 0 0,0 1-1,8 3-321,-15-3 150,0 0-1,0 1 0,0 0 1,-1 0-1,1 1 1,-1 0-1,0 0 0,0 0 1,0 1-1,-1 0 0,1 0 1,-1 1-1,0-1 1,-1 1-1,1 0 0,-1 0 1,-1 0-1,1 1 0,-1 0 1,2 4-150,0 0 159,-1 1 0,0 0 1,-1 1-1,0-1 0,-1 0 0,0 1 1,-1 0-1,0-1 0,-1 1 0,-1 0 0,0-1 1,0 1-1,-1 0 0,-1-1 0,0 0 1,-1 0-1,0 0 0,-1 0 0,0 0 1,-1-1-1,-1 0 0,1 0 0,-2-1 1,1 0-1,-1 0 0,-1 0 0,0-1 1,0-1-1,-1 1 0,0-2 0,0 1 1,-4 0-160,-3 3 17,-1-2 1,0 0 0,-1-1 0,0-1 0,0-1-1,-1-1 1,1 0 0,-1-1 0,0-2 0,0 0 0,-16 0-18,36-2-60,-1 0 1,0 0 0,0 0 0,0-1 0,1 1 0,-1 0-1,0 0 1,0 0 0,0-1 0,1 1 0,-1 0 0,0-1-1,0 1 1,1 0 0,-1-1 0,0 1 0,1-1 0,-1 1-1,1-1 1,-1 1 0,1-1 0,-1 0 0,1 1 0,-1-1-1,1 0 1,-1 1 0,1-1 0,0 0 0,-1 0 0,1 1 0,0-1-1,0 0 1,-1 0 0,1 0 0,0 1 0,0-1 0,0 0-1,0 0 1,0 0 0,0 1 0,0-1 0,1 0 0,-1 0-1,0 0 1,0 1 0,1-1 0,-1 0 0,0 0 0,1 1-1,-1-1 1,1 0 0,-1 1 0,1-1 0,-1 0 59,26-40-5173,5 7-2575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5:5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0 10506,'0'0'2491,"0"0"-1058,0 0 104,0 0-556,-22 21-1,-1-1-584,7-7-65,1 1 0,1 0 0,0 1 0,1 0-1,1 1 1,0 1 0,1 0 0,-4 9-331,-5 11 531,2 1 1,1 0-1,2 2 0,2 0 0,1 0 0,3 1 0,1 0 1,2 1-1,1 0 0,2 20-531,4-51 4,-1-1 0,1 1 1,1 0-1,0-1 0,0 1 0,1-1 1,1 0-1,0 0 0,0 0 0,1 0 1,0-1-1,0 1 0,2 0-4,2 2 134,1 0-1,0-1 1,1 0-1,0-1 1,0 0-1,1-1 0,1 0 1,-1-1-1,1 0-133,9 4-197,1-2-1,-1 0 0,1-1 0,1-1 0,9 1 198,-6-3-1630,0-1 1,0-1 0,0-2-1,14 0 1630,-18-2-6821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0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7330,'0'0'2087,"0"0"296,0 0-460,0 0-599,26-9-416,82-27-262,-104 35-611,0-1-1,0 1 1,0 0 0,0 0 0,0 1-1,0-1 1,0 1 0,0 0 0,0 0-1,0 0 1,0 0 0,0 1-1,0-1 1,0 1 0,0 0 0,0 0-1,-1 1 1,1-1 0,0 1 0,-1 0-1,1 0 1,-1 0 0,1 1 0,0 0-35,2 3 48,-1 1 1,-1 0 0,1 0-1,-1 0 1,0 0 0,-1 0 0,0 1-1,0 0 1,0 2-49,5 11 210,46 137 1175,-42-117-1177,1 1-1,2-1 1,1-1 0,3-1-1,1-1 1,17 23-208,-33-54 29,1-1 0,1-1 0,-1 1 0,1-1 0,0 1 0,0-2 0,0 1 0,1-1 0,0 0 0,0 0 0,6 2-29,-11-5-69,1 0 0,0 0 0,-1-1 0,1 1 0,0-1-1,-1 1 1,1-1 0,0 0 0,0 0 0,-1 0 0,1-1 0,0 1-1,-1 0 1,1-1 0,0 0 0,-1 0 0,1 0 0,-1 0 0,1 0 0,-1 0-1,1-1 1,-1 1 0,0-1 0,0 1 0,0-1 0,0 0 0,0 0-1,0 0 1,0 0 0,-1 0 0,1-1 0,-1 1 0,1 0 0,-1-1 69,12-26-3696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 13659,'0'0'2488,"0"0"-1895,0 0 839,-107 147 384,42-60-615,-7 5-321,-1-3-256,6-4-304,5-13-144,14-11-160,13-13-16,14-9-728,15-10-1233,6-12-1855,0-13-5226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0 14563,'0'0'2343,"0"0"-680,0 0-404,0 0-20,-13 25-131,-1 3-851,2-2-51,-2 0-1,0-1 1,-2-1-1,-18 22-205,-12 8 215,-49 66 137,85-106-300,0 1-1,2 1 0,-1 0 0,2 0 0,0 0 1,1 1-1,0 3-51,5-18 3,0-1 0,1 1 0,-1-1 0,1 1 0,-1 0 0,1-1 0,-1 1 0,1 0 0,0-1 1,0 1-1,0 0 0,0 0 0,0-1 0,0 1 0,1 0 0,-1-1 0,1 1 0,-1 0 0,1-1 0,-1 1 0,1-1 0,0 1 0,0-1 1,0 1-1,0-1 0,0 0 0,0 1 0,0-1 0,0 0-3,4 1 15,-1-1 0,1 1 0,0-1 0,-1 0 1,1-1-1,0 1 0,0-1 0,-1 0 0,1 0 0,0-1-15,-4 1 1,229-6 633,-114 2-1831,-4 2-4693,-64 2-1828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1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6 119 9578,'0'0'4257,"0"0"-2207,0 0 140,0 0-427,0 0-298,0 0-114,-1-11-563,0 2-684,-3-20 36,5 27-84,2 19 16,14 99 123,-12-67-159,2-1 1,3-1-1,4 11-36,-1-32 34,-13-26-30,0 0 0,1 0 1,-1 0-1,0 0 0,0 0 0,1 0 0,-1 0 1,0 0-1,0 0 0,1 0 0,-1 0 0,0 0 1,1 0-1,-1 0 0,0 0 0,0 0 0,1 0 1,-1 0-1,0 0 0,0 0 0,1 0 0,-1 0 0,0-1 1,0 1-1,0 0 0,1 0 0,-1 0 0,0 0 1,0-1-1,0 1 0,1 0 0,-1 0 0,0-1 1,0 1-1,0 0 0,0 0 0,0 0 0,0-1 1,0 1-1,1 0 0,-1 0 0,0-1 0,0 1 1,0 0-1,0-1 0,0 1-4,7-53 228,-6 37-197,-1-155 75,-2 145-36,0 1-1,-2 0 1,-1-1 0,-1 2 0,-7-18-70,4 28 633,1 20-336,0 26-240,2 29-23,3 0 0,2 1 0,3-1 0,2 0 1,4 0-1,4 13-34,-10-65-126,0-1 0,-1 1 0,0-1 0,-1 1 0,0 4 126,-7 11-2993,-13-6-4169,-4-8-6400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13203,'0'0'1864,"0"0"-263,0 0-369,0 0-776,183-17-184,-118 5-104,-1 0-48,0 2-80,14-4-40,-13 4-1040,-14 0-4753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0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10066,'0'0'2369,"0"0"-761,0 0 664,94 130-511,-68-55 103,-9 12-735,-9 7-305,-8 5 24,0 3-352,-11-1-240,-16 1-248,-5-3 8,-6-10-16,-24 15-1480,9-27-2417,4-17-4489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4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14307,'0'0'1736,"0"0"-1127,0 0-129,153 0-144,-110 0-248,-3 0 24,-8 0-104,-5 0 88,-8 0-96,-3 0-160,-8-2-2113,-8 2-11306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4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14755,'0'0'4049,"0"0"-2753,0 0 953,0 0-1553,0 0-448,196-67-248,-110 42-88,37 4-1104,-24 9-2665,-7 4-5929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4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129 188 12739,'0'0'2474,"0"0"94,-13-23-119,-7-7-1697,8 11-193,0 0-1,1 0 0,1-1 1,-5-15-559,9 19 710,3 9 796,3 18-519,0 3-1107,-1 171 1804,-16 100-1684,13-251-8,1-1 0,2 1 0,1-1 0,2 8 8,-1-40-70,0 0-1,0-1 1,0 1 0,0 0-1,0 0 1,0 0-1,0-1 1,0 1 0,0-1-1,0 1 1,0-1-1,0 1 1,1-1-1,-1 0 1,0 1 0,0-1-1,1 0 1,-1 0-1,0 0 1,0 0-1,0 0 1,1 0 0,-1 0-1,0 0 1,0-1-1,1 1 1,-1-1 70,4 1-553,30-1-3559,-2-5-2774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42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16147,'0'0'1993,"0"0"-1257,0 0 696,0 0-143,139 17-633,-61-15-504,6-2-56,1 0-96,31 0-848,-22-7-3297,-16-5-11179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21 7058,'0'0'2300,"0"0"-409,0 0 262,0 0-764,0 0-610,-35-9 5053,28 6-5797,0 1 1,1 0-1,-1 1 1,0-1-1,0 1 1,0 1-1,-1-1 1,1 1-1,0 1 1,0-1-1,0 1 1,0 0-1,0 1 1,0-1-1,0 2 1,1-1-1,-1 1 1,0 0-36,-2 5 37,0 1 0,1 0 1,0 0-1,0 1 0,1 0 1,0 1-1,1 0 0,0 0 1,1 0-1,0 0 0,1 1 1,0 0-1,1 0 0,0 0 1,-1 11-38,-1 21 303,1-1 1,3 0 0,3 39-304,5 1 577,4-1 1,5 10-578,-2-20 361,-4 0 0,-3 1 0,-3 7-361,-4 329 816,0-395-783,-2-1 1,1 1 0,-1-1 0,-1 0 0,-1 0-1,0 0 1,0 0 0,-1-1 0,-1 0-1,-2 4-33,5-11 49,0 0 0,0 0-1,-1 0 1,0 0-1,0-1 1,0 0-1,0 0 1,-1 0 0,0 0-1,0-1 1,0 1-1,0-1 1,0 0-1,-1-1 1,1 0 0,-1 1-1,0-2 1,1 1-1,-1-1 1,0 0 0,0 0-1,0 0 1,-5-1-49,0 0 15,1 0 1,-1 0-1,1-1 1,-1-1-1,1 0 1,-1 0-1,1-1 1,-8-4-16,13 5-319,1 0 1,0-1-1,-1 0 0,1 0 1,0 0-1,0-1 0,0 1 1,1-1-1,-1 0 0,1 0 1,0 0-1,0-1 0,1 1 1,-1-1-1,1 1 0,0-1 0,0 0 1,-1-4 318,-3-9-5501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1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6937,'0'0'5786,"0"0"-5082,0 0 752,0 0-376,0 0 33,0 0-569,0 0-296,172 46-24,-137-41-64,0-2-152,0 1 8,16-4-16,-11 0-736,-5 0-3657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11306,'0'0'1590,"0"0"98,0 0-531,0 0-599,0 0-7,-4 21 79,1-5-607,-1 9 267,0 0 0,2 1-1,0 3-289,2-19 86,0-1-1,1 1 0,0-1 1,0 0-1,1 0 1,0 0-1,0 0 1,1 0-1,1 0 1,0 0-1,0-1 0,2 3-85,-2-4 34,0-1-1,1 0 0,0 0 0,0-1 0,1 1 0,-1-1 0,1 0 0,0-1 0,0 0 1,1 0-1,-1 0 0,1 0 0,4 0-33,-1 0 54,1-1 0,-1-1 1,1 0-1,-1-1 0,1 0 1,0 0-1,0-1 0,-1 0 0,4-1-54,-10 0 41,0 1 0,-1-1 0,1 1 0,-1-1 0,1 0-1,-1 0 1,1-1 0,-1 1 0,0-1 0,0 0 0,1 0-1,-1 0 1,0 0 0,-1 0 0,1 0 0,0-1 0,-1 0-1,1 1 1,-1-1 0,0 0 0,0 0 0,0 0 0,0 0-1,-1-1 1,1 1 0,-1 0 0,0-1 0,0 1 0,1-4-41,-1 2 151,0-1 0,-1 0 0,1 1 1,-1-1-1,0 0 0,-1 1 0,0-1 1,1 0-1,-2 1 0,1-1 0,-1 1 1,0 0-1,0-1 0,0 1 1,0 0-1,-1 0 0,0 0 0,0 1 1,-1-1-152,-11-11 79,0 2 0,-2-1 0,0 2 1,0 0-1,-1 1 0,0 1 1,-1 1-1,-1 1 0,1 0 0,-1 1 1,-3 1-80,10-2-1836,21 3-833,25-1-2590,-30 7 4670,29-5-7135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2657,'0'0'6762,"0"0"-4416,0 0-227,6 25-562,22 80-701,-26-100-745,1 0-1,-1 0 1,1 0 0,0 0 0,0 0-1,0 0 1,1-1 0,-1 0 0,1 1-1,0-1 1,1-1 0,-1 1 0,1-1-1,-1 1 1,1-1 0,0-1 0,0 1-1,0-1 1,1 1 0,-1-2 0,0 1-1,1-1 1,-1 1 0,1-1 0,0-1-1,-1 1 1,1-1 0,0 0 0,-1 0-1,1-1 1,0 0 0,-1 0 0,1 0-1,-1-1 1,1 1 0,-1-1 0,0-1-1,1 1 1,-1-1 0,-1 0 0,1 0-1,0 0 1,-1-1 0,2 0-111,0-3 77,-1-1 1,0 1-1,0-1 1,0 0-1,-1 0 1,0-1-1,0 1 1,-1-1-1,-1 0 1,1 0 0,-1 0-1,-1 0 1,0 0-1,0 0 1,0-1-1,-1 1 1,-1 0-1,0 0 1,0-3-78,0 6 9,0-1 0,0 1 1,-1-1-1,0 1 1,0 0-1,-1 0 1,1 0-1,-1 0 0,0 0 1,-1 1-1,1-1 1,-1 1-1,-1 0 0,1 0 1,0 0-1,-1 1 1,0-1-1,0 1 1,-1 0-1,1 1 0,-1-1 1,0 1-1,1 0 1,-1 1-1,-1-1 0,1 1 1,-6-1-10,-11 0-1084,-1 1 1,0 1-1,-6 2 1084,10-1-1382,-36 0-4735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48 167 6313,'0'0'1593,"0"0"-248,0 0 370,0 0-270,0 0-388,0 0-173,-11-15 1137,-16-121 2057,22 121-3501,2 15-261,1 29-210,5 52-151,16 28 230,-1-12-712,-13-30-3560,-5-66 3852,-1-1 0,1 1 0,0-1 0,-1 1 0,1 0 0,-1-1 0,1 1 0,-1-1 0,1 1-1,-1-1 1,1 0 0,-1 1 0,1-1 0,-1 1 0,1-1 0,-1 0 0,0 1 0,1-1 0,-1 0 0,0 0 0,1 0 0,-1 0 0,0 1 0,1-1 0,-1 0 0,0 0 0,1 0 0,-1 0 0,0-1 0,0 1 235,-3 1-931,-12 1-3630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5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5353,'0'0'2473,"0"0"-217,0 0 57,0 0-809,0 0-952,0 0-392,0 0-16,27 12 144,2-10 288,9-2-328,32 0-248,-11 0-2048,-3 0-7170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185 129 9218,'0'0'1795,"0"0"-276,0 0 33,0 0-570,0 0-386,0 0 64,-10-18 212,-33-55-42,42 70-682,-1 0 1,0 0 0,0 1-1,0-1 1,0 0-1,0 1 1,-1 0 0,1-1-1,-1 1 1,1 0 0,-1 0-1,0 1 1,0-1-1,-2-1-148,3 3 29,0-1-1,1 1 0,-1 0 0,0 0 0,1 0 0,-1 0 1,0 0-1,0 0 0,1 0 0,-1 0 0,0 0 0,1 1 1,-1-1-1,0 1 0,1 0 0,-1-1 0,1 1 1,-1 0-1,0 0-28,-2 2 24,0 0 0,0 1 0,1-1 0,-1 1 0,1-1 0,0 1 0,0 0 0,0 0 0,1 1 0,0-1 0,-1 0 0,1 1 0,0 0-24,-4 23 126,1 1-1,1-1 1,2 1-1,0-1 1,2 1-1,3 23-125,-1 20 572,-2-60-469,1 261 1948,20 89-2051,-20-339 47,0-4-7,-1-30-2373,0 1 818,-1 0 0,0 0 0,-1 0 0,0 0 0,-2-7 1515,-7-15-7713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11867,'0'0'2200,"0"0"153,0 0-417,0 0-1176,0 0-96,0 0 144,164-75-87,-113 61-89,3-1-480,0 1-152,13-5-856,-11 2-3505,-10 2-10611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11210,'0'0'1817,"0"0"407,0 0-135,-53 179-41,42-114-432,8 0-103,3-5-505,0-2-216,0-7-440,14-7-192,7-8-80,1-5-72,2-9 32,0-5-40,3-10-272,21-7-648,-8-14-1312,-2-13-3138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10882,'0'0'3937,"0"0"-2705,0 0 369,0 0 271,0 0-303,166 125-225,-123-72-576,-3-4-376,-7-3-200,-6-10-120,-9-5-8,-2-9-56,-2-5-8,-3-8 0,-3-9-104,2 0-592,-2-16-1561,-2-6-3600</inkml:trace>
  <inkml:trace contextRef="#ctx0" brushRef="#br0" timeOffset="1">293 0 11827,'0'0'1528,"0"0"-128,0 0 249,-77 162-281,47-104-480,-2-3-304,0-6-272,7-6-224,4-9-40,2-3-48,6-2-104,-1-4-512,3-4-408,3-6-593,6-8-3584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11979,'0'0'1444,"0"0"-276,0 0 38,14 28-31,42 95-229,-48-101-569,0 0-1,-2 0 1,0 0-1,-2 1 0,-1-1 1,0 1-1,-2 0 0,0 0 1,-3 18-377,2 3 497,-1-23-411,-1-1 0,-1 0-1,0 0 1,-2-1 0,0 1 0,-1-1-1,-1 0 1,-1 0 0,0-1-1,-1 0 1,-2-1 0,1 0 0,-2 0-1,0-1 1,-2 0-86,11-13-401,-1 4-91,3-3-2976,1-4-1217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139 397 9250,'0'0'2190,"0"0"-19,0 0-389,0 0-541,-21 25-101,-66 85 125,83-105-1178,1-1 0,-1 1 1,2 0-1,-1 0 1,0 1-1,1-1 0,0 0 1,0 1-1,1 0 0,-1-1 1,1 1-1,1 0 0,-1 0 1,1-1-1,0 1 1,0 0-1,1 1-87,-1 12 251,0-11-209,1 0-1,-1-1 1,1 1-1,1 0 1,-1 0 0,1-1-1,0 1 1,1-1-1,0 1 1,0-1 0,1 0-1,0 0 1,0-1-1,0 1 1,1-1-1,0 0 1,0 0 0,1-1-1,0 1 1,0-1-1,0 0 1,0-1 0,1 1-1,0-1 1,0-1-1,0 1 1,0-1-1,0-1 1,1 1 0,-1-1-1,1 0 1,0-1-1,4 1-41,-3-1 16,0 0 0,0-1 0,0 0 0,0 0 0,-1-1 0,1 0 1,0 0-1,0-1 0,-1 0 0,1-1 0,-1 0 0,0 0 0,8-4-16,-10 2 4,0 1 0,-1 0 1,1-1-1,-1 0 1,0-1-1,0 1 0,0-1 1,-1 0-1,0 0 0,0 0 1,-1-1-1,1 1 1,-1-1-1,-1 0 0,1 0 1,-1 0-1,0-2-4,6-35 8,-2 1-1,-2-2 1,-2 1-1,-2 0 1,-3-19-8,2 41 1,-4-48 488,-4 1 1,-4-1 0,-12-41-490,6 33 1814,19 76-1327,0 34-307,0 41-198,4-1 0,3 1 0,3-1 0,3-1 1,7 15 17,-15-70-519,1 0 1,0-1 0,1 0 0,9 13 518,21 23-7752,-12-24-6673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11763,'0'0'2656,"0"0"-1872,0 0 1449,92 174-169,-66-114-415,1-2-945,-5-4-520,-6-6-16,-5-7-104,-1-7-64,-4-8-112,-1-6-856,0-8-1497,1-10-3304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6:5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0 824,'0'0'12731,"0"0"-11187,0 0 593,-104 157-217,55-87-440,-5 5-639,1-2-393,-1-6-216,0-4-176,-18 12-56,13-17-1721,8-12-5560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2761,'0'0'10186,"0"0"-8466,0 0-680,0 0-416,0 0-239,0 0-161,140-13-96,-106 6-40,-1 0-88,7 0-88,-8 2-1761,-8 3-5856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10202,'0'0'4257,"0"0"-3553,0 0 785,0 0-841,0 0-504,0 0-40,167-36-104,-113 24-208,-9 2-1641,-5 1-5976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1 288 12411,'0'0'2281,"0"0"-355,0 0-515,0 0-756,0 0-470,0 0-91,11-14-60,-8 11-54,53-72 250,-50 66-139,-1-1 0,0 1-1,0-1 1,-1 0 0,-1-1 0,1 1 0,-2-1-1,1 1 1,-1-6-91,-1-73 831,13 142-27,-2 71 440,-6 0 0,-7 91-1244,-1-69 301,2-145-346,0 0-1,0 0 1,0 0 0,0 0-1,0 0 1,0 0 0,0 0-1,0 0 1,0 0 0,0 0 0,1 0-1,-1 0 1,0 0 0,1 0-1,-1 0 1,1 0 0,-1 0-1,1 0 1,-1 0 0,1 0 0,0-1-1,-1 1 1,1 0 0,0-1-1,0 1 1,-1 0 0,1-1-1,0 1 1,0 0 45,1-1-319,-1 0 0,0-1-1,1 1 1,-1 0 0,0 0-1,1-1 1,-1 1 0,0 0 0,0-1-1,0 1 1,1-1 0,-1 0 0,0 1-1,0-1 1,0 0 0,0 0-1,0 0 1,0 0 0,0 0 0,0 0-1,-1 0 1,2 0 319,13-18-9997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7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13219,'0'0'1872,"0"0"-527,0 0-473,0 0-600,0 0-192,139 3-80,-69-3-80,-14 0-1329,-2 0-4792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7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18 7434,'0'0'1655,"0"0"-182,0 0 181,0 0-698,0 0-334,0 0-60,-15-3 112,-7-2-441,11 2-78,0 1 0,0 0 1,-1 1-1,1 0 0,-1 0 0,0 2-155,9-1 69,1 1 0,-1 0-1,1 0 1,-1 0 0,1 0-1,0 1 1,0-1 0,-1 1-1,1-1 1,0 1 0,0 0-1,0-1 1,1 1 0,-1 0-1,0 0 1,1 1 0,-1-1 0,1 0-1,0 0 1,0 1 0,0-1-1,0 1 1,0 0-69,-4 8 242,1 0 1,0 0-1,1 1 1,-1 8-243,-1 28 486,2 1 0,2 0-1,2 4-485,1 17 357,2-10 119,2 0 1,4-1-1,2 0 1,2-1-1,18 42-476,-12-36 73,-2 2 0,-3-1 0,-3 2 0,0 24-73,-7 35 793,-8 59-793,2-168 131,-1-1 1,-1 1-1,0-1 0,-1 1 1,-4 9-132,5-19 95,1 0-1,-2 1 1,1-1 0,-1 0 0,0-1-1,0 1 1,-1-1 0,0 0 0,0 0-1,0 0 1,-1-1 0,-6 5-95,9-8 33,0 0 1,-1 0-1,0 0 0,1-1 1,-1 0-1,0 0 1,1 0-1,-1 0 0,0 0 1,0-1-1,0 0 1,0 0-1,0 0 0,1 0 1,-1 0-1,0-1 1,0 0-1,0 0 0,1 0 1,-1 0-1,-1-1-33,0 0-13,-1 0-1,1-1 0,0 0 1,0 0-1,0 0 0,0-1 1,0 1-1,1-1 0,0 0 1,0-1-1,0 1 1,0-1-1,-1-1 14,2 0-296,-1 0 0,1-1 0,1 1 0,-1 0 0,1-1 0,0 0 0,-1-5 296,-2-27-5006,4 30 2943,-4-24-10914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8754,'0'0'2627,"0"0"-306,0 0-370,0 0-442,0 0-635,0 0-366,-9 9-79,3-3-351,-1 1-1,2-1 1,-1 1-1,1 1 1,0-1 0,0 1-1,1 0 1,0 0-1,0 0 1,1 0-1,0 1 1,1-1-1,0 1 1,0 0-1,1 2-77,-1 8 81,0 0 0,2 1-1,1-1 1,0 0-1,1 1 1,4 12-81,-5-27 29,0 0 0,0-1 0,1 1 0,0 0 1,0-1-1,0 1 0,1-1 0,-1 1 0,1-1 0,0 0 0,0 0 0,1-1 0,-1 1 1,1-1-1,0 1 0,0-1 0,0 0 0,0 0 0,0-1 0,1 0 0,-1 1 1,1-1-1,-1-1 0,1 1 0,0-1 0,0 1 0,0-2 0,1 1-29,0 1 64,0-1-1,1-1 1,-1 1-1,0-1 1,0 0-1,1 0 1,-1-1-1,0 0 0,0 0 1,0-1-1,0 1 1,0-1-1,0 0 1,0-1-1,-1 0 1,1 0-1,-1 0 1,0 0-1,1-1 1,-2 0-1,1 0 1,0 0-1,-1-1 0,0 1 1,0-1-1,0 0 1,-1 0-1,1-1 1,-1 1-1,0-1 1,-1 1-1,1-1 1,-1 0-1,-1 0 1,1 0-1,-1 0 1,0 0-1,0-1 0,0-3-63,1-6 39,-1 0-1,-1 0 0,0 0 0,-2-11-38,2 21-58,-1 1 0,0 0 0,-1 0 0,1 0 0,-1 0 0,0 0 0,0 0-1,-1 0 1,1 0 0,-1 1 0,0-1 0,-1 1 0,1 0 0,-1 0 0,1 0 0,-3-1 58,-9-6-1214,-1 0-1,0 1 1,-1 1-1,-3-2 1215,-21-6-6265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0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20 263 4793,'0'0'1664,"0"0"451,0 0 209,0 0-203,0 0-488,0 0-404,-1-13-312,-9-225 169,8 226-901,1 14 171,-1 30 627,0 52 383,1-54-1429,1 6-534,1 1 0,3 11 597,-3-38-207,1 0 0,-1-1 0,2 0 0,0 1 0,0-1 0,0 0 0,1-1 0,0 1 0,1-1 0,0 1 0,2 0 207,-2-1-4159,-4-3-2199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0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70 1 5153</inkml:trace>
  <inkml:trace contextRef="#ctx0" brushRef="#br0" timeOffset="1">70 1 5153,'-69'157'808,"85"-157"521,5 0-353,9 0-560,-1-7-272,12-8-144,-9 3-120,-5 2-2993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1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61 11690,'0'0'2038,"0"0"-724,0 0 412,0 0-684,0 0-417,-14-9-71,-46-25 83,55 31-498,0 1 1,1-1 0,-1 1 0,0 1 0,0-1 0,0 1 0,0 0 0,-1 0 0,1 0 0,0 0-1,0 1 1,-1 0 0,1 0 0,-6 2-140,-10-1 462,18-1-431,0 1 0,1 0-1,-1 0 1,1 0 0,-1 0 0,1 0-1,0 0 1,-1 1 0,1-1 0,0 1-1,0-1 1,0 1 0,0 0 0,0 0 0,0 0-1,1 0 1,-1 0 0,0 0 0,1 1-1,0-1 1,0 1 0,-1-1 0,1 0-1,1 1 1,-1 0 0,0 0-31,-5 14 33,2 0 1,-1 1-1,1 8-33,3-24 6,-8 71 599,3 1 0,3 0 0,3 0 0,6 23-605,-1-58 432,2 0 0,1-1 0,13 35-432,-7-25 288,8 46-288,-36-167-9538,3 41 578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1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70 992,'0'0'14387,"0"0"-11554,0 0-401,0 0-1319,0 0-793,137-24-208,-75 12-104,5 0-8,19 2-800,-17 5-1961,-12-2-6081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 16091,'0'0'2434,"0"0"-445,0 0-916,-12 20-461,1-3-462,-1 3 47,0 0-1,2 1 1,0 0 0,1 0-1,2 1 1,-1 2-197,1 2 317,1 1 0,1-1 0,1 1 0,2 0 0,0 25-317,2-43 24,1 0 1,0 0 0,0 0 0,1 0 0,0-1 0,0 1-1,1-1 1,0 1 0,1-1 0,0 0 0,0 0 0,1-1-1,-1 1 1,2-1 0,-1 0 0,1 0 0,0-1 0,1 1-1,5 3-24,-1-2-57,2 1-1,-1-1 0,1-1 0,0-1 0,1 0 0,0 0 1,0-1-1,0-1 0,2 0 58,-6-2-774,0-1 0,0 1 0,0-2 0,0 0 0,0 0 0,0-1 0,0 0 0,0 0 0,0-2 774,29-13-8577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2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14739,'0'0'2233,"0"0"-1009,0 0-320,0 0 768,54 123-15,-27-62-185,-1-1-392,-4-4-496,2-8-327,-5-9-129,2-10-128,-4-10 0,-1-9 0,0-10-1001,0-20-1271,-5-6-4009</inkml:trace>
  <inkml:trace contextRef="#ctx0" brushRef="#br0" timeOffset="1">282 27 1504,'0'0'13539,"0"0"-11786,0 0 1959,0 0-2215,-155 164-497,114-116-400,9-2-192,5-7-88,11-3-200,5-7-72,11-7-48,0-5-912,22-10-3105,5-5-5601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12139,'0'0'2236,"0"0"-908,0 0 477,11 32 20,3 5-1293,2 9 182,-1 0 1,-3 1 0,0 9-715,-3-1 670,-2 0 0,-3 1 1,-3 0-1,-2-1 0,-3 9-670,-11 11-1535,27-76-7240,8-11-2578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196 210 5601,'0'0'3146,"0"0"-512,0 0-109,-24 22-789,-79 74-393,95-87-1128,1 0 0,0 1 1,1 0-1,0 0 0,1 0 0,0 1 1,0 0-1,1 0 0,0 0 0,1 0 1,1 1-1,-1-1 0,2 1 0,0 0 1,0-1-1,1 1 0,0 0 0,2 3-215,-2 1 203,0-12-172,0 1 0,0-1 1,1 0-1,0 1 0,0-1 0,0 0 1,0 1-1,1-1 0,-1 0 1,1 0-1,0 0 0,0 0 0,1 0 1,-1-1-1,1 1 0,0-1 1,0 1-1,0-1 0,0 0 0,1 0 1,-1-1-1,1 1 0,0-1 0,0 1 1,-1-1-1,2 0 0,-1-1 1,0 1-1,0-1 0,4 1-31,12 3 69,1-1 1,1-1-1,-1-1 0,0-1 0,18-1-69,-34 0-35,0 0-1,-1 0 1,1-1-1,0 1 1,0-1-1,-1 0 1,1-1-1,0 1 1,-1-1-1,1 0 1,-1 0-1,0 0 1,0-1-1,0 1 1,0-1 0,0 0-1,0 0 1,-1-1-1,1 1 1,-1-1-1,0 1 1,0-1-1,0 0 1,-1 0-1,1-1 1,-1 1-1,0 0 1,0-1-1,-1 1 1,1-1-1,-1-3 36,4-14-546,-1-1 0,-2 0-1,0-1 1,-1 1-1,-2 0 1,0-2 546,-1 4-159,0 1-1,-1-1 1,-2 1 0,0 0-1,-1 1 1,-6-15 159,-12-22 1796,-20-31-1796,-7-13 4336,44 79-2716,18 40-689,35 89-909,8 38-22,5 13 7,-53-144-144,0-1 0,1-1-1,1 0 1,0 0 0,1 0 0,3 3 137,41 35-4897,-15-25-3392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13971,'0'0'1760,"0"0"737,0 0-433,43 161-527,-13-110-617,-1-3-144,1-6-392,-3-9-168,-3-6-208,-6-8 80,-1-4-88,1-6-648,-2-1-3553,-2-8-3993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4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0 14107,'0'0'1720,"0"0"-1007,0 0-145,0 0 296,-102 189 208,59-112 120,2-4 9,4-6-457,5-11-424,13-10-224,8-10-96,11-14-328,13-8-3337,14-14-6233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12411,'0'0'1648,"0"0"-1160,0 0 584,0 0-536,0 0-295,166 19-241,-115-21-697,-10-10-5240</inkml:trace>
  <inkml:trace contextRef="#ctx0" brushRef="#br0" timeOffset="1">0 276 15403,'0'0'1017,"0"0"-569,0 0-448,0 0-1529,188-41-11634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5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0 399 6025,'0'0'1754,"0"0"-142,0 0 289,0 0 171,0 0-142,0 0-170,8-17-254,22-58-275,-26 63-936,-2 0-1,1 0 1,-1 0 0,-1-1-1,-1 1 1,1 0 0,-2-1-1,0 1 1,-2-11-295,0-10 191,0-106 1371,3 138-1323,0 20-181,2 28-71,2 0 1,2 0-1,8 29 13,41 144-47,-31-131-80,-12-45-691,11 44-5435,-20-67 750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12019,'0'0'2528,"0"0"-1800,0 0-112,0 0-320,158 2-160,-66-2-136,-15 0-288,-9 0-5785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12683,'0'0'2520,"0"0"-1688,0 0-47,0 0-201,0 0-384,145 0-200,-83-7-128,-11 0-2297,-5-1-8065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1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5 7938,'0'0'2035,"0"0"-586,0 0-150,0 0-246,0 0-295,0 0-84,-8-1-142,3 0-466,-1 0 0,0 0 1,1 1-1,-1 0 0,0 0 0,0 0 0,1 0 0,-1 1 1,0 0-1,1 0 0,-1 1 0,1 0 0,-1 0 1,1 0-1,0 0 0,0 1 0,0 0 0,0 0 0,0 0 1,1 0-1,-1 1 0,1 0 0,0 0 0,-2 2-66,1 3 204,0 0-1,0 0 0,1 0 1,0 0-1,0 1 0,1 0 1,1-1-1,-1 1 0,2 1 1,-1 4-204,-1 24 222,1 1 0,2 3-222,0-17 139,2 8 357,2 0 0,1 0 0,1 0 0,2-1 0,8 21-496,2 14 171,12 53 225,-6 1 0,-5 1-1,-5 1 1,-4 96-396,-10-161 178,-6 38-178,3-75 16,-1-1 1,0 1-1,-2-1 1,0 0-1,-2-1 0,-1 1-16,9-20-2,-7 16 49,0-1-1,-2 0 1,0 0 0,0-1 0,-5 5-47,10-16 53,1 0-1,-1 0 1,0-1 0,0 1-1,0-1 1,-1 0-1,1 0 1,-1-1 0,1 1-1,-1-1 1,0 0 0,0 0-1,0 0 1,0-1-1,-1 0 1,1 0 0,0 0-1,0-1 1,-1 1 0,1-1-53,-8-1 32,0 0 0,1 0 0,-1-1 0,1-1 1,-1 0-1,1-1 0,0 0 0,1-1 1,-1 0-1,1-1 0,0 0 0,0-1 1,1 0-1,-1-1 0,2 0 0,-1 0 1,-2-4-33,4 5-49,-1-1 74,1 1-1,0-1 1,0 0 0,1-1 0,0 0 0,0-2-25,5 8-87,0 0 0,1 0 1,0 0-1,-1 0 0,1 0 0,1-1 0,-1 1 0,0 0 0,1-1 0,-1 1 0,1-1 0,0 1 0,0 0 0,1-1 0,-1 1 0,1-1 0,-1 1 0,1 0 0,0 0 0,0-1 0,1 1 0,-1 0 1,1 0 86,7-12-934,0 1 1,1 0 0,1 0 0,0 1 0,1 1 0,0 0-1,2 0 934,8-10-2745,17-15-4666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1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13515,'0'0'2939,"0"0"-313,0 0-700,0 0-1146,0 0-477,0 0 25,-4 17 277,-18 136 980,7 1-1,5 24-1584,10-177-1,-2 21 149,0-14-260,1-11-726,0-41-4678,1 22 191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11450,'0'0'2513,"0"0"-1091,0 0-306,0 0-45,0 0 174,24 1 42,41 0-243,0-2-1,0-3 0,28-7-1043,5-4 106,0 5 0,1 4 0,35 5-106,-134 0-12,0 1 0,0-1 1,0 1-1,0-1 0,0 1 0,0-1 1,0 1-1,0-1 0,0 0 1,0 1-1,0-1 0,0 1 0,-1-1 1,1 1-1,0-1 0,0 1 1,-1-1-1,1 1 0,0-1 0,0 1 1,-1-1-1,1 1 0,-1-1 1,1 1-1,0 0 0,-1-1 0,1 1 1,-1 0-1,1-1 0,-1 1 0,1 0 1,-1 0-1,1-1 0,-1 1 1,1 0-1,-1 0 0,1 0 0,-1 0 1,0 0-1,1 0 0,-1 0 1,1 0 11,-51 0-4555,24 4-291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11923,'0'0'2375,"0"0"-915,0 0 834,0 0-151,0 28-555,-1 4-1178,0 25 950,2 0 0,5 34-1360,6-24 839,-5-31-592,-2 1 0,-2 1 1,0-1-248,2-42-32,28-60-2788,-15 24-2402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11987,'0'0'2637,"0"0"-1403,0 0-428,-2 25-61,-1 7-558,-2 3 420,3 0-1,0 0 1,3 1 0,1-1-1,3 14-606,-4-40 204,1 0 0,1 1 0,-1-1-1,2 0 1,-1-1 0,1 1 0,1-1-1,-1 1 1,1-1 0,6 6-204,-7-9 97,0-1 0,0 0 0,1 0-1,0 0 1,0-1 0,0 0 0,0 1 0,1-2 0,-1 1 0,1-1-1,-1 0 1,1 0 0,0 0 0,0-1 0,0 0 0,0 0 0,0 0 0,1-1-97,4 1 127,0 0-33,0-1-1,0 1 0,0-2 0,0 0 0,10-1-93,-19 1 8,1 0-1,-1 1 1,0-1-1,1 0 1,-1 0-1,0 0 1,1 0 0,-1-1-1,0 1 1,0-1-1,0 1 1,0-1-1,0 0 1,0 0-1,-1 0 1,1 0 0,-1 0-1,1 0 1,-1 0-1,0 0 1,0-1-1,0 1 1,0 0-1,0-1 1,0 1-1,0-1 1,-1-1-8,2-10 7,-1 0 0,0 0 0,-2 0 0,1 0 0,-2 0 1,0 0-1,0 0 0,-1 1 0,-1-1 0,0 1 0,-1 0 0,-3-5-7,0 1-380,-1 0 0,-1 0-1,0 1 1,-1 0 380,1 2-1205,-1 1 1,-1 1-1,0-1 0,-5-2 1205,-5-1-5134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384 456 9330,'0'0'3026,"0"0"-964,0 0-529,0 0-634,0 0-409,-7-4-146,-7-2-178,-1 0 1,1 1-1,-1 0 1,0 2-1,0 0 0,-1 0 1,1 1-1,-1 1 1,1 1-1,-1 0 1,1 1-1,0 1 0,-4 0-166,11 0 39,0 0 0,1 0-1,-1 0 1,0 1-1,1 0 1,-1 1 0,1 0-1,0 0 1,1 0 0,-1 1-1,1 0 1,-1 0-1,1 0 1,1 1 0,-1 0-1,1 0 1,0 1-1,1 0 1,-1-1 0,1 1-1,1 1 1,-1-1-1,1 1 1,0-1 0,1 1-1,-1 6-38,0-2 16,1 0 0,0 0 0,1 0 0,0 0 0,1 0-1,0 0 1,1 0 0,0 0 0,1 0 0,3 8-16,-4-15 11,1 1-1,0-1 1,0 0 0,1 0-1,0 0 1,0 0 0,0 0-1,0-1 1,1 1 0,0-1-1,0 0 1,0 0 0,0 0-1,1-1 1,-1 0 0,1 1-1,0-2 1,0 1 0,0 0-1,0-1 1,1 0 0,-1 0-1,3 0-10,2 0 8,-1 1-1,0-2 0,1 1 1,-1-1-1,1-1 1,-1 1-1,1-2 0,-1 1 1,1-1-1,-1-1 1,0 0-1,1 0 0,-1-1 1,0 0-1,0 0 0,-1-1 1,1-1-1,-1 1 1,0-1-1,0-1 0,0 1 1,4-5-8,-2 0-22,-1 0 1,0-1-1,-1 0 0,0-1 1,0 1-1,-1-1 1,-1-1-1,0 0 0,0 1 1,-2-2-1,0 1 1,0 0-1,-1-1 0,-1 0 1,0-2 21,5-70 324,-5 0 1,-7-74-325,0-6 1033,5 114 169,0 45-101,0 33-880,0 398-308,1-399-342,0 0 0,2 0 0,0-1-1,5 13 430,19 50-5068,-5-36-1846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6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11002,'0'0'2109,"0"0"-500,0 0 57,0 0-631,0 0-340,25 11-6,82 39-95,-96-44-535,1 2 1,-1-1-1,-1 1 1,1 1-1,-2 0 0,1 1 1,-1 0-1,0 0 1,-1 1-1,-1 0 1,0 0-1,0 1 1,1 3-60,10 16 46,2 4-28,-13-22-18,1 0 0,0 0 0,0-1 0,1 0 0,4 3 0,-12-14-155,0 0 1,1 0-1,-1 0 0,0 0 0,0 0 0,1 0 0,-1-1 0,1 1 0,-1 0 0,1-1 0,-1 1 0,1-1 1,-1 1-1,1-1 0,-1 0 0,1 0 0,-1 0 0,1 0 0,0 0 0,-1 0 0,1 0 0,-1 0 0,1-1 1,-1 1-1,1 0 0,0-1 155,9-9-4511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7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0 12227,'0'0'2424,"0"0"-944,0 0-655,0 0-425,0 0-80,-107 150-64,69-87-136,-2 0-72,0 0-40,0-1-8,-6 18-504,11-17-2257,3-10-8097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1 992,'0'0'10362,"0"0"-8801,0 0 103,0 0-408,0 0-551,0 0-257,148 5-120,-102-5-72,-3 0-208,-6 0 0,6 0-48,-11 0-1216,-7-5-5450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13451,'0'0'2216,"0"0"-1319,0 0-65,0 0-432,142-10-352,-62 8-48,-10 2-1280,-11 0-3217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16 193 10914,'0'0'1801,"0"0"156,-2-20-330,-8-71-490,6 10 4039,4 83-5120,1 0 1,-1 1 0,0-1 0,1 0 0,0 0-1,-1 1 1,1-1 0,0 0 0,0 0 0,0 0 0,1 1-57,6 13 4,9 38 71,-2 1 1,-2 1-1,2 31-75,10 174-65,-25-260-108,4 22-1301,6-13-4960,-5-9-1725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29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37 9034,'0'0'1472,"0"0"-239,0 0 455,172-2-760,-118-8-296,-3 3-168,-8-1-80,-14 1 225,-15 5-9,-14 2 88,0 0 8,-35 0-400,-22 0-248,-10 7-48,-19 5-576,17-2-1673,15-5-12434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7562,'0'0'2192,"0"0"-86,0 0-376,0 0-678,0 0-228,-10 24 53,-29 81-51,35-96-698,2-1-1,-1 1 1,1 0-1,1 0 1,0 0-1,0 0 1,0 0-1,1 0 1,1 9-128,1 7 179,-2-23-153,0 0-1,0 0 1,0 0 0,1 0 0,-1 0-1,1 0 1,-1 0 0,1 0 0,0-1-1,0 1 1,0 0 0,0 0-1,0-1 1,0 1 0,0 0 0,1-1-1,-1 0 1,0 1 0,1-1 0,-1 0-1,1 1 1,0-1 0,-1 0 0,1 0-1,0 0 1,0 0 0,0-1-1,0 1 1,0-1 0,0 1 0,0-1-1,-1 1 1,1-1 0,1 0 0,-1 0-1,0 0 1,1 0-26,0 0 64,1 0 0,0 0 1,0-1-1,0 1 0,-1-1 0,1 0 1,0 0-1,0 0 0,-1 0 0,1-1 0,-1 0 1,0 1-1,1-1 0,-1 0 0,0-1 1,0 1-1,0-1 0,0 1 0,0-1 0,-1 0-64,2-3 133,-1 0 0,0 0 0,0 0 0,-1-1 0,0 1 0,0-1 0,0 0 0,-1 1 0,0-1 0,0-5-133,-1-74 464,-1 42-475,1 42 17,-3-11-853,-6 10-2468,-1 3-2201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9130,'0'0'5553,"0"0"-4233,0 0-783,0 0 311,0 0 392,0 0 216,0 152-552,10-103-383,1-3-129,3 0-192,-1-3-184,-2-2-16,2 10-648,-2-13-2145,-6-6-5553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8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13811,'0'0'2336,"0"0"233,0 0-469,0 0-969,0 0-625,0 0-291,-1 9-162,1 31 295,1-1-1,2 1 1,2-1 0,5 19-348,6 52 697,-4 28-10,-5 0-1,-7 0 0,-7 18-686,-18 43 648,14-125-1964,-2 67 1316,13-167-3099,0 7-2734,0 4-6418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8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12099,'0'0'1912,"0"0"-362,-9 21-54,-2 6-1167,2 1 1,0 0-1,2 0 1,1 1-1,1 0 0,0 17-329,4-34 192,1 1 0,0-1-1,1 0 1,0 0 0,1 0 0,3 11-192,-4-20 22,0 0 1,1 1-1,-1-1 1,1 0-1,0-1 1,0 1-1,0 0 1,0 0-1,0-1 1,0 0-1,1 1 1,-1-1-1,1 0 1,0 0-1,0 0 1,0 0-1,0-1 1,0 1-1,0-1 1,0 0-1,0 0 1,0 0-1,1 0 1,-1 0-1,0-1 1,1 0-1,0 1-22,1-1 62,0 1-1,1-1 1,-1 1 0,0-1 0,0-1-1,0 1 1,1-1 0,-1 0-1,0 0 1,0 0 0,0-1-1,0 0 1,0 0 0,-1 0-1,1-1 1,-1 1 0,1-1-1,-1 0 1,0 0 0,0-1 0,0 1-1,0-1 1,-1 0 0,0 0-1,0 0 1,0 0 0,0-1-1,0 1 1,-1-1 0,0 0-1,0 1 1,0-1 0,0 0-1,-1 0 1,0-1 0,0 1 0,-1 0-1,1 0 1,-1-4-62,0-2-68,-1 0-1,0-1 1,-1 1-1,0 0 1,-1 0-1,0 0 1,0 1-1,-2-1 1,-2-6 68,-33-54-4823,35 63 3886,-12-19-6818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0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38 10666,'0'0'2139,"0"0"-694,0 0-316,0 0-583,0 0-197,0 0 330,0 11 18,0 79 1549,0-90-1528,0-3 127,2-105 607,0 80-736,-1 79-410,-1 215-1067,-5-263-3810,-15-1 708,20-2 3665,-21 1-5860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5761,'0'0'6106,"0"0"-3866,0 0-896,0 0-536,0 0-207,150-10-321,-85-4-192,-3 2-88,-3 0-128,3-1-681,-17 6-903,-13 0-2977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0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0 263 10266,'0'0'1841,"0"0"-880,0 0-350,0 0-343,0 0-151,5-9 165,-1 0 11,-1 1 1,0-1-1,0 0 0,0 0 1,-1 0-1,0 0 1,-1 0-1,0-8-293,-1-22 1503,-2 1 0,-2 0 0,-3-12-1503,13 92 2469,9 53-2638,0-37-333,28 126 1213,-26-60-8028,-17-106-403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9762,'0'0'1360,"0"0"-210,0 0 325,0 0-535,23-3-398,177-23 1339,-133 15-1421,64-2-460,-45 11-3151,-85-1-1993,-1 1-3491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14051,'0'0'1736,"0"0"1,0 0 1271,0 0-1359,0 159-505,0-101-352,0 0-160,-8 0-8,0-5-264,2-7-263,4-7 7,-1-13-96,3-6-16,0-11-16,0-9-313,16-9-1039,8-23-1536,0-2-3506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1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13851,'0'0'2307,"0"0"-1047,0 0-383,0 0-35,-9 25-57,-2 6-531,5-15-112,0-1 1,1 1 0,1 0-1,1 0 1,0 1-1,1-1 1,1 1 0,0 5-143,1-20 32,-1 15 167,1 0 0,0 0 0,2 0 0,0 0-1,3 11-198,-4-24 14,0 1 0,1-1 0,0 0 0,0 1-1,0-1 1,0 0 0,1 0 0,-1-1 0,1 1 0,0 0-1,0-1 1,0 0 0,1 1 0,-1-1 0,1-1 0,0 1-1,0 0 1,0-1 0,0 0 0,0 0 0,0 0-1,5 1-13,2 0 21,0-1-1,0 1 0,0-2 0,0 0 0,0 0 1,1-1-1,-1 0 0,0-1 0,0 0 0,0-1 0,0 0 1,0-1-1,0 0 0,6-3-20,-11 4 4,0-1 0,0 0 1,0 0-1,-1 0 0,1-1 1,-1 1-1,0-1 0,0-1 0,0 1 1,0-1-1,-1 0 0,0 0 1,0 0-1,0 0 0,-1-1 0,1 1 1,-1-1-1,-1 0 0,1 0 1,-1 0-1,0-1 0,0 1 0,-1 0 1,0-1-1,0-2-4,0-5 84,-1 0 0,0 0 0,-1 0 0,-1 0 1,0 1-1,-1-1 0,0 1 0,-1 0 0,-1-1 0,0 2 0,-4-8-84,6 14-31,-1-1 0,0 1-1,0 0 1,0 0-1,-1 1 1,0-1 0,0 1-1,-1 0 1,1 0-1,-1 1 1,0 0 0,0 0-1,0 0 1,-1 0-1,0 1 1,1 0 0,-1 1-1,0 0 1,0 0-1,0 0 1,-1 1 0,-3-1 31,9 2-358,-10 1-5998,11 3-2096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7098,'0'0'2031,"0"0"-292,0 0 24,0 0-496,0 0-78,0 9 2149,-1 26-1427,-7-2-1057,7-31-845,-1 1 1,1-1-1,-1 0 1,0 0 0,0 0-1,0 0 1,0 0-1,0 0 1,0-1-1,0 1 1,0 0-1,-1-1 1,1 0-1,-1 0 1,1 0-1,-1 0 1,-2 1-10,-44 8 231,48-10-141,6-9-16,-5 9-75,0-1-1,0 1 0,0-1 0,0 1 0,1-1 0,-1 1 1,0-1-1,0 1 0,1 0 0,-1-1 0,0 1 0,1-1 0,-1 1 1,0 0-1,1-1 0,-1 1 0,1 0 0,-1-1 0,0 1 1,1 0-1,-1 0 0,1-1 0,-1 1 0,1 0 0,-1 0 1,1 0-1,-1 0 0,1 0 0,0 0 2,1-1-6,-1 0-1,1 0 1,0 1-1,0 0 1,0-1-1,0 1 1,0 0-1,0 0 1,0 0-1,0 0 1,0 0 0,0 0-1,0 0 1,-1 1-1,1-1 1,0 1-1,0-1 1,0 1-1,1 1 7,-2-2-3,-1 1 0,1 0 0,-1 0 0,1 0 0,-1-1 0,1 1 0,-1 0 0,0 0 0,1 0 0,-1 0 0,0 0 1,0 0-1,0 0 0,1 0 0,-1-1 0,0 1 0,0 0 0,0 0 0,-1 0 0,1 0 0,0 0 0,0 0 0,0 0 0,-1 0 0,1 0 0,0 0 0,-1 0 3,-1 2-1,1 1 0,-1-1 0,0 0 0,0 0 0,0 0 0,-1 0 0,1 0 0,-1 0 0,1-1 0,-1 1 0,0-1 0,0 0 0,0 0 0,0 0 0,0 0 0,-1 0 1,1-1-1,-1 1 0,-1 0 1,4-2-86,1 0 1,-1 0 0,1 0 0,-1 0-1,1 0 1,-1 0 0,1-1 0,-1 1 0,1 0-1,-1 0 1,1 0 0,-1 0 0,1-1-1,-1 1 1,1 0 0,0-1 0,-1 1-1,1 0 1,-1 0 0,1-1 0,0 1-1,-1-1 1,1 1 0,0 0 0,-1-1 0,1 1-1,0-1 1,0 1 0,0-1 0,-1 1-1,1-1 1,0 1 0,0-1 0,0 1-1,0-1 1,0 1 0,0-1 0,0 1 0,0-1-1,0 1 1,0-1 0,0 1 0,0-1-1,0 1 1,0-1 0,0 1 0,1-1-1,-1 1 1,0-1 0,0 1 85,1-6-798,-1-15-5165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12227,'0'0'1632,"0"0"-624,0 0 521,156-19-1009,-105 12-352,-3 4-144,-8 3-24,-7 0-304,-9 0-1449,-16 0-5904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14123,'0'0'2313,"0"0"-329,0 0 192,0 0-1071,0 0-625,0 0-360,201-24-120,-96 4-1297,-17 6-1823,-10-1-5786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35 283 7090,'0'0'2573,"0"0"835,0-20-920,0 16-2352,0-33 1511,-1 1 0,-3-1 0,-4-19-1647,3 34 1013,2 8-146,0 1 0,1 0-1,0-1 1,1-1-867,1 14 485,0 14-264,-3 146-154,0-31 78,6 0 1,8 34-146,-10-152-250,-1-4 306,1 0 0,0 0 1,0 0-1,0 0 0,1 0 1,0 0-1,0-1 0,1 3-56,15 8-1890,14-11-4384,-10-5-3068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13051,'0'0'2184,"0"0"-1392,0 0 1281,0 0-265,0 0-607,0 0-353,180 22-376,-124-22-304,-2 0-152,0 0-16,8 0-536,-11 2-1521,-14 0-2552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97 8754,'0'0'1786,"0"0"63,0 0 124,0 0-418,0 0-138,0 0 165,-5-2-303,5 2-1248,-1 0 0,0-1 0,0 1 0,1 0 0,-1-1 0,0 1 0,1-1 0,-1 1 0,0-1 0,1 1-1,-1-1 1,0 1 0,1-1 0,-1 0 0,1 1 0,-1-1 0,1 0 0,0 1 0,-1-1 0,1 0 0,0 0 0,-1 1 0,1-1 0,0 0 0,0 0 0,0 1 0,0-1 0,0 0 0,-1 0 0,2 0 0,-1 0 0,0 1 0,0-1-1,0 0 1,0 0 0,0 0 0,1 1 0,-1-1 0,0 0 0,1 0 0,-1 1 0,0-1 0,1 0 0,-1 1 0,1-1 0,0 0-31,3-5 77,1 1 1,0 0-1,1 1 1,-1-1-1,1 1 0,3-2-77,-4 2 19,-1 1 0,2 0 0,-1 0 0,0 0 0,0 1 0,1 0 0,0 0 0,-1 0 0,1 1-1,0 0 1,0 0 0,-1 0 0,1 1 0,0 0 0,0 0 0,0 0 0,0 1 0,0 0 0,0 0-1,-1 0 1,1 1 0,0 0 0,-1 0 0,0 0 0,1 1 0,-1 0 0,0 0 0,0 0 0,0 0-1,-1 1 1,1 0 0,1 2-19,6 6 2,-1 1-1,0 0 0,-1 0 1,0 1-1,-1 0 1,-1 1-1,0-1 0,-1 2 1,-1-1-1,4 15-1,1 12-230,-8-27 347,0-1 0,2 1 0,-1-1 0,2 0 0,4 9-117,-8-19-148,0-1 0,0 0-1,0 0 1,1 0 0,-1 0-1,1-1 1,-1 1 0,1-1-1,0 1 1,0-1 0,0 0 0,0 0-1,1 0 1,-1 0 0,0-1-1,1 0 1,-1 1 0,1-1-1,0 0 1,-1-1 0,1 1-1,0-1 1,-1 1 0,4-1 148,-4 0-847,5 0-3880,-6 0-731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3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0 13555,'0'0'2416,"0"0"-1303,0 0-73,0 0-488,-110 167 400,70-95-264,-3-2-64,2-4-343,7-11-113,7-9-152,5-12-16,9-10-120,5-7-849,8-12-1199,0-5-2777,5 0-4057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5753,'0'0'808,"0"0"-263,0 0 191,0 0-456,0 0-200,0 0-8,0 0 16,0 0-16,0 0-72,0 0-216,0 0-2937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49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8858,'0'0'1588,"0"0"371,0 0 295,0 0-598,0 0-231,6-22 31,15-68-310,-13 41 475,-8 41-1199,0 7-93,0 1-89,6 17-53,4 49 35,-4 0 0,-1 56-222,-2-25 4,3-58 237,4-27-1951,8-8-4847,-12-4-948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8970,'0'0'2146,"0"0"-730,0 0 456,0 0-581,0 0-82,26 6 214,8 4-891,-16-5-213,1 0 0,0-1 0,0-1 0,0-1 0,0-1-1,18 0-318,32-2 270,-1-3-1,0-2 1,-1-4-1,24-8-269,-74 12-292,-2 1-1306,-5 4-3646,-10 1-2727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0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13275,'0'0'1722,"0"0"218,0 0 158,0 22-834,-5 166 1537,5 36-324,9-231-3968,4-15-1916,3-6-4245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12875,'0'0'1704,"0"0"-294,0 0-94,-3 27-370,2-15-856,-8 95 3446,3 12-3536,6-112 108,0 1 1,1 0-1,-1-1 1,1 1 0,1-1-1,0 1 1,0-1-1,0 0 1,1 0-1,0 0 1,0 0 0,0 0-1,1-1 1,0 1-1,1-1-108,-1-1 22,1-1 0,0 0-1,0 0 1,0 0 0,0 0 0,0-1-1,1 0 1,0 0 0,-1 0-1,1-1 1,0 0 0,0 0-1,1-1 1,-1 1 0,0-1-1,0-1 1,1 1 0,0-1-22,2 1 4,0-1 1,-1 0-1,1 0 1,0-1-1,0 0 1,-1 0-1,1-1 1,-1 0-1,1-1 1,-1 0-1,0 0 0,0-1 1,3-1-5,-6 1-14,-1 0 1,1 1-1,-1-1 1,0-1-1,0 1 1,0-1-1,0 0 1,-1 1-1,0-2 1,0 1-1,0 0 1,-1 0-1,0-1 1,0 0-1,0 1 1,-1-1-1,1 0 1,-1 0-1,-1 0 1,1-2 13,0 1-53,0-1 0,-1 1 1,0-1-1,0 0 1,-1 1-1,0-1 0,0 1 1,-1-3 52,0 6-36,1 1 0,0-1 0,-1 1 1,0 0-1,0 0 0,0 0 0,0 0 1,0 0-1,-1 0 0,1 1 0,-1-1 1,0 1-1,0 0 0,0-1 0,0 1 1,0 0-1,0 1 0,-1-1 0,1 1 36,-18-7-760,-1 0 0,0 2 0,0 1 0,-1 0 760,-26-3-4620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3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12467,'0'0'2128,"0"0"-1464,0 0 753,0 0-801,0 0-392,156 3-48,-113-3 88,-3-3-104,1-7-152,-12 3-8,-7 2-1785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14027,'0'0'1872,"0"0"-695,0 0 639,0 0-1232,164-41-320,-116 24-88,-2 5-48,-6 0-128,8-1-432,-10 6-1624,-6 0-5178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10002,'0'0'7986,"0"0"-6754,0 0 849,0 0-1033,0 0-688,0 0 608,0 155 104,0-92-288,0-3-415,0-7-177,3-2-120,5-10-56,0-5-16,5-9 0,4-10-192,23-15-1097,-5-2-1079,0 0-3145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5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8 119 13835,'0'0'1674,"0"0"141,-1 25-108,-4 81-711,4-100-919,1-1 0,0 0 0,0 0 1,0 0-1,1 1 0,0-1 0,0 0 0,0 0 0,1 0 1,-1 0-1,1 0 0,0 0 0,1-1 0,-1 1 0,1-1 0,0 1 1,0-1-1,0 0 0,1 0 0,-1 0 0,1-1 0,0 1 1,0-1-1,0 0 0,1 0 0,-1 0 0,1-1 0,-1 1 0,5 0-77,7 2 131,1-1 0,0 0-1,0-2 1,0 0-1,0 0 1,0-2-1,9-1-130,-21 2 14,1-2-1,0 1 1,0-1-1,-1 0 1,1 0-1,0 0 1,-1-1-1,1 0 1,-1 0-1,0 0 1,1-1-1,-1 0 1,0 0-1,-1 0 1,1-1-1,-1 1 1,1-1-1,-1 0 1,0 0-1,0-1 1,-1 1-1,1-1 1,-1 0 0,0 0-1,0 0 1,-1 0-1,0 0 1,0-1-1,0 1 1,0-1-1,0-5-13,0 2 98,0-1-1,-1 1 1,-1-1-1,0 0 1,0 1-1,0-1 1,-1 1-1,-1-1 0,0 1 1,0-1-1,-1 1 1,0 0-1,0 0 1,-1 0-1,0 1 1,-1-1-1,0 1 1,0 0-1,-2-1-97,-4-4 99,-1 1 0,0 1 0,0 0 0,-12-7-99,17 13-127,1 0-1,-2 1 1,1 0 0,0 0-1,-1 1 1,1 0-1,-1 0 1,0 1-1,0 0 1,-5 0 127,13 2-181,-1 0-1,1 0 1,-1 0 0,0 0 0,1 0 0,-1 0 0,0 0 0,1 0 0,-1 1 0,0-1 0,1 0 0,-1 1 0,1-1 0,-1 0 0,1 1 0,-1-1-1,1 0 1,-1 1 0,1-1 0,-1 1 0,1-1 0,-1 1 0,1-1 0,0 1 0,-1-1 0,1 1 0,0 0 0,0-1 0,-1 1 0,1-1 0,0 1 0,0 0-1,0-1 1,0 1 0,0 0 0,0-1 0,0 1 0,0 0 0,0-1 0,0 1 0,0 0 0,0-1 0,0 1 0,0-1 0,1 1 0,-1 0 181,0 4-1077,0 17-7159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12219,'0'0'1944,"0"0"-800,0 0 41,0 0-585,0 0-360,140 24-88,-95-19-96,1-5-40,-3 0-8,0 0-8,16 0-584,-8-3-2241,-8-9-9946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14299,'0'0'2313,"0"0"-1433,0 0-184,0 0-8,0 0 624,0 166-167,0-108-633,0-5-248,5-4-192,1-8-8,4-5-64,7 0-760,-1-9-1929,-6-8-5993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6785,'0'0'3062,"0"0"-769,0 0-54,0 0-507,26 0-262,320 1 2415,825-73 212,-861 28-4089,-87 10-6,-150 31-578,-73 4 266,1 0 0,0 0 0,-1 0-1,1 0 1,0 1 0,-1-1-1,0 0 1,1 0 0,-1 1 0,0-1-1,1 0 1,-1 1 0,0-1 0,0 0-1,0 1 1,0-1 0,0 0-1,-1 1 1,1-1 0,0 0 0,0 0-1,-1 1 1,0 0 310,-8 10-5586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6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16179,'0'0'1977,"0"0"-1449,0 0 1176,27 136-527,-24-66 55,-3 2-240,0-2-160,0-7-312,0-12-248,0-10-152,0-10-56,0-12-64,0-11 0,27-8-520,5-22-848,3-7-3601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6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53 138 15107,'0'0'1553,"0"0"-543,0 0 349,-7 27-302,-25 91 48,28-100-778,0 1-1,2 0 1,0 0 0,1 0-1,1 0 1,1 2-327,-1 13 250,0-31-235,0 0 0,0 0 0,1 0 0,-1 0 0,1 0 0,-1 0 0,1 0 0,0 0-1,0 0 1,0-1 0,1 1 0,-1 0 0,1-1 0,-1 1 0,1-1 0,0 1 0,0-1 0,0 0 0,0 0 0,2 1-15,0 0 20,0 0 1,0-1 0,0 0-1,1 0 1,-1 0-1,1 0 1,0-1 0,-1 0-1,1 0 1,0 0-1,0 0 1,1-1-21,5 1 17,1-1 0,-1-1 0,0 0 0,0 0 0,0-1 0,0-1 0,-1 1 0,1-2 0,0 0 0,-1 0 1,4-2-19,-5 0-11,1-1-1,0 0 0,-1 0 0,-1-1 1,1 0-1,-1 0 0,-1-1 0,1 0 1,-1 0-1,-1-1 0,0 0 0,0 0 1,-1-1-1,0 1 0,-1-1 0,-1 0 1,2-6 12,-3 8 3,0 0 1,0-1 0,-2 1 0,1 0 0,-1 0 0,0-1 0,-1 1-1,0 0 1,0 0 0,-1 0 0,0 0 0,-1 0 0,0 0 0,0 0-1,-1 1 1,0 0 0,-1-1 0,0 2 0,0-1 0,0 0 0,-1 1-1,-1-1-3,-47-36-61,1 3-2481,29 8-4126,21 18-2782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7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10610,'0'0'3169,"0"0"-552,0 0-497,0 0-1200,0 0-584,0 0-256,0 0 96,158 0-112,-128 0-64,-4 0-472,1 0-1168,-5 0-2985,-9 0-5345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7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12659,'0'0'1888,"0"0"49,0 0 711,0 0-1008,0 0-879,169 17-537,-75-27-224,-19-5-1497,-8 1-4656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16 7466,'0'0'2915,"0"0"-1016,0 0-163,0 0-530,0 0-255,-25-2 126,-8-3-637,14 1 11,-1 2-1,0 1 0,0 0 0,-18 2-450,32 0 102,1 0 0,-1 0 0,1 1 1,-1-1-1,1 1 0,0 1 0,0-1 0,0 1 1,0 0-1,0 0 0,0 0 0,1 1 0,-1 0 1,1-1-1,0 2 0,1-1 0,-1 0 0,0 1 1,1-1-1,0 1 0,0 0 0,1 0 0,-2 4-102,0 1 36,-1 0 0,2-1-1,-1 2 1,2-1-1,-1 0 1,1 1 0,1-1-1,0 1 1,0-1 0,1 1-1,0 0 1,2 4-36,-1-12 13,0-1 0,0 1 0,0-1 0,0 0 0,0 1 1,1-1-1,-1 0 0,1 0 0,0 1 0,-1-1 0,1-1 0,0 1 0,0 0 1,1 0-1,-1-1 0,0 1 0,0-1 0,1 0 0,-1 1 0,1-1 1,-1 0-1,1-1 0,-1 1 0,1 0 0,0-1 0,-1 0 0,3 1-13,12 1 80,1 0-1,0-1 1,16-2-80,-17 1 0,-15 0 9,0 0-1,1 0 0,-1 0 0,0 0 1,0 0-1,1-1 0,-1 1 1,0-1-1,0 1 0,0-1 1,0 0-1,0 0 0,0 0 0,0 0 1,0 0-1,0-1 0,0 1 1,0 0-1,0-2-8,1-1 35,0 0 0,-1-1 1,1 0-1,-1 0 0,0 0 0,0 0 0,1-3-35,-2 5 6,5-15 434,0-1 0,-1 0 1,0-1-1,-2 1 0,-1-1 1,1-8-441,-3 27 508,0 1-120,0 10-164,-11 353-60,10-340-195,-1-15-120,2 0 0,-1 0 0,1 0 0,0 0 0,1 0 0,0-1 0,1 6 151,8-9-5754,-4-3 937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9322,'0'0'2336,"0"0"-446,0 0-188,0 0 141,0 0 45,35 6-355,6 3-1182,-11-2-136,2-1 0,-1-1 0,0-2 0,1-1 0,0-2 0,3-1-215,88-11 1484,44-12-1484,46-6 223,-198 28-316,0 0-884,-4 1-5912,-11 1-1932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13755,'0'0'1896,"0"0"1121,0 0-633,-13 172-863,8-116-505,-1-1 128,1-4-432,-1-8-271,1-9-153,0-7-200,2-8-40,3-7-48,0-2 0,0-10-304,16-3-1033,14-18-1327,-1-6-5338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7:5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6129,'0'0'8493,"0"0"-5973,0 0-1601,0 0-112,-15 23-278,-49 79 266,55-84-544,1-1 0,0 1 0,1 0 0,1 1 1,1-1-1,1 1 0,0 0 0,2 0 0,0 1 0,1-1 0,1 1 0,1 8-251,-1-20 55,0-6-39,0 0 0,0 0 1,0 0-1,0 0 1,1 0-1,-1 0 0,1 0 1,-1 0-1,1 0 1,0 0-1,0 0 0,0 0 1,0 0-1,0-1 0,0 1 1,0 0-1,1-1 1,-1 1-1,0-1 0,1 1 1,0-1-1,-1 0 1,1 1-1,1-1-16,1 1 25,0 0 0,0 0 0,1-1 0,-1 0 0,0 0-1,1 0 1,-1-1 0,1 1 0,-1-1 0,1 0 0,2-1-25,5 0 18,0 0 1,0-1-1,-1-1 0,0 0 1,1 0-1,-1-1 0,0-1 1,-1 0-1,1 0-18,-1-2 84,-1 1 0,0-2 0,0 1 0,0-1 0,-1-1 0,-1 1 0,1-1 0,-1-1 0,-1 1 0,0-1 0,0 0 0,-1-1 0,3-7-84,-2 3 177,-2 0 1,0-1-1,0 0 0,-2 0 1,0 0-1,0 0 1,-2 0-1,0 0 0,-2-10-177,2 23-22,0 0 0,-1 0 0,0 0-1,0 0 1,0 0 0,0 1 0,0-1-1,-1 0 1,1 0 0,-1 1 0,0-1-1,1 1 1,-1-1 0,0 1 0,-1 0-1,1 0 1,0 0 0,-1 0 0,1 0-1,-1 0 1,1 1 0,-1-1 0,0 1-1,0 0 1,0 0 0,0 0 0,0 0-1,0 0 1,0 1 0,-2-1 22,-13-1-734,0 0 0,0 1 0,-1 1-1,-16 1 735,7 1-1570,-34 0-3264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9:4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14459,'0'0'2481,"0"0"-729,0 0 184,0 0-1271,0 0-425,0 0-64,121-17 112,-86 10-224,0-1 64,-3 1-128,-2 0 0,-3 2-528,-9 5-1569,-4 0-1872,-11 0-3432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9:4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16179,'0'0'4697,"0"0"-1792,0 0-584,0 0-1377,0 0-488,0 0-200,0 0-80,118-41-80,-69 24-88,2 0-8,0 3-56,-3 4-296,-2 3-784,-1 7-689,20-5-1816,-14 5-807,0 0-3898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9:41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29 13539,'0'0'1799,"0"0"-153,0 0-186,0 0-808,0 0-259,-12 20 494,-36 71 39,45-85-853,0 0 0,1 0 0,0 0 0,0 0 0,0 0 0,1 1 0,0-1 0,1 1 1,-1-1-1,1 1 0,0-1 0,1 1 0,0 0 0,0-1 0,0 0 0,0 1 0,1-1 0,1 1-73,0-1 38,0-1 0,0 0 0,1 0-1,-1 0 1,1 0 0,1 0 0,-1-1-1,1 0 1,-1 0 0,1 0 0,0 0 0,1-1-1,-1 0 1,0 0 0,7 2-38,-1-1 22,1 1-1,0-2 1,0 0 0,0 0 0,0-1-1,1-1 1,-1 0 0,1-1 0,-1 0-1,1-1 1,-1 0 0,0-1-1,1 0 1,-1-1 0,0-1 0,9-3-22,-13 2 16,1 0 0,-1 0 0,0-1-1,-1 0 1,1-1 0,-1 1 0,0-2 0,-1 1 0,0-1 0,0 1 0,0-2 0,-1 1 0,0-1 0,0-2-16,-3 7 61,1-1 1,-1 0-1,-1 0 1,1 0 0,-1 0-1,0 0 1,0 0-1,0-1 1,0 1-1,-1 0 1,0 0-1,-1-1 1,1 1-1,-1 0 1,0 0-1,0-1 1,0 1-1,-1 0 1,0 0-1,0 1 1,0-1-1,0 0 1,-1 1 0,0-1-1,0 1 1,0 0-1,-1-1-61,-6-5 130,-1 0-1,0 1 1,0 1 0,-1 0 0,0 0-1,-11-4-129,16 8-70,0 1 0,0 0 0,0 0-1,0 1 1,0 0 0,0 0 0,0 1-1,-1 0 1,1 0 0,-1 1 0,1 0 0,-1 0-1,-6 2 71,14-1-362,0-1 0,-1 1 0,1 0-1,0 0 1,0 0 0,0 0 0,0 0-1,0-1 1,0 1 0,0 0 0,1 0-1,-1 0 1,0 0 0,0-1 0,1 1-1,-1 0 1,1 0 0,-1-1-1,0 1 1,1 0 0,-1 0 0,1 0 362,20 16-9798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9:41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15547,'0'0'2353,"0"0"1584,0 0-1905,-37 155-1016,23-107-672,6 0-136,3-4-160,5-6-48,0-6 0,0-8-144,27-17-896,8-7-1920,8 0-2218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09:42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45 10298,'0'0'6716,"0"0"-4442,0 0-572,-24-9-242,-73-22-916,94 30-532,1 0 0,-1 1 0,1-1 0,-1 1 0,0-1-1,1 1 1,-1 0 0,1 0 0,-1 0 0,0 0 0,1 1 0,-1-1-1,0 1 1,1-1 0,-1 1 0,1 0 0,-1 0 0,1 0-1,0 0 1,-1 1 0,1-1 0,-2 2-12,1 0 10,0 1 1,0-1-1,1 1 1,-1 0-1,1 0 0,0 0 1,0 0-1,0 0 1,0 3-11,-2 3 43,1-2-30,0-1 0,0 1 1,0 0-1,1 0 0,0 0 0,1 1 1,0-1-1,0 0 0,1 0 1,0 1-1,1-1 0,-1 0 0,2 4-13,-1-8 5,1 0-1,-1 0 0,1-1 1,-1 1-1,1-1 0,0 1 1,0-1-1,1 0 0,-1 0 0,1 0 1,-1 0-1,1 0 0,0 0 1,0-1-1,0 0 0,1 1 1,-1-1-1,1 0 0,-1-1 1,1 1-1,-1 0 0,1-1 1,0 0-1,0 0 0,0 0 0,0-1 1,-1 1-1,4-1-4,6 2-251,0-1 0,1 0 0,-1-1 0,0 0 0,1-1 0,-1-1 0,0 0 0,0-1 0,0 0 0,0-1 0,2-1 251,-7 1-161,0 0 1,-1 0-1,1-1 0,-1 0 0,0-1 0,-1 1 0,1-1 0,-1-1 0,0 1 0,-1-1 0,1 0 0,-1 0 0,-1 0 0,1-1 0,-1 0 0,-1 0 0,2-4 161,11-47 2712,-15 57-1537,-1 4-576,-19 341 2715,19-342-3315,-3 145-1546,9-144-7198,-1-6-1829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14187,'0'0'2302,"0"0"-612,0 0 767,0 0-670,0 0-1133,-1 5-370,-5 21 84,1 0-1,1 0 1,2 0-1,1 1 1,1 10-368,-2 18 424,-6 111 482,-16 596 659,30-724-1717,-6-37 117,0 0-1,0-1 1,0 1-1,1 0 1,-1-1-1,0 1 1,0 0 0,1-1-1,-1 1 1,1-1-1,-1 1 1,1 0 0,-1-1-1,1 1 1,-1-1-1,1 0 1,-1 1 0,1-1-1,0 1 1,-1-1-1,1 0 1,0 1-1,-1-1 1,1 0 0,0 0-1,-1 1 1,1-1-1,0 0 1,-1 0 0,1 0-1,0 0 1,0 0-1,-1 0 1,1 0 0,0 0-1,0 0 1,-1-1-1,1 1 1,0 0-1,-1 0 1,1-1 0,0 1-1,-1 0 1,1-1-1,0 1 1,-1 0 0,1-1-1,-1 1 1,1-1-1,-1 1 1,1-1 0,-1 1-1,1-1 1,-1 0-1,0 1 1,1-1 35,9-11-1507,0-1 1,0 0-1,-2 0 0,5-8 1507,11-24-6257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12723,'0'0'1927,"0"0"-226,32-18 475,107-57-679,-128 70-1365,0 0 1,1 1-1,-1 0 0,1 1 0,0 0 0,0 0 1,0 2-1,0-1 0,0 2 0,0-1 0,7 2-132,3-1 128,-10 0-39,1 1 0,-1 0 0,0 0-1,0 1 1,0 1 0,0 0 0,0 0 0,-1 1 0,1 1-1,-1 0 1,0 1 0,0 0 0,-1 0 0,0 1 0,0 1 0,-1-1-1,1 2 1,-2-1 0,1 1 0,-1 1 0,-1-1 0,0 1 0,0 1-1,-1-1 1,0 1 0,-1 0 0,0 1 0,-1-1 0,0 1 0,0 0-1,-2 0 1,2 12-89,-3-14 124,0-1-1,-1 1 0,0 0 0,-1 0 1,0 0-1,-1 0 0,0-1 1,0 1-1,-1 0 0,0-1 0,-3 5-123,0-2 106,-1-1-1,0-1 0,0 1 0,-1-1 0,-1 0 0,0-1 0,0 0 0,-8 5-105,-6 6 15,-2-1 0,0-2 0,0 0 0,-2-1 0,0-2 1,-1-1-1,0-1 0,-1-1 0,0-2 0,-1-1 0,0-1 0,0-2 1,0 0-1,-26-1-15,51-4-233,4 0 30,0 0-1,-1 0 1,1 0-1,0 0 1,-1 0-1,1 0 1,0 0 0,0 0-1,-1 0 1,1-1-1,0 1 1,0-1-1,-1 1 1,1-1-1,0 1 1,0-1-1,0 0 1,0 1-1,-1-1 205,-2-10-5341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6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12411,'0'0'2191,"0"0"-723,0 0 240,0 0-481,0 0-550,0 0-27,-18 22 60,6-7-542,1-3-41,1 0-1,1 0 1,0 1 0,0 0 0,2 0 0,-1 1-1,2 0 1,0 0 0,0 1 0,2 0 0,0 0 0,0 0-127,-15 143 1811,7 1 0,8 139-1811,5-253 156,1-1 1,3 0-1,8 37-156,-9-60 13,2-1 0,0 1 0,1-1 0,1-1 0,1 0 0,0 0 0,2 0 0,0-1 0,2 0-13,-11-15-63,0 0 0,0-1-1,1 0 1,-1 1-1,1-1 1,0 0-1,0 0 1,-1-1-1,1 1 1,1 0 0,-1-1-1,0 0 1,0 0-1,0 0 1,1 0-1,-1 0 1,0-1-1,1 1 1,-1-1-1,0 0 1,1 0 0,-1 0-1,1-1 1,-1 1-1,0-1 1,1 0 63,2 0-577,-1-1 1,0 0 0,0 0-1,0 0 1,0-1-1,0 1 1,0-1-1,-1 0 1,5-4 576,21-23-6764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7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14507,'0'0'1816,"0"0"-627,0 0 80,0 0 326,19 24-68,121 150 382,-110-136-1430,35 41-102,-3 4 0,-4 1 1,13 34-378,-58-100 38,-13-18-109,0 0-1,0 1 1,0-1-1,0 0 1,0 1-1,0-1 1,1 0-1,-1 1 1,0-1-1,0 0 1,0 0-1,0 1 1,1-1-1,-1 0 1,0 0-1,0 1 1,1-1-1,-1 0 1,0 0-1,0 0 1,1 0-1,-1 1 1,0-1-1,0 0 1,1 0-1,-1 0 1,0 0-1,1 0 1,-1 0-1,0 0 1,1 0-1,-1 0 1,0 0-1,1 0 1,-1 0-1,0 0 1,1 0-1,-1 0 1,0 0-1,1 0 1,-1 0-1,0 0 1,0 0-1,1-1 0,-1 1 1,0 0-1,1 0 1,-1 0-1,0 0 1,0-1-1,0 1 1,1 0-1,-1 0 1,0-1-1,0 1 1,0 0-1,1 0 1,-1-1 71,1-15-4862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 11058,'0'0'2680,"0"0"-652,-9 21 1061,-154 336 2832,133-298-5492,-88 158-1,118-216-197,-8 10-1794,6-11-1243,2-7-624,2-7-2424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7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10114,'0'0'3793,"0"0"-1874,0 0 580,0 0-593,0 0-588,0 0-21,9 10-103,-3-4-1030,-3-3-93,0 1 1,0-1-1,0 1 1,1-1 0,0 0-1,-1 0 1,1-1-1,0 1 1,0-1 0,1 0-1,-1 0 1,0 0 0,1-1-1,-1 0 1,1 1-1,-1-1 1,1-1 0,0 1-1,2-1-71,73 0 246,52 0 280,-46 0-7438,-82 0 2251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8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14347,'0'0'1792,"0"0"1049,0 0-1017,0 0-311,0 0-489,0 0-184,0 0-576,169-12-208,-121-5-56,25-7-1048,-11 5-3401,-9-3-4361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11482,'0'0'1966,"0"0"-299,0 0 242,-8 26-513,-24 85-121,29-99-990,0 0 1,1 0 0,1 0-1,0 0 1,1 0-1,1 10-285,0 3 429,-1-13-325,2 0 0,0 0 0,0 0 0,1-1 1,0 1-1,1-1 0,1 1 0,0-1 0,0 0 0,1-1 1,0 1-1,1-1 0,0-1 0,1 1 0,0-1 0,0 0 1,1-1-1,2 1-104,-3-1 19,1-1 0,0 0-1,0-1 1,1 0 0,0 0 0,0-1 0,0 0 0,1-1 0,0 0 0,0-1-1,0 0 1,0-1 0,0 0 0,0-1 0,0 0 0,1-1 0,-1 0 0,1 0-1,5-2-18,-11 0 14,-1 1-1,0-1 0,1 1 0,-1-1 0,0-1 1,-1 1-1,1-1 0,0 0 0,-1 0 0,1 0 1,-1-1-1,0 1 0,0-1 0,0 0 0,-1 0 1,1-1-1,-1 0-13,3-3 142,-1-1 0,-1 0 0,0 0 1,0-1-1,0 1 0,-1-1 0,-1 0 1,0 0-1,0-4-142,1-2 199,-2 0 0,0 0 0,-1 0 0,-1 0 1,0 0-1,-1 0 0,-1 0 0,-1 0 0,0 1 0,0 0 1,-2-1-1,0 1-199,0 4 39,0 0 1,-1 0-1,0 0 1,0 1-1,-1 0 1,-1 0 0,1 1-1,-2 0 1,-2-2-40,6 7-34,0 0 0,0 0 1,-1 1-1,1 0 0,-1 0 1,0 0-1,0 1 1,0 0-1,0 1 0,0-1 1,0 1-1,-1 1 0,1-1 1,0 1-1,0 0 0,-1 1 1,-2 0 33,-5 2-538,0 0 0,1 1 0,-1 1 0,1 0 0,1 1 1,-1 0-1,-3 3 538,-34 20-6004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1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11378,'0'0'2885,"0"0"-1383,0 0-689,19 30 367,-8-12-921,123 208 2604,-99-160-1756,-4 2-1,-2 1 1,5 27-1107,-21-51 441,-1 1 0,-3 0 0,-2 0-1,-2 1 1,0 45-441,-5-87 36,0 45 363,-2 1 0,-5 23-399,5-58-4,-1-1 0,-1 1 0,-1-1 0,0 1 0,-1-1 0,0-1 0,-1 1 0,-1-1 0,-7 10 4,12-20-120,0-1 0,0 1 0,0-1 0,0 0 0,-1 0 0,0 0 0,1 0 0,-1 0 0,0-1 0,0 0-1,0 0 1,-1 0 0,1 0 0,0-1 0,-4 1 120,-7 1-1305,0-1-1,0 0 1,0-2-1,-3 1 1306,16-1-283,-48 0-5098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4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12003,'0'0'2784,"0"0"472,0 0-1112,0 0-768,0 0-177,4-2 1223,44-1-1038,0 2 0,4 2-1384,-19 1 2,0-2-1,0-1 0,0-2 0,-1-1 0,1-1 0,7-4-1,-32 5-8,0 0-1859,-5 3-7934,-3 1-2401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4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14579,'0'0'1704,"0"0"2025,0 0-2184,0 0-193,0 0-392,0 0 152,0 0-319,110-10-265,-73-4-264,-2-3-256,0 0 40,-5 2-48,-3 3-120,-3 5-721,16 0-1431,-5 4-3489,-3-4-5634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4:42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27 11522,'0'0'2652,"0"0"-140,0 0-347,0 0-958,0 0-241,0 0 0,-21 28-42,-66 96 14,82-115-824,0 0 0,0 1 0,0-1 0,1 1 0,1 0 1,0 0-1,0 0 0,1 0 0,0 1 0,1-1 0,0 1 0,0-1 1,1 1-1,1-1 0,0 1-114,0 20 176,-2-15-82,2 0 0,0 0 0,0 0 0,2 0 0,0 0 0,3 8-94,-4-18 16,0 0 1,1 0 0,0-1 0,0 1 0,1-1 0,0 1-1,0-1 1,0 0 0,0 0 0,1-1 0,-1 0 0,1 1-1,0-1 1,1-1 0,-1 1 0,1-1 0,4 2-17,3 1 21,0-2 0,0 1 1,0-2-1,0 0 0,0 0 1,1-1-1,0-1 1,-1 0-1,1-1 0,-1 0 1,1-1-1,0-1 0,-1 0 1,12-4-22,-10 2 44,-1 0 1,0-1 0,0-1 0,0 0 0,-1-1 0,1 0-1,-2-1 1,1-1 0,-1 0 0,0-1 0,-1 0-1,0 0 1,2-5-45,-7 7 56,0 0-1,-1 0 1,0-1-1,0 0 1,-1 0-1,0 0 1,0 0 0,-1-1-1,0 0 1,-1 1-1,0-1 1,-1 0-1,0 0 1,0 0-1,-1 0 1,0 0 0,-1 0-1,0 0 1,-1 0-1,0 0 1,-3-9-56,-1 3 27,1 1 0,-2 0 1,0 0-1,-1 0 1,-1 1-1,0 0 0,0 1 1,-1 0-1,-1 1 0,-1 0 1,1 0-1,-13-9-27,10 11-50,-1 1 0,1 0 0,-1 1 1,-1 0-1,0 1 0,0 1 0,0 1 0,0 0 0,-1 1 0,0 0 0,0 2 0,-11-1 50,2 2-771,-1 1 1,1 2-1,0 0 0,0 2 0,0 0 0,0 2 1,-21 8 770,-35 15-7593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3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814 220 9378,'0'0'2140,"0"0"-507,0 0 222,0 0-293,0 0-337,-5-12 22,-3-7-100,-1 1 0,-1 0 0,-11-14-1147,16 24 168,-1 1-1,1-1 0,-2 1 1,1 1-1,-1-1 1,0 1-1,-1 0 0,1 1 1,-1 0-1,0 0 1,-5-2-168,-12-2 112,-1 0 0,1 2 1,-1 1-1,-1 1 1,1 1-1,-1 2 0,-26 0-112,52 3 8,0-1 0,0 1 0,0-1 0,0 1 0,0-1 0,0 1 0,0 0 0,0 0 0,1 0 0,-1-1 0,0 1 0,0 0 0,1 0 0,-1 0 0,1 0 0,-1 0 0,1 0-1,-1 0 1,1 0 0,-1 0 0,1 0 0,0 1 0,0-1 0,0 0 0,0 0 0,-1 0 0,1 0 0,1 0 0,-1 1-8,-1 45 68,1-39-45,0 131 470,7-1 1,7 19-494,11 36 419,-8 0 0,-8 109-419,-11-263 147,-1-1 0,-2 0 0,-2-1 0,-1 0 0,-8 18-147,9-32 105,-2 1-1,0-1 1,-1-1 0,-2 0 0,0 0-1,-2-1 1,0-1 0,-16 17-105,24-31 35,-1 0 1,0-1-1,0 1 1,-1-2-1,1 1 1,-1-1-1,0 0 1,-1-1-1,1 1 1,0-2-1,-1 1 1,0-1 0,1-1-1,-1 0 1,0 0-1,0 0 1,0-1-1,0-1 1,0 1-1,-2-2-35,3 2-62,0-2 0,0 1 0,1-1 0,-1 0 0,0-1 1,0 0-1,1 0 0,0 0 0,0-1 0,0 0 0,0-1 0,0 0 0,1 0 0,0 0 0,0 0 0,0-1 0,1 0 0,0 0 0,0-1 1,1 0-1,-1 0 0,0-2 62,3 3-422,0-1 0,0 0 0,0 0 0,1 0 0,0 0 0,0-1 0,0 1 0,1 0 0,1 0 0,0-7 422,0-15-4343,-1-7-5717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8186,'0'0'5828,"0"0"-3709,0 0-289,0 0-629,0 0-758,0 0-228,0 13 302,-12 450 4140,11-435-5034,1-41-4947,0 1 112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10986,'0'0'2179,"0"0"-295,0 0 13,0 0-768,0 0-379,0 0-40,3-6 189,9-20 122,-12 26-994,0 0-1,0 0 0,0 0 0,0 0 1,0 0-1,0-1 0,1 1 0,-1 0 1,0 0-1,0 0 0,0 0 0,0 0 1,0 0-1,0 0 0,1 0 0,-1 0 1,0 0-1,0 0 0,0 0 0,0 0 1,1 0-1,-1 0 0,0 0 0,0 0 1,0 0-1,0 0 0,0 0 0,1 0 1,-1 0-1,0 0 0,0 0 0,0 0 1,0 0-1,1 0 0,-1 0 0,0 0 1,0 0-1,0 0 0,0 0 0,0 1 1,0-1-1,0 0 0,1 0 0,-1 0 1,0 0-1,0 0 0,0 0 0,0 1 1,0-1-1,0 0-26,8 13 642,3 14 124,-6-7-455,-1 0 0,-1 1 0,-1 0 0,0-1 0,-2 1 0,0 0 0,-2 1-311,1 5 132,1-1 0,1 1-1,4 24-131,-5-51-12,0 1 0,0-1 0,0 0 0,0 0 0,0 1 0,1-1 0,-1 0 0,0 0 0,0 1 0,0-1 0,0 0 0,0 0 0,0 0 0,1 1 0,-1-1 0,0 0 0,0 0 0,0 0 0,1 1 0,-1-1 0,0 0 0,0 0 0,1 0 0,-1 0 0,0 0 0,0 0 0,1 0 0,-1 1 0,0-1 0,0 0 0,1 0 0,-1 0-1,0 0 1,0 0 0,1 0 0,-1 0 0,0 0 0,1 0 0,-1-1 0,0 1 0,0 0 0,1 0 0,-1 0 0,0 0 0,0 0 0,0 0 0,1 0 0,-1-1 0,0 1 0,0 0 0,1 0 0,-1 0 0,0-1 0,0 1 0,0 0 0,0 0 0,1-1 12,11-11-998,3-11-2146,0-4-3878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1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74 12187,'0'0'2799,"0"0"-1404,0 0 8,0 0-44,-2 27-54,-1 11-829,-3 107 1151,6-139-1553,0 1-1,1-1 1,0 1-1,0-1 0,0 0 1,1 1-1,-1-1 0,2 0 1,-1 0-1,1 0 0,0 0 1,0 0-1,0-1 0,1 0 1,0 1-1,0-1 0,0 0 1,4 2-74,-5-4 25,1-1 0,-1 1 1,1-1-1,0 0 0,0-1 0,0 1 1,0-1-1,0 1 0,0-1 0,0 0 0,0-1 1,1 1-1,-1-1 0,0 0 0,0 0 1,1 0-1,-1 0 0,0-1 0,0 0 1,0 0-1,1 0 0,-1 0 0,0-1 1,0 1-1,-1-1 0,1 0 0,0 0 1,-1-1-1,1 1-25,6-6 32,0 1 0,0-1 0,-1-1-1,0 0 1,0 0 0,-1-1 0,-1 0 0,1 0 0,-2-1 0,1 0-1,-2 0 1,1-1 0,-1 1 0,-1-1 0,0 0 0,-1 0 0,0-6-32,-1 11 16,0 0 0,-1-1-1,0 0 1,-1 1 0,0-1 0,0 1 0,0-1 0,-1 1 0,0-1 0,-1 1 0,0-1 0,0 1-1,0 0 1,-1 0 0,0 0 0,0 0 0,-1 0 0,0 1 0,0-1 0,-1 1 0,1 0 0,-1 1-1,-1-1 1,1 1 0,-1 0 0,0 0 0,0 1 0,0-1 0,-3 0-16,4 3-131,1 0 1,-1 0-1,0 0 1,0 1-1,0 0 1,0 0-1,-1 0 1,1 1-1,0-1 0,-4 1 131,-31 7-4697,8 10-2808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11963,'0'0'2827,"0"0"-904,0 0-531,0 0-374,0 21 382,8 261 1917,-9-278-3709,1 1 0,-1-1 0,0 1 0,0-1 1,0 1-1,-1-1 0,1 0 0,-1 0 0,0 0 1,-3 4 391,-11 22-4951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3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13435,'0'0'1904,"0"0"297,0 0-689,0 0-536,161-63-16,-107 42-279,0 4-353,-3 5-232,-3 2-96,-8 5 0,-5 5 0,-5 0-8,-6 0-416,-5 0-897,-9 17-783,-7-3-1025,-3-1-4904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4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16219,'0'0'2156,"0"0"236,0 0-213,1 20-728,5 34-260,2-1 0,6 18-1191,0 5 610,-10-50-559,1 1 0,1-2 0,5 11-51,-11-35-53,0-1-1,0 1 1,1-1 0,-1 1 0,0-1-1,0 1 1,1-1 0,-1 1 0,0-1-1,1 1 1,-1-1 0,0 1 0,1-1-1,-1 1 1,1-1 0,-1 0 0,1 1-1,-1-1 1,0 0 0,1 1 0,0-1-1,-1 0 1,1 0 0,-1 0 0,1 1-1,-1-1 1,1 0 0,-1 0 0,1 0-1,0 0 1,-1 0 0,1 0-1,-1 0 1,1 0 0,0 0 0,-1 0-1,1-1 1,-1 1 0,1 0 0,-1 0-1,1 0 1,-1-1 0,1 1 0,-1 0-1,1-1 1,-1 1 0,1 0 0,-1-1-1,1 1 1,-1 0 0,0-1 0,1 1-1,-1-1 54,22-26-4617,-6-1-1666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8 146 14995,'0'0'1871,"0"0"-544,-1 28 638,-4 93-626,4-112-1211,1 1 0,0 0 0,0 0 1,1-1-1,1 1 0,0-1 0,0 1 1,1-1-1,0 1 0,0-1 0,1 0 1,0-1-1,1 1 0,0-1 0,0 0 1,1 0-1,3 3-128,-4-6 53,-1-1 0,1 0 0,0-1 0,1 1 0,-1-1 0,0 0 0,1 0 0,0-1 1,0 0-1,0 0 0,0 0 0,0 0 0,0-1 0,0 0 0,0-1 0,0 1 0,1-1 0,-1 0 0,0-1 0,0 0 0,1 1 0,-1-2 1,0 1-1,4-3-53,-2 2 28,0-1 0,-1 1 0,0-2 0,1 1 0,-1-1 0,-1-1 0,1 1 0,-1-1 0,1 0 0,-1 0 0,-1-1 0,1 0 0,-1 0 0,0 0 0,0-1 0,1-3-28,0 0 69,-1 0 1,-1-1-1,1 0 1,-2 0-1,0 0 1,0 0 0,-1 0-1,0-1 1,-1 1-1,0-1 1,-1-1-70,0-1 52,0 0 1,-1 0-1,-1 0 0,0 0 1,-1 0-1,-1 0 0,0 1 0,-1-1 1,0 1-1,-1 1 0,0-1 1,-1 1-1,-1 0 0,0 0 1,0 1-1,-1 0 0,0 0 1,-1 1-1,-2 0-52,8 7-58,0 0 0,0 0-1,0 1 1,-1 0 0,1-1 0,-1 2 0,1-1 0,-1 0 0,0 1 0,0 0 0,0 0-1,0 1 1,0-1 0,0 1 0,0 0 0,1 0 0,-1 1 0,0 0 0,0 0 0,-3 0 58,1 2-682,0-1 0,1 1 1,-1 0-1,1 0 1,0 0-1,0 1 1,0 0-1,-5 5 682,-27 24-9197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323 414 7346,'0'0'4088,"0"0"-2030,0 0-60,0 0-314,0 0-338,-7-15 6,-26-49-272,31 61-984,1-1-1,-1 1 1,0 0-1,-1-1 0,1 1 1,0 0-1,-1 0 1,0 1-1,1-1 0,-1 1 1,0-1-1,0 1 1,-1 0-1,1 0 0,0 0 1,-1 0-1,1 1 1,-1-1-1,0 1 0,1 0 1,-1 0-1,0 0 1,0 1-1,0-1 0,0 1 1,1 0-1,-1 0 0,0 1 1,0-1-1,0 1 1,0-1-1,1 1 0,-3 1-95,-3 2 27,1-1 0,-1 1-1,1 1 1,0 0 0,1 0-1,-1 0 1,1 1-1,0 0 1,0 1 0,1-1-1,-5 8-26,1-1 5,1 1 1,0 0-1,2 1 0,0-1 0,0 2 1,1-1-1,1 1 0,1-1 0,0 1 1,1 1-1,0-1 0,2 0 0,0 1 1,1-1-1,0 0 0,2 4-5,-1-16 3,-1-1 0,2 1-1,-1-1 1,0 0 0,1 0-1,0 0 1,-1 0-1,1 0 1,0 0 0,1 0-1,-1 0 1,0-1 0,1 1-1,-1-1 1,1 0 0,0 0-1,0 0 1,0 0 0,0 0-1,0 0 1,0-1 0,1 0-1,-1 0 1,0 0 0,1 0-1,-1 0 1,1 0 0,-1-1-1,1 0 1,0 0-3,8 1 7,0 0 0,0-1 1,0 0-1,0-1 0,0 0 0,0-1 0,0-1 1,6-2-8,-7 2-109,-1-1 0,0 0 0,0 0 1,-1-1-1,0-1 0,0 1 1,0-2-1,0 1 0,-1-1 0,0 0 1,0-1-1,-1 0 0,0 0 1,5-9 108,-5 6-118,-1-1-1,0-1 1,-1 1 0,0-1 0,-1 1 0,0-1 0,-1-1 0,-1 1 0,0 0 0,0-13 118,-2-4-25,-1 0 1,-1 0-1,-2 1 1,-1 0-1,-2-1 0,0 2 1,-2-1-1,-1 1 1,-2 1-1,-5-9 25,8 17 749,-1 1 0,-1 0 0,-1 0 1,-6-6-750,17 23 621,4 28-332,25 45-110,31 56-179,-37-83 19,-14-29-312,1 0 1,0 0-1,1-1 0,0 0 1,3 1 292,-5-7-665,1 0 0,-1-1 0,1 0 0,1-1 0,0 0 0,0-1 0,0 1 0,2-1 665,31 13-9954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5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15659,'0'0'2049,"0"0"-1617,0 0 1424,0 0-976,105 153 129,-67-93-169,-3 0-352,-6-2-368,-5-9-16,-5-8-88,-3-10-16,0-4-48,3-15-1040,-5-7-3209,-4-5-5073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6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 13915,'0'0'2721,"0"0"-2025,0 0 912,0 0-312,-73 152-343,38-80 143,-2 1-512,-4-1-144,4-9-272,5-10-72,10-12-80,6-9-16,11-16-48,5-11-920,8-5-1273,13 0-2640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6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12579,'0'0'1608,"0"0"-1128,0 0 624,0 0-343,0 0-473,177 19 424,-129-19-192,-5 0-296,0 0-224,-10 0-696,-12-5-3361</inkml:trace>
  <inkml:trace contextRef="#ctx0" brushRef="#br0" timeOffset="1">245 404 12659,'0'0'824,"0"0"-624,0 0-200,148-55-616,-110 40-9610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40 323 1584,'0'0'5080,"0"0"-3488,0 0-691,0 0 563,0 0-12,0 0 227,0 0-1552,0 0-1,0 0 0,0 0 1,0-1-1,0 1 0,0 0 1,0 0-1,0 0 0,0 0 1,0 0-1,0 0 0,0 0 1,0 0-1,0 0 0,-1-1 1,1 1-1,0 0 0,0 0 1,0 0-1,0 0 1,0 0-1,0 0 0,0 0 1,0 0-1,0 0 0,0 0 1,0 0-1,0 0 0,-1 0 1,1 0-1,0 0 0,0 0 1,0 0-1,0-1 0,0 1 1,0 0-1,0 0 0,0 0 1,-1 0-1,1 0 0,0 0 1,0 1-127,0-9 96,1-36 414,-1-1 0,-3 0-1,-1 1 1,-3-1-1,-1 1 1,-3-2-510,6 103 432,11 16-433,4-1 1,2-1 0,16 49 0,-19-88-78,1-1 0,2-1 1,3 5 77,27 44-7186,-36-66 1403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7418,'0'0'4905,"0"0"-3985,0 0 928,0 0-616,140-33-831,-81 18 175,0 1-24,-3 2-240,-5 4-208,-5 6-104,-6-3-8,3 5-1312,-8 0-1481,-11 0-5601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13651,'0'0'1776,"0"0"-1296,0 0 2009,8 121-833,0-68-207,0 0-353,-3 0-224,-2-4-216,-1-11-264,1-6-184,0-10-112,2-6-72,-2-6-16,2-10-16,3 0-704,16-22-808,1-9-2641,-1-13-5561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8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 6705,'0'0'6941,"0"0"-4665,-2 27-606,0-7-1257,-5 69 2208,4 13-2621,3-76 341,1 1 0,1-1 0,1 0 0,1 1 0,2-1 0,2 3-341,-6-22 36,0 0 0,0-1-1,1 1 1,0-1 0,0 0 0,0 1 0,1-2 0,0 1 0,0 0 0,1-1 0,-1 0 0,1 0 0,0 0 0,1-1 0,-1 1 0,1-1 0,0-1 0,0 1 0,0-1 0,0 0 0,1 0 0,-1-1 0,1 0-1,0 0 1,0 0 0,0-1-36,6 0-3,1 0 0,-1-1 0,1-1 0,-1 0 0,0-1 0,1 0-1,-1-1 1,0 0 0,0-1 0,-1-1 0,1 0 0,-1-1 0,0 0-1,-1-1 1,1 0 0,-1 0 0,0-2 0,-1 1 0,0-1 0,-1-1-1,0 0 1,0 0 0,-1-1 0,0 0 0,-1 0 0,0-1 0,-1 0-1,0 0 1,-1 0 0,0-1 0,1-7 3,-2 9 51,-1-1 1,0 0-1,-1 1 0,0-1 0,-1 0 1,0-1-1,-1 1 0,-1 0 0,0 0 1,0 0-1,-1 0 0,0 0 0,-1 1 1,-1-1-1,0 1 0,0-1 1,-1 1-1,-1 1 0,0-1 0,0 1 1,-1 0-1,0 0 0,-1 1 0,0 0 1,-6-6-52,9 12-131,1 0 0,-1 0 0,0 0 0,0 0-1,0 1 1,0-1 0,0 1 0,-1 1 0,1-1 0,0 1 0,-1 0 0,-4 0 131,-41-1-4130,42 2 2856,-35 0-6074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4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7258,'0'0'3586,"0"0"-1702,0 0-660,0 0-408,0 0-375,0 0-173,7-13 116,-7 12-378,6-11 220,0 0 0,1 1 0,0 0 0,1 0 0,1 0 0,-1 1 0,2 0-1,1 0-225,-1 1 72,0 1 0,1 0-1,0 1 1,1 0 0,-1 1-1,1 0 1,1 1-72,-9 3 3,0 1 0,-1-1-1,1 1 1,0 0 0,0 1 0,1-1 0,-1 1 0,0 0 0,0 0 0,0 0 0,0 0-1,0 1 1,0 0 0,0 0 0,0 0 0,0 0 0,0 0 0,0 1 0,-1 0-1,1-1 1,-1 2 0,1-1 0,-1 0 0,0 1 0,1 0-3,15 17 88,-1 2 0,-1 0 0,-1 1 0,-1 1 0,-1 0 0,-1 1 0,-1 1-1,3 11-87,6 10 132,22 36-132,-42-81-7,0 0 1,0 0-1,1 0 0,-1 0 1,0-1-1,0 1 1,1 0-1,-1-1 1,1 1-1,0-1 0,-1 1 1,1-1-1,0 0 1,0 0-1,0 0 1,0 0-1,0 0 0,0 0 1,0 0-1,0-1 1,0 1-1,0-1 0,0 1 1,1-1-1,-1 0 1,0 0-1,0 0 1,0 0-1,1 0 0,-1-1 7,0 1-167,0-1 0,0 0 0,0 0 0,0 0 0,-1 0 0,1 0 0,0 0 0,-1 0 0,1-1 0,-1 1 0,1-1-1,-1 1 1,1-2 167,0 0-566,0 0-1,-1 1 0,1-1 0,-1 0 0,0 0 0,1-1 1,-2 1-1,1 0 0,0 0 0,0-1 567,0-22-9765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5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0 15723,'0'0'1833,"0"0"-945,0 0-72,0 0-264,-110 196 656,67-112-7,-6-1-417,4-9-304,7-11-168,9-14-304,12-16 24,15-16-32,2-7-824,13-10-1289,17 0-855,-1-12-3570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5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6009,'0'0'1415,"0"0"20,0 0 434,0 0-494,0 0-390,0 0-17,0 0 171,0 0-77,0 0 37,0 0-134,0 0-118,0 0-305,0 0-196,0 0-62,0 0-46,0 0 28,0 0-112,0 0 49,0 0-19,0 0-19,0 0-88,0 0-27,0 0-1,0 0 15,0 0 37,-8 30 1798,2 29-1889,3 0-1,5 57-9,-1-23 11,25 419 133,-4-171 248,-5 304 1612,-8-654-2381,13-47-5502,-13 30-766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55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 11763,'0'0'2237,"0"0"-824,0 0 310,0 0-112,0 0-659,0 0-345,-4 4-66,-8 7-138,18-14-6,36-14 308,-40 17-691,-1-1 0,1 1-1,-1 0 1,1-1-1,-1 1 1,1 0 0,0 0-1,-1 0 1,1 0 0,-1 1-1,1-1 1,-1 0-1,1 1 1,-1-1 0,1 1-1,-1-1 1,1 1-1,-1 0 1,0-1 0,1 1-1,-1 0 1,0 0-1,0 0 1,0 0 0,1 0-1,-1 0 1,0 0-1,0 1 1,-1-1 0,1 0-1,0 1-13,6 13 155,-1 0 0,-1 0 0,-1 0 0,0 1 0,-1-1-1,0 1 1,0 11-155,-1 29 249,-3 32-249,0-26-126,12-75-2577,3-21-1119,1-13-4088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56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11378,'0'0'2190,"0"0"352,0 0 284,0 0-906,0 0-1039,0 0-373,3 12 159,10 46 166,-3 0 0,-2 1 0,-2 0 0,-3 49-833,-4-102-8,1 1 0,1 0-1,0-1 1,0 1 0,0-1 0,0 0-1,3 6 9,-4-11-99,1 0 0,-1 0 0,1 0-1,-1-1 1,1 1 0,-1 0-1,1 0 1,-1 0 0,1-1 0,0 1-1,-1 0 1,1-1 0,0 1 0,0-1-1,0 1 1,-1-1 0,1 1-1,0-1 1,0 0 0,0 1 0,0-1-1,0 0 100,1 0-345,0 0 0,-1 0 0,1 0 0,0 0 0,0-1 0,-1 1 0,1-1 0,0 0 0,-1 1 0,1-1 0,0 0 0,-1 0 0,1 0 0,-1 0 0,0 0 0,1 0 0,-1 0 345,18-17-8559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5:56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14603,'0'0'1555,"0"0"-399,6 24 422,0 4-1120,-3-10-162,2 0 0,0 0 0,1-1 0,0 1 0,1-1 0,1-1 0,5 8-296,-6-13 201,0 1 0,1-1 0,0-1 0,1 0 0,0 0 0,0 0 0,1-1 0,0 0-1,1-1 1,5 3-201,-8-7 63,0 0 0,0-1 0,0 1 0,0-2 0,0 1 0,0-1-1,1 0 1,-1-1 0,1 0 0,0 0 0,-1-1 0,1 0 0,0-1-1,-1 0 1,1 0 0,8-3-63,-8 2 18,0-1 1,0-1-1,0 1 0,0-2 0,-1 1 0,0-1 0,0 0 1,0-1-1,0 0 0,-1 0 0,0-1 0,0 0 0,-1 0 1,0 0-1,0-1 0,0 0 0,-1 0 0,1-4-18,0 1 29,-1 0 1,0 0-1,-1 0 0,-1 0 0,0-1 0,0 0 0,-1 0 0,0 1 0,-1-1 1,-1 0-1,0 0 0,0 0 0,-1 0 0,-2-10-29,0 14 42,0-1 0,0 1 0,-1 0 0,0 0 0,0 0-1,-1 0 1,1 1 0,-2-1 0,1 1 0,-1 1 0,0-1 0,-1 1 0,0 0 0,0 1 0,0-1 0,0 1-1,-1 1 1,0-1 0,-6-1-42,4 1-4,0 0-1,-1 1 1,0 0-1,0 1 1,0 1-1,0 0 1,0 0-1,0 1 0,-1 0 1,1 1-1,0 0 1,-1 1-1,1 0 1,0 1-1,-6 2 5,8-1-236,1 1-1,0 0 1,1 1-1,-1 0 1,1 0-1,0 1 1,0 0-1,0 0 1,1 1-1,0-1 1,-4 8 236,2-5-506,-39 47-4691,6-3-3477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1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12459,'0'0'2640,"0"0"-1392,0 0 769,0 0-993,0 0-336,30 0-32,-1 0-63,6 0-185,5 0-216,-2 0-88,-1-5-104,1 5 0,-6 0-288,0 0-937,-10 8-1255,-9 6-2833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2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5721,'0'0'9066,"0"0"-7826,0 0 321,0 0-425,0 0-424,0 0-544,0 0-40,64 3-112,-18-6-16,26-7-1032,-10 6-1649,-5-6-6264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14011,'0'0'2403,"0"0"-688,0 0 390,0 0-700,0 0-801,-1 26 265,-6 429 1850,6-385-2694,-1-39-102,1 0-1,2 1 0,1-1 1,2 0-1,1 4 78,11 6-2035,3-22-5251,-8-17-1876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2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14267,'0'0'1796,"0"0"153,24 5 563,69 8-671,0-4 1,27-4-1842,-57-5 297,24 2-458,1-4 1,0-3 0,-1-5-1,56-14 161,-105 16-2511,-11 2-4042,-20 6-1035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14027,'0'0'2541,"0"0"-1156,0 0 766,0 27-74,7 172 587,-3 112-268,-5-188-2187,2-126-286,0 1 1,0 0 0,0-1-1,0 1 1,0 0-1,1 0 1,-1 0-1,1 0 1,-1 0-1,1 0 1,0 0 76,6-8-353,22-37-2131,2-9-3484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26 165 15987,'0'0'2158,"-5"26"-619,2-4-1084,-4 22 572,2 0 0,2 0 0,1 3-1027,2-30 213,0-1 0,1 0 1,0 1-1,1-1 0,1 0 1,5 16-214,-6-28 20,-1 0 1,1 0 0,0 0-1,0-1 1,1 1-1,-1-1 1,1 1-1,0-1 1,0 0-1,0 0 1,0 0 0,0 0-1,1-1 1,-1 1-1,1-1 1,-1 0-1,1 0 1,0 0-1,0-1 1,0 1 0,0-1-1,0 0 1,1 0-1,-1 0 1,0-1-1,0 0 1,1 0-1,-1 0 1,3 0-21,2-1 14,0 0 0,0-1 0,0 0 0,0-1 0,0 0 0,0 0 0,-1-1 0,1 0 0,-1-1-1,0 0 1,0 0 0,-1 0 0,1-1 0,-1 0 0,-1-1 0,1 1 0,0-2-14,10-11-28,-1-1 0,-1-1-1,0 0 1,-2 0 0,10-22 28,-17 30-2,-1 1 1,0 0-1,-1-1 0,0 0 1,-1 0-1,0 0 0,-2-1 1,1-7 1,-1 15 1,-1 0 1,-1 0-1,1 0 1,-1 0-1,0-1 1,0 1-1,-1 0 1,0 1-1,0-1 0,0 0 1,-1 0-1,0 1 1,0-1-1,0 1 1,-1 0-1,1 0 1,-1 1-1,-1-1 1,-1-1-2,-20-15-609,0 1 1,-2 2-1,-17-9 609,12 7-2086,-1-2-2813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3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 11739,'0'0'2104,"0"0"-408,0 0 745,0 0-1345,0 0-712,0 0 576,-78 186 641,54-85-561,-3 11-96,3 3-336,13-18-80,3 5-288,8-18-136,0-14-64,32-24-40,46-19-800,-8-13-1392,0-14-3361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45 4353,'0'0'3879,"0"0"-1118,0 0-290,0 0-154,0 0-118,0 0-51,2-10-275,-1-2-1731,3-11 1940,-3 57-600,-9 200 306,1 47-1402,7-274-392,0-1 0,1 0 1,0 1-1,0-1 1,1 0-1,-1 0 0,1 0 1,1 0-1,-1 0 1,1 0-1,0-1 0,0 1 1,1 0 5,-3-4-52,1-1 0,-1 0 1,0 1-1,0-1 0,1 0 1,-1 0-1,1 0 0,-1 0 1,1 0-1,-1-1 0,1 1 0,-1 0 1,1-1-1,0 1 0,-1-1 1,1 1-1,0-1 0,0 0 1,1 0 51,0 0-173,-1-1 0,1 1 0,0-1 0,0 0 0,0 0 0,-1 0 0,1 0 0,-1 0 0,1-1 0,-1 1 0,1-1 1,-1 0-1,0 1 0,1-1 0,1-2 173,25-35-6195,-4-8-5489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7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 16396,'0'0'1909,"0"0"-754,-1 23 504,-1 8-1136,0 2-76,1 1 0,1-1 1,3 16-448,-1-36 56,1 1 0,0-1 0,1 0 0,0 0 1,1 0-1,1 0 0,0-1 0,0 0 0,1 0 0,1-1 1,0 1-1,1-2 0,0 1 0,1-1-56,-6-6 18,0 1-1,0-1 0,1-1 1,0 1-1,-1-1 1,1 1-1,1-2 1,-1 1-1,0 0 0,1-1 1,-1 0-1,1 0 1,0-1-1,0 0 1,-1 0-1,1 0 0,0 0 1,0-1-1,0 0 1,0 0-1,0-1 1,0 0-1,0 0 0,-1 0 1,1-1-1,0 1 1,-1-2-1,1 1 1,-1 0-1,1-1 0,-1 0 1,0 0-1,0-1-17,2-2 55,0 0 0,0-1 0,-1 0 0,0 0 0,-1 0 0,1 0 0,-2-1 1,1 0-1,-1 0 0,0 0 0,0-1 0,-1 1 0,0-1 0,-1 0 0,0 0 0,0 0 0,-1 0 0,0 0 0,-1 0 0,0 0 0,0 0 0,-1 0 0,0 0 0,-1 0 0,0 0 0,0 0 0,-1 0 0,0 1 0,-1-1 0,1 1 0,-2 0 1,1 0-1,-4-5-55,-6-5 215,-1 0 1,-1 1 0,-6-5-216,16 17-17,0 0 0,0 0 1,0 0-1,0 1 0,-1 0 1,0 0-1,1 0 1,-2 1-1,1 0 0,0 1 1,-5-2 16,11 4-158,0 0 0,0-1 1,0 1-1,-1 0 0,1 0 0,0 0 1,0 0-1,0 0 0,0 0 0,0 0 1,0 1-1,0-1 0,0 0 1,0 1-1,0-1 0,0 0 0,0 1 1,0 0-1,0-1 0,0 1 1,0-1-1,0 1 0,0 0 0,0 0 1,1-1-1,-1 1 0,0 0 1,0 0-1,1 0 0,-1 0 0,1 0 1,-1 0-1,1 0 0,-1 1 158,-3 21-7812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7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1 315 12483,'0'0'5217,"0"0"-4545,0 0 1144,0 0-1280,177-10-536,-105-2-1224,-13-3-1296,-13 1-5762</inkml:trace>
  <inkml:trace contextRef="#ctx0" brushRef="#br0" timeOffset="1">642 1 17612,'0'0'2560,"0"0"-951,0 0-481,0 0-776,0 0-24,0 125 296,0-69-152,0 7-232,0-10-232,0-5-8,0-4-152,17-8-1224,4-10-3377,1-9-6377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13475,'0'0'1600,"0"0"-968,65 145 1425,-39-53 247,-4 14-647,-11 6-297,-9-9-24,-2-8-360,0-13-519,0-17-329,-5-12-64,-3-12-64,2-12-216,6-22-1201,0-7-3480,0 0-5345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13795,'0'0'5977,"0"0"-4945,0 0 297,0 0-81,148 0-752,-92-10-376,-10 3-120,-6 2-416,-13 5-1312,-11 0-2289,-10 0-2953</inkml:trace>
  <inkml:trace contextRef="#ctx0" brushRef="#br0" timeOffset="1">54 353 11723,'0'0'4328,"0"0"-2423,0 0 495,0 0-415,0 0-1313,0 0-672,180-51-624,-113 20-1961,-8 2-2280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8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12515,'0'0'2193,"0"0"-345,-21 25 721,-64 84-455,79-102-1962,2 0-1,-1 0 0,1 1 1,0-1-1,0 1 1,1 0-1,0 0 0,0 1 1,1-1-1,0 0 1,0 1-1,1-1 0,1 1 1,-1 0-1,1-1 1,1 1-1,-1-1 0,1 1-151,0-2 101,-1-4-75,1-1 0,-1 1-1,1-1 1,0 0 0,-1 1 0,1-1 0,0 0-1,0 0 1,1 1 0,-1-1 0,0 0-1,1 0 1,-1 0 0,1-1 0,0 1-1,0 0 1,-1-1 0,1 1 0,0-1 0,0 1-1,1-1 1,-1 0 0,0 0 0,0 0-1,0 0 1,1 0 0,-1-1 0,1 1-1,-1-1 1,0 1 0,1-1 0,-1 0 0,1 0-1,0 0-25,4 0 16,0 0 1,0 0-1,0-1 0,0 0 0,0 0 0,-1 0 0,1-1 0,0 0 0,-1-1 0,1 1 1,-1-1-1,2-1-16,0-2 33,0-1 1,-1 1 0,1-2-1,-1 1 1,-1-1 0,0 0-1,0 0 1,0-1 0,-1 1-1,0-1 1,-1-1 0,0 1-1,0-1 1,-1 1 0,0-1-1,-1 0 1,0 0 0,0 0 0,-2-1-1,1-8-33,-1 18 336,2 5-290,-1 1 0,0-1 0,0 0 0,-1 0 0,1 1-1,-1-1 1,0 0 0,0 1 0,0 1-46,0 14 145,7 130 820,-6-86-1683,3-1 1,2 1 0,7 19 717,-12-79-4587,-1-4-3490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9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14443,'0'0'2750,"0"0"-459,0 0-121,0 0-571,36 4-540,-7-1-867,6 1 3,1 0 0,0-3 0,0-1 0,0-2 0,0-1-1,6-2-194,76-22 574,46-19-574,-4 1-1153,-87 27-3961,18 1 5114,-57 11-834,22-2-4113,-24 2-7692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2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16259,'0'0'3137,"0"0"-1160,0 0 327,-3 145-760,3-89-695,0 11-241,14-1 16,-1-1-200,-2-5-112,0-9-136,-3-8-64,-3-14-56,3-9-112,6-18-64,29-26-544,-1-24-1489,4-15-7345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30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14931,'0'0'3512,"0"0"-1427,-8 29-79,-26 97-195,30-107-1527,1 0 0,0 0 0,2 0 0,0 1 0,1-1 0,1 0 0,3 14-284,-2-21 85,1 1 1,0-1-1,1 1 0,1-1 0,0-1 1,0 1-1,1-1 0,1 0 1,0 0-1,1 1-85,-4-6 6,0-1 1,1 1 0,0-1-1,0 0 1,0-1-1,0 1 1,1-1 0,0 0-1,0 0 1,0-1 0,0 0-1,0 0 1,1 0-1,0-1 1,-1 0 0,1 0-1,0 0 1,0-1-1,0 0 1,0-1 0,0 0-1,0 0 1,0 0 0,0-1-1,0 0 1,0 0-1,0-1 1,-1 1 0,1-2-1,0 1 1,-1-1-1,0 0 1,1 0 0,-1-1-1,-1 1 1,1-1-1,0-1 1,-1 1 0,0-1-1,0 0 1,0 0 0,-1-1-1,0 1 1,0-1-1,0 0 1,0 0 0,-1 0-1,0-1 1,1-4-7,1-3-10,0-1 1,-1 1-1,0-1 0,-2 1 1,0-1-1,0 0 1,-1 0-1,-1 0 0,-1 0 1,0 0-1,-1 0 1,0 0-1,-1 0 1,-4-10 9,4 17-23,0 1 0,0 0 0,-1 0 0,0 0 0,0 0 0,0 1 0,-1-1 0,0 1 0,-1 0 0,1 1 0,-1-1 1,0 1-1,0 0 0,-1 1 0,0-1 0,1 1 0,-1 1 0,-1-1 0,1 1 0,0 0 0,-1 1 0,0 0 1,1 0-1,-1 1 0,0 0 0,0 0 0,0 1 0,0-1 0,-1 2 23,-19 0-1005,0 2 0,0 1 0,0 1 0,1 1 0,0 2-1,-15 6 1006,-55 22-7469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31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9314,'0'0'7426,"0"0"-5154,0 0-159,0 0-305,0 0-832,0 0-664,43-26-96,-16 19-64,3 2-144,-1 2-8,4 1-40,1 2-360,-4 0-968,-3 7-1537,-11 12-2208,-11 3-8258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32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12803,'0'0'2720,"0"0"-1239,0 0 1207,0 0-1095,0 0-577,0 0-528,0 0-376,120 36-80,-63-36-32,34-34-1600,-13 5-2785,-8 0-6314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32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12603,'0'0'4143,"0"0"-2580,0 0 132,-8 27-362,-24 90-556,31-113-739,0 1-1,0-1 1,0 0-1,1 0 1,-1 1-1,1-1 1,0 1-1,0-1 1,0 0-1,1 1 1,0-1-1,0 0 1,0 0-1,0 1 1,0-1-1,1 0 1,0 0-1,0 0 1,0-1-1,0 1 1,1 0-1,0-1 1,-1 1-1,1-1 1,0 0-1,1 0 1,-1 0-1,0-1 1,1 1-1,0-1 1,-1 1-1,1-1 1,0-1-1,0 1 1,0 0 0,1-1-1,3 1-37,4 1 45,0-1 1,1 0-1,-1 0 0,1-2 0,0 0 1,-1 0-1,1-1 0,-1 0 0,1-1 1,-1-1-1,6-2-45,-6 1 16,-1-1 1,-1-1 0,1 0-1,-1 0 1,0-1 0,0 0-1,-1-1 1,1-1-17,-6 5 60,0 0 1,0 0 0,0-1-1,-1 0 1,0 0-1,1 0 1,-2 0-1,3-5-60,-4 8 73,0-1 0,0 1 0,-1-1 0,1 1 0,-1-1 0,1 0 0,-1 1 0,0-1 0,0 1 0,0-1 0,-1 0-1,1 1 1,-1-1 0,1 0 0,-1 1 0,0-1 0,0 1 0,0 0 0,0-1-73,-2-1 39,0 1 1,0-1 0,0 1-1,0 0 1,-1 0-1,1 0 1,-1 0-1,0 1 1,0-1-1,0 1 1,0 0-1,0 0 1,-4-1-40,-67-20-90,59 18-1,-44-9-3469,40 9-2500</inkml:trace>
  <inkml:trace contextRef="#ctx0" brushRef="#br0" timeOffset="1">513 353 16259,'0'0'2081,"0"0"-1137,-26 138 1897,12-82-1545,6-11-888,3-3-248,-1-11-160,6 0-360,0-9-2064,0-12-2618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6:3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36 16820,'0'0'2535,"0"0"-1263,0 0-152,0 0-221,-24 11-533,-3 2-324,0 0 0,-15 12-42,39-23 7,0 1 0,0-1 1,1 1-1,-1-1 1,1 1-1,0 0 1,-1 0-1,2 0 1,-1 0-1,0 1 0,0-1 1,1 0-1,0 1 1,0-1-1,0 1 1,0 0-1,0-1 0,1 4-7,-1 3 19,1 0-1,1 0 0,-1 0 0,2 0 1,0 2-19,-1-4 24,0-5-43,0 0 1,0 0-1,0-1 1,0 1-1,0 0 1,1-1-1,-1 1 1,1-1-1,0 1 1,0-1-1,0 0 1,0 1-1,0-1 0,0 0 1,1-1-1,-1 1 1,1 0-1,-1-1 1,1 1-1,0-1 1,-1 0-1,1 0 1,0 0-1,0 0 1,0 0-1,0-1 0,0 1 1,0-1-1,0 0 1,0 0-1,0 0 1,2 0 18,4 0-372,1-1-1,-1 1 1,0-2 0,1 1 0,-1-1-1,0 0 1,0-1 0,0 0 0,0-1-1,0 0 373,1-2-821,0-1 0,-1-1 0,0 1 0,0-1 0,-1-1 0,0 0 0,0 0 0,-1 0 0,0-1 0,-1 0 0,0 0-1,1-2 822,0-3 235,-1 0-1,0 0 1,4-15-235,-2-7 4240,-6 2 3538,-15 571-3829,13-488-3849,-5 23-1486,4-69-1402,-4-2-2149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8:0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 17972,'0'0'3969,"0"0"-3441,0 0-288,0 0 272,0 0-264,0 0-248,-5-5-376,24 3-2241,-3 2-5024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85 8450,'0'0'6060,"0"0"-3984,0 0-593,0 0-428,0 0-720,0 23-108,1-5-126,-1 16 264,2 0 0,1-1 0,7 27-365,-5-31 353,19 72 531,-21-92-829,0 0-1,0 0 1,1-1-1,0 1 1,1-1-1,0 0 1,0 0 0,1-1-1,3 4-54,-7-9 20,0 0-1,0 1 0,1-1 1,-1 0-1,1-1 0,0 1 1,-1 0-1,1-1 0,0 0 1,0 1-1,0-1 1,0 0-1,0 0 0,0-1 1,0 1-1,0-1 0,1 1 1,-1-1-1,0 0 0,0 0 1,0-1-1,0 1 1,1-1-1,-1 1 0,0-1 1,0 0-1,0 0 0,0 0 1,0-1-1,0 1-19,3-3 25,0 0 0,0 0 0,0 0 0,-1-1 0,1 0 0,-1 0 0,0 0 0,-1 0 0,1-1-1,-1 0 1,0 0 0,1-4-25,3-7 17,0-1 0,-2 0 0,0-1 0,-1 1 0,-1-1 0,0 0 0,-2-1 0,0-13-17,0-5 202,-3-1 0,-1 1 0,-7-35-202,-3 6 998,7 53-425,8 47-320,4 7-256,1 0 0,5 11 3,12 50-4,-1 70 60,-8 1 0,-7 1 0,-8 39-56,-1-193 82,-1 0 0,0 1 0,-2-1 0,0-1 0,-2 1 0,0 0 0,0-1 0,-9 17-82,11-28 27,0-1 0,0 0 0,-1 0 0,0 0 0,0-1 0,0 1 0,0-1 0,-1 0 0,0 0 1,0-1-1,0 0 0,-1 1 0,0-2 0,1 1 0,-1-1 0,-1 0 0,1 0 0,0 0 0,-1-1 0,1 0 0,-1 0 1,0-1-1,1 0 0,-1 0 0,0 0 0,-1-1-27,-2 0-19,1 0 1,0-1-1,0 0 0,-1 0 1,1-1-1,0-1 0,0 1 1,0-1-1,1-1 0,-1 1 1,1-2-1,0 1 0,0-1 1,0 0-1,1-1 0,-1 0 1,1 0-1,1 0 0,-1-1 0,1 0 1,0 0-1,-1-3 19,5 6-308,1 0 0,-1 0 0,1-1-1,0 1 1,0 0 0,0 0 0,0-1 0,1 1-1,0 0 1,0-1 0,0 1 0,0 0 0,1-1-1,0 1 1,0 0 0,0 0 0,0-1 0,1 1-1,-1 0 1,1 0 0,2-2 308,18-30-6560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11546,'0'0'2121,"0"0"-593,0 0-263,0 0-721,0 0-40,177-17 520,-137 8-352,-5 1-376,-8 1-192,-3 2-40,-5 0-64,-5 5-800,-4 0-1352,-4 0-4298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6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10322,'0'0'1441,"0"0"-113,0 0 832,0 0-991,0 0-305,0 0-216,145 0-232,-105-7-312,-2 2-64,13 0-40,-14 3-1304,-2 2-4674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7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9274,'0'0'4513,"0"0"-3249,0 0 1121,0 0-897,0 0-768,0 0-464,0 0-200,94 0 40,-54 0-96,-2 0 8,2 0 0,3 0-8,3 0-56,16 0-1248,-11 0-1201,-8 0-4232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8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11835,'0'0'2540,"0"0"-198,0 0-795,0 0-910,0 0-306,22-1 52,12-1-251,5-1 57,1 2 1,5 1-190,-34 1 23,0 0 1,-1 1-1,1 0 1,-1 0-1,1 1 1,-1 1 0,0-1-1,0 2 1,0-1-1,0 2 1,2 1-24,3 3 14,0 2 0,0-1 0,-1 2 1,-1 0-1,0 1 0,3 5-14,17 26 4,-2 1 1,-2 1-1,21 49-4,-44-85-184,0 3 294,2 0-1,0 0 1,0-1-1,6 5-109,-12-15-237,1 1 1,0-1-1,0 0 0,1-1 0,-1 1 0,0 0 0,1-1 0,0 0 0,0 0 0,-1 0 0,1 0 0,0-1 0,0 1 1,1-1-1,-1 0 0,0-1 0,0 1 0,1 0 237,15-1-4871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 8706,'0'0'2800,"0"0"-1679,0 0 1623,-97 147-1295,51-86-393,1 1 248,-1-4-640,6-2-416,5-10-192,8-5-56,11-5-560,8-12-1280,8-9-2473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8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10882,'0'0'1513,"0"0"351,0 0 273,0 0-745,29 167 456,-21-116-504,3-1-743,0-6-305,2-6-184,-2-4-32,2-5-72,-2-7 40,0-3-48,-6-4-520,1-6-1257,-4-6-839,1-1-2177,-3-2-5017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9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14091,'0'0'2449,"0"0"-289,0 0-472,0 0-1176,0 0-360,185-46-79,-123 32-65,-6 2-8,19-3-481,-15 1-2295,-12 2-6290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09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5153,'0'0'10530,"0"0"-9049,0 0 495,0 0-1176,0 0-480,0 0 833,53 169 103,-42-106-760,0 0-280,-1-3-200,-2-2-16,1 15-464,-4-15-2441,-5-15-5673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38 300 6545,'0'0'818,"0"0"-374,0 0 5,0 0-149,0 0-113,7 9 92,22 28 293,-29-37-552,0 0 0,1 1 0,-1-1 0,0 0 0,0 0 0,0 0 0,0 0 0,0 0 0,0 0 0,0 0 0,0 1 1,0-1-1,0 0 0,1 0 0,-1 0 0,0 0 0,0 0 0,0 0 0,0 0 0,0 0 0,0 0 0,1 0 0,-1 0 0,0 0 0,0 0 0,0 0 0,0 0 0,0 0 0,1 0 0,-1 0 0,0 0 0,0 0 0,0 0 0,0 0 0,0 0 0,0 0 0,1 0 0,-1 0 1,0 0-1,0 0 0,0 0 0,0 0 0,0-1 0,0 1 0,0 0 0,1 0 0,-1 0 0,0 0 0,0 0 0,0 0 0,0 0 0,0 0 0,0-1 0,0 1 0,0 0 0,0 0 0,0 0 0,0 0 0,0 0 0,0 0 0,0-1 0,0 1-20,3-15 327,-3-17-221,-3 22-70,0 0 0,-1 0 0,0 0 0,0 1 0,-1 0 0,-1 0 0,-1-2-36,-13-25 420,13 24 92,4 9-118,1 0 0,0 0 0,1 0 1,-1 0-1,0 0 0,1 0 0,0 0 0,0-1 1,0 1-1,0 0 0,0-1 0,1 1 1,-1-1-1,1 0-394,4 2 29,0 0 0,-1 0 0,1 1 0,1-1 0,-1 1 0,0 0 0,0 0 0,0 0 0,1 1-1,-1 0 1,0 0 0,3 0-29,4-1 29,62-8 3,-14 3-72,-1-2 0,0-3 1,0-3-1,3-3 40,-22 0-248,-30 13 239,0 0 0,0 0 0,0 0-1,0 2 1,0-1 0,1 1 0,-1 0 0,6 0 9,-14 3 0,1-1 1,-1 1 0,0-1-1,1 1 1,-1 0-1,0-1 1,0 1 0,1 0-1,-1 0 1,0 0-1,0 0 1,0 0-1,0 0 1,0 0 0,0 0-1,0 1 1,0-1-1,-1 0 1,1 1 0,0-1-1,-1 0 1,1 1-1,13 35 35,-12-33-24,11 55 428,-12-48-359,1-1 1,-1 0-1,2 0 0,0 0 1,0-1-1,1 1 0,0-1 1,0 0-1,1 0 0,3 5-80,-5-11-178,0-1 0,-1 0 0,1 0 0,0 0 0,0-1-1,0 1 1,0-1 0,0 1 0,0-1 0,1 0 0,-1 0-1,0-1 1,1 1 0,-1-1 0,2 1 178,11-1-4999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8994,'0'0'2511,"0"0"-996,0 0-697,0 0-429,5 25 103,18 75 1345,15 32-1837,-26-98 314,-6-20-140,-1 1 0,0-1 0,-1 1 0,-1-1 0,0 1 0,0 10-174,-3-25 609,0 0 248,0 0 82,9-25 251,-3 14-1185,1 0 0,0 0 1,1 0-1,-1 1 0,2 0 1,0 1-1,0-1 0,0 2 1,1 0-1,1 0 0,-1 0 1,1 1-1,1 1 0,-1 0 1,1 1-1,0 0 0,0 0 1,1 2-1,-1-1 0,1 1 1,0 1-1,-1 1 0,1 0 1,0 0-1,0 1 0,0 1 1,2 0-6,-12 0-5,1-1 0,0 1 0,0 0 1,-1 0-1,1 1 0,-1-1 0,1 1 0,-1 0 1,1 0-1,-1 0 0,0 0 0,0 0 1,0 1-1,0-1 0,-1 1 0,1 0 1,-1 0-1,1 0 0,-1 0 0,0 0 1,0 1-1,0-1 0,-1 1 0,2 2 5,1 5-10,-1 0 0,0 0 0,-1 1 0,0-1 0,-1 0 1,0 1-1,-1 8 10,0-18 10,0 1 1,0 0 0,-1-1 0,1 1-1,-1 0 1,1 0 0,-1-1 0,0 1-1,0-1 1,0 1 0,0-1 0,-1 1-1,1-1 1,-1 0 0,1 0 0,-1 0-1,0 0 1,0 0 0,-1 1-11,-1 0 44,-1 0 0,1 0 1,-1 0-1,0-1 0,0 1 0,0-1 0,0 0 1,0-1-1,-5 2-44,-14 1 151,1-1 0,-1-2 0,0 0 0,-10-1-151,16 0-13,9 0-29,1-1 0,0 1-1,0-1 1,-1 0 0,1-1 0,0 0 0,0 0-1,1-1 1,-1 0 0,-5-3 42,-23-19-4816,26 15-365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5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12699,'0'0'2080,"0"0"-897,0 0-528,0 0-192,0 0 371,2 24 36,7 77-301,-9-93-506,0-1 0,1 0 0,0 1-1,0-1 1,1 0 0,0 0-1,0 0 1,0 0 0,1 0-1,0-1 1,1 1 0,0-1-1,3 6-62,-4-56 788,-4 16-772,0 18-10,1 0-1,0-1 0,1 1 1,0-1-1,0 1 0,1 0 1,1-2-6,-3 9-1,1 1 0,1 0 0,-1-1 0,0 1 0,1 0 0,-1-1 0,1 1 1,-1 0-1,1 0 0,0 0 0,0 1 0,0-1 0,0 0 0,0 1 0,1-1 0,-1 1 1,0 0-1,1 0 0,-1 0 0,1 0 0,-1 0 0,1 0 0,-1 1 0,1-1 1,0 1-1,-1 0 0,1 0 0,-1 0 0,1 0 0,1 0 1,3 1-11,1-1 0,-1 2 1,1-1-1,-1 1 0,0 0 0,0 1 0,0 0 0,0 0 1,0 0-1,-1 1 0,1 0 0,-1 0 0,0 1 0,0-1 1,-1 1-1,1 1 0,-1-1 0,0 1 0,2 4 11,5 6-9,0 1 1,-2 0-1,0 1 0,-1 0 0,-1 0 0,5 18 9,-9-59 84,-2-24-182,-3 11 66,0 17 30,0 0 1,1 1-1,1-1 0,1 0 1,1-1 1,-2 16-5,0 1 0,0-1 0,0 0 0,0 1 0,0-1 0,1 1 0,0-1 0,-1 1 0,1 0 0,0 0 0,1 0 1,-1 0-1,1 0 0,-1 0 0,1 1 0,0-1 0,0 1 0,0 0 0,0 0 0,0 0 0,0 0 0,1 0 0,-1 1 0,1-1 0,-1 1 0,1 0 0,0 0 5,1 0 3,1 0 0,0 0 0,0 1 0,-1 0 0,1 0-1,0 0 1,0 0 0,0 1 0,-1 0 0,1 0 0,0 1 0,-1 0-1,1 0 1,-1 0 0,0 0 0,0 1 0,0 0 0,0 0-1,0 0 1,0 1 0,-1 0 0,0-1 0,0 2 0,0-1 0,1 1-3,8 14 140,0 0 0,-1 1 0,-1 0 1,-1 0-1,7 19-140,-2-4 61,-13-31-119,0 0 1,0 0-1,0 0 1,1 0 0,-1 0-1,1 0 1,0-1-1,0 1 1,1-1-1,-1 0 1,0 0-1,1 0 1,0 0-1,0-1 1,0 0-1,0 1 1,0-1-1,0-1 1,1 1-1,3 0 58,18 0-3953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5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11522,'0'0'2377,"0"0"-1169,0 0 809,0 0-1321,148 0-464,-111 0-208,-7 0-24,-1 0-1296,-10 0-1793,-3 5-4153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5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12699,'0'0'2144,"0"0"-575,0 0-785,0 0-584,148-10-200,-81 1-192,-11 4-1321,-10 0-3600</inkml:trace>
  <inkml:trace contextRef="#ctx0" brushRef="#br0" timeOffset="1">533 8 13235,'0'0'2480,"0"0"169,0 0-1129,0 0-1008,0 0-328,0 0-112,161 0-72,-121 0-232,11-2-1768,-11 2-2449,-5-5-8954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13499,'0'0'2328,"0"0"-1247,0 0-761,0 0-192,0 0-64,16 150 144,-8-92 136,-3-3-104,1-2-80,-1-4-152,3-11-8,0-2-8,0-11-1600,0-11-5250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1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0 824,'0'0'8330,"0"0"-6578,0 0-543,0 0-457,139 10-424,-93-8-232,18-2-96,-13 0-512,-8 0-4961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2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66 304,'0'0'4556,"0"0"-2212,0 0-389,0 0-558,0 0-424,13 0 1509,-13 1-2464,1 0 0,-1 0 0,0-1-1,0 1 1,0 0 0,0 0 0,0 0 0,0 0 0,0 0 0,0 0 0,0 0-1,0 0 1,-1 0 0,1 0 0,0 0 0,-1 0 0,1 0 0,0-1-1,-1 1 1,1 0 0,-1 0 0,1 0 0,-1-1 0,0 1 0,1 0-1,-1-1 1,0 1 0,0 0 0,1-1 0,-1 1 0,0-1 0,0 1 0,0-1-1,0 1 1,1-1 0,-1 0 0,0 0 0,0 1 0,0-1 0,0 0-1,0 0 1,0 0 0,0 0-18,1-28 698,0 25-674,0 0 0,1 0 1,-1 0-1,1 0 0,0 1 1,0-1-1,0 0 0,0 1 0,1-1 1,-1 1-1,1-1 0,0 1 1,-1 0-1,1 0 0,0-1 1,0 1-1,0 0 0,1 1 1,-1-1-1,0 0 0,1 1 1,-1-1-1,1 1 0,-1 0 0,1 0 1,2-1-25,-4 2 4,-1 0-7,-1 4 33,1-1-1,-1 1 1,0 0-1,0-1 1,0 1-1,0-1 1,0 1-1,-1-1 0,0 0 1,0 0-1,0 0 1,0 0-1,0 0 1,-1 0-1,1 0 1,-1-1-1,1 1 1,-1-1-1,0 0 1,0 0-1,-1 1-29,-11 9 76,15-14-25,0-1 1,0 0-1,0 1 1,0-1-1,1 1 0,-1-1 1,1 1-1,0-1 1,-1 1-1,1-1 0,1-2-51,0 3 4,-1 0-1,1 0 0,0 1 1,0-1-1,0 0 0,0 1 1,0-1-1,0 1 0,0-1 1,0 1-1,1 0 0,-1 0 1,0 0-1,1 0 0,-1 1 1,1-1-1,-1 0 0,3 1-3,-11 32 56,3-28-44,0 1 0,0-1 0,-1 1 0,1-1 0,-1 0 0,0 0-1,0-1 1,-1 1 0,1-1 0,-1 0 0,0 0 0,0-1 0,0 1-1,0-1 1,0 0 0,0 0 0,-1-1 0,-1 1-12,6-7 32,0 0 0,0-1 0,1 1 0,-1 0 1,1 0-1,0 0 0,1-1 0,-1 1 0,2-3-32,-1 5 3,1-1 1,0 1-1,0 0 0,0 0 0,0 0 0,1 0 1,-1 1-1,1-1 0,0 1 0,-1-1 0,1 1 1,0 0-1,1 0 0,-1 0 0,0 1 1,0-1-1,1 1 0,-1 0 0,1-1 0,-1 2 1,1-1-1,0 0 0,-1 1 0,1-1 0,0 1 1,-1 0-1,4 1-3,-6 0-2,-1 0 1,1 0-1,0 0 0,0 0 1,0 0-1,0 0 0,-1 0 1,1 0-1,-1 1 0,1-1 1,-1 0-1,1 0 0,-1 1 1,0-1-1,1 0 0,-1 1 1,0-1-1,0 0 1,0 1-1,0-1 0,0 0 1,0 1-1,-1-1 0,1 1 2,-3 36 87,1-33-75,0-1 0,0 1 1,0-1-1,-1 0 0,0 0 1,1 0-1,-2 0 1,1 0-1,0-1 0,-1 1 1,1-1-1,-1 0 1,0 0-1,0 0 0,0-1 1,0 0-1,-1 1 0,1-1 1,-1-1-1,0 1 1,-1 0-13,5-3 31,0 0 1,0 0-1,0 1 1,0-1-1,0 0 0,0 0 1,0 0-1,1-1 1,-1 1-1,0 0 1,1 0-1,-1 0 1,1 0-1,-1-1 1,1 1-1,0 0 1,-1 0-1,1-1 1,0 1-1,0 0 1,0-1-1,0 1 1,0 0-1,0-1 1,0 1-1,1-1-31,2-41 108,-3 41-117,2-1 0,-1 1 0,0-1 0,0 1 0,1 0-1,0-1 1,-1 1 0,1 0 0,0 0 0,0 0-1,0 0 1,0 0 0,0 1 0,1-1 0,-1 1-1,1-1 1,-1 1 0,1 0 0,-1 0 0,3-1 9,-4 2-4,0-1 0,0 1 1,0-1-1,0 1 0,0 0 0,1 0 1,-1-1-1,0 1 0,0 0 1,0 0-1,0 0 0,0 0 0,0 1 1,0-1-1,1 0 0,-1 0 1,0 1-1,0-1 0,0 0 0,0 1 1,0-1-1,0 1 0,0 0 1,0-1-1,0 1 0,-1 0 0,1-1 1,0 1-1,0 0 0,-1 0 1,1 0-1,0 0 0,-1 0 0,1 0 1,0 0-1,-1 0 0,0 0 1,1 0-1,-1 0 0,0 0 0,1 0 1,-1 0-1,0 0 0,0 0 1,0 0-1,0 0 0,0 1 0,0-1 1,0 0-1,0 0 4,0 4 30,0 1-1,-1-1 1,0 0 0,1 1-1,-2-1 1,1 0-1,-1 0 1,-1 4-30,3-8 8,-1 0 0,1 0-1,-1 0 1,0 0 0,1 0 0,-1 0 0,0 0-1,0 0 1,0 0 0,0 0 0,0 0-1,0 0 1,0-1 0,0 1 0,0 0 0,0-1-1,0 1 1,0-1 0,0 0 0,-1 1 0,1-1-1,0 0 1,0 1 0,0-1 0,-1 0-1,1 0 1,0 0 0,0 0 0,-1 0 0,1 0-1,0-1 1,0 1 0,-1 0 0,1-1 0,0 1-1,0-1 1,0 1 0,0-1 0,0 1-1,0-1 1,-1 0-8,0-1 23,0 0-1,0 0 1,0-1 0,1 1-1,-1 0 1,1-1 0,-1 0-1,1 1 1,0-1 0,-1 0-1,2 0 1,-1 1 0,0-1-1,0 0 1,1 0 0,0 0-1,-1 0-22,0-2 10,1-1-1,-1 1 0,1 0 1,0 0-1,0 0 1,1 0-1,-1 0 0,1-1 1,1-3-10,-1 8 1,0-1 0,0 1 0,0 0-1,0 0 1,1 0 0,-1 0 0,0 0 0,0 1 0,1-1 0,-1 0 0,0 1 0,1-1 0,-1 0 0,0 1 0,1 0 0,-1-1 0,1 1 0,-1 0 0,1 0 0,-1 0 0,1 0 0,0 0-1,35 1-60,-35-1 57,-1 1 0,0-1 0,0 1 0,0 0 0,-1-1 0,1 1 1,0 0-1,0 0 0,0 0 0,-1 0 0,1 0 0,0 0 0,-1-1 0,1 2 0,-1-1 0,1 0 0,-1 0 0,1 0 0,-1 0 0,0 0 0,0 0 0,0 0 0,1 0 0,-1 1 0,0-1 0,0 0 0,0 0 1,-1 0-1,1 0 0,0 0 0,0 1 3,-7 37-30,3-32 36,-1 0 1,1 0 0,-1-1 0,-1 1 0,1-1-1,-7 5-6,9-8-32,0 0 0,-1 0 0,1 0-1,-1-1 1,1 1 0,-1-1-1,0 0 1,0 0 0,0 0 0,0 0-1,0-1 1,-1 0 0,-3 1 32,7-3-9,0 1 0,0-1 0,0 1 0,0-1 1,0 0-1,1 1 0,-1-1 0,0 0 0,0 0 0,1 0 0,-1 0 0,1 0 1,-1 0-1,0 0 0,1 0 0,0 0 0,-1 0 0,1 0 0,0 0 1,-1 0-1,1 0 0,0 0 0,0 0 0,0 0 0,0 0 0,0 0 0,0-1 1,0 1-1,0 0 0,1 0 0,-1 0 0,0 0 0,1-1 9,-1-6-21,1 0 14,-1 0-1,1 0 0,1 0 0,-1 0 0,1 0 0,1 1 0,-1-1 0,1 1 1,1-1-1,-1 1 0,3-3 8,-5 8 0,1 0-1,0-1 1,-1 1 0,1 0 0,0 0-1,0 0 1,0 0 0,0 0 0,1 0 0,-1 1-1,0-1 1,1 1 0,-1-1 0,1 1-1,-1 0 1,1 0 0,0 0 0,0 0-1,-1 1 1,1-1 0,0 1 0,0 0 0,0 0-1,0 0 1,-1 0 0,1 0 0,0 0-1,0 1 1,0-1 0,-1 1 0,1 0-1,0 0 1,-1 0 0,1 0 0,1 1 0,-1 0 1,0 0 1,0 0 0,0 0 0,-1 0-1,1 1 1,-1-1 0,1 1-1,-1-1 1,0 1 0,0 0-1,0 0 1,-1 0 0,1 0-1,0 0 1,-1 1 0,0-1 0,0 0-1,0 0 1,0 1 0,-1 0-2,3 11 164,-1 1 1,-1-1-1,-1 16-164,0-28 46,0 0-18,0-1 0,0 1 0,-1-1 0,1 1 0,-1 0 0,0-1 0,0 1 0,1-1 0,-2 1 0,1-1-1,0 0 1,0 0 0,-1 1 0,1-1 0,-1 0 0,0 0 0,0 0 0,0 0 0,0-1 0,0 1 0,0 0 0,0-1 0,0 0 0,-1 1 0,1-1-1,0 0 1,-1 0 0,1 0 0,-1-1 0,1 1 0,-1 0 0,0-1 0,1 0 0,-1 1 0,0-1 0,1 0 0,-1-1 0,1 1 0,-1 0 0,0-1 0,1 1-1,-1-1 1,1 0 0,-1 0 0,1 0 0,-1 0 0,1-1 0,0 1 0,0 0 0,0-1 0,-1 0 0,1 1 0,1-1 0,-1 0 0,0 0 0,-1-1-28,0-3 15,0 0 1,0-1-1,1 1 1,-1 0-1,1-1 1,1 0-1,-1 1 1,1-1-1,0 0 1,1 0-1,0 0 1,0 0-1,0 1 1,1-1-1,0 0 1,1-5-16,-2 11-7,1 0 1,-1 0 0,1 0-1,-1 0 1,1 0 0,0 0-1,-1 0 1,1 0 0,0 0-1,0 1 1,0-1 0,0 0-1,-1 0 1,1 1 0,0-1-1,0 0 1,0 1 0,1-1-1,-1 1 1,0 0 0,0-1-1,0 1 1,0 0 0,0-1-1,0 1 1,0 0 0,1 0 0,-1 0-1,0 0 1,0 0 0,0 1-1,0-1 1,1 0 0,-1 0-1,0 1 1,0-1 0,0 0-1,1 1 7,0 0-8,-1 0 1,1 0-1,0 0 0,0 0 0,-1 1 0,1-1 0,-1 0 0,1 1 0,-1-1 1,0 1-1,0-1 0,1 1 0,-1-1 0,0 1 0,0 0 0,-1 0 0,1 0 1,0-1-1,-1 1 0,1 0 0,-1 0 0,1 1 8,0 0 2,-1 1 0,0-1 1,1 0-1,-1 1 0,-1-1 0,1 0 0,0 1 0,-1-1 0,1 0 0,-1 0 0,0 1 1,0-1-1,-1 0-2,1-1-2,-1-1 1,0 0 0,1 0-1,-1 0 1,0 0-1,0 0 1,1 0 0,-1-1-1,0 1 1,0 0 0,0-1-1,0 0 1,0 1-1,0-1 1,0 0 0,0 0-1,0 0 1,0 0 0,0-1-1,0 1 1,0 0-1,0-1 2,-1 0-225,1 1 0,0-1 0,-1 0 0,1 0 0,0 0 0,0 0 0,0 0 0,0-1 0,0 1 0,0-1 0,0 1 0,1-1 0,-1 1 0,0-1 0,1 0 0,-1 0 0,1 0 0,0 0 0,0 0 0,0 0 0,-1-2 225,-6-12-4444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4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3025,'0'0'3732,"0"0"-1899,0 0 157,0 0 126,-2 18-490,-1-3-1468,-11 79 2393,4 0 1,5 1-2552,4-85 77,2 0-1,0 0 1,0-1 0,0 1 0,2 0-1,-1-1 1,1 1 0,3 5-77,-5-12-26,0 0 0,1 0 0,0 0 0,-1 0 0,1-1 0,0 1-1,0-1 1,0 1 0,1-1 0,-1 0 0,1 0 0,-1 0 0,1 0 0,0 0 0,0 0 0,-1-1 0,1 0 0,0 1-1,0-1 1,1 0 0,-1 0 0,0-1 0,0 1 0,0-1 0,1 1 0,1-1 26,23 0-2122,-4 0-2064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4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86 5817,'0'0'2203,"0"0"-932,0 0-54,0 0-17,0 0-163,0 0-35,0-17-11,0-2-608,0-20-214,0 28 492,0 13 864,3 18-1510,1 1 1,0-1 0,5 10-16,-4-16-50,-1-1 0,-1 0 0,0 1 0,-1 0 0,0-1-1,-1 1 1,-1 0 0,0 9 50,-3-20-92,-1 0-1,1 0 0,-1 0 0,1-1 0,-1 1 1,0-1-1,0 0 0,0 0 0,0 0 1,0-1-1,0 1 0,-1-1 0,-1 0 93,-2 2-102,-11 3 51,14-5 60,0 0 0,0 1-1,0 0 1,0 0 0,0 0 0,0 1 0,-3 1-9,8-3 202,0-1 195,0 0 283,0 0-135,0 0-159,0 0 66,43-1 1547,2-6-2814,-13 2-2650,-15 1-1811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4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7394,'0'0'1088,"0"0"1280,0 0-1327,0 0-657,0 0-344,-6 130-40,-7-110-2809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4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6889,'0'0'2825,"0"0"-178,0 0-640,0 0-846,0 0-403,0 0-197,-6 3-196,-1 2-239,-1 1 1,1-1-1,0 1 0,1 1 1,-1-1-1,1 1 0,0 0 0,1 1 1,0-1-1,0 1 0,1 0 1,0 0-1,0 0 0,1 1 1,0 0-1,-2 7-126,-2 9 226,2 0 0,1 0-1,0 0 1,2 1 0,1 15-226,1-40 12,0 1 0,1-1 0,-1 0 1,1 1-1,-1-1 0,1 0 0,-1 0 0,1 0 0,0 1 0,-1-1 0,1 0 1,0 0-1,0 0 0,0 0 0,0 0 0,0 0 0,0-1 0,0 1 0,0 0 1,0 0-1,1-1 0,-1 1 0,0-1 0,0 1 0,1-1 0,-1 1 0,0-1 1,1 0-1,-1 0 0,0 1 0,1-1 0,-1 0 0,0 0 0,1-1 1,-1 1-1,0 0 0,1 0 0,-1-1-12,5 1 52,0 0 1,-1-1 0,1 0-1,-1 0 1,1-1-1,-1 1 1,1-1 0,4-3-53,-4 1 61,0 0 0,-1-1 1,0 0-1,1 0 1,-1 0-1,-1-1 0,1 1 1,-1-1-1,0 0 1,-1-1-1,1 1 0,-1-1 1,-1 1-1,1-1 0,-1 0 1,0 0-1,0 0 1,-1 0-1,0 0 0,-1-1 1,1 1-1,-1 0 1,-1 0-1,1-1 0,-1 1 1,0 0-62,0 5 48,0 0 1,-1 0-1,1 0 1,0 0-1,-1 0 1,1 0-1,-1 1 0,1-1 1,-1 0-1,0 1 1,0 0-1,1-1 1,-1 1-1,0 0 1,0 0-1,0 0 0,-1 0 1,1 0-1,0 0 1,0 1-1,0-1 1,-1 1-1,1 0 1,0 0-1,-1-1-48,-65 0 175,49 1-222,15 0-139,-20 3-532,23-2 519,1-1 0,-1 0 0,1 1 0,-1-1 1,1 0-1,-1 1 0,1-1 0,0 1 0,-1-1 0,1 1 0,0-1 0,-1 1 0,1-1 1,0 1-1,-1-1 0,1 1 0,0-1 0,0 1 0,0-1 0,0 1 0,0 0 1,0-1-1,0 1 0,-1-1 0,2 1 199,-1 0-4373,0-1-3285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48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8194,'0'0'1629,"0"0"-100,0 0-374,0 0-112,0 0-15,0 0-217,15 23-111,45 76 193,-57-94-736,1 1 0,-1-1 0,-1 1 0,1 0-1,-1 0 1,0 0 0,0 1 0,-1-1 0,0 0 0,0 1-1,0-1 1,-1 1 0,0-1 0,-1 3-157,1 14 706,2-3-595,-2 0-1,0 0 1,-1 0-1,-1 0 0,-1 0 1,-1-1-1,-1 1 1,0-1-1,-1 0 0,-4 5-110,-10 19-2447,-3-5-2899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2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14427,'0'0'2278,"0"0"-887,0 0-386,0 0-407,10 22 229,5 10-365,1 0-1,1-1 1,2-1 0,20 24-462,-31-43 113,1-1 0,1 0 0,0-1 0,0 0 0,1-1-1,0 0 1,10 5-113,-14-9 28,0-1 0,0 0 0,1 0 0,-1-1 0,1 0 0,-1 0 0,1 0 0,0-1 0,0-1 0,0 1 0,-1-1 0,1-1-1,0 1 1,2-1-28,-3-1 23,-1 0-1,1-1 0,-1 0 1,0 0-1,0 0 0,0 0 1,0-1-1,0 0 0,-1 0 1,0-1-1,0 1 1,0-1-1,0 0 0,-1-1 1,0 1-1,0-1 0,0 0 1,-1 0-1,0 0 0,0 0 1,2-6-23,3-9 55,-1 0-1,0 0 1,-2-1 0,0 0 0,-2 0 0,1-5-55,-1-113 2675,0 174-2666,1 0-1,1-1 0,2 0 0,2 0 0,9 23-8,-3-6 93,9 51-93,-16-57 86,-1 0 1,-3 1 0,-2 0 0,-2 0-1,-1-1 1,-3 1 0,-3 12-87,3-41 59,-1-1 1,0 1-1,-1-1 0,-1 0 1,0 0-1,-1-1 1,0 0-1,-2 0 1,0 0-60,6-8 20,0-1 0,0 0 0,-1-1 0,1 1 0,-1-1 0,0 0 0,0 0 0,0 0 0,-1-1 0,0 0 0,1 0 0,-1 0 0,0 0 0,0-1 0,0 0 0,-1-1 1,1 1-1,0-1 0,-1-1 0,1 1 0,-1-1 0,1 0 0,0 0 0,-3-1-20,8 1-31,-1 0 0,0 0 0,0-1 0,0 1 0,1 0 0,-1-1 0,0 1 0,0-1 0,1 0 0,-1 0 0,0 1 0,1-1 0,-1 0 0,1 0 0,-1 0 0,1-1 0,0 1 0,-1 0 0,1-1 0,0 1 0,0 0 0,0-1 0,0 1 0,0-1 0,0 0 0,0 1 0,1-1 0,-1 0 0,1 1 0,-1-1 0,1 0 0,-1 0 0,1 0 0,0 1 0,0-1 0,0 0 1,0 0-1,0 0 0,1 1 0,-1-1 0,0 0 0,1 0 0,-1 1 0,1-1 0,0-1 31,2-4-611,0 0 0,0 1 0,1-1 1,0 1-1,0-1 0,0 1 0,1 0 1,0 1-1,0-1 0,2 0 611,35-28-9032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2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14539,'0'0'1857,"0"0"-353,0 0 1392,0 0-1679,0 0-609,0 0 72,0 0-272,99 51-304,-69-49 0,-3-2-104,-1 0-120,-1 0-1000,-7 0-1193,-7 0-2872,-11 5-6465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14347,'0'0'2401,"0"0"95,0 0-351,0 0-1089,0 0-584,0 0-216,0 0-256,166-5-88,-85-12-1096,-14 3-1769,-8-1-6553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3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14483,'0'0'1993,"0"0"95,0 0-96,0 0-919,134 128-161,-94-75-104,-5 0-288,-5 0-320,-6-5-104,-8-7-96,-2-9 0,-4-10-120,-2-10-560,0-12-1168,-2 0-2425,-3-5-4433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0 14403,'0'0'2425,"0"0"-1161,0 0 240,0 0-304,-65 130 177,22-69-177,-5-1-200,0-2-200,-1-5-368,12-4-287,5-11-33,10-6-104,11-8-16,9-10-88,2-4-737,8-10-1487,16 0-753,0 0-3752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3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12467,'0'0'2568,"0"0"-111,0 0-353,0 0-864,0 0-311,0 0 15,0 0-360,46 29-8,-9-29-240,1 0-192,5 0-144,0 0-96,24-15-1544,-13-1-2945,-3-1-5521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16059,'0'0'2232,"0"0"1,0 0-776,0 0-1008,0 0-312,0 0-56,4 26 92,-2-16-151,12 79 567,0 36-589,-7-65 263,-2-12-956,-3-17-3280,-10-28-3258,-12-1 4950,17-1 1131,-69 14-2358,26 1 9067,45-16-5411,1 0-1,0 0 0,-1 0 0,1 0 1,0 0-1,-1 0 0,1 0 1,0 0-1,-1 0 0,1 0 1,0 1-1,-1-1 0,1 0 1,0 0-1,-1 0 0,1 1 0,0-1 1,0 0-1,-1 0 0,1 1 1,0-1-1,0 0 0,-1 1 1,1-1-1,0 0 0,0 1 1,0-1-1,0 0 0,0 1 0,-1-1 1,1 0-1,0 1 0,0-1 1,0 0-1,0 1 0,0-1-147,12 8 1586,20-1-1149,32-1 121,1-2 0,25-4-558,-48-2-2525,1-2 0,15-5 2525,-3-2-12378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15491,'0'0'1922,"0"0"233,7 24-566,-1 0-1303,1 6 29,2-1 1,1-1-1,13 28-315,-8-25 731,-1 2-1,-1 0 1,4 22-731,-18-113 455,2-70-129,0 114-322,1 0 0,0 1 1,1 0-1,0-1 0,1 1 0,1 0 1,0 1-1,1-2-4,-5 11-1,1 0 0,-1 0 0,1 0 0,0 0 0,0 0 0,0 0 0,0 0 0,1 1 0,-1-1 0,1 1 0,0 0 0,-1-1 0,1 1 0,0 1 0,0-1 0,1 0 0,-1 1 0,0-1 0,0 1 0,1 0 0,-1 0 0,1 0 0,-1 1 0,1-1 0,-1 1 0,1 0-1,-1 0 1,1 0 0,-1 0 0,2 1 1,1 1-2,-1-1 0,0 1 0,1 0 0,-1 1 0,0-1 0,-1 1-1,1 0 1,0 0 0,-1 1 0,1-1 0,-1 1 0,0 0-1,-1 0 1,1 0 0,-1 1 0,1-1 0,-1 1 0,0 2 2,6 9 1,-2 0 1,0 0 0,-1 1-1,-1 0 1,0 0-1,-2 1 1,0-1 0,0 1-1,-2-1 1,0 2-2,-1-17 41,0-33 64,1 0 0,2 1 0,2-4-105,-3 22 7,1 0 1,0 1-1,1-1 0,0 1 1,0 0-1,2 0 1,-1 0-1,1 0 0,2-1-7,-7 10 2,0 0-1,1 0 1,-1 0-1,1 0 1,-1 0-1,1 0 1,0 0-1,0 0 1,0 1-1,0-1 1,0 1-1,0 0 1,0-1-1,1 1 1,-1 0-1,0 0 0,1 0 1,-1 1-1,1-1 1,-1 0-1,1 1 1,-1 0-1,1-1 1,-1 1-1,1 0 1,-1 1-1,1-1 1,-1 0-1,1 1 1,-1-1-1,1 1 0,-1 0 1,0 0-1,1 0 1,0 0-2,2 2 18,1 1 1,-1 0-1,0 0 1,0 1-1,-1-1 0,1 1 1,-1 0-1,0 0 1,-1 0-1,1 1 0,-1-1 1,0 1-1,0 0-18,18 49-12,-16-40 97,0-1 0,1 0 1,1 0-1,6 10-85,-10-20-201,-1 0 0,1-1 0,0 1 1,0-1-1,0 0 0,1 0 0,-1 0 0,1 0 0,0 0 0,0-1 0,0 0 0,0 0 0,0 0 0,0 0 1,0-1-1,1 1 0,-1-1 0,1 0 201,27 1-6053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13123,'0'0'2600,"0"0"-351,0 0-105,0 0-1368,0 0-431,139 50-345,-85-50-1137,-6 0-4104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5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5313,'0'0'10674,"0"0"-8441,0 0-193,0 0-1480,0 0-560,186-43-2528,-133 28-2897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75 291 14891,'0'0'4033,"0"0"-1414,2-26-770,15-185 219,-9 158-1289,-3 552-1483,-13-486-10448,-12-1 6569,-31 6 6829,34-13 218,17-5-2410,-1 0 1,1 0 0,-1 0-1,1 0 1,-1 0-1,1 0 1,0 1 0,-1-1-1,1 0 1,-1 0 0,1 0-1,0 0 1,-1 1-1,1-1 1,-1 0 0,1 0-1,0 1 1,-1-1-1,1 0 1,0 1 0,0-1-1,-1 0 1,1 1 0,0-1-1,0 1 1,-1-1-1,1 0 1,0 1 0,0-1-1,0 1 1,0-1-1,-1 0 1,1 1 0,0-1-1,0 1 1,0-1 0,0 1-1,0-1 1,0 1-1,0-1 1,0 0 0,1 1-1,-1-1 1,0 1-1,0-1 1,0 1 0,0-1-1,1 0 1,-1 1 0,0-1-1,0 0 1,1 1-1,-1-1-54,1 1 95,0 0 0,0 0-1,1 0 1,-1 0 0,0 0-1,0 0 1,1-1 0,-1 1-1,1 0 1,-1-1-1,1 1 1,-1-1 0,1 0-1,-1 1 1,2-1-95,21 1-121,0-2 1,0 0-1,-1-1 1,1-2-1,0 0 0,-1-1 1,9-5 120,21-7-3721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6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12619,'0'0'2623,"0"0"-84,0 0-656,0 0-1044,4 21-390,-2-11-375,5 23 300,1 1 0,1-1 1,10 21-375,-3-15 382,58 153 1317,-62-154-1441,-2 0 0,-1 0 0,-2 1-1,-1 7-257,-8-115 387,2 61-383,0 1-1,1-1 0,-1 1 0,1-1 1,1 1-1,0 0 0,0-1 0,0 1 1,1 0-1,0 0 0,0 0-3,3 1 4,-1 0 0,1 1-1,0 0 1,0 1 0,1-1-1,-1 1 1,1 0 0,0 1-1,0 0 1,0 0 0,1 0 0,-1 1-1,1 0 1,3 0-4,8-2-2,1 2-1,0 0 1,0 1 0,0 0-1,2 2 3,-18-1-3,-1 1 0,0-1-1,0 0 1,1 1 0,-1 0-1,0-1 1,0 1 0,0 1-1,0-1 1,0 0 0,0 1-1,0 0 1,0-1 0,-1 1-1,1 0 1,-1 0 0,1 1-1,-1-1 1,0 0 0,0 1-1,0-1 1,0 1 0,0 0-1,-1 0 1,1 0 0,-1 0-1,0 0 1,0 0 0,0 0-1,0 0 1,0 0 0,0 3 3,-1-2-1,1 1 0,-1 0 1,0 0-1,-1 0 0,1 0 1,-1 0-1,0 0 1,0 0-1,-1-1 0,1 1 1,-1 0-1,0-1 0,0 1 1,-1-1-1,1 0 0,-1 0 1,0 0-1,0 0 0,0 0 1,-1 0-1,0 0 1,-7 5 24,-1 0-1,0-1 1,0-1 0,0 0 0,-1 0-1,-3 0-23,10-5 9,0 1 0,0-1 0,0 0-1,-1-1 1,1 1 0,-1-1 0,1 0 0,-1-1-1,1 0 1,-1 0 0,1 0 0,-1-1 0,1 0 0,-6-1-9,11 1-4,0 1 0,0-1 0,1 1 0,-1-1 1,0 0-1,0 0 0,0 1 0,0-1 0,1 0 0,-1 0 1,0 0-1,0 0 0,1 0 0,-1 0 0,1 0 1,-1 0-1,1 0 0,0 0 0,-1 0 0,1 0 1,0 0-1,0 0 0,-1 0 0,1 0 0,0-1 1,0 1 3,0-2-76,0-1 0,0 1 1,1-1-1,-1 1 0,1 0 0,-1-1 1,1 1-1,0 0 0,1-3 76,4-5-597,1 0-1,0 0 0,1 1 1,0 0-1,1 0 1,0 1-1,0 0 0,1 0 598,41-34-5481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7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15931,'0'0'2257,"0"0"-665,0 0-488,0 0-759,177 0-177,-131 0-168,-6-3-56,-11 3-1089,-10 0-2655,-8 0-3050</inkml:trace>
  <inkml:trace contextRef="#ctx0" brushRef="#br0" timeOffset="1">148 220 8754,'0'0'4937,"0"0"-2745,0 0 281,0 0-729,0 0-503,0 0-697,0 0-480,148 0-64,-86-12-1705,-11 2-3040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12227,'0'0'4385,"0"0"-3153,0 0 1088,0 0-1007,0 0-825,0 0-320,0 0-168,164-3-536,-121-4-2345,-6 2-4088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47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 16492,'0'0'2056,"0"0"-200,0 0-903,0 0-633,0 0-192,0 0-80,40 152-32,-32-101-8,0-3-8,-2-5-168,-1-2-1009,0-12-1447,-5-12-4114</inkml:trace>
  <inkml:trace contextRef="#ctx0" brushRef="#br0" timeOffset="1">1 450 11739,'0'0'3032,"0"0"-791,0 0-545,0 0-1128,0 0-384,163 2-112,-114-4-72,7-13-264,-10 3-2048,-11 0-7218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6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67 3081,'0'0'2321,"0"0"-944,0 0 91,0 0-241,0 0-401,0-7 5950,0 8-6724,0 0 0,0 1 0,0-1 0,0 0 0,0 1 0,-1-1 0,1 0 0,0 0 0,-1 1-1,1-1 1,-1 0 0,0 0 0,1 0 0,-1 0 0,0 1 0,0-1 0,1 0 0,-1 0 0,-1 0-52,-3-2 1271,4-15-827,3 15-444,-1 0 0,0 0 0,0 0 0,0 0 0,1 0 0,-1 0 1,0 0-1,1 0 0,-1 0 0,1 1 0,-1-1 0,1 1 1,-1-1-1,1 1 0,-1-1 0,1 1 0,0 0 0,-1 0 0,1 0 1,0 0-1,0 0 0,0-1-2,0 1 0,1 0 0,-1 0-1,0 0 1,0 0 0,0 0 0,0 0 0,0 0 0,0 1 0,0-1 0,0 1 0,0 0 0,0-1 0,0 1 0,0 0 0,0 0 0,0 1 2,-1-1 9,0 1 0,0 0 1,0 0-1,0 0 1,0 0-1,-1 0 0,1 0 1,0 0-1,-1 0 1,0 0-1,1 0 1,-1 0-1,0 0 0,0 0 1,0 0-1,-1 1 1,1-1-1,0 0 1,-1 0-1,1 0 0,-1 0 1,0 0-1,1 0 1,-1 0-1,0-1 1,0 1-1,-1 0 0,1 0 1,0-1-1,-1 1 1,1-1-1,0 1 0,-1-1 1,0 1-1,1-1 1,-1 0-1,0 0 1,0 0-1,0 0 0,0 0 1,0 0-1,1 0 1,-2-1-1,1 1 1,0-1-1,-2 1-9,3-2 10,0 0-1,0 0 1,-1 0-1,1 0 1,0-1-1,0 1 1,0 0-1,0 0 1,1-1-1,-1 1 1,0-1 0,0 1-1,1-1 1,-1 1-1,1-1 1,-1 1-1,1-1 1,0 1-1,0-1 1,0 1 0,-1-1-1,2 0 1,-1 1-1,0-2-9,2-43 39,-1 46-43,-1-1 0,0 1-1,0-1 1,0 1 0,1 0 0,-1-1 0,0 1 0,0-1-1,1 1 1,-1 0 0,0-1 0,1 1 0,-1 0-1,0 0 1,1-1 0,-1 1 0,0 0 0,1 0 0,-1-1-1,1 1 1,-1 0 0,1 0 0,-1 0 0,0 0-1,1 0 1,-1 0 0,1 0 0,-1 0 0,1 0 0,-1 0-1,1 0 1,-1 0 0,0 0 0,1 0 0,-1 0-1,1 0 1,-1 0 0,1 1 0,-1-1 0,0 0 0,1 0-1,-1 1 1,0-1 0,1 0 4,0 1-8,0-1-1,0 1 1,-1 0-1,1 0 1,0-1-1,0 1 1,0 0-1,-1 0 1,1 0 0,-1 0-1,1 0 1,-1 0-1,1 0 1,-1 0-1,1 0 1,-1 0-1,0 0 1,1 0 8,-1 5 27,0 0 0,1 1 1,-2-1-1,1 0 0,-1 0 0,0 0 0,-1 2-27,2-7 5,0 0 0,0 0-1,-1 0 1,1 0-1,0 0 1,-1 0 0,1 0-1,-1 0 1,1 0 0,-1 0-1,0 0 1,1 0 0,-1 0-1,0 0 1,0-1-1,0 1 1,1 0 0,-1 0-1,0-1 1,0 1 0,0-1-1,0 1 1,0-1-1,0 1 1,0-1 0,0 0-1,0 1 1,0-1 0,0 0-1,-1 0 1,1 0 0,0 0-1,0 0 1,0 0-1,0 0 1,0 0 0,0 0-1,0-1 1,0 1 0,0 0-1,0-1 1,0 1-1,0-1 1,0 1 0,-1-1-5,0-3 5,0 0 0,1 1-1,-1-1 1,1 0 0,0 0 0,0 0 0,0 0 0,0-1 0,1 1 0,-1 0 0,1 0 0,0 0 0,1-1 0,-1 1-1,1 0 1,0 0 0,0 0 0,0 0 0,0-1-5,0 4-3,0 0-1,0-1 1,0 1-1,0 0 1,1 0-1,-1 0 1,0 0-1,0 0 1,1 1-1,-1-1 1,0 0-1,1 0 1,-1 1-1,1-1 1,-1 1-1,1-1 1,-1 1-1,1 0 1,-1 0 0,1-1-1,-1 1 1,1 0-1,0 1 1,-1-1-1,1 0 1,-1 0-1,1 1 1,-1-1-1,1 0 1,-1 1-1,1 0 1,-1-1-1,0 1 1,1 0-1,-1 0 1,0-1-1,1 1 1,-1 0-1,0 1 1,0-1 0,0 0-1,0 0 1,0 0-1,0 1 1,0-1-1,-1 0 1,1 1-1,0-1 1,-1 0-1,1 1 1,-1-1-1,1 1 1,-1-1-1,0 1 1,1 0-1,-1-1 4,0 6 18,1-1 1,-1 0-1,0 1 0,-1-1 0,0 1 0,0-1 0,0 0 0,-2 4-18,3-8 8,-1 0 0,0-1 0,0 1 0,0 0 0,0 0-1,0-1 1,-1 1 0,1-1 0,0 1 0,-1-1 0,1 1-1,-1-1 1,1 0 0,-1 0 0,0 0 0,1 0 0,-1 0-1,0 0 1,0 0 0,0-1 0,0 1 0,0-1-1,0 1 1,0-1 0,0 0 0,0 0 0,0 0 0,0 0-1,0 0-7,1 0 6,1 0 0,-1-1 0,0 1 0,1-1 0,-1 1 0,1-1 0,-1 1 0,1-1 0,-1 1 0,1-1 0,0 0 0,-1 1-1,1-1 1,0 1 0,-1-1 0,1 0 0,0 0 0,0 1 0,-1-1 0,1 0 0,0 1 0,0-1 0,0 0 0,0 1 0,0-1-1,0 0 1,0 0 0,0 0-6,0-29 41,0 22-38,1 4-7,-1 0 0,0 0-1,1 0 1,0 0 0,0 0 0,0 0 0,0 0 0,1 0 0,-1 0-1,1 1 1,0-1 0,0 1 0,1-1 0,-1 1 0,1 0 0,-1 0-1,1 0 1,0 0 0,0 0 0,0 1 0,1-1 0,-1 1 0,1 0-1,-1 0 1,1 0 0,0 0 0,-1 1 0,1 0 0,0-1 0,0 2-1,0-1 1,0 0 0,0 1 0,0-1 0,1 1 0,-1 0 0,0 1-1,0-1 5,-2 1-3,0 0-1,0 1 0,0-1 1,0 0-1,0 1 0,-1-1 0,1 1 1,0 0-1,-1-1 0,0 1 1,1 0-1,-1 0 0,0 0 0,0 0 1,0 0-1,0 0 0,0 0 1,-1 0-1,1 1 0,0-1 0,-1 0 1,0 0-1,1 1 0,-1-1 1,0 0-1,-1 3 4,2 3 16,0 1 1,-1 0-1,-1 0 0,1 0 0,-1 0 1,-2 6-17,3-13 6,0-1 0,0 0 0,-1 1-1,1-1 1,0 0 0,-1 0 0,1 1 0,0-1 0,-1 0 0,0 0 0,1 0 0,-1 0 0,0 1 0,1-1 0,-1 0-1,0 0 1,0-1 0,0 1 0,0 0 0,0 0 0,0 0 0,0 0 0,0-1 0,0 1 0,0-1 0,-1 1 0,1-1-1,0 1 1,0-1 0,-1 0 0,1 1 0,0-1 0,0 0 0,-1 0 0,1 0 0,-2 0-6,2-1 8,-1 0-1,0 0 1,0 0 0,1 0 0,-1 0 0,1 0 0,-1-1-1,1 1 1,-1-1 0,1 1 0,0-1 0,-1 1 0,1-1-1,0 0 1,0 1 0,1-1 0,-1 0 0,0 0 0,0 0 0,1 0-1,-1 0 1,1 0-8,-2-4-2,1-1-1,-1 1 0,1 0 1,1-1-1,-1 1 1,1-1-1,0 1 1,1 0-1,-1-1 0,1 1 1,0 0-1,1-1 1,0-1 2,0 5-7,0 1 1,-1-1 0,1 1-1,0-1 1,0 1 0,1-1-1,-1 1 1,0 0-1,1 0 1,-1 0 0,1 1-1,0-1 1,-1 1 0,1-1-1,0 1 1,0 0-1,0 0 1,0 0 0,0 0-1,0 1 1,0-1 0,0 1-1,1 0 1,-1 0 0,0 0-1,0 0 1,1 0 6,-3 0-3,1 0 0,-1 0 0,1 0 0,0 0-1,-1 0 1,1 0 0,-1 1 0,1-1 0,0 0 0,-1 1 0,1-1 0,-1 1 0,1 0 0,-1 0 0,0-1 0,1 1-1,-1 0 1,0 0 0,1 0 0,-1 0 0,0 0 0,0 1 0,0-1 0,0 0 0,0 0 0,0 1 0,0-1 0,-1 1 0,1-1-1,0 1 1,-1-1 0,1 1 0,-1-1 0,1 1 0,-1-1 0,0 1 0,0 0 0,0-1 0,0 1 0,0-1 0,0 1 0,0 0-1,0-1 1,-1 1 0,1-1 0,-1 1 0,1-1 0,-1 1 0,0-1 0,0 1 3,0 4 25,-2 0 1,1-1-1,0 1 0,-1-1 1,0 0-1,0 0 1,-1 0-1,0 0 0,1-1 1,-1 1-1,-1-1 0,1 0 1,-5 3-26,6-5 53,1-1 0,-1 0 1,1 1-1,-1-1 0,0 0 1,1 0-1,-1-1 0,0 1 1,0-1-1,0 1 0,-1-1-53,3 0 33,0 0 0,-1 0 1,1 0-1,0-1 0,0 1 0,0 0 0,0-1 0,0 1 1,0-1-1,0 1 0,0-1 0,0 1 0,0-1 0,0 0 1,0 1-1,0-1 0,1 0 0,-1 0 0,-1 0-33,0-3 13,0 0-1,1 0 1,-1 0-1,1 0 1,0 0 0,0 0-1,0 0 1,0-1-1,1 1 1,-1 0-1,1-1 1,1-3-13,-1 7-6,1 0 0,-1 0 0,1 0 0,-1 0 0,1 0 0,0 0 0,0 0 0,0 0 0,-1 0 0,1 0 0,0 0 0,0 1 1,0-1-1,0 0 0,1 0 0,-1 1 0,0-1 0,0 1 0,0-1 0,0 1 0,1 0 0,-1-1 0,0 1 0,0 0 0,1 0 0,-1 0 0,0 0 0,1 0 6,2-1-8,0 1 0,-1 0-1,1-1 1,0 2 0,0-1-1,0 0 1,0 1 0,0-1-1,3 2 9,-6-1 5,-1-1 0,1 1 0,-1-1 0,1 0 0,-1 1 0,1 0 0,-1-1 0,1 1 0,-1-1 0,0 1 0,1-1 0,-1 1 0,0 0 0,1-1 0,-1 1 0,0 0 1,0-1-1,0 1 0,0 0 0,1-1 0,-1 1 0,0 0 0,0-1 0,0 1 0,0 0 0,-1-1 0,1 1 0,0 0 0,0-1 0,0 1 0,-1 0 0,1-1 0,0 1 0,0 0 0,-1-1 0,1 1 0,-1-1 0,1 1 0,0-1 0,-1 1 0,0 0-5,-19 20 329,19-19-315,-1-1-1,1-1 1,-1 1-1,1 0 0,-1 0 1,0 0-1,1-1 1,-1 1-1,0-1 1,0 1-1,1-1 1,-1 0-1,0 0 0,0 0 1,1 0-1,-1 0 1,0 0-1,0 0 1,0-1-1,1 1 1,-1-1-1,0 1 0,1-1 1,-1 1-1,-1-2-13,2 1-11,0-1 0,-1 0 0,1 0 0,0 1 0,0-1 0,0 0 0,0 0 0,1 0 0,-1 0 0,0 0 0,1 0 0,0-1 0,-1 1 0,1 0 0,0 0 1,0 0-1,0 0 0,0 0 0,0 0 0,1-1 0,-1 1 11,1 0-264,0 1 0,0-1 0,0 0 0,1 1 1,-1-1-1,0 0 0,1 1 0,-1 0 1,0-1-1,1 1 0,0 0 0,-1 0 0,1 0 1,0 0-1,0 0 0,0 0 0,-1 0 1,1 0-1,0 1 0,0-1 0,0 1 0,0 0 1,0-1-1,2 1 264,4-2-2798,12-3-9989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9394,'0'0'2011,"0"0"-237,0 0-182,0 0-630,0 0-251,0 0 69,-13 0 63,-39 2 37,49-1-819,0 0 0,1 0 0,-1 0 0,1 1 0,-1-1 0,1 1 0,0-1 0,-1 1 0,1 0 0,0-1 0,0 1 0,0 0 0,0 1 0,1-1 0,-1 0 0,0 0 0,1 1 1,0-1-1,-1 3-61,-18 49 255,19-48-221,-6 27 95,2 1-1,1-1 1,2 1-1,1 0 0,3 6-128,-2-9 119,-1-25-114,1 1 0,1-1 0,-1 0 0,1 0 0,0 0 0,0 0 0,1-1 1,0 1-1,0 0 0,0 0 0,0-1 0,1 0 0,0 1 0,0-1 0,1 0 1,0 0-1,0-1 0,0 1 0,0-1 0,0 0 0,1 0 0,0 0 0,1 0-5,0-1-401,0 0-1,-1 0 0,1-1 0,0 0 1,0 0-1,0-1 0,0 1 0,1-2 0,2 1 402,19 0-5599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91 224,'0'0'8216,"0"0"-5468,0 0-1756,0 0-7,0 0-446,0 0-233,-1 19 90,-1 60 140,2-76-468,1 0 0,-1-1-1,0 1 1,1 0 0,0 0 0,-1 0 0,1-1-1,0 1 1,1 0 0,-1-1 0,0 1 0,1-1 0,-1 1-1,1-1 1,0 0 0,0 0 0,0 0 0,0 0-1,0 0 1,0 0 0,1 0 0,-1-1 0,1 1 0,-1-1-1,1 1 1,-1-1 0,1 0 0,0 0 0,-1 0 0,1-1-1,0 1 1,0-1 0,0 1 0,0-1-68,0 0 50,1 0-1,0 1 1,-1-1 0,1-1 0,0 1 0,0 0 0,-1-1-1,1 0 1,-1 0 0,1 0 0,-1 0 0,1-1 0,-1 1-1,0-1 1,1 0 0,-1 0 0,0 0 0,0 0-1,0-1 1,-1 1 0,1-1 0,0 0-50,0-4 11,1-1 1,-1 1-1,-1-1 0,0 0 1,0 1-1,0-1 1,-1 0-1,0 0 0,0-7-11,-6-74 1468,4 85-1248,0-1 1,-1 1 0,0 0 0,0 0-1,0 0 1,0 0 0,-1 0 0,0 0-221,-14-11-679,17 15 469,-1 0 1,0 0 0,1 0-1,-1-1 1,0 1-1,1 0 1,-1 0 0,0 0-1,1 0 1,-1 0-1,0 0 1,0 0 0,1 0-1,-1 0 1,0 1 0,1-1-1,-1 0 1,0 0-1,1 1 1,-1-1 0,1 0-1,-1 1 1,0-1-1,1 0 1,-1 1 0,1-1-1,-1 1 210,-1 1-10402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12139,'0'0'1624,"0"0"720,0 0-1495,0 0-513,6 131-192,-1-117-128,3-9-16,-3-5-1233,1 0-6432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9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11690,'0'0'1681,"0"0"47,0 0-696,0 0-671,0 0-233,0 0-128,0 0-249,148 5-143,-121-10-1184,-6-5-4025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0:5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8490,'0'0'4689,"0"0"-3209,0 0 505,0 0-993,0 0-128,8 149-16,-5-105-288,2-1-224,0-6-264,3-11-8,9-4-64,-1-15-1576,-3-7-3513</inkml:trace>
  <inkml:trace contextRef="#ctx0" brushRef="#br0" timeOffset="1">154 0 11090,'0'0'2753,"0"0"-929,0 0 609,40 184-1209,-26-114 32,-1 5-215,-5-3-561,-5 3-328,-3 14-152,-8-18-928,-14-6-4258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2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 4153,'0'0'1107,"0"0"-242,0 0-323,0 0-249,0 0-125,0 0 228,0 0 406,2 14 2376,1-6 2418,-1-8-5593,0 0 0,0 0 0,0 0 0,-1 1 0,1-1 0,0 1 0,-1-1 0,1 1 0,0 0 1,-1 0-1,1-1 0,0 1 0,-1 0 0,0 1 0,1-1 0,-1 0 0,1 0 0,-1 1 0,0-1 0,0 0 1,0 1-1,0-1 0,0 1 0,0 0 0,0-1 0,-1 1 0,1 0 0,0-1 0,-1 1 0,0 0 0,1 1-3,1 8 48,0-1 0,-1 1-1,-1 0 1,0 0 0,0 0-48,0-2 163,0-8-155,0 0 0,0-1-1,0 1 1,0 0 0,-1-1 0,1 1-1,0 0 1,0-1 0,0 1 0,-1-1 0,1 1-1,0 0 1,-1-1 0,1 1 0,-1-1-1,1 1 1,0-1 0,-1 1 0,1-1-1,-1 0 1,1 1 0,-1-1 0,0 1 0,1-1-1,-1 0 1,1 0 0,-1 1 0,0-1-1,1 0 1,-1 0 0,1 0 0,-1 1-1,0-1 1,1 0 0,-1 0 0,0 0-1,1 0 1,-1 0 0,0 0 0,1-1 0,-1 1-1,0 0 1,1 0 0,-1 0 0,0-1-1,1 1 1,-1 0 0,1-1 0,-1 1-1,0-1-7,-2 0 13,1 0 0,-1 0 0,1 0 0,-1 0 0,1-1 0,0 0 0,-1 1 0,1-1 0,0 0 0,0 0 0,0 0 0,-1-1-13,-2-21 605,5 23-589,0 0 0,0 1 0,0-1 0,0 1 0,0-1 0,0 1 0,1-1 0,-1 0 0,0 1 0,0-1 0,0 1 1,1-1-1,-1 1 0,0-1 0,1 1 0,-1-1 0,0 1 0,1 0 0,-1-1 0,0 1 0,1-1 0,-1 1 0,1 0 0,-1-1 0,1 1 0,-1 0 1,1 0-1,-1-1 0,1 1 0,-1 0 0,1 0 0,-1 0 0,1 0 0,0-1 0,0 1-16,-1 1 5,1 0 0,0-1 0,0 1-1,0 0 1,-1 0 0,1 0 0,-1-1 0,1 1-1,0 0 1,-1 0 0,1 0 0,-1 0 0,0 0-1,1 0 1,-1 0 0,0 0 0,0 0 0,1 0-1,-1 0 1,0 0 0,0 0 0,0 0 0,0 0-1,-1 1-4,2 35 201,-1-32-167,0-3-7,0 0 0,-1 0 0,1-1 1,-1 1-1,1 0 0,-1 0 0,0-1 1,0 1-1,0 0 0,0-1 1,0 1-1,0-1 0,0 1 0,-1-1 1,1 0-1,0 1 0,-1-1 0,1 0 1,-1 0-1,0 0 0,1 0 1,-1 0-1,0 0 0,1-1 0,-1 1 1,0 0-1,0-1 0,0 1 1,1-1-1,-1 0 0,-2 0-27,3-2 21,0 0 1,0 0-1,0-1 1,0 1-1,0-1 0,1 1 1,-1 0-1,1-1 1,-1 1-1,1-1 0,0 1 1,0-1-1,0 1 0,1-1 1,-1 1-1,1-3-21,-1 0 45,0 2-44,0 1 1,0-1 0,0 0-1,0 1 1,1-1-1,-1 0 1,1 1 0,0-1-1,0 1 1,0-1-1,0 1 1,0-1 0,0 1-1,1 0 1,-1 0-1,1-1 1,-1 1 0,1 0-1,0 0 1,0 1-1,0-1 1,0 0 0,0 1-1,1-1 1,-1 1-1,0 0 1,1-1 0,-1 1-1,1 0 1,-1 1-1,1-1 1,-1 0 0,1 1-1,0-1 1,-1 1-1,1 0 1,0 0 0,-1 0-1,1 0 1,2 1-2,-5-1-4,1 1 1,0-1 0,0 1-1,0-1 1,-1 1 0,1-1-1,0 1 1,-1 0-1,1-1 1,-1 1 0,1 0-1,0-1 1,-1 1 0,0 0-1,1 0 1,-1 0 0,1 0-1,-1-1 1,0 1-1,0 0 1,1 0 0,-1 0-1,0 0 1,0 0 0,0 0-1,0 0 1,0 0-1,0-1 1,0 1 0,-1 0-1,1 0 1,0 0 0,0 0-1,-1 0 1,1 0 0,0-1-1,-1 1 4,1 2 19,-1 0 1,0 0-1,1 0 0,-1 0 0,0 0 0,-1 0 1,1 0-1,0 0 0,-1-1 0,0 1 0,0 0-19,1-2 13,0 1-1,-1-1 1,1 0-1,-1 0 0,1 0 1,-1 0-1,1 0 0,-1-1 1,1 1-1,-1 0 1,0-1-1,1 1 0,-1-1 1,0 0-1,0 1 0,1-1 1,-1 0-1,0 0 0,0 0 1,1 0-1,-1-1 1,0 1-1,0 0 0,1-1 1,-1 1-13,0-2 9,1 1 0,-1 0 1,1-1-1,0 0 1,0 1-1,0-1 1,-1 0-1,1 0 0,1 1 1,-1-1-1,0 0 1,0 0-1,1 0 0,-1 0 1,1 0-1,0 0 1,0 0-1,-1 0 1,1 0-1,1-1-9,-2-2 11,1 1-1,-1 0 1,1-1 0,1 1 0,-1-1 0,1 1-1,-1 0 1,1 0 0,0-1 0,1 1-1,0-2-10,-1 4-2,1 0-1,-1 1 0,0-1 0,1 1 0,-1-1 0,1 1 0,0 0 0,-1 0 0,1-1 0,0 1 0,0 0 0,0 1 0,0-1 0,0 0 0,0 0 0,0 1 1,0-1-1,0 1 0,0 0 0,0 0 0,0 0 0,0 0 0,0 0 0,2 0 3,-3 1-4,1 0 1,-1 0-1,1 0 0,-1 0 1,0 0-1,1 1 0,-1-1 1,0 0-1,0 1 0,0-1 1,0 1-1,0-1 1,0 1-1,-1 0 0,1-1 1,0 1-1,-1 0 0,1-1 1,-1 1-1,0 0 0,0 0 1,1-1-1,-1 1 0,0 0 1,0 0-1,-1-1 1,1 1-1,0 0 4,0 6 38,0 0 0,0 0 0,0-1 0,-1 1 1,-1 0-1,0 4-38,1-10 19,0 0 0,0-1 1,1 1-1,-1 0 1,0-1-1,0 1 1,-1-1-1,1 1 0,0-1 1,0 1-1,-1-1 1,1 0-1,-1 0 1,1 0-1,-1 1-19,-7-5 160,6-14-79,1-12-50,1 20-24,0 0 0,0 0 0,1 0 0,0 0 0,1 1 0,-1-1 0,2 0 0,-1 0 0,1 1 0,3-7-7,-5 14 0,0 1-1,1-1 1,-1 0-1,1 1 1,-1-1-1,0 0 0,1 1 1,-1-1-1,1 0 1,-1 1-1,1-1 1,0 1-1,-1-1 1,1 1-1,0 0 1,-1-1-1,1 1 1,0-1-1,-1 1 1,1 0-1,0 0 1,0-1-1,-1 1 1,1 0-1,0 0 1,0 0-1,-1 0 1,1 0-1,0 0 1,0 0-1,0 0 1,0 1-2,0 0-1,1 0 1,-1 0 0,0 0-1,0 0 1,0 0 0,0 0-1,0 0 1,0 0 0,-1 1-1,1-1 1,0 0 0,-1 1-1,1-1 1,0 1 2,11 49-49,-12-42 74,0 1 0,0-1 1,-1 0-1,0 0 0,-1 0 0,0 0 0,-2 6-25,3-13 19,0 1 0,0-1 0,0 1 0,0-1-1,0 0 1,0 0 0,0 1 0,-1-1 0,0 0-1,1 0 1,-1 0 0,0 0 0,0-1 0,0 1-1,0 0 1,0-1 0,0 0 0,0 1 0,-1-1-1,1 0 1,0 0 0,-1 0 0,1 0 0,-1-1 0,1 1-1,-1-1 1,1 1 0,-3-1-19,4 0 11,0 0 0,0-1 0,0 1-1,1 0 1,-1-1 0,0 1 0,0-1 0,0 1 0,1-1 0,-1 1 0,0-1 0,1 1 0,-1-1-1,1 0 1,-1 1 0,1-1 0,-1 0 0,1 0 0,-1 1 0,1-1 0,-1 0 0,1 0-1,0 0 1,0 1 0,-1-1 0,1 0 0,0 0 0,0 0 0,0 0 0,0 0 0,0 0-11,-1-36 107,1 30-72,0-8-25,-1 9-10,1 0 1,0-1-1,1 1 0,-1 0 1,1-1-1,0 1 0,2-5 0,-2 9 0,0 1 0,0-1-1,-1 1 1,1 0-1,0-1 1,1 1 0,-1 0-1,0 0 1,0-1-1,0 1 1,1 0 0,-1 0-1,0 0 1,1 1 0,-1-1-1,1 0 1,-1 1-1,1-1 1,0 0 0,-1 1-1,1 0 1,0-1-1,-1 1 1,1 0 0,0 0-1,-1 0 1,1 0 0,0 0-1,-1 0 1,1 1-1,-1-1 1,1 0 0,-1 1 5,1 0 0,-1-1 0,0 1 0,0 0 0,0 0 0,0 0 0,0 0 0,0 0 1,0 0-1,0 0 0,0 0 0,0 0 0,0 0 0,-1 0 0,1 1 0,-1-1 0,1 0 0,-1 0 0,1 1 0,-1-1 0,1 1 0,-1-1 0,0 0 0,0 1 0,0-1 0,0 0 0,0 1 1,0-1-1,0 1 0,0-1 0,-1 1-5,1 1 16,0 1 1,0-1 0,-1 1-1,1-1 1,-1 0 0,0 1-1,0-1 1,0 0 0,0 0-1,-1 0 1,1 0 0,-1 0-1,0 1-16,-1-2 19,1 0-1,-1 0 1,1 0-1,-1 0 1,1-1-1,-1 1 1,0-1-1,0 0 0,0 0 1,0 0-1,0 0 1,0 0-1,0-1 1,0 1-1,0-1 1,0 0-1,0 0 1,-1 0-20,3 0 5,0-1 0,1 1 0,-1-1 0,0 1 0,1-1 0,-1 0 0,0 1 0,1-1 0,-1 0 0,0 1 0,1-1 0,-1 0 0,1 0 0,0 1 0,-1-1 0,1 0-1,0 0 1,-1 0 0,1 0 0,0 1 0,0-1 0,-1 0 0,1 0 0,0 0 0,0 0 0,0 0 0,0 0 0,1 0-4,-2-35 89,1 29-82,1 5-10,-1 0-1,0 0 0,1 0 1,-1 0-1,1 0 1,-1 0-1,1 0 0,0 0 1,0 0-1,0 0 0,0 0 1,0 1-1,1-1 1,-1 0-1,0 1 0,1-1 1,-1 1-1,1-1 0,0 1 1,-1 0-1,1 0 1,0 0-1,0 0 0,0 0 1,0 0-1,0 0 1,0 0-1,0 1 0,0-1 1,0 1-1,0 0 0,0 0 1,1-1 3,-1 1-4,0 0 0,0 0 0,1 0-1,-1 0 1,0 0 0,0 0 0,0 0 0,0 0 0,0 1 0,0-1 0,0 1 0,0 0 0,0 0-1,0-1 1,-1 1 0,1 0 0,0 1 0,0-1 0,-1 0 0,1 0 0,-1 1 0,1-1 0,-1 1-1,1-1 1,-1 1 0,0 0 0,0-1 0,0 1 0,0 0 0,0 0 0,0 0 0,0 0 0,-1 0-1,1 0 5,-1 2 12,1 0-1,-1 0 1,1 1-1,-1-1 1,-1 0-1,1 0 1,0 0-1,-1 0 1,0 0-1,0 0 0,0 0 1,-1 0-1,1 0 1,-1 0-1,0-1 1,0 1-1,0-1 1,-1 1-1,1-1 0,-1 0 1,0 0-1,0 0 1,0 0-1,0 0 1,0-1-1,-1 1 1,1-1-1,-1 0 0,1 0 1,-1 0-1,0-1 1,0 1-1,0-1 1,0 0-1,0 0 1,0 0-1,0-1 1,0 0-1,0 1 0,0-1 1,-4-1-12,7 1 3,-1-1 0,1 1 0,0-1 0,0 0 0,0 0 1,0 1-1,0-1 0,0 0 0,0 0 0,0 0 0,0 0 0,0 0 0,0 0 0,0 0 0,1-1 1,-1 1-1,0 0 0,1 0 0,-1 0 0,1-1 0,0 1 0,-1 0 0,1-1 0,0 1 0,0 0 1,0-1-1,0 1 0,0-1-3,-2-45 74,2 40-70,0 4-18,0-1-1,0 0 0,0 0 0,1 1 1,0-1-1,-1 1 0,1-1 0,0 0 1,1 1-1,-1 0 0,1-2 15,-1 4-6,0 0 0,0 0 0,-1 0-1,1 1 1,0-1 0,0 0 0,0 0-1,0 0 1,0 1 0,0-1 0,0 0-1,1 1 1,-1-1 0,0 1 0,0 0-1,0-1 1,0 1 0,1 0 0,-1 0-1,0-1 1,0 1 0,1 0 0,-1 0-1,0 1 1,0-1 0,1 0 0,-1 0-1,0 1 1,0-1 0,1 0 0,-1 1-1,0-1 1,0 1 6,2 1-6,-1 0-1,0 0 0,0 0 1,0 0-1,0 0 0,0 0 1,-1 0-1,1 1 0,-1-1 1,1 1-1,-1-1 0,0 1 1,0 0-1,0 0 0,0-1 1,-1 1-1,1 0 1,-1 0-1,1 2 7,0 0 21,0 1 1,-1-1 0,1 1-1,-1-1 1,0 1-1,-1 0 1,1-1 0,-1 1-1,-1 4-21,1-9 7,1 0 1,0-1-1,-1 1 0,1-1 1,-1 1-1,1 0 0,-1-1 0,1 1 1,-1-1-1,1 1 0,-1-1 0,0 1 1,1-1-1,-1 0 0,0 1 0,1-1 1,-1 0-1,0 0 0,0 1 1,1-1-1,-1 0 0,0 0 0,0 0 1,1 0-1,-1 0 0,0 0 0,0 0 1,1 0-1,-1 0 0,0 0 0,0 0 1,1-1-1,-1 1 0,0 0 1,0-1-8,0 1 22,-1-1 1,0 1-1,0-1 1,1 0 0,-1 0-1,1 0 1,-1 0-1,1 0 1,-1 0 0,1-1-1,-1 1 1,1 0-1,0-1 1,-1 0-23,-2-4 29,1-1-1,0 1 1,0-1 0,0 1-1,1-1 1,0 0-1,0 0 1,1 0 0,0 0-1,0 0 1,1-1 0,0 1-1,0 0 1,0 0-1,2-6-28,-2 12-83,1 0 0,0 0 0,-1 1 0,1-1 0,-1 0 0,1 1-1,0-1 1,0 1 0,-1-1 0,1 0 0,0 1 0,0-1-1,0 1 1,-1 0 0,1-1 0,0 1 0,0 0 0,0 0 0,0-1-1,0 1 1,0 0 0,0 0 0,0 0 0,0 0 0,0 0-1,0 0 1,-1 0 0,2 1 83,-1-1-265,18 0-4123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3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11266,'0'0'3145,"0"0"-1593,0 0-631,0 0-353,0 0-568,0 0-1048,29-41-1841,-18 39-4545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2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64 6753,'0'0'2330,"0"0"-519,0 0 83,0 0-442,0 0-647,12-11-484,37-32-185,-48 42-131,0 0 1,0 0-1,0 0 1,0 1-1,0-1 0,0 0 1,0 1-1,0-1 1,1 1-1,-1-1 0,0 1 1,0-1-1,0 1 1,1 0-1,-1 0 0,0-1 1,0 1-1,1 0 1,-1 0-6,0 1 2,0-1 1,-1 0 0,1 1 0,-1-1 0,1 0 0,0 1 0,-1-1 0,1 1 0,-1-1 0,1 1 0,-1-1-1,1 1 1,-1-1 0,0 1 0,1 0 0,-1-1 0,0 1 0,1-1 0,-1 1 0,0 0 0,0-1 0,0 1 0,1 0-3,0 39 112,-1-36-81,0-4-8,-4 41 306,4-41-290,0 1 0,-1 0 0,1 0 0,0-1 0,0 1 0,-1 0 0,1-1 0,0 1 0,-1 0 0,1-1 0,-1 1 0,1-1 0,-1 1 0,1 0 0,-1-1 0,1 1 0,-1-1 0,1 1 0,-1-1 0,0 0 0,1 1 0,-1-1 0,0 0 0,1 1 0,-1-1 0,0 0 0,0 0 0,1 0 0,-1 1 0,0-1 0,0 0 0,1 0 0,-1 0 0,0 0 0,0 0 0,1-1 1,-1 1-1,0 0 0,0 0 0,1 0 0,-1-1 0,0 1 0,1 0 0,-1-1 0,0 1 0,1 0 0,-1-1 0,1 1 0,-1-1 0,0 1 0,1-1 0,-1 0-39,0 0 47,0 0 0,0 0 1,0 0-1,0 0 0,0 0 1,1 0-1,-1 0 0,0-1 0,1 1 1,-1 0-1,0-1 0,1 1 1,0 0-1,-1-1 0,1 1 0,0-1 1,0 1-1,-1-1 0,1 1 1,0 0-1,1-1 0,-1 1 0,0-1 1,0 1-1,1-1 0,-1 1 1,0 0-1,1-1 0,0 1-47,-1-1 28,1 0-1,0 0 0,-1 0 1,1 1-1,0-1 1,0 0-1,0 1 1,1-1-1,-1 1 1,0-1-1,0 1 1,1 0-1,-1-1 0,1 1 1,-1 0-1,1 0 1,0 0-1,-1 0 1,1 0-1,0 0 1,0 1-1,0-1-27,0 1 7,-1-1 0,1 1 0,-1 0 0,0-1 0,1 1 0,-1 0 0,1 0 1,-1 0-1,1 0 0,-1 0 0,1 1 0,-1-1 0,1 0 0,-1 1 0,0-1 0,1 1 0,-1-1 0,0 1 0,1 0 0,-1 0 0,0-1 1,0 1-1,0 0 0,1 0 0,-1 0 0,0 0 0,0 0 0,-1 1 0,1-1 0,0 0 0,0 0 0,0 1 0,-1-1 0,1 0 0,0 2-7,0 3 27,0 0-1,0 0 1,-1 0-1,0 0 1,0 0-1,0 0 0,-1 0 1,0 5-27,0-9 12,0 1 0,0 0 0,0-1 0,0 1 0,0 0 1,0-1-1,-1 0 0,1 1 0,-1-1 0,0 0 0,0 1 0,0-1 1,0 0-1,0-1 0,0 1 0,0 0 0,-1 0 0,1-1 0,0 0 1,-1 1-1,0-1 0,0 0-12,1 0 9,1-1 0,0 1 0,-1-1 0,1 1 0,-1-1 0,1 0 1,-1 1-1,1-1 0,-1 0 0,1 0 0,0 0 0,-1-1 0,1 1 0,-1 0 0,1 0 1,-1-1-1,1 1 0,0-1 0,-1 1 0,1-1 0,0 0 0,-1 1 0,1-1 0,0 0 0,0 0 1,0 0-1,-1 0 0,1 0 0,0 0 0,1 0 0,-1 0 0,0-1 0,0 1 0,0 0 0,1 0 1,-1-1-1,0 1 0,1 0 0,0-1 0,-1 1 0,1-1 0,0 1-9,-2-3 6,1 0 0,1 0 0,-1 0 0,0 0 0,1 0 0,0 0 0,0 0 0,0 0 0,1 0 0,-1-1-6,1 4-1,-1 0 1,1-1 0,-1 1 0,1 0 0,-1 0-1,1 0 1,0 0 0,0 0 0,-1 0 0,1 0-1,0 0 1,0 1 0,0-1 0,0 0 0,0 0 0,0 1-1,0-1 1,0 0 0,0 1 0,0-1 0,1 1-1,-1 0 1,0-1 0,0 1 0,0 0 0,1 0-1,-1 0 1,0-1 0,0 1 0,1 1 0,-1-1 0,0 0 0,0 0-3,1 1 1,-1-1 0,0 1-1,0-1 1,0 1 0,0 0 0,0-1-1,0 1 1,0 0 0,0 0 0,0 0-1,0 0 1,0 0 0,0 0-1,0 0 1,-1 0 0,1 0 0,0 0-1,-1 0 1,1 0 0,-1 0 0,0 1-1,1-1 1,-1 0 0,0 0-1,0 1 1,1-1 0,-1 0 0,0 0-1,0 1 1,-1 0 2,1 44 89,0-43-80,-1 0 0,0 0 0,0-1-1,-1 1 1,1 0 0,-1 0 0,1 0 0,-1-1-1,0 1 1,0-1 0,0 0 0,0 1-1,0-1 1,-1 0 0,1 0 0,-1 0 0,1-1-1,-1 1 1,0 0 0,1-1 0,-1 0 0,-1 1-9,2-2 8,1 1 0,-1-1 0,1 1 0,0-1 0,-1 0 0,1 1 0,-1-1 0,1 0 1,-1 0-1,1 0 0,-1 0 0,1 0 0,-1-1 0,1 1 0,-1 0 0,1-1 1,0 1-1,-1-1 0,1 1 0,-1-1 0,1 0 0,0 1 0,0-1 0,-1 0 0,1 0 1,0 0-1,0 0 0,0 0 0,0 0 0,0 0 0,0-1 0,0 1 0,1 0 1,-1 0-1,0-1 0,1 1 0,-1-1 0,1 1 0,-1 0 0,1-1 0,0 1 0,-1-1 1,1 1-1,0-1 0,0 1 0,0-1 0,0 0-8,-1-10 18,0 0 1,1 0-1,0 0 1,1 0-1,2-11-18,-3 21-5,0 0 1,1 0-1,-1-1 1,1 1-1,-1 0 1,1 0-1,0 0 1,0 0-1,0 1 1,0-1-1,0 0 1,0 0-1,0 0 1,1 1-1,-1-1 1,1 1-1,-1-1 1,1 1-1,-1 0 1,1-1-1,0 1 1,0 0-1,0 0 1,0 0-1,0 0 1,0 1-1,0-1 1,0 0-1,0 1 1,0-1-1,0 1 1,0 0-1,0 0 1,0 0-1,0 0 1,0 0-1,1 0 5,-2 1-4,0-1 0,0 1 0,0-1 0,-1 1-1,1-1 1,0 1 0,0 0 0,0-1 0,-1 1 0,1 0-1,0 0 1,-1-1 0,1 1 0,-1 0 0,1 0 0,-1 0-1,0 0 1,1 0 0,-1 0 0,0 0 0,1 0-1,-1 0 1,0 0 0,0 0 0,0 0 0,0 0 0,0 0-1,0 0 5,0 37 20,0-27-7,0-8-5,0 1 0,0 0 0,-1-1 0,1 1 0,-1-1 0,0 1 0,0-1 0,0 1 0,-1-1 0,1 0 0,-1 0 0,0 1 0,0-1 0,0 0 0,0-1 0,0 1 0,-1 0 0,1-1 0,-1 1 0,0-1 0,1 0 0,-1 1 0,0-2 0,-1 1 0,1 0 0,0 0 0,0-1 0,-1 0 0,1 0 0,-1 0 0,1 0 0,-3 0-8,4-1 9,1 0-1,0 0 0,0-1 0,0 1 0,0 0 0,0 0 1,0-1-1,0 1 0,1-1 0,-1 1 0,0-1 0,0 1 1,0-1-1,0 0 0,0 1 0,1-1 0,-1 0 0,0 0 1,1 1-1,-1-1 0,0 0 0,1 0 0,-1 0 0,1-1-8,-10-32 111,8 21-94,2 0-1,-1 0 1,2 0 0,0-4-17,0 14 1,-1 1 0,1-1 1,-1 1-1,1 0 0,0-1 0,0 1 1,0 0-1,1-1 0,-1 1 0,0 0 1,1 0-1,0 0 0,-1 0 0,1 1 1,0-1-1,0 0 0,0 1 0,0-1 1,0 1-1,0 0 0,0-1 0,1 1 1,-1 0-1,0 1 0,1-1 1,-1 0-1,1 1 0,-1-1 0,1 1 1,-1-1-1,1 1 0,-1 0 0,1 0 1,-1 1-1,1-1 0,-1 0-1,0 1-2,-1-1 0,0 1 0,0-1 0,1 1 0,-1 0 0,0 0 0,0-1 0,0 1 0,1 0 0,-1 0 0,0 0 0,0 0 0,-1 0 0,1 0 0,0 1 0,0-1 0,0 0 0,-1 0 0,1 1 0,-1-1 0,1 0 0,-1 1 0,1-1 1,-1 0-1,0 1 0,0-1 0,0 1 0,0-1 0,0 0 0,0 1 0,0 0 2,-3 49 33,1-47-28,0 0-1,0 0 1,-1 0 0,0 0 0,1 0-1,-1-1 1,-1 1 0,1-1-1,0 0 1,-1 0 0,0 0-1,0 0-4,2-1 3,0-1 0,1 1 0,-1-1 0,0 1 0,0-1 0,0 0-1,-1 0 1,1 0 0,0 0 0,0-1 0,0 1 0,-1 0 0,1-1 0,0 0-1,-1 1 1,1-1 0,0 0 0,-1 0 0,1 0 0,0-1 0,-1 1 0,1 0 0,0-1-1,-2 0-2,2-1-4,1 0-1,0 0 1,-1 0-1,1 0 1,0 0-1,1-1 1,-1 1-1,0 0 1,0 0-1,1-1 1,0 1-1,-1 0 1,1-1-1,0 1 1,0 0-1,0-1 1,0 1 4,4-42-120,-3 41 111,0 0 0,0 0 0,0 0 0,0 1 0,1-1 0,-1 1 0,1-1 0,0 1 0,-1 0 0,1-1 0,0 1 0,1 0 0,-1 0 0,0 0 0,1 1 0,-1-1 0,0 1 0,1-1 0,0 1 0,-1 0 0,1 0 0,0 0 0,2-1 9,-4 2-8,1-1-1,0 1 1,0 0 0,0 0 0,0-1 0,0 1-1,0 0 1,-1 1 0,1-1 0,0 0 0,0 1-1,0-1 1,0 1 0,0-1 0,-1 1 0,1 0-1,0 0 1,-1-1 0,1 1 0,0 0 0,-1 1-1,1-1 1,-1 0 0,0 0 0,1 1 0,-1-1-1,0 1 1,0-1 0,0 1 0,0-1 0,0 1-1,0 0 1,0 0 0,-1-1 0,1 1 0,0 1 8,1 8-5,1 0 0,-1 1 0,-1-1 0,0 0 0,-1 0 0,0 1 0,-1-1 5,1-7 0,-1 0 0,1 0 0,-1 0 1,0 0-1,0 0 0,-1 0 0,1 0 1,-1-1-1,0 1 0,0 0 0,1-3 2,0 1 0,0-1 0,0 0 0,-1 1 1,1-1-1,0 0 0,0 0 0,-1 0 0,1 0 0,-1 0 0,1 0 0,-1-1 0,1 1 0,-1 0 0,0-1 0,1 1 1,-1-1-1,0 0 0,1 1 0,-1-1 0,0 0 0,-1 0-2,2 0-3,-1-1 1,0 0-1,0 1 1,1-1-1,-1 0 0,0 0 1,1 0-1,-1 0 1,1 0-1,-1 0 1,1 0-1,0-1 0,-1 1 1,1 0-1,0-1 1,0 1-1,0-1 0,0 1 1,0-1-1,0 0 1,1 1-1,-1-1 1,1 0-1,-1 0 0,1 1 1,-1-1-1,1 0 1,0 0-1,0 0 0,0 0 3,-5-59-129,4 56 120,1 0 1,1 0-1,-1 0 0,1 0 0,-1 0 0,2 0 0,-1 1 0,0-1 0,1 0 1,0 1-1,0-1 0,0 1 0,1-1 9,-1 3-9,0-1 1,0 1 0,0 0-1,1 0 1,-1 0-1,1 1 1,-1-1-1,1 0 1,0 1-1,-1 0 1,1 0-1,0 0 1,0 0-1,0 0 1,0 0-1,0 1 1,0-1-1,0 1 1,0 0-1,0 0 1,2 0 8,-4 0-7,0 0 0,0 0 0,0 0 0,0 0 0,1 0 0,-1 0 0,0 0 0,0 0 0,0 1 0,0-1 0,0 0 0,0 1 0,1-1 0,-1 1 0,0-1 0,0 1 0,0-1-1,0 1 1,-1 0 0,1 0 0,0-1 0,0 1 0,0 0 0,0 0 0,-1 0 0,1 0 0,-1 0 0,2 1 7,-1 34-26,-1-30 28,-1-3 7,0 0 1,0 0 0,0 0-1,0 1 1,-1-1-1,1 0 1,-1-1 0,1 1-1,-1 0 1,0 0 0,0-1-1,-1 1 1,1-1 0,0 0-1,-1 0 1,-1 2-10,2-3-85,0 1 1,0-1-1,0 1 0,0-1 0,0 0 1,0 0-1,-1 0 0,1 0 0,0 0 0,-1 0 1,1-1-1,0 1 0,-1-1 0,1 1 1,-1-1-1,1 0 0,-1 0 0,1 0 1,-1 0-1,1-1 0,-1 1 0,1-1 0,-2 0 85,3 0-281,0 0 1,0 0-1,0 0 0,0 0 0,0 0 0,0 0 0,1 0 0,-1 0 0,0-1 0,0 1 0,1 0 0,-1 0 0,1-1 0,-1 1 0,1 0 0,0-1 0,-1 1 0,1-1 0,0 0 281,-1-15-5781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6281,'0'0'3013,"0"0"-366,0 0-773,0 0-1013,0 0-394,0 7 4274,-3 22-4253,-3-16-404,0 1 0,1 0 0,0 0-1,1 0 1,1 0 0,0 1 0,1-1 0,0 4-84,0 10 11,2 0 1,0-1 0,5 28-12,-4-50 10,-1 0-1,1-1 1,0 1 0,1-1 0,-1 1-1,1-1 1,0 0 0,0 1 0,0-1-1,1 0 1,-1 0 0,1-1 0,0 1-1,0 0 1,0-1 0,1 0 0,-1 0-1,1 0 1,0 0 0,-1 0 0,1-1-1,1 0 1,2 2-10,5 0-473,0 0 0,1 0 0,0-1 0,-1-1 0,1 0 0,0-1 0,11 0 473,7-1-4740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40 7714,'0'0'2292,"0"0"201,0 0-788,0 0-600,0 0-340,0 0-242,0-1-507,-1 1 1,0 0 0,1 0-1,-1 0 1,0 0-1,1 1 1,-1-1 0,1 0-1,-1 0 1,0 0-1,1 0 1,-1 1 0,1-1-1,-1 0 1,1 0 0,-1 1-1,0-1 1,1 1-1,-1-1 1,1 0 0,0 1-1,-1-1 1,1 1-1,-1-1 1,1 1 0,0-1-1,-1 1 1,1-1-1,0 1-16,-2 15 97,1 0-1,1 0 0,1-1 0,0 1 0,1 0 0,1-1 1,3 10-97,-5-21 9,0 0 0,0 1 0,1-1 0,-1 0 1,1 0-1,0 0 0,1 0 0,-1-1 0,1 1 1,-1-1-1,1 1 0,0-1 0,1 0 0,-1 0 1,0 0-1,1 0 0,-1-1 0,1 1 0,0-1 1,0 0-1,0 0 0,0-1 0,0 1 0,1-1 1,-1 0-1,0 0 0,1 0 0,-1-1 0,1 1-8,1-1 41,0 0 0,-1 0 0,1 0 0,-1-1 0,1 0 0,0 0 1,-1-1-1,0 1 0,1-1 0,-1 0 0,0-1 0,0 1 0,0-1 0,0 0 1,0 0-1,-1-1 0,0 1 0,1-1 0,-1 0 0,2-2-42,-2-1 168,1 1-1,-1-1 1,0 1-1,-1-1 1,1 0-1,-1 0 1,-1-1-1,1 1 1,-1-1-1,-1 1 1,1-1-1,-1 0 1,-1 1-1,1-1 1,-1 0-168,-1 4 82,1 0 1,0 0-1,-1 1 1,1-1 0,-1 0-1,0 1 1,0-1-1,-1 0 1,1 1-1,-1 0 1,0-1-1,0 1 1,0 0-1,0 0 1,0 0-1,-1 0 1,1 0-1,-1 0 1,0 1-1,0-1 1,0 1-1,0 0 1,0 0 0,-1 0-1,1 0 1,-2 0-83,-5-2-140,-1 0 1,1 1 0,-1 1-1,1-1 1,-1 1-1,0 1 1,0 0 0,-9 1 139,19 0-130,1 0 1,-1 0-1,1 0 1,-1 0 0,1 0-1,0 0 1,-1 0-1,1 1 1,-1-1-1,1 0 1,-1 0-1,1 0 1,0 1-1,-1-1 1,1 0 0,0 0-1,-1 1 1,1-1-1,0 0 1,-1 1-1,1-1 1,0 0-1,-1 1 1,1-1-1,0 1 1,0-1 0,0 0-1,-1 1 1,1-1-1,0 1 1,0-1-1,0 1 1,0-1-1,0 0 1,0 1 129,0 1-601,-1 8-5590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8786,'0'0'1576,"0"0"793,0 0-177,0 0-1488,0 0-384,0 0-136,-83 140-184,75-123-96,5-13-4192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30 126 8706,'0'0'2748,"0"0"-1109,0 0-444,0 0-645,0 0-297,0 0 214,1-16 114,2-8-200,0-14-168,-2-9 3898,-1 46-3915,0 1-200,5 32-266,2-6 157,0 0-76,-1-1 0,-2 1-1,0 0 1,-1 0 0,-2 0 0,-1 5 189,0-29-33,-1 0 0,0 1 0,0-1 0,0 0 0,0 0 0,0 1 0,-1-1 0,1 0 1,-1 0-1,1 0 0,-1-1 0,0 1 0,1 0 0,-1-1 0,0 1 0,0-1 1,0 1-1,0-1 0,-1 0 0,1 0 0,0 0 0,0 0 0,-2 0 33,1 0 1,0 0-1,0 1 0,0-1 0,1 1 0,-1 0 1,0 0-1,1 0 0,-1 0 0,1 0 1,0 0-1,0 1 0,-1 0 0,2 0 31,2-2-25,-1 0 0,0 0 0,1-1 0,-1 1 0,1 0 0,-1-1 0,1 1 0,-1-1 0,1 1 0,-1-1 0,1 1 0,-1-1 0,1 1 0,0-1 0,-1 1 0,1-1 0,0 0 0,0 1 0,-1-1 0,1 0 0,0 0 0,0 1 0,-1-1 0,1 0 0,0 0 0,0 0 0,0 0 0,-1 0 0,1 0 0,0 0 0,0 0-6,36-1 544,-24 1-415,7-1-133,0-1 0,0 0 0,1-2 0,15-4 4,12-8-2953,-26 5-1473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19:3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9578,'0'0'1824,"0"0"-551,0 0 127,0 0-896,159 140-312,-130-90-128,-13 28 8,-5-13-72,-8-7-1544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19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5057,'0'0'1224,"0"0"-504,0 0-7,0 0-409,0 0-112,0 0-192,0 0-88,5 5-1577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2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82 5265,'13'-50'1720,"-11"48"2667,2 8-2531,-4-6-1800,0 1 0,0-1 0,0 0 0,0 1 0,0-1 1,0 1-1,0-1 0,0 0 0,0 1 0,0-1 0,-1 0 1,1 1-1,0-1 0,0 0 0,0 1 0,0-1 0,-1 0 1,1 1-1,0-1 0,0 0 0,0 1 0,-1-1 0,1 0 1,0 0-1,-1 1 0,1-1 0,0 0 0,0 0 0,-1 0 1,1 1-1,0-1 0,-1 0 0,1 0 0,0 0 1,-1 0-1,1 0 0,-1 0 0,1 0 0,0 0 0,-1 0 1,1 0-1,0 0 0,-1 0 0,1 0 0,-1 0 0,1 0-56,0 0 54,0-1 1,0 1-1,0 0 0,0-1 0,0 1 0,0-1 0,0 1 0,0 0 0,0-1 0,0 1 0,0-1 0,0 1 0,0 0 0,0-1 1,0 1-1,0 0 0,0-1 0,1 1 0,-1 0 0,0-1 0,0 1 0,0 0 0,1-1 0,-1 1 0,0 0 0,1-1 0,-1 1 1,0 0-1,0 0 0,1-1 0,-1 1 0,0 0 0,1 0 0,-1 0 0,1 0 0,-1-1 0,0 1 0,1 0 0,-1 0 1,1 0-55,0 1 12,1-1 0,-1 1 0,1 0 0,-1-1 1,0 1-1,1 0 0,-1 0 0,0 0 1,0 0-1,0 0 0,0 1 0,0-1 1,0 0-1,0 0 0,0 1 0,0-1 1,0 1-1,-1-1 0,1 1 0,0-1 1,-1 1-1,0-1 0,1 1 0,-1-1 1,0 1-1,0-1 0,1 1 0,-1 0 1,-1-1-1,1 1 0,0-1 0,0 1 1,-1 0-13,2-1 5,-1 1 1,0 0-1,0-1 1,0 1-1,0 0 1,-1-1-1,1 1 1,0 0-1,-1-1 1,1 1-1,-1-1 1,1 1-1,-1-1 1,0 1 0,0-1-1,0 1 1,0-1-1,0 0 1,0 1-1,0-1 1,0 0-1,0 0 1,-1 0-1,1 0 1,0 0-1,-1 0 1,1 0-1,-1 0 1,1-1-1,-1 1 1,1 0 0,-1-1-1,1 1 1,-2-1-6,2 0 8,1-1 0,-1 1 1,0-1-1,0 1 0,1-1 1,-1 1-1,0-1 0,1 1 1,-1-1-1,1 0 0,-1 1 1,1-1-1,-1 0 0,1 1 1,-1-1-1,1 0 1,0 0-1,-1 0 0,1 1 1,0-1-1,0 0 0,0 0 1,0 0-1,-1 0 0,1 1 1,0-1-1,0 0 0,1 0 1,-1 0-9,0-35-17,0 28 28,0 4-34,1-32 57,3 22-102,-3 14 62,-1 0-1,0-1 1,0 1-1,1 0 1,-1 0-1,0 0 1,0 0-1,1 0 0,-1-1 1,0 1-1,1 0 1,-1 0-1,0 0 1,0 0-1,1 0 1,-1 0-1,0 0 0,1 0 1,-1 0-1,0 0 1,1 0-1,-1 0 1,0 0-1,0 1 0,1-1 1,-1 0-1,0 0 1,1 0-1,-1 0 1,0 0-1,0 1 1,0-1-1,1 0 0,-1 0 1,0 0-1,0 1 1,1-1-1,-1 0 1,0 0 6,1 4 9,1-1 0,-1 1 0,0 0 0,0-1 1,0 1-1,-1 0 0,1-1 0,-1 1 1,0 0-1,0 0 0,0 0 0,-1-1 0,1 1 1,-1 0-1,0-1 0,0 1 0,0 0 0,-1-1 1,1 0-1,-1 1 0,0-1 0,-2 3-9,4-5 10,-1 0 0,0-1 0,1 1-1,-1-1 1,0 1 0,0-1 0,1 1 0,-1-1-1,0 1 1,0-1 0,0 0 0,0 1-1,1-1 1,-1 0 0,0 0 0,0 0 0,0 1-1,0-1 1,0 0 0,0 0 0,0-1-1,0 1 1,0 0 0,0 0 0,1 0-1,-1-1 1,0 1 0,0 0 0,0-1 0,0 1-1,0 0 1,1-1 0,-1 1 0,0-1-1,0 0 1,1 1 0,-1-1 0,1 0 0,-1 1-1,0-1 1,1 0 0,-1 0 0,1 1-1,-1-1 1,1 0 0,0 0 0,-1 0 0,1 0-1,0 1 1,0-2-10,-1-2 9,0 0-1,0 0 0,1 0 1,-1 0-1,1-1 1,0 1-1,0 0 1,1 0-1,0 0 1,0-4-9,0 7-1,-1 0 1,0 0 0,1 1-1,-1-1 1,1 0 0,0 0-1,-1 1 1,1-1 0,0 0-1,-1 1 1,1-1 0,0 0-1,0 1 1,-1-1 0,1 1-1,0 0 1,0-1 0,0 1-1,0-1 1,0 1 0,-1 0-1,1 0 1,0 0 0,0 0-1,0-1 1,0 1 0,0 0-1,0 0 1,0 1-1,0-1 1,0 0 0,0 0-1,0 0 1,0 1 0,0-1 0,0 0-1,1 1-1,-1-1 1,0 1 0,0-1 0,0 1 0,1-1 0,-1 1 0,0-1-1,0 1 1,0 0 0,0 0 0,0-1 0,0 1 0,0 0 0,-1 0-1,1 0 1,0 0 0,0 0 0,-1 0 0,1 1 0,-1-1 0,1 0-1,-1 0 1,1 0 0,-1 0 0,0 1 0,1-1 0,-1 1 1,0-1 4,0 1 0,0-1-1,0 1 1,0-1 0,0 0 0,0 1 0,0-1 0,-1 0 0,1 0 0,0 1 0,-1-1 0,1 0-1,-1 0 1,0 1 0,1-1 0,-1 0 0,0 0 0,0 0 0,1 0 0,-1 0 0,-1 1-4,0-1-119,0 0 0,0-1 1,0 1-1,-1 0 0,1-1 1,0 1-1,0-1 1,-1 1-1,1-1 0,0 0 1,-1 0-1,0 0 119,0-19-3098,3 16 1570,0-7-3645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1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5513,'0'0'2329,"0"0"445,0 0-177,0 0-816,0 0-789,7-5-248,0 0-517,-6 3-161,1 0-1,0 0 1,0 1-1,0-1 1,0 1-1,1-1 1,-1 1-1,0 0 1,0 0-1,1 0 1,-1 0-1,1 1 1,-1-1-1,1 1 1,-1-1-1,1 1 1,1 0-66,-4 0 429,0 0 11,0 2-390,-1 1 0,1-1 0,-1 1-1,0-1 1,0 1 0,0-1 0,-1 0 0,1 1 0,-1-1 0,1 0-1,-1 0 1,1 0 0,-1 0 0,0 0 0,0-1 0,0 1 0,0-1-1,0 1 1,-1-1 0,1 0 0,0 1 0,-1-1 0,1 0 0,-1-1-1,1 1 1,-2 0-50,4-37 1075,0 33-1032,1 1 0,0 0 0,0-1 0,0 1 0,0 0 0,0-1 0,0 1 0,1 0 0,-1 0 0,1 0 0,0 0 0,-1 0 0,1 1 0,0-1 0,0 1 0,0-1 0,0 1 0,3-2-43,-2 1 2,1 0-1,0 0 1,0 0-1,0 0 0,0 0 1,0 1-1,0 0 1,1 0-1,-1 0 0,4 0-1,-7 3-8,0 1 0,0-1-1,-1 0 1,1 1-1,-1-1 1,1 0-1,-1 1 1,0-1-1,0 0 1,0 1-1,0-1 1,-1 1 0,1-1-1,0 0 1,-1 2 8,-1-1 5,1-1 1,0 1-1,-1 0 1,1-1-1,-1 1 1,0-1-1,0 0 1,0 0-1,0 1 1,0-1-1,0-1 1,-1 1-1,1 0 1,0 0-1,-1-1 1,0 0-1,1 1 1,-1-1-1,0 0 1,0 0-1,0 0 1,1-1-1,-1 1 1,0-1-1,-1 0-5,3 0 5,0-1 0,1 0 0,-1 0 0,0 0 0,0 0-1,0 0 1,0 0 0,1 0 0,-1 0 0,0 0 0,1 0 0,-1 0 0,1 0 0,-1 0 0,1-1-1,0 1 1,-1 0 0,1 0 0,0-1 0,0 1 0,0 0 0,0 0 0,0-1 0,0 0-5,2-35-75,-1 36 68,-1 0 1,1 1-1,-1-1 0,1 0 1,-1 0-1,1 0 1,0 1-1,0-1 1,-1 0-1,1 1 0,0-1 1,0 0-1,0 1 1,0-1-1,0 1 0,-1 0 1,1-1-1,0 1 1,0 0-1,0-1 1,0 1-1,0 0 0,0 0 1,0 0-1,0 0 1,0 0-1,0 0 0,0 0 1,0 0-1,0 1 1,0-1-1,0 0 1,0 0-1,0 1 0,0-1 1,0 1-1,0-1 1,0 1-1,0-1 1,0 1-1,-1-1 0,1 1 1,0 0-1,-1 0 1,1-1-1,0 1 0,-1 0 1,1 0-1,-1 0 1,1 0-1,-1 0 1,1-1-1,-1 1 0,0 0 1,1 0-1,-1 0 1,0 0-1,0 0 1,0 0-1,0 0 0,0 1 7,1 6-10,-4 34 52,2-40-33,1-1 1,0 0-1,-1 0 1,1 0-1,-1 0 1,1 1-1,-1-1 1,1 0 0,-1 0-1,0 0 1,0 0-1,1 0 1,-1-1-1,0 1 1,0 0-1,0 0 1,0 0-1,0-1 1,0 1-1,0 0 1,0-1-1,0 1 1,-1-1-1,1 0 1,0 1-1,0-1 1,0 0 0,-1 1-1,1-1 1,0 0-1,-1 0-9,1 0 105,1-2-75,0 1 0,0 0 0,0-1 0,0 1 0,0-1 0,0 1-1,0 0 1,1-1 0,-1 1 0,0 0 0,1-1 0,-1 1 0,1 0 0,0 0-1,-1-1 1,1 1 0,0 0 0,0 0 0,-1 0 0,1 0 0,0 0-1,0 0 1,0 0 0,1 0 0,-1 0 0,0 1 0,0-1 0,0 0 0,0 1-1,1-1 1,-1 1 0,0-1 0,1 1 0,-1 0 0,0-1 0,1 1-1,-1 0 1,0 0 0,1 0 0,-1 0 0,1 0 0,-1 0 0,1 1-30,1 50-5,-3-45 26,-3 16 77,3-19-4519,0-3-921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1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2713,'0'0'1992,"0"0"-384,0 0 241,0 0-185,0 0-672,0 0-552,0 0-440,3 2-328,7-9-2512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3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1479 3577,'0'0'1308,"0"0"191,0 0-336,0 0-452,0 0-344,0 0-225,0 0 53,0 0 458,0 0 232,0 0-228,0 0-296,0 0-185,0 0-102,0 0-11,0 0-33,0 0 6,0 0-42,0 0 314,0 0 696,0 0 308,0 0-305,0-24 151,0 20-1081,1-1 1,0 1-1,0 0 1,0 0 0,0 0-1,1 0 1,-1 0 0,1 0-1,0 1 1,0-1 0,1 0-1,2-2-77,38-44 846,-22 28-868,5-10 121,-6 8-61,0 0 0,2 1 1,0 1-1,2 1 0,16-11-38,45-10 303,-55 19 169,-2-2-1,-1-2 0,12-15-471,-9 10 125,88-67 926,-83 66-818,1 2 1,14-8-234,-38 28 28,0 0 0,0-1-1,-1 0 1,-1-1 0,0 0 0,2-4-28,-1 0 178,1 1-1,1 1 1,14-14-178,227-187 1075,-227 195-1022,1 1 0,0 1 0,1 2 0,13-5-53,-6 2 77,-1 0 1,20-18-78,-1-8 78,-35 28-20,1 1 0,1 1 0,13-7-58,-23 15 41,1-1 0,-2 0 0,1 0 0,0-3-41,9-7 356,-19 19-156,-1 0-67,0 0 115,0 0 14,0 0 32,0 0-16,0 0-45,0 0-54,0 0-91,0-5 290,0-1-1984,0 5-3454,0 1-5620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5473,'0'0'1080,"0"0"-1080,0 0-424,67 154-4313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8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4241,'0'0'2504,"0"0"-1383,0 0 527,0 0-568,19 166-400,-5-113-199,4 5-185,1-2-288,3 14-8,-4-12-1617,-4-15-4808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8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6737,'0'0'1785,"0"0"-905,0 0-328,0 0 392,0 0 401,0 0-457,0 0-344,86 133-160,-61-102-256,-1 3-128,-3-8-64,1 3-968,-6-7-2953,-6-3-1616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9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11426,'0'0'2173,"0"0"-855,0 0-366,0 0-554,0 0-295,0 0-69,9 22 20,65 154 6,75 177-144,-145-345-56,-1 0 0,1-1 0,0 1 0,1-1 0,0 0 0,3 3 140,-6-7-412,1-1 0,-1 0 0,1 0 0,0 1 0,0-1 0,0-1 0,0 1 0,0 0 0,0-1 0,3 1 412,11 0-6433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9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8426,'0'0'1432,"0"0"-792,0 0 192,43 194-271,-19-112 31,3-3 192,0 8 32,-3-9-184,-3-4-400,1-1-128,-6-8-88,3 0-16,-6-4-128,-5-3-416,3 2-408,-6-12-1865,1-16-2352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9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6081,'0'0'1841,"0"0"-377,0 0-32,3 138-904,2-42-127,3 47-161,0 38-40,-2-14 0,-4-27-64,-2-44-64,0-21-72,0 5 0,0 14-112,0 41-737,-5-28-1279,5-23-369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2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6049,'0'0'993,"0"0"-489,0 0-130,0 0 80,0 0-2,0 0 16,0 15 201,-5 129 1064,5 64 1934,13-148-3603,-14 16-62,-1-19 182,3-1-1,3 0 0,2 2-183,2-3 60,-2 1 0,-1 24-60,-6-47 323,-1-1 0,-1 0 0,-4 12-323,3-13 281,1 0 1,2 0 0,1 13-282,-4 68 384,-8-35 620,6-46-251,1 0 1,1 1 0,2 7-754,2-39-12,-2 0 20,1 3-3367,1-3-565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3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7282,'0'0'1619,"0"0"-925,0 0-386,0 0-92,0 0-66,0 0-67,9-13-13,29-42 48,-30 48 76,-4 11-90,-2 15 21,-2-16-76,4 630 1246,-5-368-1303,1-241-769,1 0 1,1-1 0,3 15 776,6-3-3857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4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9514,'0'0'1312,"10"123"-1024,15-34-176,4 15-104,19 41-8,-7-27-1592,-4-14-5569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7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8674,'0'0'3689,"0"0"-886,0 0-320,0 0-605,0 0-441,-38 7 3611,30 1-5037,1 1 0,0-1-1,0 1 1,1 0 0,0 1 0,1 0-1,0-1 1,1 2 0,0-1 0,0 0-1,1 1 1,0 0 0,1 0 0,-1 10-11,-1 22 19,2-1 1,2 1-1,2 10-19,-1-23 7,-1-23 4,1 1-1,0-1 1,0 0-1,1 1 1,0-1 0,0 0-1,1 0 1,-1-1-1,2 1 1,-1 0-1,1 0-10,-2-4-65,0 0-1,0 0 1,1 0-1,-1 0 0,1-1 1,0 1-1,-1-1 1,1 1-1,0-1 0,1 0 1,-1 0-1,0 0 1,1-1-1,-1 1 0,0-1 1,1 0-1,0 0 1,-1 0-1,1 0 1,0 0-1,-1-1 0,4 0 66,1 0-977,0 0 0,0 0-1,0-1 1,1 0 0,-1-1-1,0 1 1,4-3 977,18-13-7994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7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10818,'0'0'2782,"0"0"-320,0 0-483,0 0-897,0 0-325,0 0-42,14-7-256,47-22-234,-59 28-212,0 0 0,0 0-1,0 0 1,1 0 0,-1 0-1,0 1 1,1-1 0,-1 1-1,0 0 1,1 0 0,-1-1-1,1 2 1,-1-1 0,0 0-1,1 0 1,-1 1 0,0-1-1,1 1 1,-1 0 0,0 0-1,2 0-12,-2 1 17,-1-1 0,1 1 0,-1-1 0,1 1 0,-1 0 0,1 0 0,-1 0 0,0 0-1,0 0 1,0 0 0,0 0 0,0 0 0,-1 0 0,1 0 0,-1 0 0,1 1 0,-1-1 0,0 1-17,1 7 31,-1 0-1,0-1 1,0 1 0,-1 0 0,-1 0 0,0 0 0,0-1 0,-3 8-31,-4 1 159,0 0 0,-1-1 0,-1 0 0,-1-1 0,0 0 0,-1 0 0,-1-2 0,0 0 0,-3 2-159,22-13 3314,24 1-2819,52-2-1237,-39 0-2538,-1-2-3868,-14 0-2834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8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2513,'0'0'12626,"0"0"-10169,0 0 103,0 0-1255,0 0 39,0 0-232,0 0-296,-5 101-208,2-77-296,1-2-191,2-3-65,0-7-48,0-2-16,0-5-105,0-5-455,0 0-672,16-10-1392,0-11-3842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8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0 254 10522,'140'-123'5216,"-139"123"-5153,-1-1-1,0 1 1,0-1 0,1 1 0,-1 0-1,0-1 1,1 1 0,-1 0 0,1-1-1,-1 1 1,0 0 0,1-1-1,-1 1 1,1 0 0,-1 0 0,1 0-1,-1-1 1,1 1 0,-1 0 0,0 0-1,1 0 1,-1 0 0,1 0-1,-1 0 1,1 0 0,-1 0 0,1 0-1,-1 0 1,1 0 0,-1 0-1,1 0 1,-1 1 0,1-1 0,-1 0-1,1 0 1,-1 0 0,0 1 0,1-1-1,-1 0 1,1 1 0,-1-1-1,0 0 1,1 1 0,-1-1 0,0 0-1,1 1 1,-1-1 0,0 1 0,0-1-1,1 0 1,-1 1 0,0-1-1,0 1 1,0-1 0,0 1 0,0-1-1,0 1 1,1-1 0,-1 1 0,0-1-1,0 1 1,0-1 0,-1 1-1,1-1 1,0 1 0,0-1-63,-1 46 1537,0-30-1071,1-3-140,-1-6-164,1 0 1,0-1-1,1 1 1,-1-1-1,1 1 1,1-1-1,0 5-162,-1-9 41,0 0-1,0 0 1,0 0-1,1-1 1,-1 1 0,0 0-1,1-1 1,-1 1-1,1 0 1,-1-1-1,1 0 1,0 1-1,0-1 1,0 0-1,-1 0 1,1 0 0,0 0-1,0-1 1,0 1-1,1 0 1,-1-1-1,0 1 1,0-1-1,0 0 1,0 0 0,1 0-41,4 0 68,0 0 0,-1 0 0,1 0 0,0-1 0,-1-1 0,1 1 0,0-1 0,-1 0 0,0 0 0,1-1 0,-1 0 1,0 0-1,0 0 0,1-2-68,2-2 24,0 0-1,0 0 1,0-1 0,-1 0 0,0 0 0,0-1 0,-1-1 0,0 1-24,-5 6 30,-1 1 1,1 0-1,0 0 1,-1-1-1,0 1 0,0-1 1,0 1-1,0-1 1,0 1-1,0-1 1,-1 0-1,1 1 0,-1-1 1,1 0-1,-1 0 1,0 1-1,0-1 1,-1 0-1,1 1 0,0-1 1,-1 0-1,0 0 1,0 1-1,1-1 1,-2 1-1,1-1 0,0 1 1,-1-1-31,-4-5 116,0 1 1,-1 0-1,0 1 0,0-1 1,0 1-1,-1 1 1,-4-3-117,6 4-534,-1-1-1,1 1 1,0-1 0,0 0 0,0-1 0,0 1-1,1-1 1,0-1 0,-3-5 534,4-1-6063</inkml:trace>
  <inkml:trace contextRef="#ctx0" brushRef="#br0" timeOffset="1">446 12 15891,'0'0'2177,"0"0"2088,0 0-2801,54 128-200,-35-82-672,-6 2-183,0-2-313,-2-2 8,0-6-96,-6 1-8,1-3-320,-4 8-1025,-2-8-1503,0-9-3714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9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9434,'0'0'4201,"0"0"-2873,0 0 297,0 0-649,0 0 256,-72 152 568,64-89-463,5 0-49,3-5-312,0-10-408,0-7-424,13-10 24,6-9-168,8-7 0,16-15-416,-3 0-1184,-5-17-3545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59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13 12763,'0'0'2438,"0"0"-93,0 0-958,0 0-831,0 0-253,0 0-124,21-3 48,63-6 291,-83 9-481,0 0-1,0 0 0,0 0 0,0 0 0,0 1 1,0-1-1,0 0 0,0 1 0,0-1 0,0 1 1,0-1-1,0 1 0,0-1 0,0 1 0,0 0 1,0-1-1,-1 1 0,1 0 0,0 0 0,-1 0 1,1-1-1,0 1 0,-1 0 0,1 0 0,-1 0 1,1 0-1,-1 0 0,0 0 0,1 0 0,-1 0 1,0 0-1,0 0 0,0 0 0,0 1 0,0-1 0,0 0 1,0 0-1,0 0 0,0 0 0,0 0 0,-1 0 1,1 0-1,0 0 0,-1 0 0,1 0 0,-1 0-36,-16 42 1028,-20 19-334,20-36-426,2 2 0,-7 14-268,18-31 166,0 0 1,0 0-1,1 0 1,0 1-1,1-1 1,0 1-1,1 0 1,1 7-167,3-18 77,0 0 0,1 0 1,-1-1-1,1 1 0,-1-1 0,1 0 1,-1 0-1,1 0 0,-1 0 0,1-1-77,1 1 89,3-1-121,0 1-1,0-2 0,0 1 0,-1-1 0,1 0 0,0-1 0,-1 0 0,0 0 0,4-3 33,27-15-2497,-4-2-4225,-12 8-2913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2:00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12707,'0'0'2944,"0"0"121,0 0-176,0 0-1009,0 0-568,0 0-207,0 0-505,0 137-312,0-113-216,0-7-72,0-2-96,11-15-752,8 0-1577,0 0-3736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2:00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59 196 5433,'0'0'8557,"0"0"-5353,0 0-1030,0 0-842,0 0-429,0-23 183,-3-71-313,3 90-682,-1 0-1,1 0 1,0-1-1,-1 1 1,0 0-1,0 0 1,0 0-1,0 0 1,-1 0-1,1 1 1,-1-1-1,0 0 1,0 1-1,-2-2-90,-6-12 607,10 15-432,2 14-179,-1 0 1,0 0-1,-1 0 1,0 0-1,-1-1 1,0 1 3,0 45 15,11 6 41,0 18-622,-58-80 310,134-4 2423,-56 0-3000,0 0 1,21-7 832,-10-1-3320,-14 3-1769,1-2-3981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2:00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14603,'0'0'2369,"0"0"-521,0 0-448,0 0-327,0 0-297,80 147 80,-64-89-16,-10 10-136,-4-5-152,-2 4-256,0-4-168,-10 2-128,-9-2 0,-19 19-1056,3-12-3041,3-17-7129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0 144,'0'0'7690,"0"0"-6554,0 0-568,0 0 552,0 0-688,0 0-328,-32 34 8,18-24 216,-2 7 369,-3 4-145,-5 6-320,-3 7-128,-5 7-104,-5 14-464,4-9-1281,9-7-1119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5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1 5297,'0'0'1120,"0"0"-808,0 0 169,0 0-193,0 0-280,-142 128 88,104-94-96,-2-3 72,-3 5 16,-19 15-24,11-10-64,8-2-1177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6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833 1 7042,'0'0'1162,"0"0"225,0 0 155,0 0-852,-25 16-457,-13 8-194,-96 65 57,-64 60-819,-120 121 723,286-239-2301,2 2 1,-15 20 2300,33-34-5123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1 4441,'0'0'5217,"0"0"-4577,0 0-488,0 0-72,0 0-72,-183 152 40,129-104-40,-8 1-16,3-1 16,0-5-16,11 1-312,0-5-968,13-8-584,11-4-5042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1:47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 6889,'0'0'1729,"0"0"-641,0 0 264,0 0-359,0 0-281,0 0-208,-118 121-168,64-71-152,6-6-184,5-1-1376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2:05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13 7602,'0'0'984,"0"0"-776,0 0-104,0 0-104,0 0-72,0 0 72,-22-12 8,12 12-8,-4 2-1736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16716,'0'0'2016,"0"0"-1336,0 0-680,0 0-408,0 0-3985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3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10402,'0'0'6430,"0"0"-3845,0 0-349,0 0-636,0 0-1011,-7 23-302,6-21-274,-6 23 197,0 1 0,2 0 0,1 0 0,1 0 0,1 0 0,1 1 0,2 0-210,46 588 2433,-43-535-2336,-2-18-48,2 0 1,4 0-1,14 58-49,-22-121-27,0 1 1,0-1-1,1 1 1,-1-1-1,0 1 1,0-1-1,1 1 1,-1-1-1,0 1 1,1-1-1,-1 1 0,0 0 1,1-1-1,-1 1 1,0 0-1,1-1 1,-1 1-1,1 0 1,-1-1-1,1 1 0,-1 0 1,1 0-1,-1 0 1,1-1-1,-1 1 1,1 0-1,-1 0 1,1 0-1,0 0 0,-1 0 1,1 0-1,-1 0 1,1 0-1,-1 0 1,1 0-1,-1 0 1,1 1-1,-1-1 0,1 0 1,-1 0-1,1 0 1,-1 1-1,1-1 1,-1 0-1,1 1 1,-1-1-1,0 0 0,1 1 1,-1-1-1,1 1 1,-1-1-1,0 0 1,1 1-1,-1-1 1,0 1-1,0-1 0,1 1 1,-1-1-1,0 1 1,0-1-1,0 1 1,0-1-1,0 1 1,0-1-1,0 1 0,0 0 1,0-1-1,0 1 27,20-42-1532,-19 39 1415,21-57-4739,-3-4-5137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13931,'0'0'2553,"0"0"391,0 0-471,0 0-1505,0 0-248,0 0 136,186-39-208,-103 13-360,0-3-144,-8 0-80,-7 2-64,-15 8 0,-10 4-456,-8 8-816,-16 7-1817,-11 5-2376,-8 12-8306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15347,'0'0'1969,"0"0"1976,0 0-2769,0 0-288,0 0-336,151-41-280,-87 17-184,3-3-88,22 1-64,-17 6-1464,-10 6-4866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11859,'0'0'5954,"0"0"-3907,0 0-432,0 0-521,0 0-631,-19 34-18,1-3-278,4-8-8,0 2-1,1-1 0,2 2 0,1-1 1,1 2-1,0-1 0,3 1 1,-2 10-159,2 3 196,1 1 0,2-1 0,2 1 0,1-1 1,3 1-1,1 5-196,-1-27 6,1 0-1,1-1 1,0 0 0,1 0 0,1 0-1,1-1 1,0 0 0,1 0 0,1-1-1,1 0 1,0-1 0,1 0 0,1-1-1,4 3-5,-10-10-141,0-1 0,1 0 0,0-1 0,0 0 0,0 0-1,1-1 1,0 0 0,0 0 0,0-1 0,6 2 141,58 7-6256,-18-11-5956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14563,'0'0'1913,"0"0"1031,0 0-303,96 182-905,-50-115-736,2-2-288,3-2-199,-2-5-345,-6-5-48,-6-9-112,-7-6-8,-9-9 0,-5-7-360,-7-17-673,-4-5-1663,-5 0-3834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4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0 14195,'0'0'2585,"0"0"-1689,0 0 1352,0 0-1424,0 0-407,-115 145 223,82-63 352,-1 3-152,1-1-312,1-6-328,5-13-72,8-9-112,6-11-16,8-13-72,5-15-864,10-17-960,17 0-2049,3-10-5665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12123,'0'0'1944,"0"0"64,110 169 1753,-64-80-1784,-12 5-249,-4 3-208,-14-3-343,-5-9-545,-11-10-392,0-8-104,0-11-136,-8-8-56,-6-7-344,1-7-288,5-12-409,8-15-959,0-7-2577,0 0-4137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3:0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42 14251,'0'0'2249,"0"0"-193,0 0 521,0 0-857,0 0-872,0 0-224,191 55-184,-135-55-160,0-14-184,-2-6-96,-8-1-216,-14 1-1152,-13 6-2745,-16 7-3905</inkml:trace>
  <inkml:trace contextRef="#ctx0" brushRef="#br0" timeOffset="1">1 418 14299,'0'0'2080,"0"0"-119,0 0-137,0 0-495,185 3-889,-113-20-288,3-5-152,-15 8-408,-20 4-4585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0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458 155 4689,'0'0'2497,"0"0"-601,0 0 132,0 0-441,0 0-577,12 2 5959,-5-3-5632,-5-17-1052,0 0 0,-1 0 0,-1-15-285,0 15 73,-1 16-71,0 1 1,0-1-1,0 0 0,0 0 1,-1 1-1,1-1 1,0 1-1,-1-1 0,1 1 1,-1 0-1,0-1 0,1 1 1,-1 0-1,0 0 1,1 0-1,-3 0-2,-29-16 50,30 15-52,0 1 0,0 0 1,1 0-1,-1 0 0,0 0 0,0 0 1,0 0-1,0 1 0,0 0 0,0-1 1,0 1-1,0 0 0,0 1 0,0-1 1,-1 0-1,1 1 0,1 0 0,-1-1 1,0 1-1,0 1 0,0-1 0,0 0 1,1 1-1,-1-1 0,0 1 0,1 0 1,0 0-1,-1 0 0,1 0 0,0 0 1,0 0-1,0 1 0,0-1 0,1 1 1,-1-1-1,0 1 0,1 0 0,0-1 1,0 1-1,0 0 2,-4 10-10,0 0-1,1 1 1,1-1 0,0 1 0,1 0-1,1 0 1,0 0 0,0 4 10,1 4 160,0 0 0,1 0-1,1 0 1,1-1 0,2 1 0,0-1 0,6 18-160,5 13 363,-3 1 0,-3 0 0,-1 0 0,-2 15-363,0-11 181,47 542 434,-39-397-497,-2-45 411,-7 1 1,-9 56-530,2-202 53,-1-1 1,0 0 0,-1 0 0,0 0 0,-1 0 0,0 0 0,-1-1 0,0 0 0,0 0 0,-1 0 0,-1-1 0,1 1 0,-2-2 0,1 1 0,-1-1 0,0 0 0,-1-1 0,0 1 0,0-2-1,-1 1 1,1-2 0,-1 1 0,-1-1 0,1-1 0,-1 1 0,1-2 0,-1 0 0,0 0 0,-1-1 0,1 0 0,-8 0-54,2-2 41,0 0 1,1-2-1,-1 1 1,-6-3-42,15 2 3,1-1 0,0 1 0,0-1 0,0-1 1,0 1-1,0-1 0,1 0 0,0-1 0,0 1 0,-5-6-3,6 6-105,1 0 1,-1-1-1,1 0 0,0 0 0,0 0 1,0 0-1,1-1 0,0 0 0,0 1 0,0-1 1,1 0-1,0 0 0,-1-3 105,1-6-1528,0 0-1,1 0 1,0 0-1,2 0 1,0-2 1528,1-22-12204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0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8434,'0'0'4091,"0"0"-1698,0 0-406,0 0-745,0 0-584,0 0 43,17 0 29,351 0 3319,-357 0-4022,-11 0-50,1 0 0,-1 0-1,1 1 1,-1-1 0,1 0 0,-1 0 0,1 0 0,-1 0 0,1 0-1,-1 0 1,1 0 0,-1 0 0,1 0 0,-1-1 0,1 1-1,-1 0 1,1 0 0,-1 0 0,0 0 0,1-1 0,-1 1 0,1 0-1,-1-1 1,0 1 0,1 0 0,-1 0 0,1-1 23,0-13-3315,-1 2-2142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0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12499,'0'0'1795,"0"0"22,0 0-743,0 0-367,-13 26 440,-38 89 334,46-101-1217,1 0-1,0 1 0,1-1 1,1 1-1,0 0 0,1 0 1,1-1-1,0 1 0,1 0 0,1 9-263,0 0 244,-1-16-179,0 0-1,1 0 1,0 0-1,0 0 1,1 0-1,-1 0 1,2 0-1,-1-1 1,1 0-1,0 1 1,1-2-1,0 1 1,0 0 0,0-1-1,1 0 1,0 0-1,0-1 1,1 1-1,-1-1 1,1-1-1,0 1 1,0-1-1,1 0 1,-1-1 0,1 0-1,0 0 1,1 0-65,-1-1 21,0 0 0,-1-1 0,1 0 1,0 0-1,-1 0 0,1-1 0,0 0 1,0-1-1,-1 0 0,1 0 0,0 0 1,-1-1-1,1 0 0,-1-1 0,0 0 1,0 0-1,0 0 0,0-1 1,0 0-1,-1 0 0,1-1 0,-1 0 1,-1 0-1,1 0 0,-1-1 0,1 0 1,-2 0-1,5-6-21,-4 4 81,-1 1 0,0-1-1,0 0 1,-1 0 0,0-1 0,-1 1 0,0 0 0,0-1-1,0 0 1,-1 1 0,-1-1 0,1 0 0,-1 0 0,-1 1 0,0-1-1,0 0 1,-1 1 0,0-1 0,0 1 0,-1-1 0,0 1-1,0 0 1,-1 0 0,0 0 0,-1 1 0,-2-5-81,0 2 60,-1 0-1,1 1 1,-2 0 0,1 0-1,-1 1 1,-1 0 0,0 0-1,0 1 1,0 0 0,-1 1 0,0 0-1,0 1 1,0 0 0,-1 1-1,1 0 1,-1 1 0,0 0-1,-9-1-58,-37 2 851,43 2-5905,15 0-1227,22 0-2829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 14091,'0'0'1886,"0"0"-342,0 0 447,-4 27-484,0-3-1210,-1 6 206,0 0 0,2 0 0,2 0 0,1 0-1,3 30-502,-1-52 61,0 0 0,1 0 0,1 0 0,-1-1 0,1 1 0,0-1 0,1 0 0,-1 0 0,1 0 0,1-1 0,0 1 0,-1-1 0,2-1 0,-1 1 0,1-1 0,0 0 0,0-1 0,0 0 0,0 0-1,1 0 1,0-1 0,0 0 0,0 0 0,0-1 0,0 0 0,7 0-61,-7 0 26,0-1 0,0 1 1,0-2-1,0 1 0,0-1 0,0 0 0,0-1 0,0 0 0,0 0 1,0-1-1,0 0 0,0 0 0,-1-1 0,1 0 0,-1 0 0,0-1 0,0 0 1,0 0-1,0-1 0,-1 1 0,1-2 0,-1 1 0,-1-1 0,1 0 1,-1 0-1,0 0 0,0-1 0,0 0-26,-2-1 31,1 0 0,-1 0 0,-1 0 0,1 0 0,-2-1 0,1 1 0,-1-1 0,0 1 0,-1-1 0,0 0 0,0 1 0,-1-1 0,0 1 0,0-1 0,-1 1 0,0-1 0,-1 1 0,-3-7-31,1 3-1,0 0 0,-1 0 0,-1 1 0,0 0 0,0 0 0,-1 1 0,-1-1 0,0 2 0,0-1 0,0 2 0,-11-8 1,10 10-245,0 0 1,-1 1 0,0 0 0,0 1-1,0 0 1,0 1 0,-1 0-1,1 0 1,-1 2 0,0-1-1,0 1 1,1 1 0,-1 0-1,-10 2 245,-5-1-1590,-22-1-3625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186 213 7802,'0'0'2855,"0"0"-833,0 0-21,0 0-707,0 0-434,0 0 4,0-17 295,0-53 76,0 65-1106,-1-1-1,0 0 1,0 0-1,0 1 1,-1-1-1,0 1 0,0-1 1,0 1-1,-1 0 1,0 0-1,0 0 1,0 0-1,0 0 1,-1 1-1,0-1 1,0 1-1,0 0 0,0 0 1,-1 1-1,0-1 1,1 1-1,-1 0 1,0 0-1,-1 1 1,0-1-129,4 2 4,0-1 0,-1 1 0,1 0-1,0 0 1,0 1 0,-1-1 0,1 0 0,-1 1 0,1 0 0,-1-1 0,1 1 0,0 0 0,-1 0 0,1 0 0,-1 1 0,1-1 0,-1 0 0,1 1 0,0 0 0,-1 0 0,1-1 0,0 1 0,-1 1 0,1-1-1,0 0 1,0 0 0,0 1 0,0-1 0,0 1 0,1 0 0,-1 0 0,0-1 0,1 1 0,-1 0 0,1 0 0,0 0 0,0 1 0,-1-1 0,1 0 0,1 0 0,-1 1 0,0-1 0,1 1 0,-1 0-4,-3 14 1,0-1 1,2 1-1,0-1 1,1 1-1,1 15-1,18 715 1351,-19-548-1108,-4-238-3202,0 12-2093,-5-3-5151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4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15283,'0'0'3809,"0"0"-2977,0 0 1385,0 0-1121,0 0-696,150-75-328,-99 63-8,-2 2-64,13 3-760,-14 2-3017,-11 2-2936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4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12171,'0'0'2496,"-1"21"19,-19 358 5946,20-354-8223,0-1 1,2 1 0,1 0-1,2 4-238,-2-17 17,0-1 0,1 0-1,1 0 1,-1-1-1,2 1 1,-1-1 0,2 0-1,-1 0 1,8 8-17,-4-6-56,35 37 42,-42-46-137,0-1 0,0 0 0,0 1 0,1-1 0,-1-1 0,0 1 0,1 0 0,0-1 1,-1 1-1,1-1 0,0 0 0,-1-1 0,1 1 0,0 0 0,1-1 151,20 0-2903,-4 0-2075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5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14027,'0'0'2162,"0"0"-355,-3 25 232,-16 145 3090,7 18-5129,10-145 474,1-10-177,1 0 0,1 0 1,5 26-298,-5-50 8,1-1 1,0 0 0,0 1-1,1-1 1,0 0 0,0-1-1,1 1 1,0 0 0,0-1-1,1 0 1,0 0 0,0 0-1,1-1 1,-1 0 0,2 0-1,5 5-8,-9-9-78,0 0-1,0 0 0,0-1 1,1 1-1,-1-1 1,0 0-1,1 0 0,-1 0 1,0 0-1,1 0 0,0-1 1,-1 1-1,1-1 1,-1 0-1,1 0 0,-1-1 1,1 1-1,-1-1 0,1 0 1,-1 0-1,1 0 1,-1 0-1,0 0 79,2-1-623,-1 0 0,0-1 0,1 1 0,-1-1 0,0 0 0,-1 0 0,1 0 0,0 0 1,-1-1-1,1 0 623,16-25-8613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5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5369,'0'0'11971,"0"0"-10099,0 0 1081,0 0-945,0 0-1320,0 0-448,0 0 0,29-2-80,17-8-56,8-2-96,2 0-8,1-2-16,4-6-1384,-10 3-3617,-13 0-4945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11811,'0'0'2829,"0"0"-991,0 0 431,8 27-216,5 10-1433,40 137 1780,-36-95-1759,-3 0 1,-4 1-1,-3 0 1,-4 1-1,-3-1 1,-5 13-642,4-85-95,1 1 1,-1-1 0,-1 0-1,0 0 1,0 0 0,-1 0 0,1 0-1,-2 0 1,1-1 0,-2 3 94,7-23-4816,11-7-1643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6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170 502 13595,'0'0'2715,"0"0"-806,0 0 152,0 0-711,0 0-735,-25 18-196,-74 58-19,95-72-362,0 0 0,0 1 0,0-1 0,1 1 0,-1 0 0,1 0 0,0 0 0,0 0 0,1 1 0,0-1 0,0 1 0,0 0 0,0-1 0,1 1 0,0 0 0,0 0 0,1 0 0,0 0 0,0 0 0,0-1 0,1 1 0,-1 0-38,1 14 154,-2-14-136,1 0 0,0 0-1,0 0 1,1 0 0,-1 0-1,1 0 1,1 0-1,-1-1 1,1 1 0,0 0-1,0-1 1,1 1 0,-1-1-1,1 0 1,0 0-1,1 0 1,-1 0 0,1 0-1,0-1 1,0 0-1,1 0 1,-1 0 0,1 0-1,0-1 1,0 1 0,0-1-1,0-1 1,0 1-1,1-1 1,0 0 0,-1 0-1,1 0 1,2 0-18,10 2-115,-1-1 0,1 0 0,0-1 0,0-1 1,0-1-1,0 0 0,0-1 0,2-2 115,-17 3-34,1-1 1,-1 0-1,1 0 0,-1-1 1,0 1-1,0-1 0,0 1 0,0-1 1,0 0-1,0 0 0,0-1 1,-1 1-1,1 0 0,-1-1 0,1 0 1,-1 1-1,0-1 0,0 0 1,0 0-1,-1 0 0,1-1 0,-1 1 1,0 0-1,1 0 0,-2-1 1,1 1-1,0-3 34,3-13 19,-2 1 0,0-1 0,-1 0 0,-1-14-19,-1 16 14,-3-56 480,-3 1 0,-4 0 0,-2 1 0,-7-13-494,-1-5 1350,4-1 0,1-31-1350,15 88 825,9 60-359,1 11-539,13 57 82,-4 1 0,-3 6-9,19 104-24,-32-196-39,0 0 0,1-1 0,0 1 0,1 0 0,0-1 0,1 0 0,0 0 0,0 0 63,25 22-2084,10-11-4037,-10-13-5033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6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16347,'0'0'3909,"0"0"-1870,0 0-608,0 0-661,0 0-329,0 30 221,0 192 701,0-169-1010,2 0 1,2 0-1,6 24-353,-7-62 3,0-1 1,1 1-1,0-1 0,1 0 0,0-1 0,2 1 1,-1-1-1,2 0 0,0-1 0,0 0 0,1 0 0,0 0 1,1-1-1,1-1 0,0 0-3,-8-7-89,1 0 1,0 0-1,0-1 0,0 0 1,0 1-1,0-1 0,0-1 0,0 1 1,1-1-1,-1 0 0,1 0 1,-1 0-1,1 0 0,-1-1 1,1 0-1,-1 0 0,1 0 1,0 0-1,-1-1 0,3 0 89,-3 0-316,0-1 0,0 1 0,1-1 0,-1 0 0,0 0 0,-1 0 0,1-1 0,0 0 0,-1 1 0,1-1 0,-1 0-1,0-1 1,2-1 316,18-26-5567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1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10562,'0'0'1929,"0"0"-121,0 0-504,0 0-1296,145-34-8,-105 25-4785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22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81 488,'0'0'335,"0"0"118,0 0 422,0 0 663,0 0-153,0 0-263,3-10 182,7-32 202,-10 41-1404,0 0 0,0 0 0,0 0 0,0 0 0,0 0 0,0 0 0,0 0 0,0 0 0,-1 0 0,1 0 0,0 0 0,0 0 0,-1 0 0,1 0 0,-1 1 0,1-1 0,-1 0 0,1 0 0,-1 0 0,1 1 0,-1-1 0,0 0 0,1 0 0,-1 1 0,0-1 0,0 1 0,0-1 0,1 1 0,-1-1 0,0 1 0,0-1 0,0 1 0,0 0 0,0-1 0,0 1 0,0 0 0,0 0 0,0 0 0,0 0 0,0 0 0,0 0-102,-13-1 6086,12 1-4680,13 16 333,23 17-1166,3-2-1,0-1 0,2-2 1,4 0-573,8 6 39,-2 3 1,6 8-40,-54-45-38,0 1-1,0 0 1,-1-1 0,1 1-1,0 0 1,-1-1 0,1 1-1,0 0 1,-1 0 0,0 0-1,1 0 1,-1-1 0,1 1 0,-1 0-1,0 0 1,1 0 0,-1 0-1,0 0 1,0 0 0,0 0-1,0 0 1,0 0 0,0 0-1,0 0 1,0 0 0,0 0-1,-1 0 39,1 0-253,0-1-1,-1 1 1,1-1-1,-1 1 1,1-1-1,0 0 1,-1 1-1,1-1 1,-1 0-1,1 1 1,-1-1-1,1 0 1,-1 0-1,1 0 1,-1 1-1,1-1 1,-1 0-1,1 0 1,-1 0-1,1 0 1,-1 0-1,1 0 1,-1 0-1,1 0 0,-1 0 1,0 0-1,1 0 1,-1 0-1,1 0 1,-1-1-1,1 1 1,-1 0-1,1 0 1,-1-1-1,1 1 1,0 0-1,-1-1 1,1 1-1,-1 0 1,1-1-1,0 1 1,-1 0-1,1-1 254,-6-9-10852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2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0 8730,'0'0'2659,"0"0"-1219,0 0-189,0 0-296,0 0-281,-16 24-108,-8 10-359,-7 12 511,-33 37-718,5-13 391,-3-2 1,-2-3-1,-4-2 0,-19 9-391,84-69-102,-16 9 256,19-12-220,0 0 0,-1 0 0,1 0 0,0 0 1,-1 0-1,1 0 0,0 1 0,-1-1 0,1 0 0,0 0 1,-1 0-1,1-1 0,0 1 0,-1 0 0,1 0 1,0 0-1,-1 0 0,1 0 0,0 0 0,-1 0 1,1-1-1,0 1 0,-1 0 0,1 0 0,0 0 0,0-1 1,-1 1-1,1 0 0,0 0 0,0-1 0,-1 1 1,1 0-1,0 0 0,0-1 0,0 1 0,0 0 1,-1-1-1,1 1 0,0 0 0,0-1 0,0 1 1,0 0-1,0-1 0,0 1 0,0-1 0,0 1 0,0 0 1,0-1-1,0 1 0,0 0 66,-2-14-3924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4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6633,'0'0'4353,"0"0"-2336,0 0-441,0 0-808,0 0-272,0 0 233,67 0 127,-48 0-24,0-2-184,0-3-352,0 0-104,-1 0-136,4-2-8,2 0-48,8-5-312,-2 0-1216,-11 2-2377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42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9250,'0'0'2673,"0"0"-377,0 0-544,0 0-287,180 0-177,-137 0-312,-8-5-208,-11 3-232,-5-1-231,-11 3-89,-3 0-136,-2-2 40,-3-1-120,0-4-681,0 0-1951,0 0-6554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4:5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20 4065,'0'0'4666,"0"0"-2344,0 0-192,0 0-583,-44 0 5152,29 0-6229,-106-19 1111,113 19-1570,0 0 1,0 1-1,-1 0 1,1 0-1,0 0 1,0 1-1,0 1 1,0 0-1,1 0 1,-1 0-12,4-1 12,1 0 0,-1 1 1,1-1-1,-1 1 1,1 0-1,0 0 1,0 0-1,0 0 1,1 0-1,-1 1 1,1-1-1,0 1 1,-1 0-1,2 0 0,-1 0 1,0 0-1,1 0 1,0 0-1,0 0 1,0 2-13,-6 45 555,3 0-1,2 0 1,3 0 0,2 11-555,-2-46 32,4 45 94,7 32-126,2 9 207,75 529 289,-77-539-254,-5 1-1,-4 1 1,-7 76-242,3-147 76,-1-1 0,-1 1 1,-1 0-1,-1-1 1,-1 0-1,0 0 0,-2 0 1,-1-1-1,0 0 1,-12 17-77,19-35 27,0 0-1,-1 0 1,1 0 0,0 0 0,-1-1 0,0 1-1,0-1 1,1 0 0,-1 0 0,0 0 0,-1 0 0,1 0-1,0-1 1,0 1 0,-1-1 0,1 0 0,-1 0-1,1 0 1,-1-1 0,0 1 0,1-1 0,-1 0 0,1 0-1,-1 0 1,0 0 0,1-1 0,-1 0 0,1 1-1,-1-1 1,1 0 0,-1-1-27,-3-1 16,1 1 1,0-2-1,0 1 0,0-1 1,0 0-1,0 0 0,1-1 1,0 0-1,0 0 0,0 0 1,0 0-1,1-1 0,0 1 1,0-1-1,-1-5-16,-1-2-284,2 0 0,-1 0 0,2-1 0,0 1 0,1-1 0,0 0 0,1 0 0,0-6 284,-6-53-9283,-1 48-3842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0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10658,'0'0'1961,"0"0"1159,0 0-551,0 0-609,161 22-639,-110-22-393,-3 0-504,-8-3-224,-2-4-152,-6-3-48,8 1-800,-10 1-1865,-6-1-3344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0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13363,'0'0'2763,"0"0"-1235,0 0-327,0 0-504,0 25 130,0 85 140,0-98-866,1 0 1,1-1-1,0 1 0,0 0 1,1-1-1,1 1 0,0-1 1,0 0-1,1 0 0,1-1 1,0 1-1,0-1 0,1-1 1,0 1-1,1-1 0,0 0 1,4 2-102,-6-5 32,1 0 0,0-1 0,1 0 0,0 0 0,-1-1-1,1 0 1,1 0 0,-1-1 0,0 0 0,1 0 0,0-1 0,0 0 0,-1-1 0,1 0 0,0 0 0,0-1 0,0 0 0,0-1 0,0 0 0,0 0 0,0-1-32,-2 0 30,-1 0 1,0 0 0,-1-1-1,1 0 1,0 0-1,-1 0 1,0-1 0,1 0-1,-1 0 1,-1 0-1,1-1 1,-1 1 0,0-1-1,0 0 1,0 0 0,0-1-1,-1 1 1,0-1-1,0 0 1,-1 0 0,1 0-1,-1 0 1,-1 0-1,1 0 1,-1-3-31,1 2 96,-1 0-1,0-1 0,0 1 1,-1-1-1,0 1 1,0-1-1,0 1 1,-1-1-1,-1 1 1,1-1-1,-1 1 1,0 0-1,-1 0 0,0 0 1,0 0-1,0 0 1,-1 1-1,0-1 1,0 1-1,-1 0 1,-2-2-96,-7-4 124,0 0 1,-1 1 0,0 1-1,-1 0 1,0 2 0,-1-1 0,0 2-1,0 0 1,0 1 0,-4 0-125,7 3-708,1 0 1,-1 1-1,1 0 1,-13 1 707,46 1-6570,6 0-7338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13691,'0'0'1852,"0"0"349,0 0-694,19 23-660,64 76-359,-78-93-422,1 0 1,1 0-1,-1-1 1,1 0-1,0 0 1,0 0-1,1-1 1,-1 0-1,1-1 1,0 0-1,0 0 1,0 0-1,0-1 1,1-1-1,-1 1 1,0-1-1,1 0 1,-1-1-1,1 0 1,6-1-67,-10 1 38,0 0 13,0-1 0,0 1-1,0-1 1,0 0 0,-1 0 0,1 0-1,0 0 1,-1-1 0,1 0 0,-1 0 0,1 0-1,-1-1 1,0 0 0,0 1 0,0-1-1,0-1 1,-1 1 0,1 0 0,-1-1-1,0 0 1,0 0 0,0 0 0,-1 0 0,1 0-1,-1 0 1,0-1 0,0 1 0,0-1-1,0-2-50,0 0 113,-1 0-1,1 0 1,-1 0-1,0 0 0,-1 0 1,0 0-1,0-1 0,0 1 1,-1 0-1,0 0 0,-1 0 1,1 0-1,-1 0 1,-1 0-1,1 0 0,-1 1 1,0-1-1,-1 1 0,-3-5-112,2 3 12,-1 1 0,0 0 0,0 0 0,0 0 0,-1 1 0,0 0 0,-1 0 0,1 1 0,-1 0 0,0 0 0,-1 1 0,1 0 0,-1 0 0,1 1 0,-1 0 0,-1 0-12,-2 1-979,-1 0 0,0 0 1,0 1-1,-5 1 979,-8 0-5475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3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90 102 6513,'0'0'3797,"0"0"-1436,0 0-366,0 0-364,0 0-259,0 0 146,-9-1-121,-1-2-1292,5 2 146,1 0-1,-1 0 1,1 0-1,-1 1 1,1-1-1,-1 1 1,1 1-1,-2-1-250,5 0 30,0 1-1,-1-1 0,1 0 1,0 1-1,-1 0 0,1-1 1,0 1-1,-1 0 0,1-1 1,0 1-1,0 0 0,0 0 0,0 0 1,0 0-1,0 0 0,0 0 1,0 1-1,0-1 0,1 0 1,-1 0-1,0 1 0,1-1 1,-1 0-1,1 1 0,0-1 1,-1 1-1,1-1 0,0 0 1,0 1-1,-1-1 0,1 1-29,-1 9 6,1-1 0,0 1 0,0 0-1,1 0 1,0-1 0,0 1-1,2-1 1,-1 1 0,1-1 0,1 0-1,0 0 1,0 0 0,1-1-1,5 9-5,-6-12 5,0 0-1,1 0 0,0-1 0,0 0 0,0 0 1,0 0-1,1 0 0,0-1 0,0 0 0,0 0 0,0 0 1,1-1-1,-1 0 0,1 0 0,0-1 0,0 0 1,0 0-1,0-1 0,0 0 0,1 0 0,-1 0 0,2-1-4,-5 0 17,0 0-1,0 0 0,0-1 0,0 1 0,0-1 0,0 0 1,-1 0-1,1 0 0,0-1 0,-1 1 0,1-1 0,-1 0 1,1 0-1,-1 0 0,0 0 0,0-1 0,0 1 0,0-1 1,0 0-1,-1 0 0,1 0 0,-1 0 0,0 0 0,1-1 1,-2 1-1,1-1 0,0 1 0,0-4-16,2-6 111,0 0 0,-2 0 0,1 0 0,-2 0 0,0 0 0,0 0 0,-1-1 0,-1 0-111,0 6 58,-1 0 1,0-1-1,0 1 1,-1 0 0,0 0-1,-1 1 1,1-1-1,-1 1 1,-1 0-1,1 0 1,-1 0 0,-3-3-59,0 0 26,-1 0 1,0 0 0,-1 1 0,0 0 0,0 1 0,-1 0 0,-7-4-27,-8 3-659,10 12-2645,7 9-2424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24 3289,'0'0'5945,"0"0"-3210,0 0-768,0 0-256,0 0-376,0 0-136,-7-3 55,-1-1-873,0 1-1,0 0 1,0 0 0,-1 1 0,1 0 0,-1 1 0,1 0-1,-2 0-380,1 1 27,0 0 0,0 1 0,0 0 0,0 1 0,0 0 0,0 0-1,0 1 1,1 0 0,-1 0 0,1 1 0,0 0 0,0 1-1,0 0 1,1 0 0,-1 0 0,1 1 0,1 0 0,-1 1 0,-4 6-27,2-2 79,1 0 1,0 1-1,1 0 1,0 0-1,0 1 1,2 0-1,0 0 1,0 0-1,1 1 1,1 0-1,-2 13-79,-1 21 434,3-1 0,2 43-434,1-76 19,3 25 110,1 0 1,3 0-1,1 0 0,2-1 0,1-1 0,6 9-129,27 105 215,-18-20 189,-5 1 0,-6 0 0,-6 1 0,-5 0 0,-7 10-404,3-129 77,0-1-1,-2 1 1,1-1-1,-2 0 1,0 1-1,0-1 0,-1 0 1,-1-1-1,0 2-76,4-13 20,0 0-1,0-1 0,1 1 0,-1 0 1,0 0-1,0-1 0,0 1 0,0-1 0,0 1 1,0-1-1,0 1 0,0-1 0,0 1 1,0-1-1,0 0 0,0 0 0,0 1 0,0-1 1,0 0-1,0 0 0,0 0 0,0 0 1,0 0-1,0-1 0,-1 1 0,1 0 1,0 0-1,0-1 0,0 1 0,0-1 0,0 1 1,0-1-1,0 1 0,1-1 0,-2 0-19,-30-22 321,12 4-172,1-2 1,0 1-1,2-2 0,-7-10-149,17 20-487,-1-1 0,2 0 1,0 0-1,-1-5 487,4 9-1536,0 0 0,1 0 0,0 0 0,0-1 0,1 1 0,0-9 1536,1 12-11974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 9282,'0'0'2842,"0"0"-842,0 0-549,0 0-296,0 0-200,0 0 61,-7 30 193,-2 6-866,2-7-49,0 0 1,2 1 0,1-1-1,2 1 1,0 9-295,2 158 1200,0-193-1187,0-1 0,1 0 0,-1 1 0,0-1-1,1 0 1,0 0 0,0 1 0,0-1 0,0 0-1,0 0 1,0 0 0,1 0 0,0 0 0,-1-1 0,1 1-1,0 0 1,0-1 0,1 1 0,-1-1 0,1 0-1,-1 0 1,3 2-13,-1-2 53,0-1 0,0 1 0,0-1 0,0 1 0,0-1 0,1-1 0,-1 1 0,0-1 0,1 1-1,-1-1 1,0-1 0,1 1 0,-1 0 0,0-1 0,0 0 0,1 0 0,2-2-53,4-1 42,-1-1 0,0 0 0,0-1 0,0 0 1,-1 0-1,0-1 0,0-1 0,0 0 0,-1 0 0,-1 0 0,1-1 1,-1 0-1,-1 0 0,0-1 0,0 0 0,-1 0 0,0 0 1,0-1-1,-1 0 0,-1 0 0,0 0 0,-1 0 0,0 0 0,0 0 1,-1-1-1,-1 1 0,0-1 0,-1-7-42,0 12 15,-2 0 0,1 0 0,-1 0 1,0 1-1,0-1 0,0 1 0,-1 0 0,0 0 0,-1 0 0,1 0 1,-1 1-1,0 0 0,0 0 0,-1 0 0,0 1 0,0-1 0,0 2 0,0-1 1,0 0-1,-1 1 0,1 0 0,-1 1 0,0 0 0,-3-1-15,-11-3-176,0 1-1,-1 1 0,0 1 1,0 1-1,0 0 0,0 2 1,-7 1 176,-31 6-2845,5 7-2722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213 136 10578,'0'0'2010,"0"0"-588,0 0-150,0 0-247,0 0-200,0 0-47,-17-16 157,-53-51-120,62 60-619,0 0-1,0 0 1,-1 1-1,0 0 1,-8-3-196,12 7 96,1 0 0,-1 0 1,0 1-1,0 0 0,1 0 1,-1 0-1,0 1 0,0 0 1,-2 0-97,6 0 15,0 0 1,1 0 0,-1 0 0,0 1 0,0-1 0,1 0-1,-1 1 1,0-1 0,0 0 0,1 1 0,-1-1 0,1 1 0,-1-1-1,0 1 1,1 0 0,-1-1 0,1 1 0,-1 0 0,1-1-1,-1 1 1,1 0 0,0-1 0,-1 1 0,1 0 0,0 0-1,0-1 1,-1 1 0,1 0 0,0 0 0,0 0 0,0-1 0,0 2-16,-1 33 38,1-25 10,2 35 261,2-1 0,2 0 0,1 0 0,3 0 1,7 17-310,80 215 1255,-57-173-1291,-29-71 63,-5-13-64,1-1 1,0 0 0,10 15 36,-12-27-1324,-3-9-1880,-3-11-2247,-10-6-4638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9130,'0'0'7121,"0"0"-4496,0 0-513,0 0-703,0 0-753,0 0-440,142-97-216,-48 53-1200,-13 8-3409,-14 7-6330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3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15779,'0'0'3041,"0"0"-881,0 0-1343,0 0-353,0 0 312,-25 186-120,25-118-16,11-3-176,8-2-216,2-13-184,4-6 8,1-10-72,7-15 0,20-19-928,-4 0-2072,-6-15-3882</inkml:trace>
  <inkml:trace contextRef="#ctx0" brushRef="#br0" timeOffset="1">347 35 16396,'0'0'2624,"0"0"-1872,0 0 1001,0 0-297,-27 171-408,27-105-416,0-1-152,13-5-152,6-2-200,3-10-32,-1-9-96,3-10 8,-2-10-8,5-11-496,-3-8-952,0-12-1024,-3-17-1889,-10 0-8474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1 575 14027,'0'0'3865,"0"0"-2265,0 0 289,0 0-897,0 0-368,0 0-368,0 0-256,121-51-784,-68 27-456,12-10-449,-14 5-495,-11 3-3658</inkml:trace>
  <inkml:trace contextRef="#ctx0" brushRef="#br0" timeOffset="1">387 0 10338,'0'0'5419,"0"0"-3085,0 0-722,0 0-489,0 0-279,19 31-87,60 104-10,-68-113-559,-1 1-1,-1 0 0,-1 1 1,-1 0-1,-1 0 0,-1 0 1,-1 1-1,-1 3-187,2 8 186,15 200 103,-20-235-343,0-1 1,0 1-1,0 0 0,0 0 1,0-1-1,0 1 0,1 0 1,-1-1-1,0 1 0,1 0 1,-1-1-1,0 1 1,1-1-1,-1 1 0,0 0 1,1-1-1,-1 1 0,1-1 1,-1 1-1,1-1 0,0 0 1,-1 1-1,1-1 0,0 1 54,12-3-4996,-3-7-1553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4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195 282 12443,'0'0'1880,"0"0"-72,0 0-207,-26 11-325,-9 3-905,0 1 1,-4 5-372,35-17 51,0-1-1,0 1 1,0 0 0,0 1-1,1-1 1,-1 0 0,1 1-1,0 0 1,0 0 0,0 0-1,1 0 1,-1 0 0,1 0-1,0 1 1,0-1 0,1 1-1,-1 0-50,0 6 137,0 0-1,1 0 0,0-1 1,1 1-1,1 10-136,-1-4 144,0-2-11,0-1 0,1 0 1,0 0-1,2 0 0,-1 0 0,2 0 1,0-1-1,1 3-133,-2-10 41,-1-1 1,1 1-1,1-1 1,-1 0-1,1 0 1,0 0 0,0 0-1,0-1 1,1 0-1,-1 0 1,1 0-1,0 0 1,0-1-1,1 0 1,-1 0-1,1 0 1,-1-1-1,1 1 1,0-1-1,1 0-41,1 0 8,0 0 0,0 0-1,0-1 1,0 1-1,0-2 1,0 1 0,0-1-1,0-1 1,0 1 0,0-1-1,0-1 1,0 1 0,0-1-1,0-1 1,-1 1-1,1-1 1,-1-1 0,0 0-1,0 0 1,0 0 0,2-2-8,-1-1-58,-1 0 0,-1 0 0,1 0 0,-1-1 0,-1 0 0,1 0 0,-1 0 0,-1-1 0,0 0 0,0 1 0,0-2 0,-1 1 0,-1 0 0,0-1 0,0 1 0,0-1 0,-1-9 58,3-31 72,-3 0-1,-1 0 1,-3 0 0,-2 0-1,-2 0 1,-3 1 0,-1 0 0,-3 1-1,-5-10-71,9 39 1342,8 39-433,4 35-754,3 1-1,2 0 1,2-1-1,3-1 1,16 43-155,-26-88-12,1 0 1,0 0 0,1-1 0,0 1-1,0-1 1,1 0 0,0 0 0,1-1 0,0 0-1,1 2 12,-3-5-266,0-1-1,0 1 1,1-1 0,0 0-1,-1 0 1,1 0-1,3 0 267,-1 0-986,0 0 1,1-1-1,-1 0 0,1-1 0,-1 1 0,1-1 986,33 0-11908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5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11931,'0'0'7329,"0"0"-6449,0 0 273,0 0 415,-16 164-144,16-89-664,0 2-328,0-2-143,8-8-121,5-9-120,6-12-32,5-14-16,6-18 0,5-11-88,5-3-617,6-24-1191,-9-10-2625,-10 2-4513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25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14579,'0'0'2801,"0"0"-1465,0 0-1192,156-43-144,-95 21-6297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09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41 936,'0'0'9972,"0"0"-4861,0 0-2338,0 0-525,0 0-398,0 0-578,-14-9-419,-49-22-385,61 31-461,-1 0 1,1 0-1,0 0 0,0 0 1,-1 0-1,1 0 1,0 1-1,0-1 0,0 1 1,-1 0-1,1 0 1,0 0-1,0-1 1,0 2-1,0-1 0,0 0 1,1 0-1,-1 1 1,0-1-1,0 1 0,1-1 1,-1 1-1,1 0 1,0 0-1,-1 0 0,1 0 1,0-1-1,0 2 1,0-1-1,0 0 1,0 1-8,-7 9 11,-105 135 194,-62 83 182,163-216-1789,24-38-3503,-4 9 1898,6-20-5889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09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10922,'0'0'4953,"0"0"-2736,0 0-833,0 0 489,0 0-409,0 0-672,140 128-360,-92-91-288,11-1-144,25 15-520,-15-13-3209,-12-4-6353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4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202 198 6105,'0'0'4795,"0"0"-2611,0 0-604,0 0-411,0 0-212,0 0 58,-3-17 263,-14-54-73,15 66-1042,0 0 1,0 0-1,-1 0 0,0 0 0,0 1 0,0-1 0,0 1 0,-1 0 0,0 0 0,1 0 0,-2 0 1,1 1-1,0 0 0,-1 0 0,1 0 0,-1 0 0,0 1 0,-2-1-163,-4-3 128,5 2-60,2 1-4,-1 0-1,1 0 0,-1 0 0,0 1 1,0 0-1,0 0 0,0 0 0,0 1 1,-1 0-1,1-1 0,0 2 0,-1-1 1,-3 1-64,7 2 3,0 1 1,0 0-1,1 0 1,-1 0-1,1 1 1,0-1-1,0 0 1,0 0 0,0 1-1,0-1 1,1 1-1,0-1 1,-1 0-1,1 1 1,1 1-4,-2 1 8,-2 75 383,3 0 0,4 0 0,4 0-1,13 61-390,5 48 103,-25-178-85,1 11 10,1-1 1,1 1-1,1-1 1,6 20-29,-9-64-2717,0-9-3567,-2 7-4072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4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14979,'0'0'2673,"0"0"1320,0 0-2593,0 0-912,0 0-368,153-80-56,-92 56-64,25-5-808,-13 3-2153,-14 4-7529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18 14963,'0'0'2329,"0"0"-409,0 0-520,0 0-743,-61 135 223,45-60 328,5 2-240,3-2-272,8-5-328,0-12-200,0-12-72,5-7-80,11-8 32,3-9-48,3-5 0,29-12-584,-6-5-1368,-2 0-3873</inkml:trace>
  <inkml:trace contextRef="#ctx0" brushRef="#br0" timeOffset="1">390 1 13299,'0'0'2702,"0"0"-1309,0 0-515,-2 22 397,-10 123 3490,8 138-4765,5-277 15,0 1-1,0-1 1,0 0 0,1 1-1,0-1 1,0 0 0,1 0 0,-1 0-1,2-1 1,-1 1 0,0-1-1,1 1 1,0-1 0,2 2-15,-3-4-146,-1-1 1,1 1-1,-1-1 1,1 0-1,0 0 1,0 0-1,0 0 1,0-1-1,0 1 0,0-1 1,0 1-1,1-1 1,-1 0-1,0-1 1,1 1-1,-1-1 1,1 1-1,-1-1 1,1 0-1,-1 0 1,1 0-1,-1-1 1,0 1-1,1-1 0,-1 0 1,1 0-1,1-1 146,16-15-3423,-6-4-2668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14779,'0'0'4201,"0"0"-2569,0 0 129,0 0-937,0 0-464,0 0-248,0 0-112,188-72-832,-124 38-1097,-15 0-4208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10298,'0'0'3881,"0"0"-1917,0 0-821,19 25-56,59 86 103,-70-97-952,-2 1 0,1-1-1,-2 1 1,0 0 0,0 0 0,-2 1 0,0-1 0,-1 1 0,0 0 0,-1 0-1,-1 14-237,1 8 495,0-18-283,3 19 107,-2-1 0,-2 1 0,-1 0-1,-3 0 1,0 0 0,-3-1-1,-2 4-318,9-42-3,-11 41-445,8-14-4591,5-22-117,7-4-2874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6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194 390 12275,'0'0'2365,"0"0"-399,0 0 320,0 0-604,0 0-630,-25-17-163,-78-52-310,102 68-566,-1 0-1,1 0 1,-1 0-1,1 0 1,-1 0-1,1 0 1,-1 0-1,0 0 0,1 1 1,-1-1-1,0 0 1,1 1-1,-1 0 1,0-1-1,0 1 1,0 0-1,0 0 1,1 0-1,-1 0 1,0 0-1,0 1 0,0-1 1,-1 1-13,3 0 2,-1 0 0,0 0 1,0 0-1,1 0 0,-1 0 0,0 0 1,1 0-1,-1 0 0,1 1 0,-1-1 1,1 0-1,0 0 0,-1 1 0,1-1 0,0 0 1,0 0-1,0 2-2,-1 4 22,-5 24 11,2 1 0,1 0 0,1 0 0,2 0-1,2 0 1,1 5-33,-3-28 7,1 0 0,1 0 0,0-1-1,0 1 1,0 0 0,1-1 0,1 1-1,-1-1 1,1 0 0,1 0 0,-1-1-1,1 1 1,2 1-7,-4-6 9,0 1 1,1-1-1,-1 0 0,1 0 0,-1 0 0,1 0 1,0-1-1,0 1 0,0-1 0,1 0 0,-1-1 0,0 1 1,1-1-1,-1 1 0,1-1 0,0-1 0,-1 1 1,1-1-1,0 1 0,-1-1 0,1-1 0,-1 1 1,1-1-1,0 0 0,-1 0 0,2 0-9,-2-1 6,0 0 0,1 0-1,-1-1 1,0 1 0,0-1-1,0 0 1,-1 0 0,1 0-1,-1-1 1,1 1 0,-1-1 0,0 0-1,-1 0 1,1 0 0,-1 0-1,0-1 1,0 1 0,0 0-1,0-1 1,-1 0 0,1 1 0,-1-1-1,0-4-5,4-17-4,-1-1 0,-1 0 0,-2-20 4,0 36 1,1-56-108,-3 0-1,-7-41 108,4 80 345,0 1 1,-2 0-1,-1 0 1,-1 0-1,-2 1 1,0 0-1,-11-18-345,18 45 830,3 12-700,2 20-211,55 196 87,-27-120-7,-23-80-85,2 0 0,12 26 86,-16-43-932,1-1-1,1 0 1,0 0-1,8 10 933,2-2-5810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17412,'0'0'2672,"0"0"-1704,0 0 121,0 0-305,-14 128 344,14-50 32,0 6-343,0-2-449,6-7-208,12-14-88,4-13-64,-1-14 8,6-20-16,3-11-224,-1-3-745,9-41-1391,-9-3-2793,-10-2-3737</inkml:trace>
  <inkml:trace contextRef="#ctx0" brushRef="#br0" timeOffset="1">0 360 14875,'0'0'3945,"0"0"-2553,0 0 465,0 0-649,0 0-840,0 0-368,0 0-608,177-24-1649,-123 12-3312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12515,'0'0'2810,"0"0"-1373,0 0-605,0 27 302,-5 183 1126,5 343 249,-4-566-8822,-6-3-1469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5:0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12307,'0'0'4000,"0"0"-2943,0 0 415,0 0-440,0 0-432,158-5-248,-107-7-192,3 0-96,3-5-64,23-3-704,-15 4-1184,-12 3-3705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24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1799 3 5753,'0'0'2057,"0"0"-146,0 0-148,0 0-252,-3-1 1186,-19 0-2384,8 9-301,1 1-1,0 0 1,0 1 0,1 1 0,0 0 0,1 0 0,0 2 0,-9 12-12,5-7-1,-95 117-21,6 5 0,-12 34 22,-174 307-31,68-110 41,123-218-53,-6-6 1,-47 44 42,-224 266 16,369-449-17,5-5 10,0-1 0,0 1 0,0-1-1,0 1 1,0-1 0,0 0-1,-1 0 1,1 0 0,-1 0-1,0 0 1,1 0 0,-1-1-1,0 1 1,0-1 0,0 0-1,0 0 1,0 0 0,0 0-1,0-1 1,-2 1-9,5-2-13,-1-1 0,1 1 1,-1-1-1,1 1 0,0 0 0,-1-1 0,1 1 1,0-1-1,0 1 0,0-1 0,0 1 0,0-1 1,1 1-1,-1-1 0,1-1 13,-1 3-9,9-26-1612,10-3-3317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2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6465,'0'0'1571,"0"0"51,0 0-259,0 0-339,-4 24-221,-12 76-111,15-96-635,0-1 0,1 1 0,-1 0 0,1 0 0,0 0 0,0 0 0,0-1-1,1 1 1,-1 0 0,1 0 0,0 0 0,0-1 0,0 1 0,0-1 0,1 1 0,0-1 0,0 1-1,-1-1 1,2 0 0,-1 0 0,0 0 0,1 0 0,-1 0 0,1 0 0,0-1 0,0 1 0,0-1-1,0 0 1,1 0 0,-1 0 0,0 0 0,1-1 0,1 1-57,9 2 143,1 0 0,-1-2 0,0 0 0,1 0 0,-1-1 0,1-1 0,4-1-143,-7 1 53,-7 0 66,0 0 0,-1 0 0,1-1 0,-1 1 0,1-1 0,-1 0 0,1-1 1,-1 1-1,1-1 0,-1 0 0,0 0 0,0 0 0,0-1 0,0 1 0,-1-1 1,1 0-1,0 0 0,-1 0 0,0-1 0,0 1 0,0-1 0,0 0 0,-1 1 1,1-1-1,-1-1 0,0 1 0,0 0 0,-1 0 0,1-1 0,-1 1 0,0-1 1,0 1-1,0-1 0,-1 1 0,0-1 0,0 0 0,0 1 0,0-1 0,-1 0 1,1 1-1,-1-1 0,0 1 0,-2-4-119,2 4 51,-1 0-1,1-1 1,-1 1 0,0 0 0,0 0-1,-1 0 1,1 1 0,-1-1-1,0 1 1,0-1 0,0 1 0,0 0-1,0 0 1,-1 0 0,0 0-1,1 1 1,-1 0 0,0-1 0,0 1-1,0 1 1,-1-1 0,1 1-1,0-1 1,-1 1 0,1 0 0,0 1-1,-1-1 1,1 1 0,-1 0-1,1 0 1,-1 0 0,-3 1-51,-7 1-496,0 0 1,0 0-1,0 2 1,0 0-1,1 0 1,0 1-1,0 1 1,0 1-1,-1 0 496,-34 22-4810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0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12899,'0'0'2691,"0"0"-503,0 0-10,0 0-985,0 0-685,15 1 0,45-1 233,-1-2 1,21-4-742,-54 2-391,49-5 1217,-25 7-6678,-47 3 169,-3 5-3448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06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13035,'0'0'1560,"0"0"-560,0 0 361,0 0 263,0 0 32,0 0-159,0 0-537,171 19-304,-130-28-224,-4-1-312,-5 0-24,-5 3-88,-5 2-16,-3 3-600,-3 2-1648,-3 0-2634,-2 0-5384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76 7298,'0'0'2208,"0"0"-293,0 0 55,0 0-795,0 0-343,0 0 19,-4-41 2688,0 38-3463,0-1 0,0 1 0,0 0 0,-1 0-1,1 1 1,-1-1 0,1 1 0,-1 0 0,0 0-1,0 0 1,0 1 0,0 0 0,0 0 0,0 0 0,0 1-1,-2-1-75,4 1 23,-1 0-1,1 0 1,-1 0-1,0 0 0,1 1 1,-1 0-1,1-1 1,-1 1-1,1 0 0,-1 1 1,1-1-1,0 1 1,0-1-1,0 1 0,-1 0 1,2 0-1,-1 0 1,0 1-1,0-1 0,1 1 1,-1-1-1,1 1 1,-1 1-23,-6 12 8,1 1 1,0-1-1,2 2 1,0-1 0,1 1-1,0 0 1,1 0 0,2 0-1,-1 10-8,0 23 30,2 1 0,6 41-30,1-47 136,2 0 1,2-1 0,13 37-137,16 70 158,-22-19 455,-5 1-1,-7-1 1,-6 38-613,1-89 633,0-67-413,0 1 0,-2 0 0,0-1 1,0 0-1,-2 1 0,1-1 0,-5 9-220,6-20 75,1 0 1,-1 1-1,0-1 1,-1 0-1,1-1 1,0 1-1,-1 0 1,0-1-1,0 1 1,0-1-1,0 0 1,-1 0-1,1 0 1,-1-1-1,0 1 1,0-1-1,0 0 1,0 0-1,0 0 0,0 0 1,0-1-1,-1 0 1,1 1-1,-1-2 1,1 1-1,-1 0 1,1-1-1,-1 0-75,0-1-37,0-1 0,1 1 0,-1-1-1,0 0 1,1 0 0,-1 0 0,1-1-1,0 0 1,0 1 0,0-2 0,0 1-1,0 0 1,0-1 0,1 1 0,0-1-1,0 0 1,0-1 0,-2-2 37,-4-5-1058,8 11-1316,1 1-3958,0 0-5700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5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65 261 11090,'0'0'1577,"0"0"-450,2 22 517,9 72-665,-10-89-895,0-1-1,0 1 1,1-1 0,-1 0 0,1 1 0,0-1-1,1 0 1,-1 0 0,1 0 0,-1-1 0,1 1-1,0-1 1,1 1 0,-1-1 0,1 0 0,-1 0 0,1 0-1,0-1 1,0 1 0,0-1 0,0 0 0,0 0-1,1-1 1,-1 1 0,1-1 0,4 1-84,-3-1 181,0 0 1,1 0 0,-1-1 0,1 0-1,-1 0 1,0 0 0,1-1-1,-1 0 1,0-1 0,1 1-1,-1-1 1,0 0 0,0-1 0,-1 1-1,1-1 1,0 0 0,0-2-182,4-2 117,-1-2-1,-1 1 1,1-1 0,-2-1 0,1 1 0,-1-1 0,-1-1 0,0 1 0,0-1 0,-1 0 0,0 0 0,-1-1 0,0 0-117,-2 5 76,0 0-1,0 0 1,-1 0 0,1 0 0,-2 0 0,1 0 0,-1 0 0,0 0 0,0 0 0,-1 0 0,0 0 0,-1 0-1,1 0 1,-1 0 0,0 0 0,-1 1 0,0-1 0,0 1 0,0-1 0,-1 1 0,0 0 0,-4-5-76,-8-5 89,0 1 1,-1 1-1,0 0 1,-1 1-1,-1 1 1,-2 0-90,9 5-186,0 1-1,0 0 1,-1 1 0,0 0-1,0 1 1,0 1 0,0 0 0,-1 1-1,1 0 1,-5 1 186,-22 1-2779,7 0-2940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9938,'0'0'3554,"0"0"-1117,0 0-294,0 0-948,0 0-380,0 0-45,8-12-1,28-37-56,-35 48-686,1-1-1,0 1 1,-1 0-1,1-1 1,0 1-1,0 0 1,0 0 0,0 0-1,0 0 1,0 1-1,0-1 1,0 0-1,0 1 1,0 0-1,0-1 1,0 1 0,1 0-1,-1 0 1,0 0-1,0 0 1,0 0-1,0 1 1,0-1-1,1 1 1,-1 0 0,0-1-1,0 1 1,0 0-1,0 0-26,4 2 28,0 1 0,-1-1-1,1 1 1,-1 0 0,0 0 0,0 1-1,3 3-27,11 15 46,-2 1-1,-1 1 0,-1 0 0,12 27-45,-13-23 18,3 1-1,0-2 1,15 18-18,-31-44-90,0-1 0,0 0 1,1 0-1,-1 1 0,0-1 1,1 0-1,-1 0 0,0 0 1,1 0-1,-1-1 1,1 1-1,-1 0 0,1-1 1,1 1 89,-3-1-185,1 0 1,0 0-1,-1 0 1,1 0-1,-1 0 1,1 0-1,-1 0 1,1 0-1,-1 0 1,1 0-1,-1-1 1,1 1-1,-1 0 1,1 0-1,-1 0 1,0-1-1,1 1 1,-1 0-1,1-1 1,-1 1-1,0 0 1,1-1-1,-1 1 1,0-1-1,1 1 1,-1-1-1,0 1 1,0 0-1,1-1 1,-1 1-1,0-1 1,0 1-1,0-1 1,0 1-1,1-1 1,-1 0-1,0 1 1,0-1-1,0 1 1,0-1-1,-1 0 185,2-13-7879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0 13715,'0'0'2424,"0"0"-1423,0 0 839,-51 152-368,24-84-463,0 2-377,-5-5-232,0-7-184,0-7-152,5-10-64,3-10-40,8-6-648,7-6-1913,7-5-2392,2-9-8346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2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11811,'0'0'2400,"0"0"-1592,0 0 873,0 0-529,113 145-112,-86-83-256,-3 4-32,-8-4 81,-5-4-369,-3-2-232,-5-8-176,-3-9-8,0-8-48,2-14-336,6-9-2553,1-8-4641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21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206 330 8874,'0'0'3714,"0"0"-1924,0 0-222,0 0-692,-25 7-474,-80 30-105,100-34-243,0 1-1,0-1 1,1 1-1,-1 0 0,1 0 1,0 0-1,0 1 1,0-1-1,0 1 1,1 0-1,0 0 1,0 0-1,0 1 1,1-1-1,0 0 1,0 1-1,0 0 1,1 0-1,-1-1 1,1 1-1,1 0 1,-1 0-1,1 0 0,0 1-53,-1 5 165,-2 4 81,2 0-1,-1 0 0,2 0 0,1 0 1,0 0-1,1 2-245,-2-14 28,1 1-1,0-1 1,0 0 0,1 0-1,0 0 1,-1 1-1,1-1 1,1-1 0,-1 1-1,0 0 1,1-1 0,0 1-1,0-1 1,0 0-1,0 1 1,0-2 0,1 1-1,0 0 1,-1-1 0,1 1-1,0-1 1,0 0-1,4 1-27,4 1 21,-1-1-1,1 0 0,0-1 0,0 0 0,0-1 1,0 0-1,0-1 0,0 0 0,0-1 0,0 0 0,0-1 1,6-2-21,-11 2-97,0 0 0,0 0 1,0 0-1,0-1 0,0 0 1,-1-1-1,0 1 1,0-1-1,0-1 0,0 1 1,0-1-1,-1 0 0,0 0 1,0 0-1,0-1 1,-1 0-1,0 0 0,0 0 1,0 0-1,-1-1 0,1-1 97,1-12-142,0 0 0,-2-1-1,0 0 1,-1 1-1,-1-1 1,-1 0 0,-1 0-1,-1 1 1,-1-1-1,0 1 1,-2-1 0,0 1-1,-2 0 1,-1-3 142,-75-156 2234,22 53 2725,63 170-4072,25 81-662,20 46-225,-35-128 10,-4-14-980,2 0 1,10 22 969,-15-41-708,1 1 1,0-1-1,0-1 1,1 1-1,0-1 1,1 0-1,0 0 1,6 4 707,15 7-9234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8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9498,'0'0'5049,"0"0"-4049,0 0 73,0 0 263,0 0-576,0 0-536,84-24-104,-52 10-112,0-3 40,-2 5-48,-1 2-400,-10 3-1552,-6 4-4906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13259,'0'0'1968,"0"0"-319,0 0 503,0 0-1424,0 0-512,143-58-216,-100 44-352,-3 6-1048,-13 6-1449,-11 2-7049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7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11242,'0'0'2337,"0"0"-545,0 0 1169,-51 162-1169,40-97-183,5 3-665,4 2-336,2-7-40,0-8-200,0-7-176,19-11-112,2-6-8,3-12-64,6-4-8,15-8-824,-4-4-1648,-6-3-3146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7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12107,'0'0'1681,"0"0"-174,0 0-435,4-22-398,0 0-424,10-57 2849,7-10-3099,-21 89 50,0 0 0,0 1 0,0-1 0,0 0 0,1 0 0,-1 0 0,0 1 0,0-1 0,0 0 0,0 0 0,1 0 0,-1 0 0,0 0 0,0 1 0,0-1 0,0 0 0,1 0 0,-1 0 0,0 0 0,0 0 0,1 0 0,-1 0 0,0 0 0,0 0 0,0 0 0,1 0 0,-1 0 0,0 0 0,0 0 0,1 0 0,-1 0 0,0 0 0,0 0 0,1 0 0,-1 0 0,0 0 0,0 0 0,0-1 0,1 1 0,-1 0 0,0 0 0,0 0 0,0 0 0,0 0 0,1-1 0,-1 1 0,0 0 0,0 0 0,0 0 0,0-1 1,0 1-1,0 0 0,1 0 0,-1 0 0,0-1 0,0 1 0,0 0-50,6 21-115,9 53 583,-4 1 1,-1 28-469,0 0 158,1-51-141,2-30-1431,8-7-3516,-7-11-2514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18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14723,'0'0'2081,"0"0"-1369,0 0 96,0 0 248,0 0-680,163 24-144,-117-17-104,-6 1-72,-5-3-56,0-3-560,-11-2-1440,-5 0-2737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3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9858,'0'0'2622,"0"0"-564,0 0-318,0 0-641,0 0-415,0 0-101,11 92 2296,-8 41-2674,5 1 0,11 36-205,-14-144 97,1-1 1,1 0 0,1 0 0,2 0 0,0-1-1,2 0 1,0-1 0,1-1 0,2 0 0,0-1-1,1 0 1,13 11-98,-28-30 8,1-1-1,-1 1 0,0-1 0,1 0 1,-1 0-1,1 1 0,0-1 0,-1 0 1,1 0-1,0 0 0,0-1 1,0 1-1,0 0 0,-1-1 0,1 1 1,0-1-1,0 0 0,0 1 0,0-1 1,0 0-1,0 0 0,0-1 1,0 1-1,0 0 0,0 0 0,0-1 1,0 0-1,0 1 0,0-1 0,0 0 1,-1 0-1,1 0 0,0 0 0,-1 0 1,1 0-1,-1 0 0,1-1 1,-1 1-1,1-1-7,3-3-120,-1 0-1,0 0 1,0-1 0,0 0 0,-1 1 0,1-2-1,-1 1 1,-1 0 0,1 0 0,-1-1-1,0 0 121,13-74-5369,-14 46-911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4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9394,'0'0'4017,"0"0"-2241,0 0 57,0 0-713,0 0-496,0 0-480,0 0-136,72-20-8,-4 8-120,-9 2-1920,-6-2-4954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9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4865,'0'0'1792,"0"0"-1327,0 0-241,0 0-224,0 0-921,0 0-351,0 0 336,8 19-160,-2-14 255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4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13315,'0'0'2496,"0"0"202,0 0-728,0 0-1080,0 0-556,0 0-208,-5 6 75,3-3-141,1 0-1,-1 1 1,0-1 0,1 0-1,0 1 1,0-1 0,0 1 0,0-1-1,0 1 1,1 0 0,-1-1-1,1 1 1,0 0 0,0-1-1,1 2-59,10 68 855,-2-22-466,2 45 72,18 124-73,-22-185-362,1 1-1,2-1 1,2-1-1,14 31-25,-22-57 11,0 0 0,1 0-1,-1-1 1,2 0 0,-1 0 0,1 0-1,0-1 1,0 0 0,1 0 0,3 2-11,-7-6-1,0 0 1,1 0-1,-1 0 1,1 0 0,-1 0-1,1-1 1,-1 0-1,1 0 1,0 0-1,0 0 1,-1 0 0,1-1-1,0 0 1,0 0-1,0 0 1,0 0-1,0 0 1,-1-1 0,1 0-1,0 0 1,0 0-1,-1 0 1,1 0-1,3-2 1,-3 0-179,-1 1-1,1-1 0,0 0 0,-1 0 0,0 0 0,0-1 1,0 1-1,0-1 0,0 1 0,-1-1 0,0 0 0,0 0 1,1-2 179,14-34-4380,-15 35 3581,9-29-6804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35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12019,'0'0'2304,"0"0"-448,0 0 833,0 0-1657,0 0-776,0 0-144,0 0-112,177-20-400,-132 18-2328,-7 0-7755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0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4977,'0'0'0,"0"0"-1176,0 0-969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7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64 1136,'0'0'6530,"0"0"-3600,0 0-699,0 0-47,0 0-659,-6 0-316,-12 2-125,28-2 218,43-2-90,23-1 312,24 5-1524,-51 1 27,0-3 0,-1-2-1,1-2 1,34-7-27,-79 10-138,0 0 0,0-1-1,0 1 1,0-1 0,0 1-1,-1-1 1,1 0 0,2-2 138,11-16-4446,-13 8-3078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9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9578,'0'0'2767,"0"0"-808,0 0-900,0 0-556,0 0-196,0 0 225,0 15 249,-5 471 4184,5-476-4942,0-1-1,1 0 1,0 0-1,0 1 1,1-1-1,0 0 0,1-1 1,0 1-1,0 0 1,1-1-1,0 1 0,1 0-22,-2-5 8,1 1 0,-1-1 0,1 1-1,0-1 1,1-1 0,-1 1-1,0 0 1,1-1 0,0 0-1,0 0 1,0-1 0,0 1-1,0-1 1,1 0 0,-1 0-1,1-1 1,-1 0 0,1 0 0,0 0-1,2 0-7,0 0-165,0-1-1,1 1 0,-1-1 1,0-1-1,0 1 1,1-1-1,-1-1 1,0 1-1,0-2 0,0 1 1,1-2 165,-4 2-502,-1-1 1,0 0 0,1 0-1,-1 0 1,-1 0-1,1-1 1,0 1 0,-1-1-1,0 0 1,0 0 0,0-1-1,0 1 1,-1 0-1,0-1 1,1 0 0,-2 1-1,1-1 1,0-3 501,5-22-11236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13411,'0'0'2864,"0"0"-1447,0 0-649,0 0-376,172-41-136,-116 27-240,1 2-16,7-7-144,-16 2-2665,-5 0-9161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9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10866,'0'0'1914,"0"0"-551,0 0-292,0 0-507,0 0-353,0 0-105,20-7 29,63-22-16,-81 28-107,0 0 0,1 0 0,-1 0 1,1 1-1,-1-1 0,1 1 0,-1-1 0,1 1 1,-1 0-1,1 0 0,-1 0 0,0 1 0,1-1 0,-1 0 1,1 1-1,1 0-12,-3 0 4,0-1 1,0 1-1,-1 0 0,1-1 1,-1 1-1,1 0 0,-1 0 1,1-1-1,-1 1 0,1 0 1,-1 0-1,0 0 0,1 0 1,-1-1-1,0 1 0,0 0 0,1 0 1,-1 0-1,0 0 0,0 0 1,0 0-1,0 0 0,0 0 1,-1 0-1,1-1 0,0 1 1,0 1-5,-2 4 11,0 1 0,-1-1 1,1 1-1,-1-1 0,-1 0 0,1 0 1,-4 4-12,-2 2 53,-11 14-100,1 0 0,-7 16 47,21-33 122,1 0 0,0 0 0,0 0 0,1 0 0,0 1 0,1-1 0,0 1 0,1 0 0,0-1-1,0 6-121,1-13 73,0-1-1,1 1 0,0-1 0,-1 1 1,1-1-1,0 1 0,-1-1 1,1 0-1,0 1 0,0-1 0,0 0 1,0 0-1,0 0 0,1 0 0,-1 0 1,0 0-1,0 0 0,1 0 0,-1 0 1,1 0-1,-1-1 0,0 1 0,1-1 1,-1 1-1,1-1 0,1 1-72,48 10 897,-41-9-825,23 3-189,35 8-237,-25 0-7100,-29-8-3651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11522,'0'0'1709,"0"0"-177,0 0 327,27-1-290,207-16 1850,24-21-1176,-87 5-3535,-143 30-5768,-24 3-1920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10898,'0'0'1918,"0"0"-700,0 0 13,0 0-418,0 0-406,25-4-166,14-3-154,89-10 398,-127 17-476,0 0 1,-1 0-1,1 0 0,0 0 0,0 0 0,-1 0 0,1 0 0,0 1 0,-1-1 1,1 0-1,-1 0 0,1 1 0,0-1 0,-1 1 0,1-1 0,-1 0 0,1 1 1,-1-1-1,1 1 0,-1-1 0,1 1 0,-1-1 0,1 1 0,-1 0 0,0-1 1,1 1-1,-1-1 0,0 1 0,0 0 0,0-1 0,1 1 0,-1 0 0,0 0-9,2 34 89,-3-26-83,-1 0 0,1 0-1,-2 0 1,1 0 0,-1 0-1,-3 6-5,-12 13 292,-1-2-1,-10 11-291,18-24 129,0 0 0,0 0 0,2 1 1,0 1-1,0-1 0,1 2 1,1-1-1,1 1 0,0 0 1,1 0-1,0 2-129,2-5 188,1 1 0,1-1 1,0 1-1,1 0 0,2 12-188,-1-25 73,0 0-1,0 0 0,0-1 0,0 1 0,0 0 1,1 0-1,-1-1 0,0 1 0,0 0 0,1-1 1,-1 1-1,1-1 0,-1 0 0,0 0 0,1 1 1,-1-1-1,1 0 0,-1 0 0,1 0 0,-1 0 1,0-1-1,2 1-72,40-2 768,-40 2-709,6-1-35,0 0 1,0-1 0,0-1-1,0 1 1,0-1 0,-1 0-1,1-1 1,-1 0-1,0-1 1,0 0 0,0 0-1,-1 0 1,3-3-25,19-25-2287,-10-5-3327,-12 13-3408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3929,'0'0'6456,"0"0"-3386,0 0-1236,0 0-918,0 0-572,0 0-136,-3 6 293,-12 36 1199,1 1-1,2 1 1,0 11-1700,5-13 358,1 0 0,3 0-1,1 0 1,2 1 0,2-1 0,2 3-358,0-17 96,2-1-1,1 0 1,2 0 0,0 0-1,2-2 1,0 1 0,2-1-1,15 21-95,-24-41 10,0 0-1,0 0 1,1-1-1,-1 1 1,1-1-1,0 0 1,1 0-1,-1-1 1,1 0-1,0 0 1,-1 0-1,1 0 1,0-1-1,1 0 1,-1 0-1,0-1 1,1 0-1,-1 0 1,0 0-1,1-1 1,-1 0-1,1 0 1,-1-1-1,1 1 0,-1-2 1,1 1-1,1-1-9,-4-1-187,0 1 0,-1-1 0,1 0 0,-1 0 0,0 0 0,0 0 0,0 0 0,0-1 0,0 1 0,-1-1 0,0 0 0,0 0 0,0 0 0,0 0 0,1-2 187,17-67-5855,-16 46-1496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4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9570,'0'0'2889,"0"0"-649,0 0-1128,0 0-632,0 0 17,0 0 151,158-29-96,-120 24-208,-6 2-344,-2 3-448,-6 0-2161,-11 0-7353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0 6313,'0'0'1235,"0"0"338,0 0 516,0 0-668,0 0-500,0 0-199,-5 22-11,-17 67-10,16-70-222,-1 0 0,0-1 0,-1 0 0,-1 0 0,-3 2-479,-17 39 1414,18-28-1100,1 0 1,2 1-1,1 1 1,2-1-1,1 1 1,1 14-315,0 64 348,7 29-348,5-17 315,5-1 0,16 52-315,67 237 790,-67-303 814,41 96-1604,-56-169 93,1 0 1,2-1-1,1-1 0,1-1 0,2-1 1,1-1-1,10 8-93,-32-36-15,3 3-43,1 1-1,0-1 1,0 1-1,0-2 0,1 1 1,-1 0-1,1-1 0,1 0 1,-1 0-1,0-1 1,1 0-1,-1 0 0,1-1 1,0 1-1,0-1 1,0-1-1,4 1 59,76-4-6009,-42-8-2216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9314,'0'0'2803,"0"0"-753,0 0-266,0 0-425,0 0-365,0 0-199,-13 10 348,13-7-1060,0 0 0,-1-1 0,1 1-1,1-1 1,-1 1 0,0-1 0,1 1 0,-1-1 0,1 1 0,0-1 0,0 1 0,0-1 0,0 0 0,0 1 0,0-1 0,1 0 0,-1 0 0,1 0 0,-1 0 0,1 0 0,1 1-83,5 8 321,27 51 101,-2 0 0,-4 2 0,-2 1 0,-3 2-1,-4 0 1,4 25-422,-4 4 89,-4 2 0,-5 0-1,-3 1 1,-5 25-89,-5-9 267,-4 0 1,-16 75-268,10-124 152,-2-1 0,-3 0 0,-3-1 0,-3-1 0,-11 19-152,-33 44 630,66-126-672,1 0-234,14-19-8934,-4 5-3577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3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37 7074,'0'0'2545,"0"0"3,0 0-101,0 0-423,0 0-401,0 0-205,-5-6-462,-15-19-320,15 19-173,6 12-405,0-1-1,0 0 1,0 0 0,-1 0 0,0 0-1,0 1 1,0-1 0,-1 0-1,0 3-57,-1 14 164,7 108 1425,6 1 0,26 124-1589,7 76 1641,-2 273-1641,-35-350 445,-11 0-445,-1-159-670,11-95-413,47-8-6090,-26-1-1292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10162,'0'0'3604,"0"0"-1823,0 0-18,-4 28 10,-2 9-1210,0-1-5,1 0 0,2 1 1,1 12-559,0 4 918,0-9-185,1 0-1,5 20-732,-3-52 31,0 0 0,1-1 0,1 1 0,0 0 0,1-1 0,0 0 0,0 0 0,2 0 0,-1 0 0,1-1 0,2 2-31,-6-8-31,1-1-1,-1 0 1,1 0-1,0-1 1,0 1-1,0-1 1,0 1-1,1-1 1,-1 0-1,0 0 1,1 0-1,0-1 1,-1 1-1,1-1 1,0 0-1,0 0 1,0 0-1,-1-1 1,1 1-1,0-1 1,0 0-1,0 0 1,0 0-1,0-1 1,0 1-1,0-1 1,1 0 31,1-1-445,-1 0 0,0 0 0,0 0 0,0 0 0,0-1 0,-1 0 0,1 0 0,-1 0 0,1-1 0,-1 1 0,0-1 0,2-2 444,16-23-7547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12563,'0'0'2248,"0"0"-543,0 0 1127,0 0-999,0 0-801,0 0-400,172-10-304,-118-9-328,18-8-680,-10 5-3569,-11-2-6753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11867,'0'0'2976,"0"0"-1127,0 0 359,0 0-1088,0 0-504,0 0 65,0 0-73,86 0-304,-62-7-304,6 4-1080,-6 3-2761,-8 0-4169</inkml:trace>
  <inkml:trace contextRef="#ctx0" brushRef="#br0" timeOffset="1">6 220 14715,'0'0'1841,"0"0"-385,0 0 456,0 0-896,0 0-615,0 0-241,0 0-160,163 29-48,-114-53-1377,-9 2-2328,-5-2-7129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 12051,'0'0'2595,"0"0"-323,-8 22 342,-27 77-957,32-87-1467,0 0 1,0 1 0,1 0 0,1-1 0,0 1 0,0 0-1,1 0 1,1 0 0,1 0 0,0 3-191,-1-14 20,-1 1 1,1-1 0,0 0-1,0 0 1,0 1-1,1-1 1,-1 0-1,0 0 1,1 0-1,-1 0 1,1 0 0,0-1-1,0 1 1,0 0-1,0-1 1,0 1-1,0-1 1,0 0-1,0 0 1,0 0 0,1 0-1,-1 0 1,0 0-1,1 0 1,-1-1-1,1 1 1,-1-1-1,0 0 1,1 0 0,-1 0-1,1 0 1,1 0-21,3 0 23,1 0-1,0-1 1,-1 1 0,1-2 0,-1 1 0,1-1 0,-1 0 0,0 0 0,0-1 0,4-2-23,-5 1 20,0-1 0,0 0 0,0 0 0,-1-1 1,1 1-1,-1-1 0,-1 0 0,1-1 0,-1 1 0,0-1 1,-1 0-1,1 0 0,-2 0 0,1 0 0,-1-1 0,0 1 0,0-1 1,-1 1-1,1-1 0,-2 0 0,1 1 0,-1-1 0,-1 0 1,1 0-1,-2 1 0,0-4-20,1 6 35,-1 0-1,0 1 1,0-1-1,0 0 1,-1 1 0,1 0-1,-1 0 1,0-1-1,-1 2 1,1-1 0,-1 0-1,1 1 1,-1-1-1,0 1 1,0 0 0,-1 0-1,-3-1-34,-38-20-1040,0 5-3396,31 13 1444,-18-6-9283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5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12995,'0'0'2180,"0"0"-975,0 0-87,-5 29 127,0-2-954,-3 12 158,3 1 0,1-1-1,1 31-448,4-46 105,1 0-1,1 0 0,1 0 0,1-1 0,1 1 1,1-2-1,2 1 0,0-1 0,1 0 1,1-1-1,1 0 0,0 0 0,6 4-104,-7-6-383,18 28 1160,-28-46-1038,0 1 0,-1-1-1,1 0 1,0 1 0,0-1-1,0 0 1,1 0 0,-1 0-1,0 0 1,0 0 0,0 0 0,1 0-1,-1-1 1,0 1 0,1 0-1,-1-1 1,1 1 0,-1-1-1,1 1 1,-1-1 0,1 0 0,-1 1-1,1-1 1,0 0 0,-1 0 261,3-2-6603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12347,'0'0'3024,"0"0"-255,0 0-233,0 0-951,0 0-801,0 0-488,0 0-288,196-63-8,-110 39-1064,-16 2-1497,-11 5-4032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6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13587,'0'0'2648,"0"0"-1079,0 0 391,0 0-559,0 0-457,0 0-632,0 0-312,132 2-488,-102-2-1185,-4 3-871,-9 4-2089,-7-2-4777</inkml:trace>
  <inkml:trace contextRef="#ctx0" brushRef="#br0" timeOffset="1">65 216 10338,'0'0'2569,"0"0"1240,0 0-2025,0 0 0,0 0-655,0 0-601,0 0-528,137 7-144,-75-24-1297,-14 5-2335,-10 0-8523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7:5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0 13363,'0'0'3801,"0"0"-3049,0 0 1120,0 0-63,35 131-801,-8-78-328,2-2-344,1-3-144,-3-7-144,-3-9-48,-3-8-88,6-12-928,-8-7-2649,-6-5-5961</inkml:trace>
  <inkml:trace contextRef="#ctx0" brushRef="#br0" timeOffset="1">317 10 11979,'0'0'1664,"0"0"208,-86 138-1136,40-71-327,-2 3-241,-8 15-168,10-20-80,11-12-6898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5449,'0'0'1829,"0"0"16,0 0-110,0 0-557,0 0-447,1 15 1963,3-11 1294,110-5-1990,-55 0-3063,-1 1-5403,-55 0-1517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1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8450,'0'0'1568,"0"0"-944,0 0 1689,0 0-1057,139-4-608,-96-6-272,0 3-216,-2 2-160,7-5-160,-13 5-1768,-3-2-5170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2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3 784,'0'0'6228,"0"0"-3466,0 0-988,0 0-314,0 0-542,0 0-341,-33-3 4065,31 6-4549,-1 0 0,0 0 0,1 0 0,0 0-1,0 0 1,0 0 0,0 1 0,0-1 0,1 1-1,-1-1 1,1 1 0,0-1 0,0 2-93,-10 55 453,9-48-331,-8 80 403,5 1 0,4 0 1,4 8-526,-1 43 358,-2-91-210,0 169 432,22 136-580,-15-287 13,1 9 71,3-1 0,4 0 0,3 0-84,-16-72 9,0-1-1,1 1 0,0 0 0,0-1 0,0 0 1,1 1-1,0-1 0,0-1 0,1 1 0,1 1-8,-4-5-47,0 0-1,0-1 1,0 1-1,0 0 1,0-1-1,1 0 1,-1 1-1,0-1 1,1 0-1,-1 0 1,1 0-1,0-1 1,-1 1-1,1 0 0,0-1 1,-1 0-1,1 0 1,0 0-1,-1 0 1,1 0-1,0 0 1,-1-1-1,1 1 1,0-1-1,-1 0 1,1 0-1,-1 0 1,1 0-1,0 0 48,3-3-593,0 0 1,-1-1-1,1 1 0,-1-1 0,0 0 0,0-1 1,-1 1-1,1-1 0,-1 0 0,2-5 593,16-25-7556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3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3673,'0'0'6101,"0"0"-3819,0 0-519,0 0-204,0 0-468,27 27-420,85 91-174,-99-105-359,-2 2 0,0-1-1,0 1 1,-1 0 0,-1 1-1,-1 1 1,0-1 0,-1 1-138,9 20 224,6 11-108,-2 1 0,-2 0 0,-3 2 0,-1 3-116,-13-75-6964,-1-3-1330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3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0 9882,'0'0'2473,"0"0"-1425,0 0 968,0 0-767,-100 169-281,66-104 168,-4 3-352,3-3-56,0-4-232,3-8-256,8-10-167,5-7-25,8-14-40,11-7-8,0-11-657,30-4-1383,5 0-377,0 0-3688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3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1144,'0'0'7549,"0"0"-4429,0 0-1645,28 0-580,197 0 371,-153-5 1758,-191-1 129,-5 0-7085,123 6-1039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4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13235,'0'0'2616,"0"0"-199,0 0-665,0 0-1128,0 0-175,0 0-121,161 111 24,-124-63-64,-4 6-120,-4-6 24,-5 0-192,-2-4 64,-3-10-64,-6-8 0,0-9-72,9-17-1120,-3 0-2473,-3-5-4617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4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0 12395,'0'0'1736,"0"0"40,0 0 321,-123 147-649,77-91-176,3-3 17,5-5-649,12-9-408,7-10-160,13-7-72,6-10-96,11-10-1016,16-2-1721,5 0-3440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12187,'0'0'2847,"0"0"-639,0 0-126,0 0-964,0 0-628,0 0 48,24-4 115,75-14-74,-98 18-558,1-1 1,0 0-1,0 1 0,0-1 0,0 1 1,0 0-1,0 0 0,0 0 1,0 0-1,0 0 0,0 0 0,0 1 1,0-1-1,0 0 0,0 1 0,0 0 1,0-1-1,0 1 0,-1 0 0,1 0 1,0 0-1,-1 0 0,1 0 0,0 1 1,-1-1-1,1 0 0,0 2-21,-1 0 9,0 0-1,0 0 1,0 1-1,-1-1 1,1 0-1,-1 0 1,0 1-1,0-1 1,0 0-1,0 0 1,-1 0-1,1 1-8,-1 13 30,0-8 3,0 1 0,0 0 0,0 0 0,-1-1 0,-1 1 0,0-1 1,0 0-1,-1 1 0,-1 1-33,-48 78 229,-1 0 211,49-79-337,1-1 1,1 1-1,0-1 0,0 1 0,1 0 0,0 0 1,0 0-1,1 1 0,1 2-103,0-12 14,0 0-1,1 0 1,-1 1-1,0-1 1,1 0 0,-1 0-1,1 0 1,-1 0-1,1 1 1,0-1-1,-1 0 1,1 0 0,0 0-1,0 0 1,0-1-1,0 1 1,0 0-1,0 0 1,0 0 0,0-1-1,0 1 1,0-1-1,0 1 1,0-1 0,0 1-1,0-1 1,1 1-1,-1-1 1,0 0-1,0 0 1,1 0 0,-1 0-1,1 0-13,53 1 232,-38-2-182,103-3-21,-2 1-4818,-90 3-842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9874,'0'0'2049,"0"0"719,0 0-199,0 0-513,175 7-528,-89-7-31,5-10-433,0-4-272,-7-3-408,-15 5-216,-18 4-160,-16 4-16,-10 4-136,-7 0-376,1 0-168,8 0-360,-3 4-897,-5-1-2792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5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10882,'0'0'2400,"0"0"-377,0 0-286,0 0-564,24-2-379,169-19 892,-183 20-1560,-3 0-36,0 1 0,0-1 0,0 1 1,0 1-1,0-1 0,4 2-90,-10 1 3,0-1 1,0 1-1,0-1 1,0 1-1,-1 0 1,0 0-1,1-1 1,-1 1-1,0 0 0,0-1 1,0 1-1,-1 0 1,1 0-1,-1-1 1,0 1-1,1 0 1,-1-1-4,-5 9 2,1 0 1,-2-1 0,1 0 0,-2 0 0,1 0 0,-1-1 0,-3 2-3,-25 32 4,27-31 38,0 1 1,1 0 0,0 0-1,1 1 1,0 0 0,1 0-1,1 0 1,0 1 0,1 0-1,1 0 1,0 0 0,1 0-1,1 1 1,0-1 0,1 0-1,1 5-42,0-18 65,-1 0 0,1 0-1,-1 0 1,1 0 0,0 0-1,0-1 1,0 1 0,0 0-1,0 0 1,1-1 0,-1 1-1,0-1 1,1 1 0,-1-1 0,1 1-1,0-1 1,-1 0 0,1 0-1,0 0 1,0 0 0,0 0-1,-1 0 1,1 0 0,0-1-1,0 1 1,0-1 0,0 1-1,2-1-64,8 2 296,0 0-1,1-2 0,-1 1 1,6-2-296,-4 1 127,7-1-88,0-1 1,0 0 0,0-2-1,0 0 1,-1-2 0,1 0-1,-1-1 1,17-9-40,-3-1-2837,-1-1 0,22-17 2837,-11 3-6839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8:0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9 8330,'0'0'2096,"0"0"235,0 0-416,0 0-806,0 0-577,0 0-141,-6-2-21,4 2-463,-34-6 2297,35 6-2155,0 0 0,0 0 0,0 0 0,-1 1 0,1-1 0,0 0 0,0 1 0,0-1 0,0 1 0,0-1 0,0 1-1,1 0 1,-1-1 0,0 1 0,0 0 0,0-1 0,0 1 0,1 0 0,-1 0 0,0 0 0,1 0 0,-1 0 0,1 0 0,-1 0 0,1 0 0,-1 0 0,1 0 0,0 0 0,0 0 0,-1 0 0,1 0 0,0 0 0,0 0 0,0 0 0,0 1 0,0-1 0,0 0-50,0 21 898,-1-17-806,1 0 1,0 0-1,0 1 0,0-1 0,1 0 0,-1 0 1,1 0-1,0 0 0,1 0 0,-1-1 0,1 1 1,0 0-1,0-1 0,0 1 0,1-1 0,0 0 1,1 2-92,25 38 147,-1 1 1,-3 1-1,-1 1 1,-3 1-1,-2 1 1,-2 1 0,0 5-148,16 80 60,-5 0 0,-4 15-60,-14-80 0,-3 1-1,-3 0 0,-3 0 1,-7 47 0,-4-66 15,-2 0 1,-2 0-1,-3-1 1,-2-1-1,-14 26-15,-12 34 59,32-78 237,-1-1 0,-2-1 0,-1-1 1,-1 0-1,-2-1 0,-1-1 0,-18 18-296,37-42-10,1-1-6,1 0 0,-1-1 0,0 1 0,-1-1 0,1 1 0,0-1 0,0 1 0,-1-1 0,1 0 0,-1 1 0,1-1 0,-2 1 16,2-2-191,0-1 0,0 1 0,0 0 1,0-1-1,0 1 0,0-1 1,0 0-1,0 1 0,0-1 0,0 0 1,0 1-1,1-1 0,-1 0 0,0 0 1,1 0-1,-1 1 0,0-1 0,1 0 1,-1 0-1,1 0 0,-1 0 191,-1-3-1455,-8-8-5091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1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96 7786,'0'0'4061,"0"0"-1392,0 0-543,0 0-367,0 0-149,-11 2 656,10-2 1643,8-2-3823,0 0 0,0-1 1,0 0-1,0 0 1,-1 0-1,0-1 1,0 0-1,0 0 0,0-1 1,0 1-1,2-5-86,27-17 31,-30 23-28,0 0-1,1 0 0,-1 0 1,1 0-1,0 1 0,0 0 1,0 0-1,0 1 1,0-1-1,0 1 0,0 1 1,1-1-1,-1 1 1,2 0-3,-5 1-4,1 0 1,0 0 0,-1 1 0,1-1 0,-1 1 0,1 0 0,-1 0 0,0 0 0,0 0 0,0 0 0,0 1 0,0-1 0,0 1-1,-1 0 1,1 0 0,-1 0 0,0 0 0,0 1 0,0-1 0,0 0 0,0 1 0,-1-1 0,1 2 3,10 27 98,-2-1 0,0 2 0,-1 8-98,-2-8 72,2-2 0,1 1 1,9 17-73,-13-35 11,0 1-2,1 0 0,1 0 0,0 0 0,1-1 0,0 0 0,1-1 0,7 7-9,-13-21-2009,-3-8 249,-4-12-3941,-1 9-1070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588 0 10682,'0'0'3896,"0"0"-1694,0 0-627,0 0-487,0 0-196,0 0-235,-3 4-178,-35 47 2469,-45 45-2948,37-43 149,-36 42-114,-180 215-937,210-249-5327,30-38-257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1 288,'0'0'9821,"0"0"-5559,0 0-1900,0 0-363,0 0-512,0 0-1279,1 0 0,0 0 0,-1 0 0,1 0 0,-1 0 0,1 0 0,-1 0 0,1 0 0,0 0 0,-1 0 0,1 0 1,-1 0-1,1 1 0,-1-1 0,1 0 0,-1 0 0,1 1 0,-1-1 0,1 0 0,-1 1 0,1-1 0,-1 0 0,1 1 0,-1 0-208,0 4 34,-1 0 0,0 0 0,0 0 0,-1 0 0,0 0 0,0 0 0,0 0 0,0 0 0,-1-1 0,1 1 0,-1-1 0,0 0 0,-1 0 0,-2 4-34,-64 57 280,37-35-284,23-20 5,4-6 2,1 0-1,0 0 0,0 1 1,0 0-1,1 0 1,-1 1-1,1-1 0,1 1 1,-1 0-1,1 0 0,0 0 1,0 0-1,1 0 0,-1 1 1,1-1-1,1 1 1,-1 2-3,3-9 1,-1 1 0,0 0 0,1-1 0,-1 1 0,1 0 0,-1-1 0,1 1 0,0-1 0,-1 1 0,1-1 0,-1 1 0,1-1 0,0 0 0,-1 1 0,1-1 0,0 0 0,0 1 0,-1-1 0,1 0 0,0 0 0,0 0 0,-1 0 0,1 1 0,0-1 0,0 0 0,0-1 0,0 1-1,28 2 68,-23-2-43,51 0-251,-29-1 621,0 2 1,18 3-396,-39-4-513,0 2 0,0-1 0,-1 1 1,1 0-1,0 0 0,-1 1 0,1 0 1,-1 0-1,0 1 0,0-1 0,0 1 1,3 3 512,3 5-6535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77 7866,'0'0'2624,"0"0"-415,0 0 199,0 0-823,-140 10-209,100-8 0,-6 1-152,3-3-175,3 0-105,5 0-416,8 0-312,5-7-208,9-5-8,2-3-352,1-7-1064,2 5-2385,2-2-2473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3609,'0'0'5977,"0"0"-3066,0 0-884,0 0-649,0 0-514,-22 9-212,-7 3-383,1 0 0,-9 8-269,33-18 32,0 1 0,1 0 0,-1-1 0,1 1 1,0 1-1,0-1 0,0 0 0,1 1 0,-1 0 0,1-1 1,-1 1-1,1 0 0,1 0 0,-1 0 0,0 0 0,1 1 0,0-1 1,0 0-1,0 2-32,-3 11 182,-2 0 86,2 0 0,0 0 0,1 1 0,0 0 0,2-1 0,0 8-268,0-20 40,1-1 1,1 1-1,-1-1 0,1 1 1,-1-1-1,1 1 1,0-1-1,1 0 1,-1 1-1,1-1 1,0 0-1,0 0 1,0 0-1,1 0 0,-1 0 1,1-1-1,0 1 1,0-1-1,0 0 1,1 0-1,-1 0 1,1 0-1,-1 0 1,1-1-1,0 1 1,4 1-41,6 0 72,1 1 0,0-2 0,-1 0 1,1-1-1,0 0 0,0-1 1,11-1-73,-17 0 30,0 0 1,0-1 0,-1 1 0,1-2-1,0 0 1,0 0 0,-1 0-1,1-1 1,-1 0 0,0-1 0,0 0-1,0 0 1,2-3-31,-5 2 38,0 0 1,-1 0-1,1 0 0,-1-1 0,-1 0 0,1 0 1,-1 0-1,0 0 0,0 0 0,-1-1 0,0 1 1,0-1-1,0 0 0,-1 0 0,0 1 1,-1-1-39,2-12 114,-1 0 1,-1 0 0,-1 0 0,0 1 0,-2-5-115,2 18-39,0 0 1,0 0 0,0 0 0,-1 0-1,0 1 1,0-1 0,0 1 0,0-1-1,-1 1 1,1 0 0,-1 0-1,0 0 1,-1 0 0,1 0 0,-1 1-1,1-1 1,-1 1 0,0 0 0,0 0-1,-1 1 1,1-1 0,0 1 0,-1 0-1,-2-1 39,-8-2-1086,-1 1-1,0 1 1,1 0-1,-1 1 1,0 0-1,-16 2 1087,-19-1-7916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1 13955,'0'0'2561,"0"0"-306,0 0-567,0 0-833,0 0-155,0 0 246,0 6-66,-1 0-764,0 0 1,-1 0 0,1 0-1,-1 0 1,-1 0-1,1-1 1,-1 1 0,0-1-1,0 1 1,-1-1 0,1 0-1,-1-1 1,0 1-1,0 0 1,-1-1 0,0 0-1,-1 1-116,-24 19 166,0 0-1,-17 8-165,11-9 87,-26 18-28,41-29-52,-1 1 0,2 2 0,0 0 0,1 1 0,0 1 1,-9 11-8,28-27-1,-1 0 1,0-1-1,0 1 1,1 0 0,-1 0-1,0 0 1,1 0 0,-1 0-1,1 0 1,-1 0-1,1 0 1,-1 0 0,1 0-1,0 0 1,0 0-1,-1 1 1,1-1 0,0 0-1,0 0 1,0 0-1,0 0 1,0 0 0,0 1-1,1-1 1,-1 0-1,0 0 1,1 0 0,-1 0-1,1 0 1,-1 0 0,2 1 3,0 0 1,-1-1-1,1 0 0,0 1 1,0-1-1,0 0 0,0 0 1,0 0-1,0 0 1,1 0-1,-1 0 0,0-1 1,0 1-1,2-1-3,14 3 107,0-1-1,0-1 1,16-1-107,-25 0 87,57 0 153,100-1-1476,-61-11-9311,-69 3-205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9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5825,'0'0'5950,"0"0"-3346,0 0-183,0 0-204,0 0-692,0 0-738,0 0-779,0 0 1,0 0-1,0 0 1,0 0-1,0 0 1,0 0-1,0 1 1,1-1-1,-1 0 1,0 0-1,0 0 1,0 0-1,0 0 1,0 0-1,1 0 1,-1 0-1,0 0 1,0 1-1,0-1 1,0 0-1,1 0 1,-1 0-1,0 0 1,0 0-1,0 0 1,0 0-1,1 0 1,-1 0-1,0 0 1,0 0-1,0 0 1,0-1-1,1 1 1,-1 0-1,0 0 1,0 0-1,0 0 1,0 0-1,0 0 1,1 0-1,-1 0 1,0 0-1,0 0 1,0-1-1,0 1 1,0 0-1,0 0 1,0 0-1,1 0 1,-1 0-1,0-1 1,0 1-1,0 0 1,0 0-1,0 0 1,0 0-1,0-1 1,0 1-1,0 0 1,0 0-1,0 0 1,0 0-1,0-1 1,0 1-1,0 0 1,0 0-1,0 0-8,3 19 345,0 1 0,-2 0 1,0 0-1,-1 0 0,-3 19-345,1 18 292,2 139-57,0-154-3449,0 1-3395,0-36-1062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26:5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11002,'0'0'2025,"0"0"-1025,0 0 16,0 0-664,0 0-256,0 0 0,199-17-96,-142 12-1016,-9 0-10810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45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 3489,'0'0'6960,"0"0"-4366,0 0-786,0 0-75,0 0-407,0 0-569,0-1-744,-1 1 0,1 0 1,0 0-1,0 0 0,0 0 0,-1 0 1,1 0-1,0 0 0,0 0 0,0 0 1,-1 0-1,1 0 0,0 0 1,0 0-1,0 0 0,-1 0 0,1 0 1,0 0-1,0 0 0,0 0 1,-1 0-1,1 0 0,0 0 0,0 0 1,0 0-1,-1 0 0,1 0 1,0 1-1,0-1 0,0 0 0,0 0 1,-1 0-1,1 0 0,0 0 0,0 1 1,0-1-1,0 0 0,0 0 1,0 0-1,0 0 0,-1 1 0,1-1 1,0 0-1,0 0 0,0 0 1,0 1-1,0-1 0,0 0-13,1 6 153,0-1-1,0 1 1,0-1 0,1 1 0,0-1-1,0 0 1,1 0 0,-1 0-1,1 1-152,11 25 565,11 74 558,-23-86-987,2 0-1,0 1 0,1-1 0,1 0 1,1-1-1,0 0 0,2 0 0,0 0 1,7 9-136,-13-24 104,0 0 1,0 1 0,1-1 0,-1-1 0,1 1-1,0 0 1,0-1 0,0 0 0,0 0-1,0 0 1,1-1 0,-1 1 0,0-1 0,1 0-1,-1 0 1,1 0 0,-1-1 0,1 0-1,0 0 1,-1 0 0,1 0 0,-1-1-1,4 0-104,14-3 105,0-2 0,0 0 0,0-1 0,9-5-105,22-7 34,-5 7-8,2 2 1,-1 2-1,30 0-26,153 0 160,-166 7-75,-48 1-67,36-1 59,38 5-77,-73-2 1,-1 0 0,1 2 0,0 0-1,-1 2 1,0 0 0,13 6-1,11 9 14,0 1-1,-1 3 1,-2 1-1,6 7-13,-22-15 1,-1 1 1,0 1-1,-2 1 0,0 0 0,-2 2 1,0 0-1,4 10-1,-14-21 1829,-17-32-1350,-20-34-500,20 38 17,1 0 1,1 0 0,1-1-1,0 0 1,1 0-1,1-1 1,0 1-1,1-1 1,1 0-1,1 0 1,1 0 0,1-2 3,-1 17-8,0-1 1,0 1 0,1 0 0,0 0-1,-1-1 1,1 1 0,0 0-1,1 0 1,-1 0 0,1 0 0,-1 0-1,1 0 1,0 0 0,0 0 0,0 1-1,0-1 1,1 0 7,3-2-8,0 0-1,1 0 1,-1 0-1,1 1 1,0 0-1,0 0 1,5-1 8,12-4-8,1 1 0,1 0 0,-1 2 0,6 1 8,43-4-53,1 3 0,0 4 0,42 4 53,-111-2 0,32 3-8,0 1-1,0 2 1,-1 1-1,0 2 1,26 11 8,56 24-13,5 8 13,-64-26-2,-25-9 1,0-3 0,0-1 1,1-1-1,1-2 0,0-2 1,0-1-1,0-2 0,6-2 1,4-2 8,0-2 0,1-2 0,19-5-8,-50 5 12,0 0 0,0-2 1,0 0-1,-1-1 0,1-1 0,-1 0 0,-1-1 0,0-1 1,0-1-1,13-10-12,-5 1 32,0-1 0,-2-1 1,15-20-33,-30 34 0,0 0 0,-1-1 0,0 0 0,0 0 0,-1 0 0,0-1 1,0 1-1,-1-1 0,0 0 0,-1 0 0,0 0 0,0 0 0,-1-1 1,0-1-1,-1 10-35,0 0 1,0 0-1,0 0 1,0 0-1,0 0 1,0 1-1,0-1 1,0 0-1,-1 0 1,1 0 0,0 0-1,0 1 1,-1-1-1,1 0 1,-1 0-1,1 1 1,-1-1-1,1 0 1,-1 1-1,1-1 1,-1 1 0,0-1-1,1 0 1,-1 1-1,0-1 1,1 1-1,-1 0 1,0-1-1,0 1 35,-31-4-1317,31 4 1284,-72 2-3160,18 5-2187,-14 10-5860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2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972 1 12635,'0'0'1705,"0"0"42,0 0 506,0 0-846,0 0-579,0 0-185,-32 0-204,-105 5-5,130-5-379,1 1-1,0 0 1,-1 1-1,1-1 1,0 1-1,0 1 1,0-1-1,0 1 1,0 0-1,0 0 1,1 1-1,0-1 1,0 1 0,0 1-1,0-1 1,-1 2-55,-11 9 242,-51 42 222,3 3-1,2 3 0,3 3 1,3 2-1,3 2 0,-30 54-463,50-68 116,3 2 0,2 1-1,3 2 1,2 0 0,3 1-1,3 2 1,3 0-1,2 0 1,0 30-116,5 25 116,4 1 0,6 0-1,5-1 1,22 115-116,2-76 229,6-1 0,7-3 0,30 64-229,-30-108 160,6-2 0,3-3 0,6-2 0,3-2 0,5-3 0,5-3 0,69 69-160,-124-144-17,-8-8 1,2-1-1,-1 0 1,1 0 0,1-1-1,0 0 1,0-1-1,1-1 1,9 5 16,-21-12-33,-1-1-1,1 0 1,-1 0 0,1 1-1,-1-1 1,1 0 0,-1 0 0,1 0-1,-1 0 1,1 0 0,0 0-1,-1 0 1,1 0 0,-1 0 0,1 0-1,-1 0 1,1 0 0,-1 0-1,1 0 1,0-1 0,-1 1 0,1 0-1,-1 0 1,1-1 0,-1 1 0,1 0-1,-1-1 1,0 1 0,1 0-1,-1-1 1,1 1 0,-1-1 0,0 1-1,1-1 1,-1 1 0,0 0-1,1-1 1,-1 1 0,0-1 0,0 0 33,5-25-1024,-5 23 897,1-111-7205,-1 58-1593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2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1 776,'0'0'13586,"0"0"-8852,0 0-3278,0 0-601,0 0-429,0 0-78,31 33-12,103 110-8,-117-124-198,0 1 0,-2 1 0,0 1 1,-1 0-1,-2 0 0,0 2 0,-1-1 0,-1 1 0,4 19-130,-13-41 16,7 22 163,-2 0 0,0 1 0,-1-1 0,-2 1 0,0 5-179,-2-20 101,-1 1-1,0-1 1,0 0 0,-1 0 0,0 0-1,-1 0 1,0 0 0,-1 0-1,0 0 1,0-1 0,-1 1 0,-1-1-1,-4 8-100,-4 0 95,-1 0-1,-1 0 0,-1-2 0,0 0 1,-1-1-1,0 0 0,-1-2 1,-12 7-95,-35 17-473,-65 24 473,39-18-1451,2-2-4831,63-30-116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2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18 6481,'0'0'6147,"0"0"-2992,0 0-355,0 0-539,0 0-820,0 0-577,-15-3-80,4 1-656,-54-10 530,59 12-592,1 0-1,0 0 1,0 0 0,-1 0 0,1 1-1,0 0 1,0 0 0,0 0 0,0 1-1,0 0 1,0 0 0,0 0-1,-3 2-65,-3 5 49,-1 1-1,2 0 0,-1 1 1,2 0-1,-1 1 0,1 0 0,1 0 1,0 1-1,1 0 0,1 1 1,-5 10-49,-2 10 74,1 1 1,2-1-1,1 2 1,0 12-75,4-25 30,2 1-1,1 0 1,0 0 0,2 0-1,1 1 1,1-1 0,1 0-1,3 8-29,-5-24-23,2 0 1,-1-1-1,1 1 0,1-1 0,-1 1 0,1-1 0,0 0 1,1-1-1,0 1 0,0-1 0,0 0 0,1 0 1,0 0-1,0-1 0,0 0 0,1 0 0,-1 0 0,1-1 1,0 0-1,1-1 0,-1 1 0,1-1 0,-1-1 1,1 0-1,0 0 0,7 1 23,34 2-1929,-1-1 1,39-4 1928,-74 0-687,78 0-6869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3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14963,'0'0'2565,"0"0"-633,0 0 326,-21 32-722,21-32-1536,-32 48 938,-22 44-938,49-83 64,1 0 0,1 1 0,0-1 0,0 1 0,1 0 0,0 0 0,0 0 0,1 0 0,1 0 0,0 1 0,0-1 0,1 0 0,0 0 0,0 0 0,1 0 0,1 1-64,0-1 16,1 0 0,-1-1 1,1 1-1,1-1 0,0 0 0,0 0 0,1 0 0,0-1 0,1 0 1,-1 0-1,2-1 0,-1 1 0,1-2 0,0 1 0,0-1 1,1 0-1,0-1 0,0 0 0,0 0 0,1-1 0,-1 0 1,1-1-1,0 0 0,0-1 0,0 0 0,0 0 0,1-1 1,-1 0-1,0-1 0,1 0 0,-1-1 0,0 0 0,0 0 0,5-2-15,-9 0-3,1 0 0,-1-1 1,0 1-1,0-1 1,0 0-1,0 0 0,-1-1 1,0 0-1,1 0 1,-2 0-1,1-1 0,-1 1 1,0-1-1,0 0 1,0-1-1,-1 1 1,0 0-1,0-1 0,-1 0 1,0 0-1,0-1 2,7-22-12,-2 0-1,-1 0 1,-2 0 0,0-9 12,1-39 122,-5-17-122,0 59 731,3 86-590,2 1 0,2-2-1,3 1 1,2-1-1,2-1 1,2 0 0,20 43-141,-31-81-17,-1 0 0,1-1 0,1 1 0,0-1 0,0 0 0,0-1 0,1 0 1,4 4 16,-6-8-354,0-1 0,0 1 0,1-1 1,-1 0-1,1 0 0,0 0 0,0-1 0,0 0 1,0 0-1,0 0 0,0-1 0,0 0 1,1 0-1,4 0 354,29 0-8126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3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10058,'0'0'5709,"0"0"-3428,0 0-237,34 24-457,-34-24-1587,64 47 1103,18 19-1103,-72-57 128,-1 0 0,0 1-1,0 0 1,-2 0 0,1 1 0,-1 0-1,-1 0 1,1 0 0,-2 1-1,0 0 1,0 2-128,1 9 284,-1 0 0,-1 0 0,-1 0 0,0 14-284,-2-33 37,1 23 245,-1 1 0,-2-1 1,0 6-283,0-23 68,-1 0 0,0 1 1,0-1-1,-1 0 0,-1 0 1,1-1-1,-1 1 0,-1-1 1,-4 6-69,-1 2 83,-1-2 1,-1 0 0,0 0 0,-1-1 0,-1 0-1,0-1 1,-15 10-84,19-16 15,0-1 1,-1 0-1,1-1 0,-1 0 1,0 0-1,0-1 0,-1-1 1,1 0-1,-1 0 0,0-1 1,1-1-1,-1 0 0,-3 0-15,12-1-36,0 0-1,0-1 1,0 1 0,0-1-1,0 0 1,1 0-1,-1 0 1,0 0-1,0 0 1,0 0 0,1-1-1,-1 0 1,1 1-1,-1-1 1,1 0-1,0 0 1,0 0 0,0-1-1,0 1 1,0 0-1,0-1 1,0 1 0,1-1-1,-1 0 1,1 1-1,0-1 1,0 0-1,0 0 1,0 0 0,0 0-1,1-2 37,-4-14-734,1-1 0,1 1 0,1 0 0,1-17 734,0 10-1463,0-57-5445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3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12563,'0'0'3763,"13"34"-1450,0 1-1675,-1 1-9,2-1 1,1-1-1,2 0 0,2-2 0,8 12-629,-12-24 199,0 0-1,0-2 0,2 0 0,1 0 1,18 14-199,-29-27 70,0 1 0,1-1 0,0 0 1,-1-1-1,1 0 0,1 0 0,-1 0 0,1-1 0,-1-1 1,1 1-1,0-1 0,0-1 0,0 0 0,0 0 1,0-1-1,0 0 0,8-1-70,-15 1 43,1-1-1,-1 0 1,0 0-1,1 0 1,-1 0-1,0 0 1,0 0 0,0-1-1,0 1 1,0-1-1,0 0 1,0 1-1,-1-1 1,1 0 0,0 0-1,-1 0 1,0 0-1,1 0 1,-1 0-1,0-1 1,0 1 0,0 0-1,0-1 1,-1 1-1,1 0 1,-1-1-1,1-1-42,1-11 145,0 1-1,-1-1 0,-1 1 0,-1-8-144,1 3 128,-1 10-77,0-1 0,0 1 0,-1 0 0,0-1 0,-1 1-1,0 0 1,0 1 0,-1-1 0,0 0 0,-1 1 0,1 0 0,-2 0 0,1 0 0,-1 1 0,0 0 0,-1 0 0,0 0 0,0 1 0,0 0 0,-1 1 0,-6-5-51,0 2-291,0-1 0,0 2 0,-1 0 0,0 0 0,-13-2 291,13 5-1688,0 0 0,0 1-1,0 1 1,-1 0 0,-11 1 1688,25 1-10683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4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79 435 17324,'0'0'3893,"0"0"-1606,2-35-635,1-13-1220,2-145 894,-3 35 909,31 313-2496,-14-73 85,-3 1 0,-4 1 1,-2 18 175,-9-75-121,0-1 1,-2 1-1,-1-1 1,-1 1-1,-1-1 1,-1 2 120,2-20-3,1 0 1,-1 0-1,-1 0 0,1 0 1,-1-1-1,-1 1 0,1-1 1,-1 0-1,0-1 0,-1 1 1,0-1-1,0 0 0,0 0 1,-1-1-1,1 0 0,-1 0 1,-1-1-1,1 1 0,-1-2 1,-5 3 2,-25 5 42,26-10-224,28-8-384,53-18-4856,27-4 5422,-36 13-5590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28 7682,'0'0'1971,"0"0"22,0 0 373,0 0-563,0 0-478,0 0-322,-1-7-325,-4-14-384,3 28 328,3 48 828,0-22-966,6 145 2129,28 146-2613,-15-154 572,16 391 527,-32 1-483,-4-414-576,7-4 24,7 1 0,22 92-64,7 66 57,-22-93 9,-6 101-66,10 218 111,-7-251-28,-3-33-39,9 324 67,-24-431 68,-7 0 0,-13 57-179,9-130 32,4-28-1011,2 1 0,-1 30 979,6-132-6411,0 26-402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0 791 5457,'0'0'6846,"0"0"-4791,0 0-1026,29-9 692,2-1-1237,11-4 257,0 3 0,2 1 0,22-2-741,251-24 3692,55 11-3692,322 12 1009,105-9-698,-479 10-231,218-31 247,-31 0-104,-67 19-153,262-8 234,84 7 141,51-40-445,-820 63 2,1032-120 206,-15 8-135,509 65-124,-697 75 63,-98-1-6,-452-27-4,150-25-2,-64-13 227,97-35-227,-474 74 36,0 0 0,0 0-1,0 1 1,0-1 0,0 1 0,1 0 0,-1 0-1,0 1 1,0 0 0,0 0 0,0 0-1,0 0 1,0 1 0,0 0 0,0 0 0,-1 0-1,1 0 1,2 3-36,-7-3-30,0-2-292,-15 0-4338,-6 0-4196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29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8706,'0'0'1680,"0"0"-474,0 0 299,0 0-716,0 0-529,-8 0-163,-68 3-934,41-3 8929,39 37-7285,4-21-637,1 0 0,1-1 0,0 0 0,1 0-1,1-1 1,0 0 0,12 9-170,6 8 299,49 50 1011,62 45-1310,-51-47 725,28 37-725,-48-49 258,3-3-1,3-3 1,53 31-258,70 56 262,-13-8 178,130 71-440,-233-155 232,-1 5 0,46 46-232,142 149 227,-221-209-198,221 223 295,-11 11 0,142 209-324,2 12 493,-321-404-392,-77-93-85,-2 0-6,0 0-1,1-1 1,0 0-1,-1 0 1,2 0-1,-1 0 0,0 0 1,1-1-1,-1 0 1,2 0-10,-5-3 60,-1 0-30,0 0 28,0 0-22,0 0 16,1 0 85,-1 0-167,0 0-1,0 0 1,0 1-1,1-1 1,-1 0-1,0 0 1,0 0-1,1 0 1,-1-1-1,0 1 1,0 0-1,0 0 1,1 0-1,-1 0 1,0 0-1,0 0 1,0 0-1,1 0 1,-1 0-1,0 0 1,0-1-1,0 1 1,1 0 0,-1 0-1,0 0 1,0 0-1,0-1 1,0 1-1,0 0 1,0 0-1,1 0 1,-1 0-1,0-1 1,0 1-1,0 0 1,0 0-1,0-1 1,0 1-1,0 0 1,0 0-1,0 0 1,0-1-1,0 1 1,0 0-1,0 0 1,0-1-1,0 1 1,0 0 0,0 0-1,0 0 1,0-1-1,0 1 1,-1 0-1,1 0 1,0 0 30,5-51-2766,-4 10-2193,0-17-8091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1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3381 6481,'0'0'981,"0"0"-359,0 0 407,0 0-25,0 0-209,0 0 264,16-1 5581,0-2-5798,-1-7-603,-1 1-1,0-2 0,0 0 0,-1-1 0,1-1-238,27-25 411,107-70 439,4 6 0,144-70-850,79-50 195,600-456 459,-670 444-273,-86 64 65,119-65-446,-131 108 6,320-211 162,-12 3 153,3-4-191,-493 322 92,0 0 0,-2-2 0,0-1 0,-1 0 0,-1-2 0,-1-1 0,0 0 0,14-25-222,-33 47-693,0-1 2141,0 2-4457,-1 0-3944,-2 0-5359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2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11682,'0'0'1423,"0"0"-448,5 31 620,16 100-392,-18-116-973,1 0 0,0 0 0,1 0 0,1-1 0,1 0 0,0 0 0,0 0-1,2-1 1,5 8-230,16 26 924,-30-47-871,0 1-1,1-1 1,-1 1-1,0-1 1,0 1 0,0-1-1,0 0 1,0 1 0,-1-1-1,1 1 1,0-1-1,0 1 1,0-1 0,0 0-1,0 1 1,-1-1 0,1 0-1,0 1 1,0-1-1,0 1 1,-1-1 0,1 0-1,0 0 1,-1 1 0,1-1-1,0 0 1,-1 1-1,1-1 1,0 0 0,-1 0-1,1 0 1,-1 1 0,1-1-1,0 0 1,-1 0-1,1 0 1,-1 0 0,1 0-53,-19 6-173,17-5 305,-49 13-94,1 3-1,1 2 1,0 2 0,-21 15-38,70-36 8,0 0-1,-1 0 1,1 0 0,0 0 0,0 0 0,-1 0-1,1 0 1,0 0 0,0 0 0,-1 0 0,1 0-1,0 0 1,0 0 0,0 1 0,-1-1 0,1 0 0,0 0-1,0 0 1,0 0 0,0 1 0,-1-1 0,1 0-1,0 0 1,0 0 0,0 1 0,0-1 0,0 0-1,0 0 1,0 1 0,-1-1 0,1 0 0,0 0 0,0 1-1,0-1 1,0 0 0,0 0 0,0 1 0,0-1-1,0 0 1,0 0 0,1 1 0,-1-1 0,0 0-8,12 4 249,25-3 304,-33-1-402,92-2 1138,82-13-1289,-70 7-1997,-45 5-3925,-22-2-2828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3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10538,'0'0'3265,"0"0"-833,0 0-295,0 0-1153,0 0-720,0 0 152,0 0 48,0 125-128,7-78-111,-1 7-153,1 2-16,-4 4-48,1 5-16,-4 42-1425,0-17-2392,-10-4-3960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3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9898,'0'0'2417,"0"0"-673,0 0 825,0 0-1249,0 0-800,0 0-280,0 0-192,6 101-48,4-77-64,-3 41-1248,-4-5-1865,1 2-4281</inkml:trace>
  <inkml:trace contextRef="#ctx0" brushRef="#br0" timeOffset="1">94 1045 7034,'0'0'2368,"0"0"-280,0 0 281,0 200-777,0-156-880,13-5-471,3-12-137,1 5-104,6 28-681,-6-12-2343,-8-1-3874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42 11690,'0'0'2134,"0"0"-183,0 0 415,0 0-821,0 0-772,0 0-129,10-2-210,25-8-251,-11 2-101,1 2 0,-1 0-1,1 2 1,0 1 0,1 1-82,-25 2 0,0 0 0,0 0 1,0 0-1,0 0 0,0 1 1,0-1-1,0 1 0,0-1 1,0 0-1,0 1 0,0 0 1,0-1-1,0 1 0,0 0 1,-1-1-1,1 1 0,0 0 1,0 0-1,-1-1 0,1 1 1,-1 0-1,1 0 0,-1 0 1,1 0-1,-1 0 0,1 0 1,-1 0-1,0 0 0,0 0 1,1 0-1,-1 0 0,0 0 1,0 1-1,1 42 20,-1-31-6,-1 4 6,-1 0 0,0 0 0,-2-1 0,0 1 0,0-1-1,-2 0 1,0 0 0,-1-1 0,-8 15-20,-18 27 42,-40 51-42,19-30 35,-61 83 18,116-156 1124,11-5-834,14-5-218,12-6-43,12-4 48,0 2 0,1 2 0,4 3-130,104-6-2398,80 7-5529,-230 7 189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5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13795,'0'0'2328,"0"0"-981,0 0-317,0 0-473,0 30-266,0-18-262,0 62 420,4-1 0,5 26-449,5-28 806,-14-70-566,0-13 1085,0-1-1060,0 1 0,0 0 0,-2 0 0,1-1 0,-1 1 0,-1 0 0,0 0 0,-1 1 0,-4-10-265,7 20 296,1 25-122,0 285 40,0-176-9049,0-105-3228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5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9394,'0'0'2723,"0"0"-713,0 0-43,0 0-588,0 0-476,0 0-248,25-4 145,78-10-61,-99 14-685,0 0-1,1 0 1,-1 1 0,1-1 0,-1 1 0,0 0-1,0 0 1,0 1 0,1 0 0,-1-1 0,-1 1 0,1 0-1,0 1 1,0-1 0,-1 1 0,1 0 0,-1-1-1,0 1 1,0 1 0,1 0-54,8 7 180,23 19 27,-1 1 0,-2 1 0,-1 2 0,-1 0 0,10 20-207,-38-49-209,-1 1 0,1 0 0,-1-1 0,0 1 0,0 0 0,0 0 0,-1 0 0,0 0 0,0 0 0,-1 0 0,0 0 209,0 14-4563,1-13-514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6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622 1 7818,'0'0'5145,"0"0"-3729,0 0 248,0 0-279,0 0-193,-145 202-312,98-140-72,-2 4-272,-4-1-311,0-14-105,0 3-72,7-13-96,3-2 40,3-6-721,0-13-1511,10-5-2113,7-12-7161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7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1016,'0'0'2697,"0"0"-365,0 0-78,0 0-328,0 0-529,0 0-498,0-4-485,0-12-204,0 12-102,0 27 1267,0 52-324,3 1 0,11 56-1051,-8-80 144,-3-1-1,-2 41-143,-1-31 165,6 40-165,-2-38 111,-3 59-111,-2-79 25,1 1 0,2 0 0,3 0 0,8 38-25,19 32-15,-19-77-177,-2 0-1,-2 0 1,-1 1-1,-2 1 1,-2-1-1,-1 4 193,-3 52-6248,0-59-1799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7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791 1 7522,'0'0'1947,"0"0"-282,0 0 126,0 0-601,0 0-535,-32 25-90,-202 159 573,82-67-357,51-42 72,-86 85-853,174-148-74,1 1 0,0 0 0,1 1 0,-6 10 74,-1 13-3275,17-24-2459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890 0 10018,'0'0'1496,"0"0"-775,0 0 503,-218 191-640,132-120-224,-10 6 72,0-2-16,0-1-8,10-2-288,10-10-40,16-5-80,17-4-8,17-17-656,19-12-2480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8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1076 1 6177,'0'0'977,"0"0"151,-206 151 712,104-73-728,-7 8-487,-4-6 111,1 7 288,6-7-192,7-3-352,9-5-192,21-10-168,23-8-120,22-19-1128,24-17-5809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8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1376 1 9458,'0'0'2154,"0"0"-846,0 0 123,0 0-243,-32 30-253,-3 3-663,-181 158 1207,-10-22-509,-7-10 1,-12-7-971,46-28-122,153-96-650,2 3 0,-33 29 772,59-40-736,13-10-620,8-4-3287,14-4-5434</inkml:trace>
  <inkml:trace contextRef="#ctx0" brushRef="#br0" timeOffset="1">1551 340 8874,'0'0'3273,"0"0"-1593,0 0 400,0 0-327,-215 220-425,123-130-328,-14 8-40,-13 6-223,-10-6-177,-7 3-328,-3-5-184,10-7-48,13-9-240,27-14-952,39-10-881,27-20-800,23-21-4272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8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1046 0 15523,'0'0'2681,"0"0"-1961,0 0 1040,-205 182-879,132-108-569,-10 12-192,-16 7-72,-10 5 8,-13 3-48,6-9-16,10-8-528,23-16-489,34-20-935,49-45-481,10-3-2440,43-18-3256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672 1 14723,'0'0'2017,"0"0"-1617,-202 158 1296,116-78-1048,0 0-408,7-2-160,6-4-32,10-9-48,17-8-56,19-15-976,17-16-944,10-17-2937</inkml:trace>
  <inkml:trace contextRef="#ctx0" brushRef="#br0" timeOffset="1">818 165 12275,'0'0'3240,"0"0"-2039,0 0 951,-232 229-504,146-143-887,0 0-329,3-2-40,7-4-240,10-15-152,3-5-40,20-21-1945,13-19-5768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9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646 146 1016,'0'0'14931,"0"0"-13250,-222 122-841,126-59 1176,7-1-1047,6-2-545,17-4-264,20-5-160,16 0-376,17-25-2569,13-8-5153</inkml:trace>
  <inkml:trace contextRef="#ctx0" brushRef="#br0" timeOffset="1">986 1 9938,'0'0'1464,"0"0"-1151,0 0-1,-241 32-312,145-2-953,-3-6-1551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39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1589 0 13315,'0'0'1896,"0"0"-1512,-195 146 88,89-48-184,-17 18-87,-39 30-121,-36 21 360,13-24-184,19-21-64,30-33-192,41-39-48,-1-2-424,13-6-2001,40-25-7505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40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1384 12947,'0'0'1640,"0"0"-1256,0 0-104,0 0-280,0 0-640,0 0-4129</inkml:trace>
  <inkml:trace contextRef="#ctx0" brushRef="#br0" timeOffset="1">1139 0 7418,'0'0'6369,"-56"217"-5409,9-77 408,1 3 161,6-9-449,7-30-456,-3 18-264,-4-3-288,0 12-72,7-30-1304,10-29-4561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4:40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6345,'0'0'9514,"0"0"-8409,-23 226-913,23-133-56,0-10-136,0 9-376,0-23-1777,-10-16-6945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366 267 15987,'0'0'1761,"0"0"-928,0 0 78,0 0-141,0 0-154,0 0-152,4 3 5,-3-2-448,0-1-1,0 1 0,0 0 0,0 0 1,0-1-1,0 1 0,0 0 0,0-1 1,0 1-1,0-1 0,0 0 0,0 1 1,0-1-1,1 0 0,-1 0 1,0 1-1,0-1 0,0 0 0,0 0 1,1 0-1,-1-1 0,0 1 0,0 0 1,0 0-1,0-1 0,1 1 0,-1 0 1,0-1-1,0 1 0,0-1 0,0 1 1,0-1-1,0 0 0,0 0 0,0 1 1,0-1-1,-1 0 0,1 0 1,0 0-1,0 0 0,-1 0 0,1 0 1,-1 0-1,1 0 0,-1 0 0,1 0 1,-1 0-1,1 0 0,-1 0 0,0-1 1,0 1-1,0 0 0,1 0 0,-1 0 1,0 0-1,-1-1 0,1 0-20,2-10 109,-1 0-1,-1 0 1,0-1-1,0 1 1,-1 0-1,-1 0 1,0-1-1,-1 1 1,0 1-1,-1-1 1,0 0-1,-1 1 1,-4-8-109,6 14 37,0 0-1,-1 0 1,0 0 0,1 1-1,-2-1 1,1 1 0,0 0 0,-1 0-1,0 0 1,0 1 0,0 0-1,0 0 1,0 0 0,-1 0 0,1 1-1,-1 0 1,0 0 0,1 1-1,-1-1 1,0 1 0,0 0-1,0 1 1,0 0 0,0 0 0,0 0-1,0 0 1,0 1 0,0 0-1,-3 1-36,1 1 6,0 0 0,0 1 0,1-1 0,0 1 0,-1 1 0,1 0 0,1 0 0,-1 0 0,1 0 0,0 1 0,0 0 0,1 1 0,-1-1 0,1 1 0,1 0 0,-4 7-6,-10 16 4,2 1 1,2 0 0,-5 16-5,7-12 16,2 0 1,1 0 0,2 1-1,1 1 1,2-1-1,2 0 1,1 1 0,2 0-1,2 2-16,-3-31-5,1 1 0,1 0-1,-1-1 1,1 1 0,1-1-1,0 0 1,0 0 0,1 0-1,-1 0 1,2 0 0,-1-1-1,1 1 1,0-1 0,1 0 0,2 1 5,1 1 16,0-1 0,1-1 0,0 1 1,0-1-1,0-1 0,1 0 1,0-1-1,1 0 0,-1-1 0,3 1-16,18 3-473,-1-1 0,1-2-1,0-1 1,0-1 0,0-2-1,0-1 1,29-4 473,-39 1-1686,0 0-1,-1-2 0,4-1 1687,56-22-8792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0 14819,'0'0'2522,"0"0"169,0 0-1001,-30 30-727,-15 16-376,-29 38-587,68-77 60,1 0 0,1 0 0,-1 1 0,1 0 0,0-1 1,1 1-1,0 1 0,0-1 0,1 0 0,0 1 0,0-1 1,1 1-1,0 0 0,1-1 0,0 1 0,0 0 0,1 3-60,0 14 151,-1-14-92,0 0-1,1 0 1,0 1 0,1-1-1,1 0 1,0 0 0,0-1-1,1 1 1,1-1-1,0 3-58,-1-8 12,0 1 1,1-1-1,-1 0 0,1 0 0,1 0 0,-1 0 0,1-1 0,0 0 0,0 0 0,0-1 0,1 0 0,-1 0 0,1 0 0,0-1 0,0 0 0,5 1-12,1 1 10,1-1-1,0-1 1,0 0-1,0-1 1,1-1-1,-1 0 1,0-1-1,1-1 1,-1 0 0,0 0-1,0-2 1,0 0-1,0 0 1,0-1-1,1-2-9,-6 3 0,-1-1 0,0 0 0,0 0 0,0-1 0,0 0 0,-1 0 0,1-1 0,-1 0 0,-1-1 0,1 1 0,-1-1 0,-1 0 0,1-1 0,-1 0 0,0 1 0,-1-1 0,0-1 0,0 1 0,-1-1 0,0 1 0,0-1 0,-1 0 0,1-8 0,-1 5 49,0-1 1,-1 0-1,0 0 1,-1 0-1,-1 1 1,0-1-1,0 0 1,-2 0-1,1 1 1,-2-1-1,0 1 1,0 0-1,-1 0 1,0 0-1,-1 1 1,-1 0-1,-5-8-49,12 18 64,-1 0 0,0 0 0,0 0-1,1 0 1,-1 0 0,0 0 0,0 0-1,0 1 1,0-1 0,0 0 0,0 0 0,0 1-1,0-1 1,0 1 0,0-1 0,-1 1-1,1-1 1,0 1-64,0 0 19,1 0 0,-1 1-1,1-1 1,-1 0 0,1 0 0,0 1-1,-1-1 1,1 0 0,-1 1-1,1-1 1,0 0 0,-1 1 0,1-1-1,0 0 1,-1 1 0,1-1 0,0 1-1,-1-1 1,1 1 0,0-1-1,0 1 1,0-1 0,0 1 0,0-1-1,-1 1 1,1-1 0,0 1 0,0-1-19,-1 52 185,2-40-102,-1 1-46,1-1 0,0 1 1,1-1-1,0 0 1,1 0-1,0 0 0,1 0 1,1 0-1,0-1 1,0 0-1,1 0 0,0 0 1,3 3-38,-4-8-33,1 1 0,-1-1 1,1 0-1,0 0 0,0-1 0,1 0 1,0 0-1,0 0 0,0-1 0,0 0 1,0-1-1,1 1 0,0-1 0,0-1 1,0 1-1,0-2 0,0 1 1,0-1-1,1 0 0,-1 0 0,1-1 33,6-1-511,-1 1-1,1-2 1,-1 0-1,1-1 1,-1 0-1,0-1 1,0 0-1,-1-2 1,7-3 511,45-28-7157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6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10922,'0'0'3593,"0"0"-1703,12 27 765,82 179 1454,-77-171-3389,-1 1 1,-2 0 0,6 28-721,-15-45 165,-1 0 0,-1 1 1,0 0-1,-2-1 1,0 1-1,-1 0 0,-2 0 1,0 4-166,0-15 36,0-1 0,-1 0 1,0 0-1,0 0 0,0 0 1,-1 0-1,-1-1 0,1 0 1,-1 0-1,0 0 0,-1 0 1,0-1-1,0 0 0,0 0 1,-1 0-1,1-1 0,-1 0 1,-1 0-1,1-1 0,-1 0 1,1 0-1,-6 1-36,-3 1 24,0 0-1,-1-1 1,1 0 0,-1-2-1,0 0 1,0-1 0,0 0 0,0-1-1,0-1 1,-17-3-24,30 2-19,-1 1 0,1-2 0,0 1 0,0 0 0,0-1 0,0 0 0,0 0 0,1 0 0,-1 0 1,1-1-1,-1 0 0,1 1 0,0-1 0,0 0 0,0-1 0,0 1 0,0 0 0,1-1 0,0 1 0,-1-1 0,2 0 0,-1 0 0,0 0 0,1 0 0,-1 0 1,1 0-1,0 0 0,0-2 19,-1-8-334,-1-1 1,2 0-1,0 0 1,1 0-1,0 1 1,1-1-1,2-8 334,1 5-1291,0 0 0,1 0 0,1 0 1,2-3 1290,30-64-10316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6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10866,'0'0'5223,"4"32"-2528,-2-2-2050,-1-10-257,1 0 0,1 0 0,0 0 0,1 0 0,2-1 0,0 0 0,0 0 0,2 0 0,5 9-388,-5-15 159,1-1-1,0 1 1,1-1-1,1-1 1,-1 0 0,2 0-1,-1-1 1,1-1-1,1 0 1,0-1 0,0 0-1,1 0 1,6 1-159,-14-6 48,0-1 1,0 1-1,1-1 0,-1 0 1,1-1-1,0 1 0,0-2 1,-1 1-1,1-1 0,0 1 1,0-2-1,0 1 0,-1-1 1,1 0-1,0-1 0,-1 1 1,1-1-1,-1-1 0,1 1 1,-1-1-1,0 0 1,0 0-1,0-1 0,-1 0 1,1 0-1,-1 0 0,0-1 1,0 0-1,0 0 0,-1 0 1,0 0-49,6-9 79,-1-1 1,-1 0 0,0 0-1,-1 0 1,-1-1-1,-1 0 1,0 0 0,-1-1-1,0 1 1,-1-1 0,-1 0-1,-1-12-79,0 13 81,-1 0 0,-1 0 0,0 0 1,-1 0-1,-1 0 0,0 0 0,-1 1 0,-1-1 0,0 1 0,-1 0 0,-1 1 0,0-1 0,-5-5-81,0 3 67,-1 1 1,-1 0-1,0 1 0,-1 0 0,0 1 0,-3 0-67,10 8-61,0 0 0,0 0 0,0 1-1,-1 1 1,0-1 0,0 2 0,0-1 0,0 1 0,-1 0 0,1 1 0,-1 0-1,0 1 1,-7-1 61,36 12-3375,24 0-3404,11-6-7861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6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54 222 19356,'0'0'2586,"0"0"-534,8-26-443,-2 6-1380,-3 5-129,2 0 1,0 0 0,1 1-1,3-6-100,-6 14 32,0 0-1,1 1 1,0-1-1,0 0 1,0 1-1,1 0 1,0 0-1,0 1 1,0-1-1,1 1 1,-1 0-1,1 1 1,0-1-1,0 1-31,4-2 27,1 1-1,-1 0 1,1 1-1,0 0 1,0 1-1,0 0 1,0 1-1,0 0 1,0 1-1,4 0-26,-10 0-1,0 1 0,1-1 0,-1 1 0,0 0 0,0 0 0,0 1 0,0 0 0,-1-1 0,1 2 0,0-1 0,-1 1 0,1-1 0,-1 1 0,0 0 0,0 1 0,0-1 0,0 1 0,-1-1 0,1 1 0,-1 1 0,0-1 0,1 3 1,4 8-3,-1 2 0,-1-1 0,-1 1 0,0 0 0,-1 0 0,-1 0 1,-1 0-1,0 1 0,-1-1 0,-1 3 3,-1 9 26,0 0-1,-2 1 1,-2-1 0,0-1 0,-8 21-26,-1-7 18,-2-1 1,-2-1-1,-1 0 0,-3-2 1,-19 27-19,-40 48 298,-18 13-298,9-13 506,89-113-494,1 0-1,0 0 1,-1 0-1,1 1 1,0-1-1,-1 0 1,1 0 0,0 0-1,0 1 1,-1-1-1,1 0 1,0 0-1,0 1 1,0-1-1,-1 0 1,1 1 0,0-1-1,0 0 1,0 1-1,0-1 1,0 0-1,0 1 1,-1-1 0,1 0-1,0 1 1,0-1-1,0 0 1,0 1-1,0-1 1,0 0 0,0 1-1,1-1 1,-1 0-1,0 1 1,0-1-1,0 0 1,0 1 0,0-1-1,0 0 1,1 0-1,-1 1 1,0-1-1,0 0 1,0 1 0,1-1-13,18-4 194,35-20-146,-48 22-11,37-18-131,1 3 1,0 1-1,1 2 0,1 3 0,0 1 1,23 0 94,-39 6-575,1 2 1,0 1-1,0 2 1,0 1-1,0 1 1,0 2-1,-1 0 1,0 3-1,0 0 1,6 5 574,57 30-6602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8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3425,'0'0'1760,"0"0"94,0 0 600,0 0-446,0 0-609,0 0-459,-5 4-372,-3 3-434,0 0-1,1 0 0,0 1 0,0 0 1,1 0-1,0 1 0,0 0 0,1 0 1,0 0-1,1 1 0,0-1 0,-1 5-133,0 6 367,0 0 0,2 0 0,0 0 0,1 1 0,1-1 0,1 6-367,0-18 65,-1 57 433,2 0-1,4 0 0,2-1 0,7 20-497,70 241 827,-36-152-60,-8 2 1,10 113-768,29 467 1363,-52-399-253,-15 5-1110,-5-101 155,30 760 418,-30-717-254,15 244 222,41 609 930,-63-615-606,0 65-3939,0-658 220,0-14-4085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0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1345 10138,'0'0'1307,"0"0"-423,0 0 195,0 0-355,29 4-148,10 3-370,-8-2 4,1-1 0,-1-1 0,0-2 0,2-1-210,25 1 465,-1-4 0,-1-1-1,1-3 1,8-5-465,140-33 936,248-55 1457,226-12-2393,-507 93 129,470-60 133,-235 28 1087,6 18-1349,-97 3 233,16-17-233,298-28 545,-525 68-503,726-58 332,90-11 19,-19 1-290,1565-128 438,5 84-559,-2016 102 39,924-41 11,-4-32-33,-527 47-944,-842 43-1400,-13 0-1435,-25 0-198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1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8130,'0'0'2024,"0"0"-893,0 0-280,0 0-259,0 0-40,0 0 52,2 7 50,8 10-70,1 0 0,0-1 1,1 0-1,1-1 0,0 0 1,15 12-585,15 18 700,6 7 53,2-3-1,3-2 1,1-3 0,45 27-753,250 139 1171,-114-73-493,-172-97-533,570 367 1222,296 195-260,-883-573-1024,199 138 371,195 173-454,-373-286 62,-17-14-62,-1 1-1,-2 3 1,-2 2-1,16 23 1,23 47 104,18 40-104,65 91 150,-120-198-145,-40-43-4,0 1 0,-1 0 1,0 1-1,0 0 1,-1 0-1,0 1 0,0-1 1,-1 1-1,1 1-1,-4-4-11,4 8-401,0 0 0,1-1 1,0 0-1,0-1 0,7 7 412,-13-17-196,1 1 0,0-1 0,0 0 0,0 0 0,0 0 0,1 0-1,-1 0 1,1 0 0,-1-1 0,1 1 0,-1-1 0,1 0 0,0 0 0,0 0 0,-1 0 0,1 0 0,0 0 0,0-1 0,0 0-1,0 1 1,0-1 0,0 0 0,0 0 0,0-1 0,0 1 0,0-1 0,0 1 0,0-1 0,-1 0 0,1 0 196,18-14-10361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1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4797 3545,'0'0'5701,"0"0"-2950,0 0-909,0 0-426,0 0-267,0 0-119,0 0-896,1-1 0,0 1 0,0 0 0,-1 0 0,1-1 0,0 1 0,-1 0 0,1-1 0,0 1 0,-1-1 0,1 1 0,-1-1 0,1 1 0,-1-1 0,1 1 0,-1-1 0,1 0 0,-1 1 0,1-1 0,-1 0 0,0 1 0,1-1 0,-1 0 0,0 0 0,0 1 0,0-1-134,47-104 3278,27-40-3278,-15 32 852,-4-7-852,20-56 412,7 3 0,45-61-412,868-1349 1160,-751 1175-957,28-44 8,-232 388 105,14-37-316,-20 35 447,24-30-447,100-116 803,-140 182-444,-1-1 1,4-14-360,20-37 189,16-20-55,-1 1 523,40-50-657,-78 121 141,0-1 0,-2 0 0,-2-2 0,-1 1 0,-1-3-141,-14 81-3746,-18 33 63,9-39-911,-5 17-7221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1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4785,'0'0'2354,"0"0"-294,0 0-518,0 0-340,0 0-348,0 0-402,0 6 14,2 43 614,2 0 0,2 0 0,7 27-1080,43 151 1156,-12-52-64,48 375 767,-55-294-41,30 89-1818,-37-199 297,-6 0 0,-6 2 1,-7 4-298,8 26 882,21 73-882,3 23 346,79 480 1370,-113-687-1551,-3 0 0,-3 0 0,-2 0-1,-4 7-164,0 45 168,3 281 672,0-400-836,0 0-52,0 0-177,0 0-195,-6-2-3007,-1 1-2116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14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12395,'0'0'2820,"0"0"-723,0 0-341,0 0-684,0 0-600,22-12-289,-2-1-163,-5 2-6,1 1 1,0 1-1,0 1 0,1 0 1,0 1-1,0 0 0,1 2 1,6-1-15,-19 5 11,1 0-1,-1 0 1,1 1 0,-1 0-1,1 0 1,0 0 0,-1 1 0,2 0-11,-6-1 0,1 0 1,-1 1 0,0-1 0,1 1-1,-1 0 1,0-1 0,0 1 0,0 0-1,1 0 1,-1 0 0,0-1 0,0 1-1,0 1 1,0-1 0,0 0-1,-1 0 1,1 0 0,0 0 0,0 1-1,-1-1 1,1 0 0,-1 0 0,1 1-1,-1-1 1,0 1 0,1-1 0,-1 0-1,0 1 1,0-1 0,0 2-1,1 15 27,0 0 1,-1 1-1,-1-1 1,-1 0-1,-1 0 1,-1 0-1,0-1 0,-1 1 1,-1-1-1,0 0 1,-1 0-1,-5 7-27,-3 3 91,-17 33 629,-2-1 0,-18 20-720,52-79 27,0 1 0,0-1 0,0 0-1,0 0 1,0 0 0,0 1 0,0-1-1,0 0 1,0 0 0,0 1 0,0-1-1,0 0 1,0 0 0,0 0 0,0 0-1,1 1 1,-1-1 0,0 0 0,0 0-1,0 0 1,0 0 0,0 1 0,1-1-1,-1 0 1,0 0 0,0 0 0,0 0-1,0 0 1,1 0 0,-1 0 0,0 1-1,0-1 1,0 0 0,1 0 0,-1 0-1,0 0 1,0 0 0,0 0 0,1 0 0,-1 0-1,0 0 1,0 0 0,0 0 0,1 0-1,-1 0 1,0 0 0,0 0 0,0-1-1,1 1 1,-1 0 0,0 0 0,0 0-27,26 0 240,27-7-263,-16 1 23,1 3 1,0 1-1,0 1 1,15 3-1,-5 0 27,0-2 1,15-4-28,-59 3-73,1 0-1,-1-1 1,0 1 0,1-1 0,-1 0-1,0 0 1,0 0 0,0-1 0,0 1-1,0-1 1,-1 0 0,1 0 0,-1-1-1,1 0 74,42-54-5287,-36 44 2638,10-13-5807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0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3 2921,'0'0'2606,"0"0"-905,0 0-92,0 0-18,0 0-334,0 0-415,-3-1-596,0 0 1,0 1 0,1 0 0,-1 0-1,0 0 1,0 0 0,0 0-1,0 0 1,0 1 0,1 0 0,-3 0-247,0 4 156,1 1 1,0 0-1,0 0 1,0 0-1,1 0 0,0 1 1,1 0-1,-1-1 1,1 1-1,0 2-156,-13 78 926,6-31-160,1-3-382,1 0-1,4 0 1,1 1-1,3-1 0,2 0 1,10 49-384,-4-13 539,-4 1 0,-4-1 0,-4 10-539,1 37 176,3 1 162,6 0-1,7 12-337,3-18 132,50 326 1077,-20-205-672,71 454 542,-100-493-653,-9 1 0,-11 52-426,0-68 547,0-78-290,1-70-105,1-39-48,0-15 27,-1 2-214,1 0 1,0 0-1,0 0 0,0 0 0,0 0 0,0 0 1,0 0-1,1 0 0,-1 0 0,1 0 1,-1 0-1,1 0 0,0 1 0,0-1 1,0 0-1,0 0 0,0 1 0,0-1 1,1-1 82,1 2-526,0 0 1,0 0 0,0 0 0,0 0 0,0 1 0,0 0 0,0-1-1,1 1 1,-1 0 0,0 0 0,0 1 0,0-1 0,0 1-1,0 0 526,24 4-8675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1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13 193 8666,'0'0'2560,"0"0"-743,0 0 47,0 0-395,0 0-583,0 0-444,-3-12-97,-7-36 50,10 44-312,0 1-1,0 0 1,1-1 0,-1 1-1,1 0 1,0-1-1,0 1 1,0 0 0,0 0-1,0 0 1,1 0 0,-1 0-1,1 0 1,0 0 0,0 0-1,0 1 1,0-1 0,1 1-1,-1-1 1,1 1 0,-1 0-1,1 0 1,0 0-83,9-6 130,0 0 1,0 2-1,0-1 1,8-2-131,-15 7-5,4-2 9,1 0 0,0 0 0,0 1 0,1 1 0,-1 0 0,0 0 0,1 1 0,1 0-4,-8 1 0,0 0 1,0 0-1,-1 0 1,1 0-1,0 1 0,0 0 1,-1 0-1,1 0 1,0 0-1,-1 1 0,1-1 1,-1 1-1,0 0 1,0 0-1,1 0 0,-1 0 1,0 1-1,-1-1 1,1 1-1,0 0 0,-1 0 1,0 0-1,1 0 0,15 30 39,-2 1-1,-1 1 0,-1 0 1,-2 0-1,-2 2 1,5 30-39,-4-17 84,3-1 1,2-1-1,9 18-84,-21-57 24,1-1 0,0 1 0,0-1 0,1 0 0,0-1 0,0 1 0,1-1 0,3 2-24,-8-6 4,1-1 0,-1 0 0,1 0 0,0 0-1,0 0 1,0 0 0,0-1 0,0 1 0,0-1 0,0 0 0,0 0 0,0 0 0,1 0 0,-1-1 0,0 1-1,1-1 1,-1 0 0,1 0 0,-1 0 0,0 0 0,1-1 0,-1 1 0,0-1 0,1 0 0,-1 0 0,0 0-4,-1-2-241,0 1 1,0 0 0,-1-1-1,1 1 1,-1-1 0,0 0 0,0 1-1,0-1 1,0 0 0,0 0-1,-1 0 1,1 0 0,-1 0-1,1 0 1,-1 0 0,0 0-1,-1 0 1,1-2 240,0-5-2133,1-19-7456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2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466 1 13235,'0'0'2112,"0"0"-1023,0 0 303,0 0-416,-172 205-32,129-125-368,4 4-272,2-4-208,1-6 16,10 1-112,-1-7 0,-6 24-1512,6-14-1649,1-16-9233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2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1 9274,'0'0'2064,"0"0"-951,0 0-1,0 0-448,-172 74-152,113-17 72,-4 5 136,0 7 65,0-7 191,7-2-336,9-13-336,14-11-296,7-6 48,19-10-56,7-5-1296,0-12-3913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675 1 12499,'0'0'1960,"0"0"-1088,0 0 753,-211 208-729,135-133-32,3-4-320,7-3-144,3-8-160,7-6-152,9-7-16,7-8-64,14-6-16,9-10-352,17-14-1176,14-9-2577,22 0-3065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0 9010,'0'0'2993,"0"0"-1401,0 0 400,0 0-671,-219 152-177,133-93-184,-6 7-272,-1-1-8,7 4-176,10-10-255,13-5-129,17-10-72,16-5-48,17-12-88,13-12-569,26-15-2175,27 0-1025,10-30-3241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3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1414 1 4905,'0'0'9162,"0"0"-8050,0 0 401,0 0 247,-252 178-656,150-100-120,-11 11-207,-6 6-17,0 3-208,6-3-264,11-5-144,16-10-136,20-11-8,23-13-96,26-14-704,21-27-2001,35-12-1728,17-3-5217</inkml:trace>
  <inkml:trace contextRef="#ctx0" brushRef="#br0" timeOffset="1">1992 188 11306,'-28'18'2454,"-531"355"4761,362-239-6321,-679 435 1585,875-568-2480,-175 113 98,151-95-229,0 0 0,1 2 0,1 0 0,2 2 0,-6 7 132,26-29-202,-8 13 157,11-9-673,10-5-1674,29-12-152,-1-2 1,0-1-1,26-16 2544,45-27-6987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4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1215 1 13795,'-186'113'1896,"-25"18"233,45-27-137,34-18-880,36-20-423,20-10-497,-3 7-96,-1 5-48,4 7-56,17-10 8,22-5-480,21-16-881,29-23-1007,33-12-1681,24-9-1384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4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2038 0 12083,'-185'87'2392,"-40"26"-744,-47 24 553,4 5-761,17-8-168,43-18-391,42-26-369,57-25-440,33-8 128,10-1-192,10-2-16,23-7 0,33-17-688,9-21-1553,124-24-495,-8-27-1913,14-17-2697</inkml:trace>
  <inkml:trace contextRef="#ctx0" brushRef="#br0" timeOffset="1">2293 143 7938,'-199'83'7369,"-42"19"-6232,-44 23 1463,4 6-1024,33-4-271,6 4-481,7 9-528,17-6-104,53-24-144,49-29-32,60-40-16,49-20-72,7-15-440,70-6-1777,125-54-159,0-17-401,10-15-4504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1569 0 7770,'0'0'6457,"-268"113"-5361,33-8 1905,-40 26-1209,11-1-327,58-25-529,77-31-496,53-23-328,33-13 24,7 1-120,10 0-32,16-7-32,10-14-1240,53-18-865,112-30-191,-10-23-1977,8-16-3113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5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1069 0 11346,'0'0'3057,"0"0"-2345,-261 128 1057,122-56-529,-10 11 232,3 6-664,11-2-448,25-10-208,31-12-144,36-14-8,36-21-560,17-21-1304,126-27-224,-4-30-969,7-11-1960</inkml:trace>
  <inkml:trace contextRef="#ctx0" brushRef="#br0" timeOffset="1">1310 194 5153,'0'0'5129,"0"0"-3384,-182 128 759,110-75-992,15-5-423,21-6-729,36-19-360,17-8-1289,29-15-4192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5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371 3 12363,'0'0'1832,"0"0"-744,0 0 457,0 0-1033,0 0-120,0 0-184,0 0-104,-179 39-104,110-48-280,6-6-1393,3-3-3208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8.3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695 0 11082,'0'0'2177,"0"0"-1033,-195 122-208,106-57-432,-4 4-160,14-4-47,9-5 23,11-10-304,16-5 88,9-6-104,11-9-48,13-4-697,10-5-1287,0-12-4089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8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556 1 11602,'0'0'1537,"0"0"-617,-205 140 352,115-75-680,14 1-256,10-4-175,13-5-65,17-10-96,13-8 0,16-9-833,7-12-1607,10-10-2953,17-8-1289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9.0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977 1 4585,'0'0'1792,"0"0"-359,0 0 2696,0 0-2417,-261 169-296,138-97-312,1 2-415,3 0-97,19-8-296,21-7-128,23-8-160,26-9-8,30-16-656,0-11-1537,30-15-4048</inkml:trace>
  <inkml:trace contextRef="#ctx0" brushRef="#br0" timeOffset="1">1361 215 4321,'0'0'7201,"0"0"-4984,0 0-1193,-225 86 64,96-32-79,-17 11-497,-6 4-136,0 2 176,9 3-64,14-2-240,24-7-88,22-2-152,20-13-16,30-11-624,33-18-1000,0-15-3241,40-6-3593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9.3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1231 1 13715,'-201'68'1888,"-28"19"-943,27-4 1039,44-12-880,35-8 120,41-16-351,22 1-441,7 6-248,3 5-176,11 9-8,16-5-640,13-6-553,10-7-991,0-8-161,6-15-2880,17-16-4409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29.7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1818 0 13115,'-205'110'1929,"-1162"649"5672,1324-734-7335,1 3 1,-5 6-267,33-22 21,-1 0 1,1 1 0,1 1-1,1 0 1,0 1 0,-7 10-22,17-22-12,1-1 1,-1 0-1,1 1 1,-1-1-1,1 1 1,0 0-1,0-1 1,0 1-1,1 0 1,-1 0-1,0 0 1,1-1-1,0 1 1,0 0-1,0 2 12,0-4-62,0 1 0,1-1 1,-1 0-1,1 0 0,0 0 0,-1 0 0,1 0 0,0 0 1,-1 0-1,1 0 0,0 0 0,0 0 0,0 0 0,0 0 1,0-1-1,0 1 0,0 0 0,0-1 0,0 1 0,0-1 0,0 1 1,1-1-1,-1 1 0,1-1 62,8 2-436,0-1 1,1 0-1,-1-1 1,1 0 0,-1 0-1,1-1 1,9-3 435,21-4-950,-1-3 1,1-1 0,-2-3 0,0-1-1,22-12 950,559-291-5012,97-44 1432,-680 347 3230,-23 12 4195,-83 38 916,-270 126-813,-513 254-442,813-394-3407,-78 43 86,107-56-180,1-1-1,-1 1 1,1 1 0,0 0 0,1 0 0,0 1 0,0 0 0,-6 9-5,14-18-13,0 1 1,-1-1 0,1 0-1,0 1 1,-1-1 0,1 0-1,0 1 1,0-1 0,-1 1 0,1-1-1,0 0 1,0 1 0,0-1-1,-1 1 1,1-1 0,0 1-1,0-1 1,0 1 0,0-1 0,0 1-1,0-1 1,0 1 0,0-1-1,0 0 1,0 1 0,0-1-1,1 1 1,-1-1 0,0 1 0,0-1-1,0 1 1,0-1 0,1 0-1,-1 1 1,0-1 0,0 1 0,1-1-1,-1 0 1,0 1 0,1-1-1,-1 0 1,1 0 0,-1 1-1,0-1 1,1 0 0,-1 0 0,1 1-1,-1-1 1,0 0 0,1 0-1,-1 0 1,1 0 0,-1 0-1,1 0 13,7 2-402,0-1 0,0-1-1,0 1 1,0-2 0,1 1-1,-1-1 1,0 0 0,0-1-1,1 0 403,84-23-3859,30-17-2844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30.1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1380 1 11626,'-215'98'1754,"-796"384"4266,1002-477-5954,-5 1 81,0 1-1,0 1 1,1 0-1,0 0 1,0 2-1,1-1 0,1 2 1,-1-1-1,-7 11-146,18-20-20,0 0-1,0 0 0,1 0 1,-1-1-1,0 1 0,1 0 0,-1 0 1,0 0-1,1 0 0,-1 0 0,1 0 1,0 1-1,-1-1 0,1 0 1,0 0-1,0 0 0,-1 0 0,1 0 1,0 1-1,0-1 0,0 0 1,1 0-1,-1 0 0,0 0 0,0 0 1,0 1-1,1-1 0,-1 0 0,1 1 22,1-1-142,0 0 0,0 1 0,1-1 0,-1 0 0,0-1 0,0 1 0,1 0 0,-1-1 0,0 1 0,1-1 0,-1 1 0,1-1 0,-1 0 0,0 0 0,2-1 141,40 0-884,1-1 0,-1-3 0,0-2 0,0-2 0,-1-1-1,10-6 885,96-35-1961,15-14 1961,-153 61-18,217-90-511,48-21-166,204-52 695,-449 158-466,0-1 83,0 2-1,0 0 0,1 3 0,0 0 0,6 2 384,-37 4 1079,-13 5 533,-245 121 4380,127-61-4838,-988 521 3308,1088-570-4383,-29 16 558,-49 37-637,73-40 397,34-29-406,0 1-1,0-1 1,0 0-1,0 0 0,0 0 1,0 0-1,1 1 1,-1-1-1,0 0 0,1 1 1,-1-1-1,1 1 1,0-1-1,-1 0 0,1 1 1,0-1-1,0 1 1,0-1-1,0 1 0,0-1 1,0 1-1,0-1 1,1 1-1,-1 0 10,1-2-46,-1 1 0,0 0 0,1-1 1,0 1-1,-1 0 0,1-1 0,-1 1 0,1-1 0,0 0 0,-1 1 0,1-1 1,0 1-1,-1-1 0,1 0 0,0 1 0,0-1 0,-1 0 0,1 0 0,0 0 1,0 0-1,-1 0 0,1 0 0,0 0 0,0 0 0,0 0 46,27 2-497,1-2 0,-1 0-1,0-2 1,0-2 0,0 0-1,22-8 498,56-17-1902,15-11 1902,-90 29-242,922-343-3972,-926 344 2994,-1-1 0,0-1 0,-1-1 0,19-13 1220,-43 26 48,-1-1 0,0 1 0,1 0 0,-1 0 0,0 0-1,1 0 1,-1 0 0,0 0 0,1-1 0,-1 1-1,0 0 1,0 0 0,1 0 0,-1-1 0,0 1-1,0 0 1,1 0 0,-1-1 0,0 1 0,0 0-1,0-1 1,1 1 0,-1 0 0,0 0 0,0-1 0,0 1-1,0 0 1,0-1 0,0 1 0,0-1 0,0 1-1,1 0 1,-1-1 0,-1 1 0,1 0 0,0-1-1,0 1 1,0 0 0,0-1 0,0 1 0,0-1-48,-18-1 1382,-37 9 394,-59 23 2610,-71 30-4386,13-4 1513,48-20-526,-2-7 1,-63 5-988,98-23-1156,0-3 0,-20-5 1156,44-3-4355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47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494 70 7562,'0'0'3043,"0"0"-640,0 0-508,0 0-368,0 0-191,0 0-114,0-4 126,0 1-1072,0 0-1,0 0 0,0 0 0,0-1 0,0 1 0,-1 0 0,1 0 1,-1 0-1,0 0 0,0 0 0,0 0 0,0 1 0,-1-1 1,1 0-1,-2-1-275,0 2 91,1 0 1,-1 0 0,0 1 0,1-1-1,-1 1 1,0 0 0,0 0-1,0 0 1,0 0 0,0 0 0,0 1-1,0-1 1,0 1 0,0 0-1,0 0 1,0 0 0,-3 0-92,2 0 5,1 0 1,-1 0-1,0 1 1,0-1-1,1 1 1,-1 0-1,0 0 1,1 0-1,-1 0 1,1 0-1,-1 1 1,1 0-1,0 0 1,-1 0-1,1 0 1,0 0-1,0 1 1,1-1-1,-1 1 1,0 0-1,1-1 0,0 1 1,-1 1-1,1-1 1,0 0-1,1 0 1,-1 2-6,-8 10 7,2 2-1,0 0 1,1 0 0,0 0-1,2 0 1,0 1 0,1 0 0,0 1-1,1 9-6,-2 35 57,3 0-1,3 10-56,0-7 32,0-12 67,4 0-1,1 0 1,11 40-99,48 158 237,-31-132-134,13 97-103,-29-75 364,-6 0-1,-6 1 0,-11 91-363,3-194 134,-3 0 0,-1 0 0,-2 0 0,-1-1 0,-5 8-134,9-30 94,-2 0 0,0 0 0,-1-1 1,0 0-1,-1 0 0,-1-1 0,0 0 0,-2-1 0,1 0 0,-2 0 0,1-2 0,-12 9-94,15-15 62,0-1 0,0 0-1,-1-1 1,1 0 0,-1-1 0,0 0 0,0 0-1,0-1 1,0 0 0,0-1 0,0 0-1,-1-1 1,1 0 0,-2-1-62,-1 1-56,0-2 1,0 1-1,-1-2 0,2 0 1,-1 0-1,0-1 0,1-1 1,-1 0-1,1-1 0,-7-4 56,13 2-2292,17 4 336,21 3-2543,-28 1 3056,29 0-10310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48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138 208 3593,'0'0'9206,"0"0"-5771,0 0-1434,-23 31-192,-67 97-603,87-124-1133,0 1 0,0 0 1,0 1-1,1-1 0,0 0 0,0 1 1,0-1-1,1 1 0,0 0 1,0 0-1,0-1 0,0 1 0,1 0 1,0 0-74,1-3 34,-1 1 1,1-1 0,0 0 0,0 0 0,0 0-1,1 0 1,-1 0 0,0 0 0,1-1-1,0 1 1,0 0 0,0-1 0,0 0 0,0 1-1,0-1 1,1 0 0,2 2-35,4 1 92,0 0 1,0 0-1,1-1 0,-1 0 1,1-1-1,0 0 0,0-1 1,0 0-1,0 0 0,10 0-92,4-1 123,1 0-1,-1-2 0,1 0 0,-1-2 0,0 0 1,0-2-1,0-1 0,14-5-122,-22 5 16,-1 0 0,0-1 0,0-1 0,0 0 0,-1-1 1,0 0-1,-1-1 0,0-1 0,-1 0 0,0-1 0,0 0 0,-2-1 0,3-2-16,-9 8 18,0 0-1,0 0 0,-1 0 1,1 0-1,-1 0 0,-1-1 0,0 1 1,0-1-1,0 0 0,-1 1 1,0-1-1,0 0 0,-1 0 0,0 0 1,-1 0-1,1 0 0,-2 1 1,1-1-1,-1 0 0,0 1 1,-1-1-1,1 1 0,-2 0 0,1-1 1,-1 2-1,0-1 0,0 0 1,-1 1-1,0 0 0,0 0 1,0 0-1,-1 0 0,-4-2-17,-6-6-130,-1 1 0,-1 1 0,0 1 0,0 0 0,-1 1 1,0 1-1,-1 1 0,0 1 0,0 1 0,-1 0 0,1 2 0,-1 0 0,0 1 0,-1 2 130,-31-3-3145,11 1-2588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48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146 247 11987,'0'0'3607,"0"0"-1104,0 0-312,0 0-518,0 0-538,0 0-515,-5-2-60,3 1-466,-1 0 0,1-1 0,0 1 0,0-1 0,0 0 0,0 0 0,0 0 0,0 0 0,0 0 0,1 0 0,-1 0 0,1-1 0,-1 1 0,1-1 0,0 1 0,0-1 0,0 1 0,0-1 0,1 0 0,-1 1 0,1-1 0,-1 0 0,1-2-94,-1 1-35,-54-181 1242,64 342-1486,-6-135 283,7 50-128,3 0 1,3-1-1,17 42 124,-33-112-112,0 0-1,0 0 0,1 0 0,-2 0 0,1 0 1,0 0-1,0 0 0,0 0 0,0-1 1,0 1-1,-1 0 0,1 0 0,-1 0 0,1 0 1,0-1-1,-1 1 0,1 0 0,-1 0 1,1-1-1,-1 1 0,0 0 0,1-1 0,-1 1 1,0 0-1,0-1 0,1 1 0,-1-1 0,0 0 1,0 1-1,0-1 0,1 1 0,-1-1 1,0 0-1,0 0 113,-37 13-1949,30-11 1124,-29 6-1903,2-1 1103,35-7 1620,0 0 1,0 0-1,0 0 1,0 0 0,0 0-1,0 0 1,0 0 0,0 0-1,0 0 1,0 0 0,0 1-1,0-1 1,0 0 0,0 0-1,0 0 1,0 0-1,1 0 1,-1 0 0,0 0-1,0 0 1,0 0 0,0 0-1,0 0 1,0 0 0,0 0-1,0 0 1,0 0 0,0 1-1,0-1 1,0 0 0,0 0-1,0 0 1,0 0-1,0 0 1,-1 0 0,1 0-1,0 0 1,0 0 0,0 0-1,0 0 1,0 0 0,0 0-1,0 0 1,0 0 4,22 1 302,320-11 275,-114-6-4559,-126 7-1196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1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0 5393,'0'0'840,"0"0"-608,0 0-128,0 0-88,0 0-16,0 0 56,0 0-56,-40 116-312,34-101-2456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2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300 174 3393,'0'0'2360,"0"0"-733,0 0-117,0 0-226,0 0-141,0 0-232,0-12 10,1 6-725,-1 0-1,0 0 0,0 0 0,0 0 1,-1 0-1,0 1 0,0-1 0,-1 0 0,1 1 1,-1-1-1,0 1 0,-1-1 0,1 1 0,-1 0 1,0 0-1,0 0 0,-1 0 0,1 1 0,-1-1 1,0 1-1,0 0 0,-1 0 0,1 0 0,-5-2-195,-3 1 267,0 0-1,-1 0 0,1 1 0,-1 1 1,0 0-1,1 1 0,-1 0 0,-1 1 1,1 0-1,0 1 0,-5 1-266,15 0 8,1 0-1,0 0 1,0 0-1,-1 0 1,1 0 0,0 0-1,0 0 1,0 1-1,0-1 1,1 1 0,-1-1-1,0 1 1,0 0-1,1 0 1,0 0 0,-1 0-1,1 0 1,0 0-1,0 0 1,0 0 0,0 0-1,-1 3-7,-18 53 120,12-16 51,2 1 1,1 0-1,3 0 1,1 0-1,3 5-171,-2 5 270,2-13-49,1 1 0,2-1-1,1 0 1,8 20-221,50 155 929,-3-17-301,-55-177-500,-8-31-288,-9-31-1305,-1 4-1839,2 2-2917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3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0 108 14163,'0'0'2561,"0"0"-945,0 0 608,0 0-1303,0 0-673,0 0-248,0 0-849,209-74-1335,-143 56-1761,-7 3-3881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3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0 8570,'0'0'7337,"0"0"-5624,0 0 727,0 0-1496,0 0-191,-73 196 223,66-109-232,7-1-24,0-3-464,0-11 0,17-10-208,9-11 32,4-13-72,7-14-8,6-12-144,29-12-1240,-6 0-2385,-6-27-3600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3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0 14859,'0'0'2809,"0"0"-1633,0 0 448,0 0-519,-33 229-89,33-139-536,0-7 72,3-9-280,24-8-32,6-16-192,6-11-40,5-12-8,5-12-176,4-12-584,10-3-1841,-10-15-1920,-13-9-5297</inkml:trace>
  <inkml:trace contextRef="#ctx0" brushRef="#br0" timeOffset="1">0 512 13243,'0'0'3128,"0"0"593,0 0-1656,0 0-857,0 0-440,0 0-696,0 0 112,109-65-184,-46 41-304,3 0-688,20-6-1057,-16 6-2319,-17 1-4530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4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13883,'0'0'2487,"0"0"-834,0 0-108,0 0-121,26 39-257,83 129-246,-94-144-747,-2 0 0,-1 1 1,-1 0-1,-1 1 0,-1 1 1,-2-1-1,0 1 0,-2 0 0,-1 1 1,-1 1-175,-1-16 61,3 18 20,-2 1-1,-1 0 1,-1 0-1,-2 0 1,-1 0 0,-2 0-1,0 0 1,-3-1-1,-7 22-80,7-23-2553,9-29-1222,12-1-1599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4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207 513 10162,'0'0'3616,"0"0"-2076,0 0 288,-29 15-586,29-15-1242,-32 16 344,0 1 0,-22 18-344,49-31 36,0 1 0,0-1 0,1 1 0,0 0 0,0 0 0,0 0 0,1 1 0,-1 0 0,1-1 0,1 1 0,-1 0 0,1 0 0,0 1 0,0-1 0,1 0 0,0 1 0,0-1 0,0 0 0,1 1 0,0-1 0,0 3-36,0 7 107,-3 12 157,2 1 0,2-1 0,0 0 0,2 0 1,2 8-265,-2-24 47,0 0 0,1-1 0,0 1 1,0-1-1,2 0 0,-1 0 0,1-1 1,1 0-1,0 0 0,0 0 0,1-1 1,0 0-1,5 3-47,-5-4 15,1-2 0,0 1 0,1-1-1,-1 0 1,1-1 0,0 0 0,1-1 0,-1 0 0,1 0-1,0-1 1,0-1 0,0 0 0,4 0-15,-9-1-2,0 0 0,0-1-1,1 0 1,-1 0 0,0-1 0,0 1 0,0-1-1,0-1 1,-1 1 0,1-1 0,0 0 0,0 0-1,-1-1 1,1 1 0,-1-1 0,0-1-1,0 1 1,0-1 0,0 1 0,-1-1 0,1-1-1,-1 1 1,0-1 0,2-4 2,1-2-35,-1-1-1,-1-1 1,0 1 0,0-1-1,-1 1 1,-1-1 0,0-1-1,-1 1 1,-1 0 0,0-1 35,1-35-110,-2-1 1,-2-4 109,0 23-25,-9-76 110,-4 0 1,-5 1 0,-14-37-86,-22-111 3754,52 223-1733,5 46-2010,1-1 1,1 1-1,1 0 1,0-1 0,1 1-1,0-1 1,4 6-12,8 22 11,74 250 76,-7-20-461,-79-259 137,0 0 0,1-1 1,0 1-1,1-1 0,0-1 0,1 1 1,3 2 236,-4-6-1023,0 0 0,1-1 0,-1 0 0,1-1 0,1 0 0,1 1 1023,27 9-9529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4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16596,'0'0'2201,"0"0"-827,-1 41 200,-4 285 785,7-253-1748,3 0-1,9 34-610,-8-71 69,2 0-1,1 0 0,2-1 1,2-1-1,15 31-68,-26-59-69,0-1 0,1 0 1,0 0-1,0-1 1,0 1-1,0 0 0,1-1 1,-1 0-1,1 0 0,0 0 1,0 0-1,1-1 0,-1 0 1,1 1-1,0-2 0,0 1 1,0 0-1,0-1 0,0 0 1,0 0-1,1-1 0,-1 0 1,1 0-1,-1 0 0,1 0 1,-1-1-1,5 0 69,-7 0-175,0 0-1,0-1 1,0 0 0,0 0-1,0 1 1,0-2-1,-1 1 1,1 0 0,0-1-1,0 1 1,-1-1-1,1 0 1,-1 1 0,0-1-1,1-1 1,-1 1-1,0 0 1,0 0 0,0-1-1,-1 1 1,1-1-1,0 0 1,-1 1 0,0-1-1,0 0 1,0 0-1,0 0 1,0 0 0,0 0-1,-1 0 176,5-16-1262,-2 0-1,0 0 1,-1 0 0,-1-9 1262,0 23-459,0-58-4630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1 760 8490,'0'0'5225,"0"0"-2649,0 0 201,0 0-1521,0 0-231,0 0-473,0 0-8,89 0-360,-23-6-184,37-9-88,-17 3-2081,-4 0-4328</inkml:trace>
  <inkml:trace contextRef="#ctx0" brushRef="#br0" timeOffset="1">1149 1 16075,'0'0'2310,"0"0"367,0 0-490,0 0-1035,0 0-738,1 33 71,0-24-441,3 63 523,3-1 1,13 58-568,15 44 437,1 5-145,8-1-292,-42-169-216,11 28 0,-13-35 2,1 0 0,-1 0 0,1 1 0,0-1 0,-1 0 0,1 0 0,0 0 0,0 0 1,0-1-1,0 1 0,0 0 0,0 0 0,0 0 0,0-1 0,0 1 0,0-1 0,0 1 0,0-1 0,0 1 1,1-1-1,-1 1 0,0-1 0,0 0 0,2 0 214,3-4-4453,-5-15-2918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5.6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 5297,'0'0'6169,"0"0"-5536,189-18-633,-113 3-2057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6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0 370 3513,'0'0'8310,"0"0"-3920,0 0-2458,0 0-612,19-27-319,59-89-264,-69 101-277,-1 0 0,-1 0-1,0-1 1,-1 0-1,-1 0 1,0 0 0,-1-1-1,-1 0 1,-1 0 0,0 1-1,-1-1 1,-1-17-460,-1 79-206,2-1 0,2 0 0,3 0 0,1-1 0,2 0 0,1 0 0,3 0 0,2-2 0,4 7 206,-14-35-3304,-3 1-3530,-2-8-2220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6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371 1 11266,'0'0'1606,"0"0"-207,0 0 45,0 0-526,0 0-458,0 0-204,-15 2 3,-49 13 270,62-14-475,0 1 0,0-1 0,0 1 0,0-1 0,0 1 0,0 0 0,0 0 0,1 0 0,-1 0 0,0 0 0,1 0 0,0 1 0,0-1 0,-1 0 0,1 1 0,1-1 0,-1 1 0,0-1 0,0 1 0,1-1 0,0 1 0,-1-1 0,1 2-54,-2 8 277,-10 43 649,2 0 0,3 1 0,0 40-926,7 171 1232,0-252-1157,7 85 319,5-1-1,5 0 1,6 10-394,13 81 341,-8-25 532,-8 2-1,-1 120-872,-19-242 207,-2 0-1,-2 0 0,-2 0 1,-2 2-207,4-29 129,0-1-1,-2 0 1,0 0 0,-1-1 0,0 0-1,-1 0 1,-1 0 0,-1-1 0,0-1-1,-1 0 1,-9 10-129,17-21 32,0 0-1,0-1 0,-1 1 0,1-1 1,0 1-1,-1-1 0,0 0 0,1 0 1,-1 0-1,0-1 0,0 0 1,0 1-1,0-1 0,0 0 0,0-1 1,-1 1-1,1-1 0,0 0 1,0 0-1,0 0 0,0-1 0,-1 1 1,1-1-1,0 0 0,0 0 0,0-1 1,0 1-32,-5-3 7,1 0 0,-1 0 1,1-1-1,0 0 1,0-1-1,1 0 0,0 0 1,0 0-1,0-1 0,0 0 1,1-1-8,-1-1-149,0-1 1,1 1 0,0-2-1,0 1 1,1-1 0,0 0-1,1 0 1,1 0-1,-3-10 149,3 4-1153,1 0 0,0 0 0,1 1 0,1-1 1153,0 2-5576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7.3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361 0 13235,'0'0'2488,"0"0"-879,0 0 391,-116 167-616,83-108-479,3-2-377,4-7-128,-1-5-168,8-9-56,-1-3-128,3-7-72,7-8 24,-3-9-896,-3-9-1305,-1 0-1592,0 0-6729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7.6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11618,'0'0'4689,"0"0"-3480,0 0-185,0 0 384,0 0-167,208 119-817,-145-77-280,7 0-144,26 17-977,-17-11-1871,-16-7-5250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9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298 220 9330,'0'0'1392,"0"0"138,0 0 245,0 0-244,0 0-277,-2-26 46,-7-80-88,9 103-1102,-1-1 0,1 1 0,-1-1 0,0 1 0,0-1 0,0 1 0,-1-1 0,1 1 0,-1 0 0,1 0-1,-1 0 1,0 0 0,0 0 0,-1 0 0,1 0 0,0 1 0,-1-1 0,0 1 0,0 0 0,0 0 0,0 0 0,0 0 0,0 0 0,0 1 0,0-1 0,-1 1-1,-1-1-109,-4-2 316,6 3-273,0 0 0,0-1 0,0 1 0,0 0 1,-1 0-1,1 1 0,-1-1 0,1 1 0,0 0 1,-1 0-1,1 0 0,-1 0 0,1 0 0,0 1 1,-1-1-1,1 1 0,0 0 0,-1 0 0,1 0 1,0 1-1,0-1 0,0 1 0,0 0 0,0 0 1,0 0-1,1 0 0,-1 0 0,0 0 0,1 1 1,0-1-1,0 1 0,0 0 0,-1 2-43,-6 9 31,0 1 0,2-1 0,0 2 1,0-1-1,2 1 0,-2 7-31,-8 34 166,2 1 1,2 1 0,3-1-1,1 36-166,5 244 571,4-177-488,2-99-43,-4-58-41,1-1 0,0 1 0,0 0 0,0 0 0,1 0 0,-1-1 0,1 1 0,0-1 0,0 1 0,0-1 0,0 0 0,0 0-1,1 0 1,0 1 1,-2-4-164,-1 0-425,-3-26-3743,-12 2-1704,-7 0-3063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5:59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1 220 4561,'0'0'7658,"0"0"-4778,0 0-1119,0 0-97,0 0-360,0 0-824,192-77-344,-57 26-136,-19 4-2040,-13 2-5546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0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0 14419,'0'0'2601,"0"0"-825,0 0 328,-56 218-999,49-129 327,4-3-624,3-9-312,0-11-304,16-12-56,7-13-88,11-14-48,28-21-408,-5-6-1432,-1 0-3857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0.3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0 13483,'0'0'3683,"0"0"-1614,0 0 42,-7 33-580,-20 112-370,20-100-626,2-1 0,2 1-1,2 0 1,3 28-535,0-22 301,-1-41-265,-1 1 1,2 0-1,-1-1 1,2 1-1,-1-1 1,1 1-1,1-1 1,0 0 0,0 0-1,1-1 1,0 1-1,1-1 1,5 7-37,-6-10-33,0-1 0,0 1 0,1-1 0,0-1 0,-1 1 0,2-1 0,-1 0 1,0 0-1,1 0 0,0-1 0,0 0 0,0-1 0,0 0 0,0 0 0,0 0 1,1-1-1,-1 0 0,0 0 0,1-1 0,-1 0 33,7 1-365,-11-1 81,0 1 1,0-1-1,0 0 0,0 0 1,1 0-1,-1 0 1,0-1-1,0 1 1,0-1-1,0 1 1,0-1-1,-1 0 0,1 0 1,0-1-1,0 1 1,0-1-1,-1 1 1,1-1-1,-1 0 0,1 0 1,1-1 283,10-20-5148</inkml:trace>
  <inkml:trace contextRef="#ctx0" brushRef="#br0" timeOffset="1">0 479 14011,'0'0'4569,"0"0"-2633,0 0-87,0 0-1025,0 0-584,0 0-240,202-116-176,-103 68-1008,-23 7-2697,-10-1-4129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0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8370,'0'0'5688,"0"0"-2837,0 0-764,0 0-528,0 0-400,25 27-145,-25-27-1014,39 41 989,27 39-989,-59-71 121,-1 1 0,-1 0-1,0 0 1,0 0 0,-1 1 0,0-1 0,-1 1-1,0 0 1,0 0 0,-2 0 0,1 1 0,-1-1-1,-1 4-120,2 12 232,4 15 50,-3 0 1,-1 1-1,-3-1 1,-1 0-1,-4 17-282,4-51 20,-1 0-1,0 0 0,-1 0 1,1 0-1,-1-1 1,-1 1-1,0-1 1,0 0-1,-1 1-19,0 0-223,0 0-1,1 0 0,0 0 1,1 1-1,-1 0 0,0 4 224,5-12-76,0-1-1,0 0 1,0 1-1,0-1 0,-1 0 1,1 1-1,0-1 1,0 0-1,0 0 1,0 1-1,0-1 1,1 0-1,-1 1 0,0-1 1,0 0-1,0 1 1,0-1-1,0 0 1,0 0-1,0 1 1,1-1-1,-1 0 1,0 0-1,0 1 0,0-1 1,1 0-1,-1 0 1,0 1-1,0-1 1,0 0-1,1 0 1,-1 0-1,0 0 0,1 1 1,-1-1-1,0 0 1,0 0-1,1 0 1,-1 0-1,0 0 1,1 0-1,-1 0 1,0 0-1,1 0 0,-1 0 77,19 0-3229,-12 0 2103,25 0-4467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1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364 569 11346,'0'0'3945,"0"0"-2254,0 0-109,-34-4-274,-110-11-378,138 14-899,0 1 0,0 0 0,0 0 0,0 0 0,0 1 0,0 0 0,0 0 0,0 0 1,1 1-1,-1 0 0,0 0 0,1 0 0,-1 1 0,1 0 0,0 0 0,0 0 0,0 1 0,0-1 0,1 1 0,0 0 1,-2 2-32,0 3 67,-1 0 0,1 0 0,1 1 0,0 0 0,0 0 0,1 0 0,0 1 0,-1 5-67,1-1 86,0-1 0,1 0 0,0 1-1,1 0 1,1-1 0,1 1-1,0 0 1,0 0 0,3 10-86,-2-20 16,0 1-1,0-1 1,0-1 0,1 1-1,0 0 1,0 0 0,0-1 0,0 1-1,1-1 1,0 1 0,0-1-1,0 0 1,0 0 0,1 0-1,-1-1 1,1 1 0,0-1 0,0 0-1,0 0 1,1-1 0,-1 1-1,1-1 1,0 0 0,-1 0-1,1 0 1,0 0 0,0-1 0,0 0-1,1 0-15,10 2 11,1-1 1,0-1-1,0 0 0,0-1 0,-1-1 0,1-1 1,0 0-1,0-1 0,-1-1 0,0-1 1,0 0-1,7-3-11,-14 3-5,0 0 0,0 0 0,0 0 1,0-1-1,-1-1 0,0 0 0,0 0 0,-1 0 1,0-1-1,0 0 0,-1 0 0,0-1 0,0 1 1,-1-1-1,0-1 0,-1 1 0,0-1 1,0 0-1,-1 0 0,1-8 5,3-17 7,-2-2 0,-1 1 0,-2 0 1,-2-1-1,-3-22-7,-4-11 233,-2-1 1,-10-26-234,-34-179 3825,57 311-2972,8 46-873,11 6 7,7 28-545,30 74 558,-55-179-157,-1 0 0,1-1-1,0 1 1,1-1 0,0-1 0,1 1-1,-1-1 1,2 0 0,-1-1 0,1 1-1,1-1 158,4 3-1107,0-1 0,1 0 0,0-1 0,4 1 1107,35 12-8782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1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 13795,'0'0'6089,"0"0"-5441,0 0 105,-36 157 479,36-73 104,0 11-816,0-3 88,20-5-272,13-16-24,0-15-208,3-17-87,0-18-17,4-12-41,-3-9-519,9-3-1272,-10-21-2465,-13-6-3016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1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15947,'0'0'4265,"0"0"-3104,0 0 399,0 0-936,0 0-472,182-36-152,-109 30 0,26 6-224,-20 0-1392,-16 0-3473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2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11779,'0'0'3144,"0"0"73,0 0 148,0 0-1534,0 0-1010,0 0-282,15 0-90,248-5 652,-112 0-2164,-3 3-5537,-146 3 2057,-2 1-2007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2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1 126 10594,'0'0'3009,"0"0"-168,0 0-769,192 0-1112,-100-18-416,4-3-248,-3-3-208,-4 3-88,11 1-600,-24 8-1912,-17 3-5562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5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507 66 8434,'0'0'2134,"0"0"-389,0 0-108,0 0-610,0 0-179,0 0 177,-2-9-25,1 7-995,1 0 76,0-1 1,-1 1 0,1-1 0,-1 1 0,0-1-1,0 1 1,0 0 0,0-1 0,0 1 0,0 0-1,0 0 1,-1 0 0,1 0 0,-1 0-1,0 0 1,0 0 0,1 1 0,-1-1 0,0 0-1,0 1 1,0 0 0,-1-1 0,1 1 0,0 0-1,0 0 1,-1 0 0,1 1 0,-1-1 0,1 0-1,-1 1 1,1 0 0,-1-1 0,1 1-82,-7 0 82,-1 0 0,1 0 0,0 1 0,-1 0 0,1 0 0,0 1 0,0 1 0,0-1 0,1 1 0,-1 1 0,0 0 0,1 0 0,0 1 0,0 0 0,1 0 0,-1 0 0,1 1 0,0 1 0,0-1 0,1 1 0,0 0 0,0 0 0,1 1 0,0 0 0,0 0 0,1 0 0,0 0 0,-2 7-82,0 2 96,0 0-1,2 1 1,0-1-1,1 1 0,1 0 1,0 6-96,1 113 429,3-66-233,2-10-62,3-1-1,2 1 1,3-2 0,3 1 0,2-1-134,24 105 196,-20-44 384,-5 1 0,-5 1-1,-5 105-579,-8-187 191,-1 1 0,-2-1-1,-1 0 1,-3-1 0,-1 0 0,-2 0-1,-1-1 1,-2-1 0,-2 0-1,-7 9-190,24-45 32,-1 1 0,1-1-1,-1 0 1,0 0 0,0 1-1,1-1 1,-1 0-1,0 0 1,0 0 0,0 0-1,0 0 1,0 0 0,0 0-1,-1-1 1,1 1-1,0 0 1,0-1 0,-1 1-1,1-1 1,0 1 0,-1-1-1,1 1 1,0-1-1,-1 0 1,1 0 0,-1 0-1,1 0 1,0 0 0,-1 0-1,1 0 1,-1 0-1,1 0 1,0-1 0,-1 1-1,1-1 1,0 1 0,-1-1-1,1 1 1,0-1-1,0 0 1,0 1 0,-2-2-32,-5-4 73,0-1 0,0 0 0,1 0 0,-1-1 0,-3-6-73,-1 0-35,-6-5-2,-5-5 96,0-2 0,-9-15-59,27 35-120,0-1 0,1 0 0,0-1 0,0 1 0,1 0 0,0-1 0,0 0 0,1 0 0,0 0 0,0 0 0,1 0 1,0-7 119,1 14-81,0 0 1,-1 0 0,1 0 0,1 0 0,-1 0 0,0 0 0,0 0 0,0 0 0,0 0 0,1 0 0,-1 1 0,1-1 0,-1 0 0,0 0 0,1 0 0,-1 0 0,1 0 0,0 1 0,-1-1 0,1 0 0,0 0-1,-1 1 1,1-1 0,0 0 0,0 1 0,0-1 0,0 1 0,-1-1 0,1 1 0,0 0 0,0-1 0,0 1 0,0 0 0,0 0 80,34 1-1980,-29 0 1586,43 14-3965,-5 12-987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6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82 268 5233,'0'0'6003,"0"0"-3977,0 0-677,0 0-399,0 0-378,0 0-71,-13 34 7,-40 107 150,50-133-537,0 1 0,0-1 1,1 1-1,1-1 0,-1 1 0,1 0 1,1 0-1,0 0 0,0 0 0,1 7-121,1-4 223,-2-10-177,0 1 0,1-1 0,0 1 0,-1-1 0,1 0 1,0 1-1,0-1 0,0 0 0,1 0 0,-1 0 0,0 0 0,1 0 1,0 0-1,-1 0 0,1 0 0,0 0 0,0-1 0,0 1 0,0-1 0,0 0 1,0 1-1,0-1 0,1 0 0,-1 0 0,0 0 0,1-1 0,-1 1 1,0 0-1,1-1 0,-1 0 0,1 1 0,-1-1 0,1 0 0,-1-1 0,1 1 1,-1 0-1,1 0 0,0-1-46,6 0 156,1-1 0,-1 1 0,1-2 0,-1 1 0,0-1 0,0-1 0,0 1-1,0-2 1,4-2-156,-1-1 69,-1 0 0,0-1 0,0 0 0,-1 0 0,-1-1 0,1-1 0,-2 1 0,1-2 0,-2 1 0,1-1 0,-2 0 0,1 0-1,-2-1 1,0 0 0,0 0 0,-1 0 0,-1-1 0,0 0 0,-1 1 0,0-1 0,-1 0 0,-1-3-69,1 4 48,-2 0 0,1 1 0,-2-1 0,1 0 0,-2 1 0,0-1-48,1 6-21,-1 1 1,0 0-1,0 0 1,0 0 0,-1 0-1,0 1 1,0-1-1,-1 1 1,1 0-1,-1 0 1,0 1-1,-2-2 21,-20-15-1624,0 1 0,-23-12 1624,0 1-3752,-6-8-2836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07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215 0 10802,'0'0'3030,"0"0"-401,0 0 33,0 0-447,0 0-884,0 0-602,0 10-301,6 30 47,2 0 0,2 0 0,1-2 0,14 30-475,13 50 509,-34-102-471,2 3 27,-1 0 1,-1 0-1,0 0 0,-2 1 0,0 11-65,-2-30 2,0 0 0,-1-1 0,1 1 0,0 0 1,-1 0-1,1 0 0,-1-1 0,0 1 0,1 0 0,-1 0 0,0-1 0,1 1 0,-1-1 1,0 1-1,1-1 0,-1 1 0,0-1 0,0 1 0,0-1 0,0 0 0,0 1 0,1-1 1,-1 0-1,0 0-2,-29 9-1,22-7 14,-40 12-130,-1-2 0,0-2 0,-1-2 0,-39 1 117,245-15-75,27-9 75,-44 5-1684,-48 8-5722,-49 2-1469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6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0 1168,'0'0'10707,"0"0"-6977,0 0-2283,0 0-414,0 0-179,-10 34 83,-1 0-589,3-9-56,0 1 1,1 0-1,2 1 0,1-1 0,0 1 1,3-1-1,0 9-292,-1 45 997,1-17 160,6 61-1157,-3-106 35,0 1 1,2 0-1,0-1 0,1 1 1,1-1-1,1 0 0,0-1 1,7 11-36,-11-24-9,-1 1 0,1-1 1,0 0-1,1 0 0,-1 0 1,1 0-1,-1 0 1,1-1-1,0 0 0,1 0 1,-1 0-1,0 0 1,1 0-1,0-1 0,-1 0 1,1 0-1,0 0 0,3 0 9,5 0-763,0 0 0,1-1 0,-1-1 1,1 0-1,-1-1 0,6-1 763,32-5-8516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6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11 244 12379,'0'0'2068,"0"0"-461,-2-26 348,-5-114 101,6 63 1613,1 76-3208,0 6-253,3 43 221,2-2-1,10 47-428,2 7 465,-8-20-282,-4-28-192,2 1 0,3-1 1,8 25 8,-18-77-67,0 1 0,1-1 0,-1 1 0,0-1 1,0 1-1,0-1 0,0 0 0,1 1 1,-1-1-1,0 0 0,0 1 0,1-1 1,-1 0-1,0 1 0,0-1 0,1 0 1,-1 1-1,0-1 0,1 0 0,-1 0 1,1 1-1,-1-1 0,0 0 0,1 0 1,-1 0-1,1 0 0,-1 0 0,0 1 1,1-1-1,-1 0 0,1 0 0,-1 0 1,1 0-1,-1 0 0,0 0 0,1 0 0,-1-1 1,1 1-1,-1 0 0,0 0 0,1 0 1,-1 0-1,1 0 0,-1-1 67,16-13-6412,-4-10-6391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6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13035,'0'0'4289,"0"0"-2817,0 0 48,0 0-495,0 0-369,0 0-536,0 0 16,195 12-136,-128-12-704,-11 0-1665,-10 0-2128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7.3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14619,'0'0'4086,"0"0"-2327,0 0-745,0 0 22,1 35 174,0 7-878,-1 6 133,3 0 1,1 0-1,8 32-465,-3-38 152,1-1 1,2 1-1,1-2 0,3 0 0,15 29-152,-23-54 28,1 1 0,0-1 0,1-1 0,0 1 0,1-2 0,1 1 0,0-2 0,1 1 0,0-2 0,1 0 0,0 0 0,1-2-1,0 0 1,1 0 0,5 1-28,-13-7-155,0 0-1,0-1 1,1 0 0,-1 0-1,1-1 1,-1 0-1,1 0 1,-1-1-1,2 0 156,-8 0-77,1 0 0,-1-1-1,0 1 1,1 0 0,-1-1 0,0 1-1,0-1 1,0 0 0,1 0-1,-1 0 1,0 0 0,0 0-1,0 0 1,0-1 0,-1 1-1,1-1 1,0 1 0,-1-1 0,1 0-1,-1 0 1,1 1 0,-1-1-1,0 0 1,0 0 0,1 0-1,-2-1 1,1 1 0,0 0-1,0 0 1,-1 0 0,1-1-1,-1 1 1,0-1 77,2-22-3107,-2-1-1681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7.6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13123,'0'0'4625,"0"0"-2625,0 0-679,0 0-913,185-51-208,-96 27-136,1 0-128,29-5-897,-23 8-2807,-14-3-5258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7.9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13099,'0'0'2488,"0"0"-327,0 0 463,112 167-1191,-66-87 143,-9 7-736,-11 2-64,-6-6-312,-10-5-55,-10-10-249,0-8-152,-3-7 112,-17-5-104,3-13-32,7-8-376,10-18-825,0-9-1615,23 0-3042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8.2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204 540 13099,'0'0'1887,"0"0"-260,0 0 467,-28 3-711,28-3-1383,-33 4 322,1 2 0,-19 5-322,47-10 21,1 0 0,0 1 0,0-1 0,0 1 0,0-1 0,0 1 0,1 0 0,-1 0 0,0 0 0,1 0 0,0 1 0,-1-1 0,1 1 0,0-1 0,0 1 0,0 0-1,1 0 1,-1 0 0,1 0 0,-1 0 0,1 0 0,-1 3-21,0 4 43,1 0-1,0-1 0,0 1 0,1 0 0,0 0 1,1 3-43,-1 5 108,0-9-81,0 0 1,1-1-1,0 1 1,0 0 0,1-1-1,0 1 1,1-1-1,-1 0 1,2 0-1,-1 0 1,3 4-28,-2-6 11,0-1-1,0 0 1,1 0-1,-1 0 1,1 0-1,0 0 1,1-1-1,-1 0 1,1 0-1,-1-1 1,1 0-1,0 0 1,1 0 0,-1 0-1,3 0-10,5 1 12,0 0-1,1-1 1,0 0-1,-1-1 1,1-1-1,0-1 1,0 0 0,0 0-1,0-2 1,0 0-1,-1 0 1,3-2-12,-10 2 3,1 0 1,-2 0 0,1-1-1,0 1 1,0-2-1,-1 1 1,0-1 0,0 0-1,0 0 1,0-1 0,0 1-1,-1-1 1,0-1 0,0 1-1,-1-1 1,1 0-1,-1 0 1,0 0 0,-1 0-1,1-1 1,-1 1 0,-1-1-1,1 0 1,-1 0-1,1-5-3,0-12 28,-1 1 0,0 0 0,-2-1 0,-1 1 0,-1-1 0,-1 1 0,0 0 0,-2 0 0,-6-15-28,-13-36 304,-4 0 1,-11-15-305,-4-12 334,-30-68 3440,82 212-3080,142 354-338,-116-281-452,-11-33-671,10 15 767,-24-72-1226,2-1-1,0 0 1,7 7 1226,8 4-5792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8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0 13539,'0'0'3078,"0"0"-522,0 0-1171,-3 26-134,-7 114 2245,8 136-3496,3-257 30,1 0-1,1 0 1,1 0-1,0 0 1,1-1-1,1 0 0,1 0 1,0 0-1,2-1 1,8 13-30,-13-23-48,0-1 0,1 0 1,0 0-1,0 0 0,0-1 1,1 0-1,0 0 0,0 0 1,0-1-1,0 0 0,1 0 1,0 0-1,0-1 0,0 0 1,0-1-1,0 1 1,0-1-1,1-1 0,-1 1 1,1-1-1,-1-1 0,1 1 1,0-1-1,-1-1 0,1 1 1,-1-1-1,1-1 0,1 0 48,-4 1-324,1-1 0,-1 0 0,1 0 1,-1-1-1,0 1 0,0-1 0,0-1 0,0 1 0,0-1 0,-1 1 0,5-6 324,39-51-6438,-26 22-1721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8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9898,'0'0'5033,"0"0"-3240,0 0-1033,0 0-408,0 0-176,0 0-176,249-44-48,-177 26-1320,-9 0-3890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21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1 125 14507,'0'0'2511,"0"0"-169,0 0-96,0 0-1155,0 0-666,0 0-90,13-18-112,42-57 122,-28 46 148,-27 29-483,0 0 0,0-1 0,1 1 0,-1 0 0,0 0 0,1 0 0,-1-1 0,0 1 1,1 0-1,-1 0 0,0 0 0,1 0 0,-1-1 0,1 1 0,-1 0 0,0 0 0,1 0 1,-1 0-1,1 0 0,-1 0 0,0 0 0,1 0 0,-1 0 0,0 0 0,1 1 0,-1-1 1,1 0-1,-1 0 0,0 0 0,1 0 0,-1 0 0,0 1 0,1-1 0,-1 0 0,0 0 1,1 1-11,0 2 44,0 1 0,0-1 0,0 1 0,-1 0 0,1-1 0,-1 1 0,0-1 0,0 1 0,0 0 0,-1 1-44,1 15 119,3 21 290,-3-20-335,2 0 1,0 0 0,1 0-1,2-1 1,3 13-75,-7-32-28,-1 0 0,0 0 0,0 0-1,0 0 1,1-1 0,-1 1 0,1 0 0,-1 0 0,0 0 0,1-1-1,0 1 1,-1 0 0,1-1 0,-1 1 0,1 0 0,0-1 0,-1 1 0,1-1-1,0 1 1,0-1 0,-1 1 0,1-1 0,0 0 0,0 1 0,0-1-1,0 0 1,-1 1 0,1-1 0,0 0 0,0 0 0,0 0 0,0 0 0,0 0-1,0 0 1,-1 0 0,1 0 0,0-1 0,0 1 0,0 0 0,0 0-1,0-1 1,-1 1 0,1 0 0,0-1 0,0 1 0,0-1 0,-1 1 0,1-1-1,0 1 1,-1-1 28,5-3-481,-1 1-1,0-1 0,-1 0 1,1 0-1,-1 0 0,1 0 1,1-3 481,14-28-5442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9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0 11963,'0'0'3586,"0"0"-1219,0 0-127,0 0-550,0 0-394,0 0-529,-5 4-279,3-1-439,-1 0-1,0 1 1,1-1-1,0 1 1,0 0-1,0 0 1,0 0-1,1 0 1,-1 0-1,1 0 1,0 0-1,1 1 1,-1-1-1,1 0 1,-1 1-1,1 1-48,2 93 729,-1-52-427,-1 26 21,5 189 248,-2-211-596,3 0 0,2-1 0,3 0 0,3 5 25,-7-35-1678,-4-36-4963,-3-7-748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19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1 177 12171,'0'0'3088,"0"0"-1976,0 0 217,0 0-633,254-48-264,-138 21-304,3 0-128,40-5-176,-33 8-1528,-24 6-4002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20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51 8546,'0'0'2596,"0"0"-482,0 0-575,0 0-636,0 0-69,0 0-14,-2-7 57,-10-24-101,11 30-711,1 0 1,-1 0-1,0 1 0,0-1 0,0 0 0,0 0 0,1 0 0,-1 0 0,-1 1 0,1-1 0,0 0 0,0 1 0,0-1 1,0 1-1,0 0 0,0-1 0,-1 1 0,1 0 0,0-1 0,0 1 0,0 0 0,-1 0 0,1 0 0,0 0 0,0 0 1,-1 1-1,1-1 0,0 0 0,-1 1-65,-1-1-2,0 1 1,0 0-1,0-1 1,0 1-1,0 1 1,0-1-1,0 0 1,0 1-1,1-1 1,-2 1 1,0 4 62,-1 0-1,1 1 1,0-1 0,0 0-1,0 1 1,1 0 0,0 0 0,0 0-1,1 0 1,0 1 0,1-1-1,-1 1 1,1 5-62,-2 20 284,1 1 1,3 20-285,0-16 165,2 12-46,3 0 0,3-1 0,1 0 0,2 0 0,3-2 0,7 16-119,6 21 404,5 39-404,-15-6 545,-5 0 0,-4 1 0,-6 1 0,-6 17-545,1-86 289,-3 0 0,-1-1 0,-3 1 1,-2-1-1,-2-1 0,-2 0 0,-2-1 0,-3-1 0,-13 24-289,29-62 73,4-6-44,-1 1 0,0-1 0,0 1 0,0-1-1,-1 1 1,1-1 0,-1 0 0,1 0 0,-1 1-1,1-1 1,-1 0 0,0-1 0,0 1 0,0 0 0,0 0-1,-1-1 1,1 1 0,0-1 0,-1 0 0,-1 1-29,2-3 31,0 0 1,0-1 0,0 1 0,1-1-1,-1 1 1,1-1 0,-1 1 0,1-1-1,-1 0 1,1 0 0,0 0 0,0 0-1,0 0 1,0 0 0,0 0 0,0-2-32,-8-21-1298,6 7-4478,3 18-1139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21.9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6281,'0'0'6658,"0"0"-3660,0 0-447,0 0-827,0 0-940,0 0-498,30 6-30,100 25 29,-118-27-245,-1 1-1,1 0 1,-1 0-1,0 2 0,0-1 1,0 1-1,-1 1 0,0 0 1,-1 0-1,0 1 1,0 0-1,2 4-39,8 8 31,-2-4 56,-1 0-1,-1 2 1,0 1-87,-11-15-121,0 1 1,-1 0 0,0 0-1,0 0 1,0 0-1,-1 1 1,0-1-1,0 1 1,0 0 0,-1-1-1,0 1 1,0 5 120,-1-11-179,0-1 1,0 1-1,0 0 0,0 0 1,0-1-1,0 1 0,0 0 1,0 0-1,0-1 0,-1 1 1,1 0-1,0 0 0,0-1 1,-1 1-1,1 0 0,-1-1 1,1 1-1,0 0 0,-1-1 1,1 1-1,-1-1 0,1 1 1,-1-1-1,0 1 0,1-1 1,-1 1-1,1-1 0,-1 0 1,0 1-1,0-1 0,1 0 1,-1 1-1,0-1 0,1 0 1,-1 0 178,-18 2-7944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22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384 1 13259,'0'0'2984,"0"0"-1063,0 0 47,0 0-1136,-129 154-103,93-73 63,-4-4-504,4-6 88,3-11-376,6-9 80,4-10-80,3-8-80,4 3-1008,3-13-1641,3-5-2696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38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 8426,'0'0'2270,"0"0"-398,0 0-405,0 0-792,0 0-224,0 0 610,-3 24 205,1-11-1060,-8 55 1766,-11 35-1972,12-55 386,1 0 0,3 0 1,1 1-1,3 12-386,1-58-3,0 0 0,0 0 0,1-1 0,-1 1 0,0 0 0,1 0 0,0-1 0,0 1 0,0 0 1,0-1-1,0 1 0,0-1 0,1 1 0,-1-1 0,1 0 0,-1 1 0,1-1 0,0 0 0,0 0 0,0 0 0,0 0 0,0-1 0,1 1 0,-1-1 0,1 1 0,-1-1 0,1 0 0,-1 0 0,1 0 0,0 0 0,2 0 3,42 6-1995,0-8-4055,-45 1 5517,29-2-11016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39.3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11883,'0'0'2613,"0"0"123,0 0-344,0 0-1222,0 0-714,0 27 139,0 188 1065,1-172-1277,2 0-1,2 0 1,2 0-1,11 40-382,-13-67 28,-1-1-1,2 0 1,0 0-1,0-1 1,2 0-1,0 0 1,0 0-1,1-1 1,1-1-1,0 1 1,1-2-1,0 1 1,1-1 0,0-1-1,2 1-27,-9-9 3,-1 1 0,0-1 0,1 0 0,0 0 0,-1 0 0,1-1 0,0 0 0,0 0 0,0 0-1,0 0 1,1-1-3,-5 0-46,1 0 0,-1 0 0,1 0 0,0 0 0,-1 0 0,1 0-1,-1-1 1,1 1 0,-1 0 0,1-1 0,-1 1 0,1-1-1,-1 0 1,1 0 0,-1 1 0,0-1 0,1 0 0,-1 0 0,0 0-1,0 0 1,0 0 0,0-1 0,0 1 0,0 0 0,0 0-1,0-1 1,0 1 0,-1-1 0,1 1 0,0 0 0,-1-1 0,1 1-1,-1-1 1,0 0 0,1 0 46,0-72-6596,-1 38-407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39.7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66 5841,'0'0'7034,"0"0"-4538,0 0 33,0 0-961,0 0-1104,0 0-288,0 0-144,148-38-32,-85 26-1208,-3-3-3025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0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 8250,'0'0'4089,"0"0"-2001,0 0-448,0 0-383,0 0 87,0 0-104,0 0-376,139-42-375,-112 36-225,-4 0-120,0 0-184,-3 6 40,0 0-72,3 0-1105,16 0-959,-5 0-1857,-1 0-5161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0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 13115,'0'0'2992,"0"0"-800,0 0-744,0 0-808,0 0-168,6 25 7,41 211 558,-44-219-965,5 20 31,-1-1 0,-3 1 0,0 24-103,-4-60 4,-1 0 0,0 1 1,0-1-1,0 1 1,0-1-1,0 0 1,0 0-1,0 1 1,-1-1-1,1 0 0,0 0 1,-1 0-1,1 0 1,0-1-1,-1 1 1,1 0-1,-1-1 0,1 1 1,-1-1-1,0 1 1,1-1-1,-1 1 1,0-1-1,1 0 1,-1 0-1,0 0-4,-54 6 74,52-5-87,-177 0 113,302-2-2176,0-4 1,18-8 2075,-81 2-6390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0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4081,'0'0'8611,"0"0"-4707,0 0-1887,0 0-554,0 0-392,30 38-171,96 130-41,-118-156-744,0 0 0,-1 1 0,0 0-1,0 0 1,-2 1 0,0 0 0,0 0-1,-1 0 1,-1 1 0,-1-1 0,1 4-115,1 8 192,5 47 128,-3 1-1,-4 55-319,-2-128-50,0-1-1,0 1 1,0-1-1,0 1 1,0 0 0,0-1-1,0 1 1,1-1-1,-1 1 1,0-1-1,0 1 1,0-1 0,1 1-1,-1-1 1,0 1-1,1-1 1,-1 0 0,0 1-1,1-1 1,-1 1-1,0-1 1,1 0 0,-1 1-1,1-1 1,-1 0-1,1 0 1,-1 1 0,1-1-1,-1 0 1,1 0-1,-1 1 1,1-1-1,-1 0 51,23 0-3374,-12 0 50,15 0-5984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1.0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252 354 13203,'0'0'2587,"0"0"-286,0 0-621,0 0-733,-31 16-219,-20 10-24,-27 21-704,71-42 70,0 1 1,0 0-1,0 0 0,1 1 0,0 0 0,0 0 1,0 1-1,1-1 0,0 1 0,1 0 1,0 1-1,0-1 0,1 1 0,0 0 1,0 0-1,1 0 0,0 0 0,1 0 1,0 0-1,1 0 0,-1 4-70,0-6 34,1 1 1,-1-1-1,1 1 0,0-1 1,1 1-1,0-1 0,0 0 1,0 1-1,1-1 0,0 0 1,1 2-35,0-5 13,-1 0 1,1 0 0,0-1 0,0 1-1,0-1 1,0 0 0,0 0-1,1 0 1,-1 0 0,1 0-1,0-1 1,0 1 0,0-1-1,0 0 1,0-1 0,1 1-1,-1-1 1,4 1-14,8 3 12,1-1 0,-1-1 0,0-1 0,1-1 0,-1 0 0,1-1 1,0 0-1,13-3-12,-23 2-16,1 0 1,-1-1 0,1 0 0,-1 0 0,0 0 0,0-1 0,0 0 0,0-1 0,0 1-1,0-1 1,-1-1 0,0 1 0,0-1 0,0 0 0,-1 0 0,1-1 0,-1 0 0,-1 0-1,5-6 16,-4 2-9,0-1 0,-1 0 0,0 0 0,0 0 0,-1 0-1,-1-1 1,0 0 0,0-8 9,0-98-53,-3 66 46,-3-9 850,-1 1 1,-11-39-844,7 45 781,2-1 0,1-30-781,11 136 98,1 0 0,3 0-1,2-1 1,14 38-98,1 11 33,-21-78-89,1-1 0,1 1 0,6 14 56,-10-29-238,0 0 1,1-1 0,-1 1 0,1-1-1,0 1 1,1-1 0,-1 0 0,1-1-1,0 1 1,0-1 0,0 0-1,1 0 1,4 2 237,23 6-4869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1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16019,'0'0'2457,"0"0"-801,0 0 537,0 158-537,0-75-632,0 7-360,0-1-367,17-6-105,9-11-48,4-10-120,3-17-24,7-12-144,0-16-385,-1-14-295,14-3-968,-13-26-2233,-10-4-544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1.7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8730,'0'0'5297,"0"0"-2872,0 0-169,172-3-1312,-86-9-632,26 0-312,-22 6-1112,-21 0-3729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2.8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12459,'0'0'3969,"0"0"-2841,0 0 1016,0 0-591,0 0-1153,0 0-216,0 0-136,178-3-88,-135 0 40,-3 3-352,-10 0-1073,-4 0-303,-6 0-745,-7 3-2720,-10 6-5249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3.1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69 11498,'0'0'2209,"0"0"-169,0 0-199,0 0-441,0 0-128,0 0-223,0 0-457,149-9-432,-99-12-88,-1 7 24,-6-1-192,-6 9 24,-4 3-1161,13 3-1351,-6 0-593,-7 0-4088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5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10610,'0'0'2378,"0"0"-203,0 0 288,0 0-821,0 0-859,0 0-108,2 34 444,13 466 2688,-17-416-3424,0-14 88,5 27-471,-2-77 31,1-1 0,1 1 0,1-1-1,1 0 1,0 0 0,2-1 0,1 4-31,-6-18 5,0 1 0,1-1 0,-1 1 1,1-1-1,0 0 0,0 0 0,0 0 1,1-1-1,-1 1 0,1-1 0,0 0 1,0 0-1,0 0 0,1-1 0,-1 1 1,1-1-1,-1 0 0,1 0 0,0 0 1,-1-1-1,1 0 0,0 0 0,0 0 1,1 0-6,0-1-44,0 0 0,0-1 0,0 1 1,1-1-1,-1 0 0,0-1 0,0 1 1,0-1-1,-1 0 0,1-1 0,0 0 1,-1 1-1,1-2 0,-1 1 0,0-1 1,0 1-1,-1-1 0,1-1 0,0 0 44,0 0-239,-1 0 0,0 0 0,0 0-1,0-1 1,0 0 0,-1 0 0,0 0-1,0 0 1,-1 0 0,1-1 0,-1-3 239,1-5-2087,-1 0 1,0 0 0,-2-1-1,0-6 2087,0-14-8294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5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0 167 11426,'0'0'4153,"0"0"-1720,0 0 319,0 0-1679,0 0-617,0 0-448,189-93 88,-123 73-96,-3 2 0,26 3-808,-16 3-1825,-10 3-3312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5.7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36 11979,'0'0'4024,"0"0"-2679,0 0 975,0 0-455,0 0-497,0 0-552,0 0-8,189-12-712,-153 6 80,-3 0-176,4 3-184,12 0-1216,-6 0-2601,-3 0-1664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0 11739,'0'0'4536,"0"0"-2279,0 0-1191,0 0 242,5 36-132,19 119 2,-20-136-955,10 70 1462,13 35-1685,-20-100 50,1 0 1,1 0-1,1-1 0,1 0 0,1-1 0,9 12-50,-17-27-30,1 0-1,1 0 0,-1-1 1,1 0-1,0 0 0,0-1 1,4 3 30,-9-7-144,0 0 1,1 0 0,-1 0 0,1 0 0,0 0 0,-1 0 0,1-1 0,-1 1 0,1-1-1,0 1 1,0-1 0,-1 0 0,1 1 0,0-1 0,0 0 0,-1 0 0,1 0 0,0 0-1,0-1 1,-1 1 0,1 0 0,0-1 0,-1 1 0,1-1 0,0 0 0,-1 1-1,1-1 1,-1 0 0,1 0 0,-1 0 0,1 0 0,-1 0 0,0-1 0,1 1 0,-1 0-1,0 0 1,0-1 0,0 0 143,15-28-6062,-5-6-6556</inkml:trace>
  <inkml:trace contextRef="#ctx0" brushRef="#br0" timeOffset="1">0 423 13435,'0'0'3945,"0"0"-1577,0 0-207,0 0-889,0 0-872,0 0-248,0 0-152,152-45-272,-59 9-792,-10 7-3041,-17-4-4353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6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 11026,'0'0'2242,"0"0"-669,0 0-22,0 0-366,0 0-413,0 0 8,28-3-141,88-2-188,-114 5-430,-1 0-1,1 0 1,0 0-1,-1 1 1,1-1-1,-1 0 1,1 1 0,-1-1-1,1 1 1,-1 0-1,1-1 1,-1 1-1,0 0 1,1 0 0,-1 0-1,0 0 1,0 0-1,1 0 1,-1 0-1,0 0 1,0 1 0,0-1-1,0 0 1,-1 1-1,1-1 1,0 1-1,0-1 1,-1 1 0,1-1-1,-1 1 1,0-1-1,1 1 1,-1-1-1,0 1 1,0-1 0,0 1-1,0 0 1,0-1-1,0 1 1,0-1-1,-1 1 1,1 0 0,-1-1-1,1 1 1,-1-1-21,0 10 250,0 1-40,0 0 0,-1-1 0,-1 1 0,0 0 0,0-1 0,-1 1 0,0-1 0,-1 0 0,-1 0 0,-5 8-210,-21 47 429,31-62-409,-1-1 0,1 0 0,0 0 0,0 1 1,0-1-1,1 1 0,-1-1 0,1 1 0,0-1 0,0 1 1,0-1-1,0 1 0,0-1 0,1 1 0,0-1 0,-1 1 0,1-1 1,1 1-21,0-1 39,0-1 0,0 0 0,0 1 0,0-1 0,1 0 0,-1 0 0,0 0 0,1-1 0,0 1 0,-1-1 0,1 1 0,0-1 0,0 0 0,0 0 0,0 0 0,0 0 0,0-1 0,0 1 0,0-1 0,2 0-39,70 6 182,16 3-1411,-32 9-2996,-31-3-1383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6.7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93 13171,'0'0'3080,"0"0"-647,0 0 128,185 0-1361,-99-15-576,0-3-160,-6-2-152,-14 2-240,-6 6-128,-11 3 56,7 9-1440,-13 0-3849,-9 0-4017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7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12659,'0'0'2436,"0"0"-739,0 0-536,0 0-681,35-5-205,112-15-67,-92 18-120,-53 2-87,0 0 1,0 0-1,0 0 1,0 1-1,0-1 1,0 1 0,-1-1-1,1 1 1,0 0-1,0 0 1,0 0-1,-1 0 1,1 0-1,0 0-1,-1 1 22,0 0-1,0 1 0,0-1 0,0 0 0,0 1 0,-1-1 0,1 1 0,-1-1 0,1 0 0,-1 1 0,0 0 0,0-1 0,0 1 0,0-1 0,-1 1 1,1-1-1,0 0 0,-1 1 0,0-1 0,0 2-21,-1 4 143,0 0 0,-1-1 1,0 0-1,0 1 0,0-1 1,-1 0-1,0-1 0,-1 1 1,-1 2-144,-53 57 989,21-23-422,25-27-287,0 0 0,1 1-1,-5 11-279,14-23 44,0 1 0,1 0 0,-1 0-1,1 0 1,0 0 0,1 1 0,0-1-1,0 0 1,0 1 0,0-1 0,1 1-1,0-1 1,1 2-44,0-7 21,-1 0 0,1 0 0,-1 0 0,1 0-1,0 0 1,-1-1 0,1 1 0,0 0 0,0-1 0,0 1 0,0 0 0,0-1 0,-1 1-1,1-1 1,0 0 0,0 1 0,0-1 0,0 0 0,0 1 0,0-1 0,1 0-1,-1 0 1,0 0 0,0 0 0,0 0 0,0 0 0,0 0 0,0 0 0,0-1-1,0 1 1,0 0 0,1-1-21,6 1 171,37-1 34,0-2 0,0-2 0,-1-1 1,38-12-206,26-18-6292,-96 30 642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7.6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 6617,'0'0'4616,"0"0"-2415,0 0-1131,0 0-216,0 0-127,-7 28 80,1-4-593,-2 5 123,2 1 0,1-1 0,1 1 0,1 0 0,2 14-337,17 592 3461,-2-155-2817,-13-401-603,0 46 179,5 0 0,13 59-220,-13-149-60,1 0-1,1 0 1,3 0-1,1-1 0,1-1 1,2 0-1,1 0 1,2-2-1,1 0 1,16 19 60,-22-36-344,0 0 0,2-1 0,-1 0 1,2-1-1,0 0 0,0-2 1,13 7 343,10 3-3330,1-2 1,37 12 3329,17 1-10130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8.2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1 8242,'0'0'5076,"0"0"-2637,0 0-1272,3 25 180,18 108 416,22 168 839,-31 187 18,-12-408-2232,-1-24 43,-3-1 0,-3 1-1,-2-1 1,-11 36-431,-22 54 502,-8 3-502,15-45-8,101-242-8246,-30 62-1047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8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31 301 13651,'0'0'2054,"0"0"-37,-5-27 399,2 8-2023,-6-39 1297,2 0-1,1-38-1689,10 57 1322,-4 38-1305,0 1 0,0 0-1,0 0 1,0 0 0,0-1 0,0 1-1,0 0 1,1 0 0,-1 0-1,0 0 1,0 0 0,0-1 0,0 1-1,0 0 1,1 0 0,-1 0-1,0 0 1,0 0 0,0 0 0,1 0-1,-1 0 1,0-1 0,0 1 0,0 0-1,1 0 1,-1 0 0,0 0-1,0 0 1,1 0 0,-1 0 0,0 0-1,0 0 1,0 0 0,1 1 0,-1-1-1,0 0 1,0 0 0,0 0-1,1 0 1,-1 0 0,0 0 0,0 0-1,0 0 1,0 1 0,1-1 0,-1 0-1,0 0 1,0 0 0,0 0-1,0 1 1,0-1 0,0 0 0,1 0-1,-1 0 1,0 0 0,0 1 0,0-1-1,0 0 1,0 0 0,0 0-1,0 1 1,0-1 0,0 0 0,0 0-1,0 1-16,27 68 461,16 79 324,21 143-785,-13-46-4803,-41-206-987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49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0 13315,'0'0'1491,"0"0"-160,-6 36 1092,-16 119-812,19-120-1133,0 0-1,3-1 1,1 5-478,-1-14 274,0-17-205,1 0 0,-1-1 0,1 1 0,1 0 0,-1 0 0,1-1 0,1 1 1,-1-1-1,1 0 0,1 0 0,-1 0 0,3 2-69,-3-4 51,0-1 0,1-1-1,-1 1 1,1 0 0,0-1 0,0 0 0,1 0 0,-1 0 0,1 0-1,-1-1 1,1 0 0,0 0 0,0 0 0,0 0 0,0-1 0,0 0 0,0 0-1,5 0-50,-3 0 40,1 0 1,-1-1-1,1 0 0,-1 0 0,1-1 0,-1 0 0,0 0 0,1 0 0,-1-1 0,0-1 0,0 1 0,0-1 0,-1 0 0,1 0 0,-1-1 0,1 0 0,-1 0 0,0-1 1,-1 0-1,1 0 0,-1 0 0,0 0 0,0-1 0,0 0 0,-1 0 0,0 0 0,0-1 0,2-4-40,0-4 122,0 1 0,-1-1-1,0 0 1,-1 0 0,-1 0 0,-1-1-1,0 1 1,0-1 0,-2 0 0,0 1-1,-1-1 1,0 1 0,-3-8-122,3 16 19,-1-1-1,0 0 1,0 1 0,-1-1 0,0 1-1,0 0 1,-1 0 0,0 0-1,0 0 1,-1 1 0,1-1 0,-1 1-1,-1 0 1,1 1 0,-1-1-1,0 1 1,0 1 0,-1-1 0,0 1-1,1 0 1,-1 0 0,-1 1-1,-3-2-18,1 2-208,0 0 0,0 0-1,-1 1 1,1 0 0,0 1-1,-1 0 1,1 1 0,-1 0 208,-1 1-716,0 0 1,0 1 0,0 0-1,0 1 1,0 0-1,1 1 1,-2 1 715,-41 21-6320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0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6 2713,'0'0'649,"0"0"-194,0 0 49,0 0 17,0 0-89,-10 0 182,8 0-573,-3 0 150,0 0 0,0 0 0,-1 1 0,1-1 0,0 1 0,0 0 0,1 1 0,-1-1 0,0 1 0,0 0 0,1 0 0,-1 0 0,1 1 0,-3 1-191,-51 35 5675,-1-1-3727,-75 51-593,365-278 774,-230 188-2135,-1 1 0,0 0 0,1 0 0,-1-1 0,1 1 0,-1 0 0,0 0 0,1-1 0,-1 1 0,1 0 0,-1 0 0,1 0 0,-1 0 0,1 0 0,-1 0 0,1 0 0,-1 0 0,1 0 0,-1 0 0,0 0 0,1 0 1,-1 0-1,1 0 0,-1 0 0,1 1 0,-1-1 0,1 0 0,-1 0 0,0 0 0,1 1 0,-1-1 0,1 0 0,-1 0 0,0 1 0,1-1 0,-1 0 0,0 1 0,1-1 0,-1 1 0,0-1 0,0 0 0,1 1 0,-1-1 1,0 1-1,0-1 0,0 1 0,0-1 0,0 1 0,1-1 0,-1 0 0,0 1 0,0-1 0,0 1 0,0-1 0,0 1 0,0-1 6,5 31 63,-5-29-74,5 84 1634,-5 76-1623,-2-58 623,3-98-515,-1 1-1,0-1 1,-1 0-1,0 1 1,0-1 0,0 0-1,0 0 1,-1 0 0,0 0-1,-2 4-107,3-9-113,1 1-2062,-3-2-2140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50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12187,'0'0'2463,"0"0"-637,0 0-564,0 0 44,-2 37-78,-15 233 595,15-229-1419,-2 35 24,4 1 1,3-1 0,3 3-429,-4-70-18,-1 7-31,2 1 0,0-1 0,1-1-1,5 14 50,-6-26-3096,-2-10-809,-1-12-3310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6:50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92 12123,'0'0'1920,"0"0"-1160,0 0 344,208-32-832,-82 8-272,-17 3-352,-10 6-2408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1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1 12659,'0'0'2039,"0"0"-325,-8 37 455,-3 11-1549,-1 6 33,2 0-1,2 1 1,2 6-653,2-6 944,2 1 1,5 48-945,-2-98 28,-1-1 1,1 0 0,1 0 0,-1 0-1,0-1 1,1 1 0,0 0 0,0 0-1,1-1 1,-1 0 0,1 1-1,0-1 1,0 0 0,1 0 0,-1 0-1,1-1 1,0 1 0,0-1 0,0 0-1,0 0 1,0-1 0,1 1 0,-1-1-1,1 0 1,0 0 0,2 1-29,0-1-52,-1-1 0,1 1 1,-1-1-1,1 0 0,0-1 0,-1 0 0,1 0 1,0 0-1,-1-1 0,1 0 0,-1 0 1,1-1-1,-1 0 0,1 0 0,-1 0 1,0-1-1,0 0 0,0 0 0,-1 0 1,3-3 51,-5 5-223,-1-1 1,0 0 0,0 0 0,0 0 0,0 0-1,0-1 1,0 1 0,-1 0 0,1-1 0,-1 1-1,1-1 1,-1 0 0,0 1 0,0-1 0,0 0 0,0 0-1,-1 0 223,3-34-7130,-3 11-3842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1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1 152 9482,'0'0'5841,"0"0"-3128,0 0-217,0 0-1471,0 0-609,0 0-120,0 0-288,168-45-8,-72 7-1216,-13 5-2673,-17-3-5249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2.2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 8130,'0'0'4211,"0"0"-2137,0 0-322,0 0-509,30-8-442,89-21-251,-117 28-537,0 0 0,0 0-1,0 0 1,1 1 0,-1-1 0,0 1-1,1 0 1,-1 0 0,0 0-1,0 0 1,1 0 0,-1 0-1,0 1 1,1-1 0,-1 1-1,0-1 1,0 1 0,2 0-13,-4 0 11,1 0 0,-1 0-1,0 0 1,1 0 0,-1 0 0,0-1 0,1 1 0,-1 0 0,0 0 0,0 0-1,0 0 1,0 0 0,0 0 0,0 0 0,0 0 0,0 0 0,0 0 0,-1-1-1,1 1 1,0 0 0,-1 0 0,1 0-11,-2 9 131,2-2 10,-1-1 1,0 1-1,-1 0 0,0-1 0,0 1 0,-1-1 0,1 1 1,-2-1-1,1 0 0,-4 5-141,-52 72 667,8-12-252,45-62-329,0 0 0,1 1 0,0-1 0,0 1 0,1 0 0,1 0 0,0 1 0,0-1 0,1 1 0,1-1 0,-1 7-86,2-17 36,1 0 0,-1 0 0,0 0 1,0 0-1,0 0 0,1 0 0,-1 0 1,0 0-1,1 0 0,-1 0 1,1-1-1,-1 1 0,1 0 0,0 0 1,-1 0-1,1-1 0,0 1 1,0 0-1,-1 0 0,1-1 0,0 1 1,0-1-1,0 1 0,0-1 0,0 1 1,0-1-1,0 0 0,0 1 1,0-1-1,0 0 0,0 0 0,0 0 1,0 1-1,0-1-36,45 0 559,-29-1-430,167 1-385,-180-1 30,-1 1 0,1 0-1,-1 1 1,1-1 0,-1 1-1,1-1 1,-1 1 0,0 0-1,1 1 1,-1-1 0,0 0-1,0 1 227,-1-1-378,0 1-1,-1-1 0,1 1 0,0-1 0,-1 1 0,0 0 0,1 0 0,-1 0 0,0 0 0,0 0 0,0 0 0,0 0 0,-1 0 0,1 0 1,0 0-1,-1 0 0,1 0 0,-1 1 0,0-1 379,2 31-8941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2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1 205 6969,'0'0'7890,"0"0"-5561,0 0 1656,0 0-2529,255-41-352,-143 8-152,7 3-424,-6-2 113,-14 5-425,-20 6-80,-22 6-136,-18 9-56,-12 6-585,-11 0-1095,-16 15-2081,0 15-920,0-6-6305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2.9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 14603,'0'0'2159,"0"0"-333,0 0-43,30-8-1081,98-24-370,-60 24-144,-64 7-183,-1 1 0,0 1 1,0-1-1,1 0 0,-1 1 1,0 0-1,0 0 1,0 0-1,0 0 0,0 0 1,0 1-1,0-1-5,0 2 4,-1-1 0,0 1 0,0 0 0,0-1 0,0 1 0,0 0 0,0 1 0,-1-1 0,1 0 0,-1 0 1,0 1-1,0-1 0,-1 0 0,1 1 0,0-1 0,-1 1 0,0-1 0,0 1 0,0-1 0,0 1 0,-1-1 0,0 3-4,0 3 61,0 1 0,-1-1 0,0 0 0,0 0 0,-1 0-1,-1 0 1,1 0 0,-1-1 0,-2 2-61,-48 76 501,22-39-172,15-20-105,2 0 1,0 1 0,0 6-225,11-25 116,1 1 1,0 0 0,0-1 0,1 1 0,0 0 0,1 1-1,0-1 1,0 0 0,1 0 0,1 0 0,1 9-117,-2-18 27,0 0 0,1 0 0,-1 0 0,1 1 0,-1-1 0,1 0 0,0 0 1,-1 0-1,1 0 0,0 0 0,0 0 0,0-1 0,0 1 0,0 0 0,0 0 0,0-1 0,0 1 1,0 0-1,0-1 0,0 1 0,0-1 0,1 1 0,-1-1 0,0 0 0,0 0 0,1 1-27,38 2 453,-30-3-346,36 0-99,0-2 0,-1-2-1,1-2 1,-1-3 0,0-1 0,6-4-8,16-7-2477,22-12 2477,61-34-6296,-65 22-3995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4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444 1 9034,'0'0'2855,"0"0"-468,0 0-381,0 0-919,0 0-524,0 0-171,-8 9 345,-12 17-298,1 1 0,1 0 0,2 1-1,0 1 1,2 1 0,-5 17-439,-26 77 1049,4 6-1049,6-16 579,-73 239 598,85-260-749,3 1 1,-5 84-429,9 130 619,15 70-619,2-189 169,6 582 1106,-7-759-1281,-1 4-64,1 0 0,1 0 0,1 0 0,0-1 0,1 1 0,1 3 70,-3-15-33,1 0 0,-1-1-1,1 1 1,-1-1 0,1 1-1,0-1 1,0 0 0,1 1 0,-1-1-1,1-1 1,-1 1 0,1 0 0,0-1-1,0 1 1,0-1 0,0 0 0,1 0-1,-1 0 1,1 0 0,-1-1-1,1 1 1,-1-1 0,1 0 0,0 0-1,0 0 1,0-1 0,-1 1 0,4-1 33,54 1-2422,-17-6-2394,0-8-4902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3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83 14843,'0'0'4321,"0"0"-2032,0 0-529,0 0-680,0 0-192,0 0-360,0 0-119,179-14-401,-113 2 152,0 0-160,-3 3-16,3 3-633,20-3-1239,-13 0-3289,-17-3-5873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3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14123,'0'0'4645,"0"0"-1611,0 0-798,0 0-1247,0 0-451,2 29 76,7 436 1092,-9-442-1705,0 16 48,2 0-1,5 24-48,-5-53-1,-1-1-1,1 0 1,1 0 0,0 0 0,0 0 0,1 0-1,0-1 1,0 1 0,1-1 0,0 0 0,1 0 0,0-1-1,1 2 2,-3-5-50,1-1 1,0 1-1,0-1 0,0 1 0,1-2 0,-1 1 0,1 0 0,-1-1 0,1 0 0,0-1 1,0 1-1,0-1 0,0 0 0,0 0 0,0-1 0,0 0 0,0 0 0,0 0 0,0-1 1,0 0-1,0 0 0,0-1 0,3 0 50,4-2-551,0-1 0,0 0 0,0-1 0,-1 0 0,0-1 0,0 0 0,-1-1 0,0 0 0,7-8 551,24-30-5393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3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14267,'0'0'3073,"0"0"-497,0 0-991,176-6-1065,-77-3-520,4-3-56,22-3-1833,-25 3-1055,-24 0-8099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5.3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10986,'0'0'2565,"0"0"-227,0 0-56,0 0-1136,0 0-555,0 0-243,0 3 16,1 4-188,1 0 1,0 0-1,0 0 0,0-1 0,1 1 0,0-1 0,0 0 0,1 0 0,-1 0 0,5 4-176,12 26 507,15 41-60,-4 2 1,-3 0 0,-4 2 0,-4 2-1,-1 8-447,9 89 901,4 145-901,-24-180 698,-7 1 1,-5 0-1,-7-1 1,-15 54-699,4-61 272,0 9 575,-33 107-847,51-245-186,-3 13-848,7-22 1012,0 1 0,0-1 0,0 0 0,0 0 1,0 1-1,0-1 0,0 0 0,0 0 0,0 1 0,0-1 0,0 0 1,0 0-1,0 1 0,0-1 0,0 0 0,0 1 0,0-1 0,0 0 0,1 0 1,-1 1-1,0-1 0,0 0 0,0 0 0,0 0 0,0 1 0,1-1 1,-1 0-1,0 0 0,0 0 0,0 1 0,1-1 0,-1 0 0,0 0 0,0 0 1,1 0-1,-1 0 0,0 0 0,0 0 0,1 1 0,-1-1 0,0 0 1,0 0-1,1 0 0,-1 0 0,0 0 0,0 0 0,1 0 0,-1 0 1,0 0-1,0 0 0,1 0 0,-1-1 0,0 1 0,0 0 0,1 0 0,-1 0 1,0 0-1,0 0 0,1-1 22,28-9-2003,12-4-4500,-4 2-4059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7.0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1 264 6705,'0'0'5095,"0"0"-2439,0 0-204,0 0-347,0 0-607,0 0-675,11-15-355,63-93-88,-62 89-25,-2 0 0,0-1 0,-1 0 0,-1 0 0,-1-1 0,0 0-355,-10 43 230,2-1-1,0 1 1,2 0 0,1 8-230,0 31 197,-2 239 525,0-299-743,0 0 0,0 0 1,0-1-1,0 1 0,0 0 0,0-1 1,0 1-1,1 0 0,-1-1 1,0 1-1,0 0 0,0-1 1,1 1-1,-1 0 0,0-1 1,1 1-1,-1-1 0,1 1 1,-1 0-1,0-1 0,1 1 0,-1-1 1,1 0-1,0 1 0,-1-1 1,1 1-1,-1-1 0,1 0 1,0 1-1,-1-1 0,1 0 1,0 1 20,25-5-1890,-19 1 742,-1 0 1,0 0-1,1 0 1,-1-1-1,0 0 1,4-4 1147,20-24-10784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7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 10802,'0'0'2657,"0"0"-286,0 0-447,0 0-690,0 0-351,0 0-118,5-5-114,2 0-585,1 1 1,-1-1-1,1 1 0,-1 1 1,1-1-1,0 1 0,0 1 0,1-1 1,-1 1-1,0 1 0,1-1 0,-1 2 1,1-1-1,1 1-66,-4 0 4,0 0 0,0 1 0,0-1 0,0 1 0,0 1 0,0-1 0,-1 1 0,1 0 0,0 0-1,-1 0 1,1 1 0,-1 0 0,0 0 0,0 1 0,0-1 0,-1 1 0,1 0 0,-1 0 0,0 1 0,0-1 0,2 4-4,9 17 10,-2 1-1,-1 0 0,-1 1 1,-1 0-1,4 22-9,25 62-7,-38-109-96,-1 0 0,1 0 0,1 0-1,-1 0 1,0 0 0,0 0 0,1 0 0,-1 0 0,1 0-1,-1-1 1,1 1 0,0-1 0,0 1 0,0-1-1,0 1 104,-1-2-207,0 0 0,0 0 0,-1 0 0,1 0 0,0 0 0,0 0-1,0 0 1,-1 0 0,1 0 0,0 0 0,0-1 0,-1 1 0,1 0-1,0-1 1,0 1 0,-1 0 0,1-1 0,0 1 0,-1-1 0,1 1 0,0-1-1,-1 1 1,1-1 0,-1 1 0,1-1 0,-1 0 0,1 1 0,-1-1-1,0 0 1,1 1 0,-1-1 0,0 0 0,1 1 0,-1-1 0,0 0-1,0 0 1,0 0 0,1 1 0,-1-1 0,0 0 0,0 0 0,0 0 207,6-25-8474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8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377 0 5457,'0'0'8458,"0"0"-7042,0 0 657,-122 152-633,69-81-256,3 7-344,4-7-279,6-2-513,7-10 128,14-8-176,9 8-264,6-14-1745,4-10-2528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8.5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13883,'0'0'2683,"0"0"-252,0 0-894,0 0-982,0 26-141,-1 36-178,5 308 2853,-2-333-2814,19 635 2273,-21-563-2742,20-110-4658,-10-4-605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09.7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13099,'0'0'3793,"0"0"-1729,0 0 353,0 0-1369,0 0-784,0 0-8,186 0-248,-124 0 144,5 0-144,-8 0-16,-3 0-184,4 0-1849,-17 18-2488,-17 3-6241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0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14163,'0'0'2681,"0"0"-1049,0 0 1137,0 0-1721,0 0-640,0 0-408,178-33-448,-59 6-2289,4 1-2208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0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21 527 10698,'0'0'3862,"0"0"-1573,0 0 119,0-28-410,-1-217 1643,-8 125-2067,-1-13 83,11 235-1657,5-1 0,4 0 0,4 0 0,5-1 0,7 8 0,-25-102-65,1 0 0,0 0 0,0-1 0,1 1 0,-1-1 0,1 1 0,0-1 0,1 0 0,-1 0 65,-1-4-226,-1 1 1,0-1-1,1 0 0,-1 0 1,1 1-1,0-1 0,-1 0 0,1-1 1,0 1-1,-1 0 0,1 0 0,2 0 226,-2-1-575,0 1-1,1-1 1,-1 0 0,1 0-1,-1 0 1,0 0-1,1-1 1,-1 1-1,0-1 1,1 1-1,-1-1 1,1 0 575,14-9-8870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0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9218,'0'0'2833,"0"0"-73,0 0-655,0 0-817,0 0-488,169 42-208,-109-39-456,2-3 16,-2 0-152,9 0-928,-16 0-2817,-16 0-9842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2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1 267 4689,'0'0'2214,"0"0"-283,0 0-449,0 0-432,0 0-183,0 0 164,3-4 169,3-9-509,0 0 0,0-1-1,-1 0 1,-1 0-1,-1 0 1,0 0-1,-1-1 1,0-5-691,11-44 769,-7 23 90,-1 14 1473,0 56-1729,5 122-456,-3-32 262,19 100-409,-24-205 12,-1-9-16,-1 1 0,1-1 0,0 1 0,1-1 0,-1 1 0,1-1 0,0 0 0,0 0 0,1 0 0,0 1 4,8-5-3838,-9-1 190,-2 0-3808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2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 12483,'0'0'2416,"0"0"-559,0 0 527,0 0-1112,206-36-295,-157 27-401,-6 3-80,-6 3-328,-4 0-80,-10 3-80,-3 0-8,-7 0-472,3 3-1497,-6 12-1735,-3 0-3458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3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51 11827,'0'0'2885,"0"0"-700,0 0-193,0 0-831,0 0-701,0 0-114,33-9-88,101-29-119,-132 37-138,1 1 0,0-1 1,-1 1-1,1-1 1,-1 1-1,1 0 1,0 0-1,-1 0 0,1 0 1,0 0-1,-1 0 1,1 1-1,0 0 1,-1-1-1,1 1 0,-1 0 1,1 0-1,-1 0 1,2 1-2,-3 0 0,0-1 0,0 1 0,0-1 0,0 1 0,0-1 0,0 1 0,0-1 0,0 1 0,-1 0 0,1 0 0,-1-1 0,1 1 0,-1 0 0,0 0 1,1 1-1,0 4 2,2 6 13,-1 0 0,-1 0-1,1 0 1,-2 0 0,0 1-1,-1-1 1,0 0 0,-1 0-1,0 0 1,-1 0 0,-1 0-1,0-1 1,-1 1 0,0-1-1,-2 2-14,-14 25 132,-2-2-1,-1 0 1,-28 30-132,6-6 117,10-16 146,24-33-30,2 1 0,0 0 1,1 0-1,0 1 0,0 0 0,-2 9-233,11-23 9,0 0 0,0 1 0,0-1 0,0 0 0,0 1-1,0-1 1,0 0 0,0 1 0,0-1 0,0 0 0,0 1 0,0-1 0,0 0 0,0 0 0,0 1-1,0-1 1,0 0 0,0 1 0,0-1 0,1 0 0,-1 1 0,0-1 0,0 0 0,0 0 0,1 1-1,-1-1 1,0 0 0,0 0 0,0 1 0,1-1 0,-1 0 0,0 0 0,1 0 0,-1 0 0,0 1-1,0-1 1,1 0 0,-1 0 0,0 0 0,1 0 0,-1 0 0,0 0 0,1 0 0,-1 0 0,0 0-1,1 0 1,-1 0-9,22 0 158,-15 0-58,8 0 22,25 1 10,1-2-1,-1-2 0,0-1 1,0-2-1,10-4-131,-1-1 25,-33 8-385,0-1 0,-1 0 0,0-1 0,1 0 0,1-3 360,-16 7-266,0 0 0,0 0 1,0 0-1,0 0 0,-1 0 0,1 0 0,0 0 0,-1 0 1,1-1-1,-1 1 0,1 0 0,-1 0 0,0-1 1,1 1-1,-1 0 0,0-1 0,0 1 0,0 0 0,0-1 1,0 1-1,0 0 0,0 0 0,-1-1 0,1 1 1,0 0-1,-1-1 0,1 1 0,-1-1 266,-7-12-7672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3.6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11602,'0'0'2884,"0"0"-497,0 0-308,0 0-912,0 0-654,0 0-231,-6 31 114,2-12-324,-10 59 344,3 1-1,3 0-415,-29 1060 3811,39-1104-3779,0-1-1,2 1 1,2-1-1,1-1 1,2 1 0,11 29-32,8 6 50,2-1 1,26 37-51,-31-61-448,2-2 0,1-1 0,3-1 0,1-2 0,2-1 0,1-2 0,2-1 0,2-2 0,0-1 0,29 15 448,22 3-5840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4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6993,'0'0'4013,"0"0"-1279,0 0-352,0 0-24,27 38-439,-9-12-1604,12 13 95,-2 2 0,-2 1 1,-2 1-1,-1 2 0,-3 0 1,-1 3-411,16 57 727,-6 1 1,-3 1 0,9 102-728,-17-25 1791,-6 180-1791,-12 347 304,0-707-511,0 0 0,0 0-1,-1 0 1,1 0 0,-1 0 0,0 0 0,0 0 0,-1 0 0,1 0 0,-1 0-1,0 0 208,-20 19-4855,2-15-1334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7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0 10082,'0'0'2485,"0"0"-78,0 0 357,0 0-474,0 0-799,0 0-565,-2 8-394,-8 65 786,3 0 1,3 62-1319,1-50 297,3-66-240,-5 95 269,10 85-326,-1-185 271,-2-11-1725,-4-8-5422,-6-11 892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8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0 176 13659,'0'0'4457,"0"0"-2689,0 0 449,0 0-1249,0 0-528,189-51-208,-87 24-176,11 0-56,6 7-88,46-7-368,-32 12-2169,-18 6-3368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8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12043,'0'0'2469,"0"0"-305,0 0 944,0 0-1681,0 0-721,0 0 34,29 26 63,95 92-269,-98-90-380,-1 0 0,-2 2-1,-2 1 1,0 0 0,13 30-154,-18-31-272,2 0 0,2-1-1,19 23 273,-38-51-262,-1 0 0,1-1 0,0 1 0,0 0 0,0-1 0,-1 1 0,1 0 0,0-1 0,0 1 0,0-1 0,0 0 0,0 1 0,0-1 0,0 0 0,0 1 0,0-1 0,0 0 0,0 0 0,0 0 0,0 0 0,0 0 0,0 0 0,1 0 262,2 0-3065,3 0-5173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8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411 0 2937,'0'0'11362,"0"0"-9402,0 0 249,0 0-473,-186 191-679,137-117-377,-1-2 456,10-13-648,4-8-200,13-15-224,6-10-56,7-11-8,10-9-32,0-6-680,24-3-1352,15-24-2329,4-2-9114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9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9554,'0'0'2459,"0"0"-833,0 0-371,0 0-578,0 0-490,0 0-43,30 1 65,6-1-77,0 2-1,12 4-131,-46-6 20,0 1-1,0-1 0,0 1 1,0 0-1,0 0 0,0 0 1,0 0-1,0 0 1,-1 0-1,1 0 0,0 1 1,-1-1-1,1 0 0,-1 1 1,1 0-1,-1-1 1,0 1-1,0 0 0,1 0 1,-1-1-1,-1 1 0,1 0 1,0 0-1,0 0 1,-1 0-1,1 0 0,-1 0 1,0 1-1,1-1 0,-1 0 1,0 0-1,0 0 1,0 0-1,-1 0 0,1 0 1,0 0-1,-1 0 0,0 0 1,0 1-20,0 10 231,0-1-24,0 0 0,-2 0 0,1-1 0,-2 1 0,1-1 1,-1 1-1,-1-1 0,0 0 0,-1 0 0,0-1 0,-7 9-207,5-7 161,0 1 0,1 0-1,1 0 1,0 1 0,1 0 0,0 0-1,-1 10-160,5-23 24,1 1 0,-1 0 0,1-1 0,-1 1 0,1-1 0,0 1 0,0 0 0,0-1 0,0 1 0,0 0 0,0-1 0,0 1 0,1-1-1,-1 1 1,0 0 0,1-1 0,0 1 0,-1-1 0,1 1 0,0-1 0,0 1 0,-1-1 0,1 0 0,0 1 0,0-1 0,1 0 0,-1 0 0,0 0-1,0 0 1,1 0 0,-1 0-24,5 1 118,-1-1-1,0 0 0,0 0 1,0 0-1,1-1 1,-1 0-1,0 0 0,0 0 1,1-1-118,13 1 94,138-5-788,-53-4-5168,-65 5-1613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9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13395,'0'0'1752,"0"0"-1216,205 0 1929,-96-9-1697,14-9-176,-1 1 120,-6-4 145,-17 0-401,-16 0-112,-24 9-160,-16 3-184,-16 6-776,-11 3-1481,-6 0-704,-6 0-3128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19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70 12483,'0'0'2354,"0"0"-462,0 0 64,0 0-927,0 0-693,35-10-136,115-29 1,-130 33-46,0 2 0,1 0 0,0 1 1,-1 1-1,1 1 0,7 1-155,-5 0 83,-22 0-81,-1 1 1,1-1 0,0 0 0,0 1 0,-1-1-1,1 1 1,0-1 0,-1 1 0,1-1 0,-1 1-1,1-1 1,-1 1 0,1-1 0,-1 1 0,1 0-1,-1-1 1,1 1 0,-1 0 0,0 0 0,1-1-1,-1 1 1,0 0 0,0 0 0,1-1 0,-1 1-1,0 0 1,0 0 0,0 0 0,0-1 0,0 1-1,0 0 1,0 0 0,-1 0-3,0 35 58,0-30-50,0 5 14,-1 0 0,-1-1 0,0 1-1,0-1 1,-1 1 0,0-1 0,-1 0 0,-3 4-22,-53 80 77,15-25 183,30-44-126,1 0 243,0 0 0,1 1 0,2 0 0,-7 22-377,18-47 16,1 0 1,0 0-1,-1 0 0,1 0 1,0 0-1,0 0 0,0 0 1,0 0-1,0 0 0,0 1 1,0-1-1,0 0 0,0 0 1,0 0-1,1 0 0,-1 0 1,0 0-1,1 0 0,-1 0 1,1 0-1,-1 0 0,1-1 1,0 1-1,-1 0 0,1 0 0,0 0 1,-1 0-1,1-1-16,1 2 16,0-1-1,0 0 1,1 0-1,-1 0 1,0-1-1,0 1 1,1 0-1,-1-1 1,0 0-1,1 1 1,-1-1-1,2 0-15,11-1 24,-1 0 0,0-1 0,0 0 0,3-2-24,68-18-1042,27-13 1042,-14 3-6318,-66 23-964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20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13915,'0'0'2641,"0"0"-1049,0 0 424,0 0-1152,169-42-551,-133 36-97,-6 0-216,-10 0 48,-7 3-48,-6-3 8,3 0-16,3 3-384,23-6-1129,1 3-1391,6-2-3770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20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11803,'0'0'2856,"0"0"-587,0 0 212,0 0-796,34 1-874,-34-1-811,43 1 304,0 3 0,17 3-304,-52-5 68,-1 0 1,1 0-1,-1 1 0,0 0 1,0 1-1,0-1 1,0 1-1,0 1 1,-1-1-1,0 1 0,0 0 1,0 1-1,0-1 1,-1 1-1,0 0 0,0 0 1,0 2-69,11 11 225,38 50 764,8 17-989,26 34 130,-66-98-437,-8-18-2094,-13-4 2080,0 0 0,-1 0-1,1-1 1,-1 1 0,1 0-1,-1 0 1,1-1 0,0 1-1,-1-1 1,1 1 0,-1 0-1,1-1 1,-1 1 0,0-1-1,1 1 1,-1-1 0,1 1-1,-1-1 1,0 1 0,1-1 0,-1 1-1,0-1 1,0 0 321,7-20-13882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21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408 1 13235,'0'0'2264,"0"0"-743,-116 158 1063,66-93-1416,7 0-655,0-5-393,4-9-32,2-10-88,1-2-889,9-9-2191,11-15-5602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5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13515,'0'0'2560,"0"0"-199,0 0 63,0 0-1271,0 0-745,86 0-240,-26 0-96,3 0-24,6 0-48,-3 0-88,37 0-1112,-17 0-1921,-7 0-5065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6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282 1 12139,'0'0'2455,"0"0"-802,0 0 4,0 0-670,0 0-386,0 0 371,-15 19 70,7-8-907,-7 8 99,1 0 0,1 1 0,1 1 0,1 0 0,0 1 0,-6 21-234,-22 103 673,6 1 0,7 2 0,3 29-673,20-156 45,-19 156 294,8 0 0,8 1 0,8 24-339,1-178 39,1 1 1,1 0 0,1-1 0,1 0-1,2 0 1,0-1 0,1 0-1,2-1 1,0 0 0,1-1 0,2 0-1,10 12-39,1-2-475,1-2-1,1 0 1,12 8 475,-7-9-2974,2-2 1,31 18 2973,-2-9-6962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7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1 168 10442,'0'0'2189,"0"0"-565,0 0 183,0 0-509,2-27-341,-1-4-572,-1 12 143,1 0 0,1 0 0,1 0 0,4-14-528,-7 33 46,0 1 0,0-1 0,0 0 0,0 0 0,0 0 0,0 0 0,0 0 0,0 0 0,0 0 0,1 0 0,-1 0 0,0 0 0,0 0 0,0 0 0,0 0 0,0 0 0,0 0 0,0 0 0,0 0 0,0 0 0,1 0 0,-1 0 0,0 0 0,0 0 0,0 0-1,0 0 1,0 0 0,0 0 0,0 0 0,0 0 0,0 0 0,1 0 0,-1 0 0,0 0 0,0 0 0,0 0 0,0 0 0,0 0 0,0 0 0,0 0 0,0 0 0,0 0 0,0 0 0,0 0 0,1-1 0,-1 1 0,0 0 0,0 0 0,0 0 0,0 0 0,0 0 0,0 0 0,0 0 0,0 0 0,0 0 0,0-1 0,0 1 0,0 0 0,0 0-46,5 15 558,3 21-627,9 150 947,-12-110-715,3-1 0,12 49-163,-18-116-213,0 1 0,1-1 1,0 0-1,0 0 0,1 0 0,2 4 213,-4-8-865,1-1-1,-1 1 1,1-1-1,0 0 1,0 0 0,1 0-1,-1 0 1,3 2 865,8 2-7402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7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11210,'0'0'1969,"0"0"127,0 0 73,0 0-817,0 0-240,215-12-144,-146-8-375,1 2-345,3 3-176,-7 3-72,6 12-496,-12 0-2361,-17 0-3560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7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4 10322,'0'0'2445,"0"0"-593,0 0-2,0 0-842,0 0-521,31-1-76,97-1-133,-121 2-261,1 0-1,0 0 0,-1 1 0,1 0 0,-1 1 1,7 1-17,-12-2 15,1 0 0,-1 0 0,0 0 0,0 0 0,0 0 0,-1 0 0,1 1 1,0-1-1,0 0 0,-1 1 0,1 0 0,0-1 0,-1 1 0,0 0 0,1 0-15,0 2 79,-1 1-1,1 0 0,-1 0 0,0 0 1,-1 0-1,1 0 0,-1-1 0,0 1 1,0 0-1,0 0 0,-1 0 0,1 0 1,-2 1-79,0 13 375,1-10-319,-1 0 1,0-1 0,0 1-1,-1-1 1,-1 1-1,1-1 1,-1 0 0,0 0-1,-1-1 1,-1 2-57,-61 77 327,26-36 57,28-32-182,-13 16 315,1 1 0,-8 18-517,27-42 137,1 0-1,0 1 0,0 0 0,1-1 0,0 1 0,1 1 1,1-1-1,0 0 0,0 1 0,1 6-136,2-18 27,-1 1 0,0 0 0,1 0 0,-1 0 0,1 0 0,0 0-1,-1-1 1,1 1 0,0 0 0,0-1 0,0 1 0,0-1 0,1 1 0,-1-1 0,0 1 0,1-1-1,-1 0 1,1 0 0,-1 1 0,1-1 0,0 0 0,-1 0 0,1-1 0,0 1 0,0 0 0,-1-1-1,1 1 1,0-1 0,0 1 0,0-1 0,0 0 0,0 0 0,1 0-27,13 2 107,0-1 0,0-1 0,17-1-107,-10 0 78,-17 1-67,38 1-555,0-1 0,1-3 0,-1-2 0,-1-1 1,22-7 543,12-12-4884,-9-1-3950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38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4257,'0'0'1112,"0"0"-1112,0 0-304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1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9658,'0'0'2809,"0"0"-1049,0 0 288,0 0-343,0 0-729,0 0-80,0 0-232,205 0-47,-152 0-241,-4 0-152,-3-3-224,-3 0 0,17 3-328,-10 0-1961,-4 0-2928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2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0 15523,'0'0'2357,"0"0"-255,0 0-178,0 0-796,0 0-624,0 0-318,6 10-128,5 11 41,0 1 1,-2 0-1,0 1 0,-2 0 0,0 0 0,-2 1 0,-1 0 0,2 23-99,3 85-678,-7-6-4199,-13-126 831,-16 0 4008,25 0-247,-18-1 220,11 1 371,0-1 0,0 1 1,0 0-1,0 1 0,0 0 1,-8 2-307,25-1 3034,33 2-2017,2-4-877,99-2-628,-49-5-3462,-41-2-2953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2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9034,'0'0'2551,"0"0"-200,0 0-217,0 0-704,0 0-447,0 0-66,10 12 21,34 42-184,-3 3 1,-2 1-1,-3 2 1,4 14-755,11 29 639,-5 2 1,10 41-640,-28-55 183,-3 1 1,-5 1-1,-4 1 1,-2 13-184,0 68 659,-8 136-659,-9-257 177,-2-1-1,-2 1 1,-2-1-1,-3-1 0,-17 48-176,-25 46 929,-28 47-929,75-178 40,-69 140 104,76-156-160,0 1 1,0 0-1,0 0 0,0 0 0,0 0 0,0 0 0,0 0 1,0-1-1,0 1 0,-1 0 0,1 0 0,0 0 0,0 0 1,0 0-1,0 0 0,0 0 0,-1 0 0,1 0 0,0 0 1,0 0-1,0 0 0,0 0 0,0 0 0,-1 0 0,1 0 1,0 0-1,0 0 0,0 0 0,0 0 0,0 0 0,-1 0 0,1 0 1,0 0-1,0 0 0,0 0 0,0 0 0,0 0 0,-1 0 1,1 0-1,0 0 0,0 0 0,0 0 0,0 0 0,0 1 1,0-1-1,0 0 0,-1 0 0,1 0 0,0 0 0,0 0 1,0 0-1,0 1 0,0-1 0,0 0 0,0 0 0,0 0 0,0 0 1,0 0-1,0 1 0,0-1 0,0 0 0,0 0 0,0 0 1,0 0-1,0 0 0,0 1 0,0-1 0,0 0 0,0 0 16,-1-18-852,7-29-2277,11-4-3761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3.0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12427,'0'0'2688,"0"0"-631,0 0-265,0 0-960,168-21-472,-98 9 80,-1 3-240,-6 3-64,-10 0-80,-10 4-56,-13 2-200,-10 0-1392,-10 0-1257,-10 0-5328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3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11202,'0'0'2049,"0"0"-137,0 0 721,0 0-1081,0 0-776,0 0-600,219 33-176,-157-33-760,-5 0-320,6-3 104,-20-3-489,-10 3-2775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5.8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1 260 7946,'0'0'2274,"0"0"-593,0 0 8,0 0-503,0-26-385,0 22-723,2-65 1951,3 1-1,4-7-2028,-5 58 1403,0 17-266,2 28-479,-6-23-802,18 85 737,19 52-593,-17-72-402,-4 0 0,-2 2 0,-1 18 402,-13-59-4983,0-19-569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6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 11482,'0'0'2513,"0"0"-969,0 0 665,0 0-953,0 0-576,0 0-352,0 0 80,133 21-312,-77-21-96,3-9-240,21-9-1336,-14 6-1033,-17 4-3464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6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56 8954,'0'0'2667,"0"0"-56,0 0-163,0 0-1148,0 0-740,0 0 91,21-10-83,69-27-192,-86 35-360,-1 1-1,1-1 1,-1 1 0,1 0-1,-1 1 1,1-1 0,0 1 0,-1-1-1,1 1 1,0 0 0,0 0-1,-1 1 1,1-1 0,3 2-16,-6-2 1,1 1 1,-1 0-1,1 0 1,-1 0-1,1 0 1,-1 0-1,1 0 1,-1 0-1,0 0 1,0 1-1,0-1 1,0 0-1,0 1 1,0-1-1,0 1 1,0-1-1,0 1 1,-1-1-1,1 1 1,-1 0-1,1 0-1,0 5 11,0 1 0,0 0 0,-1-1 0,0 1 0,0 0 1,-1-1-1,0 1 0,-1-1 0,-1 8-11,-1-5 14,0 0 0,0 0 1,0-1-1,-2 0 0,1 0 1,-1 0-1,0 0 1,-4 3-15,-61 65 89,52-58-57,-238 229 1998,256-248-2001,1 0 1,0 1 0,0-1 0,-1 0 0,1 0 0,0 1 0,0-1 0,-1 0 0,1 0 0,0 1 0,0-1 0,0 0 0,0 0 0,0 1 0,-1-1 0,1 0 0,0 1 0,0-1 0,0 0 0,0 1 0,0-1 0,0 0 0,0 1 0,0-1-1,0 0 1,0 1 0,0-1 0,0 0 0,0 0 0,0 1 0,0-1 0,0 0 0,1 1 0,-1-1 0,0 0 0,0 1 0,0-1 0,0 0 0,1 0 0,-1 1 0,0-1 0,0 0 0,1 0 0,-1 0 0,0 1 0,0-1 0,1 0 0,-1 0-1,0 0 1,0 0 0,1 1 0,-1-1 0,0 0 0,1 0 0,-1 0 0,0 0 0,1 0 0,-1 0 0,0 0 0,1 0 0,-1 0 0,0 0 0,1 0-30,27 2-72,-22-2 262,292 2 1380,-153-3-2642,-134 0 371,1 0 1,-1 0-1,0-1 1,0 0-1,0-1 1,0 0-1,0 0 1,9-6 700,19-8-5992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7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12699,'0'0'2944,"0"0"-583,0 0-801,0 0-968,0 0 369,13 169-185,-6-97-152,0-1-240,-7 1-88,0-10-168,0-5-64,0-10-8,0-5-56,0-12 0,0-6-560,0-10-808,-4-5-1481,-6-6-2512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7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1872,'0'0'11723,"0"0"-10267,0 0 633,0 0-1129,0 0-640,208-63-320,-132 54-488,-13 3-1697,-13 0-4936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8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5193,'0'0'2863,"0"0"-869,0 0-8,0 0-598,0 0-533,0 0-217,0 0 5457,16 18-6037,72 77 664,-4 5 0,-4 3 0,3 14-722,-83-116-63,18 21-56,-1-17-6223,-13-5 704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8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354 1 12395,'0'0'2048,"0"0"-1160,0 0 1217,0 0-825,-115 205-32,72-134 1,-4-2-217,4-10-432,7-8-368,6-12-64,7-10-160,10-5-16,9-12-16,4-12-912,10 0-1809,17 0-3880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8.8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 10042,'0'0'2234,"0"0"-580,0 0-341,0 0-699,0 0-265,28-5 335,88-19-26,-115 24-638,1-1 0,0 0 0,-1 1 0,1-1 1,0 1-1,0 0 0,0 0 0,0 0 0,-1 0 1,1 0-1,0 0 0,0 0 0,0 0 0,-1 1 0,1-1 1,0 1-1,0-1 0,-1 1 0,1 0 0,0 0 1,-1 0-1,1 0 0,-1 0 0,1 0 0,-1 0 0,0 0 1,1 1-1,-1-1 0,0 0 0,0 1 0,0-1 1,0 1-1,0-1 0,0 1 0,0 1-20,1 2 113,-2 1 0,1-1 0,-1 1 0,0 0 0,0-1-1,0 1 1,-1-1 0,0 1 0,0 0-113,-1 7 418,-1 2-316,0-2-1,-1 1 1,-1 0-1,0-1 1,-1 0-1,0 0 1,-1 0-1,0-1 0,-1 0 1,-1 0-1,-7 8-101,5-8 94,2 1-1,0 0 1,0 0-1,2 1 0,-1 0 1,2 0-1,0 1 0,1 0 1,-3 9-94,8-23 27,0 1 0,0-1 1,0 1-1,-1 0 0,2-1 0,-1 1 1,0-1-1,0 1 0,0-1 1,1 1-1,-1-1 0,0 1 0,1-1 1,0 0-1,-1 1 0,1-1 1,0 1-1,0-1 0,0 0 1,-1 0-1,1 0 0,1 1 0,-1-1 1,0 0-1,0 0 0,0 0 1,0-1-1,1 1 0,-1 0 0,0 0 1,1-1-1,-1 1 0,1-1 1,-1 1-1,1-1 0,-1 1 1,1-1-1,-1 0 0,1 0-27,11 2 47,-1-1-1,1-1 1,-1 0-1,1 0 1,0-2-47,13 1-73,63 5-1680,-31 3-2162,-23 0-2364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9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 11378,'0'0'2289,"0"0"367,0 0 441,202 3-1897,-113-3-335,4 0-49,0-6-368,-7-9-272,-14 6-64,-12 3-40,-17 0-72,-10 3 0,-7 0-64,-9 3-160,0-3-664,-1 0-1305,1 0-1776,-4-3-5169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49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 47 12547,'0'0'1993,"0"0"-72,0 0 251,0 0-1002,0 0-481,33-9-139,101-24-262,-130 32-276,1 0 0,-1 0 0,0 0 0,0 1 0,0 0 0,1 0 0,-1 0 0,0 0 0,0 1 0,1-1 0,-1 1 0,0 0 1,2 1-13,-4-1 5,1 1 1,-1-1-1,0 0 1,0 1-1,0-1 1,0 1-1,0 0 1,0 0-1,-1-1 1,1 1-1,0 0 1,-1 1-1,0-1 1,1 0-1,-1 0 1,0 1-6,2 6 20,-1 0-1,0-1 1,0 1 0,-1 0-1,0 0 1,-1 0-1,0 0 1,-1 8-20,1-3 58,-1-2-34,0 0 0,-1 0 1,-1 0-1,0 0 0,0 0 1,-1-1-1,-1 1 0,0-1 0,0 0 1,-1-1-1,0 1 0,-1-1 0,-1-1 1,1 1-1,-1-1 0,-1 0-24,-25 25 40,-2-2 1,0-2-1,-19 11-40,45-34 22,-23 18 381,-1-3 0,0 0 0,-31 12-403,65-34 7,-1 1 0,1-1 0,0 0-1,-1 1 1,1-1 0,0 0-1,-1 1 1,1-1 0,0 0 0,0 1-1,-1-1 1,1 1 0,0-1 0,0 1-1,0-1 1,0 0 0,-1 1 0,1-1-1,0 1 1,0-1 0,0 1-1,0-1 1,0 1 0,0-1 0,0 1-1,0-1 1,1 1 0,-1-1 0,0 1-1,0-1 1,0 0 0,0 1-1,1-1 1,-1 1 0,0-1 0,0 0-1,1 1-6,11 14 179,-1-9-47,1-1-1,-1 0 1,1-1-1,0-1 1,1 0-1,-1 0 1,0-1-1,4 0-131,105 4 354,-104-6-314,295 1-392,-308-1-67,0 0-1,0 0 1,-1-1-1,1 1 1,0-1-1,0 0 1,0 0 0,0 0-1,-1 0 1,1-1-1,0 0 1,0 0 419,4-4-4352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0.9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13931,'0'0'2729,"0"0"-873,0 0 168,0 0-1495,0 0-361,212 0-96,-163 0-72,1 3 0,-4 0-208,14-1-697,-11 1-1287,-9-3-2097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1.2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12499,'0'0'1896,"0"0"393,0 0-649,0 0-752,199 125-56,-159-62-176,-7-7-304,-7-2-143,-9-7-105,-4-17-96,-3 0 64,-7-9-72,0-6-537,7-7-559,-3-5-1272,3-3-3826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1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540 1 4417,'0'0'8722,"0"0"-7634,0 0 1032,0 0-799,-179 205-529,116-131 544,0-8-312,0-10-583,10-8-209,7-12-232,13-7 112,7-8-112,12-6-352,14-9-2137,0-3-2560,0-3-5353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6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11346,'0'0'4165,"0"0"-2096,0 0 757,0 0-1294,0 0-977,-1 22-72,-5 424 1530,15-391-1169,-4-29-2631,-2-1-7708,-3-25 1633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6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0 141 3169,'0'0'9650,"0"0"-6986,0 0 1361,0 0-2593,0 0-911,0 0-225,0 0-160,186-60-136,-120 48-232,33-11-1369,-19 2-2936,-11-3-9146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6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 9210,'0'0'8514,"0"0"-7138,0 0 1369,0 0-1273,0 0-1016,0 0-352,0 0 80,70 89-80,-60-41 328,-4-1-216,-2-2-96,-1-4-120,0-5 0,-3 0-496,0-3-664,0 5-904,0-8-2225,0-9-1697</inkml:trace>
  <inkml:trace contextRef="#ctx0" brushRef="#br0" timeOffset="1">0 572 9298,'0'0'3185,"0"0"-265,0 0 41,0 0-905,0 0-599,0 0-769,182 0-424,-122 0-64,2-3-192,-2-3-16,6 6-936,-16 0-3257,-14 0-5553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7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0 10818,'0'0'1267,"0"0"-249,0 0 143,0 0-422,0 0 11,0 0-29,26 21-157,-26-21-564,20 15 90,-1 2 0,-1 0 0,-1 0 0,8 11-90,-23-25 19,0 0 0,-1 0 0,0-1 0,1 1 0,-1 0-1,0 0 1,0 1 0,-1-1 0,1 0 0,-1 0 0,1 0-1,-1 0 1,0 1 0,0-1 0,0 0 0,-1 0 0,1 0-1,-1 0 1,0 0 0,0 1 0,0-1-19,-3 7 151,-1 0-1,0-1 1,0 0 0,-1 0 0,-2 3-151,-4 5 355,-27 43 854,10-19 19,3 3 0,-4 9-1228,24-41 223,1 0-1,0 0 1,0 1-1,1-1 1,1 1-1,0 0 1,1 0-1,0 0 1,1 0-1,1 9-222,0-19 45,1-1 0,-1 0 0,1 0 0,0 0 0,0 0 0,0 1 0,0-1 0,0-1 0,0 1 0,1 0 0,-1 0 0,1 0 0,-1-1 0,1 1 1,-1 0-1,1-1 0,0 0 0,0 1 0,0-1 0,0 0 0,0 0 0,0 0 0,0 0 0,0 0 0,0-1 0,1 1 0,-1-1 0,0 1 0,0-1 0,1 0-45,12 3 134,0-2 1,1 1 0,-1-2 0,3 0-135,-11 0 40,-1 0-89,135 0 299,-48 0-3649,-75 0-1778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7.8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12547,'0'0'4521,"0"0"-2513,0 0 401,0 0-1329,0 0-520,0 0-256,218 0-112,-165 0-184,-3 0-8,6 0-704,-16 0-1809,-14 0-3280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8.1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 11210,'0'0'2497,"0"0"-697,0 0 753,0 0-1289,0 0-416,0 0-528,185 12-320,-92-30-1352,-4 3-2889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8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15267,'0'0'3841,"0"0"-2081,0 0 185,0 0-689,0 0-384,169 167-80,-123-108-551,-3 1-33,-7-10-200,-6-2 72,-7-12-80,-9-10-104,-5-2-353,-2-9-743,-7-3-688,0-3-1873,0-9-1192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8.8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454 1 4889,'0'0'9242,"0"0"-7482,0 0 121,0 0-81,0 0-848,-152 214-95,96-137 455,0-8-352,-1-7-424,8-5-168,9-13-256,14-17-56,12-6-56,11-9-72,3-6-928,7-6-856,19 0-1801,1-12-2048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9.1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10162,'0'0'2278,"0"0"-231,0 0-220,28 0-735,92 1-333,-115-1-709,0 1-1,0-1 1,-1 1 0,1-1-1,-1 1 1,1 1 0,-1-1-1,1 1 1,-1-1 0,1 1-1,-1 1 1,0-1-1,0 0 1,3 4-50,-5-4 38,0 0 1,0 0-1,0 1 1,0-1-1,0 1 0,-1-1 1,1 1-1,-1 0 1,0 0-1,0-1 0,0 1 1,0 0-1,0 0 0,-1 0 1,1 0-1,-1 3-38,0 1 88,0 0-1,-1 0 0,0 0 0,0 0 1,-1 0-1,1 0 0,-2-1 1,1 1-1,-1-1 0,0 1 1,0-1-1,0 0 0,-1 0 0,-3 4-87,-72 72 1426,61-65-1023,0 1 0,1 0 0,1 1 0,0 0 0,2 2 0,1 0 0,-7 12-403,18-27 106,0 0 0,1-1 1,0 1-1,0 0 0,0 0 1,0 0-1,1-1 0,0 1 1,0 1-107,0-1 135,1-5-116,-1 0 0,0 0 0,0 0 0,1 0 1,-1-1-1,1 1 0,-1 0 0,0-1 0,1 1 0,-1 0 1,1-1-1,0 1 0,-1 0 0,1-1 0,0 1 0,-1-1 0,1 1 1,0-1-1,-1 1 0,1-1 0,0 0 0,0 1 0,0-1 0,-1 0 1,1 0-1,0 1 0,0-1 0,0 0 0,0 0 0,0 0 1,0 0-20,35 1 176,-29-1-122,240 0-1596,-242 0 980,-1 0 0,1 0-1,-1 0 1,0 1-1,1 0 1,-1 0-1,0 0 1,0 0 0,1 1-1,-1 0 1,0 0 562,10 5-5064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9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1 113 13651,'0'0'2881,"0"0"63,0 0-527,185 0-1121,-69 0-536,10-20 120,-1-1-72,-9 3-247,-20-3-177,-20 9-312,-16 0-72,-14 9-120,-6-3-216,-4 6-393,-3 0-687,-6 0-1200,-8 0-2105,-9 0-3449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7:59.8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13595,'0'0'2763,"0"0"-360,0 0 101,0 0-1307,30 0-666,212 0 867,-240 0-1387,0 0 0,0 0 1,0 0-1,0 0 0,0 0 1,0 0-1,0 0 0,1 1 1,-1-1-1,0 1 0,0-1 1,-1 1-1,1 0 0,0 0 0,0 0 1,0 0-1,0 0 0,-1 0 1,1 1-1,0-1-11,-1 2 10,0 0 0,0-1-1,0 1 1,-1 0 0,1-1-1,-1 1 1,0 0 0,1 0 0,-1 0-1,0 0 1,-1-1 0,1 1 0,-1 0-1,1 1-9,-2 2 16,1 0 0,-1-1 0,0 1 0,0 0-1,0-1 1,-1 0 0,0 1 0,0-1 0,0 0-1,-1-1 1,-2 5-16,-53 51 333,30-32-117,24-23-178,-22 23 275,1 1 1,-18 27-314,38-47 68,0 0 1,1 0 0,0 0-1,1 1 1,-1 0 0,2 0-1,-1 0 1,2 0-1,-1 0 1,1 1 0,1-1-1,-1 9-68,3-17 25,0 0 0,-1 0-1,1 0 1,0 0-1,0-1 1,0 1-1,0 0 1,0 0-1,0-1 1,1 1 0,-1 0-1,0-1 1,1 1-1,0-1 1,-1 0-1,1 0 1,0 1 0,-1-1-1,1 0 1,0 0-1,0-1 1,0 1-1,0 0 1,0-1 0,0 1-1,0-1 1,0 1-1,0-1 1,0 0-1,1 0-24,75 7 473,-70-7-420,33 1 100,1-2 0,-1-2 0,0-1-1,12-5-152,-32 5-90,0-2 0,0 0 0,-1-2 0,0 0 1,0-1-1,-1-1 0,0-1 0,-1 0 0,3-4 90,-20 14-92,0 0-1,1 0 1,-1 0 0,0 0 0,0 0 0,0 0 0,0-1 0,0 1-1,0 0 1,0-1 0,0 1 0,0 0 0,-1-1 0,2-1 92,-1-15-3893,-1 9-2221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0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 7738,'0'0'2719,"0"0"-553,0 0-693,0 0-839,0 0-226,33-1 159,-6 0-432,51-1 448,0-3 0,11-5-583,-15-1 1621,-73 11-676,-27 0 648,-151 18 268,126-13-2006,38-3-1877,32-4-2361,8-3-2923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0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11867,'0'0'3087,"0"0"-383,0 0-255,0 0-795,34 10-477,109 36-283,-130-40-800,0 0 0,-1 0 0,1 1 0,-1 1 0,-1 0 0,0 0 0,0 1 0,-1 1 0,0 0 0,0 0 1,-1 1-1,0 0 0,-1 0 0,4 9-94,0-3 46,11 20 23,-2 2-1,-1 0 1,13 39-69,3 4-181,-30-72-735,-2-12-2032,-1-17-2398,-2-7-2982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1.3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414 1 440,'0'0'12499,"0"0"-10419,0 0-191,0 0 231,0 0-864,-136 181-207,83-116 207,-3-2-600,6-4-240,4-17-248,10-9-104,12-9-64,11-12-184,13-12-904,0 0-2865,3 0-2528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1.6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11122,'0'0'4241,"0"0"-2472,0 0 791,0 0-1392,0 0-503,13 166-57,-7-94 24,1-4-200,0 0-120,-1-5-184,1-18-80,-1-13-48,1-8-176,6-24-1368,1 0-3409,-5 0-8538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1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14459,'0'0'2801,"0"0"-209,0 0-135,0 0-1553,0 0-544,0 0-360,215-27-280,-123 0-1352,-16 9-2857,-13 3-6938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2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 10386,'0'0'5292,"0"0"-2207,0 0-666,0 0-907,0 0-753,0 0-196,2 14-51,7 24-278,-3-12 116,0 1 0,-1 0 0,0 23-350,-2-112 743,-1 40-536,-1 0-1,-1-1 1,-1 1 0,-1 0 0,-1-2-207,3 21 280,0 15-46,0 18-218,-1 66 71,4 0 1,5 0-1,5 9-87,5-9-166,7 8 166,-15-86-53,-7-12-5277,-3-16-890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2:08:02.7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 5049,'0'0'5993,"0"0"-3336,0 0-153,0 0-359,0 0-505,0 0-752,172 18-279,-96-18-217,3 0 208,-3-6-256,-3-3-224,-13-3-120,6 3-1160,-16 3-3697,-14 0-6114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0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16844,'0'0'2670,"0"0"-1002,0 0-325,-3 40-636,-4 153 1630,8 20-2337,31 240 1663,-17-332-1212,5 0 0,29 90-451,-49-208-4,15 53-166,3 0 1,2-2 0,18 36 169,-27-77-798,-3-16-387,-1-26-1561,-6-15-2583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1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1 285 6729,'0'0'9715,"0"0"-8027,0 0 2097,0 0-2817,0 0 72,0 0-208,139-43-112,-50 14-311,10-5 23,6-2-384,5 2 64,0 0-112,0 5 0,-8 5-568,8 10-1561,-26 6-3440,-28 8-7714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1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1 215 14931,'0'0'1873,"0"0"1135,0 0-1095,0 0-681,140 12-384,-52-38-344,17-10-504,48-27-192,-27 10-3673,-18 4-6873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14755,'0'0'2841,"0"0"-2073,-64 143 1888,40-54-1231,5 18-377,8 4-240,11-17-128,0 0-312,27-14-160,11-17-152,7-15 32,4-14-88,28-20-552,-9-9-1304,-9-5-3673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17612,'0'0'2408,"0"0"-703,0 0 279,76 130-624,-20-69-519,3 2-553,3-3-48,-8-7-192,-9-2-48,-10-3 0,-8-4-312,-8-8-345,-3-5-719,-5-11-2289,-6-16-3528</inkml:trace>
  <inkml:trace contextRef="#ctx0" brushRef="#br0" timeOffset="1">532 1 18380,'0'0'2632,"0"0"-1255,0 0 103,0 0-424,-115 142-352,69-65-255,-2 3-401,-3-3 88,0-2-128,2-7 32,6-3-40,11-7 0,11-7-184,13-8-225,8-11-839,24-13-3073,8-12-1552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13451,'0'0'1800,"0"0"265,62 140 887,-14-55-687,14 26-865,-8-3-336,-8 6-416,-11-1-183,-25-21-201,-2 5-176,-8-10-32,0-15-56,-18-9 0,1-12-336,12-13-913,5-16-1679,0-12-4986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2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14739,'0'0'1745,"0"0"-329,0 0 776,0 0-631,137 5-1033,-70-5-312,6-12-216,13-10-16,-16 3-1497,-19 4-2879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15971,'0'0'1921,"0"0"-561,0 0 80,0 0-1015,172-31-425,-65 0-1321,-18 6-1079,-9 1-6034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 12579,'0'0'2232,"0"0"33,0 0 82,0 0-709,0 0-693,-23 10-440,8-4-420,8-5-50,1 1 1,-1 0-1,1 1 0,0 0 0,0 0 0,0 0 0,0 1 0,0-1 1,1 1-1,0 1 0,0-1 0,0 1 0,0 0 0,1 0 0,-1 0 1,1 1-1,1-1 0,-1 1 0,1 0 0,0 0 0,0 1 0,1-1 1,0 0-1,0 2-35,-4 19 214,2-1 1,2 1 0,0 0 0,2 0 0,0 0-1,2 0 1,3 9-215,-4-26 36,1 0-1,1-1 1,0 1 0,0-1-1,1 1 1,0-1 0,0 0-1,1-1 1,1 1 0,-1-1-1,1 0 1,1 0 0,-1-1-1,1 0 1,1 0 0,-1-1-1,1 1 1,0-2 0,1 1-1,-1-1 1,3 0-36,-2 0 21,1-1-1,0 0 1,0 0 0,0-2-1,0 1 1,1-1 0,-1 0-1,1-1 1,0 0-1,-1-1 1,1-1 0,-1 1-1,1-1 1,-1-1 0,1 0-1,-1-1 1,0 0-1,0 0 1,0-1 0,0 0-1,-1-1 1,1 0 0,-1 0-1,0-1 1,-1-1-1,1 1 1,-2-1 0,1-1-1,-1 1 1,0-1 0,0-1-1,-1 1 1,0-1-1,0 0 1,-1 0 0,0-1-1,-1 0 1,0 0 0,-1 0-1,0 0 1,0 0-1,-1 0 1,0-5-21,-1 1 30,-1 0 0,0-1 1,-1 1-1,0 0 0,-1 0 0,-1 0 1,0 0-1,-1 1 0,-1-1 0,0 1 0,0 0 1,-2 0-1,1 1 0,-8-10-30,8 13 4,-1 0 0,0 0-1,0 1 1,-1 0 0,0 1 0,-1-1 0,1 2-1,-1-1 1,-1 1 0,1 1 0,-1 0-1,0 0 1,0 0 0,-1 2 0,1-1-1,-1 1 1,1 1 0,-1 0 0,-5 0-4,9 1-71,-1 1 1,1 1-1,0-1 1,0 1-1,0 0 0,0 1 1,0 0-1,1 0 1,-1 0-1,0 1 1,1 0-1,-1 0 1,1 1-1,0 0 0,0 0 71,-13 11-1498,0 0-1,1 2 1,-12 13 1498,26-25-486,-56 61-8441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5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10266,'0'0'3922,"0"0"-1856,0 0-77,0 0-308,25-18-663,83-58-330,-101 71-632,-1 1-1,2 0 1,-1 1 0,0-1 0,1 1 0,-1 1-1,1-1 1,0 1 0,0 1 0,0 0-1,0 0 1,0 0 0,0 1 0,0 0-1,0 0 1,1 1 0,-1 1 0,0-1-56,-6-1 4,8 3 2,0 0 0,-1 0 0,0 0-1,1 1 1,-1 1 0,-1-1 0,1 2 0,-1-1 0,0 1-1,0 0 1,0 1 0,-1-1 0,0 2 0,-1-1 0,1 1-1,-1 0 1,-1 0 0,3 4-6,9 18 12,0 0 0,-2 1-1,-1 1 1,6 24-12,3 20 150,8 54-150,12 45 105,-42-174-154,-1 1-1,0 0 1,1 0-1,-1 0 1,1 0 0,0-1-1,-1 1 1,1 0 0,0 0-1,0-1 1,0 1-1,0-1 1,0 1 0,1-1-1,-1 1 1,0-1 0,1 0-1,-1 0 1,1 0-1,-1 0 1,1 0 0,1 1 49,-2-3-88,0 1 1,1-1 0,-1 1 0,0-1 0,0 0-1,0 0 1,1 0 0,-1 0 0,0 0-1,0 0 1,0 0 0,-1 0 0,1 0-1,0 0 1,0 0 0,0 0 0,-1-1-1,1 1 1,-1 0 0,1 0 0,-1-1 0,1 1-1,-1-1 1,0 1 0,0 0 0,0-1-1,1 1 1,-2-1 87,9-32-3725,-2 3-3152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2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699 0 14371,'0'0'2169,"0"0"103,0 0-184,0 0-1423,0 0-657,0 0 56,-116 135 16,55-55 80,-12 10 80,-7 1 232,-6-4-136,8-5-40,11-9-232,16-10-64,13-13-40,14-6-1232,8-13-3457,8-14-6570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4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0 12003,'0'0'2533,"0"0"-476,0 0 15,0 0-657,0 0-633,4 57 3515,-6-48-4151,0-1-1,0 1 1,-1 0 0,0-1 0,-1 1 0,0-1-1,0 0 1,-1 0 0,0-1 0,-5 7-146,-66 74 378,52-62-279,-10 13-60,-3 3 2,-1-1-1,-3-2 0,-31 24-40,68-60 21,1-1 0,0 0 0,-1 0 0,1 0 0,-1 0 0,0-1 0,1 1 0,-1-1 0,0 0 1,0 0-1,0-1 0,0 1 0,0-1 0,0 0 0,-2 0-21,6-1 17,0-1 1,-1 1-1,2 0 1,-1-1-1,0 1 0,0-1 1,0 1-1,1-1 1,-1 1-1,1 0 0,-1-1 1,1 1-1,-1 0 1,1-1-1,0 1 1,0 0-1,-1 0-17,6-4 1,-1 1 0,0 0 0,1 1 0,0-1 0,0 1 0,0 0 0,0 1 0,1-1 0,-1 1 0,0 1 0,1-1 0,0 1 0,-1 0 0,3 0-1,21-1-9,1 1 0,20 3 9,-6 0 16,10-4-11,-20 1 15,1 1 0,28 4-20,-54-3 1,-1 0-1,0 1 1,0 1 0,0-1 0,0 1 0,0 1 0,-1-1 0,1 2 0,-1-1 0,0 1 0,0 0 0,5 6-1,-11-9 1,0 0 1,0 0-1,-1 0 0,1 0 1,-1 1-1,0-1 1,1 0-1,-1 1 0,0-1 1,-1 1-1,1-1 0,0 1 1,-1 0-1,1-1 0,-1 1 1,0-1-1,0 1 1,0 2-2,0-2-5,0 0 1,0 1-1,1-1 1,-1 0-1,1 0 1,0 1-1,0-1 0,0 0 1,1 2 4,-1-5-91,0 1 0,0-1 0,0 1 0,1 0 1,-1-1-1,0 0 0,0 1 0,0-1 0,1 0 0,-1 0 0,0 0 0,0 1 1,1-1-1,-1-1 0,0 1 0,0 0 0,1 0 0,-1 0 0,0-1 0,0 1 1,0 0-1,1-1 0,-1 1 0,0-1 91,30-11-1999,-30 12 1922,40-23-5161,1-3-3903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 13219,'0'0'1946,"0"0"-387,0 0-320,0 0-286,0 0 125,-12 20 27,-2 3-781,7-12-166,0 1-1,1-1 0,0 1 1,1 0-1,0 1 0,0-1 1,2 1-1,0 0 1,-1 9-158,-1 4 442,2 1 1,0-1-1,2 1 1,1-1-1,1 1 1,4 20-443,-3-39 51,0 0 0,0 0 0,0 0 0,1 0-1,0 0 1,1-1 0,-1 0 0,2 1 0,-1-1 0,1 0 0,0-1 0,0 1 0,1-1 0,0 0-1,0-1 1,0 1 0,1-1 0,-1 0 0,1-1 0,1 0 0,-1 0 0,1 0 0,1 0-51,8 2 57,1-1 1,-1 0-1,1-1 1,0-1-1,0-1 1,0-1-1,0 0 0,0-1 1,0-1-1,3-1-57,-7 1 14,1-2-1,-1 0 0,1 0 0,-1-1 0,0-1 0,-1-1 0,1 0 0,-1 0 0,0-1 1,-1-1-1,1 0 0,4-6-13,-11 9 13,-1 0 0,-1 0 0,1 0 0,-1-1 1,0 0-1,0 0 0,0 0 0,-1 0 0,0-1 0,0 1 1,-1-1-1,0 0 0,0 0 0,-1 0 0,1 0 0,-2 0 1,1 0-1,-1 0 0,0 0 0,0 0 0,-1 0 0,0 0 1,0-2-14,-2-3 32,0 0 1,0 0-1,-2 0 1,1 0-1,-1 1 1,-1-1 0,0 1-1,0 1 1,-1-1-1,-1 1 1,0 1-1,-5-6-32,-1 2-2,-1 0 0,0 0 0,-1 2-1,0 0 1,-1 1 0,0 1-1,-1 0 1,0 1 0,0 1 0,-1 1-1,0 0 1,0 2 0,0 0-1,0 1 1,-9 0 2,7 2-655,0 1-1,0 1 1,1 1-1,-1 0 1,1 2-1,-1 0 1,1 1 0,0 1-1,-5 4 656,-43 18-9027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8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59 102 9162,'0'0'2183,"0"0"-1140,-10 31 91,-30 100 282,38-121-1260,0 1 0,0-1 0,1 1-1,0 0 1,0 0 0,2-1 0,-1 1 0,1 0 0,1 1-156,-1-7 79,1 1-1,-1-1 0,1 1 1,0-1-1,1 0 1,-1 0-1,1 0 1,0 0-1,0 0 1,1-1-1,0 1 1,-1-1-1,2 1-78,3 1 120,-1-1-1,1 0 0,-1-1 0,1 0 1,0 0-1,1-1 0,-1 0 0,1 0 0,0-1 1,-1 0-1,1 0 0,0-1 0,0 0 1,0-1-1,0 0 0,0 0 0,7-2-119,-7 1 127,1-1 0,-1 0-1,0 0 1,0-1 0,0 0 0,0 0 0,0-1-1,-1 0 1,0-1 0,0 0 0,0 0-1,0-1 1,-1 0 0,0 0 0,0-1 0,0 0-1,-1 0 1,0 0 0,-1-1 0,0 0 0,0 0-1,0 0 1,-1-1 0,2-5-127,-2 4 52,-1 1 0,0-1 0,0-1 1,-1 1-1,0 0 0,-1-1 0,0 1 0,0-1 0,-1 1 0,-1-1 1,0 1-1,0-1 0,-1 1 0,-1 0 0,1 0 0,-2 0 1,1 0-1,-1 0 0,-1 1 0,0-1 0,0 1 0,-2-1-52,-3-4 48,-1 1 0,0 0 0,-1 1 0,-12-10-48,19 17-75,0 1 1,0 1 0,0-1 0,-1 1-1,0 0 1,0 0 0,0 0 0,0 1-1,0 0 1,0 0 0,0 1 0,-1 0-1,1 0 1,-4 0 74,10 1-49,-1 0 0,1 0 1,0 0-1,0 0 0,0 0 0,0 0 0,-1 0 0,1 0 1,0 0-1,0 0 0,0 0 0,0 0 0,0 0 0,-1 0 0,1 0 1,0 0-1,0 0 0,0 0 0,0 0 0,-1 0 0,1 0 0,0 0 1,0 0-1,0 1 0,0-1 0,0 0 0,0 0 0,-1 0 1,1 0-1,0 0 0,0 0 0,0 1 0,0-1 0,0 0 0,0 0 1,0 0-1,0 0 0,0 0 0,0 1 0,0-1 0,0 0 0,0 0 1,0 0-1,0 0 0,0 1 0,0-1 0,0 0 0,0 0 1,0 0-1,0 0 0,0 1 0,0-1 49,8 11-1882,14 9-2504,14-3-4591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11450,'0'0'2037,"0"0"-215,0 0 222,0 0-657,0 0-488,28 0-264,4 1-291,-1 1 1,28 6-345,-52-6 78,0 0 0,-1 1 1,0 0-1,0 0 0,0 0 0,0 0 0,0 1 0,0 0 0,-1 0 0,0 1 0,0 0 1,0 0-1,-1 0 0,1 0 0,-1 1 0,0-1 0,-1 1 0,2 2-78,7 10 182,18 28 104,-2 1-1,-2 1 0,-2 1 0,-3 1 0,-1 1 0,-3 1 0,-2 0 0,5 40-285,-16-69 36,2-1-1,0 0 1,7 17-36,-6-29-516,-3-18-858,-3-23-3087,-2 27 3306,1-31-8500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6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0 13203,'0'0'1664,"0"0"-384,-115 169 1241,61-91-897,-3-1-655,1-2-593,5-8-256,5-4-120,-7 12-1033,10-19-3279,5-10-9075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7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0 12963,'0'0'2428,"0"0"-921,0 0-366,0 0-459,0 0-279,-17 21-55,3-6-264,-38 50 563,-6 13-647,2-1 251,25-38-187,2 2-1,2 1 0,-8 19-63,35-60 2,-1 0-1,0 0 1,1 0-1,-1 0 0,0 0 1,1 0-1,-1 0 0,1 0 1,0 0-1,-1 0 0,1 0 1,0 0-1,0 0 1,0 0-1,0 1 0,-1-1 1,1 0-1,1 0 0,-1 0 1,0 0-1,0 0 0,0 0 1,1 1-1,-1-1 1,0 0-1,1 0 0,-1 0 1,1 0-1,0 0 0,-1 0 1,1 0-1,0-1 0,-1 1 1,1 0-1,0 0 1,0 0-1,0-1 0,0 2-1,4-1 10,0 1 0,0-1 0,0 1 0,1-1 0,-1-1 0,0 1 0,0-1-1,1 0-9,14 2 8,27 5-510,-1 2 1,20 8 501,34 20-4753,-51-11-1200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7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553 76 8106,'0'0'4081,"0"0"-937,0 0-543,0 0-769,0 0-816,-150-32-647,91 16-193,-6 1-176,1 3-329,-22 12-919,19 0-1016,5 0-3281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8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 13435,'0'0'2340,"0"0"-699,0 0-116,0 0-515,0 0-277,0 0-136,-7 29-72,0 7-361,3-14-69,-1 0 0,-1 0 0,-1 0 0,-1 0 0,-1-1-1,-11 19-94,-24 35 254,-14 14-254,13-21 36,-18 40-36,59-101 3,1-1 0,0 1 0,0 0 0,1 0 0,0 0 0,0 1 0,0 4-3,2-11 9,0 1 0,0 0 0,0 0 0,0-1 0,0 1 0,0 0 0,0 0 0,1-1 0,-1 1 0,1 0 0,-1-1 0,1 1 0,0-1 0,-1 1 0,1 0 0,0-1 0,0 0 0,0 1 0,0-1 0,0 1 0,1-1 0,-1 0 0,0 0 0,1 0 0,-1 0-1,1 0 1,-1 0 0,1 0 0,-1 0 0,1-1 0,-1 1 0,1-1 0,1 1-9,20 5 124,-1-2 0,1-1-1,0-1 1,0 0 0,10-2-124,110-8-385,-64-3-1453,-6-3-2372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38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201 458 13595,'0'0'1575,"0"0"-871,-5-27-69,-28-219 2309,27 197-622,-2 1 0,-12-39-2322,18 110 388,1 0-1,1 1 1,2 9-388,11 30 67,2-1 0,8 14-67,0 0-111,2 23 111,-20-75-823,-2 1 0,0-1 1,-1 1-1,-2-1 1,0 1-1,-3 5 823,3-27-178,-1 0 0,0 0 0,0 0 0,0 0 0,-1 0 0,1 0 0,-1 0 0,0-1-1,1 1 1,-1 0 0,0-1 0,0 0 0,-1 1 0,1-1 0,-1 0 0,1 0 0,-1 0 0,1-1 0,-1 1 0,0-1 0,0 1 0,0-1 178,-12 6-149,-1-1 0,0-1 0,-13 3 149,6-2-32,-5 2 115,-36 13 443,64-21-508,0 0 1,0 0 0,0 0 0,1 0 0,-1 0-1,0 1 1,0-1 0,0 0 0,0 0 0,1 0-1,-1 0 1,0 0 0,0 1 0,0-1 0,0 0-1,0 0 1,0 0 0,1 0 0,-1 1 0,0-1-1,0 0 1,0 0 0,0 0 0,0 1 0,0-1-1,0 0 1,0 0 0,0 0 0,0 1 0,0-1-1,0 0 1,0 0 0,0 0 0,0 1 0,0-1-1,0 0 1,0 0 0,0 0 0,0 1 0,-1-1 0,1 0-1,0 0 1,0 0 0,0 1 0,0-1 0,0 0-1,0 0 1,-1 0 0,1 0 0,0 0 0,0 1-1,0-1-18,24 1 300,-22-1-209,38-1 148,-1-2-1,1-1 1,-1-3 0,3-1-239,87-27-2612,-65 15-2921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5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0 9450,'0'0'4362,"0"0"-2148,0 0 73,0 0-702,0 0-777,0 0-132,-16 29 441,-111 194 1105,91-161-1715,-17 32 52,-5-2 1,-43 51-560,100-142-59,1-1-1,0 1 1,0-1 0,-1 0 0,1 1-1,0-1 1,-1 1 0,1-1-1,0 0 1,-1 0 0,1 1 0,0-1-1,-1 0 1,1 1 0,-1-1-1,1 0 1,-1 0 0,1 0 0,0 1-1,-1-1 1,1 0 0,-1 0 0,1 0-1,-1 0 1,1 0 0,-1 0-1,1 0 1,-1 0 0,1 0 0,-1 0-1,1 0 1,-1 0 0,1 0-1,-1-1 1,1 1 0,0 0 0,-1 0-1,1 0 1,-1-1 0,1 1-1,0 0 1,-1-1 0,1 1 0,-1 0-1,1-1 1,0 1 0,0 0 0,-1-1-1,1 1 1,0-1 0,-1 1-1,1 0 1,0-1 0,0 1 0,0-1-1,0 1 1,0-1 0,-1 1-1,1-1 1,0 1 0,0-1 0,0 1-1,0-1 60,-8-38-4412,7 32 2599,-4-24-5636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2:5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3209,'0'0'6885,"0"0"-3572,0 0-1151,0 0-975,0 0-163,16 23 300,0 1-953,3 5 40,-1 0 0,-1 1 0,-1 1 0,1 6-411,22 55 304,4-3 0,4-1 0,30 37-304,-46-84-542,-6-21-4800,-16-16-1939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16251,'0'0'3713,"0"0"-1952,0 0-217,0 0-800,0 0-320,0 0-240,159-29-176,-125 19-8,-1 5-120,-1 0-688,14 3-1688,-6 2-2410,-8-5-5584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14619,'0'0'2537,"0"0"303,0 0-1231,0 0-473,158 44-552,-107 4 256,-2 8-304,2 2-120,2-3-224,4-2-72,-3-4-72,-6-11-48,-8-4 0,-8-7-104,-7-11-384,-9-13-1128,-6-3-1441,-7 0-1888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6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0 14779,'0'0'2289,"0"0"-705,0 0 1161,-104 155-1249,61-83-208,0 5-424,-3 1-304,8-13-319,6-7-193,13-17-48,9-12-48,7-15-369,3-14-1431,8 0-3057,5-14-5177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10 12587,'0'0'2432,"0"0"-255,0 0-298,0 0-636,25-3-750,80-4-304,-103 7-182,0 0 0,0 0 0,-1 0 0,1 1 0,0-1 0,0 1 0,0-1 0,0 1 0,0-1 0,-1 1 0,1 0-1,0 0 1,-1 0 0,1 0 0,0 0 0,-1 0 0,0 0 0,1 1 0,-1-1 0,0 1 0,1-1 0,-1 1 0,0-1-1,0 1 1,0-1 0,0 1 0,0 2-7,1 1 58,-1 0 0,0 0 0,-1 0 0,1 0 0,-1 0 0,0 0 0,0 0 0,-1 1-58,1 4 192,0-3-63,-1 0-1,0-1 0,0 1 0,0-1 0,-1 1 0,0-1 1,0 1-1,0-1 0,-1 0 0,0 0 0,0 0 0,-1 0 1,0-1-1,-1 3-128,-10 9 287,0-1-1,-2 0 1,-12 9-287,17-16 32,2 0 0,-1 0 1,1 1-1,0 0 0,1 0 0,1 1 0,-1 1 1,2-1-1,-1 2 0,-4 11-32,11-22 3,0-1-1,0 0 1,1 1 0,-1-1-1,1 1 1,-1-1 0,1 1 0,0-1-1,-1 1 1,1-1 0,0 1-1,0-1 1,0 1 0,0-1 0,0 1-1,1-1 1,-1 1 0,0-1-1,1 1 1,-1-1 0,1 1-1,-1-1 1,1 0 0,0 1 0,0-1-1,-1 0 1,1 1 0,0-1-1,0 0 1,0 0 0,0 0-1,1 0 1,-1 0 0,0 0 0,0 0-1,1 0 1,-1-1 0,0 1-1,1 0 1,-1-1 0,1 1 0,-1-1-1,2 1-2,7 0 33,1 1 1,0-2-1,-1 1 0,1-1 1,0-1-1,2 0-33,15-1 3,21 1-207,57 2-894,-56 9-2098,-5 12-3313,-25-5-4862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1192,'0'0'10736,"28"-2"-6491,125-13 2550,38-14-6795,-55 2 1405,-22 3-1041,0 4 1,1 6 0,67 2-365,-176 12-64,-5 0-122,0 0-1,0-1 1,0 1-1,0 0 1,0 0-1,0 0 1,0 0-1,0 0 1,0 0-1,0 0 1,0 1-1,0-1 1,0 0-1,0 0 1,0 1-1,0-1 1,0 1-1,0-1 1,0 1-1,0-1 1,0 1-1,0 0 1,-1-1-1,1 1 1,0 0-1,0-1 1,-1 1-1,1 0 1,-1 0-1,1 0 1,0 0 186,0 11-5507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07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11210,'0'0'2898,"0"0"-509,0 0 185,22-3-1002,4-2-1248,50-7 1437,35-1-1761,-97 12 91,42 0 5,-55 1-94,1 1-1,0-1 1,-1 0-1,1 0 1,-1 1-1,1-1 1,0 1-1,-1-1 1,1 1-1,-1 0 1,1-1-1,-1 1 1,1 0-1,-1 0 1,0 0-1,1 0 1,-1 0-1,0 1 1,0-1-1,0 0 1,0 0-1,0 1 1,0-1-1,0 1 1,0-1-1,-1 1 1,1-1-2,1 8 6,-1-1 0,0 0 0,-1 0 0,0 1 0,0-1 1,0 1-1,-1-1 0,-1 0 0,1 0 0,-1 0 0,-1 0 1,1 0-1,-1 0 0,-1 0 0,-1 2-6,-12 21 28,-1-2 0,-1 0 0,-7 6-28,-22 34 13,37-51 38,0 1 1,2 1-1,-3 8-51,9-21 80,1 0 0,0 0 0,0 1 1,0-1-1,1 0 0,1 1 0,-1-1 0,1 0 0,0 1 0,1-1 0,1 7-80,-2-12 36,1 0 1,0 0-1,1-1 1,-1 1-1,0 0 1,1 0-1,-1-1 1,1 1-1,-1-1 1,1 1-1,0-1 1,-1 0-1,1 1 1,0-1-1,0 0 1,0 0-1,0 0 1,0-1-1,0 1 1,0 0-1,0-1 1,0 1-1,1-1 1,-1 0-1,0 0 1,0 0-1,1 0-36,72 0 689,-59-1-548,1-1-67,-1 0 0,0-2 0,0 0 0,0 0-1,-1-2 1,0 0 0,0 0 0,1-2-74,-2 1-359,0 0 0,0 1 0,1 1 0,0 1 0,0 0 0,1 0 0,-1 2 0,11-1 359,-2 5-4970,-9 10-4172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0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15051,'0'0'2602,"0"0"-625,0 0-522,0 0-271,27 25-171,86 88-194,-99-98-677,-1 1 0,-1 0 0,0 0 0,-1 2 0,-1-1 0,0 2 0,-2-1 0,0 1 0,5 18-142,-2-5 89,5 24 28,-14-44-131,1 0 1,1 0-1,-1 0 0,2 0 1,0-1-1,0 0 0,4 6 14,-9-17-20,0 0-1,0 0 0,0 0 0,0 0 1,0 1-1,0-1 0,0 0 0,0 0 1,0 0-1,0 0 0,0 0 0,0 0 1,0 1-1,0-1 0,1 0 0,-1 0 1,0 0-1,0 0 0,0 0 0,0 0 1,0 0-1,0 1 0,0-1 0,0 0 1,0 0-1,0 0 0,0 0 0,1 0 1,-1 0-1,0 0 0,0 0 0,0 0 1,0 0-1,0 0 0,0 0 0,0 0 1,1 0-1,-1 0 0,0 0 0,0 0 1,0 0-1,0 0 0,0 0 0,0 0 1,1 0-1,-1 0 0,0 0 0,0 0 1,0 0-1,0 0 0,0 0 0,0 0 1,1 0-1,-1 0 0,0 0 0,0 0 1,0 0-1,0 0 0,0 0 0,0 0 1,0-1-1,0 1 0,0 0 0,1 0 1,-1 0-1,0 0 0,0 0 0,0 0 1,0 0-1,0 0 21,0-12-1996,0 6 1369,0-23-4536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0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 13931,'0'0'1848,"0"0"-311,0 0-9,-65 133-280,36-68-288,-6 7 193,-6 1-281,1-3-112,0-7-432,5-10-160,11-14-112,5-13-48,14-11-8,5-11-288,0-4-856,24-19-2545,0-5-1792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7042,'0'0'5278,"0"0"-2671,0 0-768,0 0-895,26-4-613,79-12-139,-100 15-198,0 0 0,0 1 0,0 0 0,0-1 0,0 2 0,0-1 0,0 1-1,0-1 1,0 1 0,0 1 0,-1-1 0,1 1 0,4 1 6,-7-2 40,0 1-1,-1-1 1,1 0-1,0 1 1,-1-1 0,1 1-1,-1-1 1,0 1-1,1 0 1,-1 0 0,0-1-1,0 1 1,0 0 0,0 0-1,0 0 1,-1 0-1,1 0 1,-1 0 0,1 1-1,-1-1 1,0 1-40,0 4 172,0-1 1,-1 1 0,0 0-1,0-1 1,-1 1 0,1-1 0,-2 1-1,1-1 1,-1 0 0,1 0-1,-2 0 1,1 0 0,-1-1-1,-3 5-172,-17 20 324,5-8-139,1 2 0,1 0 0,-5 11-185,18-28 67,0 1 1,1 0 0,0 0 0,0 0-1,0 0 1,1 0 0,0 0 0,1 1-1,0-1 1,0 1 0,1-1 0,0 1 0,1-1-1,0 1-67,-1-6 45,1-1-1,0 1 0,1-1 0,-1 1 0,0-1 1,1 0-1,-1 0 0,1 1 0,0-1 1,0 0-1,-1 0 0,2 0 0,-1-1 1,0 1-1,0-1 0,0 1 0,1-1 1,-1 1-1,1-1 0,-1 0 0,1 0 1,-1 0-1,1-1 0,0 1 0,-1-1 1,1 1-1,1-1-44,13 3 140,0-1 1,0-1-1,15-1-140,-26 0-6,43 0-33,41 0-1105,-31 5-3602,-28 0-1098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10266,'0'0'1801,"0"0"263,0 0 489,0 0-977,188 0-288,-107-10 377,8 0-337,5 1-192,-3 4-624,-8 2-288,-10 3-208,-14 0-16,-8 0-40,-14 0-576,-10 5-808,-13 2-1153,-9-2-567,-5-2-5218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12859,'0'0'1970,"0"0"-665,0 0 483,27-9-681,88-26-656,-107 32-437,-1 1 0,1 0 0,0 0 0,0 1 0,0 0 0,1 1 0,-1 0 0,0 0 0,0 0 0,0 1 0,0 1 0,0-1 0,0 1 0,5 2-14,-10-2 2,0 0 0,0 0 0,0 1 0,0-1 0,0 1-1,0 0 1,-1-1 0,1 1 0,-1 0 0,0 1 0,0-1 0,0 0-1,0 1 1,0-1 0,-1 1 0,0-1 0,0 1 0,0 0 0,0 0 0,0-1-1,-1 1 1,1 0 0,-1 0 0,0 0 0,-1 0-2,1 12 133,-1 0-1,0 0 1,-1-1 0,-1 1 0,-1-1-1,0 1 1,-1-1 0,0 0 0,-1-1-1,-1 0 1,-1 0 0,0 0 0,-4 4-133,1 1 213,-32 63 515,40-76-657,1-1 1,0 0 0,1 0-1,-1 1 1,1-1 0,0 1-1,1 0 1,-1-1 0,1 1-1,0 0 1,0-1 0,1 1-1,0-1 1,0 3-72,0-6 46,0-1 1,0 0-1,0 0 1,0 0-1,0 0 0,0-1 1,0 1-1,0 0 1,1 0-1,-1-1 0,0 1 1,0 0-1,1-1 1,-1 1-1,0-1 1,1 0-1,-1 1 0,1-1 1,-1 0-1,0 0 1,1 0-1,-1 0 0,1 0-46,43-1 912,-32 1-664,13-2-18,0 0-1,-1-2 0,1 0 1,-1-2-1,0-1 1,9-4-230,58-25-1866,-7-1-4529,-41 15-2243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2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3881,'0'0'9874,"0"0"-7169,0 0-1361,0 0 192,0 0-56,0 0-519,145 2-657,-88-2-48,-1 0-256,0 0 0,28 0-1361,-17 0-2391,-8-2-4938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14443,'0'0'2401,"0"0"-865,0 0 832,0 0-1655,0 0-177,0 0 136,188 97-64,-137-39-240,0 5 16,-6 2-72,-2-2-192,-8-10-88,-8-7-32,-8-10-72,-3-10-712,-3-21-1192,-5-5-2393,0 0-4185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 14075,'0'0'1760,"0"0"-495,0 0 927,-99 132-984,53-64-111,-5 2 79,0-2-296,3-8-408,7-12-224,12-9-176,10-15-144,11-7 72,8-10-896,0-7-1793,19 0-1471,5-12-5915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6249,'0'0'11771,"0"0"-10651,0 0 496,0 0-95,8 143-153,0-66-304,0 3-152,-3 0-359,-2-13-337,2-11-88,1-15-112,-1-14-32,1-13-16,-1-9-632,8-8-913,-2-21-3160,-3-2-6761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3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1 718 16644,'0'0'2848,"0"0"-263,0 0-321,0 0-1200,0 0-768,0 0-231,166-79-65,-107 59-89,11-2-1223,-16 8-3673,-11 2-10674</inkml:trace>
  <inkml:trace contextRef="#ctx0" brushRef="#br0" timeOffset="1">777 1 16315,'0'0'2153,"0"0"-401,0 0 1169,0 0-1801,0 0-984,0 0 528,0 0 129,35 191-97,-30-107-368,-5-4-160,0-8-128,0-9-40,0-10-120,0-12-496,6-4-753,-4-13-3400,1-10-4265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6041,'0'0'8297,"0"0"-4160,0 0-834,0 0-1629,0 0-867,27 17-22,-1-2-606,-9-6-66,1 1 0,-2 1 0,1 0 0,-2 1 0,1 1-1,-2 1 1,0 0 0,0 1 0,8 12-113,6 18 217,-3 2 0,-1 0 0,-3 1 0,11 36-217,32 71-1798,-63-165-6594,-1-16-2892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2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0 15387,'0'0'2545,"0"0"-1553,0 0 1169,-129 130-945,70-57-88,-8 4 8,0 5-144,-1-2-655,12-10-169,10-7-160,14-10-8,13-2-721,9-13-2127,4-13-5370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0 13595,'0'0'3567,"0"0"-1290,0 0-439,0 0-930,0 0-598,-30 17-153,0-1-117,-23 13 195,1 3 0,-30 24-235,45-29 171,-16 11 117,1 3 1,2 1-1,2 3 1,-17 21-289,65-65 6,-1-1 0,0 1 0,1 0 1,-1-1-1,1 1 0,-1 0 1,1-1-1,-1 1 0,1 0 1,0 0-1,-1-1 0,1 1 0,0 0 1,0 0-1,-1 0 0,1 0 1,0-1-1,0 1 0,0 0 0,0 0 1,0 0-1,0 0 0,0-1 1,1 1-1,-1 0 0,0 0 1,0 0-1,0-1 0,1 2-6,0-1 12,0 0 0,1 1 0,-1-1 0,0 0 0,1 0 0,-1 0 1,1 0-1,0 0 0,-1 0 0,1 0 0,0-1 0,-1 1 0,1 0 0,0-1-12,73 12 255,-54-9-199,15 2-299,74 17 427,-59-2-2768,-3 10-4156,-25-6-5081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699 34 14387,'0'0'2361,"0"0"-737,0 0 912,0 0-1671,0 0-721,-145-34-144,91 34-192,-18 0-448,-17 8 127,-2 4-167,-17-5-896,25 0-1153,27-7-4128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16900,'0'0'2712,"0"0"-727,0 0-809,0 0 56,-27 145-328,24-65-63,3 2-385,0-7-200,6-10-208,12-14 0,7-12-48,7-10-304,27-5-833,-5-10-2751,-3-9-2842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 4673,'0'0'7442,"0"0"-3912,0 0-1763,0 0-728,0 0 260,-2 20 412,1-9-1481,0-2-102,1 0-1,-1 0 0,-1-1 1,0 1-1,0 0 1,0-1-1,-1 1 0,-1-1 1,1 0-1,-1 0 0,-1 0 1,1-1-1,-1 1 0,-1-1 1,1 0-1,-4 2-127,-30 25 445,-2-3-1,-25 16-444,28-22 142,1 2-1,2 1 1,-20 21-142,53-47 7,0 0 0,0 0 0,0 0 0,0 0 0,1 0 0,-1 0 0,1 0 0,-1 0 0,1 0 0,0 1 1,0-1-1,0 1 0,0-1 0,0 1 0,1-1 0,-1 1 0,1-1 0,0 1 0,-1 0 0,1-1 0,0 1 0,1 0 0,-1-1 1,0 1-1,1-1 0,-1 1 0,2 1-7,0 0 54,0-1 1,0 0 0,1 0 0,0 0-1,-1 0 1,1 0 0,0 0 0,0-1-1,0 0 1,1 1 0,-1-1 0,0 0-1,1-1 1,0 1 0,-1-1 0,1 1-1,3 0-54,22 5 214,0 0-1,1-2 1,0-1-1,29-1-213,27-2-2916,7-5 2916,-29-2-4786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47 15075,'0'0'1842,"0"0"-348,0 0 591,0 0-946,27-8-641,85-26-1,-109 33-465,0 0 0,0 0 0,0 1 0,1-1 0,-1 1 0,0 0 0,0 0 0,0 0 0,1 0 0,-1 0-1,0 1 1,0-1 0,0 1 0,0 0 0,0 0 0,0 0 0,0 0-32,-1 0 11,0 1 0,0-1 0,-1 1-1,1-1 1,-1 1 0,1-1 0,-1 1 0,0 0-1,0-1 1,0 1 0,0 0 0,0 0 0,0 0-1,0 0 1,0 0 0,-1 0 0,1 0-1,-1 2-10,1 6 28,0 0-1,-1 0 0,0 0 1,-1 0-1,0 1 0,-1-1 0,-2 6-27,-4 10 64,-2-1-1,-1 0 1,-1 0 0,-1-1-1,-1-1 1,0 0-1,-14 14-63,-30 50 264,47-70-143,1 1 1,0 0-1,1 0 1,1 1 0,1 1-1,1-1 1,0 1-1,1 0 1,2 0 0,0 0-1,0 5-121,4-23 7,-1 0 0,1 0-1,-1 0 1,1 0 0,0 0 0,0-1-1,-1 1 1,1 0 0,0 0 0,1 0 0,-1-1-1,0 1 1,1-1 0,-1 1 0,0-1-1,1 1 1,0-1 0,-1 0 0,1 0-1,0 0 1,0 0 0,-1 0 0,1 0-1,0 0 1,0-1 0,0 1 0,0-1 0,0 1-1,0-1 1,0 0 0,0 0 0,0 0-1,0 0-6,16 2 66,1-1 1,-1 0-1,13-3-66,-9 2 4,16-2-308,1-1 0,4-3 304,4 1-2226,-8 1-3254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42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1 7098,'0'0'2047,"0"0"134,0 0-603,0 0-563,0 0-447,-15 1-206,-9 2-36,1 1-1,0 1 1,0 1 0,1 1 0,-1 1 0,1 1 0,1 1 0,0 1 0,-17 12-326,8 1 325,0 1-1,2 1 0,1 2 1,1 1-1,2 0 1,-12 20-325,22-26 105,0 0 0,2 0 0,1 1 0,0 1 0,2 0 1,1 0-1,1 1 0,1 0 0,-2 24-105,-6 124 837,-4 35 114,-3 19-258,10 1-1,11 31-692,0-195 198,-14 316 323,14-267-397,-2 25 260,6-1 0,6 0 0,8 14-384,15 115 505,-23-160-340,4 1 0,26 89-165,36 113 183,-13 3 0,-4 74-183,-45-210 71,-8 0 0,-8 29-71,0-31 65,-29 563 418,17-503-95,8-135-321,-17 242 33,12-247 88,-4 1 0,-16 47-188,29-133 16,-1 0 0,1 0 0,-2 0 0,1-1 0,-2 1 1,1-1-1,-1 0 0,0 0 0,-1-1 0,0 1 0,-1-1 0,1-1 0,-2 1 0,1-1 1,-1 0-1,0-1 0,0 0 0,-1 0 0,1-1 0,-1 0 0,-1 0 0,1-1 1,-8 2-17,-27 13 15,8-4-4,0-1 0,-1-1 0,-2-2-11,127-8-319,-80-2 316,-1-1 0,1 2 0,0-1 0,-1 1 0,1 0 1,-1 1-1,1 0 0,-1 0 0,0 0 0,0 1 0,-1 0 0,1 1 1,0 0 2,3 3-4,0 1 0,0 1 0,-1 0 1,0 0-1,-1 1 0,0 0 1,3 6 3,3 9 6,0 1 1,-2 0-1,-1 1 1,-1 0-1,-2 1 1,3 20-7,3 48 29,-5 1 0,-3 0 0,-7 61-29,0-79-6,-4 142 217,-10 1 0,-9-2-1,-13 11-210,7-88 140,14-77-24,3 0 0,3 1 0,2 13-116,6 463 120,15-401-126,6-1 0,20 68 6,-9-54 27,-16-83-23,2-1-1,8 12-3,-14-54-2,1-1 0,2 0 1,0-1-1,2-1 0,2 0 0,9 11 2,-8-13-16,0 2 0,-1 0 0,-2 1 0,-1 0 0,-1 1 0,7 25 16,-14-41-144,0 1-636,-4-7-2961,-2-11-1607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43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0 9018,'0'0'0,"-188"61"0,131-44 1048,4 2 344,-6 5-351,0 5-241,10 0 32,12-2-224,15-10-456,11-5-152,11-12-2928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4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46 530 15419,'0'0'2793,"0"0"-823,0 0 78,0 0-868,-1-20-586,-1-52-254,-14-224 1411,14 266-1523,2 18-56,-1-1 0,0 0 1,-1 1-1,0-1 1,-1 1-1,-1 0 1,0 0-1,-1 0-172,3 26 181,14 417-122,0 6-343,-12-400-124,0 4-996,0-13-5965,0-28 2527,0 0-2608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4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12763,'0'0'2528,"0"0"-1263,0 0 631,0 0-992,0 0-584,0 0 48,0 0 368,185 0 97,-126-12-137,8 0-472,3-3-8,-3 1-216,19 6-264,-19 6-2129,-13 2-4600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11763,'0'0'2321,"0"0"-596,0 0 0,0 0-891,0 0-521,0 0 5,18-18 127,59-54 99,-74 69-487,0 0 0,1 0-1,-1 0 1,1 0 0,0 1 0,0 0-1,0 0 1,0 0 0,0 0-1,1 1 1,-1-1 0,0 1 0,1 0-1,-1 1 1,1-1 0,-1 1-1,1 0 1,-1 0 0,1 0-1,-1 0 1,1 1 0,-1 0 0,1 0-1,-1 0 1,1 1-57,2 1 24,-1 1 0,0-1 0,0 1 0,0 0 0,-1 1 0,1 0 0,-1 0 0,0 0 0,0 0 0,-1 1 0,0-1 0,3 5-24,15 31 167,0 1 1,-3 1-1,-2 1 1,-1 1-1,-2 3-167,6 15 226,3 0 1,4 1-227,-16-43-4952,-11-21 507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 14363,'0'0'2331,"0"0"-1038,-14 21 39,-256 398 2905,243-380-4032,7-12-122,2 1 0,0 0-1,2 1 1,-8 23-83,24-52-60,0 0 1,0 1-1,-1-1 1,1 0-1,0 0 1,0 1-1,0-1 1,0 0-1,0 0 1,0 1-1,0-1 1,0 0-1,0 1 1,0-1-1,0 0 1,0 1-1,0-1 1,0 0-1,0 0 1,0 1-1,0-1 1,1 0-1,-1 0 1,0 1-1,0-1 1,0 0-1,0 0 1,1 1-1,-1-1 1,0 0-1,0 0 1,0 0-1,1 1 1,-1-1-1,0 0 1,0 0-1,1 0 1,-1 0-1,0 0 1,0 1-1,1-1 1,-1 0-1,0 0 1,1 0-1,-1 0 1,0 0 0,0 0-1,1 0 1,-1 0-1,0 0 1,1 0-1,-1 0 1,0 0-1,0 0 1,1 0-1,-1-1 1,0 1-1,1 0 1,-1 0-1,0 0 1,0 0-1,1 0 60,17-7-2240,4-8-1856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13475,'0'0'2818,"0"0"-431,0 0 116,0 0-1181,0 0-838,0 0-349,9 5 183,332 159 1912,-327-157-2218,-1 1-1,0 0 1,0 0-1,-1 2 1,4 3-12,-14-12 15,0 1 0,0-1 0,0 1 0,0 0 0,-1 0 0,1 0 0,-1 0 0,1 0 0,-1 0 0,0 0 0,1 0 0,-1 0 0,-1 0 0,1 1 0,0-1 0,0 1 0,-1-1 0,1 0 0,-1 1-1,0-1 1,0 1 0,0-1 0,0 1 0,0-1 0,0 1 0,-1-1 0,1 0 0,-1 1 0,0-1 0,0 0 0,0 1 0,0-1 0,0 0 0,0 0 0,0 0 0,-1 0 0,-1 2-15,-5 4 108,0 0-1,-1 0 0,0-1 0,0-1 1,-1 1-1,0-1 0,-6 2-107,-80 34 239,70-31-196,-10 4-22,5-4-28,0 2 1,1 1-1,1 2 0,0 1 1,-8 7 6,37-24-29,0 0 1,0 0 0,0 0 0,1 0 0,-1 0 0,0 0-1,0 0 1,0 0 0,0 0 0,0 0 0,0 0 0,0 0 0,1 0-1,-1 0 1,0 0 0,0 0 0,0 0 0,0 0 0,0 0 0,0 0-1,0 0 1,1 0 0,-1 1 0,0-1 0,0 0 0,0 0 0,0 0-1,0 0 1,0 0 0,0 0 0,0 0 0,0 0 0,0 0 0,0 1-1,0-1 1,1 0 0,-1 0 0,0 0 0,0 0 0,0 0 0,0 0-1,0 0 1,0 1 0,0-1 0,0 0 0,0 0 0,0 0 0,0 0-1,0 0 1,0 0 0,0 0 0,0 1 0,-1-1 0,1 0 0,0 0-1,0 0 1,0 0 0,0 0 0,0 0 0,0 0 0,0 0 0,0 1-1,0-1 1,0 0 0,0 0 0,0 0 0,-1 0 28,20 0-1310,24-6-1572,6-11-1837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3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13355,'0'0'1872,"0"0"-514,0 0 378,0 0-744,0 0-702,24-8-167,78-28-26,-97 35-66,-1-1 0,1 1 0,0 0 0,0 0 0,0 0 0,0 1 0,0-1 0,0 1 0,0 1 0,0-1 0,0 1 0,0 0 0,-1 0 0,1 0 0,0 0 0,4 3-31,-6-2 27,1 0 0,-1 1 0,0-1 0,0 1 0,0 0 0,0 0 0,0 0 0,0 0 0,-1 0 0,0 1 0,0-1 0,0 1 0,0 0 0,0-1 0,-1 1 0,1 0-27,2 13 149,0 0 0,-1 0 0,-1 1 0,0-1 1,-1 1-1,-1-1 0,-1 6-149,1-20 30,-2 9 43,0 0 0,0 1 0,-1-1 0,0 0 1,-1 0-1,0-1 0,-1 1 0,-1-1 0,0 0 0,0 0 1,-1-1-1,-3 4-73,-4 4 153,-1 0 1,-1-1-1,0 0 1,-1-1-1,-1-1 1,-5 3-154,2-9 776,21-8-745,0-1 1,-1 0-1,1 0 0,0 1 0,-1-1 0,1 0 0,0 0 0,-1 0 1,1 0-1,-1 1 0,1-1 0,0 0 0,-1 0 0,1 0 0,-1 0 1,1 0-1,0 0 0,-1 0 0,1 0 0,-1 0 0,1 0 0,0 0 0,-1-1 1,1 1-1,-1 0 0,1 0 0,0 0 0,-1 0 0,1-1 0,0 1 1,-1 0-1,1 0 0,0-1 0,-1 1 0,1 0 0,0-1 0,0 1 1,-1 0-1,1 0 0,0-1 0,0 1 0,0-1 0,-1 1 0,1 0 1,0-1-32,14-1-10,2 4 7,0 0-1,0 1 1,0 1-1,0 1 1,-1 0-1,1 1 1,-1 0-1,-1 2 1,12 6 3,-11-5 0,0-1 1,0 0-1,1-2 0,0 0 1,0 0-1,1-2 0,0 0 1,0-1-1,15 1 0,-28-3 2,0-1 1,0-1-1,0 1 0,0 0 1,0-1-1,0 0 0,0 0 1,0 0-1,-1 0 0,1-1 1,0 1-1,-1-1 0,1 0 0,-1 0 1,0-1-1,1 1 0,-1 0 1,0-1-1,-1 0 0,1 0 1,0 0-1,-1 0 0,0 0 0,1-1 1,-1 1-1,0 0 0,-1-1 1,1 0-1,-1 1 0,0-1 1,0 0-1,0 0 0,1-3-2,-1 2-153,5-31-883,-9 14-4714,-1 15 156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48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699 1 5329,'0'0'1646,"0"0"110,0 0 753,0 0-237,0 0-469,-2 0 4246,-13 2-5275,4 4-656,0 1-1,1 0 1,-1 1-1,2 0 1,-1 0 0,-1 3-118,-14 12 96,-383 347-1767,313-282-1351,15-15-2470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54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6001,'0'0'5842,"0"0"-5210,0 0-624,0 0-8,0 0-1745,0 0-1527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1T01:33:54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54 5521,'0'0'1945,"0"0"-1313,0 0 1536,0 0-1064,0 0-767,0 0-337,0 0-1329,-3-53-4472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A3837-3FB6-412E-9204-58A8824F2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2AC8F6-9675-4EF7-B77E-438B1D1E5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724B1C-08E4-4AA2-A7E7-C76BAEAC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0419D1-E5E6-4985-A1E8-1B6C8077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DD9E6-8B39-48C7-B962-62D06D61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24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0F1D9-FD78-4F3B-837A-7F3C97AA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0CD64-2677-4484-8C30-CE551801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457410-BB95-469A-8759-8AA4E208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E9530C-683A-4ED8-8259-CD12789E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533AB8-7F1B-40A3-AEE9-EFEC10F6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56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AA00A-3BE0-482B-A80C-C55C07C0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776C2-6AA9-47D4-AB97-A1F5E205F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D4451-1F31-4485-9002-91A264F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29221-8B96-40C5-AD4D-596CAF02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F9BEA1-DD1D-481A-BFF6-0AF374F9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51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8E4AB-FDD9-4FD7-81DD-FA525BF8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D849C9-71A3-479C-8FC5-EFCAD0B59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3E23B3-A005-4D03-91C8-D594E3F5D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C0A44D-D9BA-49FD-95C1-BD9CFA96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DC4892-20B4-4D86-B871-4A564EC4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247CAC-4599-4C4B-8A4A-C277DBE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82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F87A7-05C1-4B00-9683-9F2E7386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ADA656-8653-4145-8C2A-A9538412E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E74625-D980-448A-AABC-D336FD5F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8B9F6D-9900-41C6-9C21-22855C4E5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70277E-A3E4-49F2-BC34-F8CB0FA1F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A4E0B4-0E1F-493C-A3DA-BD1817FE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58F1F3-65B5-4631-B921-F8A4E12C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1B7302-AB60-495C-A69D-1E74359C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553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679AD-4376-4EA3-97B9-05AB1854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1C7A26-6FAC-4B86-B3CD-090DCEDD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BD0154-BB32-4577-B3A7-4BA335E2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E4913D-C212-4BED-B78F-3C1B91E8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66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DE1561-5462-4CAC-9650-159E5C87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E02D65-EB67-4642-9708-98866C5B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C856E0-6AE4-4026-A93A-C027D911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6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66F0-C6F6-4F6C-9FC3-DCF21E01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C17D3D-1247-4148-8C4E-099745B6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744C36-83A8-473C-B691-AF4B97882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60C054-B9AD-4195-BC2E-1D75BAA8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C36C60-C76E-4B7E-8D4F-6E5EBB63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1621CB-FA83-4C9F-82B0-50B77C95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635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2631-12EE-4ACC-9951-228F0271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26482F3-9566-4921-AA33-31481647D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0882C8-2077-4B5F-8F60-84E9BD00A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B567B3-0677-4272-B2AC-EC5F1DDC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79C49-556B-4A84-A33A-61863DAD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A677BA-D23F-4886-B9DF-0521AE79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11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C3001-36DF-4D34-BCB0-F8940C15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B36D29-53BB-403D-9F78-8A744E4C1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3817CE-8266-45EE-BDAE-4F934FB1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DF6B5-500E-4398-B535-2CCEFA1A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21D19-DA4F-472E-85E3-29498B54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07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26501B-929E-4937-9955-587544F4F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0E3B20-8C18-4F34-AB20-B4597270E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0F9938-B83E-412F-A0E9-0F383D3C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150C62-6C8F-4EDE-85BF-7E486BD3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0D19F-0A83-46F4-94C3-17C95D21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88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004C5-480F-4FE3-8EAD-225CFD19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F372DC-52E0-4205-9403-EAC38BC1B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CB4775-C31C-4C96-A79B-1A14AADBD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9C2D0-1B47-4256-BCCA-C3385F927E83}" type="datetimeFigureOut">
              <a:rPr lang="es-ES" smtClean="0"/>
              <a:t>30/04/2020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33F812-92BE-45B5-94A6-98D9A95A2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A5FF0-B62A-4538-83D7-55E757EBD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38B1E-8980-4011-8325-90B427473C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856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8.xml"/><Relationship Id="rId299" Type="http://schemas.openxmlformats.org/officeDocument/2006/relationships/image" Target="../media/image180.png"/><Relationship Id="rId21" Type="http://schemas.openxmlformats.org/officeDocument/2006/relationships/customXml" Target="../ink/ink40.xml"/><Relationship Id="rId63" Type="http://schemas.openxmlformats.org/officeDocument/2006/relationships/customXml" Target="../ink/ink61.xml"/><Relationship Id="rId159" Type="http://schemas.openxmlformats.org/officeDocument/2006/relationships/image" Target="../media/image110.png"/><Relationship Id="rId170" Type="http://schemas.openxmlformats.org/officeDocument/2006/relationships/customXml" Target="../ink/ink115.xml"/><Relationship Id="rId226" Type="http://schemas.openxmlformats.org/officeDocument/2006/relationships/customXml" Target="../ink/ink143.xml"/><Relationship Id="rId268" Type="http://schemas.openxmlformats.org/officeDocument/2006/relationships/customXml" Target="../ink/ink164.xml"/><Relationship Id="rId32" Type="http://schemas.openxmlformats.org/officeDocument/2006/relationships/image" Target="../media/image47.png"/><Relationship Id="rId74" Type="http://schemas.openxmlformats.org/officeDocument/2006/relationships/image" Target="../media/image68.png"/><Relationship Id="rId128" Type="http://schemas.openxmlformats.org/officeDocument/2006/relationships/image" Target="../media/image95.png"/><Relationship Id="rId5" Type="http://schemas.openxmlformats.org/officeDocument/2006/relationships/customXml" Target="../ink/ink32.xml"/><Relationship Id="rId181" Type="http://schemas.openxmlformats.org/officeDocument/2006/relationships/image" Target="../media/image121.png"/><Relationship Id="rId237" Type="http://schemas.openxmlformats.org/officeDocument/2006/relationships/image" Target="../media/image149.png"/><Relationship Id="rId279" Type="http://schemas.openxmlformats.org/officeDocument/2006/relationships/image" Target="../media/image170.png"/><Relationship Id="rId43" Type="http://schemas.openxmlformats.org/officeDocument/2006/relationships/customXml" Target="../ink/ink51.xml"/><Relationship Id="rId139" Type="http://schemas.openxmlformats.org/officeDocument/2006/relationships/image" Target="../media/image100.png"/><Relationship Id="rId290" Type="http://schemas.openxmlformats.org/officeDocument/2006/relationships/customXml" Target="../ink/ink175.xml"/><Relationship Id="rId304" Type="http://schemas.openxmlformats.org/officeDocument/2006/relationships/customXml" Target="../ink/ink182.xml"/><Relationship Id="rId85" Type="http://schemas.openxmlformats.org/officeDocument/2006/relationships/customXml" Target="../ink/ink72.xml"/><Relationship Id="rId150" Type="http://schemas.openxmlformats.org/officeDocument/2006/relationships/customXml" Target="../ink/ink105.xml"/><Relationship Id="rId192" Type="http://schemas.openxmlformats.org/officeDocument/2006/relationships/customXml" Target="../ink/ink126.xml"/><Relationship Id="rId206" Type="http://schemas.openxmlformats.org/officeDocument/2006/relationships/customXml" Target="../ink/ink133.xml"/><Relationship Id="rId248" Type="http://schemas.openxmlformats.org/officeDocument/2006/relationships/customXml" Target="../ink/ink154.xml"/><Relationship Id="rId12" Type="http://schemas.openxmlformats.org/officeDocument/2006/relationships/image" Target="../media/image37.png"/><Relationship Id="rId108" Type="http://schemas.openxmlformats.org/officeDocument/2006/relationships/image" Target="../media/image85.png"/><Relationship Id="rId315" Type="http://schemas.openxmlformats.org/officeDocument/2006/relationships/image" Target="../media/image188.png"/><Relationship Id="rId54" Type="http://schemas.openxmlformats.org/officeDocument/2006/relationships/image" Target="../media/image58.png"/><Relationship Id="rId96" Type="http://schemas.openxmlformats.org/officeDocument/2006/relationships/image" Target="../media/image79.png"/><Relationship Id="rId161" Type="http://schemas.openxmlformats.org/officeDocument/2006/relationships/image" Target="../media/image111.png"/><Relationship Id="rId217" Type="http://schemas.openxmlformats.org/officeDocument/2006/relationships/image" Target="../media/image139.png"/><Relationship Id="rId259" Type="http://schemas.openxmlformats.org/officeDocument/2006/relationships/image" Target="../media/image160.png"/><Relationship Id="rId23" Type="http://schemas.openxmlformats.org/officeDocument/2006/relationships/customXml" Target="../ink/ink41.xml"/><Relationship Id="rId119" Type="http://schemas.openxmlformats.org/officeDocument/2006/relationships/customXml" Target="../ink/ink89.xml"/><Relationship Id="rId270" Type="http://schemas.openxmlformats.org/officeDocument/2006/relationships/customXml" Target="../ink/ink165.xml"/><Relationship Id="rId65" Type="http://schemas.openxmlformats.org/officeDocument/2006/relationships/customXml" Target="../ink/ink62.xml"/><Relationship Id="rId130" Type="http://schemas.openxmlformats.org/officeDocument/2006/relationships/image" Target="../media/image96.png"/><Relationship Id="rId172" Type="http://schemas.openxmlformats.org/officeDocument/2006/relationships/customXml" Target="../ink/ink116.xml"/><Relationship Id="rId228" Type="http://schemas.openxmlformats.org/officeDocument/2006/relationships/customXml" Target="../ink/ink144.xml"/><Relationship Id="rId13" Type="http://schemas.openxmlformats.org/officeDocument/2006/relationships/customXml" Target="../ink/ink36.xml"/><Relationship Id="rId109" Type="http://schemas.openxmlformats.org/officeDocument/2006/relationships/customXml" Target="../ink/ink84.xml"/><Relationship Id="rId260" Type="http://schemas.openxmlformats.org/officeDocument/2006/relationships/customXml" Target="../ink/ink160.xml"/><Relationship Id="rId281" Type="http://schemas.openxmlformats.org/officeDocument/2006/relationships/image" Target="../media/image171.png"/><Relationship Id="rId316" Type="http://schemas.openxmlformats.org/officeDocument/2006/relationships/customXml" Target="../ink/ink188.xml"/><Relationship Id="rId34" Type="http://schemas.openxmlformats.org/officeDocument/2006/relationships/image" Target="../media/image48.png"/><Relationship Id="rId55" Type="http://schemas.openxmlformats.org/officeDocument/2006/relationships/customXml" Target="../ink/ink57.xml"/><Relationship Id="rId76" Type="http://schemas.openxmlformats.org/officeDocument/2006/relationships/image" Target="../media/image69.png"/><Relationship Id="rId97" Type="http://schemas.openxmlformats.org/officeDocument/2006/relationships/customXml" Target="../ink/ink78.xml"/><Relationship Id="rId120" Type="http://schemas.openxmlformats.org/officeDocument/2006/relationships/image" Target="../media/image91.png"/><Relationship Id="rId141" Type="http://schemas.openxmlformats.org/officeDocument/2006/relationships/image" Target="../media/image101.png"/><Relationship Id="rId7" Type="http://schemas.openxmlformats.org/officeDocument/2006/relationships/customXml" Target="../ink/ink33.xml"/><Relationship Id="rId162" Type="http://schemas.openxmlformats.org/officeDocument/2006/relationships/customXml" Target="../ink/ink111.xml"/><Relationship Id="rId183" Type="http://schemas.openxmlformats.org/officeDocument/2006/relationships/image" Target="../media/image122.png"/><Relationship Id="rId218" Type="http://schemas.openxmlformats.org/officeDocument/2006/relationships/customXml" Target="../ink/ink139.xml"/><Relationship Id="rId239" Type="http://schemas.openxmlformats.org/officeDocument/2006/relationships/image" Target="../media/image150.png"/><Relationship Id="rId250" Type="http://schemas.openxmlformats.org/officeDocument/2006/relationships/customXml" Target="../ink/ink155.xml"/><Relationship Id="rId271" Type="http://schemas.openxmlformats.org/officeDocument/2006/relationships/image" Target="../media/image166.png"/><Relationship Id="rId292" Type="http://schemas.openxmlformats.org/officeDocument/2006/relationships/customXml" Target="../ink/ink176.xml"/><Relationship Id="rId306" Type="http://schemas.openxmlformats.org/officeDocument/2006/relationships/customXml" Target="../ink/ink183.xml"/><Relationship Id="rId24" Type="http://schemas.openxmlformats.org/officeDocument/2006/relationships/image" Target="../media/image43.png"/><Relationship Id="rId45" Type="http://schemas.openxmlformats.org/officeDocument/2006/relationships/customXml" Target="../ink/ink52.xml"/><Relationship Id="rId66" Type="http://schemas.openxmlformats.org/officeDocument/2006/relationships/image" Target="../media/image64.png"/><Relationship Id="rId87" Type="http://schemas.openxmlformats.org/officeDocument/2006/relationships/customXml" Target="../ink/ink73.xml"/><Relationship Id="rId110" Type="http://schemas.openxmlformats.org/officeDocument/2006/relationships/image" Target="../media/image86.png"/><Relationship Id="rId131" Type="http://schemas.openxmlformats.org/officeDocument/2006/relationships/customXml" Target="../ink/ink95.xml"/><Relationship Id="rId152" Type="http://schemas.openxmlformats.org/officeDocument/2006/relationships/customXml" Target="../ink/ink106.xml"/><Relationship Id="rId173" Type="http://schemas.openxmlformats.org/officeDocument/2006/relationships/image" Target="../media/image117.png"/><Relationship Id="rId194" Type="http://schemas.openxmlformats.org/officeDocument/2006/relationships/customXml" Target="../ink/ink127.xml"/><Relationship Id="rId208" Type="http://schemas.openxmlformats.org/officeDocument/2006/relationships/customXml" Target="../ink/ink134.xml"/><Relationship Id="rId229" Type="http://schemas.openxmlformats.org/officeDocument/2006/relationships/image" Target="../media/image145.png"/><Relationship Id="rId240" Type="http://schemas.openxmlformats.org/officeDocument/2006/relationships/customXml" Target="../ink/ink150.xml"/><Relationship Id="rId261" Type="http://schemas.openxmlformats.org/officeDocument/2006/relationships/image" Target="../media/image161.png"/><Relationship Id="rId14" Type="http://schemas.openxmlformats.org/officeDocument/2006/relationships/image" Target="../media/image38.png"/><Relationship Id="rId35" Type="http://schemas.openxmlformats.org/officeDocument/2006/relationships/customXml" Target="../ink/ink47.xml"/><Relationship Id="rId56" Type="http://schemas.openxmlformats.org/officeDocument/2006/relationships/image" Target="../media/image59.png"/><Relationship Id="rId77" Type="http://schemas.openxmlformats.org/officeDocument/2006/relationships/customXml" Target="../ink/ink68.xml"/><Relationship Id="rId100" Type="http://schemas.openxmlformats.org/officeDocument/2006/relationships/image" Target="../media/image81.png"/><Relationship Id="rId282" Type="http://schemas.openxmlformats.org/officeDocument/2006/relationships/customXml" Target="../ink/ink171.xml"/><Relationship Id="rId317" Type="http://schemas.openxmlformats.org/officeDocument/2006/relationships/image" Target="../media/image189.png"/><Relationship Id="rId8" Type="http://schemas.openxmlformats.org/officeDocument/2006/relationships/image" Target="../media/image35.png"/><Relationship Id="rId98" Type="http://schemas.openxmlformats.org/officeDocument/2006/relationships/image" Target="../media/image80.png"/><Relationship Id="rId121" Type="http://schemas.openxmlformats.org/officeDocument/2006/relationships/customXml" Target="../ink/ink90.xml"/><Relationship Id="rId142" Type="http://schemas.openxmlformats.org/officeDocument/2006/relationships/customXml" Target="../ink/ink101.xml"/><Relationship Id="rId163" Type="http://schemas.openxmlformats.org/officeDocument/2006/relationships/image" Target="../media/image112.png"/><Relationship Id="rId184" Type="http://schemas.openxmlformats.org/officeDocument/2006/relationships/customXml" Target="../ink/ink122.xml"/><Relationship Id="rId219" Type="http://schemas.openxmlformats.org/officeDocument/2006/relationships/image" Target="../media/image140.png"/><Relationship Id="rId230" Type="http://schemas.openxmlformats.org/officeDocument/2006/relationships/customXml" Target="../ink/ink145.xml"/><Relationship Id="rId251" Type="http://schemas.openxmlformats.org/officeDocument/2006/relationships/image" Target="../media/image156.png"/><Relationship Id="rId25" Type="http://schemas.openxmlformats.org/officeDocument/2006/relationships/customXml" Target="../ink/ink42.xml"/><Relationship Id="rId46" Type="http://schemas.openxmlformats.org/officeDocument/2006/relationships/image" Target="../media/image54.png"/><Relationship Id="rId67" Type="http://schemas.openxmlformats.org/officeDocument/2006/relationships/customXml" Target="../ink/ink63.xml"/><Relationship Id="rId272" Type="http://schemas.openxmlformats.org/officeDocument/2006/relationships/customXml" Target="../ink/ink166.xml"/><Relationship Id="rId293" Type="http://schemas.openxmlformats.org/officeDocument/2006/relationships/image" Target="../media/image177.png"/><Relationship Id="rId307" Type="http://schemas.openxmlformats.org/officeDocument/2006/relationships/image" Target="../media/image184.png"/><Relationship Id="rId88" Type="http://schemas.openxmlformats.org/officeDocument/2006/relationships/image" Target="../media/image75.png"/><Relationship Id="rId111" Type="http://schemas.openxmlformats.org/officeDocument/2006/relationships/customXml" Target="../ink/ink85.xml"/><Relationship Id="rId132" Type="http://schemas.openxmlformats.org/officeDocument/2006/relationships/customXml" Target="../ink/ink96.xml"/><Relationship Id="rId153" Type="http://schemas.openxmlformats.org/officeDocument/2006/relationships/image" Target="../media/image107.png"/><Relationship Id="rId174" Type="http://schemas.openxmlformats.org/officeDocument/2006/relationships/customXml" Target="../ink/ink117.xml"/><Relationship Id="rId195" Type="http://schemas.openxmlformats.org/officeDocument/2006/relationships/image" Target="../media/image128.png"/><Relationship Id="rId209" Type="http://schemas.openxmlformats.org/officeDocument/2006/relationships/image" Target="../media/image135.png"/><Relationship Id="rId220" Type="http://schemas.openxmlformats.org/officeDocument/2006/relationships/customXml" Target="../ink/ink140.xml"/><Relationship Id="rId241" Type="http://schemas.openxmlformats.org/officeDocument/2006/relationships/image" Target="../media/image151.png"/><Relationship Id="rId15" Type="http://schemas.openxmlformats.org/officeDocument/2006/relationships/customXml" Target="../ink/ink37.xml"/><Relationship Id="rId36" Type="http://schemas.openxmlformats.org/officeDocument/2006/relationships/image" Target="../media/image49.png"/><Relationship Id="rId57" Type="http://schemas.openxmlformats.org/officeDocument/2006/relationships/customXml" Target="../ink/ink58.xml"/><Relationship Id="rId262" Type="http://schemas.openxmlformats.org/officeDocument/2006/relationships/customXml" Target="../ink/ink161.xml"/><Relationship Id="rId283" Type="http://schemas.openxmlformats.org/officeDocument/2006/relationships/image" Target="../media/image172.png"/><Relationship Id="rId318" Type="http://schemas.openxmlformats.org/officeDocument/2006/relationships/customXml" Target="../ink/ink189.xml"/><Relationship Id="rId78" Type="http://schemas.openxmlformats.org/officeDocument/2006/relationships/image" Target="../media/image70.png"/><Relationship Id="rId99" Type="http://schemas.openxmlformats.org/officeDocument/2006/relationships/customXml" Target="../ink/ink79.xml"/><Relationship Id="rId101" Type="http://schemas.openxmlformats.org/officeDocument/2006/relationships/customXml" Target="../ink/ink80.xml"/><Relationship Id="rId122" Type="http://schemas.openxmlformats.org/officeDocument/2006/relationships/image" Target="../media/image92.png"/><Relationship Id="rId143" Type="http://schemas.openxmlformats.org/officeDocument/2006/relationships/image" Target="../media/image102.png"/><Relationship Id="rId164" Type="http://schemas.openxmlformats.org/officeDocument/2006/relationships/customXml" Target="../ink/ink112.xml"/><Relationship Id="rId185" Type="http://schemas.openxmlformats.org/officeDocument/2006/relationships/image" Target="../media/image123.png"/><Relationship Id="rId9" Type="http://schemas.openxmlformats.org/officeDocument/2006/relationships/customXml" Target="../ink/ink34.xml"/><Relationship Id="rId210" Type="http://schemas.openxmlformats.org/officeDocument/2006/relationships/customXml" Target="../ink/ink135.xml"/><Relationship Id="rId26" Type="http://schemas.openxmlformats.org/officeDocument/2006/relationships/image" Target="../media/image44.png"/><Relationship Id="rId231" Type="http://schemas.openxmlformats.org/officeDocument/2006/relationships/image" Target="../media/image146.png"/><Relationship Id="rId252" Type="http://schemas.openxmlformats.org/officeDocument/2006/relationships/customXml" Target="../ink/ink156.xml"/><Relationship Id="rId273" Type="http://schemas.openxmlformats.org/officeDocument/2006/relationships/image" Target="../media/image167.png"/><Relationship Id="rId294" Type="http://schemas.openxmlformats.org/officeDocument/2006/relationships/customXml" Target="../ink/ink177.xml"/><Relationship Id="rId308" Type="http://schemas.openxmlformats.org/officeDocument/2006/relationships/customXml" Target="../ink/ink184.xml"/><Relationship Id="rId47" Type="http://schemas.openxmlformats.org/officeDocument/2006/relationships/customXml" Target="../ink/ink53.xml"/><Relationship Id="rId68" Type="http://schemas.openxmlformats.org/officeDocument/2006/relationships/image" Target="../media/image65.png"/><Relationship Id="rId89" Type="http://schemas.openxmlformats.org/officeDocument/2006/relationships/customXml" Target="../ink/ink74.xml"/><Relationship Id="rId112" Type="http://schemas.openxmlformats.org/officeDocument/2006/relationships/image" Target="../media/image87.png"/><Relationship Id="rId133" Type="http://schemas.openxmlformats.org/officeDocument/2006/relationships/image" Target="../media/image97.png"/><Relationship Id="rId154" Type="http://schemas.openxmlformats.org/officeDocument/2006/relationships/customXml" Target="../ink/ink107.xml"/><Relationship Id="rId175" Type="http://schemas.openxmlformats.org/officeDocument/2006/relationships/image" Target="../media/image118.png"/><Relationship Id="rId196" Type="http://schemas.openxmlformats.org/officeDocument/2006/relationships/customXml" Target="../ink/ink128.xml"/><Relationship Id="rId200" Type="http://schemas.openxmlformats.org/officeDocument/2006/relationships/customXml" Target="../ink/ink130.xml"/><Relationship Id="rId16" Type="http://schemas.openxmlformats.org/officeDocument/2006/relationships/image" Target="../media/image39.png"/><Relationship Id="rId221" Type="http://schemas.openxmlformats.org/officeDocument/2006/relationships/image" Target="../media/image141.png"/><Relationship Id="rId242" Type="http://schemas.openxmlformats.org/officeDocument/2006/relationships/customXml" Target="../ink/ink151.xml"/><Relationship Id="rId263" Type="http://schemas.openxmlformats.org/officeDocument/2006/relationships/image" Target="../media/image162.png"/><Relationship Id="rId284" Type="http://schemas.openxmlformats.org/officeDocument/2006/relationships/customXml" Target="../ink/ink172.xml"/><Relationship Id="rId319" Type="http://schemas.openxmlformats.org/officeDocument/2006/relationships/image" Target="../media/image190.png"/><Relationship Id="rId37" Type="http://schemas.openxmlformats.org/officeDocument/2006/relationships/customXml" Target="../ink/ink48.xml"/><Relationship Id="rId58" Type="http://schemas.openxmlformats.org/officeDocument/2006/relationships/image" Target="../media/image60.png"/><Relationship Id="rId79" Type="http://schemas.openxmlformats.org/officeDocument/2006/relationships/customXml" Target="../ink/ink69.xml"/><Relationship Id="rId102" Type="http://schemas.openxmlformats.org/officeDocument/2006/relationships/image" Target="../media/image82.png"/><Relationship Id="rId123" Type="http://schemas.openxmlformats.org/officeDocument/2006/relationships/customXml" Target="../ink/ink91.xml"/><Relationship Id="rId144" Type="http://schemas.openxmlformats.org/officeDocument/2006/relationships/customXml" Target="../ink/ink102.xml"/><Relationship Id="rId90" Type="http://schemas.openxmlformats.org/officeDocument/2006/relationships/image" Target="../media/image76.png"/><Relationship Id="rId165" Type="http://schemas.openxmlformats.org/officeDocument/2006/relationships/image" Target="../media/image113.png"/><Relationship Id="rId186" Type="http://schemas.openxmlformats.org/officeDocument/2006/relationships/customXml" Target="../ink/ink123.xml"/><Relationship Id="rId211" Type="http://schemas.openxmlformats.org/officeDocument/2006/relationships/image" Target="../media/image136.png"/><Relationship Id="rId232" Type="http://schemas.openxmlformats.org/officeDocument/2006/relationships/customXml" Target="../ink/ink146.xml"/><Relationship Id="rId253" Type="http://schemas.openxmlformats.org/officeDocument/2006/relationships/image" Target="../media/image157.png"/><Relationship Id="rId274" Type="http://schemas.openxmlformats.org/officeDocument/2006/relationships/customXml" Target="../ink/ink167.xml"/><Relationship Id="rId295" Type="http://schemas.openxmlformats.org/officeDocument/2006/relationships/image" Target="../media/image178.png"/><Relationship Id="rId309" Type="http://schemas.openxmlformats.org/officeDocument/2006/relationships/image" Target="../media/image185.png"/><Relationship Id="rId27" Type="http://schemas.openxmlformats.org/officeDocument/2006/relationships/customXml" Target="../ink/ink43.xml"/><Relationship Id="rId48" Type="http://schemas.openxmlformats.org/officeDocument/2006/relationships/image" Target="../media/image55.png"/><Relationship Id="rId69" Type="http://schemas.openxmlformats.org/officeDocument/2006/relationships/customXml" Target="../ink/ink64.xml"/><Relationship Id="rId113" Type="http://schemas.openxmlformats.org/officeDocument/2006/relationships/customXml" Target="../ink/ink86.xml"/><Relationship Id="rId134" Type="http://schemas.openxmlformats.org/officeDocument/2006/relationships/customXml" Target="../ink/ink97.xml"/><Relationship Id="rId80" Type="http://schemas.openxmlformats.org/officeDocument/2006/relationships/image" Target="../media/image71.png"/><Relationship Id="rId155" Type="http://schemas.openxmlformats.org/officeDocument/2006/relationships/image" Target="../media/image108.png"/><Relationship Id="rId176" Type="http://schemas.openxmlformats.org/officeDocument/2006/relationships/customXml" Target="../ink/ink118.xml"/><Relationship Id="rId197" Type="http://schemas.openxmlformats.org/officeDocument/2006/relationships/image" Target="../media/image129.png"/><Relationship Id="rId201" Type="http://schemas.openxmlformats.org/officeDocument/2006/relationships/image" Target="../media/image131.png"/><Relationship Id="rId222" Type="http://schemas.openxmlformats.org/officeDocument/2006/relationships/customXml" Target="../ink/ink141.xml"/><Relationship Id="rId243" Type="http://schemas.openxmlformats.org/officeDocument/2006/relationships/image" Target="../media/image152.png"/><Relationship Id="rId264" Type="http://schemas.openxmlformats.org/officeDocument/2006/relationships/customXml" Target="../ink/ink162.xml"/><Relationship Id="rId285" Type="http://schemas.openxmlformats.org/officeDocument/2006/relationships/image" Target="../media/image173.png"/><Relationship Id="rId17" Type="http://schemas.openxmlformats.org/officeDocument/2006/relationships/customXml" Target="../ink/ink38.xml"/><Relationship Id="rId38" Type="http://schemas.openxmlformats.org/officeDocument/2006/relationships/image" Target="../media/image50.png"/><Relationship Id="rId59" Type="http://schemas.openxmlformats.org/officeDocument/2006/relationships/customXml" Target="../ink/ink59.xml"/><Relationship Id="rId103" Type="http://schemas.openxmlformats.org/officeDocument/2006/relationships/customXml" Target="../ink/ink81.xml"/><Relationship Id="rId124" Type="http://schemas.openxmlformats.org/officeDocument/2006/relationships/image" Target="../media/image93.png"/><Relationship Id="rId310" Type="http://schemas.openxmlformats.org/officeDocument/2006/relationships/customXml" Target="../ink/ink185.xml"/><Relationship Id="rId70" Type="http://schemas.openxmlformats.org/officeDocument/2006/relationships/image" Target="../media/image66.png"/><Relationship Id="rId91" Type="http://schemas.openxmlformats.org/officeDocument/2006/relationships/customXml" Target="../ink/ink75.xml"/><Relationship Id="rId145" Type="http://schemas.openxmlformats.org/officeDocument/2006/relationships/image" Target="../media/image103.png"/><Relationship Id="rId166" Type="http://schemas.openxmlformats.org/officeDocument/2006/relationships/customXml" Target="../ink/ink113.xml"/><Relationship Id="rId187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36.xml"/><Relationship Id="rId233" Type="http://schemas.openxmlformats.org/officeDocument/2006/relationships/image" Target="../media/image147.png"/><Relationship Id="rId254" Type="http://schemas.openxmlformats.org/officeDocument/2006/relationships/customXml" Target="../ink/ink157.xml"/><Relationship Id="rId28" Type="http://schemas.openxmlformats.org/officeDocument/2006/relationships/image" Target="../media/image45.png"/><Relationship Id="rId49" Type="http://schemas.openxmlformats.org/officeDocument/2006/relationships/customXml" Target="../ink/ink54.xml"/><Relationship Id="rId114" Type="http://schemas.openxmlformats.org/officeDocument/2006/relationships/image" Target="../media/image88.png"/><Relationship Id="rId275" Type="http://schemas.openxmlformats.org/officeDocument/2006/relationships/image" Target="../media/image168.png"/><Relationship Id="rId296" Type="http://schemas.openxmlformats.org/officeDocument/2006/relationships/customXml" Target="../ink/ink178.xml"/><Relationship Id="rId300" Type="http://schemas.openxmlformats.org/officeDocument/2006/relationships/customXml" Target="../ink/ink180.xml"/><Relationship Id="rId60" Type="http://schemas.openxmlformats.org/officeDocument/2006/relationships/image" Target="../media/image61.png"/><Relationship Id="rId81" Type="http://schemas.openxmlformats.org/officeDocument/2006/relationships/customXml" Target="../ink/ink70.xml"/><Relationship Id="rId135" Type="http://schemas.openxmlformats.org/officeDocument/2006/relationships/image" Target="../media/image98.png"/><Relationship Id="rId156" Type="http://schemas.openxmlformats.org/officeDocument/2006/relationships/customXml" Target="../ink/ink108.xml"/><Relationship Id="rId177" Type="http://schemas.openxmlformats.org/officeDocument/2006/relationships/image" Target="../media/image119.png"/><Relationship Id="rId198" Type="http://schemas.openxmlformats.org/officeDocument/2006/relationships/customXml" Target="../ink/ink129.xml"/><Relationship Id="rId202" Type="http://schemas.openxmlformats.org/officeDocument/2006/relationships/customXml" Target="../ink/ink131.xml"/><Relationship Id="rId223" Type="http://schemas.openxmlformats.org/officeDocument/2006/relationships/image" Target="../media/image142.png"/><Relationship Id="rId244" Type="http://schemas.openxmlformats.org/officeDocument/2006/relationships/customXml" Target="../ink/ink152.xml"/><Relationship Id="rId18" Type="http://schemas.openxmlformats.org/officeDocument/2006/relationships/image" Target="../media/image40.png"/><Relationship Id="rId39" Type="http://schemas.openxmlformats.org/officeDocument/2006/relationships/customXml" Target="../ink/ink49.xml"/><Relationship Id="rId265" Type="http://schemas.openxmlformats.org/officeDocument/2006/relationships/image" Target="../media/image163.png"/><Relationship Id="rId286" Type="http://schemas.openxmlformats.org/officeDocument/2006/relationships/customXml" Target="../ink/ink173.xml"/><Relationship Id="rId50" Type="http://schemas.openxmlformats.org/officeDocument/2006/relationships/image" Target="../media/image56.png"/><Relationship Id="rId104" Type="http://schemas.openxmlformats.org/officeDocument/2006/relationships/image" Target="../media/image83.png"/><Relationship Id="rId125" Type="http://schemas.openxmlformats.org/officeDocument/2006/relationships/customXml" Target="../ink/ink92.xml"/><Relationship Id="rId146" Type="http://schemas.openxmlformats.org/officeDocument/2006/relationships/customXml" Target="../ink/ink103.xml"/><Relationship Id="rId167" Type="http://schemas.openxmlformats.org/officeDocument/2006/relationships/image" Target="../media/image114.png"/><Relationship Id="rId188" Type="http://schemas.openxmlformats.org/officeDocument/2006/relationships/customXml" Target="../ink/ink124.xml"/><Relationship Id="rId311" Type="http://schemas.openxmlformats.org/officeDocument/2006/relationships/image" Target="../media/image186.png"/><Relationship Id="rId71" Type="http://schemas.openxmlformats.org/officeDocument/2006/relationships/customXml" Target="../ink/ink65.xml"/><Relationship Id="rId92" Type="http://schemas.openxmlformats.org/officeDocument/2006/relationships/image" Target="../media/image77.png"/><Relationship Id="rId213" Type="http://schemas.openxmlformats.org/officeDocument/2006/relationships/image" Target="../media/image137.png"/><Relationship Id="rId234" Type="http://schemas.openxmlformats.org/officeDocument/2006/relationships/customXml" Target="../ink/ink147.xml"/><Relationship Id="rId2" Type="http://schemas.openxmlformats.org/officeDocument/2006/relationships/image" Target="../media/image32.png"/><Relationship Id="rId29" Type="http://schemas.openxmlformats.org/officeDocument/2006/relationships/customXml" Target="../ink/ink44.xml"/><Relationship Id="rId255" Type="http://schemas.openxmlformats.org/officeDocument/2006/relationships/image" Target="../media/image158.png"/><Relationship Id="rId276" Type="http://schemas.openxmlformats.org/officeDocument/2006/relationships/customXml" Target="../ink/ink168.xml"/><Relationship Id="rId297" Type="http://schemas.openxmlformats.org/officeDocument/2006/relationships/image" Target="../media/image179.png"/><Relationship Id="rId40" Type="http://schemas.openxmlformats.org/officeDocument/2006/relationships/image" Target="../media/image51.png"/><Relationship Id="rId115" Type="http://schemas.openxmlformats.org/officeDocument/2006/relationships/customXml" Target="../ink/ink87.xml"/><Relationship Id="rId136" Type="http://schemas.openxmlformats.org/officeDocument/2006/relationships/customXml" Target="../ink/ink98.xml"/><Relationship Id="rId157" Type="http://schemas.openxmlformats.org/officeDocument/2006/relationships/image" Target="../media/image109.png"/><Relationship Id="rId178" Type="http://schemas.openxmlformats.org/officeDocument/2006/relationships/customXml" Target="../ink/ink119.xml"/><Relationship Id="rId301" Type="http://schemas.openxmlformats.org/officeDocument/2006/relationships/image" Target="../media/image181.png"/><Relationship Id="rId61" Type="http://schemas.openxmlformats.org/officeDocument/2006/relationships/customXml" Target="../ink/ink60.xml"/><Relationship Id="rId82" Type="http://schemas.openxmlformats.org/officeDocument/2006/relationships/image" Target="../media/image72.png"/><Relationship Id="rId199" Type="http://schemas.openxmlformats.org/officeDocument/2006/relationships/image" Target="../media/image130.png"/><Relationship Id="rId203" Type="http://schemas.openxmlformats.org/officeDocument/2006/relationships/image" Target="../media/image132.png"/><Relationship Id="rId19" Type="http://schemas.openxmlformats.org/officeDocument/2006/relationships/customXml" Target="../ink/ink39.xml"/><Relationship Id="rId224" Type="http://schemas.openxmlformats.org/officeDocument/2006/relationships/customXml" Target="../ink/ink142.xml"/><Relationship Id="rId245" Type="http://schemas.openxmlformats.org/officeDocument/2006/relationships/image" Target="../media/image153.png"/><Relationship Id="rId266" Type="http://schemas.openxmlformats.org/officeDocument/2006/relationships/customXml" Target="../ink/ink163.xml"/><Relationship Id="rId287" Type="http://schemas.openxmlformats.org/officeDocument/2006/relationships/image" Target="../media/image174.png"/><Relationship Id="rId30" Type="http://schemas.openxmlformats.org/officeDocument/2006/relationships/image" Target="../media/image46.png"/><Relationship Id="rId105" Type="http://schemas.openxmlformats.org/officeDocument/2006/relationships/customXml" Target="../ink/ink82.xml"/><Relationship Id="rId126" Type="http://schemas.openxmlformats.org/officeDocument/2006/relationships/image" Target="../media/image94.png"/><Relationship Id="rId147" Type="http://schemas.openxmlformats.org/officeDocument/2006/relationships/image" Target="../media/image104.png"/><Relationship Id="rId168" Type="http://schemas.openxmlformats.org/officeDocument/2006/relationships/customXml" Target="../ink/ink114.xml"/><Relationship Id="rId312" Type="http://schemas.openxmlformats.org/officeDocument/2006/relationships/customXml" Target="../ink/ink186.xml"/><Relationship Id="rId51" Type="http://schemas.openxmlformats.org/officeDocument/2006/relationships/customXml" Target="../ink/ink55.xml"/><Relationship Id="rId72" Type="http://schemas.openxmlformats.org/officeDocument/2006/relationships/image" Target="../media/image67.png"/><Relationship Id="rId93" Type="http://schemas.openxmlformats.org/officeDocument/2006/relationships/customXml" Target="../ink/ink76.xml"/><Relationship Id="rId189" Type="http://schemas.openxmlformats.org/officeDocument/2006/relationships/image" Target="../media/image125.png"/><Relationship Id="rId3" Type="http://schemas.openxmlformats.org/officeDocument/2006/relationships/customXml" Target="../ink/ink31.xml"/><Relationship Id="rId214" Type="http://schemas.openxmlformats.org/officeDocument/2006/relationships/customXml" Target="../ink/ink137.xml"/><Relationship Id="rId235" Type="http://schemas.openxmlformats.org/officeDocument/2006/relationships/image" Target="../media/image148.png"/><Relationship Id="rId256" Type="http://schemas.openxmlformats.org/officeDocument/2006/relationships/customXml" Target="../ink/ink158.xml"/><Relationship Id="rId277" Type="http://schemas.openxmlformats.org/officeDocument/2006/relationships/image" Target="../media/image169.png"/><Relationship Id="rId298" Type="http://schemas.openxmlformats.org/officeDocument/2006/relationships/customXml" Target="../ink/ink179.xml"/><Relationship Id="rId116" Type="http://schemas.openxmlformats.org/officeDocument/2006/relationships/image" Target="../media/image89.png"/><Relationship Id="rId137" Type="http://schemas.openxmlformats.org/officeDocument/2006/relationships/image" Target="../media/image99.png"/><Relationship Id="rId158" Type="http://schemas.openxmlformats.org/officeDocument/2006/relationships/customXml" Target="../ink/ink109.xml"/><Relationship Id="rId302" Type="http://schemas.openxmlformats.org/officeDocument/2006/relationships/customXml" Target="../ink/ink181.xml"/><Relationship Id="rId20" Type="http://schemas.openxmlformats.org/officeDocument/2006/relationships/image" Target="../media/image41.png"/><Relationship Id="rId41" Type="http://schemas.openxmlformats.org/officeDocument/2006/relationships/customXml" Target="../ink/ink50.xml"/><Relationship Id="rId62" Type="http://schemas.openxmlformats.org/officeDocument/2006/relationships/image" Target="../media/image62.png"/><Relationship Id="rId83" Type="http://schemas.openxmlformats.org/officeDocument/2006/relationships/customXml" Target="../ink/ink71.xml"/><Relationship Id="rId179" Type="http://schemas.openxmlformats.org/officeDocument/2006/relationships/image" Target="../media/image120.png"/><Relationship Id="rId190" Type="http://schemas.openxmlformats.org/officeDocument/2006/relationships/customXml" Target="../ink/ink125.xml"/><Relationship Id="rId204" Type="http://schemas.openxmlformats.org/officeDocument/2006/relationships/customXml" Target="../ink/ink132.xml"/><Relationship Id="rId225" Type="http://schemas.openxmlformats.org/officeDocument/2006/relationships/image" Target="../media/image143.png"/><Relationship Id="rId246" Type="http://schemas.openxmlformats.org/officeDocument/2006/relationships/customXml" Target="../ink/ink153.xml"/><Relationship Id="rId267" Type="http://schemas.openxmlformats.org/officeDocument/2006/relationships/image" Target="../media/image164.png"/><Relationship Id="rId288" Type="http://schemas.openxmlformats.org/officeDocument/2006/relationships/customXml" Target="../ink/ink174.xml"/><Relationship Id="rId106" Type="http://schemas.openxmlformats.org/officeDocument/2006/relationships/image" Target="../media/image84.png"/><Relationship Id="rId127" Type="http://schemas.openxmlformats.org/officeDocument/2006/relationships/customXml" Target="../ink/ink93.xml"/><Relationship Id="rId313" Type="http://schemas.openxmlformats.org/officeDocument/2006/relationships/image" Target="../media/image187.png"/><Relationship Id="rId10" Type="http://schemas.openxmlformats.org/officeDocument/2006/relationships/image" Target="../media/image36.png"/><Relationship Id="rId31" Type="http://schemas.openxmlformats.org/officeDocument/2006/relationships/customXml" Target="../ink/ink45.xml"/><Relationship Id="rId52" Type="http://schemas.openxmlformats.org/officeDocument/2006/relationships/image" Target="../media/image57.png"/><Relationship Id="rId73" Type="http://schemas.openxmlformats.org/officeDocument/2006/relationships/customXml" Target="../ink/ink66.xml"/><Relationship Id="rId94" Type="http://schemas.openxmlformats.org/officeDocument/2006/relationships/image" Target="../media/image78.png"/><Relationship Id="rId148" Type="http://schemas.openxmlformats.org/officeDocument/2006/relationships/customXml" Target="../ink/ink104.xml"/><Relationship Id="rId169" Type="http://schemas.openxmlformats.org/officeDocument/2006/relationships/image" Target="../media/image115.png"/><Relationship Id="rId4" Type="http://schemas.openxmlformats.org/officeDocument/2006/relationships/image" Target="../media/image33.png"/><Relationship Id="rId180" Type="http://schemas.openxmlformats.org/officeDocument/2006/relationships/customXml" Target="../ink/ink120.xml"/><Relationship Id="rId215" Type="http://schemas.openxmlformats.org/officeDocument/2006/relationships/image" Target="../media/image138.png"/><Relationship Id="rId236" Type="http://schemas.openxmlformats.org/officeDocument/2006/relationships/customXml" Target="../ink/ink148.xml"/><Relationship Id="rId257" Type="http://schemas.openxmlformats.org/officeDocument/2006/relationships/image" Target="../media/image159.png"/><Relationship Id="rId278" Type="http://schemas.openxmlformats.org/officeDocument/2006/relationships/customXml" Target="../ink/ink169.xml"/><Relationship Id="rId303" Type="http://schemas.openxmlformats.org/officeDocument/2006/relationships/image" Target="../media/image182.png"/><Relationship Id="rId42" Type="http://schemas.openxmlformats.org/officeDocument/2006/relationships/image" Target="../media/image52.png"/><Relationship Id="rId84" Type="http://schemas.openxmlformats.org/officeDocument/2006/relationships/image" Target="../media/image73.png"/><Relationship Id="rId138" Type="http://schemas.openxmlformats.org/officeDocument/2006/relationships/customXml" Target="../ink/ink99.xml"/><Relationship Id="rId191" Type="http://schemas.openxmlformats.org/officeDocument/2006/relationships/image" Target="../media/image126.png"/><Relationship Id="rId205" Type="http://schemas.openxmlformats.org/officeDocument/2006/relationships/image" Target="../media/image133.png"/><Relationship Id="rId247" Type="http://schemas.openxmlformats.org/officeDocument/2006/relationships/image" Target="../media/image154.png"/><Relationship Id="rId107" Type="http://schemas.openxmlformats.org/officeDocument/2006/relationships/customXml" Target="../ink/ink83.xml"/><Relationship Id="rId289" Type="http://schemas.openxmlformats.org/officeDocument/2006/relationships/image" Target="../media/image175.png"/><Relationship Id="rId11" Type="http://schemas.openxmlformats.org/officeDocument/2006/relationships/customXml" Target="../ink/ink35.xml"/><Relationship Id="rId53" Type="http://schemas.openxmlformats.org/officeDocument/2006/relationships/customXml" Target="../ink/ink56.xml"/><Relationship Id="rId149" Type="http://schemas.openxmlformats.org/officeDocument/2006/relationships/image" Target="../media/image105.png"/><Relationship Id="rId314" Type="http://schemas.openxmlformats.org/officeDocument/2006/relationships/customXml" Target="../ink/ink187.xml"/><Relationship Id="rId95" Type="http://schemas.openxmlformats.org/officeDocument/2006/relationships/customXml" Target="../ink/ink77.xml"/><Relationship Id="rId160" Type="http://schemas.openxmlformats.org/officeDocument/2006/relationships/customXml" Target="../ink/ink110.xml"/><Relationship Id="rId216" Type="http://schemas.openxmlformats.org/officeDocument/2006/relationships/customXml" Target="../ink/ink138.xml"/><Relationship Id="rId258" Type="http://schemas.openxmlformats.org/officeDocument/2006/relationships/customXml" Target="../ink/ink159.xml"/><Relationship Id="rId22" Type="http://schemas.openxmlformats.org/officeDocument/2006/relationships/image" Target="../media/image42.png"/><Relationship Id="rId64" Type="http://schemas.openxmlformats.org/officeDocument/2006/relationships/image" Target="../media/image63.png"/><Relationship Id="rId118" Type="http://schemas.openxmlformats.org/officeDocument/2006/relationships/image" Target="../media/image90.png"/><Relationship Id="rId171" Type="http://schemas.openxmlformats.org/officeDocument/2006/relationships/image" Target="../media/image116.png"/><Relationship Id="rId227" Type="http://schemas.openxmlformats.org/officeDocument/2006/relationships/image" Target="../media/image144.png"/><Relationship Id="rId269" Type="http://schemas.openxmlformats.org/officeDocument/2006/relationships/image" Target="../media/image165.png"/><Relationship Id="rId33" Type="http://schemas.openxmlformats.org/officeDocument/2006/relationships/customXml" Target="../ink/ink46.xml"/><Relationship Id="rId129" Type="http://schemas.openxmlformats.org/officeDocument/2006/relationships/customXml" Target="../ink/ink94.xml"/><Relationship Id="rId280" Type="http://schemas.openxmlformats.org/officeDocument/2006/relationships/customXml" Target="../ink/ink170.xml"/><Relationship Id="rId75" Type="http://schemas.openxmlformats.org/officeDocument/2006/relationships/customXml" Target="../ink/ink67.xml"/><Relationship Id="rId140" Type="http://schemas.openxmlformats.org/officeDocument/2006/relationships/customXml" Target="../ink/ink100.xml"/><Relationship Id="rId182" Type="http://schemas.openxmlformats.org/officeDocument/2006/relationships/customXml" Target="../ink/ink121.xml"/><Relationship Id="rId6" Type="http://schemas.openxmlformats.org/officeDocument/2006/relationships/image" Target="../media/image34.png"/><Relationship Id="rId238" Type="http://schemas.openxmlformats.org/officeDocument/2006/relationships/customXml" Target="../ink/ink149.xml"/><Relationship Id="rId291" Type="http://schemas.openxmlformats.org/officeDocument/2006/relationships/image" Target="../media/image176.png"/><Relationship Id="rId305" Type="http://schemas.openxmlformats.org/officeDocument/2006/relationships/image" Target="../media/image183.png"/><Relationship Id="rId44" Type="http://schemas.openxmlformats.org/officeDocument/2006/relationships/image" Target="../media/image53.png"/><Relationship Id="rId86" Type="http://schemas.openxmlformats.org/officeDocument/2006/relationships/image" Target="../media/image74.png"/><Relationship Id="rId151" Type="http://schemas.openxmlformats.org/officeDocument/2006/relationships/image" Target="../media/image106.png"/><Relationship Id="rId193" Type="http://schemas.openxmlformats.org/officeDocument/2006/relationships/image" Target="../media/image127.png"/><Relationship Id="rId207" Type="http://schemas.openxmlformats.org/officeDocument/2006/relationships/image" Target="../media/image134.png"/><Relationship Id="rId249" Type="http://schemas.openxmlformats.org/officeDocument/2006/relationships/image" Target="../media/image15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.png"/><Relationship Id="rId299" Type="http://schemas.openxmlformats.org/officeDocument/2006/relationships/image" Target="../media/image339.png"/><Relationship Id="rId21" Type="http://schemas.openxmlformats.org/officeDocument/2006/relationships/image" Target="../media/image200.png"/><Relationship Id="rId63" Type="http://schemas.openxmlformats.org/officeDocument/2006/relationships/image" Target="../media/image221.png"/><Relationship Id="rId159" Type="http://schemas.openxmlformats.org/officeDocument/2006/relationships/image" Target="../media/image269.png"/><Relationship Id="rId324" Type="http://schemas.openxmlformats.org/officeDocument/2006/relationships/customXml" Target="../ink/ink351.xml"/><Relationship Id="rId366" Type="http://schemas.openxmlformats.org/officeDocument/2006/relationships/customXml" Target="../ink/ink372.xml"/><Relationship Id="rId170" Type="http://schemas.openxmlformats.org/officeDocument/2006/relationships/customXml" Target="../ink/ink274.xml"/><Relationship Id="rId226" Type="http://schemas.openxmlformats.org/officeDocument/2006/relationships/customXml" Target="../ink/ink302.xml"/><Relationship Id="rId268" Type="http://schemas.openxmlformats.org/officeDocument/2006/relationships/customXml" Target="../ink/ink323.xml"/><Relationship Id="rId32" Type="http://schemas.openxmlformats.org/officeDocument/2006/relationships/customXml" Target="../ink/ink205.xml"/><Relationship Id="rId74" Type="http://schemas.openxmlformats.org/officeDocument/2006/relationships/customXml" Target="../ink/ink226.xml"/><Relationship Id="rId128" Type="http://schemas.openxmlformats.org/officeDocument/2006/relationships/customXml" Target="../ink/ink253.xml"/><Relationship Id="rId335" Type="http://schemas.openxmlformats.org/officeDocument/2006/relationships/image" Target="../media/image357.png"/><Relationship Id="rId377" Type="http://schemas.openxmlformats.org/officeDocument/2006/relationships/image" Target="../media/image378.png"/><Relationship Id="rId5" Type="http://schemas.openxmlformats.org/officeDocument/2006/relationships/image" Target="../media/image192.png"/><Relationship Id="rId181" Type="http://schemas.openxmlformats.org/officeDocument/2006/relationships/image" Target="../media/image280.png"/><Relationship Id="rId237" Type="http://schemas.openxmlformats.org/officeDocument/2006/relationships/image" Target="../media/image308.png"/><Relationship Id="rId279" Type="http://schemas.openxmlformats.org/officeDocument/2006/relationships/image" Target="../media/image329.png"/><Relationship Id="rId43" Type="http://schemas.openxmlformats.org/officeDocument/2006/relationships/image" Target="../media/image211.png"/><Relationship Id="rId139" Type="http://schemas.openxmlformats.org/officeDocument/2006/relationships/image" Target="../media/image259.png"/><Relationship Id="rId290" Type="http://schemas.openxmlformats.org/officeDocument/2006/relationships/customXml" Target="../ink/ink334.xml"/><Relationship Id="rId304" Type="http://schemas.openxmlformats.org/officeDocument/2006/relationships/customXml" Target="../ink/ink341.xml"/><Relationship Id="rId346" Type="http://schemas.openxmlformats.org/officeDocument/2006/relationships/customXml" Target="../ink/ink362.xml"/><Relationship Id="rId85" Type="http://schemas.openxmlformats.org/officeDocument/2006/relationships/image" Target="../media/image232.png"/><Relationship Id="rId150" Type="http://schemas.openxmlformats.org/officeDocument/2006/relationships/customXml" Target="../ink/ink264.xml"/><Relationship Id="rId192" Type="http://schemas.openxmlformats.org/officeDocument/2006/relationships/customXml" Target="../ink/ink285.xml"/><Relationship Id="rId206" Type="http://schemas.openxmlformats.org/officeDocument/2006/relationships/customXml" Target="../ink/ink292.xml"/><Relationship Id="rId248" Type="http://schemas.openxmlformats.org/officeDocument/2006/relationships/customXml" Target="../ink/ink313.xml"/><Relationship Id="rId12" Type="http://schemas.openxmlformats.org/officeDocument/2006/relationships/customXml" Target="../ink/ink195.xml"/><Relationship Id="rId108" Type="http://schemas.openxmlformats.org/officeDocument/2006/relationships/customXml" Target="../ink/ink243.xml"/><Relationship Id="rId315" Type="http://schemas.openxmlformats.org/officeDocument/2006/relationships/image" Target="../media/image347.png"/><Relationship Id="rId357" Type="http://schemas.openxmlformats.org/officeDocument/2006/relationships/image" Target="../media/image368.png"/><Relationship Id="rId54" Type="http://schemas.openxmlformats.org/officeDocument/2006/relationships/customXml" Target="../ink/ink216.xml"/><Relationship Id="rId96" Type="http://schemas.openxmlformats.org/officeDocument/2006/relationships/customXml" Target="../ink/ink237.xml"/><Relationship Id="rId161" Type="http://schemas.openxmlformats.org/officeDocument/2006/relationships/image" Target="../media/image270.png"/><Relationship Id="rId217" Type="http://schemas.openxmlformats.org/officeDocument/2006/relationships/image" Target="../media/image298.png"/><Relationship Id="rId259" Type="http://schemas.openxmlformats.org/officeDocument/2006/relationships/image" Target="../media/image319.png"/><Relationship Id="rId23" Type="http://schemas.openxmlformats.org/officeDocument/2006/relationships/image" Target="../media/image201.png"/><Relationship Id="rId119" Type="http://schemas.openxmlformats.org/officeDocument/2006/relationships/image" Target="../media/image249.png"/><Relationship Id="rId270" Type="http://schemas.openxmlformats.org/officeDocument/2006/relationships/customXml" Target="../ink/ink324.xml"/><Relationship Id="rId326" Type="http://schemas.openxmlformats.org/officeDocument/2006/relationships/customXml" Target="../ink/ink352.xml"/><Relationship Id="rId65" Type="http://schemas.openxmlformats.org/officeDocument/2006/relationships/image" Target="../media/image222.png"/><Relationship Id="rId130" Type="http://schemas.openxmlformats.org/officeDocument/2006/relationships/customXml" Target="../ink/ink254.xml"/><Relationship Id="rId368" Type="http://schemas.openxmlformats.org/officeDocument/2006/relationships/customXml" Target="../ink/ink373.xml"/><Relationship Id="rId172" Type="http://schemas.openxmlformats.org/officeDocument/2006/relationships/customXml" Target="../ink/ink275.xml"/><Relationship Id="rId228" Type="http://schemas.openxmlformats.org/officeDocument/2006/relationships/customXml" Target="../ink/ink303.xml"/><Relationship Id="rId281" Type="http://schemas.openxmlformats.org/officeDocument/2006/relationships/image" Target="../media/image330.png"/><Relationship Id="rId337" Type="http://schemas.openxmlformats.org/officeDocument/2006/relationships/image" Target="../media/image358.png"/><Relationship Id="rId34" Type="http://schemas.openxmlformats.org/officeDocument/2006/relationships/customXml" Target="../ink/ink206.xml"/><Relationship Id="rId76" Type="http://schemas.openxmlformats.org/officeDocument/2006/relationships/customXml" Target="../ink/ink227.xml"/><Relationship Id="rId141" Type="http://schemas.openxmlformats.org/officeDocument/2006/relationships/image" Target="../media/image260.png"/><Relationship Id="rId379" Type="http://schemas.openxmlformats.org/officeDocument/2006/relationships/image" Target="../media/image379.png"/><Relationship Id="rId7" Type="http://schemas.openxmlformats.org/officeDocument/2006/relationships/image" Target="../media/image193.png"/><Relationship Id="rId183" Type="http://schemas.openxmlformats.org/officeDocument/2006/relationships/image" Target="../media/image281.png"/><Relationship Id="rId239" Type="http://schemas.openxmlformats.org/officeDocument/2006/relationships/image" Target="../media/image309.png"/><Relationship Id="rId250" Type="http://schemas.openxmlformats.org/officeDocument/2006/relationships/customXml" Target="../ink/ink314.xml"/><Relationship Id="rId292" Type="http://schemas.openxmlformats.org/officeDocument/2006/relationships/customXml" Target="../ink/ink335.xml"/><Relationship Id="rId306" Type="http://schemas.openxmlformats.org/officeDocument/2006/relationships/customXml" Target="../ink/ink342.xml"/><Relationship Id="rId45" Type="http://schemas.openxmlformats.org/officeDocument/2006/relationships/image" Target="../media/image212.png"/><Relationship Id="rId87" Type="http://schemas.openxmlformats.org/officeDocument/2006/relationships/image" Target="../media/image233.png"/><Relationship Id="rId110" Type="http://schemas.openxmlformats.org/officeDocument/2006/relationships/customXml" Target="../ink/ink244.xml"/><Relationship Id="rId348" Type="http://schemas.openxmlformats.org/officeDocument/2006/relationships/customXml" Target="../ink/ink363.xml"/><Relationship Id="rId152" Type="http://schemas.openxmlformats.org/officeDocument/2006/relationships/customXml" Target="../ink/ink265.xml"/><Relationship Id="rId194" Type="http://schemas.openxmlformats.org/officeDocument/2006/relationships/customXml" Target="../ink/ink286.xml"/><Relationship Id="rId208" Type="http://schemas.openxmlformats.org/officeDocument/2006/relationships/customXml" Target="../ink/ink293.xml"/><Relationship Id="rId261" Type="http://schemas.openxmlformats.org/officeDocument/2006/relationships/image" Target="../media/image320.png"/><Relationship Id="rId14" Type="http://schemas.openxmlformats.org/officeDocument/2006/relationships/customXml" Target="../ink/ink196.xml"/><Relationship Id="rId56" Type="http://schemas.openxmlformats.org/officeDocument/2006/relationships/customXml" Target="../ink/ink217.xml"/><Relationship Id="rId317" Type="http://schemas.openxmlformats.org/officeDocument/2006/relationships/image" Target="../media/image348.png"/><Relationship Id="rId359" Type="http://schemas.openxmlformats.org/officeDocument/2006/relationships/image" Target="../media/image369.png"/><Relationship Id="rId98" Type="http://schemas.openxmlformats.org/officeDocument/2006/relationships/customXml" Target="../ink/ink238.xml"/><Relationship Id="rId121" Type="http://schemas.openxmlformats.org/officeDocument/2006/relationships/image" Target="../media/image250.png"/><Relationship Id="rId163" Type="http://schemas.openxmlformats.org/officeDocument/2006/relationships/image" Target="../media/image271.png"/><Relationship Id="rId219" Type="http://schemas.openxmlformats.org/officeDocument/2006/relationships/image" Target="../media/image299.png"/><Relationship Id="rId370" Type="http://schemas.openxmlformats.org/officeDocument/2006/relationships/customXml" Target="../ink/ink374.xml"/><Relationship Id="rId230" Type="http://schemas.openxmlformats.org/officeDocument/2006/relationships/customXml" Target="../ink/ink304.xml"/><Relationship Id="rId25" Type="http://schemas.openxmlformats.org/officeDocument/2006/relationships/image" Target="../media/image202.png"/><Relationship Id="rId67" Type="http://schemas.openxmlformats.org/officeDocument/2006/relationships/image" Target="../media/image223.png"/><Relationship Id="rId272" Type="http://schemas.openxmlformats.org/officeDocument/2006/relationships/customXml" Target="../ink/ink325.xml"/><Relationship Id="rId328" Type="http://schemas.openxmlformats.org/officeDocument/2006/relationships/customXml" Target="../ink/ink353.xml"/><Relationship Id="rId132" Type="http://schemas.openxmlformats.org/officeDocument/2006/relationships/customXml" Target="../ink/ink255.xml"/><Relationship Id="rId174" Type="http://schemas.openxmlformats.org/officeDocument/2006/relationships/customXml" Target="../ink/ink276.xml"/><Relationship Id="rId241" Type="http://schemas.openxmlformats.org/officeDocument/2006/relationships/image" Target="../media/image310.png"/><Relationship Id="rId36" Type="http://schemas.openxmlformats.org/officeDocument/2006/relationships/customXml" Target="../ink/ink207.xml"/><Relationship Id="rId283" Type="http://schemas.openxmlformats.org/officeDocument/2006/relationships/image" Target="../media/image331.png"/><Relationship Id="rId339" Type="http://schemas.openxmlformats.org/officeDocument/2006/relationships/image" Target="../media/image359.png"/><Relationship Id="rId78" Type="http://schemas.openxmlformats.org/officeDocument/2006/relationships/customXml" Target="../ink/ink228.xml"/><Relationship Id="rId101" Type="http://schemas.openxmlformats.org/officeDocument/2006/relationships/image" Target="../media/image240.png"/><Relationship Id="rId143" Type="http://schemas.openxmlformats.org/officeDocument/2006/relationships/image" Target="../media/image261.png"/><Relationship Id="rId185" Type="http://schemas.openxmlformats.org/officeDocument/2006/relationships/image" Target="../media/image282.png"/><Relationship Id="rId350" Type="http://schemas.openxmlformats.org/officeDocument/2006/relationships/customXml" Target="../ink/ink364.xml"/><Relationship Id="rId9" Type="http://schemas.openxmlformats.org/officeDocument/2006/relationships/image" Target="../media/image194.png"/><Relationship Id="rId210" Type="http://schemas.openxmlformats.org/officeDocument/2006/relationships/customXml" Target="../ink/ink294.xml"/><Relationship Id="rId26" Type="http://schemas.openxmlformats.org/officeDocument/2006/relationships/customXml" Target="../ink/ink202.xml"/><Relationship Id="rId231" Type="http://schemas.openxmlformats.org/officeDocument/2006/relationships/image" Target="../media/image305.png"/><Relationship Id="rId252" Type="http://schemas.openxmlformats.org/officeDocument/2006/relationships/customXml" Target="../ink/ink315.xml"/><Relationship Id="rId273" Type="http://schemas.openxmlformats.org/officeDocument/2006/relationships/image" Target="../media/image326.png"/><Relationship Id="rId294" Type="http://schemas.openxmlformats.org/officeDocument/2006/relationships/customXml" Target="../ink/ink336.xml"/><Relationship Id="rId308" Type="http://schemas.openxmlformats.org/officeDocument/2006/relationships/customXml" Target="../ink/ink343.xml"/><Relationship Id="rId329" Type="http://schemas.openxmlformats.org/officeDocument/2006/relationships/image" Target="../media/image354.png"/><Relationship Id="rId47" Type="http://schemas.openxmlformats.org/officeDocument/2006/relationships/image" Target="../media/image213.png"/><Relationship Id="rId68" Type="http://schemas.openxmlformats.org/officeDocument/2006/relationships/customXml" Target="../ink/ink223.xml"/><Relationship Id="rId89" Type="http://schemas.openxmlformats.org/officeDocument/2006/relationships/image" Target="../media/image234.png"/><Relationship Id="rId112" Type="http://schemas.openxmlformats.org/officeDocument/2006/relationships/customXml" Target="../ink/ink245.xml"/><Relationship Id="rId133" Type="http://schemas.openxmlformats.org/officeDocument/2006/relationships/image" Target="../media/image256.png"/><Relationship Id="rId154" Type="http://schemas.openxmlformats.org/officeDocument/2006/relationships/customXml" Target="../ink/ink266.xml"/><Relationship Id="rId175" Type="http://schemas.openxmlformats.org/officeDocument/2006/relationships/image" Target="../media/image277.png"/><Relationship Id="rId340" Type="http://schemas.openxmlformats.org/officeDocument/2006/relationships/customXml" Target="../ink/ink359.xml"/><Relationship Id="rId361" Type="http://schemas.openxmlformats.org/officeDocument/2006/relationships/image" Target="../media/image370.png"/><Relationship Id="rId196" Type="http://schemas.openxmlformats.org/officeDocument/2006/relationships/customXml" Target="../ink/ink287.xml"/><Relationship Id="rId200" Type="http://schemas.openxmlformats.org/officeDocument/2006/relationships/customXml" Target="../ink/ink289.xml"/><Relationship Id="rId16" Type="http://schemas.openxmlformats.org/officeDocument/2006/relationships/customXml" Target="../ink/ink197.xml"/><Relationship Id="rId221" Type="http://schemas.openxmlformats.org/officeDocument/2006/relationships/image" Target="../media/image300.png"/><Relationship Id="rId242" Type="http://schemas.openxmlformats.org/officeDocument/2006/relationships/customXml" Target="../ink/ink310.xml"/><Relationship Id="rId263" Type="http://schemas.openxmlformats.org/officeDocument/2006/relationships/image" Target="../media/image321.png"/><Relationship Id="rId284" Type="http://schemas.openxmlformats.org/officeDocument/2006/relationships/customXml" Target="../ink/ink331.xml"/><Relationship Id="rId319" Type="http://schemas.openxmlformats.org/officeDocument/2006/relationships/image" Target="../media/image349.png"/><Relationship Id="rId37" Type="http://schemas.openxmlformats.org/officeDocument/2006/relationships/image" Target="../media/image208.png"/><Relationship Id="rId58" Type="http://schemas.openxmlformats.org/officeDocument/2006/relationships/customXml" Target="../ink/ink218.xml"/><Relationship Id="rId79" Type="http://schemas.openxmlformats.org/officeDocument/2006/relationships/image" Target="../media/image229.png"/><Relationship Id="rId102" Type="http://schemas.openxmlformats.org/officeDocument/2006/relationships/customXml" Target="../ink/ink240.xml"/><Relationship Id="rId123" Type="http://schemas.openxmlformats.org/officeDocument/2006/relationships/image" Target="../media/image251.png"/><Relationship Id="rId144" Type="http://schemas.openxmlformats.org/officeDocument/2006/relationships/customXml" Target="../ink/ink261.xml"/><Relationship Id="rId330" Type="http://schemas.openxmlformats.org/officeDocument/2006/relationships/customXml" Target="../ink/ink354.xml"/><Relationship Id="rId90" Type="http://schemas.openxmlformats.org/officeDocument/2006/relationships/customXml" Target="../ink/ink234.xml"/><Relationship Id="rId165" Type="http://schemas.openxmlformats.org/officeDocument/2006/relationships/image" Target="../media/image272.png"/><Relationship Id="rId186" Type="http://schemas.openxmlformats.org/officeDocument/2006/relationships/customXml" Target="../ink/ink282.xml"/><Relationship Id="rId351" Type="http://schemas.openxmlformats.org/officeDocument/2006/relationships/image" Target="../media/image365.png"/><Relationship Id="rId372" Type="http://schemas.openxmlformats.org/officeDocument/2006/relationships/customXml" Target="../ink/ink375.xml"/><Relationship Id="rId211" Type="http://schemas.openxmlformats.org/officeDocument/2006/relationships/image" Target="../media/image295.png"/><Relationship Id="rId232" Type="http://schemas.openxmlformats.org/officeDocument/2006/relationships/customXml" Target="../ink/ink305.xml"/><Relationship Id="rId253" Type="http://schemas.openxmlformats.org/officeDocument/2006/relationships/image" Target="../media/image316.png"/><Relationship Id="rId274" Type="http://schemas.openxmlformats.org/officeDocument/2006/relationships/customXml" Target="../ink/ink326.xml"/><Relationship Id="rId295" Type="http://schemas.openxmlformats.org/officeDocument/2006/relationships/image" Target="../media/image337.png"/><Relationship Id="rId309" Type="http://schemas.openxmlformats.org/officeDocument/2006/relationships/image" Target="../media/image344.png"/><Relationship Id="rId27" Type="http://schemas.openxmlformats.org/officeDocument/2006/relationships/image" Target="../media/image203.png"/><Relationship Id="rId48" Type="http://schemas.openxmlformats.org/officeDocument/2006/relationships/customXml" Target="../ink/ink213.xml"/><Relationship Id="rId69" Type="http://schemas.openxmlformats.org/officeDocument/2006/relationships/image" Target="../media/image224.png"/><Relationship Id="rId113" Type="http://schemas.openxmlformats.org/officeDocument/2006/relationships/image" Target="../media/image246.png"/><Relationship Id="rId134" Type="http://schemas.openxmlformats.org/officeDocument/2006/relationships/customXml" Target="../ink/ink256.xml"/><Relationship Id="rId320" Type="http://schemas.openxmlformats.org/officeDocument/2006/relationships/customXml" Target="../ink/ink349.xml"/><Relationship Id="rId80" Type="http://schemas.openxmlformats.org/officeDocument/2006/relationships/customXml" Target="../ink/ink229.xml"/><Relationship Id="rId155" Type="http://schemas.openxmlformats.org/officeDocument/2006/relationships/image" Target="../media/image267.png"/><Relationship Id="rId176" Type="http://schemas.openxmlformats.org/officeDocument/2006/relationships/customXml" Target="../ink/ink277.xml"/><Relationship Id="rId197" Type="http://schemas.openxmlformats.org/officeDocument/2006/relationships/image" Target="../media/image288.png"/><Relationship Id="rId341" Type="http://schemas.openxmlformats.org/officeDocument/2006/relationships/image" Target="../media/image360.png"/><Relationship Id="rId362" Type="http://schemas.openxmlformats.org/officeDocument/2006/relationships/customXml" Target="../ink/ink370.xml"/><Relationship Id="rId201" Type="http://schemas.openxmlformats.org/officeDocument/2006/relationships/image" Target="../media/image290.png"/><Relationship Id="rId222" Type="http://schemas.openxmlformats.org/officeDocument/2006/relationships/customXml" Target="../ink/ink300.xml"/><Relationship Id="rId243" Type="http://schemas.openxmlformats.org/officeDocument/2006/relationships/image" Target="../media/image311.png"/><Relationship Id="rId264" Type="http://schemas.openxmlformats.org/officeDocument/2006/relationships/customXml" Target="../ink/ink321.xml"/><Relationship Id="rId285" Type="http://schemas.openxmlformats.org/officeDocument/2006/relationships/image" Target="../media/image332.png"/><Relationship Id="rId17" Type="http://schemas.openxmlformats.org/officeDocument/2006/relationships/image" Target="../media/image198.png"/><Relationship Id="rId38" Type="http://schemas.openxmlformats.org/officeDocument/2006/relationships/customXml" Target="../ink/ink208.xml"/><Relationship Id="rId59" Type="http://schemas.openxmlformats.org/officeDocument/2006/relationships/image" Target="../media/image219.png"/><Relationship Id="rId103" Type="http://schemas.openxmlformats.org/officeDocument/2006/relationships/image" Target="../media/image241.png"/><Relationship Id="rId124" Type="http://schemas.openxmlformats.org/officeDocument/2006/relationships/customXml" Target="../ink/ink251.xml"/><Relationship Id="rId310" Type="http://schemas.openxmlformats.org/officeDocument/2006/relationships/customXml" Target="../ink/ink344.xml"/><Relationship Id="rId70" Type="http://schemas.openxmlformats.org/officeDocument/2006/relationships/customXml" Target="../ink/ink224.xml"/><Relationship Id="rId91" Type="http://schemas.openxmlformats.org/officeDocument/2006/relationships/image" Target="../media/image235.png"/><Relationship Id="rId145" Type="http://schemas.openxmlformats.org/officeDocument/2006/relationships/image" Target="../media/image262.png"/><Relationship Id="rId166" Type="http://schemas.openxmlformats.org/officeDocument/2006/relationships/customXml" Target="../ink/ink272.xml"/><Relationship Id="rId187" Type="http://schemas.openxmlformats.org/officeDocument/2006/relationships/image" Target="../media/image283.png"/><Relationship Id="rId331" Type="http://schemas.openxmlformats.org/officeDocument/2006/relationships/image" Target="../media/image355.png"/><Relationship Id="rId352" Type="http://schemas.openxmlformats.org/officeDocument/2006/relationships/customXml" Target="../ink/ink365.xml"/><Relationship Id="rId373" Type="http://schemas.openxmlformats.org/officeDocument/2006/relationships/image" Target="../media/image37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95.xml"/><Relationship Id="rId233" Type="http://schemas.openxmlformats.org/officeDocument/2006/relationships/image" Target="../media/image306.png"/><Relationship Id="rId254" Type="http://schemas.openxmlformats.org/officeDocument/2006/relationships/customXml" Target="../ink/ink316.xml"/><Relationship Id="rId28" Type="http://schemas.openxmlformats.org/officeDocument/2006/relationships/customXml" Target="../ink/ink203.xml"/><Relationship Id="rId49" Type="http://schemas.openxmlformats.org/officeDocument/2006/relationships/image" Target="../media/image214.png"/><Relationship Id="rId114" Type="http://schemas.openxmlformats.org/officeDocument/2006/relationships/customXml" Target="../ink/ink246.xml"/><Relationship Id="rId275" Type="http://schemas.openxmlformats.org/officeDocument/2006/relationships/image" Target="../media/image327.png"/><Relationship Id="rId296" Type="http://schemas.openxmlformats.org/officeDocument/2006/relationships/customXml" Target="../ink/ink337.xml"/><Relationship Id="rId300" Type="http://schemas.openxmlformats.org/officeDocument/2006/relationships/customXml" Target="../ink/ink339.xml"/><Relationship Id="rId60" Type="http://schemas.openxmlformats.org/officeDocument/2006/relationships/customXml" Target="../ink/ink219.xml"/><Relationship Id="rId81" Type="http://schemas.openxmlformats.org/officeDocument/2006/relationships/image" Target="../media/image230.png"/><Relationship Id="rId135" Type="http://schemas.openxmlformats.org/officeDocument/2006/relationships/image" Target="../media/image257.png"/><Relationship Id="rId156" Type="http://schemas.openxmlformats.org/officeDocument/2006/relationships/customXml" Target="../ink/ink267.xml"/><Relationship Id="rId177" Type="http://schemas.openxmlformats.org/officeDocument/2006/relationships/image" Target="../media/image278.png"/><Relationship Id="rId198" Type="http://schemas.openxmlformats.org/officeDocument/2006/relationships/customXml" Target="../ink/ink288.xml"/><Relationship Id="rId321" Type="http://schemas.openxmlformats.org/officeDocument/2006/relationships/image" Target="../media/image350.png"/><Relationship Id="rId342" Type="http://schemas.openxmlformats.org/officeDocument/2006/relationships/customXml" Target="../ink/ink360.xml"/><Relationship Id="rId363" Type="http://schemas.openxmlformats.org/officeDocument/2006/relationships/image" Target="../media/image371.png"/><Relationship Id="rId202" Type="http://schemas.openxmlformats.org/officeDocument/2006/relationships/customXml" Target="../ink/ink290.xml"/><Relationship Id="rId223" Type="http://schemas.openxmlformats.org/officeDocument/2006/relationships/image" Target="../media/image301.png"/><Relationship Id="rId244" Type="http://schemas.openxmlformats.org/officeDocument/2006/relationships/customXml" Target="../ink/ink311.xml"/><Relationship Id="rId18" Type="http://schemas.openxmlformats.org/officeDocument/2006/relationships/customXml" Target="../ink/ink198.xml"/><Relationship Id="rId39" Type="http://schemas.openxmlformats.org/officeDocument/2006/relationships/image" Target="../media/image209.png"/><Relationship Id="rId265" Type="http://schemas.openxmlformats.org/officeDocument/2006/relationships/image" Target="../media/image322.png"/><Relationship Id="rId286" Type="http://schemas.openxmlformats.org/officeDocument/2006/relationships/customXml" Target="../ink/ink332.xml"/><Relationship Id="rId50" Type="http://schemas.openxmlformats.org/officeDocument/2006/relationships/customXml" Target="../ink/ink214.xml"/><Relationship Id="rId104" Type="http://schemas.openxmlformats.org/officeDocument/2006/relationships/customXml" Target="../ink/ink241.xml"/><Relationship Id="rId125" Type="http://schemas.openxmlformats.org/officeDocument/2006/relationships/image" Target="../media/image252.png"/><Relationship Id="rId146" Type="http://schemas.openxmlformats.org/officeDocument/2006/relationships/customXml" Target="../ink/ink262.xml"/><Relationship Id="rId167" Type="http://schemas.openxmlformats.org/officeDocument/2006/relationships/image" Target="../media/image273.png"/><Relationship Id="rId188" Type="http://schemas.openxmlformats.org/officeDocument/2006/relationships/customXml" Target="../ink/ink283.xml"/><Relationship Id="rId311" Type="http://schemas.openxmlformats.org/officeDocument/2006/relationships/image" Target="../media/image345.png"/><Relationship Id="rId332" Type="http://schemas.openxmlformats.org/officeDocument/2006/relationships/customXml" Target="../ink/ink355.xml"/><Relationship Id="rId353" Type="http://schemas.openxmlformats.org/officeDocument/2006/relationships/image" Target="../media/image366.png"/><Relationship Id="rId374" Type="http://schemas.openxmlformats.org/officeDocument/2006/relationships/customXml" Target="../ink/ink376.xml"/><Relationship Id="rId71" Type="http://schemas.openxmlformats.org/officeDocument/2006/relationships/image" Target="../media/image225.png"/><Relationship Id="rId92" Type="http://schemas.openxmlformats.org/officeDocument/2006/relationships/customXml" Target="../ink/ink235.xml"/><Relationship Id="rId213" Type="http://schemas.openxmlformats.org/officeDocument/2006/relationships/image" Target="../media/image296.png"/><Relationship Id="rId234" Type="http://schemas.openxmlformats.org/officeDocument/2006/relationships/customXml" Target="../ink/ink306.xml"/><Relationship Id="rId2" Type="http://schemas.openxmlformats.org/officeDocument/2006/relationships/customXml" Target="../ink/ink190.xml"/><Relationship Id="rId29" Type="http://schemas.openxmlformats.org/officeDocument/2006/relationships/image" Target="../media/image204.png"/><Relationship Id="rId255" Type="http://schemas.openxmlformats.org/officeDocument/2006/relationships/image" Target="../media/image317.png"/><Relationship Id="rId276" Type="http://schemas.openxmlformats.org/officeDocument/2006/relationships/customXml" Target="../ink/ink327.xml"/><Relationship Id="rId297" Type="http://schemas.openxmlformats.org/officeDocument/2006/relationships/image" Target="../media/image338.png"/><Relationship Id="rId40" Type="http://schemas.openxmlformats.org/officeDocument/2006/relationships/customXml" Target="../ink/ink209.xml"/><Relationship Id="rId115" Type="http://schemas.openxmlformats.org/officeDocument/2006/relationships/image" Target="../media/image247.png"/><Relationship Id="rId136" Type="http://schemas.openxmlformats.org/officeDocument/2006/relationships/customXml" Target="../ink/ink257.xml"/><Relationship Id="rId157" Type="http://schemas.openxmlformats.org/officeDocument/2006/relationships/image" Target="../media/image268.png"/><Relationship Id="rId178" Type="http://schemas.openxmlformats.org/officeDocument/2006/relationships/customXml" Target="../ink/ink278.xml"/><Relationship Id="rId301" Type="http://schemas.openxmlformats.org/officeDocument/2006/relationships/image" Target="../media/image340.png"/><Relationship Id="rId322" Type="http://schemas.openxmlformats.org/officeDocument/2006/relationships/customXml" Target="../ink/ink350.xml"/><Relationship Id="rId343" Type="http://schemas.openxmlformats.org/officeDocument/2006/relationships/image" Target="../media/image361.png"/><Relationship Id="rId364" Type="http://schemas.openxmlformats.org/officeDocument/2006/relationships/customXml" Target="../ink/ink371.xml"/><Relationship Id="rId61" Type="http://schemas.openxmlformats.org/officeDocument/2006/relationships/image" Target="../media/image220.png"/><Relationship Id="rId82" Type="http://schemas.openxmlformats.org/officeDocument/2006/relationships/customXml" Target="../ink/ink230.xml"/><Relationship Id="rId199" Type="http://schemas.openxmlformats.org/officeDocument/2006/relationships/image" Target="../media/image289.png"/><Relationship Id="rId203" Type="http://schemas.openxmlformats.org/officeDocument/2006/relationships/image" Target="../media/image291.png"/><Relationship Id="rId19" Type="http://schemas.openxmlformats.org/officeDocument/2006/relationships/image" Target="../media/image199.png"/><Relationship Id="rId224" Type="http://schemas.openxmlformats.org/officeDocument/2006/relationships/customXml" Target="../ink/ink301.xml"/><Relationship Id="rId245" Type="http://schemas.openxmlformats.org/officeDocument/2006/relationships/image" Target="../media/image312.png"/><Relationship Id="rId266" Type="http://schemas.openxmlformats.org/officeDocument/2006/relationships/customXml" Target="../ink/ink322.xml"/><Relationship Id="rId287" Type="http://schemas.openxmlformats.org/officeDocument/2006/relationships/image" Target="../media/image333.png"/><Relationship Id="rId30" Type="http://schemas.openxmlformats.org/officeDocument/2006/relationships/customXml" Target="../ink/ink204.xml"/><Relationship Id="rId105" Type="http://schemas.openxmlformats.org/officeDocument/2006/relationships/image" Target="../media/image242.png"/><Relationship Id="rId126" Type="http://schemas.openxmlformats.org/officeDocument/2006/relationships/customXml" Target="../ink/ink252.xml"/><Relationship Id="rId147" Type="http://schemas.openxmlformats.org/officeDocument/2006/relationships/image" Target="../media/image263.png"/><Relationship Id="rId168" Type="http://schemas.openxmlformats.org/officeDocument/2006/relationships/customXml" Target="../ink/ink273.xml"/><Relationship Id="rId312" Type="http://schemas.openxmlformats.org/officeDocument/2006/relationships/customXml" Target="../ink/ink345.xml"/><Relationship Id="rId333" Type="http://schemas.openxmlformats.org/officeDocument/2006/relationships/image" Target="../media/image356.png"/><Relationship Id="rId354" Type="http://schemas.openxmlformats.org/officeDocument/2006/relationships/customXml" Target="../ink/ink366.xml"/><Relationship Id="rId51" Type="http://schemas.openxmlformats.org/officeDocument/2006/relationships/image" Target="../media/image215.png"/><Relationship Id="rId72" Type="http://schemas.openxmlformats.org/officeDocument/2006/relationships/customXml" Target="../ink/ink225.xml"/><Relationship Id="rId93" Type="http://schemas.openxmlformats.org/officeDocument/2006/relationships/image" Target="../media/image236.png"/><Relationship Id="rId189" Type="http://schemas.openxmlformats.org/officeDocument/2006/relationships/image" Target="../media/image284.png"/><Relationship Id="rId375" Type="http://schemas.openxmlformats.org/officeDocument/2006/relationships/image" Target="../media/image377.png"/><Relationship Id="rId3" Type="http://schemas.openxmlformats.org/officeDocument/2006/relationships/image" Target="../media/image191.png"/><Relationship Id="rId214" Type="http://schemas.openxmlformats.org/officeDocument/2006/relationships/customXml" Target="../ink/ink296.xml"/><Relationship Id="rId235" Type="http://schemas.openxmlformats.org/officeDocument/2006/relationships/image" Target="../media/image307.png"/><Relationship Id="rId256" Type="http://schemas.openxmlformats.org/officeDocument/2006/relationships/customXml" Target="../ink/ink317.xml"/><Relationship Id="rId277" Type="http://schemas.openxmlformats.org/officeDocument/2006/relationships/image" Target="../media/image328.png"/><Relationship Id="rId298" Type="http://schemas.openxmlformats.org/officeDocument/2006/relationships/customXml" Target="../ink/ink338.xml"/><Relationship Id="rId116" Type="http://schemas.openxmlformats.org/officeDocument/2006/relationships/customXml" Target="../ink/ink247.xml"/><Relationship Id="rId137" Type="http://schemas.openxmlformats.org/officeDocument/2006/relationships/image" Target="../media/image258.png"/><Relationship Id="rId158" Type="http://schemas.openxmlformats.org/officeDocument/2006/relationships/customXml" Target="../ink/ink268.xml"/><Relationship Id="rId302" Type="http://schemas.openxmlformats.org/officeDocument/2006/relationships/customXml" Target="../ink/ink340.xml"/><Relationship Id="rId323" Type="http://schemas.openxmlformats.org/officeDocument/2006/relationships/image" Target="../media/image351.png"/><Relationship Id="rId344" Type="http://schemas.openxmlformats.org/officeDocument/2006/relationships/customXml" Target="../ink/ink361.xml"/><Relationship Id="rId20" Type="http://schemas.openxmlformats.org/officeDocument/2006/relationships/customXml" Target="../ink/ink199.xml"/><Relationship Id="rId41" Type="http://schemas.openxmlformats.org/officeDocument/2006/relationships/image" Target="../media/image210.png"/><Relationship Id="rId62" Type="http://schemas.openxmlformats.org/officeDocument/2006/relationships/customXml" Target="../ink/ink220.xml"/><Relationship Id="rId83" Type="http://schemas.openxmlformats.org/officeDocument/2006/relationships/image" Target="../media/image231.png"/><Relationship Id="rId179" Type="http://schemas.openxmlformats.org/officeDocument/2006/relationships/image" Target="../media/image279.png"/><Relationship Id="rId365" Type="http://schemas.openxmlformats.org/officeDocument/2006/relationships/image" Target="../media/image372.png"/><Relationship Id="rId190" Type="http://schemas.openxmlformats.org/officeDocument/2006/relationships/customXml" Target="../ink/ink284.xml"/><Relationship Id="rId204" Type="http://schemas.openxmlformats.org/officeDocument/2006/relationships/customXml" Target="../ink/ink291.xml"/><Relationship Id="rId225" Type="http://schemas.openxmlformats.org/officeDocument/2006/relationships/image" Target="../media/image302.png"/><Relationship Id="rId246" Type="http://schemas.openxmlformats.org/officeDocument/2006/relationships/customXml" Target="../ink/ink312.xml"/><Relationship Id="rId267" Type="http://schemas.openxmlformats.org/officeDocument/2006/relationships/image" Target="../media/image323.png"/><Relationship Id="rId288" Type="http://schemas.openxmlformats.org/officeDocument/2006/relationships/customXml" Target="../ink/ink333.xml"/><Relationship Id="rId106" Type="http://schemas.openxmlformats.org/officeDocument/2006/relationships/customXml" Target="../ink/ink242.xml"/><Relationship Id="rId127" Type="http://schemas.openxmlformats.org/officeDocument/2006/relationships/image" Target="../media/image253.png"/><Relationship Id="rId313" Type="http://schemas.openxmlformats.org/officeDocument/2006/relationships/image" Target="../media/image346.png"/><Relationship Id="rId10" Type="http://schemas.openxmlformats.org/officeDocument/2006/relationships/customXml" Target="../ink/ink194.xml"/><Relationship Id="rId31" Type="http://schemas.openxmlformats.org/officeDocument/2006/relationships/image" Target="../media/image205.png"/><Relationship Id="rId52" Type="http://schemas.openxmlformats.org/officeDocument/2006/relationships/customXml" Target="../ink/ink215.xml"/><Relationship Id="rId73" Type="http://schemas.openxmlformats.org/officeDocument/2006/relationships/image" Target="../media/image226.png"/><Relationship Id="rId94" Type="http://schemas.openxmlformats.org/officeDocument/2006/relationships/customXml" Target="../ink/ink236.xml"/><Relationship Id="rId148" Type="http://schemas.openxmlformats.org/officeDocument/2006/relationships/customXml" Target="../ink/ink263.xml"/><Relationship Id="rId169" Type="http://schemas.openxmlformats.org/officeDocument/2006/relationships/image" Target="../media/image274.png"/><Relationship Id="rId334" Type="http://schemas.openxmlformats.org/officeDocument/2006/relationships/customXml" Target="../ink/ink356.xml"/><Relationship Id="rId355" Type="http://schemas.openxmlformats.org/officeDocument/2006/relationships/image" Target="../media/image367.png"/><Relationship Id="rId376" Type="http://schemas.openxmlformats.org/officeDocument/2006/relationships/customXml" Target="../ink/ink377.xml"/><Relationship Id="rId4" Type="http://schemas.openxmlformats.org/officeDocument/2006/relationships/customXml" Target="../ink/ink191.xml"/><Relationship Id="rId180" Type="http://schemas.openxmlformats.org/officeDocument/2006/relationships/customXml" Target="../ink/ink279.xml"/><Relationship Id="rId215" Type="http://schemas.openxmlformats.org/officeDocument/2006/relationships/image" Target="../media/image297.png"/><Relationship Id="rId236" Type="http://schemas.openxmlformats.org/officeDocument/2006/relationships/customXml" Target="../ink/ink307.xml"/><Relationship Id="rId257" Type="http://schemas.openxmlformats.org/officeDocument/2006/relationships/image" Target="../media/image318.png"/><Relationship Id="rId278" Type="http://schemas.openxmlformats.org/officeDocument/2006/relationships/customXml" Target="../ink/ink328.xml"/><Relationship Id="rId303" Type="http://schemas.openxmlformats.org/officeDocument/2006/relationships/image" Target="../media/image341.png"/><Relationship Id="rId42" Type="http://schemas.openxmlformats.org/officeDocument/2006/relationships/customXml" Target="../ink/ink210.xml"/><Relationship Id="rId84" Type="http://schemas.openxmlformats.org/officeDocument/2006/relationships/customXml" Target="../ink/ink231.xml"/><Relationship Id="rId138" Type="http://schemas.openxmlformats.org/officeDocument/2006/relationships/customXml" Target="../ink/ink258.xml"/><Relationship Id="rId345" Type="http://schemas.openxmlformats.org/officeDocument/2006/relationships/image" Target="../media/image362.png"/><Relationship Id="rId191" Type="http://schemas.openxmlformats.org/officeDocument/2006/relationships/image" Target="../media/image285.png"/><Relationship Id="rId205" Type="http://schemas.openxmlformats.org/officeDocument/2006/relationships/image" Target="../media/image292.png"/><Relationship Id="rId247" Type="http://schemas.openxmlformats.org/officeDocument/2006/relationships/image" Target="../media/image313.png"/><Relationship Id="rId107" Type="http://schemas.openxmlformats.org/officeDocument/2006/relationships/image" Target="../media/image243.png"/><Relationship Id="rId289" Type="http://schemas.openxmlformats.org/officeDocument/2006/relationships/image" Target="../media/image334.png"/><Relationship Id="rId11" Type="http://schemas.openxmlformats.org/officeDocument/2006/relationships/image" Target="../media/image195.png"/><Relationship Id="rId53" Type="http://schemas.openxmlformats.org/officeDocument/2006/relationships/image" Target="../media/image216.png"/><Relationship Id="rId149" Type="http://schemas.openxmlformats.org/officeDocument/2006/relationships/image" Target="../media/image264.png"/><Relationship Id="rId314" Type="http://schemas.openxmlformats.org/officeDocument/2006/relationships/customXml" Target="../ink/ink346.xml"/><Relationship Id="rId356" Type="http://schemas.openxmlformats.org/officeDocument/2006/relationships/customXml" Target="../ink/ink367.xml"/><Relationship Id="rId95" Type="http://schemas.openxmlformats.org/officeDocument/2006/relationships/image" Target="../media/image237.png"/><Relationship Id="rId160" Type="http://schemas.openxmlformats.org/officeDocument/2006/relationships/customXml" Target="../ink/ink269.xml"/><Relationship Id="rId216" Type="http://schemas.openxmlformats.org/officeDocument/2006/relationships/customXml" Target="../ink/ink297.xml"/><Relationship Id="rId258" Type="http://schemas.openxmlformats.org/officeDocument/2006/relationships/customXml" Target="../ink/ink318.xml"/><Relationship Id="rId22" Type="http://schemas.openxmlformats.org/officeDocument/2006/relationships/customXml" Target="../ink/ink200.xml"/><Relationship Id="rId64" Type="http://schemas.openxmlformats.org/officeDocument/2006/relationships/customXml" Target="../ink/ink221.xml"/><Relationship Id="rId118" Type="http://schemas.openxmlformats.org/officeDocument/2006/relationships/customXml" Target="../ink/ink248.xml"/><Relationship Id="rId325" Type="http://schemas.openxmlformats.org/officeDocument/2006/relationships/image" Target="../media/image352.png"/><Relationship Id="rId367" Type="http://schemas.openxmlformats.org/officeDocument/2006/relationships/image" Target="../media/image373.png"/><Relationship Id="rId171" Type="http://schemas.openxmlformats.org/officeDocument/2006/relationships/image" Target="../media/image275.png"/><Relationship Id="rId227" Type="http://schemas.openxmlformats.org/officeDocument/2006/relationships/image" Target="../media/image303.png"/><Relationship Id="rId269" Type="http://schemas.openxmlformats.org/officeDocument/2006/relationships/image" Target="../media/image324.png"/><Relationship Id="rId33" Type="http://schemas.openxmlformats.org/officeDocument/2006/relationships/image" Target="../media/image206.png"/><Relationship Id="rId129" Type="http://schemas.openxmlformats.org/officeDocument/2006/relationships/image" Target="../media/image254.png"/><Relationship Id="rId280" Type="http://schemas.openxmlformats.org/officeDocument/2006/relationships/customXml" Target="../ink/ink329.xml"/><Relationship Id="rId336" Type="http://schemas.openxmlformats.org/officeDocument/2006/relationships/customXml" Target="../ink/ink357.xml"/><Relationship Id="rId75" Type="http://schemas.openxmlformats.org/officeDocument/2006/relationships/image" Target="../media/image227.png"/><Relationship Id="rId140" Type="http://schemas.openxmlformats.org/officeDocument/2006/relationships/customXml" Target="../ink/ink259.xml"/><Relationship Id="rId182" Type="http://schemas.openxmlformats.org/officeDocument/2006/relationships/customXml" Target="../ink/ink280.xml"/><Relationship Id="rId378" Type="http://schemas.openxmlformats.org/officeDocument/2006/relationships/customXml" Target="../ink/ink378.xml"/><Relationship Id="rId6" Type="http://schemas.openxmlformats.org/officeDocument/2006/relationships/customXml" Target="../ink/ink192.xml"/><Relationship Id="rId238" Type="http://schemas.openxmlformats.org/officeDocument/2006/relationships/customXml" Target="../ink/ink308.xml"/><Relationship Id="rId291" Type="http://schemas.openxmlformats.org/officeDocument/2006/relationships/image" Target="../media/image335.png"/><Relationship Id="rId305" Type="http://schemas.openxmlformats.org/officeDocument/2006/relationships/image" Target="../media/image342.png"/><Relationship Id="rId347" Type="http://schemas.openxmlformats.org/officeDocument/2006/relationships/image" Target="../media/image363.png"/><Relationship Id="rId44" Type="http://schemas.openxmlformats.org/officeDocument/2006/relationships/customXml" Target="../ink/ink211.xml"/><Relationship Id="rId86" Type="http://schemas.openxmlformats.org/officeDocument/2006/relationships/customXml" Target="../ink/ink232.xml"/><Relationship Id="rId151" Type="http://schemas.openxmlformats.org/officeDocument/2006/relationships/image" Target="../media/image265.png"/><Relationship Id="rId193" Type="http://schemas.openxmlformats.org/officeDocument/2006/relationships/image" Target="../media/image286.png"/><Relationship Id="rId207" Type="http://schemas.openxmlformats.org/officeDocument/2006/relationships/image" Target="../media/image293.png"/><Relationship Id="rId249" Type="http://schemas.openxmlformats.org/officeDocument/2006/relationships/image" Target="../media/image314.png"/><Relationship Id="rId13" Type="http://schemas.openxmlformats.org/officeDocument/2006/relationships/image" Target="../media/image196.png"/><Relationship Id="rId109" Type="http://schemas.openxmlformats.org/officeDocument/2006/relationships/image" Target="../media/image244.png"/><Relationship Id="rId260" Type="http://schemas.openxmlformats.org/officeDocument/2006/relationships/customXml" Target="../ink/ink319.xml"/><Relationship Id="rId316" Type="http://schemas.openxmlformats.org/officeDocument/2006/relationships/customXml" Target="../ink/ink347.xml"/><Relationship Id="rId55" Type="http://schemas.openxmlformats.org/officeDocument/2006/relationships/image" Target="../media/image217.png"/><Relationship Id="rId97" Type="http://schemas.openxmlformats.org/officeDocument/2006/relationships/image" Target="../media/image238.png"/><Relationship Id="rId120" Type="http://schemas.openxmlformats.org/officeDocument/2006/relationships/customXml" Target="../ink/ink249.xml"/><Relationship Id="rId358" Type="http://schemas.openxmlformats.org/officeDocument/2006/relationships/customXml" Target="../ink/ink368.xml"/><Relationship Id="rId162" Type="http://schemas.openxmlformats.org/officeDocument/2006/relationships/customXml" Target="../ink/ink270.xml"/><Relationship Id="rId218" Type="http://schemas.openxmlformats.org/officeDocument/2006/relationships/customXml" Target="../ink/ink298.xml"/><Relationship Id="rId271" Type="http://schemas.openxmlformats.org/officeDocument/2006/relationships/image" Target="../media/image325.png"/><Relationship Id="rId24" Type="http://schemas.openxmlformats.org/officeDocument/2006/relationships/customXml" Target="../ink/ink201.xml"/><Relationship Id="rId66" Type="http://schemas.openxmlformats.org/officeDocument/2006/relationships/customXml" Target="../ink/ink222.xml"/><Relationship Id="rId131" Type="http://schemas.openxmlformats.org/officeDocument/2006/relationships/image" Target="../media/image255.png"/><Relationship Id="rId327" Type="http://schemas.openxmlformats.org/officeDocument/2006/relationships/image" Target="../media/image353.png"/><Relationship Id="rId369" Type="http://schemas.openxmlformats.org/officeDocument/2006/relationships/image" Target="../media/image374.png"/><Relationship Id="rId173" Type="http://schemas.openxmlformats.org/officeDocument/2006/relationships/image" Target="../media/image276.png"/><Relationship Id="rId229" Type="http://schemas.openxmlformats.org/officeDocument/2006/relationships/image" Target="../media/image304.png"/><Relationship Id="rId240" Type="http://schemas.openxmlformats.org/officeDocument/2006/relationships/customXml" Target="../ink/ink309.xml"/><Relationship Id="rId35" Type="http://schemas.openxmlformats.org/officeDocument/2006/relationships/image" Target="../media/image207.png"/><Relationship Id="rId77" Type="http://schemas.openxmlformats.org/officeDocument/2006/relationships/image" Target="../media/image228.png"/><Relationship Id="rId100" Type="http://schemas.openxmlformats.org/officeDocument/2006/relationships/customXml" Target="../ink/ink239.xml"/><Relationship Id="rId282" Type="http://schemas.openxmlformats.org/officeDocument/2006/relationships/customXml" Target="../ink/ink330.xml"/><Relationship Id="rId338" Type="http://schemas.openxmlformats.org/officeDocument/2006/relationships/customXml" Target="../ink/ink358.xml"/><Relationship Id="rId8" Type="http://schemas.openxmlformats.org/officeDocument/2006/relationships/customXml" Target="../ink/ink193.xml"/><Relationship Id="rId142" Type="http://schemas.openxmlformats.org/officeDocument/2006/relationships/customXml" Target="../ink/ink260.xml"/><Relationship Id="rId184" Type="http://schemas.openxmlformats.org/officeDocument/2006/relationships/customXml" Target="../ink/ink281.xml"/><Relationship Id="rId251" Type="http://schemas.openxmlformats.org/officeDocument/2006/relationships/image" Target="../media/image315.png"/><Relationship Id="rId46" Type="http://schemas.openxmlformats.org/officeDocument/2006/relationships/customXml" Target="../ink/ink212.xml"/><Relationship Id="rId293" Type="http://schemas.openxmlformats.org/officeDocument/2006/relationships/image" Target="../media/image336.png"/><Relationship Id="rId307" Type="http://schemas.openxmlformats.org/officeDocument/2006/relationships/image" Target="../media/image343.png"/><Relationship Id="rId349" Type="http://schemas.openxmlformats.org/officeDocument/2006/relationships/image" Target="../media/image364.png"/><Relationship Id="rId88" Type="http://schemas.openxmlformats.org/officeDocument/2006/relationships/customXml" Target="../ink/ink233.xml"/><Relationship Id="rId111" Type="http://schemas.openxmlformats.org/officeDocument/2006/relationships/image" Target="../media/image245.png"/><Relationship Id="rId153" Type="http://schemas.openxmlformats.org/officeDocument/2006/relationships/image" Target="../media/image266.png"/><Relationship Id="rId195" Type="http://schemas.openxmlformats.org/officeDocument/2006/relationships/image" Target="../media/image287.png"/><Relationship Id="rId209" Type="http://schemas.openxmlformats.org/officeDocument/2006/relationships/image" Target="../media/image294.png"/><Relationship Id="rId360" Type="http://schemas.openxmlformats.org/officeDocument/2006/relationships/customXml" Target="../ink/ink369.xml"/><Relationship Id="rId220" Type="http://schemas.openxmlformats.org/officeDocument/2006/relationships/customXml" Target="../ink/ink299.xml"/><Relationship Id="rId15" Type="http://schemas.openxmlformats.org/officeDocument/2006/relationships/image" Target="../media/image197.png"/><Relationship Id="rId57" Type="http://schemas.openxmlformats.org/officeDocument/2006/relationships/image" Target="../media/image218.png"/><Relationship Id="rId262" Type="http://schemas.openxmlformats.org/officeDocument/2006/relationships/customXml" Target="../ink/ink320.xml"/><Relationship Id="rId318" Type="http://schemas.openxmlformats.org/officeDocument/2006/relationships/customXml" Target="../ink/ink348.xml"/><Relationship Id="rId99" Type="http://schemas.openxmlformats.org/officeDocument/2006/relationships/image" Target="../media/image239.png"/><Relationship Id="rId122" Type="http://schemas.openxmlformats.org/officeDocument/2006/relationships/customXml" Target="../ink/ink250.xml"/><Relationship Id="rId164" Type="http://schemas.openxmlformats.org/officeDocument/2006/relationships/customXml" Target="../ink/ink271.xml"/><Relationship Id="rId371" Type="http://schemas.openxmlformats.org/officeDocument/2006/relationships/image" Target="../media/image37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7.png"/><Relationship Id="rId21" Type="http://schemas.openxmlformats.org/officeDocument/2006/relationships/image" Target="../media/image389.png"/><Relationship Id="rId63" Type="http://schemas.openxmlformats.org/officeDocument/2006/relationships/image" Target="../media/image410.png"/><Relationship Id="rId159" Type="http://schemas.openxmlformats.org/officeDocument/2006/relationships/image" Target="../media/image458.png"/><Relationship Id="rId170" Type="http://schemas.openxmlformats.org/officeDocument/2006/relationships/customXml" Target="../ink/ink463.xml"/><Relationship Id="rId226" Type="http://schemas.openxmlformats.org/officeDocument/2006/relationships/customXml" Target="../ink/ink491.xml"/><Relationship Id="rId268" Type="http://schemas.openxmlformats.org/officeDocument/2006/relationships/customXml" Target="../ink/ink512.xml"/><Relationship Id="rId32" Type="http://schemas.openxmlformats.org/officeDocument/2006/relationships/customXml" Target="../ink/ink394.xml"/><Relationship Id="rId74" Type="http://schemas.openxmlformats.org/officeDocument/2006/relationships/customXml" Target="../ink/ink415.xml"/><Relationship Id="rId128" Type="http://schemas.openxmlformats.org/officeDocument/2006/relationships/customXml" Target="../ink/ink442.xml"/><Relationship Id="rId5" Type="http://schemas.openxmlformats.org/officeDocument/2006/relationships/image" Target="../media/image381.png"/><Relationship Id="rId181" Type="http://schemas.openxmlformats.org/officeDocument/2006/relationships/image" Target="../media/image469.png"/><Relationship Id="rId237" Type="http://schemas.openxmlformats.org/officeDocument/2006/relationships/image" Target="../media/image497.png"/><Relationship Id="rId279" Type="http://schemas.openxmlformats.org/officeDocument/2006/relationships/image" Target="../media/image518.png"/><Relationship Id="rId43" Type="http://schemas.openxmlformats.org/officeDocument/2006/relationships/image" Target="../media/image400.png"/><Relationship Id="rId139" Type="http://schemas.openxmlformats.org/officeDocument/2006/relationships/image" Target="../media/image448.png"/><Relationship Id="rId290" Type="http://schemas.openxmlformats.org/officeDocument/2006/relationships/customXml" Target="../ink/ink523.xml"/><Relationship Id="rId85" Type="http://schemas.openxmlformats.org/officeDocument/2006/relationships/image" Target="../media/image421.png"/><Relationship Id="rId150" Type="http://schemas.openxmlformats.org/officeDocument/2006/relationships/customXml" Target="../ink/ink453.xml"/><Relationship Id="rId192" Type="http://schemas.openxmlformats.org/officeDocument/2006/relationships/customXml" Target="../ink/ink474.xml"/><Relationship Id="rId206" Type="http://schemas.openxmlformats.org/officeDocument/2006/relationships/customXml" Target="../ink/ink481.xml"/><Relationship Id="rId248" Type="http://schemas.openxmlformats.org/officeDocument/2006/relationships/customXml" Target="../ink/ink502.xml"/><Relationship Id="rId12" Type="http://schemas.openxmlformats.org/officeDocument/2006/relationships/customXml" Target="../ink/ink384.xml"/><Relationship Id="rId33" Type="http://schemas.openxmlformats.org/officeDocument/2006/relationships/image" Target="../media/image395.png"/><Relationship Id="rId108" Type="http://schemas.openxmlformats.org/officeDocument/2006/relationships/customXml" Target="../ink/ink432.xml"/><Relationship Id="rId129" Type="http://schemas.openxmlformats.org/officeDocument/2006/relationships/image" Target="../media/image443.png"/><Relationship Id="rId280" Type="http://schemas.openxmlformats.org/officeDocument/2006/relationships/customXml" Target="../ink/ink518.xml"/><Relationship Id="rId54" Type="http://schemas.openxmlformats.org/officeDocument/2006/relationships/customXml" Target="../ink/ink405.xml"/><Relationship Id="rId75" Type="http://schemas.openxmlformats.org/officeDocument/2006/relationships/image" Target="../media/image416.png"/><Relationship Id="rId96" Type="http://schemas.openxmlformats.org/officeDocument/2006/relationships/customXml" Target="../ink/ink426.xml"/><Relationship Id="rId140" Type="http://schemas.openxmlformats.org/officeDocument/2006/relationships/customXml" Target="../ink/ink448.xml"/><Relationship Id="rId161" Type="http://schemas.openxmlformats.org/officeDocument/2006/relationships/image" Target="../media/image459.png"/><Relationship Id="rId182" Type="http://schemas.openxmlformats.org/officeDocument/2006/relationships/customXml" Target="../ink/ink469.xml"/><Relationship Id="rId217" Type="http://schemas.openxmlformats.org/officeDocument/2006/relationships/image" Target="../media/image487.png"/><Relationship Id="rId6" Type="http://schemas.openxmlformats.org/officeDocument/2006/relationships/customXml" Target="../ink/ink381.xml"/><Relationship Id="rId238" Type="http://schemas.openxmlformats.org/officeDocument/2006/relationships/customXml" Target="../ink/ink497.xml"/><Relationship Id="rId259" Type="http://schemas.openxmlformats.org/officeDocument/2006/relationships/image" Target="../media/image508.png"/><Relationship Id="rId23" Type="http://schemas.openxmlformats.org/officeDocument/2006/relationships/image" Target="../media/image390.png"/><Relationship Id="rId119" Type="http://schemas.openxmlformats.org/officeDocument/2006/relationships/image" Target="../media/image438.png"/><Relationship Id="rId270" Type="http://schemas.openxmlformats.org/officeDocument/2006/relationships/customXml" Target="../ink/ink513.xml"/><Relationship Id="rId291" Type="http://schemas.openxmlformats.org/officeDocument/2006/relationships/image" Target="../media/image524.png"/><Relationship Id="rId44" Type="http://schemas.openxmlformats.org/officeDocument/2006/relationships/customXml" Target="../ink/ink400.xml"/><Relationship Id="rId65" Type="http://schemas.openxmlformats.org/officeDocument/2006/relationships/image" Target="../media/image411.png"/><Relationship Id="rId86" Type="http://schemas.openxmlformats.org/officeDocument/2006/relationships/customXml" Target="../ink/ink421.xml"/><Relationship Id="rId130" Type="http://schemas.openxmlformats.org/officeDocument/2006/relationships/customXml" Target="../ink/ink443.xml"/><Relationship Id="rId151" Type="http://schemas.openxmlformats.org/officeDocument/2006/relationships/image" Target="../media/image454.png"/><Relationship Id="rId172" Type="http://schemas.openxmlformats.org/officeDocument/2006/relationships/customXml" Target="../ink/ink464.xml"/><Relationship Id="rId193" Type="http://schemas.openxmlformats.org/officeDocument/2006/relationships/image" Target="../media/image475.png"/><Relationship Id="rId207" Type="http://schemas.openxmlformats.org/officeDocument/2006/relationships/image" Target="../media/image482.png"/><Relationship Id="rId228" Type="http://schemas.openxmlformats.org/officeDocument/2006/relationships/customXml" Target="../ink/ink492.xml"/><Relationship Id="rId249" Type="http://schemas.openxmlformats.org/officeDocument/2006/relationships/image" Target="../media/image503.png"/><Relationship Id="rId13" Type="http://schemas.openxmlformats.org/officeDocument/2006/relationships/image" Target="../media/image385.png"/><Relationship Id="rId109" Type="http://schemas.openxmlformats.org/officeDocument/2006/relationships/image" Target="../media/image433.png"/><Relationship Id="rId260" Type="http://schemas.openxmlformats.org/officeDocument/2006/relationships/customXml" Target="../ink/ink508.xml"/><Relationship Id="rId281" Type="http://schemas.openxmlformats.org/officeDocument/2006/relationships/image" Target="../media/image519.png"/><Relationship Id="rId34" Type="http://schemas.openxmlformats.org/officeDocument/2006/relationships/customXml" Target="../ink/ink395.xml"/><Relationship Id="rId55" Type="http://schemas.openxmlformats.org/officeDocument/2006/relationships/image" Target="../media/image406.png"/><Relationship Id="rId76" Type="http://schemas.openxmlformats.org/officeDocument/2006/relationships/customXml" Target="../ink/ink416.xml"/><Relationship Id="rId97" Type="http://schemas.openxmlformats.org/officeDocument/2006/relationships/image" Target="../media/image427.png"/><Relationship Id="rId120" Type="http://schemas.openxmlformats.org/officeDocument/2006/relationships/customXml" Target="../ink/ink438.xml"/><Relationship Id="rId141" Type="http://schemas.openxmlformats.org/officeDocument/2006/relationships/image" Target="../media/image449.png"/><Relationship Id="rId7" Type="http://schemas.openxmlformats.org/officeDocument/2006/relationships/image" Target="../media/image382.png"/><Relationship Id="rId162" Type="http://schemas.openxmlformats.org/officeDocument/2006/relationships/customXml" Target="../ink/ink459.xml"/><Relationship Id="rId183" Type="http://schemas.openxmlformats.org/officeDocument/2006/relationships/image" Target="../media/image470.png"/><Relationship Id="rId218" Type="http://schemas.openxmlformats.org/officeDocument/2006/relationships/customXml" Target="../ink/ink487.xml"/><Relationship Id="rId239" Type="http://schemas.openxmlformats.org/officeDocument/2006/relationships/image" Target="../media/image498.png"/><Relationship Id="rId250" Type="http://schemas.openxmlformats.org/officeDocument/2006/relationships/customXml" Target="../ink/ink503.xml"/><Relationship Id="rId271" Type="http://schemas.openxmlformats.org/officeDocument/2006/relationships/image" Target="../media/image514.png"/><Relationship Id="rId292" Type="http://schemas.openxmlformats.org/officeDocument/2006/relationships/customXml" Target="../ink/ink524.xml"/><Relationship Id="rId24" Type="http://schemas.openxmlformats.org/officeDocument/2006/relationships/customXml" Target="../ink/ink390.xml"/><Relationship Id="rId45" Type="http://schemas.openxmlformats.org/officeDocument/2006/relationships/image" Target="../media/image401.png"/><Relationship Id="rId66" Type="http://schemas.openxmlformats.org/officeDocument/2006/relationships/customXml" Target="../ink/ink411.xml"/><Relationship Id="rId87" Type="http://schemas.openxmlformats.org/officeDocument/2006/relationships/image" Target="../media/image422.png"/><Relationship Id="rId110" Type="http://schemas.openxmlformats.org/officeDocument/2006/relationships/customXml" Target="../ink/ink433.xml"/><Relationship Id="rId131" Type="http://schemas.openxmlformats.org/officeDocument/2006/relationships/image" Target="../media/image444.png"/><Relationship Id="rId152" Type="http://schemas.openxmlformats.org/officeDocument/2006/relationships/customXml" Target="../ink/ink454.xml"/><Relationship Id="rId173" Type="http://schemas.openxmlformats.org/officeDocument/2006/relationships/image" Target="../media/image465.png"/><Relationship Id="rId194" Type="http://schemas.openxmlformats.org/officeDocument/2006/relationships/customXml" Target="../ink/ink475.xml"/><Relationship Id="rId208" Type="http://schemas.openxmlformats.org/officeDocument/2006/relationships/customXml" Target="../ink/ink482.xml"/><Relationship Id="rId229" Type="http://schemas.openxmlformats.org/officeDocument/2006/relationships/image" Target="../media/image493.png"/><Relationship Id="rId240" Type="http://schemas.openxmlformats.org/officeDocument/2006/relationships/customXml" Target="../ink/ink498.xml"/><Relationship Id="rId261" Type="http://schemas.openxmlformats.org/officeDocument/2006/relationships/image" Target="../media/image509.png"/><Relationship Id="rId14" Type="http://schemas.openxmlformats.org/officeDocument/2006/relationships/customXml" Target="../ink/ink385.xml"/><Relationship Id="rId35" Type="http://schemas.openxmlformats.org/officeDocument/2006/relationships/image" Target="../media/image396.png"/><Relationship Id="rId56" Type="http://schemas.openxmlformats.org/officeDocument/2006/relationships/customXml" Target="../ink/ink406.xml"/><Relationship Id="rId77" Type="http://schemas.openxmlformats.org/officeDocument/2006/relationships/image" Target="../media/image417.png"/><Relationship Id="rId100" Type="http://schemas.openxmlformats.org/officeDocument/2006/relationships/customXml" Target="../ink/ink428.xml"/><Relationship Id="rId282" Type="http://schemas.openxmlformats.org/officeDocument/2006/relationships/customXml" Target="../ink/ink519.xml"/><Relationship Id="rId8" Type="http://schemas.openxmlformats.org/officeDocument/2006/relationships/customXml" Target="../ink/ink382.xml"/><Relationship Id="rId98" Type="http://schemas.openxmlformats.org/officeDocument/2006/relationships/customXml" Target="../ink/ink427.xml"/><Relationship Id="rId121" Type="http://schemas.openxmlformats.org/officeDocument/2006/relationships/image" Target="../media/image439.png"/><Relationship Id="rId142" Type="http://schemas.openxmlformats.org/officeDocument/2006/relationships/customXml" Target="../ink/ink449.xml"/><Relationship Id="rId163" Type="http://schemas.openxmlformats.org/officeDocument/2006/relationships/image" Target="../media/image460.png"/><Relationship Id="rId184" Type="http://schemas.openxmlformats.org/officeDocument/2006/relationships/customXml" Target="../ink/ink470.xml"/><Relationship Id="rId219" Type="http://schemas.openxmlformats.org/officeDocument/2006/relationships/image" Target="../media/image488.png"/><Relationship Id="rId230" Type="http://schemas.openxmlformats.org/officeDocument/2006/relationships/customXml" Target="../ink/ink493.xml"/><Relationship Id="rId251" Type="http://schemas.openxmlformats.org/officeDocument/2006/relationships/image" Target="../media/image504.png"/><Relationship Id="rId25" Type="http://schemas.openxmlformats.org/officeDocument/2006/relationships/image" Target="../media/image391.png"/><Relationship Id="rId46" Type="http://schemas.openxmlformats.org/officeDocument/2006/relationships/customXml" Target="../ink/ink401.xml"/><Relationship Id="rId67" Type="http://schemas.openxmlformats.org/officeDocument/2006/relationships/image" Target="../media/image412.png"/><Relationship Id="rId272" Type="http://schemas.openxmlformats.org/officeDocument/2006/relationships/customXml" Target="../ink/ink514.xml"/><Relationship Id="rId293" Type="http://schemas.openxmlformats.org/officeDocument/2006/relationships/image" Target="../media/image525.png"/><Relationship Id="rId88" Type="http://schemas.openxmlformats.org/officeDocument/2006/relationships/customXml" Target="../ink/ink422.xml"/><Relationship Id="rId111" Type="http://schemas.openxmlformats.org/officeDocument/2006/relationships/image" Target="../media/image434.png"/><Relationship Id="rId132" Type="http://schemas.openxmlformats.org/officeDocument/2006/relationships/customXml" Target="../ink/ink444.xml"/><Relationship Id="rId153" Type="http://schemas.openxmlformats.org/officeDocument/2006/relationships/image" Target="../media/image455.png"/><Relationship Id="rId174" Type="http://schemas.openxmlformats.org/officeDocument/2006/relationships/customXml" Target="../ink/ink465.xml"/><Relationship Id="rId195" Type="http://schemas.openxmlformats.org/officeDocument/2006/relationships/image" Target="../media/image476.png"/><Relationship Id="rId209" Type="http://schemas.openxmlformats.org/officeDocument/2006/relationships/image" Target="../media/image483.png"/><Relationship Id="rId220" Type="http://schemas.openxmlformats.org/officeDocument/2006/relationships/customXml" Target="../ink/ink488.xml"/><Relationship Id="rId241" Type="http://schemas.openxmlformats.org/officeDocument/2006/relationships/image" Target="../media/image499.png"/><Relationship Id="rId15" Type="http://schemas.openxmlformats.org/officeDocument/2006/relationships/image" Target="../media/image386.png"/><Relationship Id="rId36" Type="http://schemas.openxmlformats.org/officeDocument/2006/relationships/customXml" Target="../ink/ink396.xml"/><Relationship Id="rId57" Type="http://schemas.openxmlformats.org/officeDocument/2006/relationships/image" Target="../media/image407.png"/><Relationship Id="rId262" Type="http://schemas.openxmlformats.org/officeDocument/2006/relationships/customXml" Target="../ink/ink509.xml"/><Relationship Id="rId283" Type="http://schemas.openxmlformats.org/officeDocument/2006/relationships/image" Target="../media/image520.png"/><Relationship Id="rId78" Type="http://schemas.openxmlformats.org/officeDocument/2006/relationships/customXml" Target="../ink/ink417.xml"/><Relationship Id="rId99" Type="http://schemas.openxmlformats.org/officeDocument/2006/relationships/image" Target="../media/image428.png"/><Relationship Id="rId101" Type="http://schemas.openxmlformats.org/officeDocument/2006/relationships/image" Target="../media/image429.png"/><Relationship Id="rId122" Type="http://schemas.openxmlformats.org/officeDocument/2006/relationships/customXml" Target="../ink/ink439.xml"/><Relationship Id="rId143" Type="http://schemas.openxmlformats.org/officeDocument/2006/relationships/image" Target="../media/image450.png"/><Relationship Id="rId164" Type="http://schemas.openxmlformats.org/officeDocument/2006/relationships/customXml" Target="../ink/ink460.xml"/><Relationship Id="rId185" Type="http://schemas.openxmlformats.org/officeDocument/2006/relationships/image" Target="../media/image471.png"/><Relationship Id="rId9" Type="http://schemas.openxmlformats.org/officeDocument/2006/relationships/image" Target="../media/image383.png"/><Relationship Id="rId210" Type="http://schemas.openxmlformats.org/officeDocument/2006/relationships/customXml" Target="../ink/ink483.xml"/><Relationship Id="rId26" Type="http://schemas.openxmlformats.org/officeDocument/2006/relationships/customXml" Target="../ink/ink391.xml"/><Relationship Id="rId231" Type="http://schemas.openxmlformats.org/officeDocument/2006/relationships/image" Target="../media/image494.png"/><Relationship Id="rId252" Type="http://schemas.openxmlformats.org/officeDocument/2006/relationships/customXml" Target="../ink/ink504.xml"/><Relationship Id="rId273" Type="http://schemas.openxmlformats.org/officeDocument/2006/relationships/image" Target="../media/image515.png"/><Relationship Id="rId47" Type="http://schemas.openxmlformats.org/officeDocument/2006/relationships/image" Target="../media/image402.png"/><Relationship Id="rId68" Type="http://schemas.openxmlformats.org/officeDocument/2006/relationships/customXml" Target="../ink/ink412.xml"/><Relationship Id="rId89" Type="http://schemas.openxmlformats.org/officeDocument/2006/relationships/image" Target="../media/image423.png"/><Relationship Id="rId112" Type="http://schemas.openxmlformats.org/officeDocument/2006/relationships/customXml" Target="../ink/ink434.xml"/><Relationship Id="rId133" Type="http://schemas.openxmlformats.org/officeDocument/2006/relationships/image" Target="../media/image445.png"/><Relationship Id="rId154" Type="http://schemas.openxmlformats.org/officeDocument/2006/relationships/customXml" Target="../ink/ink455.xml"/><Relationship Id="rId175" Type="http://schemas.openxmlformats.org/officeDocument/2006/relationships/image" Target="../media/image466.png"/><Relationship Id="rId196" Type="http://schemas.openxmlformats.org/officeDocument/2006/relationships/customXml" Target="../ink/ink476.xml"/><Relationship Id="rId200" Type="http://schemas.openxmlformats.org/officeDocument/2006/relationships/customXml" Target="../ink/ink478.xml"/><Relationship Id="rId16" Type="http://schemas.openxmlformats.org/officeDocument/2006/relationships/customXml" Target="../ink/ink386.xml"/><Relationship Id="rId221" Type="http://schemas.openxmlformats.org/officeDocument/2006/relationships/image" Target="../media/image489.png"/><Relationship Id="rId242" Type="http://schemas.openxmlformats.org/officeDocument/2006/relationships/customXml" Target="../ink/ink499.xml"/><Relationship Id="rId263" Type="http://schemas.openxmlformats.org/officeDocument/2006/relationships/image" Target="../media/image510.png"/><Relationship Id="rId284" Type="http://schemas.openxmlformats.org/officeDocument/2006/relationships/customXml" Target="../ink/ink520.xml"/><Relationship Id="rId37" Type="http://schemas.openxmlformats.org/officeDocument/2006/relationships/image" Target="../media/image397.png"/><Relationship Id="rId58" Type="http://schemas.openxmlformats.org/officeDocument/2006/relationships/customXml" Target="../ink/ink407.xml"/><Relationship Id="rId79" Type="http://schemas.openxmlformats.org/officeDocument/2006/relationships/image" Target="../media/image418.png"/><Relationship Id="rId102" Type="http://schemas.openxmlformats.org/officeDocument/2006/relationships/customXml" Target="../ink/ink429.xml"/><Relationship Id="rId123" Type="http://schemas.openxmlformats.org/officeDocument/2006/relationships/image" Target="../media/image440.png"/><Relationship Id="rId144" Type="http://schemas.openxmlformats.org/officeDocument/2006/relationships/customXml" Target="../ink/ink450.xml"/><Relationship Id="rId90" Type="http://schemas.openxmlformats.org/officeDocument/2006/relationships/customXml" Target="../ink/ink423.xml"/><Relationship Id="rId165" Type="http://schemas.openxmlformats.org/officeDocument/2006/relationships/image" Target="../media/image461.png"/><Relationship Id="rId186" Type="http://schemas.openxmlformats.org/officeDocument/2006/relationships/customXml" Target="../ink/ink471.xml"/><Relationship Id="rId211" Type="http://schemas.openxmlformats.org/officeDocument/2006/relationships/image" Target="../media/image484.png"/><Relationship Id="rId232" Type="http://schemas.openxmlformats.org/officeDocument/2006/relationships/customXml" Target="../ink/ink494.xml"/><Relationship Id="rId253" Type="http://schemas.openxmlformats.org/officeDocument/2006/relationships/image" Target="../media/image505.png"/><Relationship Id="rId274" Type="http://schemas.openxmlformats.org/officeDocument/2006/relationships/customXml" Target="../ink/ink515.xml"/><Relationship Id="rId27" Type="http://schemas.openxmlformats.org/officeDocument/2006/relationships/image" Target="../media/image392.png"/><Relationship Id="rId48" Type="http://schemas.openxmlformats.org/officeDocument/2006/relationships/customXml" Target="../ink/ink402.xml"/><Relationship Id="rId69" Type="http://schemas.openxmlformats.org/officeDocument/2006/relationships/image" Target="../media/image413.png"/><Relationship Id="rId113" Type="http://schemas.openxmlformats.org/officeDocument/2006/relationships/image" Target="../media/image435.png"/><Relationship Id="rId134" Type="http://schemas.openxmlformats.org/officeDocument/2006/relationships/customXml" Target="../ink/ink445.xml"/><Relationship Id="rId80" Type="http://schemas.openxmlformats.org/officeDocument/2006/relationships/customXml" Target="../ink/ink418.xml"/><Relationship Id="rId155" Type="http://schemas.openxmlformats.org/officeDocument/2006/relationships/image" Target="../media/image456.png"/><Relationship Id="rId176" Type="http://schemas.openxmlformats.org/officeDocument/2006/relationships/customXml" Target="../ink/ink466.xml"/><Relationship Id="rId197" Type="http://schemas.openxmlformats.org/officeDocument/2006/relationships/image" Target="../media/image477.png"/><Relationship Id="rId201" Type="http://schemas.openxmlformats.org/officeDocument/2006/relationships/image" Target="../media/image479.png"/><Relationship Id="rId222" Type="http://schemas.openxmlformats.org/officeDocument/2006/relationships/customXml" Target="../ink/ink489.xml"/><Relationship Id="rId243" Type="http://schemas.openxmlformats.org/officeDocument/2006/relationships/image" Target="../media/image500.png"/><Relationship Id="rId264" Type="http://schemas.openxmlformats.org/officeDocument/2006/relationships/customXml" Target="../ink/ink510.xml"/><Relationship Id="rId285" Type="http://schemas.openxmlformats.org/officeDocument/2006/relationships/image" Target="../media/image521.png"/><Relationship Id="rId17" Type="http://schemas.openxmlformats.org/officeDocument/2006/relationships/image" Target="../media/image387.png"/><Relationship Id="rId38" Type="http://schemas.openxmlformats.org/officeDocument/2006/relationships/customXml" Target="../ink/ink397.xml"/><Relationship Id="rId59" Type="http://schemas.openxmlformats.org/officeDocument/2006/relationships/image" Target="../media/image408.png"/><Relationship Id="rId103" Type="http://schemas.openxmlformats.org/officeDocument/2006/relationships/image" Target="../media/image430.png"/><Relationship Id="rId124" Type="http://schemas.openxmlformats.org/officeDocument/2006/relationships/customXml" Target="../ink/ink440.xml"/><Relationship Id="rId70" Type="http://schemas.openxmlformats.org/officeDocument/2006/relationships/customXml" Target="../ink/ink413.xml"/><Relationship Id="rId91" Type="http://schemas.openxmlformats.org/officeDocument/2006/relationships/image" Target="../media/image424.png"/><Relationship Id="rId145" Type="http://schemas.openxmlformats.org/officeDocument/2006/relationships/image" Target="../media/image451.png"/><Relationship Id="rId166" Type="http://schemas.openxmlformats.org/officeDocument/2006/relationships/customXml" Target="../ink/ink461.xml"/><Relationship Id="rId187" Type="http://schemas.openxmlformats.org/officeDocument/2006/relationships/image" Target="../media/image472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484.xml"/><Relationship Id="rId233" Type="http://schemas.openxmlformats.org/officeDocument/2006/relationships/image" Target="../media/image495.png"/><Relationship Id="rId254" Type="http://schemas.openxmlformats.org/officeDocument/2006/relationships/customXml" Target="../ink/ink505.xml"/><Relationship Id="rId28" Type="http://schemas.openxmlformats.org/officeDocument/2006/relationships/customXml" Target="../ink/ink392.xml"/><Relationship Id="rId49" Type="http://schemas.openxmlformats.org/officeDocument/2006/relationships/image" Target="../media/image403.png"/><Relationship Id="rId114" Type="http://schemas.openxmlformats.org/officeDocument/2006/relationships/customXml" Target="../ink/ink435.xml"/><Relationship Id="rId275" Type="http://schemas.openxmlformats.org/officeDocument/2006/relationships/image" Target="../media/image516.png"/><Relationship Id="rId60" Type="http://schemas.openxmlformats.org/officeDocument/2006/relationships/customXml" Target="../ink/ink408.xml"/><Relationship Id="rId81" Type="http://schemas.openxmlformats.org/officeDocument/2006/relationships/image" Target="../media/image419.png"/><Relationship Id="rId135" Type="http://schemas.openxmlformats.org/officeDocument/2006/relationships/image" Target="../media/image446.png"/><Relationship Id="rId156" Type="http://schemas.openxmlformats.org/officeDocument/2006/relationships/customXml" Target="../ink/ink456.xml"/><Relationship Id="rId177" Type="http://schemas.openxmlformats.org/officeDocument/2006/relationships/image" Target="../media/image467.png"/><Relationship Id="rId198" Type="http://schemas.openxmlformats.org/officeDocument/2006/relationships/customXml" Target="../ink/ink477.xml"/><Relationship Id="rId202" Type="http://schemas.openxmlformats.org/officeDocument/2006/relationships/customXml" Target="../ink/ink479.xml"/><Relationship Id="rId223" Type="http://schemas.openxmlformats.org/officeDocument/2006/relationships/image" Target="../media/image490.png"/><Relationship Id="rId244" Type="http://schemas.openxmlformats.org/officeDocument/2006/relationships/customXml" Target="../ink/ink500.xml"/><Relationship Id="rId18" Type="http://schemas.openxmlformats.org/officeDocument/2006/relationships/customXml" Target="../ink/ink387.xml"/><Relationship Id="rId39" Type="http://schemas.openxmlformats.org/officeDocument/2006/relationships/image" Target="../media/image398.png"/><Relationship Id="rId265" Type="http://schemas.openxmlformats.org/officeDocument/2006/relationships/image" Target="../media/image511.png"/><Relationship Id="rId286" Type="http://schemas.openxmlformats.org/officeDocument/2006/relationships/customXml" Target="../ink/ink521.xml"/><Relationship Id="rId50" Type="http://schemas.openxmlformats.org/officeDocument/2006/relationships/customXml" Target="../ink/ink403.xml"/><Relationship Id="rId104" Type="http://schemas.openxmlformats.org/officeDocument/2006/relationships/customXml" Target="../ink/ink430.xml"/><Relationship Id="rId125" Type="http://schemas.openxmlformats.org/officeDocument/2006/relationships/image" Target="../media/image441.png"/><Relationship Id="rId146" Type="http://schemas.openxmlformats.org/officeDocument/2006/relationships/customXml" Target="../ink/ink451.xml"/><Relationship Id="rId167" Type="http://schemas.openxmlformats.org/officeDocument/2006/relationships/image" Target="../media/image462.png"/><Relationship Id="rId188" Type="http://schemas.openxmlformats.org/officeDocument/2006/relationships/customXml" Target="../ink/ink472.xml"/><Relationship Id="rId71" Type="http://schemas.openxmlformats.org/officeDocument/2006/relationships/image" Target="../media/image414.png"/><Relationship Id="rId92" Type="http://schemas.openxmlformats.org/officeDocument/2006/relationships/customXml" Target="../ink/ink424.xml"/><Relationship Id="rId213" Type="http://schemas.openxmlformats.org/officeDocument/2006/relationships/image" Target="../media/image485.png"/><Relationship Id="rId234" Type="http://schemas.openxmlformats.org/officeDocument/2006/relationships/customXml" Target="../ink/ink495.xml"/><Relationship Id="rId2" Type="http://schemas.openxmlformats.org/officeDocument/2006/relationships/customXml" Target="../ink/ink379.xml"/><Relationship Id="rId29" Type="http://schemas.openxmlformats.org/officeDocument/2006/relationships/image" Target="../media/image393.png"/><Relationship Id="rId255" Type="http://schemas.openxmlformats.org/officeDocument/2006/relationships/image" Target="../media/image506.png"/><Relationship Id="rId276" Type="http://schemas.openxmlformats.org/officeDocument/2006/relationships/customXml" Target="../ink/ink516.xml"/><Relationship Id="rId40" Type="http://schemas.openxmlformats.org/officeDocument/2006/relationships/customXml" Target="../ink/ink398.xml"/><Relationship Id="rId115" Type="http://schemas.openxmlformats.org/officeDocument/2006/relationships/image" Target="../media/image436.png"/><Relationship Id="rId136" Type="http://schemas.openxmlformats.org/officeDocument/2006/relationships/customXml" Target="../ink/ink446.xml"/><Relationship Id="rId157" Type="http://schemas.openxmlformats.org/officeDocument/2006/relationships/image" Target="../media/image457.png"/><Relationship Id="rId178" Type="http://schemas.openxmlformats.org/officeDocument/2006/relationships/customXml" Target="../ink/ink467.xml"/><Relationship Id="rId61" Type="http://schemas.openxmlformats.org/officeDocument/2006/relationships/image" Target="../media/image409.png"/><Relationship Id="rId82" Type="http://schemas.openxmlformats.org/officeDocument/2006/relationships/customXml" Target="../ink/ink419.xml"/><Relationship Id="rId199" Type="http://schemas.openxmlformats.org/officeDocument/2006/relationships/image" Target="../media/image478.png"/><Relationship Id="rId203" Type="http://schemas.openxmlformats.org/officeDocument/2006/relationships/image" Target="../media/image480.png"/><Relationship Id="rId19" Type="http://schemas.openxmlformats.org/officeDocument/2006/relationships/image" Target="../media/image388.png"/><Relationship Id="rId224" Type="http://schemas.openxmlformats.org/officeDocument/2006/relationships/customXml" Target="../ink/ink490.xml"/><Relationship Id="rId245" Type="http://schemas.openxmlformats.org/officeDocument/2006/relationships/image" Target="../media/image501.png"/><Relationship Id="rId266" Type="http://schemas.openxmlformats.org/officeDocument/2006/relationships/customXml" Target="../ink/ink511.xml"/><Relationship Id="rId287" Type="http://schemas.openxmlformats.org/officeDocument/2006/relationships/image" Target="../media/image522.png"/><Relationship Id="rId30" Type="http://schemas.openxmlformats.org/officeDocument/2006/relationships/customXml" Target="../ink/ink393.xml"/><Relationship Id="rId105" Type="http://schemas.openxmlformats.org/officeDocument/2006/relationships/image" Target="../media/image431.png"/><Relationship Id="rId126" Type="http://schemas.openxmlformats.org/officeDocument/2006/relationships/customXml" Target="../ink/ink441.xml"/><Relationship Id="rId147" Type="http://schemas.openxmlformats.org/officeDocument/2006/relationships/image" Target="../media/image452.png"/><Relationship Id="rId168" Type="http://schemas.openxmlformats.org/officeDocument/2006/relationships/customXml" Target="../ink/ink462.xml"/><Relationship Id="rId51" Type="http://schemas.openxmlformats.org/officeDocument/2006/relationships/image" Target="../media/image404.png"/><Relationship Id="rId72" Type="http://schemas.openxmlformats.org/officeDocument/2006/relationships/customXml" Target="../ink/ink414.xml"/><Relationship Id="rId93" Type="http://schemas.openxmlformats.org/officeDocument/2006/relationships/image" Target="../media/image425.png"/><Relationship Id="rId189" Type="http://schemas.openxmlformats.org/officeDocument/2006/relationships/image" Target="../media/image473.png"/><Relationship Id="rId3" Type="http://schemas.openxmlformats.org/officeDocument/2006/relationships/image" Target="../media/image380.png"/><Relationship Id="rId214" Type="http://schemas.openxmlformats.org/officeDocument/2006/relationships/customXml" Target="../ink/ink485.xml"/><Relationship Id="rId235" Type="http://schemas.openxmlformats.org/officeDocument/2006/relationships/image" Target="../media/image496.png"/><Relationship Id="rId256" Type="http://schemas.openxmlformats.org/officeDocument/2006/relationships/customXml" Target="../ink/ink506.xml"/><Relationship Id="rId277" Type="http://schemas.openxmlformats.org/officeDocument/2006/relationships/image" Target="../media/image517.png"/><Relationship Id="rId116" Type="http://schemas.openxmlformats.org/officeDocument/2006/relationships/customXml" Target="../ink/ink436.xml"/><Relationship Id="rId137" Type="http://schemas.openxmlformats.org/officeDocument/2006/relationships/image" Target="../media/image447.png"/><Relationship Id="rId158" Type="http://schemas.openxmlformats.org/officeDocument/2006/relationships/customXml" Target="../ink/ink457.xml"/><Relationship Id="rId20" Type="http://schemas.openxmlformats.org/officeDocument/2006/relationships/customXml" Target="../ink/ink388.xml"/><Relationship Id="rId41" Type="http://schemas.openxmlformats.org/officeDocument/2006/relationships/image" Target="../media/image399.png"/><Relationship Id="rId62" Type="http://schemas.openxmlformats.org/officeDocument/2006/relationships/customXml" Target="../ink/ink409.xml"/><Relationship Id="rId83" Type="http://schemas.openxmlformats.org/officeDocument/2006/relationships/image" Target="../media/image420.png"/><Relationship Id="rId179" Type="http://schemas.openxmlformats.org/officeDocument/2006/relationships/image" Target="../media/image468.png"/><Relationship Id="rId190" Type="http://schemas.openxmlformats.org/officeDocument/2006/relationships/customXml" Target="../ink/ink473.xml"/><Relationship Id="rId204" Type="http://schemas.openxmlformats.org/officeDocument/2006/relationships/customXml" Target="../ink/ink480.xml"/><Relationship Id="rId225" Type="http://schemas.openxmlformats.org/officeDocument/2006/relationships/image" Target="../media/image491.png"/><Relationship Id="rId246" Type="http://schemas.openxmlformats.org/officeDocument/2006/relationships/customXml" Target="../ink/ink501.xml"/><Relationship Id="rId267" Type="http://schemas.openxmlformats.org/officeDocument/2006/relationships/image" Target="../media/image512.png"/><Relationship Id="rId288" Type="http://schemas.openxmlformats.org/officeDocument/2006/relationships/customXml" Target="../ink/ink522.xml"/><Relationship Id="rId106" Type="http://schemas.openxmlformats.org/officeDocument/2006/relationships/customXml" Target="../ink/ink431.xml"/><Relationship Id="rId127" Type="http://schemas.openxmlformats.org/officeDocument/2006/relationships/image" Target="../media/image442.png"/><Relationship Id="rId10" Type="http://schemas.openxmlformats.org/officeDocument/2006/relationships/customXml" Target="../ink/ink383.xml"/><Relationship Id="rId31" Type="http://schemas.openxmlformats.org/officeDocument/2006/relationships/image" Target="../media/image394.png"/><Relationship Id="rId52" Type="http://schemas.openxmlformats.org/officeDocument/2006/relationships/customXml" Target="../ink/ink404.xml"/><Relationship Id="rId73" Type="http://schemas.openxmlformats.org/officeDocument/2006/relationships/image" Target="../media/image415.png"/><Relationship Id="rId94" Type="http://schemas.openxmlformats.org/officeDocument/2006/relationships/customXml" Target="../ink/ink425.xml"/><Relationship Id="rId148" Type="http://schemas.openxmlformats.org/officeDocument/2006/relationships/customXml" Target="../ink/ink452.xml"/><Relationship Id="rId169" Type="http://schemas.openxmlformats.org/officeDocument/2006/relationships/image" Target="../media/image463.png"/><Relationship Id="rId4" Type="http://schemas.openxmlformats.org/officeDocument/2006/relationships/customXml" Target="../ink/ink380.xml"/><Relationship Id="rId180" Type="http://schemas.openxmlformats.org/officeDocument/2006/relationships/customXml" Target="../ink/ink468.xml"/><Relationship Id="rId215" Type="http://schemas.openxmlformats.org/officeDocument/2006/relationships/image" Target="../media/image486.png"/><Relationship Id="rId236" Type="http://schemas.openxmlformats.org/officeDocument/2006/relationships/customXml" Target="../ink/ink496.xml"/><Relationship Id="rId257" Type="http://schemas.openxmlformats.org/officeDocument/2006/relationships/image" Target="../media/image507.png"/><Relationship Id="rId278" Type="http://schemas.openxmlformats.org/officeDocument/2006/relationships/customXml" Target="../ink/ink517.xml"/><Relationship Id="rId42" Type="http://schemas.openxmlformats.org/officeDocument/2006/relationships/customXml" Target="../ink/ink399.xml"/><Relationship Id="rId84" Type="http://schemas.openxmlformats.org/officeDocument/2006/relationships/customXml" Target="../ink/ink420.xml"/><Relationship Id="rId138" Type="http://schemas.openxmlformats.org/officeDocument/2006/relationships/customXml" Target="../ink/ink447.xml"/><Relationship Id="rId191" Type="http://schemas.openxmlformats.org/officeDocument/2006/relationships/image" Target="../media/image474.png"/><Relationship Id="rId205" Type="http://schemas.openxmlformats.org/officeDocument/2006/relationships/image" Target="../media/image481.png"/><Relationship Id="rId247" Type="http://schemas.openxmlformats.org/officeDocument/2006/relationships/image" Target="../media/image502.png"/><Relationship Id="rId107" Type="http://schemas.openxmlformats.org/officeDocument/2006/relationships/image" Target="../media/image432.png"/><Relationship Id="rId289" Type="http://schemas.openxmlformats.org/officeDocument/2006/relationships/image" Target="../media/image523.png"/><Relationship Id="rId11" Type="http://schemas.openxmlformats.org/officeDocument/2006/relationships/image" Target="../media/image384.png"/><Relationship Id="rId53" Type="http://schemas.openxmlformats.org/officeDocument/2006/relationships/image" Target="../media/image405.png"/><Relationship Id="rId149" Type="http://schemas.openxmlformats.org/officeDocument/2006/relationships/image" Target="../media/image453.png"/><Relationship Id="rId95" Type="http://schemas.openxmlformats.org/officeDocument/2006/relationships/image" Target="../media/image426.png"/><Relationship Id="rId160" Type="http://schemas.openxmlformats.org/officeDocument/2006/relationships/customXml" Target="../ink/ink458.xml"/><Relationship Id="rId216" Type="http://schemas.openxmlformats.org/officeDocument/2006/relationships/customXml" Target="../ink/ink486.xml"/><Relationship Id="rId258" Type="http://schemas.openxmlformats.org/officeDocument/2006/relationships/customXml" Target="../ink/ink507.xml"/><Relationship Id="rId22" Type="http://schemas.openxmlformats.org/officeDocument/2006/relationships/customXml" Target="../ink/ink389.xml"/><Relationship Id="rId64" Type="http://schemas.openxmlformats.org/officeDocument/2006/relationships/customXml" Target="../ink/ink410.xml"/><Relationship Id="rId118" Type="http://schemas.openxmlformats.org/officeDocument/2006/relationships/customXml" Target="../ink/ink437.xml"/><Relationship Id="rId171" Type="http://schemas.openxmlformats.org/officeDocument/2006/relationships/image" Target="../media/image464.png"/><Relationship Id="rId227" Type="http://schemas.openxmlformats.org/officeDocument/2006/relationships/image" Target="../media/image492.png"/><Relationship Id="rId269" Type="http://schemas.openxmlformats.org/officeDocument/2006/relationships/image" Target="../media/image51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2.png"/><Relationship Id="rId299" Type="http://schemas.openxmlformats.org/officeDocument/2006/relationships/image" Target="../media/image673.png"/><Relationship Id="rId21" Type="http://schemas.openxmlformats.org/officeDocument/2006/relationships/image" Target="../media/image535.png"/><Relationship Id="rId63" Type="http://schemas.openxmlformats.org/officeDocument/2006/relationships/image" Target="../media/image556.png"/><Relationship Id="rId159" Type="http://schemas.openxmlformats.org/officeDocument/2006/relationships/image" Target="../media/image603.png"/><Relationship Id="rId170" Type="http://schemas.openxmlformats.org/officeDocument/2006/relationships/customXml" Target="../ink/ink609.xml"/><Relationship Id="rId226" Type="http://schemas.openxmlformats.org/officeDocument/2006/relationships/customXml" Target="../ink/ink637.xml"/><Relationship Id="rId268" Type="http://schemas.openxmlformats.org/officeDocument/2006/relationships/customXml" Target="../ink/ink658.xml"/><Relationship Id="rId32" Type="http://schemas.openxmlformats.org/officeDocument/2006/relationships/customXml" Target="../ink/ink540.xml"/><Relationship Id="rId74" Type="http://schemas.openxmlformats.org/officeDocument/2006/relationships/customXml" Target="../ink/ink561.xml"/><Relationship Id="rId128" Type="http://schemas.openxmlformats.org/officeDocument/2006/relationships/customXml" Target="../ink/ink588.xml"/><Relationship Id="rId5" Type="http://schemas.openxmlformats.org/officeDocument/2006/relationships/image" Target="../media/image527.png"/><Relationship Id="rId181" Type="http://schemas.openxmlformats.org/officeDocument/2006/relationships/image" Target="../media/image614.png"/><Relationship Id="rId237" Type="http://schemas.openxmlformats.org/officeDocument/2006/relationships/image" Target="../media/image642.png"/><Relationship Id="rId279" Type="http://schemas.openxmlformats.org/officeDocument/2006/relationships/image" Target="../media/image663.png"/><Relationship Id="rId43" Type="http://schemas.openxmlformats.org/officeDocument/2006/relationships/image" Target="../media/image546.png"/><Relationship Id="rId139" Type="http://schemas.openxmlformats.org/officeDocument/2006/relationships/image" Target="../media/image593.png"/><Relationship Id="rId290" Type="http://schemas.openxmlformats.org/officeDocument/2006/relationships/customXml" Target="../ink/ink669.xml"/><Relationship Id="rId304" Type="http://schemas.openxmlformats.org/officeDocument/2006/relationships/customXml" Target="../ink/ink676.xml"/><Relationship Id="rId85" Type="http://schemas.openxmlformats.org/officeDocument/2006/relationships/image" Target="../media/image567.png"/><Relationship Id="rId150" Type="http://schemas.openxmlformats.org/officeDocument/2006/relationships/customXml" Target="../ink/ink599.xml"/><Relationship Id="rId192" Type="http://schemas.openxmlformats.org/officeDocument/2006/relationships/customXml" Target="../ink/ink620.xml"/><Relationship Id="rId206" Type="http://schemas.openxmlformats.org/officeDocument/2006/relationships/customXml" Target="../ink/ink627.xml"/><Relationship Id="rId248" Type="http://schemas.openxmlformats.org/officeDocument/2006/relationships/customXml" Target="../ink/ink648.xml"/><Relationship Id="rId12" Type="http://schemas.openxmlformats.org/officeDocument/2006/relationships/customXml" Target="../ink/ink530.xml"/><Relationship Id="rId108" Type="http://schemas.openxmlformats.org/officeDocument/2006/relationships/customXml" Target="../ink/ink578.xml"/><Relationship Id="rId315" Type="http://schemas.openxmlformats.org/officeDocument/2006/relationships/image" Target="../media/image681.png"/><Relationship Id="rId54" Type="http://schemas.openxmlformats.org/officeDocument/2006/relationships/customXml" Target="../ink/ink551.xml"/><Relationship Id="rId96" Type="http://schemas.openxmlformats.org/officeDocument/2006/relationships/customXml" Target="../ink/ink572.xml"/><Relationship Id="rId161" Type="http://schemas.openxmlformats.org/officeDocument/2006/relationships/image" Target="../media/image604.png"/><Relationship Id="rId217" Type="http://schemas.openxmlformats.org/officeDocument/2006/relationships/image" Target="../media/image632.png"/><Relationship Id="rId259" Type="http://schemas.openxmlformats.org/officeDocument/2006/relationships/image" Target="../media/image653.png"/><Relationship Id="rId23" Type="http://schemas.openxmlformats.org/officeDocument/2006/relationships/image" Target="../media/image536.png"/><Relationship Id="rId119" Type="http://schemas.openxmlformats.org/officeDocument/2006/relationships/image" Target="../media/image583.png"/><Relationship Id="rId270" Type="http://schemas.openxmlformats.org/officeDocument/2006/relationships/customXml" Target="../ink/ink659.xml"/><Relationship Id="rId65" Type="http://schemas.openxmlformats.org/officeDocument/2006/relationships/image" Target="../media/image557.png"/><Relationship Id="rId130" Type="http://schemas.openxmlformats.org/officeDocument/2006/relationships/customXml" Target="../ink/ink589.xml"/><Relationship Id="rId172" Type="http://schemas.openxmlformats.org/officeDocument/2006/relationships/customXml" Target="../ink/ink610.xml"/><Relationship Id="rId228" Type="http://schemas.openxmlformats.org/officeDocument/2006/relationships/customXml" Target="../ink/ink638.xml"/><Relationship Id="rId13" Type="http://schemas.openxmlformats.org/officeDocument/2006/relationships/image" Target="../media/image531.png"/><Relationship Id="rId109" Type="http://schemas.openxmlformats.org/officeDocument/2006/relationships/image" Target="../media/image578.png"/><Relationship Id="rId260" Type="http://schemas.openxmlformats.org/officeDocument/2006/relationships/customXml" Target="../ink/ink654.xml"/><Relationship Id="rId281" Type="http://schemas.openxmlformats.org/officeDocument/2006/relationships/image" Target="../media/image664.png"/><Relationship Id="rId316" Type="http://schemas.openxmlformats.org/officeDocument/2006/relationships/customXml" Target="../ink/ink682.xml"/><Relationship Id="rId34" Type="http://schemas.openxmlformats.org/officeDocument/2006/relationships/customXml" Target="../ink/ink541.xml"/><Relationship Id="rId55" Type="http://schemas.openxmlformats.org/officeDocument/2006/relationships/image" Target="../media/image552.png"/><Relationship Id="rId76" Type="http://schemas.openxmlformats.org/officeDocument/2006/relationships/customXml" Target="../ink/ink562.xml"/><Relationship Id="rId97" Type="http://schemas.openxmlformats.org/officeDocument/2006/relationships/image" Target="../media/image573.png"/><Relationship Id="rId120" Type="http://schemas.openxmlformats.org/officeDocument/2006/relationships/customXml" Target="../ink/ink584.xml"/><Relationship Id="rId141" Type="http://schemas.openxmlformats.org/officeDocument/2006/relationships/image" Target="../media/image594.png"/><Relationship Id="rId7" Type="http://schemas.openxmlformats.org/officeDocument/2006/relationships/image" Target="../media/image528.png"/><Relationship Id="rId162" Type="http://schemas.openxmlformats.org/officeDocument/2006/relationships/customXml" Target="../ink/ink605.xml"/><Relationship Id="rId183" Type="http://schemas.openxmlformats.org/officeDocument/2006/relationships/image" Target="../media/image615.png"/><Relationship Id="rId218" Type="http://schemas.openxmlformats.org/officeDocument/2006/relationships/customXml" Target="../ink/ink633.xml"/><Relationship Id="rId239" Type="http://schemas.openxmlformats.org/officeDocument/2006/relationships/image" Target="../media/image643.png"/><Relationship Id="rId250" Type="http://schemas.openxmlformats.org/officeDocument/2006/relationships/customXml" Target="../ink/ink649.xml"/><Relationship Id="rId271" Type="http://schemas.openxmlformats.org/officeDocument/2006/relationships/image" Target="../media/image659.png"/><Relationship Id="rId292" Type="http://schemas.openxmlformats.org/officeDocument/2006/relationships/customXml" Target="../ink/ink670.xml"/><Relationship Id="rId306" Type="http://schemas.openxmlformats.org/officeDocument/2006/relationships/customXml" Target="../ink/ink677.xml"/><Relationship Id="rId24" Type="http://schemas.openxmlformats.org/officeDocument/2006/relationships/customXml" Target="../ink/ink536.xml"/><Relationship Id="rId45" Type="http://schemas.openxmlformats.org/officeDocument/2006/relationships/image" Target="../media/image547.png"/><Relationship Id="rId66" Type="http://schemas.openxmlformats.org/officeDocument/2006/relationships/customXml" Target="../ink/ink557.xml"/><Relationship Id="rId87" Type="http://schemas.openxmlformats.org/officeDocument/2006/relationships/image" Target="../media/image568.png"/><Relationship Id="rId110" Type="http://schemas.openxmlformats.org/officeDocument/2006/relationships/customXml" Target="../ink/ink579.xml"/><Relationship Id="rId131" Type="http://schemas.openxmlformats.org/officeDocument/2006/relationships/image" Target="../media/image589.png"/><Relationship Id="rId152" Type="http://schemas.openxmlformats.org/officeDocument/2006/relationships/customXml" Target="../ink/ink600.xml"/><Relationship Id="rId173" Type="http://schemas.openxmlformats.org/officeDocument/2006/relationships/image" Target="../media/image610.png"/><Relationship Id="rId194" Type="http://schemas.openxmlformats.org/officeDocument/2006/relationships/customXml" Target="../ink/ink621.xml"/><Relationship Id="rId208" Type="http://schemas.openxmlformats.org/officeDocument/2006/relationships/customXml" Target="../ink/ink628.xml"/><Relationship Id="rId229" Type="http://schemas.openxmlformats.org/officeDocument/2006/relationships/image" Target="../media/image638.png"/><Relationship Id="rId240" Type="http://schemas.openxmlformats.org/officeDocument/2006/relationships/customXml" Target="../ink/ink644.xml"/><Relationship Id="rId261" Type="http://schemas.openxmlformats.org/officeDocument/2006/relationships/image" Target="../media/image654.png"/><Relationship Id="rId14" Type="http://schemas.openxmlformats.org/officeDocument/2006/relationships/customXml" Target="../ink/ink531.xml"/><Relationship Id="rId35" Type="http://schemas.openxmlformats.org/officeDocument/2006/relationships/image" Target="../media/image542.png"/><Relationship Id="rId56" Type="http://schemas.openxmlformats.org/officeDocument/2006/relationships/customXml" Target="../ink/ink552.xml"/><Relationship Id="rId77" Type="http://schemas.openxmlformats.org/officeDocument/2006/relationships/image" Target="../media/image563.png"/><Relationship Id="rId100" Type="http://schemas.openxmlformats.org/officeDocument/2006/relationships/customXml" Target="../ink/ink574.xml"/><Relationship Id="rId282" Type="http://schemas.openxmlformats.org/officeDocument/2006/relationships/customXml" Target="../ink/ink665.xml"/><Relationship Id="rId317" Type="http://schemas.openxmlformats.org/officeDocument/2006/relationships/image" Target="../media/image682.png"/><Relationship Id="rId8" Type="http://schemas.openxmlformats.org/officeDocument/2006/relationships/customXml" Target="../ink/ink528.xml"/><Relationship Id="rId98" Type="http://schemas.openxmlformats.org/officeDocument/2006/relationships/customXml" Target="../ink/ink573.xml"/><Relationship Id="rId121" Type="http://schemas.openxmlformats.org/officeDocument/2006/relationships/image" Target="../media/image584.png"/><Relationship Id="rId142" Type="http://schemas.openxmlformats.org/officeDocument/2006/relationships/customXml" Target="../ink/ink595.xml"/><Relationship Id="rId163" Type="http://schemas.openxmlformats.org/officeDocument/2006/relationships/image" Target="../media/image605.png"/><Relationship Id="rId184" Type="http://schemas.openxmlformats.org/officeDocument/2006/relationships/customXml" Target="../ink/ink616.xml"/><Relationship Id="rId219" Type="http://schemas.openxmlformats.org/officeDocument/2006/relationships/image" Target="../media/image633.png"/><Relationship Id="rId230" Type="http://schemas.openxmlformats.org/officeDocument/2006/relationships/customXml" Target="../ink/ink639.xml"/><Relationship Id="rId251" Type="http://schemas.openxmlformats.org/officeDocument/2006/relationships/image" Target="../media/image649.png"/><Relationship Id="rId25" Type="http://schemas.openxmlformats.org/officeDocument/2006/relationships/image" Target="../media/image537.png"/><Relationship Id="rId46" Type="http://schemas.openxmlformats.org/officeDocument/2006/relationships/customXml" Target="../ink/ink547.xml"/><Relationship Id="rId67" Type="http://schemas.openxmlformats.org/officeDocument/2006/relationships/image" Target="../media/image558.png"/><Relationship Id="rId272" Type="http://schemas.openxmlformats.org/officeDocument/2006/relationships/customXml" Target="../ink/ink660.xml"/><Relationship Id="rId293" Type="http://schemas.openxmlformats.org/officeDocument/2006/relationships/image" Target="../media/image670.png"/><Relationship Id="rId307" Type="http://schemas.openxmlformats.org/officeDocument/2006/relationships/image" Target="../media/image677.png"/><Relationship Id="rId88" Type="http://schemas.openxmlformats.org/officeDocument/2006/relationships/customXml" Target="../ink/ink568.xml"/><Relationship Id="rId111" Type="http://schemas.openxmlformats.org/officeDocument/2006/relationships/image" Target="../media/image579.png"/><Relationship Id="rId132" Type="http://schemas.openxmlformats.org/officeDocument/2006/relationships/customXml" Target="../ink/ink590.xml"/><Relationship Id="rId153" Type="http://schemas.openxmlformats.org/officeDocument/2006/relationships/image" Target="../media/image600.png"/><Relationship Id="rId174" Type="http://schemas.openxmlformats.org/officeDocument/2006/relationships/customXml" Target="../ink/ink611.xml"/><Relationship Id="rId195" Type="http://schemas.openxmlformats.org/officeDocument/2006/relationships/image" Target="../media/image621.png"/><Relationship Id="rId209" Type="http://schemas.openxmlformats.org/officeDocument/2006/relationships/image" Target="../media/image628.png"/><Relationship Id="rId220" Type="http://schemas.openxmlformats.org/officeDocument/2006/relationships/customXml" Target="../ink/ink634.xml"/><Relationship Id="rId241" Type="http://schemas.openxmlformats.org/officeDocument/2006/relationships/image" Target="../media/image644.png"/><Relationship Id="rId15" Type="http://schemas.openxmlformats.org/officeDocument/2006/relationships/image" Target="../media/image532.png"/><Relationship Id="rId36" Type="http://schemas.openxmlformats.org/officeDocument/2006/relationships/customXml" Target="../ink/ink542.xml"/><Relationship Id="rId57" Type="http://schemas.openxmlformats.org/officeDocument/2006/relationships/image" Target="../media/image553.png"/><Relationship Id="rId262" Type="http://schemas.openxmlformats.org/officeDocument/2006/relationships/customXml" Target="../ink/ink655.xml"/><Relationship Id="rId283" Type="http://schemas.openxmlformats.org/officeDocument/2006/relationships/image" Target="../media/image665.png"/><Relationship Id="rId78" Type="http://schemas.openxmlformats.org/officeDocument/2006/relationships/customXml" Target="../ink/ink563.xml"/><Relationship Id="rId99" Type="http://schemas.openxmlformats.org/officeDocument/2006/relationships/image" Target="../media/image574.png"/><Relationship Id="rId101" Type="http://schemas.openxmlformats.org/officeDocument/2006/relationships/image" Target="../media/image407.png"/><Relationship Id="rId122" Type="http://schemas.openxmlformats.org/officeDocument/2006/relationships/customXml" Target="../ink/ink585.xml"/><Relationship Id="rId143" Type="http://schemas.openxmlformats.org/officeDocument/2006/relationships/image" Target="../media/image595.png"/><Relationship Id="rId164" Type="http://schemas.openxmlformats.org/officeDocument/2006/relationships/customXml" Target="../ink/ink606.xml"/><Relationship Id="rId185" Type="http://schemas.openxmlformats.org/officeDocument/2006/relationships/image" Target="../media/image616.png"/><Relationship Id="rId9" Type="http://schemas.openxmlformats.org/officeDocument/2006/relationships/image" Target="../media/image529.png"/><Relationship Id="rId210" Type="http://schemas.openxmlformats.org/officeDocument/2006/relationships/customXml" Target="../ink/ink629.xml"/><Relationship Id="rId26" Type="http://schemas.openxmlformats.org/officeDocument/2006/relationships/customXml" Target="../ink/ink537.xml"/><Relationship Id="rId231" Type="http://schemas.openxmlformats.org/officeDocument/2006/relationships/image" Target="../media/image639.png"/><Relationship Id="rId252" Type="http://schemas.openxmlformats.org/officeDocument/2006/relationships/customXml" Target="../ink/ink650.xml"/><Relationship Id="rId273" Type="http://schemas.openxmlformats.org/officeDocument/2006/relationships/image" Target="../media/image660.png"/><Relationship Id="rId294" Type="http://schemas.openxmlformats.org/officeDocument/2006/relationships/customXml" Target="../ink/ink671.xml"/><Relationship Id="rId308" Type="http://schemas.openxmlformats.org/officeDocument/2006/relationships/customXml" Target="../ink/ink678.xml"/><Relationship Id="rId47" Type="http://schemas.openxmlformats.org/officeDocument/2006/relationships/image" Target="../media/image548.png"/><Relationship Id="rId68" Type="http://schemas.openxmlformats.org/officeDocument/2006/relationships/customXml" Target="../ink/ink558.xml"/><Relationship Id="rId89" Type="http://schemas.openxmlformats.org/officeDocument/2006/relationships/image" Target="../media/image569.png"/><Relationship Id="rId112" Type="http://schemas.openxmlformats.org/officeDocument/2006/relationships/customXml" Target="../ink/ink580.xml"/><Relationship Id="rId133" Type="http://schemas.openxmlformats.org/officeDocument/2006/relationships/image" Target="../media/image590.png"/><Relationship Id="rId154" Type="http://schemas.openxmlformats.org/officeDocument/2006/relationships/customXml" Target="../ink/ink601.xml"/><Relationship Id="rId175" Type="http://schemas.openxmlformats.org/officeDocument/2006/relationships/image" Target="../media/image611.png"/><Relationship Id="rId196" Type="http://schemas.openxmlformats.org/officeDocument/2006/relationships/customXml" Target="../ink/ink622.xml"/><Relationship Id="rId200" Type="http://schemas.openxmlformats.org/officeDocument/2006/relationships/customXml" Target="../ink/ink624.xml"/><Relationship Id="rId16" Type="http://schemas.openxmlformats.org/officeDocument/2006/relationships/customXml" Target="../ink/ink532.xml"/><Relationship Id="rId221" Type="http://schemas.openxmlformats.org/officeDocument/2006/relationships/image" Target="../media/image634.png"/><Relationship Id="rId242" Type="http://schemas.openxmlformats.org/officeDocument/2006/relationships/customXml" Target="../ink/ink645.xml"/><Relationship Id="rId263" Type="http://schemas.openxmlformats.org/officeDocument/2006/relationships/image" Target="../media/image655.png"/><Relationship Id="rId284" Type="http://schemas.openxmlformats.org/officeDocument/2006/relationships/customXml" Target="../ink/ink666.xml"/><Relationship Id="rId37" Type="http://schemas.openxmlformats.org/officeDocument/2006/relationships/image" Target="../media/image543.png"/><Relationship Id="rId58" Type="http://schemas.openxmlformats.org/officeDocument/2006/relationships/customXml" Target="../ink/ink553.xml"/><Relationship Id="rId79" Type="http://schemas.openxmlformats.org/officeDocument/2006/relationships/image" Target="../media/image564.png"/><Relationship Id="rId102" Type="http://schemas.openxmlformats.org/officeDocument/2006/relationships/customXml" Target="../ink/ink575.xml"/><Relationship Id="rId123" Type="http://schemas.openxmlformats.org/officeDocument/2006/relationships/image" Target="../media/image585.png"/><Relationship Id="rId144" Type="http://schemas.openxmlformats.org/officeDocument/2006/relationships/customXml" Target="../ink/ink596.xml"/><Relationship Id="rId90" Type="http://schemas.openxmlformats.org/officeDocument/2006/relationships/customXml" Target="../ink/ink569.xml"/><Relationship Id="rId165" Type="http://schemas.openxmlformats.org/officeDocument/2006/relationships/image" Target="../media/image606.png"/><Relationship Id="rId186" Type="http://schemas.openxmlformats.org/officeDocument/2006/relationships/customXml" Target="../ink/ink617.xml"/><Relationship Id="rId211" Type="http://schemas.openxmlformats.org/officeDocument/2006/relationships/image" Target="../media/image629.png"/><Relationship Id="rId232" Type="http://schemas.openxmlformats.org/officeDocument/2006/relationships/customXml" Target="../ink/ink640.xml"/><Relationship Id="rId253" Type="http://schemas.openxmlformats.org/officeDocument/2006/relationships/image" Target="../media/image650.png"/><Relationship Id="rId274" Type="http://schemas.openxmlformats.org/officeDocument/2006/relationships/customXml" Target="../ink/ink661.xml"/><Relationship Id="rId295" Type="http://schemas.openxmlformats.org/officeDocument/2006/relationships/image" Target="../media/image671.png"/><Relationship Id="rId309" Type="http://schemas.openxmlformats.org/officeDocument/2006/relationships/image" Target="../media/image678.png"/><Relationship Id="rId27" Type="http://schemas.openxmlformats.org/officeDocument/2006/relationships/image" Target="../media/image538.png"/><Relationship Id="rId48" Type="http://schemas.openxmlformats.org/officeDocument/2006/relationships/customXml" Target="../ink/ink548.xml"/><Relationship Id="rId69" Type="http://schemas.openxmlformats.org/officeDocument/2006/relationships/image" Target="../media/image559.png"/><Relationship Id="rId113" Type="http://schemas.openxmlformats.org/officeDocument/2006/relationships/image" Target="../media/image580.png"/><Relationship Id="rId134" Type="http://schemas.openxmlformats.org/officeDocument/2006/relationships/customXml" Target="../ink/ink591.xml"/><Relationship Id="rId80" Type="http://schemas.openxmlformats.org/officeDocument/2006/relationships/customXml" Target="../ink/ink564.xml"/><Relationship Id="rId155" Type="http://schemas.openxmlformats.org/officeDocument/2006/relationships/image" Target="../media/image601.png"/><Relationship Id="rId176" Type="http://schemas.openxmlformats.org/officeDocument/2006/relationships/customXml" Target="../ink/ink612.xml"/><Relationship Id="rId197" Type="http://schemas.openxmlformats.org/officeDocument/2006/relationships/image" Target="../media/image622.png"/><Relationship Id="rId201" Type="http://schemas.openxmlformats.org/officeDocument/2006/relationships/image" Target="../media/image624.png"/><Relationship Id="rId222" Type="http://schemas.openxmlformats.org/officeDocument/2006/relationships/customXml" Target="../ink/ink635.xml"/><Relationship Id="rId243" Type="http://schemas.openxmlformats.org/officeDocument/2006/relationships/image" Target="../media/image645.png"/><Relationship Id="rId264" Type="http://schemas.openxmlformats.org/officeDocument/2006/relationships/customXml" Target="../ink/ink656.xml"/><Relationship Id="rId285" Type="http://schemas.openxmlformats.org/officeDocument/2006/relationships/image" Target="../media/image666.png"/><Relationship Id="rId17" Type="http://schemas.openxmlformats.org/officeDocument/2006/relationships/image" Target="../media/image533.png"/><Relationship Id="rId38" Type="http://schemas.openxmlformats.org/officeDocument/2006/relationships/customXml" Target="../ink/ink543.xml"/><Relationship Id="rId59" Type="http://schemas.openxmlformats.org/officeDocument/2006/relationships/image" Target="../media/image554.png"/><Relationship Id="rId103" Type="http://schemas.openxmlformats.org/officeDocument/2006/relationships/image" Target="../media/image575.png"/><Relationship Id="rId124" Type="http://schemas.openxmlformats.org/officeDocument/2006/relationships/customXml" Target="../ink/ink586.xml"/><Relationship Id="rId310" Type="http://schemas.openxmlformats.org/officeDocument/2006/relationships/customXml" Target="../ink/ink679.xml"/><Relationship Id="rId70" Type="http://schemas.openxmlformats.org/officeDocument/2006/relationships/customXml" Target="../ink/ink559.xml"/><Relationship Id="rId91" Type="http://schemas.openxmlformats.org/officeDocument/2006/relationships/image" Target="../media/image570.png"/><Relationship Id="rId145" Type="http://schemas.openxmlformats.org/officeDocument/2006/relationships/image" Target="../media/image596.png"/><Relationship Id="rId166" Type="http://schemas.openxmlformats.org/officeDocument/2006/relationships/customXml" Target="../ink/ink607.xml"/><Relationship Id="rId187" Type="http://schemas.openxmlformats.org/officeDocument/2006/relationships/image" Target="../media/image617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630.xml"/><Relationship Id="rId233" Type="http://schemas.openxmlformats.org/officeDocument/2006/relationships/image" Target="../media/image640.png"/><Relationship Id="rId254" Type="http://schemas.openxmlformats.org/officeDocument/2006/relationships/customXml" Target="../ink/ink651.xml"/><Relationship Id="rId28" Type="http://schemas.openxmlformats.org/officeDocument/2006/relationships/customXml" Target="../ink/ink538.xml"/><Relationship Id="rId49" Type="http://schemas.openxmlformats.org/officeDocument/2006/relationships/image" Target="../media/image549.png"/><Relationship Id="rId114" Type="http://schemas.openxmlformats.org/officeDocument/2006/relationships/customXml" Target="../ink/ink581.xml"/><Relationship Id="rId275" Type="http://schemas.openxmlformats.org/officeDocument/2006/relationships/image" Target="../media/image661.png"/><Relationship Id="rId296" Type="http://schemas.openxmlformats.org/officeDocument/2006/relationships/customXml" Target="../ink/ink672.xml"/><Relationship Id="rId300" Type="http://schemas.openxmlformats.org/officeDocument/2006/relationships/customXml" Target="../ink/ink674.xml"/><Relationship Id="rId60" Type="http://schemas.openxmlformats.org/officeDocument/2006/relationships/customXml" Target="../ink/ink554.xml"/><Relationship Id="rId81" Type="http://schemas.openxmlformats.org/officeDocument/2006/relationships/image" Target="../media/image565.png"/><Relationship Id="rId135" Type="http://schemas.openxmlformats.org/officeDocument/2006/relationships/image" Target="../media/image591.png"/><Relationship Id="rId156" Type="http://schemas.openxmlformats.org/officeDocument/2006/relationships/customXml" Target="../ink/ink602.xml"/><Relationship Id="rId177" Type="http://schemas.openxmlformats.org/officeDocument/2006/relationships/image" Target="../media/image612.png"/><Relationship Id="rId198" Type="http://schemas.openxmlformats.org/officeDocument/2006/relationships/customXml" Target="../ink/ink623.xml"/><Relationship Id="rId202" Type="http://schemas.openxmlformats.org/officeDocument/2006/relationships/customXml" Target="../ink/ink625.xml"/><Relationship Id="rId223" Type="http://schemas.openxmlformats.org/officeDocument/2006/relationships/image" Target="../media/image635.png"/><Relationship Id="rId244" Type="http://schemas.openxmlformats.org/officeDocument/2006/relationships/customXml" Target="../ink/ink646.xml"/><Relationship Id="rId18" Type="http://schemas.openxmlformats.org/officeDocument/2006/relationships/customXml" Target="../ink/ink533.xml"/><Relationship Id="rId39" Type="http://schemas.openxmlformats.org/officeDocument/2006/relationships/image" Target="../media/image544.png"/><Relationship Id="rId265" Type="http://schemas.openxmlformats.org/officeDocument/2006/relationships/image" Target="../media/image656.png"/><Relationship Id="rId286" Type="http://schemas.openxmlformats.org/officeDocument/2006/relationships/customXml" Target="../ink/ink667.xml"/><Relationship Id="rId50" Type="http://schemas.openxmlformats.org/officeDocument/2006/relationships/customXml" Target="../ink/ink549.xml"/><Relationship Id="rId104" Type="http://schemas.openxmlformats.org/officeDocument/2006/relationships/customXml" Target="../ink/ink576.xml"/><Relationship Id="rId125" Type="http://schemas.openxmlformats.org/officeDocument/2006/relationships/image" Target="../media/image586.png"/><Relationship Id="rId146" Type="http://schemas.openxmlformats.org/officeDocument/2006/relationships/customXml" Target="../ink/ink597.xml"/><Relationship Id="rId167" Type="http://schemas.openxmlformats.org/officeDocument/2006/relationships/image" Target="../media/image607.png"/><Relationship Id="rId188" Type="http://schemas.openxmlformats.org/officeDocument/2006/relationships/customXml" Target="../ink/ink618.xml"/><Relationship Id="rId311" Type="http://schemas.openxmlformats.org/officeDocument/2006/relationships/image" Target="../media/image679.png"/><Relationship Id="rId71" Type="http://schemas.openxmlformats.org/officeDocument/2006/relationships/image" Target="../media/image560.png"/><Relationship Id="rId92" Type="http://schemas.openxmlformats.org/officeDocument/2006/relationships/customXml" Target="../ink/ink570.xml"/><Relationship Id="rId213" Type="http://schemas.openxmlformats.org/officeDocument/2006/relationships/image" Target="../media/image630.png"/><Relationship Id="rId234" Type="http://schemas.openxmlformats.org/officeDocument/2006/relationships/customXml" Target="../ink/ink641.xml"/><Relationship Id="rId2" Type="http://schemas.openxmlformats.org/officeDocument/2006/relationships/customXml" Target="../ink/ink525.xml"/><Relationship Id="rId29" Type="http://schemas.openxmlformats.org/officeDocument/2006/relationships/image" Target="../media/image539.png"/><Relationship Id="rId255" Type="http://schemas.openxmlformats.org/officeDocument/2006/relationships/image" Target="../media/image651.png"/><Relationship Id="rId276" Type="http://schemas.openxmlformats.org/officeDocument/2006/relationships/customXml" Target="../ink/ink662.xml"/><Relationship Id="rId297" Type="http://schemas.openxmlformats.org/officeDocument/2006/relationships/image" Target="../media/image672.png"/><Relationship Id="rId40" Type="http://schemas.openxmlformats.org/officeDocument/2006/relationships/customXml" Target="../ink/ink544.xml"/><Relationship Id="rId115" Type="http://schemas.openxmlformats.org/officeDocument/2006/relationships/image" Target="../media/image581.png"/><Relationship Id="rId136" Type="http://schemas.openxmlformats.org/officeDocument/2006/relationships/customXml" Target="../ink/ink592.xml"/><Relationship Id="rId157" Type="http://schemas.openxmlformats.org/officeDocument/2006/relationships/image" Target="../media/image602.png"/><Relationship Id="rId178" Type="http://schemas.openxmlformats.org/officeDocument/2006/relationships/customXml" Target="../ink/ink613.xml"/><Relationship Id="rId301" Type="http://schemas.openxmlformats.org/officeDocument/2006/relationships/image" Target="../media/image674.png"/><Relationship Id="rId61" Type="http://schemas.openxmlformats.org/officeDocument/2006/relationships/image" Target="../media/image555.png"/><Relationship Id="rId82" Type="http://schemas.openxmlformats.org/officeDocument/2006/relationships/customXml" Target="../ink/ink565.xml"/><Relationship Id="rId199" Type="http://schemas.openxmlformats.org/officeDocument/2006/relationships/image" Target="../media/image623.png"/><Relationship Id="rId203" Type="http://schemas.openxmlformats.org/officeDocument/2006/relationships/image" Target="../media/image625.png"/><Relationship Id="rId19" Type="http://schemas.openxmlformats.org/officeDocument/2006/relationships/image" Target="../media/image534.png"/><Relationship Id="rId224" Type="http://schemas.openxmlformats.org/officeDocument/2006/relationships/customXml" Target="../ink/ink636.xml"/><Relationship Id="rId245" Type="http://schemas.openxmlformats.org/officeDocument/2006/relationships/image" Target="../media/image646.png"/><Relationship Id="rId266" Type="http://schemas.openxmlformats.org/officeDocument/2006/relationships/customXml" Target="../ink/ink657.xml"/><Relationship Id="rId287" Type="http://schemas.openxmlformats.org/officeDocument/2006/relationships/image" Target="../media/image667.png"/><Relationship Id="rId30" Type="http://schemas.openxmlformats.org/officeDocument/2006/relationships/customXml" Target="../ink/ink539.xml"/><Relationship Id="rId105" Type="http://schemas.openxmlformats.org/officeDocument/2006/relationships/image" Target="../media/image576.png"/><Relationship Id="rId126" Type="http://schemas.openxmlformats.org/officeDocument/2006/relationships/customXml" Target="../ink/ink587.xml"/><Relationship Id="rId147" Type="http://schemas.openxmlformats.org/officeDocument/2006/relationships/image" Target="../media/image597.png"/><Relationship Id="rId168" Type="http://schemas.openxmlformats.org/officeDocument/2006/relationships/customXml" Target="../ink/ink608.xml"/><Relationship Id="rId312" Type="http://schemas.openxmlformats.org/officeDocument/2006/relationships/customXml" Target="../ink/ink680.xml"/><Relationship Id="rId51" Type="http://schemas.openxmlformats.org/officeDocument/2006/relationships/image" Target="../media/image550.png"/><Relationship Id="rId72" Type="http://schemas.openxmlformats.org/officeDocument/2006/relationships/customXml" Target="../ink/ink560.xml"/><Relationship Id="rId93" Type="http://schemas.openxmlformats.org/officeDocument/2006/relationships/image" Target="../media/image571.png"/><Relationship Id="rId189" Type="http://schemas.openxmlformats.org/officeDocument/2006/relationships/image" Target="../media/image618.png"/><Relationship Id="rId3" Type="http://schemas.openxmlformats.org/officeDocument/2006/relationships/image" Target="../media/image526.png"/><Relationship Id="rId214" Type="http://schemas.openxmlformats.org/officeDocument/2006/relationships/customXml" Target="../ink/ink631.xml"/><Relationship Id="rId235" Type="http://schemas.openxmlformats.org/officeDocument/2006/relationships/image" Target="../media/image641.png"/><Relationship Id="rId256" Type="http://schemas.openxmlformats.org/officeDocument/2006/relationships/customXml" Target="../ink/ink652.xml"/><Relationship Id="rId277" Type="http://schemas.openxmlformats.org/officeDocument/2006/relationships/image" Target="../media/image662.png"/><Relationship Id="rId298" Type="http://schemas.openxmlformats.org/officeDocument/2006/relationships/customXml" Target="../ink/ink673.xml"/><Relationship Id="rId116" Type="http://schemas.openxmlformats.org/officeDocument/2006/relationships/customXml" Target="../ink/ink582.xml"/><Relationship Id="rId137" Type="http://schemas.openxmlformats.org/officeDocument/2006/relationships/image" Target="../media/image592.png"/><Relationship Id="rId158" Type="http://schemas.openxmlformats.org/officeDocument/2006/relationships/customXml" Target="../ink/ink603.xml"/><Relationship Id="rId302" Type="http://schemas.openxmlformats.org/officeDocument/2006/relationships/customXml" Target="../ink/ink675.xml"/><Relationship Id="rId20" Type="http://schemas.openxmlformats.org/officeDocument/2006/relationships/customXml" Target="../ink/ink534.xml"/><Relationship Id="rId41" Type="http://schemas.openxmlformats.org/officeDocument/2006/relationships/image" Target="../media/image545.png"/><Relationship Id="rId62" Type="http://schemas.openxmlformats.org/officeDocument/2006/relationships/customXml" Target="../ink/ink555.xml"/><Relationship Id="rId83" Type="http://schemas.openxmlformats.org/officeDocument/2006/relationships/image" Target="../media/image566.png"/><Relationship Id="rId179" Type="http://schemas.openxmlformats.org/officeDocument/2006/relationships/image" Target="../media/image613.png"/><Relationship Id="rId190" Type="http://schemas.openxmlformats.org/officeDocument/2006/relationships/customXml" Target="../ink/ink619.xml"/><Relationship Id="rId204" Type="http://schemas.openxmlformats.org/officeDocument/2006/relationships/customXml" Target="../ink/ink626.xml"/><Relationship Id="rId225" Type="http://schemas.openxmlformats.org/officeDocument/2006/relationships/image" Target="../media/image636.png"/><Relationship Id="rId246" Type="http://schemas.openxmlformats.org/officeDocument/2006/relationships/customXml" Target="../ink/ink647.xml"/><Relationship Id="rId267" Type="http://schemas.openxmlformats.org/officeDocument/2006/relationships/image" Target="../media/image657.png"/><Relationship Id="rId288" Type="http://schemas.openxmlformats.org/officeDocument/2006/relationships/customXml" Target="../ink/ink668.xml"/><Relationship Id="rId106" Type="http://schemas.openxmlformats.org/officeDocument/2006/relationships/customXml" Target="../ink/ink577.xml"/><Relationship Id="rId127" Type="http://schemas.openxmlformats.org/officeDocument/2006/relationships/image" Target="../media/image587.png"/><Relationship Id="rId313" Type="http://schemas.openxmlformats.org/officeDocument/2006/relationships/image" Target="../media/image680.png"/><Relationship Id="rId10" Type="http://schemas.openxmlformats.org/officeDocument/2006/relationships/customXml" Target="../ink/ink529.xml"/><Relationship Id="rId31" Type="http://schemas.openxmlformats.org/officeDocument/2006/relationships/image" Target="../media/image540.png"/><Relationship Id="rId52" Type="http://schemas.openxmlformats.org/officeDocument/2006/relationships/customXml" Target="../ink/ink550.xml"/><Relationship Id="rId73" Type="http://schemas.openxmlformats.org/officeDocument/2006/relationships/image" Target="../media/image561.png"/><Relationship Id="rId94" Type="http://schemas.openxmlformats.org/officeDocument/2006/relationships/customXml" Target="../ink/ink571.xml"/><Relationship Id="rId148" Type="http://schemas.openxmlformats.org/officeDocument/2006/relationships/customXml" Target="../ink/ink598.xml"/><Relationship Id="rId169" Type="http://schemas.openxmlformats.org/officeDocument/2006/relationships/image" Target="../media/image608.png"/><Relationship Id="rId4" Type="http://schemas.openxmlformats.org/officeDocument/2006/relationships/customXml" Target="../ink/ink526.xml"/><Relationship Id="rId180" Type="http://schemas.openxmlformats.org/officeDocument/2006/relationships/customXml" Target="../ink/ink614.xml"/><Relationship Id="rId215" Type="http://schemas.openxmlformats.org/officeDocument/2006/relationships/image" Target="../media/image631.png"/><Relationship Id="rId236" Type="http://schemas.openxmlformats.org/officeDocument/2006/relationships/customXml" Target="../ink/ink642.xml"/><Relationship Id="rId257" Type="http://schemas.openxmlformats.org/officeDocument/2006/relationships/image" Target="../media/image652.png"/><Relationship Id="rId278" Type="http://schemas.openxmlformats.org/officeDocument/2006/relationships/customXml" Target="../ink/ink663.xml"/><Relationship Id="rId303" Type="http://schemas.openxmlformats.org/officeDocument/2006/relationships/image" Target="../media/image675.png"/><Relationship Id="rId42" Type="http://schemas.openxmlformats.org/officeDocument/2006/relationships/customXml" Target="../ink/ink545.xml"/><Relationship Id="rId84" Type="http://schemas.openxmlformats.org/officeDocument/2006/relationships/customXml" Target="../ink/ink566.xml"/><Relationship Id="rId138" Type="http://schemas.openxmlformats.org/officeDocument/2006/relationships/customXml" Target="../ink/ink593.xml"/><Relationship Id="rId191" Type="http://schemas.openxmlformats.org/officeDocument/2006/relationships/image" Target="../media/image619.png"/><Relationship Id="rId205" Type="http://schemas.openxmlformats.org/officeDocument/2006/relationships/image" Target="../media/image626.png"/><Relationship Id="rId247" Type="http://schemas.openxmlformats.org/officeDocument/2006/relationships/image" Target="../media/image647.png"/><Relationship Id="rId107" Type="http://schemas.openxmlformats.org/officeDocument/2006/relationships/image" Target="../media/image577.png"/><Relationship Id="rId289" Type="http://schemas.openxmlformats.org/officeDocument/2006/relationships/image" Target="../media/image668.png"/><Relationship Id="rId11" Type="http://schemas.openxmlformats.org/officeDocument/2006/relationships/image" Target="../media/image530.png"/><Relationship Id="rId53" Type="http://schemas.openxmlformats.org/officeDocument/2006/relationships/image" Target="../media/image551.png"/><Relationship Id="rId149" Type="http://schemas.openxmlformats.org/officeDocument/2006/relationships/image" Target="../media/image598.png"/><Relationship Id="rId314" Type="http://schemas.openxmlformats.org/officeDocument/2006/relationships/customXml" Target="../ink/ink681.xml"/><Relationship Id="rId95" Type="http://schemas.openxmlformats.org/officeDocument/2006/relationships/image" Target="../media/image572.png"/><Relationship Id="rId160" Type="http://schemas.openxmlformats.org/officeDocument/2006/relationships/customXml" Target="../ink/ink604.xml"/><Relationship Id="rId216" Type="http://schemas.openxmlformats.org/officeDocument/2006/relationships/customXml" Target="../ink/ink632.xml"/><Relationship Id="rId258" Type="http://schemas.openxmlformats.org/officeDocument/2006/relationships/customXml" Target="../ink/ink653.xml"/><Relationship Id="rId22" Type="http://schemas.openxmlformats.org/officeDocument/2006/relationships/customXml" Target="../ink/ink535.xml"/><Relationship Id="rId64" Type="http://schemas.openxmlformats.org/officeDocument/2006/relationships/customXml" Target="../ink/ink556.xml"/><Relationship Id="rId118" Type="http://schemas.openxmlformats.org/officeDocument/2006/relationships/customXml" Target="../ink/ink583.xml"/><Relationship Id="rId171" Type="http://schemas.openxmlformats.org/officeDocument/2006/relationships/image" Target="../media/image609.png"/><Relationship Id="rId227" Type="http://schemas.openxmlformats.org/officeDocument/2006/relationships/image" Target="../media/image637.png"/><Relationship Id="rId269" Type="http://schemas.openxmlformats.org/officeDocument/2006/relationships/image" Target="../media/image658.png"/><Relationship Id="rId33" Type="http://schemas.openxmlformats.org/officeDocument/2006/relationships/image" Target="../media/image541.png"/><Relationship Id="rId129" Type="http://schemas.openxmlformats.org/officeDocument/2006/relationships/image" Target="../media/image588.png"/><Relationship Id="rId280" Type="http://schemas.openxmlformats.org/officeDocument/2006/relationships/customXml" Target="../ink/ink664.xml"/><Relationship Id="rId75" Type="http://schemas.openxmlformats.org/officeDocument/2006/relationships/image" Target="../media/image562.png"/><Relationship Id="rId140" Type="http://schemas.openxmlformats.org/officeDocument/2006/relationships/customXml" Target="../ink/ink594.xml"/><Relationship Id="rId182" Type="http://schemas.openxmlformats.org/officeDocument/2006/relationships/customXml" Target="../ink/ink615.xml"/><Relationship Id="rId6" Type="http://schemas.openxmlformats.org/officeDocument/2006/relationships/customXml" Target="../ink/ink527.xml"/><Relationship Id="rId238" Type="http://schemas.openxmlformats.org/officeDocument/2006/relationships/customXml" Target="../ink/ink643.xml"/><Relationship Id="rId291" Type="http://schemas.openxmlformats.org/officeDocument/2006/relationships/image" Target="../media/image669.png"/><Relationship Id="rId305" Type="http://schemas.openxmlformats.org/officeDocument/2006/relationships/image" Target="../media/image676.png"/><Relationship Id="rId44" Type="http://schemas.openxmlformats.org/officeDocument/2006/relationships/customXml" Target="../ink/ink546.xml"/><Relationship Id="rId86" Type="http://schemas.openxmlformats.org/officeDocument/2006/relationships/customXml" Target="../ink/ink567.xml"/><Relationship Id="rId151" Type="http://schemas.openxmlformats.org/officeDocument/2006/relationships/image" Target="../media/image599.png"/><Relationship Id="rId193" Type="http://schemas.openxmlformats.org/officeDocument/2006/relationships/image" Target="../media/image620.png"/><Relationship Id="rId207" Type="http://schemas.openxmlformats.org/officeDocument/2006/relationships/image" Target="../media/image627.png"/><Relationship Id="rId249" Type="http://schemas.openxmlformats.org/officeDocument/2006/relationships/image" Target="../media/image64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9.png"/><Relationship Id="rId299" Type="http://schemas.openxmlformats.org/officeDocument/2006/relationships/image" Target="../media/image830.png"/><Relationship Id="rId21" Type="http://schemas.openxmlformats.org/officeDocument/2006/relationships/image" Target="../media/image692.png"/><Relationship Id="rId63" Type="http://schemas.openxmlformats.org/officeDocument/2006/relationships/image" Target="../media/image712.png"/><Relationship Id="rId159" Type="http://schemas.openxmlformats.org/officeDocument/2006/relationships/image" Target="../media/image760.png"/><Relationship Id="rId324" Type="http://schemas.openxmlformats.org/officeDocument/2006/relationships/customXml" Target="../ink/ink844.xml"/><Relationship Id="rId366" Type="http://schemas.openxmlformats.org/officeDocument/2006/relationships/customXml" Target="../ink/ink865.xml"/><Relationship Id="rId170" Type="http://schemas.openxmlformats.org/officeDocument/2006/relationships/customXml" Target="../ink/ink767.xml"/><Relationship Id="rId226" Type="http://schemas.openxmlformats.org/officeDocument/2006/relationships/customXml" Target="../ink/ink795.xml"/><Relationship Id="rId433" Type="http://schemas.openxmlformats.org/officeDocument/2006/relationships/image" Target="../media/image895.png"/><Relationship Id="rId268" Type="http://schemas.openxmlformats.org/officeDocument/2006/relationships/customXml" Target="../ink/ink816.xml"/><Relationship Id="rId475" Type="http://schemas.openxmlformats.org/officeDocument/2006/relationships/image" Target="../media/image916.png"/><Relationship Id="rId32" Type="http://schemas.openxmlformats.org/officeDocument/2006/relationships/customXml" Target="../ink/ink698.xml"/><Relationship Id="rId74" Type="http://schemas.openxmlformats.org/officeDocument/2006/relationships/customXml" Target="../ink/ink719.xml"/><Relationship Id="rId128" Type="http://schemas.openxmlformats.org/officeDocument/2006/relationships/customXml" Target="../ink/ink746.xml"/><Relationship Id="rId335" Type="http://schemas.openxmlformats.org/officeDocument/2006/relationships/image" Target="../media/image848.png"/><Relationship Id="rId377" Type="http://schemas.openxmlformats.org/officeDocument/2006/relationships/image" Target="../media/image868.png"/><Relationship Id="rId500" Type="http://schemas.openxmlformats.org/officeDocument/2006/relationships/customXml" Target="../ink/ink932.xml"/><Relationship Id="rId5" Type="http://schemas.openxmlformats.org/officeDocument/2006/relationships/image" Target="../media/image684.png"/><Relationship Id="rId181" Type="http://schemas.openxmlformats.org/officeDocument/2006/relationships/image" Target="../media/image771.png"/><Relationship Id="rId237" Type="http://schemas.openxmlformats.org/officeDocument/2006/relationships/image" Target="../media/image799.png"/><Relationship Id="rId402" Type="http://schemas.openxmlformats.org/officeDocument/2006/relationships/customXml" Target="../ink/ink883.xml"/><Relationship Id="rId279" Type="http://schemas.openxmlformats.org/officeDocument/2006/relationships/image" Target="../media/image820.png"/><Relationship Id="rId444" Type="http://schemas.openxmlformats.org/officeDocument/2006/relationships/customXml" Target="../ink/ink904.xml"/><Relationship Id="rId486" Type="http://schemas.openxmlformats.org/officeDocument/2006/relationships/customXml" Target="../ink/ink925.xml"/><Relationship Id="rId43" Type="http://schemas.openxmlformats.org/officeDocument/2006/relationships/image" Target="../media/image703.png"/><Relationship Id="rId139" Type="http://schemas.openxmlformats.org/officeDocument/2006/relationships/image" Target="../media/image750.png"/><Relationship Id="rId290" Type="http://schemas.openxmlformats.org/officeDocument/2006/relationships/customXml" Target="../ink/ink827.xml"/><Relationship Id="rId304" Type="http://schemas.openxmlformats.org/officeDocument/2006/relationships/customXml" Target="../ink/ink834.xml"/><Relationship Id="rId346" Type="http://schemas.openxmlformats.org/officeDocument/2006/relationships/customXml" Target="../ink/ink855.xml"/><Relationship Id="rId388" Type="http://schemas.openxmlformats.org/officeDocument/2006/relationships/customXml" Target="../ink/ink876.xml"/><Relationship Id="rId85" Type="http://schemas.openxmlformats.org/officeDocument/2006/relationships/image" Target="../media/image723.png"/><Relationship Id="rId150" Type="http://schemas.openxmlformats.org/officeDocument/2006/relationships/customXml" Target="../ink/ink757.xml"/><Relationship Id="rId192" Type="http://schemas.openxmlformats.org/officeDocument/2006/relationships/customXml" Target="../ink/ink778.xml"/><Relationship Id="rId206" Type="http://schemas.openxmlformats.org/officeDocument/2006/relationships/customXml" Target="../ink/ink785.xml"/><Relationship Id="rId413" Type="http://schemas.openxmlformats.org/officeDocument/2006/relationships/image" Target="../media/image886.png"/><Relationship Id="rId248" Type="http://schemas.openxmlformats.org/officeDocument/2006/relationships/customXml" Target="../ink/ink806.xml"/><Relationship Id="rId455" Type="http://schemas.openxmlformats.org/officeDocument/2006/relationships/image" Target="../media/image906.png"/><Relationship Id="rId497" Type="http://schemas.openxmlformats.org/officeDocument/2006/relationships/image" Target="../media/image927.png"/><Relationship Id="rId12" Type="http://schemas.openxmlformats.org/officeDocument/2006/relationships/customXml" Target="../ink/ink688.xml"/><Relationship Id="rId108" Type="http://schemas.openxmlformats.org/officeDocument/2006/relationships/customXml" Target="../ink/ink736.xml"/><Relationship Id="rId315" Type="http://schemas.openxmlformats.org/officeDocument/2006/relationships/image" Target="../media/image838.png"/><Relationship Id="rId357" Type="http://schemas.openxmlformats.org/officeDocument/2006/relationships/image" Target="../media/image859.png"/><Relationship Id="rId54" Type="http://schemas.openxmlformats.org/officeDocument/2006/relationships/customXml" Target="../ink/ink709.xml"/><Relationship Id="rId96" Type="http://schemas.openxmlformats.org/officeDocument/2006/relationships/customXml" Target="../ink/ink730.xml"/><Relationship Id="rId161" Type="http://schemas.openxmlformats.org/officeDocument/2006/relationships/image" Target="../media/image761.png"/><Relationship Id="rId217" Type="http://schemas.openxmlformats.org/officeDocument/2006/relationships/image" Target="../media/image789.png"/><Relationship Id="rId399" Type="http://schemas.openxmlformats.org/officeDocument/2006/relationships/image" Target="../media/image879.png"/><Relationship Id="rId259" Type="http://schemas.openxmlformats.org/officeDocument/2006/relationships/image" Target="../media/image810.png"/><Relationship Id="rId424" Type="http://schemas.openxmlformats.org/officeDocument/2006/relationships/customXml" Target="../ink/ink894.xml"/><Relationship Id="rId466" Type="http://schemas.openxmlformats.org/officeDocument/2006/relationships/customXml" Target="../ink/ink915.xml"/><Relationship Id="rId23" Type="http://schemas.openxmlformats.org/officeDocument/2006/relationships/image" Target="../media/image693.png"/><Relationship Id="rId119" Type="http://schemas.openxmlformats.org/officeDocument/2006/relationships/image" Target="../media/image740.png"/><Relationship Id="rId270" Type="http://schemas.openxmlformats.org/officeDocument/2006/relationships/customXml" Target="../ink/ink817.xml"/><Relationship Id="rId326" Type="http://schemas.openxmlformats.org/officeDocument/2006/relationships/customXml" Target="../ink/ink845.xml"/><Relationship Id="rId65" Type="http://schemas.openxmlformats.org/officeDocument/2006/relationships/image" Target="../media/image713.png"/><Relationship Id="rId130" Type="http://schemas.openxmlformats.org/officeDocument/2006/relationships/customXml" Target="../ink/ink747.xml"/><Relationship Id="rId368" Type="http://schemas.openxmlformats.org/officeDocument/2006/relationships/customXml" Target="../ink/ink866.xml"/><Relationship Id="rId172" Type="http://schemas.openxmlformats.org/officeDocument/2006/relationships/customXml" Target="../ink/ink768.xml"/><Relationship Id="rId228" Type="http://schemas.openxmlformats.org/officeDocument/2006/relationships/customXml" Target="../ink/ink796.xml"/><Relationship Id="rId435" Type="http://schemas.openxmlformats.org/officeDocument/2006/relationships/image" Target="../media/image896.png"/><Relationship Id="rId477" Type="http://schemas.openxmlformats.org/officeDocument/2006/relationships/image" Target="../media/image917.png"/><Relationship Id="rId281" Type="http://schemas.openxmlformats.org/officeDocument/2006/relationships/image" Target="../media/image821.png"/><Relationship Id="rId337" Type="http://schemas.openxmlformats.org/officeDocument/2006/relationships/image" Target="../media/image849.png"/><Relationship Id="rId502" Type="http://schemas.openxmlformats.org/officeDocument/2006/relationships/customXml" Target="../ink/ink933.xml"/><Relationship Id="rId34" Type="http://schemas.openxmlformats.org/officeDocument/2006/relationships/customXml" Target="../ink/ink699.xml"/><Relationship Id="rId76" Type="http://schemas.openxmlformats.org/officeDocument/2006/relationships/customXml" Target="../ink/ink720.xml"/><Relationship Id="rId141" Type="http://schemas.openxmlformats.org/officeDocument/2006/relationships/image" Target="../media/image751.png"/><Relationship Id="rId379" Type="http://schemas.openxmlformats.org/officeDocument/2006/relationships/image" Target="../media/image869.png"/><Relationship Id="rId7" Type="http://schemas.openxmlformats.org/officeDocument/2006/relationships/image" Target="../media/image685.png"/><Relationship Id="rId183" Type="http://schemas.openxmlformats.org/officeDocument/2006/relationships/image" Target="../media/image772.png"/><Relationship Id="rId239" Type="http://schemas.openxmlformats.org/officeDocument/2006/relationships/image" Target="../media/image800.png"/><Relationship Id="rId390" Type="http://schemas.openxmlformats.org/officeDocument/2006/relationships/customXml" Target="../ink/ink877.xml"/><Relationship Id="rId404" Type="http://schemas.openxmlformats.org/officeDocument/2006/relationships/customXml" Target="../ink/ink884.xml"/><Relationship Id="rId446" Type="http://schemas.openxmlformats.org/officeDocument/2006/relationships/customXml" Target="../ink/ink905.xml"/><Relationship Id="rId250" Type="http://schemas.openxmlformats.org/officeDocument/2006/relationships/customXml" Target="../ink/ink807.xml"/><Relationship Id="rId292" Type="http://schemas.openxmlformats.org/officeDocument/2006/relationships/customXml" Target="../ink/ink828.xml"/><Relationship Id="rId306" Type="http://schemas.openxmlformats.org/officeDocument/2006/relationships/customXml" Target="../ink/ink835.xml"/><Relationship Id="rId488" Type="http://schemas.openxmlformats.org/officeDocument/2006/relationships/customXml" Target="../ink/ink926.xml"/><Relationship Id="rId45" Type="http://schemas.openxmlformats.org/officeDocument/2006/relationships/image" Target="../media/image704.png"/><Relationship Id="rId87" Type="http://schemas.openxmlformats.org/officeDocument/2006/relationships/image" Target="../media/image724.png"/><Relationship Id="rId110" Type="http://schemas.openxmlformats.org/officeDocument/2006/relationships/customXml" Target="../ink/ink737.xml"/><Relationship Id="rId348" Type="http://schemas.openxmlformats.org/officeDocument/2006/relationships/customXml" Target="../ink/ink856.xml"/><Relationship Id="rId152" Type="http://schemas.openxmlformats.org/officeDocument/2006/relationships/customXml" Target="../ink/ink758.xml"/><Relationship Id="rId194" Type="http://schemas.openxmlformats.org/officeDocument/2006/relationships/customXml" Target="../ink/ink779.xml"/><Relationship Id="rId208" Type="http://schemas.openxmlformats.org/officeDocument/2006/relationships/customXml" Target="../ink/ink786.xml"/><Relationship Id="rId415" Type="http://schemas.openxmlformats.org/officeDocument/2006/relationships/image" Target="../media/image887.png"/><Relationship Id="rId457" Type="http://schemas.openxmlformats.org/officeDocument/2006/relationships/image" Target="../media/image907.png"/><Relationship Id="rId261" Type="http://schemas.openxmlformats.org/officeDocument/2006/relationships/image" Target="../media/image811.png"/><Relationship Id="rId499" Type="http://schemas.openxmlformats.org/officeDocument/2006/relationships/image" Target="../media/image928.png"/><Relationship Id="rId14" Type="http://schemas.openxmlformats.org/officeDocument/2006/relationships/customXml" Target="../ink/ink689.xml"/><Relationship Id="rId56" Type="http://schemas.openxmlformats.org/officeDocument/2006/relationships/customXml" Target="../ink/ink710.xml"/><Relationship Id="rId317" Type="http://schemas.openxmlformats.org/officeDocument/2006/relationships/image" Target="../media/image839.png"/><Relationship Id="rId359" Type="http://schemas.openxmlformats.org/officeDocument/2006/relationships/image" Target="../media/image860.png"/><Relationship Id="rId98" Type="http://schemas.openxmlformats.org/officeDocument/2006/relationships/customXml" Target="../ink/ink731.xml"/><Relationship Id="rId121" Type="http://schemas.openxmlformats.org/officeDocument/2006/relationships/image" Target="../media/image741.png"/><Relationship Id="rId163" Type="http://schemas.openxmlformats.org/officeDocument/2006/relationships/image" Target="../media/image762.png"/><Relationship Id="rId219" Type="http://schemas.openxmlformats.org/officeDocument/2006/relationships/image" Target="../media/image790.png"/><Relationship Id="rId370" Type="http://schemas.openxmlformats.org/officeDocument/2006/relationships/customXml" Target="../ink/ink867.xml"/><Relationship Id="rId426" Type="http://schemas.openxmlformats.org/officeDocument/2006/relationships/customXml" Target="../ink/ink895.xml"/><Relationship Id="rId230" Type="http://schemas.openxmlformats.org/officeDocument/2006/relationships/customXml" Target="../ink/ink797.xml"/><Relationship Id="rId468" Type="http://schemas.openxmlformats.org/officeDocument/2006/relationships/customXml" Target="../ink/ink916.xml"/><Relationship Id="rId25" Type="http://schemas.openxmlformats.org/officeDocument/2006/relationships/image" Target="../media/image694.png"/><Relationship Id="rId67" Type="http://schemas.openxmlformats.org/officeDocument/2006/relationships/image" Target="../media/image714.png"/><Relationship Id="rId272" Type="http://schemas.openxmlformats.org/officeDocument/2006/relationships/customXml" Target="../ink/ink818.xml"/><Relationship Id="rId328" Type="http://schemas.openxmlformats.org/officeDocument/2006/relationships/customXml" Target="../ink/ink846.xml"/><Relationship Id="rId132" Type="http://schemas.openxmlformats.org/officeDocument/2006/relationships/customXml" Target="../ink/ink748.xml"/><Relationship Id="rId174" Type="http://schemas.openxmlformats.org/officeDocument/2006/relationships/customXml" Target="../ink/ink769.xml"/><Relationship Id="rId381" Type="http://schemas.openxmlformats.org/officeDocument/2006/relationships/image" Target="../media/image870.png"/><Relationship Id="rId241" Type="http://schemas.openxmlformats.org/officeDocument/2006/relationships/image" Target="../media/image801.png"/><Relationship Id="rId437" Type="http://schemas.openxmlformats.org/officeDocument/2006/relationships/image" Target="../media/image897.png"/><Relationship Id="rId479" Type="http://schemas.openxmlformats.org/officeDocument/2006/relationships/image" Target="../media/image918.png"/><Relationship Id="rId36" Type="http://schemas.openxmlformats.org/officeDocument/2006/relationships/customXml" Target="../ink/ink700.xml"/><Relationship Id="rId283" Type="http://schemas.openxmlformats.org/officeDocument/2006/relationships/image" Target="../media/image822.png"/><Relationship Id="rId339" Type="http://schemas.openxmlformats.org/officeDocument/2006/relationships/image" Target="../media/image850.png"/><Relationship Id="rId490" Type="http://schemas.openxmlformats.org/officeDocument/2006/relationships/customXml" Target="../ink/ink927.xml"/><Relationship Id="rId78" Type="http://schemas.openxmlformats.org/officeDocument/2006/relationships/customXml" Target="../ink/ink721.xml"/><Relationship Id="rId101" Type="http://schemas.openxmlformats.org/officeDocument/2006/relationships/image" Target="../media/image731.png"/><Relationship Id="rId143" Type="http://schemas.openxmlformats.org/officeDocument/2006/relationships/image" Target="../media/image752.png"/><Relationship Id="rId185" Type="http://schemas.openxmlformats.org/officeDocument/2006/relationships/image" Target="../media/image773.png"/><Relationship Id="rId350" Type="http://schemas.openxmlformats.org/officeDocument/2006/relationships/customXml" Target="../ink/ink857.xml"/><Relationship Id="rId406" Type="http://schemas.openxmlformats.org/officeDocument/2006/relationships/customXml" Target="../ink/ink885.xml"/><Relationship Id="rId9" Type="http://schemas.openxmlformats.org/officeDocument/2006/relationships/image" Target="../media/image686.png"/><Relationship Id="rId210" Type="http://schemas.openxmlformats.org/officeDocument/2006/relationships/customXml" Target="../ink/ink787.xml"/><Relationship Id="rId392" Type="http://schemas.openxmlformats.org/officeDocument/2006/relationships/customXml" Target="../ink/ink878.xml"/><Relationship Id="rId448" Type="http://schemas.openxmlformats.org/officeDocument/2006/relationships/customXml" Target="../ink/ink906.xml"/><Relationship Id="rId252" Type="http://schemas.openxmlformats.org/officeDocument/2006/relationships/customXml" Target="../ink/ink808.xml"/><Relationship Id="rId294" Type="http://schemas.openxmlformats.org/officeDocument/2006/relationships/customXml" Target="../ink/ink829.xml"/><Relationship Id="rId308" Type="http://schemas.openxmlformats.org/officeDocument/2006/relationships/customXml" Target="../ink/ink836.xml"/><Relationship Id="rId47" Type="http://schemas.openxmlformats.org/officeDocument/2006/relationships/image" Target="../media/image705.png"/><Relationship Id="rId89" Type="http://schemas.openxmlformats.org/officeDocument/2006/relationships/image" Target="../media/image725.png"/><Relationship Id="rId112" Type="http://schemas.openxmlformats.org/officeDocument/2006/relationships/customXml" Target="../ink/ink738.xml"/><Relationship Id="rId154" Type="http://schemas.openxmlformats.org/officeDocument/2006/relationships/customXml" Target="../ink/ink759.xml"/><Relationship Id="rId361" Type="http://schemas.openxmlformats.org/officeDocument/2006/relationships/image" Target="../media/image861.png"/><Relationship Id="rId196" Type="http://schemas.openxmlformats.org/officeDocument/2006/relationships/customXml" Target="../ink/ink780.xml"/><Relationship Id="rId417" Type="http://schemas.openxmlformats.org/officeDocument/2006/relationships/image" Target="../media/image888.png"/><Relationship Id="rId459" Type="http://schemas.openxmlformats.org/officeDocument/2006/relationships/image" Target="../media/image908.png"/><Relationship Id="rId16" Type="http://schemas.openxmlformats.org/officeDocument/2006/relationships/customXml" Target="../ink/ink690.xml"/><Relationship Id="rId221" Type="http://schemas.openxmlformats.org/officeDocument/2006/relationships/image" Target="../media/image791.png"/><Relationship Id="rId263" Type="http://schemas.openxmlformats.org/officeDocument/2006/relationships/image" Target="../media/image812.png"/><Relationship Id="rId319" Type="http://schemas.openxmlformats.org/officeDocument/2006/relationships/image" Target="../media/image840.png"/><Relationship Id="rId470" Type="http://schemas.openxmlformats.org/officeDocument/2006/relationships/customXml" Target="../ink/ink917.xml"/><Relationship Id="rId58" Type="http://schemas.openxmlformats.org/officeDocument/2006/relationships/customXml" Target="../ink/ink711.xml"/><Relationship Id="rId123" Type="http://schemas.openxmlformats.org/officeDocument/2006/relationships/image" Target="../media/image742.png"/><Relationship Id="rId330" Type="http://schemas.openxmlformats.org/officeDocument/2006/relationships/customXml" Target="../ink/ink847.xml"/><Relationship Id="rId165" Type="http://schemas.openxmlformats.org/officeDocument/2006/relationships/image" Target="../media/image763.png"/><Relationship Id="rId372" Type="http://schemas.openxmlformats.org/officeDocument/2006/relationships/customXml" Target="../ink/ink868.xml"/><Relationship Id="rId428" Type="http://schemas.openxmlformats.org/officeDocument/2006/relationships/customXml" Target="../ink/ink896.xml"/><Relationship Id="rId232" Type="http://schemas.openxmlformats.org/officeDocument/2006/relationships/customXml" Target="../ink/ink798.xml"/><Relationship Id="rId274" Type="http://schemas.openxmlformats.org/officeDocument/2006/relationships/customXml" Target="../ink/ink819.xml"/><Relationship Id="rId481" Type="http://schemas.openxmlformats.org/officeDocument/2006/relationships/image" Target="../media/image919.png"/><Relationship Id="rId27" Type="http://schemas.openxmlformats.org/officeDocument/2006/relationships/image" Target="../media/image695.png"/><Relationship Id="rId69" Type="http://schemas.openxmlformats.org/officeDocument/2006/relationships/image" Target="../media/image715.png"/><Relationship Id="rId134" Type="http://schemas.openxmlformats.org/officeDocument/2006/relationships/customXml" Target="../ink/ink749.xml"/><Relationship Id="rId80" Type="http://schemas.openxmlformats.org/officeDocument/2006/relationships/customXml" Target="../ink/ink722.xml"/><Relationship Id="rId176" Type="http://schemas.openxmlformats.org/officeDocument/2006/relationships/customXml" Target="../ink/ink770.xml"/><Relationship Id="rId341" Type="http://schemas.openxmlformats.org/officeDocument/2006/relationships/image" Target="../media/image851.png"/><Relationship Id="rId383" Type="http://schemas.openxmlformats.org/officeDocument/2006/relationships/image" Target="../media/image871.png"/><Relationship Id="rId439" Type="http://schemas.openxmlformats.org/officeDocument/2006/relationships/image" Target="../media/image898.png"/><Relationship Id="rId201" Type="http://schemas.openxmlformats.org/officeDocument/2006/relationships/image" Target="../media/image781.png"/><Relationship Id="rId243" Type="http://schemas.openxmlformats.org/officeDocument/2006/relationships/image" Target="../media/image802.png"/><Relationship Id="rId285" Type="http://schemas.openxmlformats.org/officeDocument/2006/relationships/image" Target="../media/image823.png"/><Relationship Id="rId450" Type="http://schemas.openxmlformats.org/officeDocument/2006/relationships/customXml" Target="../ink/ink907.xml"/><Relationship Id="rId38" Type="http://schemas.openxmlformats.org/officeDocument/2006/relationships/customXml" Target="../ink/ink701.xml"/><Relationship Id="rId103" Type="http://schemas.openxmlformats.org/officeDocument/2006/relationships/image" Target="../media/image732.png"/><Relationship Id="rId310" Type="http://schemas.openxmlformats.org/officeDocument/2006/relationships/customXml" Target="../ink/ink837.xml"/><Relationship Id="rId492" Type="http://schemas.openxmlformats.org/officeDocument/2006/relationships/customXml" Target="../ink/ink928.xml"/><Relationship Id="rId91" Type="http://schemas.openxmlformats.org/officeDocument/2006/relationships/image" Target="../media/image726.png"/><Relationship Id="rId145" Type="http://schemas.openxmlformats.org/officeDocument/2006/relationships/image" Target="../media/image753.png"/><Relationship Id="rId187" Type="http://schemas.openxmlformats.org/officeDocument/2006/relationships/image" Target="../media/image774.png"/><Relationship Id="rId352" Type="http://schemas.openxmlformats.org/officeDocument/2006/relationships/customXml" Target="../ink/ink858.xml"/><Relationship Id="rId394" Type="http://schemas.openxmlformats.org/officeDocument/2006/relationships/customXml" Target="../ink/ink879.xml"/><Relationship Id="rId408" Type="http://schemas.openxmlformats.org/officeDocument/2006/relationships/customXml" Target="../ink/ink886.xml"/><Relationship Id="rId212" Type="http://schemas.openxmlformats.org/officeDocument/2006/relationships/customXml" Target="../ink/ink788.xml"/><Relationship Id="rId254" Type="http://schemas.openxmlformats.org/officeDocument/2006/relationships/customXml" Target="../ink/ink809.xml"/><Relationship Id="rId49" Type="http://schemas.openxmlformats.org/officeDocument/2006/relationships/image" Target="../media/image706.png"/><Relationship Id="rId114" Type="http://schemas.openxmlformats.org/officeDocument/2006/relationships/customXml" Target="../ink/ink739.xml"/><Relationship Id="rId296" Type="http://schemas.openxmlformats.org/officeDocument/2006/relationships/customXml" Target="../ink/ink830.xml"/><Relationship Id="rId461" Type="http://schemas.openxmlformats.org/officeDocument/2006/relationships/image" Target="../media/image909.png"/><Relationship Id="rId60" Type="http://schemas.openxmlformats.org/officeDocument/2006/relationships/customXml" Target="../ink/ink712.xml"/><Relationship Id="rId156" Type="http://schemas.openxmlformats.org/officeDocument/2006/relationships/customXml" Target="../ink/ink760.xml"/><Relationship Id="rId198" Type="http://schemas.openxmlformats.org/officeDocument/2006/relationships/customXml" Target="../ink/ink781.xml"/><Relationship Id="rId321" Type="http://schemas.openxmlformats.org/officeDocument/2006/relationships/image" Target="../media/image841.png"/><Relationship Id="rId363" Type="http://schemas.openxmlformats.org/officeDocument/2006/relationships/image" Target="../media/image862.png"/><Relationship Id="rId419" Type="http://schemas.openxmlformats.org/officeDocument/2006/relationships/image" Target="../media/image889.png"/><Relationship Id="rId223" Type="http://schemas.openxmlformats.org/officeDocument/2006/relationships/image" Target="../media/image792.png"/><Relationship Id="rId430" Type="http://schemas.openxmlformats.org/officeDocument/2006/relationships/customXml" Target="../ink/ink897.xml"/><Relationship Id="rId18" Type="http://schemas.openxmlformats.org/officeDocument/2006/relationships/customXml" Target="../ink/ink691.xml"/><Relationship Id="rId265" Type="http://schemas.openxmlformats.org/officeDocument/2006/relationships/image" Target="../media/image813.png"/><Relationship Id="rId472" Type="http://schemas.openxmlformats.org/officeDocument/2006/relationships/customXml" Target="../ink/ink918.xml"/><Relationship Id="rId125" Type="http://schemas.openxmlformats.org/officeDocument/2006/relationships/image" Target="../media/image743.png"/><Relationship Id="rId167" Type="http://schemas.openxmlformats.org/officeDocument/2006/relationships/image" Target="../media/image764.png"/><Relationship Id="rId332" Type="http://schemas.openxmlformats.org/officeDocument/2006/relationships/customXml" Target="../ink/ink848.xml"/><Relationship Id="rId374" Type="http://schemas.openxmlformats.org/officeDocument/2006/relationships/customXml" Target="../ink/ink869.xml"/><Relationship Id="rId71" Type="http://schemas.openxmlformats.org/officeDocument/2006/relationships/image" Target="../media/image716.png"/><Relationship Id="rId234" Type="http://schemas.openxmlformats.org/officeDocument/2006/relationships/customXml" Target="../ink/ink799.xml"/><Relationship Id="rId2" Type="http://schemas.openxmlformats.org/officeDocument/2006/relationships/customXml" Target="../ink/ink683.xml"/><Relationship Id="rId29" Type="http://schemas.openxmlformats.org/officeDocument/2006/relationships/image" Target="../media/image696.png"/><Relationship Id="rId276" Type="http://schemas.openxmlformats.org/officeDocument/2006/relationships/customXml" Target="../ink/ink820.xml"/><Relationship Id="rId441" Type="http://schemas.openxmlformats.org/officeDocument/2006/relationships/image" Target="../media/image899.png"/><Relationship Id="rId483" Type="http://schemas.openxmlformats.org/officeDocument/2006/relationships/image" Target="../media/image920.png"/><Relationship Id="rId40" Type="http://schemas.openxmlformats.org/officeDocument/2006/relationships/customXml" Target="../ink/ink702.xml"/><Relationship Id="rId136" Type="http://schemas.openxmlformats.org/officeDocument/2006/relationships/customXml" Target="../ink/ink750.xml"/><Relationship Id="rId178" Type="http://schemas.openxmlformats.org/officeDocument/2006/relationships/customXml" Target="../ink/ink771.xml"/><Relationship Id="rId301" Type="http://schemas.openxmlformats.org/officeDocument/2006/relationships/image" Target="../media/image831.png"/><Relationship Id="rId343" Type="http://schemas.openxmlformats.org/officeDocument/2006/relationships/image" Target="../media/image852.png"/><Relationship Id="rId82" Type="http://schemas.openxmlformats.org/officeDocument/2006/relationships/customXml" Target="../ink/ink723.xml"/><Relationship Id="rId203" Type="http://schemas.openxmlformats.org/officeDocument/2006/relationships/image" Target="../media/image782.png"/><Relationship Id="rId385" Type="http://schemas.openxmlformats.org/officeDocument/2006/relationships/image" Target="../media/image872.png"/><Relationship Id="rId245" Type="http://schemas.openxmlformats.org/officeDocument/2006/relationships/image" Target="../media/image803.png"/><Relationship Id="rId287" Type="http://schemas.openxmlformats.org/officeDocument/2006/relationships/image" Target="../media/image824.png"/><Relationship Id="rId410" Type="http://schemas.openxmlformats.org/officeDocument/2006/relationships/customXml" Target="../ink/ink887.xml"/><Relationship Id="rId452" Type="http://schemas.openxmlformats.org/officeDocument/2006/relationships/customXml" Target="../ink/ink908.xml"/><Relationship Id="rId494" Type="http://schemas.openxmlformats.org/officeDocument/2006/relationships/customXml" Target="../ink/ink929.xml"/><Relationship Id="rId105" Type="http://schemas.openxmlformats.org/officeDocument/2006/relationships/image" Target="../media/image733.png"/><Relationship Id="rId147" Type="http://schemas.openxmlformats.org/officeDocument/2006/relationships/image" Target="../media/image754.png"/><Relationship Id="rId312" Type="http://schemas.openxmlformats.org/officeDocument/2006/relationships/customXml" Target="../ink/ink838.xml"/><Relationship Id="rId354" Type="http://schemas.openxmlformats.org/officeDocument/2006/relationships/customXml" Target="../ink/ink859.xml"/><Relationship Id="rId51" Type="http://schemas.openxmlformats.org/officeDocument/2006/relationships/image" Target="../media/image707.png"/><Relationship Id="rId93" Type="http://schemas.openxmlformats.org/officeDocument/2006/relationships/image" Target="../media/image727.png"/><Relationship Id="rId189" Type="http://schemas.openxmlformats.org/officeDocument/2006/relationships/image" Target="../media/image775.png"/><Relationship Id="rId396" Type="http://schemas.openxmlformats.org/officeDocument/2006/relationships/customXml" Target="../ink/ink880.xml"/><Relationship Id="rId214" Type="http://schemas.openxmlformats.org/officeDocument/2006/relationships/customXml" Target="../ink/ink789.xml"/><Relationship Id="rId256" Type="http://schemas.openxmlformats.org/officeDocument/2006/relationships/customXml" Target="../ink/ink810.xml"/><Relationship Id="rId298" Type="http://schemas.openxmlformats.org/officeDocument/2006/relationships/customXml" Target="../ink/ink831.xml"/><Relationship Id="rId421" Type="http://schemas.openxmlformats.org/officeDocument/2006/relationships/image" Target="../media/image890.png"/><Relationship Id="rId463" Type="http://schemas.openxmlformats.org/officeDocument/2006/relationships/image" Target="../media/image910.png"/><Relationship Id="rId116" Type="http://schemas.openxmlformats.org/officeDocument/2006/relationships/customXml" Target="../ink/ink740.xml"/><Relationship Id="rId158" Type="http://schemas.openxmlformats.org/officeDocument/2006/relationships/customXml" Target="../ink/ink761.xml"/><Relationship Id="rId323" Type="http://schemas.openxmlformats.org/officeDocument/2006/relationships/image" Target="../media/image842.png"/><Relationship Id="rId20" Type="http://schemas.openxmlformats.org/officeDocument/2006/relationships/customXml" Target="../ink/ink692.xml"/><Relationship Id="rId62" Type="http://schemas.openxmlformats.org/officeDocument/2006/relationships/customXml" Target="../ink/ink713.xml"/><Relationship Id="rId365" Type="http://schemas.openxmlformats.org/officeDocument/2006/relationships/image" Target="../media/image600.png"/><Relationship Id="rId225" Type="http://schemas.openxmlformats.org/officeDocument/2006/relationships/image" Target="../media/image793.png"/><Relationship Id="rId267" Type="http://schemas.openxmlformats.org/officeDocument/2006/relationships/image" Target="../media/image814.png"/><Relationship Id="rId432" Type="http://schemas.openxmlformats.org/officeDocument/2006/relationships/customXml" Target="../ink/ink898.xml"/><Relationship Id="rId474" Type="http://schemas.openxmlformats.org/officeDocument/2006/relationships/customXml" Target="../ink/ink919.xml"/><Relationship Id="rId127" Type="http://schemas.openxmlformats.org/officeDocument/2006/relationships/image" Target="../media/image744.png"/><Relationship Id="rId10" Type="http://schemas.openxmlformats.org/officeDocument/2006/relationships/customXml" Target="../ink/ink687.xml"/><Relationship Id="rId31" Type="http://schemas.openxmlformats.org/officeDocument/2006/relationships/image" Target="../media/image697.png"/><Relationship Id="rId52" Type="http://schemas.openxmlformats.org/officeDocument/2006/relationships/customXml" Target="../ink/ink708.xml"/><Relationship Id="rId73" Type="http://schemas.openxmlformats.org/officeDocument/2006/relationships/image" Target="../media/image717.png"/><Relationship Id="rId94" Type="http://schemas.openxmlformats.org/officeDocument/2006/relationships/customXml" Target="../ink/ink729.xml"/><Relationship Id="rId148" Type="http://schemas.openxmlformats.org/officeDocument/2006/relationships/customXml" Target="../ink/ink756.xml"/><Relationship Id="rId169" Type="http://schemas.openxmlformats.org/officeDocument/2006/relationships/image" Target="../media/image765.png"/><Relationship Id="rId334" Type="http://schemas.openxmlformats.org/officeDocument/2006/relationships/customXml" Target="../ink/ink849.xml"/><Relationship Id="rId355" Type="http://schemas.openxmlformats.org/officeDocument/2006/relationships/image" Target="../media/image858.png"/><Relationship Id="rId376" Type="http://schemas.openxmlformats.org/officeDocument/2006/relationships/customXml" Target="../ink/ink870.xml"/><Relationship Id="rId397" Type="http://schemas.openxmlformats.org/officeDocument/2006/relationships/image" Target="../media/image878.png"/><Relationship Id="rId4" Type="http://schemas.openxmlformats.org/officeDocument/2006/relationships/customXml" Target="../ink/ink684.xml"/><Relationship Id="rId180" Type="http://schemas.openxmlformats.org/officeDocument/2006/relationships/customXml" Target="../ink/ink772.xml"/><Relationship Id="rId215" Type="http://schemas.openxmlformats.org/officeDocument/2006/relationships/image" Target="../media/image788.png"/><Relationship Id="rId236" Type="http://schemas.openxmlformats.org/officeDocument/2006/relationships/customXml" Target="../ink/ink800.xml"/><Relationship Id="rId257" Type="http://schemas.openxmlformats.org/officeDocument/2006/relationships/image" Target="../media/image809.png"/><Relationship Id="rId278" Type="http://schemas.openxmlformats.org/officeDocument/2006/relationships/customXml" Target="../ink/ink821.xml"/><Relationship Id="rId401" Type="http://schemas.openxmlformats.org/officeDocument/2006/relationships/image" Target="../media/image880.png"/><Relationship Id="rId422" Type="http://schemas.openxmlformats.org/officeDocument/2006/relationships/customXml" Target="../ink/ink893.xml"/><Relationship Id="rId443" Type="http://schemas.openxmlformats.org/officeDocument/2006/relationships/image" Target="../media/image900.png"/><Relationship Id="rId464" Type="http://schemas.openxmlformats.org/officeDocument/2006/relationships/customXml" Target="../ink/ink914.xml"/><Relationship Id="rId303" Type="http://schemas.openxmlformats.org/officeDocument/2006/relationships/image" Target="../media/image832.png"/><Relationship Id="rId485" Type="http://schemas.openxmlformats.org/officeDocument/2006/relationships/image" Target="../media/image921.png"/><Relationship Id="rId42" Type="http://schemas.openxmlformats.org/officeDocument/2006/relationships/customXml" Target="../ink/ink703.xml"/><Relationship Id="rId84" Type="http://schemas.openxmlformats.org/officeDocument/2006/relationships/customXml" Target="../ink/ink724.xml"/><Relationship Id="rId138" Type="http://schemas.openxmlformats.org/officeDocument/2006/relationships/customXml" Target="../ink/ink751.xml"/><Relationship Id="rId345" Type="http://schemas.openxmlformats.org/officeDocument/2006/relationships/image" Target="../media/image853.png"/><Relationship Id="rId387" Type="http://schemas.openxmlformats.org/officeDocument/2006/relationships/image" Target="../media/image873.png"/><Relationship Id="rId191" Type="http://schemas.openxmlformats.org/officeDocument/2006/relationships/image" Target="../media/image776.png"/><Relationship Id="rId205" Type="http://schemas.openxmlformats.org/officeDocument/2006/relationships/image" Target="../media/image783.png"/><Relationship Id="rId247" Type="http://schemas.openxmlformats.org/officeDocument/2006/relationships/image" Target="../media/image804.png"/><Relationship Id="rId412" Type="http://schemas.openxmlformats.org/officeDocument/2006/relationships/customXml" Target="../ink/ink888.xml"/><Relationship Id="rId107" Type="http://schemas.openxmlformats.org/officeDocument/2006/relationships/image" Target="../media/image734.png"/><Relationship Id="rId289" Type="http://schemas.openxmlformats.org/officeDocument/2006/relationships/image" Target="../media/image825.png"/><Relationship Id="rId454" Type="http://schemas.openxmlformats.org/officeDocument/2006/relationships/customXml" Target="../ink/ink909.xml"/><Relationship Id="rId496" Type="http://schemas.openxmlformats.org/officeDocument/2006/relationships/customXml" Target="../ink/ink930.xml"/><Relationship Id="rId11" Type="http://schemas.openxmlformats.org/officeDocument/2006/relationships/image" Target="../media/image687.png"/><Relationship Id="rId53" Type="http://schemas.openxmlformats.org/officeDocument/2006/relationships/image" Target="../media/image708.png"/><Relationship Id="rId149" Type="http://schemas.openxmlformats.org/officeDocument/2006/relationships/image" Target="../media/image755.png"/><Relationship Id="rId314" Type="http://schemas.openxmlformats.org/officeDocument/2006/relationships/customXml" Target="../ink/ink839.xml"/><Relationship Id="rId356" Type="http://schemas.openxmlformats.org/officeDocument/2006/relationships/customXml" Target="../ink/ink860.xml"/><Relationship Id="rId398" Type="http://schemas.openxmlformats.org/officeDocument/2006/relationships/customXml" Target="../ink/ink881.xml"/><Relationship Id="rId95" Type="http://schemas.openxmlformats.org/officeDocument/2006/relationships/image" Target="../media/image728.png"/><Relationship Id="rId160" Type="http://schemas.openxmlformats.org/officeDocument/2006/relationships/customXml" Target="../ink/ink762.xml"/><Relationship Id="rId216" Type="http://schemas.openxmlformats.org/officeDocument/2006/relationships/customXml" Target="../ink/ink790.xml"/><Relationship Id="rId423" Type="http://schemas.openxmlformats.org/officeDocument/2006/relationships/image" Target="../media/image891.png"/><Relationship Id="rId258" Type="http://schemas.openxmlformats.org/officeDocument/2006/relationships/customXml" Target="../ink/ink811.xml"/><Relationship Id="rId465" Type="http://schemas.openxmlformats.org/officeDocument/2006/relationships/image" Target="../media/image911.png"/><Relationship Id="rId22" Type="http://schemas.openxmlformats.org/officeDocument/2006/relationships/customXml" Target="../ink/ink693.xml"/><Relationship Id="rId64" Type="http://schemas.openxmlformats.org/officeDocument/2006/relationships/customXml" Target="../ink/ink714.xml"/><Relationship Id="rId118" Type="http://schemas.openxmlformats.org/officeDocument/2006/relationships/customXml" Target="../ink/ink741.xml"/><Relationship Id="rId325" Type="http://schemas.openxmlformats.org/officeDocument/2006/relationships/image" Target="../media/image843.png"/><Relationship Id="rId367" Type="http://schemas.openxmlformats.org/officeDocument/2006/relationships/image" Target="../media/image863.png"/><Relationship Id="rId171" Type="http://schemas.openxmlformats.org/officeDocument/2006/relationships/image" Target="../media/image766.png"/><Relationship Id="rId227" Type="http://schemas.openxmlformats.org/officeDocument/2006/relationships/image" Target="../media/image794.png"/><Relationship Id="rId269" Type="http://schemas.openxmlformats.org/officeDocument/2006/relationships/image" Target="../media/image815.png"/><Relationship Id="rId434" Type="http://schemas.openxmlformats.org/officeDocument/2006/relationships/customXml" Target="../ink/ink899.xml"/><Relationship Id="rId476" Type="http://schemas.openxmlformats.org/officeDocument/2006/relationships/customXml" Target="../ink/ink920.xml"/><Relationship Id="rId33" Type="http://schemas.openxmlformats.org/officeDocument/2006/relationships/image" Target="../media/image698.png"/><Relationship Id="rId129" Type="http://schemas.openxmlformats.org/officeDocument/2006/relationships/image" Target="../media/image745.png"/><Relationship Id="rId280" Type="http://schemas.openxmlformats.org/officeDocument/2006/relationships/customXml" Target="../ink/ink822.xml"/><Relationship Id="rId336" Type="http://schemas.openxmlformats.org/officeDocument/2006/relationships/customXml" Target="../ink/ink850.xml"/><Relationship Id="rId501" Type="http://schemas.openxmlformats.org/officeDocument/2006/relationships/image" Target="../media/image929.png"/><Relationship Id="rId75" Type="http://schemas.openxmlformats.org/officeDocument/2006/relationships/image" Target="../media/image718.png"/><Relationship Id="rId140" Type="http://schemas.openxmlformats.org/officeDocument/2006/relationships/customXml" Target="../ink/ink752.xml"/><Relationship Id="rId182" Type="http://schemas.openxmlformats.org/officeDocument/2006/relationships/customXml" Target="../ink/ink773.xml"/><Relationship Id="rId378" Type="http://schemas.openxmlformats.org/officeDocument/2006/relationships/customXml" Target="../ink/ink871.xml"/><Relationship Id="rId403" Type="http://schemas.openxmlformats.org/officeDocument/2006/relationships/image" Target="../media/image881.png"/><Relationship Id="rId6" Type="http://schemas.openxmlformats.org/officeDocument/2006/relationships/customXml" Target="../ink/ink685.xml"/><Relationship Id="rId238" Type="http://schemas.openxmlformats.org/officeDocument/2006/relationships/customXml" Target="../ink/ink801.xml"/><Relationship Id="rId445" Type="http://schemas.openxmlformats.org/officeDocument/2006/relationships/image" Target="../media/image901.png"/><Relationship Id="rId487" Type="http://schemas.openxmlformats.org/officeDocument/2006/relationships/image" Target="../media/image922.png"/><Relationship Id="rId291" Type="http://schemas.openxmlformats.org/officeDocument/2006/relationships/image" Target="../media/image826.png"/><Relationship Id="rId305" Type="http://schemas.openxmlformats.org/officeDocument/2006/relationships/image" Target="../media/image833.png"/><Relationship Id="rId347" Type="http://schemas.openxmlformats.org/officeDocument/2006/relationships/image" Target="../media/image854.png"/><Relationship Id="rId44" Type="http://schemas.openxmlformats.org/officeDocument/2006/relationships/customXml" Target="../ink/ink704.xml"/><Relationship Id="rId86" Type="http://schemas.openxmlformats.org/officeDocument/2006/relationships/customXml" Target="../ink/ink725.xml"/><Relationship Id="rId151" Type="http://schemas.openxmlformats.org/officeDocument/2006/relationships/image" Target="../media/image756.png"/><Relationship Id="rId389" Type="http://schemas.openxmlformats.org/officeDocument/2006/relationships/image" Target="../media/image874.png"/><Relationship Id="rId193" Type="http://schemas.openxmlformats.org/officeDocument/2006/relationships/image" Target="../media/image777.png"/><Relationship Id="rId207" Type="http://schemas.openxmlformats.org/officeDocument/2006/relationships/image" Target="../media/image784.png"/><Relationship Id="rId249" Type="http://schemas.openxmlformats.org/officeDocument/2006/relationships/image" Target="../media/image805.png"/><Relationship Id="rId414" Type="http://schemas.openxmlformats.org/officeDocument/2006/relationships/customXml" Target="../ink/ink889.xml"/><Relationship Id="rId456" Type="http://schemas.openxmlformats.org/officeDocument/2006/relationships/customXml" Target="../ink/ink910.xml"/><Relationship Id="rId498" Type="http://schemas.openxmlformats.org/officeDocument/2006/relationships/customXml" Target="../ink/ink931.xml"/><Relationship Id="rId13" Type="http://schemas.openxmlformats.org/officeDocument/2006/relationships/image" Target="../media/image688.png"/><Relationship Id="rId109" Type="http://schemas.openxmlformats.org/officeDocument/2006/relationships/image" Target="../media/image735.png"/><Relationship Id="rId260" Type="http://schemas.openxmlformats.org/officeDocument/2006/relationships/customXml" Target="../ink/ink812.xml"/><Relationship Id="rId316" Type="http://schemas.openxmlformats.org/officeDocument/2006/relationships/customXml" Target="../ink/ink840.xml"/><Relationship Id="rId55" Type="http://schemas.openxmlformats.org/officeDocument/2006/relationships/image" Target="../media/image709.png"/><Relationship Id="rId97" Type="http://schemas.openxmlformats.org/officeDocument/2006/relationships/image" Target="../media/image729.png"/><Relationship Id="rId120" Type="http://schemas.openxmlformats.org/officeDocument/2006/relationships/customXml" Target="../ink/ink742.xml"/><Relationship Id="rId358" Type="http://schemas.openxmlformats.org/officeDocument/2006/relationships/customXml" Target="../ink/ink861.xml"/><Relationship Id="rId162" Type="http://schemas.openxmlformats.org/officeDocument/2006/relationships/customXml" Target="../ink/ink763.xml"/><Relationship Id="rId218" Type="http://schemas.openxmlformats.org/officeDocument/2006/relationships/customXml" Target="../ink/ink791.xml"/><Relationship Id="rId425" Type="http://schemas.openxmlformats.org/officeDocument/2006/relationships/image" Target="../media/image350.png"/><Relationship Id="rId467" Type="http://schemas.openxmlformats.org/officeDocument/2006/relationships/image" Target="../media/image912.png"/><Relationship Id="rId271" Type="http://schemas.openxmlformats.org/officeDocument/2006/relationships/image" Target="../media/image816.png"/><Relationship Id="rId24" Type="http://schemas.openxmlformats.org/officeDocument/2006/relationships/customXml" Target="../ink/ink694.xml"/><Relationship Id="rId66" Type="http://schemas.openxmlformats.org/officeDocument/2006/relationships/customXml" Target="../ink/ink715.xml"/><Relationship Id="rId131" Type="http://schemas.openxmlformats.org/officeDocument/2006/relationships/image" Target="../media/image746.png"/><Relationship Id="rId327" Type="http://schemas.openxmlformats.org/officeDocument/2006/relationships/image" Target="../media/image844.png"/><Relationship Id="rId369" Type="http://schemas.openxmlformats.org/officeDocument/2006/relationships/image" Target="../media/image864.png"/><Relationship Id="rId173" Type="http://schemas.openxmlformats.org/officeDocument/2006/relationships/image" Target="../media/image767.png"/><Relationship Id="rId229" Type="http://schemas.openxmlformats.org/officeDocument/2006/relationships/image" Target="../media/image795.png"/><Relationship Id="rId380" Type="http://schemas.openxmlformats.org/officeDocument/2006/relationships/customXml" Target="../ink/ink872.xml"/><Relationship Id="rId436" Type="http://schemas.openxmlformats.org/officeDocument/2006/relationships/customXml" Target="../ink/ink900.xml"/><Relationship Id="rId240" Type="http://schemas.openxmlformats.org/officeDocument/2006/relationships/customXml" Target="../ink/ink802.xml"/><Relationship Id="rId478" Type="http://schemas.openxmlformats.org/officeDocument/2006/relationships/customXml" Target="../ink/ink921.xml"/><Relationship Id="rId35" Type="http://schemas.openxmlformats.org/officeDocument/2006/relationships/image" Target="../media/image699.png"/><Relationship Id="rId77" Type="http://schemas.openxmlformats.org/officeDocument/2006/relationships/image" Target="../media/image719.png"/><Relationship Id="rId100" Type="http://schemas.openxmlformats.org/officeDocument/2006/relationships/customXml" Target="../ink/ink732.xml"/><Relationship Id="rId282" Type="http://schemas.openxmlformats.org/officeDocument/2006/relationships/customXml" Target="../ink/ink823.xml"/><Relationship Id="rId338" Type="http://schemas.openxmlformats.org/officeDocument/2006/relationships/customXml" Target="../ink/ink851.xml"/><Relationship Id="rId503" Type="http://schemas.openxmlformats.org/officeDocument/2006/relationships/image" Target="../media/image930.png"/><Relationship Id="rId8" Type="http://schemas.openxmlformats.org/officeDocument/2006/relationships/customXml" Target="../ink/ink686.xml"/><Relationship Id="rId142" Type="http://schemas.openxmlformats.org/officeDocument/2006/relationships/customXml" Target="../ink/ink753.xml"/><Relationship Id="rId184" Type="http://schemas.openxmlformats.org/officeDocument/2006/relationships/customXml" Target="../ink/ink774.xml"/><Relationship Id="rId391" Type="http://schemas.openxmlformats.org/officeDocument/2006/relationships/image" Target="../media/image875.png"/><Relationship Id="rId405" Type="http://schemas.openxmlformats.org/officeDocument/2006/relationships/image" Target="../media/image882.png"/><Relationship Id="rId447" Type="http://schemas.openxmlformats.org/officeDocument/2006/relationships/image" Target="../media/image902.png"/><Relationship Id="rId251" Type="http://schemas.openxmlformats.org/officeDocument/2006/relationships/image" Target="../media/image806.png"/><Relationship Id="rId489" Type="http://schemas.openxmlformats.org/officeDocument/2006/relationships/image" Target="../media/image923.png"/><Relationship Id="rId46" Type="http://schemas.openxmlformats.org/officeDocument/2006/relationships/customXml" Target="../ink/ink705.xml"/><Relationship Id="rId293" Type="http://schemas.openxmlformats.org/officeDocument/2006/relationships/image" Target="../media/image827.png"/><Relationship Id="rId307" Type="http://schemas.openxmlformats.org/officeDocument/2006/relationships/image" Target="../media/image834.png"/><Relationship Id="rId349" Type="http://schemas.openxmlformats.org/officeDocument/2006/relationships/image" Target="../media/image855.png"/><Relationship Id="rId88" Type="http://schemas.openxmlformats.org/officeDocument/2006/relationships/customXml" Target="../ink/ink726.xml"/><Relationship Id="rId111" Type="http://schemas.openxmlformats.org/officeDocument/2006/relationships/image" Target="../media/image736.png"/><Relationship Id="rId153" Type="http://schemas.openxmlformats.org/officeDocument/2006/relationships/image" Target="../media/image757.png"/><Relationship Id="rId195" Type="http://schemas.openxmlformats.org/officeDocument/2006/relationships/image" Target="../media/image778.png"/><Relationship Id="rId209" Type="http://schemas.openxmlformats.org/officeDocument/2006/relationships/image" Target="../media/image785.png"/><Relationship Id="rId360" Type="http://schemas.openxmlformats.org/officeDocument/2006/relationships/customXml" Target="../ink/ink862.xml"/><Relationship Id="rId416" Type="http://schemas.openxmlformats.org/officeDocument/2006/relationships/customXml" Target="../ink/ink890.xml"/><Relationship Id="rId220" Type="http://schemas.openxmlformats.org/officeDocument/2006/relationships/customXml" Target="../ink/ink792.xml"/><Relationship Id="rId458" Type="http://schemas.openxmlformats.org/officeDocument/2006/relationships/customXml" Target="../ink/ink911.xml"/><Relationship Id="rId15" Type="http://schemas.openxmlformats.org/officeDocument/2006/relationships/image" Target="../media/image689.png"/><Relationship Id="rId57" Type="http://schemas.openxmlformats.org/officeDocument/2006/relationships/image" Target="../media/image710.png"/><Relationship Id="rId262" Type="http://schemas.openxmlformats.org/officeDocument/2006/relationships/customXml" Target="../ink/ink813.xml"/><Relationship Id="rId318" Type="http://schemas.openxmlformats.org/officeDocument/2006/relationships/customXml" Target="../ink/ink841.xml"/><Relationship Id="rId99" Type="http://schemas.openxmlformats.org/officeDocument/2006/relationships/image" Target="../media/image730.png"/><Relationship Id="rId122" Type="http://schemas.openxmlformats.org/officeDocument/2006/relationships/customXml" Target="../ink/ink743.xml"/><Relationship Id="rId164" Type="http://schemas.openxmlformats.org/officeDocument/2006/relationships/customXml" Target="../ink/ink764.xml"/><Relationship Id="rId371" Type="http://schemas.openxmlformats.org/officeDocument/2006/relationships/image" Target="../media/image865.png"/><Relationship Id="rId427" Type="http://schemas.openxmlformats.org/officeDocument/2006/relationships/image" Target="../media/image892.png"/><Relationship Id="rId469" Type="http://schemas.openxmlformats.org/officeDocument/2006/relationships/image" Target="../media/image913.png"/><Relationship Id="rId26" Type="http://schemas.openxmlformats.org/officeDocument/2006/relationships/customXml" Target="../ink/ink695.xml"/><Relationship Id="rId231" Type="http://schemas.openxmlformats.org/officeDocument/2006/relationships/image" Target="../media/image796.png"/><Relationship Id="rId273" Type="http://schemas.openxmlformats.org/officeDocument/2006/relationships/image" Target="../media/image817.png"/><Relationship Id="rId329" Type="http://schemas.openxmlformats.org/officeDocument/2006/relationships/image" Target="../media/image845.png"/><Relationship Id="rId480" Type="http://schemas.openxmlformats.org/officeDocument/2006/relationships/customXml" Target="../ink/ink922.xml"/><Relationship Id="rId68" Type="http://schemas.openxmlformats.org/officeDocument/2006/relationships/customXml" Target="../ink/ink716.xml"/><Relationship Id="rId133" Type="http://schemas.openxmlformats.org/officeDocument/2006/relationships/image" Target="../media/image747.png"/><Relationship Id="rId175" Type="http://schemas.openxmlformats.org/officeDocument/2006/relationships/image" Target="../media/image768.png"/><Relationship Id="rId340" Type="http://schemas.openxmlformats.org/officeDocument/2006/relationships/customXml" Target="../ink/ink852.xml"/><Relationship Id="rId200" Type="http://schemas.openxmlformats.org/officeDocument/2006/relationships/customXml" Target="../ink/ink782.xml"/><Relationship Id="rId382" Type="http://schemas.openxmlformats.org/officeDocument/2006/relationships/customXml" Target="../ink/ink873.xml"/><Relationship Id="rId438" Type="http://schemas.openxmlformats.org/officeDocument/2006/relationships/customXml" Target="../ink/ink901.xml"/><Relationship Id="rId242" Type="http://schemas.openxmlformats.org/officeDocument/2006/relationships/customXml" Target="../ink/ink803.xml"/><Relationship Id="rId284" Type="http://schemas.openxmlformats.org/officeDocument/2006/relationships/customXml" Target="../ink/ink824.xml"/><Relationship Id="rId491" Type="http://schemas.openxmlformats.org/officeDocument/2006/relationships/image" Target="../media/image924.png"/><Relationship Id="rId37" Type="http://schemas.openxmlformats.org/officeDocument/2006/relationships/image" Target="../media/image700.png"/><Relationship Id="rId79" Type="http://schemas.openxmlformats.org/officeDocument/2006/relationships/image" Target="../media/image720.png"/><Relationship Id="rId102" Type="http://schemas.openxmlformats.org/officeDocument/2006/relationships/customXml" Target="../ink/ink733.xml"/><Relationship Id="rId144" Type="http://schemas.openxmlformats.org/officeDocument/2006/relationships/customXml" Target="../ink/ink754.xml"/><Relationship Id="rId90" Type="http://schemas.openxmlformats.org/officeDocument/2006/relationships/customXml" Target="../ink/ink727.xml"/><Relationship Id="rId186" Type="http://schemas.openxmlformats.org/officeDocument/2006/relationships/customXml" Target="../ink/ink775.xml"/><Relationship Id="rId351" Type="http://schemas.openxmlformats.org/officeDocument/2006/relationships/image" Target="../media/image856.png"/><Relationship Id="rId393" Type="http://schemas.openxmlformats.org/officeDocument/2006/relationships/image" Target="../media/image876.png"/><Relationship Id="rId407" Type="http://schemas.openxmlformats.org/officeDocument/2006/relationships/image" Target="../media/image883.png"/><Relationship Id="rId449" Type="http://schemas.openxmlformats.org/officeDocument/2006/relationships/image" Target="../media/image903.png"/><Relationship Id="rId211" Type="http://schemas.openxmlformats.org/officeDocument/2006/relationships/image" Target="../media/image786.png"/><Relationship Id="rId253" Type="http://schemas.openxmlformats.org/officeDocument/2006/relationships/image" Target="../media/image807.png"/><Relationship Id="rId295" Type="http://schemas.openxmlformats.org/officeDocument/2006/relationships/image" Target="../media/image828.png"/><Relationship Id="rId309" Type="http://schemas.openxmlformats.org/officeDocument/2006/relationships/image" Target="../media/image835.png"/><Relationship Id="rId460" Type="http://schemas.openxmlformats.org/officeDocument/2006/relationships/customXml" Target="../ink/ink912.xml"/><Relationship Id="rId48" Type="http://schemas.openxmlformats.org/officeDocument/2006/relationships/customXml" Target="../ink/ink706.xml"/><Relationship Id="rId113" Type="http://schemas.openxmlformats.org/officeDocument/2006/relationships/image" Target="../media/image737.png"/><Relationship Id="rId320" Type="http://schemas.openxmlformats.org/officeDocument/2006/relationships/customXml" Target="../ink/ink842.xml"/><Relationship Id="rId155" Type="http://schemas.openxmlformats.org/officeDocument/2006/relationships/image" Target="../media/image758.png"/><Relationship Id="rId197" Type="http://schemas.openxmlformats.org/officeDocument/2006/relationships/image" Target="../media/image779.png"/><Relationship Id="rId362" Type="http://schemas.openxmlformats.org/officeDocument/2006/relationships/customXml" Target="../ink/ink863.xml"/><Relationship Id="rId418" Type="http://schemas.openxmlformats.org/officeDocument/2006/relationships/customXml" Target="../ink/ink891.xml"/><Relationship Id="rId222" Type="http://schemas.openxmlformats.org/officeDocument/2006/relationships/customXml" Target="../ink/ink793.xml"/><Relationship Id="rId264" Type="http://schemas.openxmlformats.org/officeDocument/2006/relationships/customXml" Target="../ink/ink814.xml"/><Relationship Id="rId471" Type="http://schemas.openxmlformats.org/officeDocument/2006/relationships/image" Target="../media/image914.png"/><Relationship Id="rId17" Type="http://schemas.openxmlformats.org/officeDocument/2006/relationships/image" Target="../media/image690.png"/><Relationship Id="rId59" Type="http://schemas.openxmlformats.org/officeDocument/2006/relationships/image" Target="../media/image407.png"/><Relationship Id="rId124" Type="http://schemas.openxmlformats.org/officeDocument/2006/relationships/customXml" Target="../ink/ink744.xml"/><Relationship Id="rId70" Type="http://schemas.openxmlformats.org/officeDocument/2006/relationships/customXml" Target="../ink/ink717.xml"/><Relationship Id="rId166" Type="http://schemas.openxmlformats.org/officeDocument/2006/relationships/customXml" Target="../ink/ink765.xml"/><Relationship Id="rId331" Type="http://schemas.openxmlformats.org/officeDocument/2006/relationships/image" Target="../media/image846.png"/><Relationship Id="rId373" Type="http://schemas.openxmlformats.org/officeDocument/2006/relationships/image" Target="../media/image866.png"/><Relationship Id="rId429" Type="http://schemas.openxmlformats.org/officeDocument/2006/relationships/image" Target="../media/image893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797.png"/><Relationship Id="rId440" Type="http://schemas.openxmlformats.org/officeDocument/2006/relationships/customXml" Target="../ink/ink902.xml"/><Relationship Id="rId28" Type="http://schemas.openxmlformats.org/officeDocument/2006/relationships/customXml" Target="../ink/ink696.xml"/><Relationship Id="rId275" Type="http://schemas.openxmlformats.org/officeDocument/2006/relationships/image" Target="../media/image818.png"/><Relationship Id="rId300" Type="http://schemas.openxmlformats.org/officeDocument/2006/relationships/customXml" Target="../ink/ink832.xml"/><Relationship Id="rId482" Type="http://schemas.openxmlformats.org/officeDocument/2006/relationships/customXml" Target="../ink/ink923.xml"/><Relationship Id="rId81" Type="http://schemas.openxmlformats.org/officeDocument/2006/relationships/image" Target="../media/image721.png"/><Relationship Id="rId135" Type="http://schemas.openxmlformats.org/officeDocument/2006/relationships/image" Target="../media/image748.png"/><Relationship Id="rId177" Type="http://schemas.openxmlformats.org/officeDocument/2006/relationships/image" Target="../media/image769.png"/><Relationship Id="rId342" Type="http://schemas.openxmlformats.org/officeDocument/2006/relationships/customXml" Target="../ink/ink853.xml"/><Relationship Id="rId384" Type="http://schemas.openxmlformats.org/officeDocument/2006/relationships/customXml" Target="../ink/ink874.xml"/><Relationship Id="rId202" Type="http://schemas.openxmlformats.org/officeDocument/2006/relationships/customXml" Target="../ink/ink783.xml"/><Relationship Id="rId244" Type="http://schemas.openxmlformats.org/officeDocument/2006/relationships/customXml" Target="../ink/ink804.xml"/><Relationship Id="rId39" Type="http://schemas.openxmlformats.org/officeDocument/2006/relationships/image" Target="../media/image701.png"/><Relationship Id="rId286" Type="http://schemas.openxmlformats.org/officeDocument/2006/relationships/customXml" Target="../ink/ink825.xml"/><Relationship Id="rId451" Type="http://schemas.openxmlformats.org/officeDocument/2006/relationships/image" Target="../media/image904.png"/><Relationship Id="rId493" Type="http://schemas.openxmlformats.org/officeDocument/2006/relationships/image" Target="../media/image925.png"/><Relationship Id="rId50" Type="http://schemas.openxmlformats.org/officeDocument/2006/relationships/customXml" Target="../ink/ink707.xml"/><Relationship Id="rId104" Type="http://schemas.openxmlformats.org/officeDocument/2006/relationships/customXml" Target="../ink/ink734.xml"/><Relationship Id="rId146" Type="http://schemas.openxmlformats.org/officeDocument/2006/relationships/customXml" Target="../ink/ink755.xml"/><Relationship Id="rId188" Type="http://schemas.openxmlformats.org/officeDocument/2006/relationships/customXml" Target="../ink/ink776.xml"/><Relationship Id="rId311" Type="http://schemas.openxmlformats.org/officeDocument/2006/relationships/image" Target="../media/image836.png"/><Relationship Id="rId353" Type="http://schemas.openxmlformats.org/officeDocument/2006/relationships/image" Target="../media/image857.png"/><Relationship Id="rId395" Type="http://schemas.openxmlformats.org/officeDocument/2006/relationships/image" Target="../media/image877.png"/><Relationship Id="rId409" Type="http://schemas.openxmlformats.org/officeDocument/2006/relationships/image" Target="../media/image884.png"/><Relationship Id="rId92" Type="http://schemas.openxmlformats.org/officeDocument/2006/relationships/customXml" Target="../ink/ink728.xml"/><Relationship Id="rId213" Type="http://schemas.openxmlformats.org/officeDocument/2006/relationships/image" Target="../media/image787.png"/><Relationship Id="rId420" Type="http://schemas.openxmlformats.org/officeDocument/2006/relationships/customXml" Target="../ink/ink892.xml"/><Relationship Id="rId255" Type="http://schemas.openxmlformats.org/officeDocument/2006/relationships/image" Target="../media/image808.png"/><Relationship Id="rId297" Type="http://schemas.openxmlformats.org/officeDocument/2006/relationships/image" Target="../media/image829.png"/><Relationship Id="rId462" Type="http://schemas.openxmlformats.org/officeDocument/2006/relationships/customXml" Target="../ink/ink913.xml"/><Relationship Id="rId115" Type="http://schemas.openxmlformats.org/officeDocument/2006/relationships/image" Target="../media/image738.png"/><Relationship Id="rId157" Type="http://schemas.openxmlformats.org/officeDocument/2006/relationships/image" Target="../media/image759.png"/><Relationship Id="rId322" Type="http://schemas.openxmlformats.org/officeDocument/2006/relationships/customXml" Target="../ink/ink843.xml"/><Relationship Id="rId364" Type="http://schemas.openxmlformats.org/officeDocument/2006/relationships/customXml" Target="../ink/ink864.xml"/><Relationship Id="rId61" Type="http://schemas.openxmlformats.org/officeDocument/2006/relationships/image" Target="../media/image711.png"/><Relationship Id="rId199" Type="http://schemas.openxmlformats.org/officeDocument/2006/relationships/image" Target="../media/image780.png"/><Relationship Id="rId19" Type="http://schemas.openxmlformats.org/officeDocument/2006/relationships/image" Target="../media/image691.png"/><Relationship Id="rId224" Type="http://schemas.openxmlformats.org/officeDocument/2006/relationships/customXml" Target="../ink/ink794.xml"/><Relationship Id="rId266" Type="http://schemas.openxmlformats.org/officeDocument/2006/relationships/customXml" Target="../ink/ink815.xml"/><Relationship Id="rId431" Type="http://schemas.openxmlformats.org/officeDocument/2006/relationships/image" Target="../media/image894.png"/><Relationship Id="rId473" Type="http://schemas.openxmlformats.org/officeDocument/2006/relationships/image" Target="../media/image915.png"/><Relationship Id="rId30" Type="http://schemas.openxmlformats.org/officeDocument/2006/relationships/customXml" Target="../ink/ink697.xml"/><Relationship Id="rId126" Type="http://schemas.openxmlformats.org/officeDocument/2006/relationships/customXml" Target="../ink/ink745.xml"/><Relationship Id="rId168" Type="http://schemas.openxmlformats.org/officeDocument/2006/relationships/customXml" Target="../ink/ink766.xml"/><Relationship Id="rId333" Type="http://schemas.openxmlformats.org/officeDocument/2006/relationships/image" Target="../media/image847.png"/><Relationship Id="rId72" Type="http://schemas.openxmlformats.org/officeDocument/2006/relationships/customXml" Target="../ink/ink718.xml"/><Relationship Id="rId375" Type="http://schemas.openxmlformats.org/officeDocument/2006/relationships/image" Target="../media/image867.png"/><Relationship Id="rId3" Type="http://schemas.openxmlformats.org/officeDocument/2006/relationships/image" Target="../media/image683.png"/><Relationship Id="rId235" Type="http://schemas.openxmlformats.org/officeDocument/2006/relationships/image" Target="../media/image798.png"/><Relationship Id="rId277" Type="http://schemas.openxmlformats.org/officeDocument/2006/relationships/image" Target="../media/image819.png"/><Relationship Id="rId400" Type="http://schemas.openxmlformats.org/officeDocument/2006/relationships/customXml" Target="../ink/ink882.xml"/><Relationship Id="rId442" Type="http://schemas.openxmlformats.org/officeDocument/2006/relationships/customXml" Target="../ink/ink903.xml"/><Relationship Id="rId484" Type="http://schemas.openxmlformats.org/officeDocument/2006/relationships/customXml" Target="../ink/ink924.xml"/><Relationship Id="rId137" Type="http://schemas.openxmlformats.org/officeDocument/2006/relationships/image" Target="../media/image749.png"/><Relationship Id="rId302" Type="http://schemas.openxmlformats.org/officeDocument/2006/relationships/customXml" Target="../ink/ink833.xml"/><Relationship Id="rId344" Type="http://schemas.openxmlformats.org/officeDocument/2006/relationships/customXml" Target="../ink/ink854.xml"/><Relationship Id="rId41" Type="http://schemas.openxmlformats.org/officeDocument/2006/relationships/image" Target="../media/image702.png"/><Relationship Id="rId83" Type="http://schemas.openxmlformats.org/officeDocument/2006/relationships/image" Target="../media/image722.png"/><Relationship Id="rId179" Type="http://schemas.openxmlformats.org/officeDocument/2006/relationships/image" Target="../media/image770.png"/><Relationship Id="rId386" Type="http://schemas.openxmlformats.org/officeDocument/2006/relationships/customXml" Target="../ink/ink875.xml"/><Relationship Id="rId190" Type="http://schemas.openxmlformats.org/officeDocument/2006/relationships/customXml" Target="../ink/ink777.xml"/><Relationship Id="rId204" Type="http://schemas.openxmlformats.org/officeDocument/2006/relationships/customXml" Target="../ink/ink784.xml"/><Relationship Id="rId246" Type="http://schemas.openxmlformats.org/officeDocument/2006/relationships/customXml" Target="../ink/ink805.xml"/><Relationship Id="rId288" Type="http://schemas.openxmlformats.org/officeDocument/2006/relationships/customXml" Target="../ink/ink826.xml"/><Relationship Id="rId411" Type="http://schemas.openxmlformats.org/officeDocument/2006/relationships/image" Target="../media/image885.png"/><Relationship Id="rId453" Type="http://schemas.openxmlformats.org/officeDocument/2006/relationships/image" Target="../media/image905.png"/><Relationship Id="rId106" Type="http://schemas.openxmlformats.org/officeDocument/2006/relationships/customXml" Target="../ink/ink735.xml"/><Relationship Id="rId313" Type="http://schemas.openxmlformats.org/officeDocument/2006/relationships/image" Target="../media/image837.png"/><Relationship Id="rId495" Type="http://schemas.openxmlformats.org/officeDocument/2006/relationships/image" Target="../media/image92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7.png"/><Relationship Id="rId299" Type="http://schemas.openxmlformats.org/officeDocument/2006/relationships/image" Target="../media/image1077.png"/><Relationship Id="rId21" Type="http://schemas.openxmlformats.org/officeDocument/2006/relationships/image" Target="../media/image940.png"/><Relationship Id="rId63" Type="http://schemas.openxmlformats.org/officeDocument/2006/relationships/image" Target="../media/image960.png"/><Relationship Id="rId159" Type="http://schemas.openxmlformats.org/officeDocument/2006/relationships/image" Target="../media/image1008.png"/><Relationship Id="rId324" Type="http://schemas.openxmlformats.org/officeDocument/2006/relationships/customXml" Target="../ink/ink1095.xml"/><Relationship Id="rId170" Type="http://schemas.openxmlformats.org/officeDocument/2006/relationships/customXml" Target="../ink/ink1018.xml"/><Relationship Id="rId226" Type="http://schemas.openxmlformats.org/officeDocument/2006/relationships/customXml" Target="../ink/ink1046.xml"/><Relationship Id="rId268" Type="http://schemas.openxmlformats.org/officeDocument/2006/relationships/customXml" Target="../ink/ink1067.xml"/><Relationship Id="rId32" Type="http://schemas.openxmlformats.org/officeDocument/2006/relationships/customXml" Target="../ink/ink949.xml"/><Relationship Id="rId74" Type="http://schemas.openxmlformats.org/officeDocument/2006/relationships/customXml" Target="../ink/ink970.xml"/><Relationship Id="rId128" Type="http://schemas.openxmlformats.org/officeDocument/2006/relationships/customXml" Target="../ink/ink997.xml"/><Relationship Id="rId335" Type="http://schemas.openxmlformats.org/officeDocument/2006/relationships/image" Target="../media/image1095.png"/><Relationship Id="rId5" Type="http://schemas.openxmlformats.org/officeDocument/2006/relationships/image" Target="../media/image932.png"/><Relationship Id="rId181" Type="http://schemas.openxmlformats.org/officeDocument/2006/relationships/image" Target="../media/image407.png"/><Relationship Id="rId237" Type="http://schemas.openxmlformats.org/officeDocument/2006/relationships/image" Target="../media/image1046.png"/><Relationship Id="rId279" Type="http://schemas.openxmlformats.org/officeDocument/2006/relationships/image" Target="../media/image1067.png"/><Relationship Id="rId43" Type="http://schemas.openxmlformats.org/officeDocument/2006/relationships/image" Target="../media/image951.png"/><Relationship Id="rId139" Type="http://schemas.openxmlformats.org/officeDocument/2006/relationships/image" Target="../media/image998.png"/><Relationship Id="rId290" Type="http://schemas.openxmlformats.org/officeDocument/2006/relationships/customXml" Target="../ink/ink1078.xml"/><Relationship Id="rId304" Type="http://schemas.openxmlformats.org/officeDocument/2006/relationships/customXml" Target="../ink/ink1085.xml"/><Relationship Id="rId85" Type="http://schemas.openxmlformats.org/officeDocument/2006/relationships/image" Target="../media/image971.png"/><Relationship Id="rId150" Type="http://schemas.openxmlformats.org/officeDocument/2006/relationships/customXml" Target="../ink/ink1008.xml"/><Relationship Id="rId192" Type="http://schemas.openxmlformats.org/officeDocument/2006/relationships/customXml" Target="../ink/ink1029.xml"/><Relationship Id="rId206" Type="http://schemas.openxmlformats.org/officeDocument/2006/relationships/customXml" Target="../ink/ink1036.xml"/><Relationship Id="rId248" Type="http://schemas.openxmlformats.org/officeDocument/2006/relationships/customXml" Target="../ink/ink1057.xml"/><Relationship Id="rId12" Type="http://schemas.openxmlformats.org/officeDocument/2006/relationships/customXml" Target="../ink/ink939.xml"/><Relationship Id="rId108" Type="http://schemas.openxmlformats.org/officeDocument/2006/relationships/customXml" Target="../ink/ink987.xml"/><Relationship Id="rId315" Type="http://schemas.openxmlformats.org/officeDocument/2006/relationships/image" Target="../media/image1085.png"/><Relationship Id="rId54" Type="http://schemas.openxmlformats.org/officeDocument/2006/relationships/customXml" Target="../ink/ink960.xml"/><Relationship Id="rId96" Type="http://schemas.openxmlformats.org/officeDocument/2006/relationships/customXml" Target="../ink/ink981.xml"/><Relationship Id="rId161" Type="http://schemas.openxmlformats.org/officeDocument/2006/relationships/image" Target="../media/image1009.png"/><Relationship Id="rId217" Type="http://schemas.openxmlformats.org/officeDocument/2006/relationships/image" Target="../media/image1036.png"/><Relationship Id="rId259" Type="http://schemas.openxmlformats.org/officeDocument/2006/relationships/image" Target="../media/image1057.png"/><Relationship Id="rId23" Type="http://schemas.openxmlformats.org/officeDocument/2006/relationships/image" Target="../media/image941.png"/><Relationship Id="rId119" Type="http://schemas.openxmlformats.org/officeDocument/2006/relationships/image" Target="../media/image988.png"/><Relationship Id="rId270" Type="http://schemas.openxmlformats.org/officeDocument/2006/relationships/customXml" Target="../ink/ink1068.xml"/><Relationship Id="rId326" Type="http://schemas.openxmlformats.org/officeDocument/2006/relationships/customXml" Target="../ink/ink1096.xml"/><Relationship Id="rId65" Type="http://schemas.openxmlformats.org/officeDocument/2006/relationships/image" Target="../media/image961.png"/><Relationship Id="rId130" Type="http://schemas.openxmlformats.org/officeDocument/2006/relationships/customXml" Target="../ink/ink998.xml"/><Relationship Id="rId172" Type="http://schemas.openxmlformats.org/officeDocument/2006/relationships/customXml" Target="../ink/ink1019.xml"/><Relationship Id="rId228" Type="http://schemas.openxmlformats.org/officeDocument/2006/relationships/customXml" Target="../ink/ink1047.xml"/><Relationship Id="rId281" Type="http://schemas.openxmlformats.org/officeDocument/2006/relationships/image" Target="../media/image1068.png"/><Relationship Id="rId337" Type="http://schemas.openxmlformats.org/officeDocument/2006/relationships/image" Target="../media/image1096.png"/><Relationship Id="rId34" Type="http://schemas.openxmlformats.org/officeDocument/2006/relationships/customXml" Target="../ink/ink950.xml"/><Relationship Id="rId76" Type="http://schemas.openxmlformats.org/officeDocument/2006/relationships/customXml" Target="../ink/ink971.xml"/><Relationship Id="rId141" Type="http://schemas.openxmlformats.org/officeDocument/2006/relationships/image" Target="../media/image999.png"/><Relationship Id="rId7" Type="http://schemas.openxmlformats.org/officeDocument/2006/relationships/image" Target="../media/image933.png"/><Relationship Id="rId183" Type="http://schemas.openxmlformats.org/officeDocument/2006/relationships/image" Target="../media/image1019.png"/><Relationship Id="rId239" Type="http://schemas.openxmlformats.org/officeDocument/2006/relationships/image" Target="../media/image1047.png"/><Relationship Id="rId250" Type="http://schemas.openxmlformats.org/officeDocument/2006/relationships/customXml" Target="../ink/ink1058.xml"/><Relationship Id="rId292" Type="http://schemas.openxmlformats.org/officeDocument/2006/relationships/customXml" Target="../ink/ink1079.xml"/><Relationship Id="rId306" Type="http://schemas.openxmlformats.org/officeDocument/2006/relationships/customXml" Target="../ink/ink1086.xml"/><Relationship Id="rId45" Type="http://schemas.openxmlformats.org/officeDocument/2006/relationships/image" Target="../media/image952.png"/><Relationship Id="rId87" Type="http://schemas.openxmlformats.org/officeDocument/2006/relationships/image" Target="../media/image972.png"/><Relationship Id="rId110" Type="http://schemas.openxmlformats.org/officeDocument/2006/relationships/customXml" Target="../ink/ink988.xml"/><Relationship Id="rId152" Type="http://schemas.openxmlformats.org/officeDocument/2006/relationships/customXml" Target="../ink/ink1009.xml"/><Relationship Id="rId173" Type="http://schemas.openxmlformats.org/officeDocument/2006/relationships/image" Target="../media/image1015.png"/><Relationship Id="rId194" Type="http://schemas.openxmlformats.org/officeDocument/2006/relationships/customXml" Target="../ink/ink1030.xml"/><Relationship Id="rId208" Type="http://schemas.openxmlformats.org/officeDocument/2006/relationships/customXml" Target="../ink/ink1037.xml"/><Relationship Id="rId229" Type="http://schemas.openxmlformats.org/officeDocument/2006/relationships/image" Target="../media/image1042.png"/><Relationship Id="rId240" Type="http://schemas.openxmlformats.org/officeDocument/2006/relationships/customXml" Target="../ink/ink1053.xml"/><Relationship Id="rId261" Type="http://schemas.openxmlformats.org/officeDocument/2006/relationships/image" Target="../media/image1058.png"/><Relationship Id="rId14" Type="http://schemas.openxmlformats.org/officeDocument/2006/relationships/customXml" Target="../ink/ink940.xml"/><Relationship Id="rId35" Type="http://schemas.openxmlformats.org/officeDocument/2006/relationships/image" Target="../media/image947.png"/><Relationship Id="rId56" Type="http://schemas.openxmlformats.org/officeDocument/2006/relationships/customXml" Target="../ink/ink961.xml"/><Relationship Id="rId77" Type="http://schemas.openxmlformats.org/officeDocument/2006/relationships/image" Target="../media/image967.png"/><Relationship Id="rId100" Type="http://schemas.openxmlformats.org/officeDocument/2006/relationships/customXml" Target="../ink/ink983.xml"/><Relationship Id="rId282" Type="http://schemas.openxmlformats.org/officeDocument/2006/relationships/customXml" Target="../ink/ink1074.xml"/><Relationship Id="rId317" Type="http://schemas.openxmlformats.org/officeDocument/2006/relationships/image" Target="../media/image1086.png"/><Relationship Id="rId8" Type="http://schemas.openxmlformats.org/officeDocument/2006/relationships/customXml" Target="../ink/ink937.xml"/><Relationship Id="rId98" Type="http://schemas.openxmlformats.org/officeDocument/2006/relationships/customXml" Target="../ink/ink982.xml"/><Relationship Id="rId121" Type="http://schemas.openxmlformats.org/officeDocument/2006/relationships/image" Target="../media/image989.png"/><Relationship Id="rId142" Type="http://schemas.openxmlformats.org/officeDocument/2006/relationships/customXml" Target="../ink/ink1004.xml"/><Relationship Id="rId163" Type="http://schemas.openxmlformats.org/officeDocument/2006/relationships/image" Target="../media/image1010.png"/><Relationship Id="rId184" Type="http://schemas.openxmlformats.org/officeDocument/2006/relationships/customXml" Target="../ink/ink1025.xml"/><Relationship Id="rId219" Type="http://schemas.openxmlformats.org/officeDocument/2006/relationships/image" Target="../media/image1037.png"/><Relationship Id="rId230" Type="http://schemas.openxmlformats.org/officeDocument/2006/relationships/customXml" Target="../ink/ink1048.xml"/><Relationship Id="rId251" Type="http://schemas.openxmlformats.org/officeDocument/2006/relationships/image" Target="../media/image1053.png"/><Relationship Id="rId25" Type="http://schemas.openxmlformats.org/officeDocument/2006/relationships/image" Target="../media/image942.png"/><Relationship Id="rId46" Type="http://schemas.openxmlformats.org/officeDocument/2006/relationships/customXml" Target="../ink/ink956.xml"/><Relationship Id="rId67" Type="http://schemas.openxmlformats.org/officeDocument/2006/relationships/image" Target="../media/image962.png"/><Relationship Id="rId272" Type="http://schemas.openxmlformats.org/officeDocument/2006/relationships/customXml" Target="../ink/ink1069.xml"/><Relationship Id="rId293" Type="http://schemas.openxmlformats.org/officeDocument/2006/relationships/image" Target="../media/image1074.png"/><Relationship Id="rId307" Type="http://schemas.openxmlformats.org/officeDocument/2006/relationships/image" Target="../media/image1081.png"/><Relationship Id="rId328" Type="http://schemas.openxmlformats.org/officeDocument/2006/relationships/customXml" Target="../ink/ink1097.xml"/><Relationship Id="rId88" Type="http://schemas.openxmlformats.org/officeDocument/2006/relationships/customXml" Target="../ink/ink977.xml"/><Relationship Id="rId111" Type="http://schemas.openxmlformats.org/officeDocument/2006/relationships/image" Target="../media/image984.png"/><Relationship Id="rId132" Type="http://schemas.openxmlformats.org/officeDocument/2006/relationships/customXml" Target="../ink/ink999.xml"/><Relationship Id="rId153" Type="http://schemas.openxmlformats.org/officeDocument/2006/relationships/image" Target="../media/image1005.png"/><Relationship Id="rId174" Type="http://schemas.openxmlformats.org/officeDocument/2006/relationships/customXml" Target="../ink/ink1020.xml"/><Relationship Id="rId195" Type="http://schemas.openxmlformats.org/officeDocument/2006/relationships/image" Target="../media/image1025.png"/><Relationship Id="rId209" Type="http://schemas.openxmlformats.org/officeDocument/2006/relationships/image" Target="../media/image1032.png"/><Relationship Id="rId220" Type="http://schemas.openxmlformats.org/officeDocument/2006/relationships/customXml" Target="../ink/ink1043.xml"/><Relationship Id="rId241" Type="http://schemas.openxmlformats.org/officeDocument/2006/relationships/image" Target="../media/image1048.png"/><Relationship Id="rId15" Type="http://schemas.openxmlformats.org/officeDocument/2006/relationships/image" Target="../media/image937.png"/><Relationship Id="rId36" Type="http://schemas.openxmlformats.org/officeDocument/2006/relationships/customXml" Target="../ink/ink951.xml"/><Relationship Id="rId57" Type="http://schemas.openxmlformats.org/officeDocument/2006/relationships/image" Target="../media/image957.png"/><Relationship Id="rId262" Type="http://schemas.openxmlformats.org/officeDocument/2006/relationships/customXml" Target="../ink/ink1064.xml"/><Relationship Id="rId283" Type="http://schemas.openxmlformats.org/officeDocument/2006/relationships/image" Target="../media/image1069.png"/><Relationship Id="rId318" Type="http://schemas.openxmlformats.org/officeDocument/2006/relationships/customXml" Target="../ink/ink1092.xml"/><Relationship Id="rId78" Type="http://schemas.openxmlformats.org/officeDocument/2006/relationships/customXml" Target="../ink/ink972.xml"/><Relationship Id="rId99" Type="http://schemas.openxmlformats.org/officeDocument/2006/relationships/image" Target="../media/image978.png"/><Relationship Id="rId101" Type="http://schemas.openxmlformats.org/officeDocument/2006/relationships/image" Target="../media/image979.png"/><Relationship Id="rId122" Type="http://schemas.openxmlformats.org/officeDocument/2006/relationships/customXml" Target="../ink/ink994.xml"/><Relationship Id="rId143" Type="http://schemas.openxmlformats.org/officeDocument/2006/relationships/image" Target="../media/image1000.png"/><Relationship Id="rId164" Type="http://schemas.openxmlformats.org/officeDocument/2006/relationships/customXml" Target="../ink/ink1015.xml"/><Relationship Id="rId185" Type="http://schemas.openxmlformats.org/officeDocument/2006/relationships/image" Target="../media/image1020.png"/><Relationship Id="rId9" Type="http://schemas.openxmlformats.org/officeDocument/2006/relationships/image" Target="../media/image934.png"/><Relationship Id="rId210" Type="http://schemas.openxmlformats.org/officeDocument/2006/relationships/customXml" Target="../ink/ink1038.xml"/><Relationship Id="rId26" Type="http://schemas.openxmlformats.org/officeDocument/2006/relationships/customXml" Target="../ink/ink946.xml"/><Relationship Id="rId231" Type="http://schemas.openxmlformats.org/officeDocument/2006/relationships/image" Target="../media/image1043.png"/><Relationship Id="rId252" Type="http://schemas.openxmlformats.org/officeDocument/2006/relationships/customXml" Target="../ink/ink1059.xml"/><Relationship Id="rId273" Type="http://schemas.openxmlformats.org/officeDocument/2006/relationships/image" Target="../media/image1064.png"/><Relationship Id="rId294" Type="http://schemas.openxmlformats.org/officeDocument/2006/relationships/customXml" Target="../ink/ink1080.xml"/><Relationship Id="rId308" Type="http://schemas.openxmlformats.org/officeDocument/2006/relationships/customXml" Target="../ink/ink1087.xml"/><Relationship Id="rId329" Type="http://schemas.openxmlformats.org/officeDocument/2006/relationships/image" Target="../media/image1092.png"/><Relationship Id="rId47" Type="http://schemas.openxmlformats.org/officeDocument/2006/relationships/image" Target="../media/image350.png"/><Relationship Id="rId68" Type="http://schemas.openxmlformats.org/officeDocument/2006/relationships/customXml" Target="../ink/ink967.xml"/><Relationship Id="rId89" Type="http://schemas.openxmlformats.org/officeDocument/2006/relationships/image" Target="../media/image973.png"/><Relationship Id="rId112" Type="http://schemas.openxmlformats.org/officeDocument/2006/relationships/customXml" Target="../ink/ink989.xml"/><Relationship Id="rId133" Type="http://schemas.openxmlformats.org/officeDocument/2006/relationships/image" Target="../media/image995.png"/><Relationship Id="rId154" Type="http://schemas.openxmlformats.org/officeDocument/2006/relationships/customXml" Target="../ink/ink1010.xml"/><Relationship Id="rId175" Type="http://schemas.openxmlformats.org/officeDocument/2006/relationships/image" Target="../media/image1016.png"/><Relationship Id="rId196" Type="http://schemas.openxmlformats.org/officeDocument/2006/relationships/customXml" Target="../ink/ink1031.xml"/><Relationship Id="rId200" Type="http://schemas.openxmlformats.org/officeDocument/2006/relationships/customXml" Target="../ink/ink1033.xml"/><Relationship Id="rId16" Type="http://schemas.openxmlformats.org/officeDocument/2006/relationships/customXml" Target="../ink/ink941.xml"/><Relationship Id="rId221" Type="http://schemas.openxmlformats.org/officeDocument/2006/relationships/image" Target="../media/image1038.png"/><Relationship Id="rId242" Type="http://schemas.openxmlformats.org/officeDocument/2006/relationships/customXml" Target="../ink/ink1054.xml"/><Relationship Id="rId263" Type="http://schemas.openxmlformats.org/officeDocument/2006/relationships/image" Target="../media/image1059.png"/><Relationship Id="rId284" Type="http://schemas.openxmlformats.org/officeDocument/2006/relationships/customXml" Target="../ink/ink1075.xml"/><Relationship Id="rId319" Type="http://schemas.openxmlformats.org/officeDocument/2006/relationships/image" Target="../media/image1087.png"/><Relationship Id="rId37" Type="http://schemas.openxmlformats.org/officeDocument/2006/relationships/image" Target="../media/image948.png"/><Relationship Id="rId58" Type="http://schemas.openxmlformats.org/officeDocument/2006/relationships/customXml" Target="../ink/ink962.xml"/><Relationship Id="rId79" Type="http://schemas.openxmlformats.org/officeDocument/2006/relationships/image" Target="../media/image968.png"/><Relationship Id="rId102" Type="http://schemas.openxmlformats.org/officeDocument/2006/relationships/customXml" Target="../ink/ink984.xml"/><Relationship Id="rId123" Type="http://schemas.openxmlformats.org/officeDocument/2006/relationships/image" Target="../media/image990.png"/><Relationship Id="rId144" Type="http://schemas.openxmlformats.org/officeDocument/2006/relationships/customXml" Target="../ink/ink1005.xml"/><Relationship Id="rId330" Type="http://schemas.openxmlformats.org/officeDocument/2006/relationships/customXml" Target="../ink/ink1098.xml"/><Relationship Id="rId90" Type="http://schemas.openxmlformats.org/officeDocument/2006/relationships/customXml" Target="../ink/ink978.xml"/><Relationship Id="rId165" Type="http://schemas.openxmlformats.org/officeDocument/2006/relationships/image" Target="../media/image1011.png"/><Relationship Id="rId186" Type="http://schemas.openxmlformats.org/officeDocument/2006/relationships/customXml" Target="../ink/ink1026.xml"/><Relationship Id="rId211" Type="http://schemas.openxmlformats.org/officeDocument/2006/relationships/image" Target="../media/image1033.png"/><Relationship Id="rId232" Type="http://schemas.openxmlformats.org/officeDocument/2006/relationships/customXml" Target="../ink/ink1049.xml"/><Relationship Id="rId253" Type="http://schemas.openxmlformats.org/officeDocument/2006/relationships/image" Target="../media/image1054.png"/><Relationship Id="rId274" Type="http://schemas.openxmlformats.org/officeDocument/2006/relationships/customXml" Target="../ink/ink1070.xml"/><Relationship Id="rId295" Type="http://schemas.openxmlformats.org/officeDocument/2006/relationships/image" Target="../media/image1075.png"/><Relationship Id="rId309" Type="http://schemas.openxmlformats.org/officeDocument/2006/relationships/image" Target="../media/image1082.png"/><Relationship Id="rId27" Type="http://schemas.openxmlformats.org/officeDocument/2006/relationships/image" Target="../media/image943.png"/><Relationship Id="rId48" Type="http://schemas.openxmlformats.org/officeDocument/2006/relationships/customXml" Target="../ink/ink957.xml"/><Relationship Id="rId69" Type="http://schemas.openxmlformats.org/officeDocument/2006/relationships/image" Target="../media/image963.png"/><Relationship Id="rId113" Type="http://schemas.openxmlformats.org/officeDocument/2006/relationships/image" Target="../media/image985.png"/><Relationship Id="rId134" Type="http://schemas.openxmlformats.org/officeDocument/2006/relationships/customXml" Target="../ink/ink1000.xml"/><Relationship Id="rId320" Type="http://schemas.openxmlformats.org/officeDocument/2006/relationships/customXml" Target="../ink/ink1093.xml"/><Relationship Id="rId80" Type="http://schemas.openxmlformats.org/officeDocument/2006/relationships/customXml" Target="../ink/ink973.xml"/><Relationship Id="rId155" Type="http://schemas.openxmlformats.org/officeDocument/2006/relationships/image" Target="../media/image1006.png"/><Relationship Id="rId176" Type="http://schemas.openxmlformats.org/officeDocument/2006/relationships/customXml" Target="../ink/ink1021.xml"/><Relationship Id="rId197" Type="http://schemas.openxmlformats.org/officeDocument/2006/relationships/image" Target="../media/image1026.png"/><Relationship Id="rId201" Type="http://schemas.openxmlformats.org/officeDocument/2006/relationships/image" Target="../media/image1028.png"/><Relationship Id="rId222" Type="http://schemas.openxmlformats.org/officeDocument/2006/relationships/customXml" Target="../ink/ink1044.xml"/><Relationship Id="rId243" Type="http://schemas.openxmlformats.org/officeDocument/2006/relationships/image" Target="../media/image1049.png"/><Relationship Id="rId264" Type="http://schemas.openxmlformats.org/officeDocument/2006/relationships/customXml" Target="../ink/ink1065.xml"/><Relationship Id="rId285" Type="http://schemas.openxmlformats.org/officeDocument/2006/relationships/image" Target="../media/image1070.png"/><Relationship Id="rId17" Type="http://schemas.openxmlformats.org/officeDocument/2006/relationships/image" Target="../media/image938.png"/><Relationship Id="rId38" Type="http://schemas.openxmlformats.org/officeDocument/2006/relationships/customXml" Target="../ink/ink952.xml"/><Relationship Id="rId59" Type="http://schemas.openxmlformats.org/officeDocument/2006/relationships/image" Target="../media/image958.png"/><Relationship Id="rId103" Type="http://schemas.openxmlformats.org/officeDocument/2006/relationships/image" Target="../media/image980.png"/><Relationship Id="rId124" Type="http://schemas.openxmlformats.org/officeDocument/2006/relationships/customXml" Target="../ink/ink995.xml"/><Relationship Id="rId310" Type="http://schemas.openxmlformats.org/officeDocument/2006/relationships/customXml" Target="../ink/ink1088.xml"/><Relationship Id="rId70" Type="http://schemas.openxmlformats.org/officeDocument/2006/relationships/customXml" Target="../ink/ink968.xml"/><Relationship Id="rId91" Type="http://schemas.openxmlformats.org/officeDocument/2006/relationships/image" Target="../media/image974.png"/><Relationship Id="rId145" Type="http://schemas.openxmlformats.org/officeDocument/2006/relationships/image" Target="../media/image1001.png"/><Relationship Id="rId166" Type="http://schemas.openxmlformats.org/officeDocument/2006/relationships/customXml" Target="../ink/ink1016.xml"/><Relationship Id="rId187" Type="http://schemas.openxmlformats.org/officeDocument/2006/relationships/image" Target="../media/image1021.png"/><Relationship Id="rId331" Type="http://schemas.openxmlformats.org/officeDocument/2006/relationships/image" Target="../media/image109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39.xml"/><Relationship Id="rId233" Type="http://schemas.openxmlformats.org/officeDocument/2006/relationships/image" Target="../media/image1044.png"/><Relationship Id="rId254" Type="http://schemas.openxmlformats.org/officeDocument/2006/relationships/customXml" Target="../ink/ink1060.xml"/><Relationship Id="rId28" Type="http://schemas.openxmlformats.org/officeDocument/2006/relationships/customXml" Target="../ink/ink947.xml"/><Relationship Id="rId49" Type="http://schemas.openxmlformats.org/officeDocument/2006/relationships/image" Target="../media/image953.png"/><Relationship Id="rId114" Type="http://schemas.openxmlformats.org/officeDocument/2006/relationships/customXml" Target="../ink/ink990.xml"/><Relationship Id="rId275" Type="http://schemas.openxmlformats.org/officeDocument/2006/relationships/image" Target="../media/image1065.png"/><Relationship Id="rId296" Type="http://schemas.openxmlformats.org/officeDocument/2006/relationships/customXml" Target="../ink/ink1081.xml"/><Relationship Id="rId300" Type="http://schemas.openxmlformats.org/officeDocument/2006/relationships/customXml" Target="../ink/ink1083.xml"/><Relationship Id="rId60" Type="http://schemas.openxmlformats.org/officeDocument/2006/relationships/customXml" Target="../ink/ink963.xml"/><Relationship Id="rId81" Type="http://schemas.openxmlformats.org/officeDocument/2006/relationships/image" Target="../media/image969.png"/><Relationship Id="rId135" Type="http://schemas.openxmlformats.org/officeDocument/2006/relationships/image" Target="../media/image996.png"/><Relationship Id="rId156" Type="http://schemas.openxmlformats.org/officeDocument/2006/relationships/customXml" Target="../ink/ink1011.xml"/><Relationship Id="rId177" Type="http://schemas.openxmlformats.org/officeDocument/2006/relationships/image" Target="../media/image1017.png"/><Relationship Id="rId198" Type="http://schemas.openxmlformats.org/officeDocument/2006/relationships/customXml" Target="../ink/ink1032.xml"/><Relationship Id="rId321" Type="http://schemas.openxmlformats.org/officeDocument/2006/relationships/image" Target="../media/image1088.png"/><Relationship Id="rId202" Type="http://schemas.openxmlformats.org/officeDocument/2006/relationships/customXml" Target="../ink/ink1034.xml"/><Relationship Id="rId223" Type="http://schemas.openxmlformats.org/officeDocument/2006/relationships/image" Target="../media/image1039.png"/><Relationship Id="rId244" Type="http://schemas.openxmlformats.org/officeDocument/2006/relationships/customXml" Target="../ink/ink1055.xml"/><Relationship Id="rId18" Type="http://schemas.openxmlformats.org/officeDocument/2006/relationships/customXml" Target="../ink/ink942.xml"/><Relationship Id="rId39" Type="http://schemas.openxmlformats.org/officeDocument/2006/relationships/image" Target="../media/image949.png"/><Relationship Id="rId265" Type="http://schemas.openxmlformats.org/officeDocument/2006/relationships/image" Target="../media/image1060.png"/><Relationship Id="rId286" Type="http://schemas.openxmlformats.org/officeDocument/2006/relationships/customXml" Target="../ink/ink1076.xml"/><Relationship Id="rId50" Type="http://schemas.openxmlformats.org/officeDocument/2006/relationships/customXml" Target="../ink/ink958.xml"/><Relationship Id="rId104" Type="http://schemas.openxmlformats.org/officeDocument/2006/relationships/customXml" Target="../ink/ink985.xml"/><Relationship Id="rId125" Type="http://schemas.openxmlformats.org/officeDocument/2006/relationships/image" Target="../media/image991.png"/><Relationship Id="rId146" Type="http://schemas.openxmlformats.org/officeDocument/2006/relationships/customXml" Target="../ink/ink1006.xml"/><Relationship Id="rId167" Type="http://schemas.openxmlformats.org/officeDocument/2006/relationships/image" Target="../media/image1012.png"/><Relationship Id="rId188" Type="http://schemas.openxmlformats.org/officeDocument/2006/relationships/customXml" Target="../ink/ink1027.xml"/><Relationship Id="rId311" Type="http://schemas.openxmlformats.org/officeDocument/2006/relationships/image" Target="../media/image1083.png"/><Relationship Id="rId332" Type="http://schemas.openxmlformats.org/officeDocument/2006/relationships/customXml" Target="../ink/ink1099.xml"/><Relationship Id="rId71" Type="http://schemas.openxmlformats.org/officeDocument/2006/relationships/image" Target="../media/image964.png"/><Relationship Id="rId92" Type="http://schemas.openxmlformats.org/officeDocument/2006/relationships/customXml" Target="../ink/ink979.xml"/><Relationship Id="rId213" Type="http://schemas.openxmlformats.org/officeDocument/2006/relationships/image" Target="../media/image1034.png"/><Relationship Id="rId234" Type="http://schemas.openxmlformats.org/officeDocument/2006/relationships/customXml" Target="../ink/ink1050.xml"/><Relationship Id="rId2" Type="http://schemas.openxmlformats.org/officeDocument/2006/relationships/customXml" Target="../ink/ink934.xml"/><Relationship Id="rId29" Type="http://schemas.openxmlformats.org/officeDocument/2006/relationships/image" Target="../media/image944.png"/><Relationship Id="rId255" Type="http://schemas.openxmlformats.org/officeDocument/2006/relationships/image" Target="../media/image1055.png"/><Relationship Id="rId276" Type="http://schemas.openxmlformats.org/officeDocument/2006/relationships/customXml" Target="../ink/ink1071.xml"/><Relationship Id="rId297" Type="http://schemas.openxmlformats.org/officeDocument/2006/relationships/image" Target="../media/image1076.png"/><Relationship Id="rId40" Type="http://schemas.openxmlformats.org/officeDocument/2006/relationships/customXml" Target="../ink/ink953.xml"/><Relationship Id="rId115" Type="http://schemas.openxmlformats.org/officeDocument/2006/relationships/image" Target="../media/image986.png"/><Relationship Id="rId136" Type="http://schemas.openxmlformats.org/officeDocument/2006/relationships/customXml" Target="../ink/ink1001.xml"/><Relationship Id="rId157" Type="http://schemas.openxmlformats.org/officeDocument/2006/relationships/image" Target="../media/image1007.png"/><Relationship Id="rId178" Type="http://schemas.openxmlformats.org/officeDocument/2006/relationships/customXml" Target="../ink/ink1022.xml"/><Relationship Id="rId301" Type="http://schemas.openxmlformats.org/officeDocument/2006/relationships/image" Target="../media/image1078.png"/><Relationship Id="rId322" Type="http://schemas.openxmlformats.org/officeDocument/2006/relationships/customXml" Target="../ink/ink1094.xml"/><Relationship Id="rId61" Type="http://schemas.openxmlformats.org/officeDocument/2006/relationships/image" Target="../media/image959.png"/><Relationship Id="rId82" Type="http://schemas.openxmlformats.org/officeDocument/2006/relationships/customXml" Target="../ink/ink974.xml"/><Relationship Id="rId199" Type="http://schemas.openxmlformats.org/officeDocument/2006/relationships/image" Target="../media/image1027.png"/><Relationship Id="rId203" Type="http://schemas.openxmlformats.org/officeDocument/2006/relationships/image" Target="../media/image1029.png"/><Relationship Id="rId19" Type="http://schemas.openxmlformats.org/officeDocument/2006/relationships/image" Target="../media/image939.png"/><Relationship Id="rId224" Type="http://schemas.openxmlformats.org/officeDocument/2006/relationships/customXml" Target="../ink/ink1045.xml"/><Relationship Id="rId245" Type="http://schemas.openxmlformats.org/officeDocument/2006/relationships/image" Target="../media/image1050.png"/><Relationship Id="rId266" Type="http://schemas.openxmlformats.org/officeDocument/2006/relationships/customXml" Target="../ink/ink1066.xml"/><Relationship Id="rId287" Type="http://schemas.openxmlformats.org/officeDocument/2006/relationships/image" Target="../media/image1071.png"/><Relationship Id="rId30" Type="http://schemas.openxmlformats.org/officeDocument/2006/relationships/customXml" Target="../ink/ink948.xml"/><Relationship Id="rId105" Type="http://schemas.openxmlformats.org/officeDocument/2006/relationships/image" Target="../media/image981.png"/><Relationship Id="rId126" Type="http://schemas.openxmlformats.org/officeDocument/2006/relationships/customXml" Target="../ink/ink996.xml"/><Relationship Id="rId147" Type="http://schemas.openxmlformats.org/officeDocument/2006/relationships/image" Target="../media/image1002.png"/><Relationship Id="rId168" Type="http://schemas.openxmlformats.org/officeDocument/2006/relationships/customXml" Target="../ink/ink1017.xml"/><Relationship Id="rId312" Type="http://schemas.openxmlformats.org/officeDocument/2006/relationships/customXml" Target="../ink/ink1089.xml"/><Relationship Id="rId333" Type="http://schemas.openxmlformats.org/officeDocument/2006/relationships/image" Target="../media/image1094.png"/><Relationship Id="rId51" Type="http://schemas.openxmlformats.org/officeDocument/2006/relationships/image" Target="../media/image954.png"/><Relationship Id="rId72" Type="http://schemas.openxmlformats.org/officeDocument/2006/relationships/customXml" Target="../ink/ink969.xml"/><Relationship Id="rId93" Type="http://schemas.openxmlformats.org/officeDocument/2006/relationships/image" Target="../media/image975.png"/><Relationship Id="rId189" Type="http://schemas.openxmlformats.org/officeDocument/2006/relationships/image" Target="../media/image1022.png"/><Relationship Id="rId3" Type="http://schemas.openxmlformats.org/officeDocument/2006/relationships/image" Target="../media/image931.png"/><Relationship Id="rId214" Type="http://schemas.openxmlformats.org/officeDocument/2006/relationships/customXml" Target="../ink/ink1040.xml"/><Relationship Id="rId235" Type="http://schemas.openxmlformats.org/officeDocument/2006/relationships/image" Target="../media/image1045.png"/><Relationship Id="rId256" Type="http://schemas.openxmlformats.org/officeDocument/2006/relationships/customXml" Target="../ink/ink1061.xml"/><Relationship Id="rId277" Type="http://schemas.openxmlformats.org/officeDocument/2006/relationships/image" Target="../media/image1066.png"/><Relationship Id="rId298" Type="http://schemas.openxmlformats.org/officeDocument/2006/relationships/customXml" Target="../ink/ink1082.xml"/><Relationship Id="rId116" Type="http://schemas.openxmlformats.org/officeDocument/2006/relationships/customXml" Target="../ink/ink991.xml"/><Relationship Id="rId137" Type="http://schemas.openxmlformats.org/officeDocument/2006/relationships/image" Target="../media/image997.png"/><Relationship Id="rId158" Type="http://schemas.openxmlformats.org/officeDocument/2006/relationships/customXml" Target="../ink/ink1012.xml"/><Relationship Id="rId302" Type="http://schemas.openxmlformats.org/officeDocument/2006/relationships/customXml" Target="../ink/ink1084.xml"/><Relationship Id="rId323" Type="http://schemas.openxmlformats.org/officeDocument/2006/relationships/image" Target="../media/image1089.png"/><Relationship Id="rId20" Type="http://schemas.openxmlformats.org/officeDocument/2006/relationships/customXml" Target="../ink/ink943.xml"/><Relationship Id="rId41" Type="http://schemas.openxmlformats.org/officeDocument/2006/relationships/image" Target="../media/image950.png"/><Relationship Id="rId62" Type="http://schemas.openxmlformats.org/officeDocument/2006/relationships/customXml" Target="../ink/ink964.xml"/><Relationship Id="rId83" Type="http://schemas.openxmlformats.org/officeDocument/2006/relationships/image" Target="../media/image970.png"/><Relationship Id="rId179" Type="http://schemas.openxmlformats.org/officeDocument/2006/relationships/image" Target="../media/image1018.png"/><Relationship Id="rId190" Type="http://schemas.openxmlformats.org/officeDocument/2006/relationships/customXml" Target="../ink/ink1028.xml"/><Relationship Id="rId204" Type="http://schemas.openxmlformats.org/officeDocument/2006/relationships/customXml" Target="../ink/ink1035.xml"/><Relationship Id="rId225" Type="http://schemas.openxmlformats.org/officeDocument/2006/relationships/image" Target="../media/image1040.png"/><Relationship Id="rId246" Type="http://schemas.openxmlformats.org/officeDocument/2006/relationships/customXml" Target="../ink/ink1056.xml"/><Relationship Id="rId267" Type="http://schemas.openxmlformats.org/officeDocument/2006/relationships/image" Target="../media/image1061.png"/><Relationship Id="rId288" Type="http://schemas.openxmlformats.org/officeDocument/2006/relationships/customXml" Target="../ink/ink1077.xml"/><Relationship Id="rId106" Type="http://schemas.openxmlformats.org/officeDocument/2006/relationships/customXml" Target="../ink/ink986.xml"/><Relationship Id="rId127" Type="http://schemas.openxmlformats.org/officeDocument/2006/relationships/image" Target="../media/image992.png"/><Relationship Id="rId313" Type="http://schemas.openxmlformats.org/officeDocument/2006/relationships/image" Target="../media/image1084.png"/><Relationship Id="rId10" Type="http://schemas.openxmlformats.org/officeDocument/2006/relationships/customXml" Target="../ink/ink938.xml"/><Relationship Id="rId31" Type="http://schemas.openxmlformats.org/officeDocument/2006/relationships/image" Target="../media/image945.png"/><Relationship Id="rId52" Type="http://schemas.openxmlformats.org/officeDocument/2006/relationships/customXml" Target="../ink/ink959.xml"/><Relationship Id="rId73" Type="http://schemas.openxmlformats.org/officeDocument/2006/relationships/image" Target="../media/image965.png"/><Relationship Id="rId94" Type="http://schemas.openxmlformats.org/officeDocument/2006/relationships/customXml" Target="../ink/ink980.xml"/><Relationship Id="rId148" Type="http://schemas.openxmlformats.org/officeDocument/2006/relationships/customXml" Target="../ink/ink1007.xml"/><Relationship Id="rId169" Type="http://schemas.openxmlformats.org/officeDocument/2006/relationships/image" Target="../media/image1013.png"/><Relationship Id="rId334" Type="http://schemas.openxmlformats.org/officeDocument/2006/relationships/customXml" Target="../ink/ink1100.xml"/><Relationship Id="rId4" Type="http://schemas.openxmlformats.org/officeDocument/2006/relationships/customXml" Target="../ink/ink935.xml"/><Relationship Id="rId180" Type="http://schemas.openxmlformats.org/officeDocument/2006/relationships/customXml" Target="../ink/ink1023.xml"/><Relationship Id="rId215" Type="http://schemas.openxmlformats.org/officeDocument/2006/relationships/image" Target="../media/image1035.png"/><Relationship Id="rId236" Type="http://schemas.openxmlformats.org/officeDocument/2006/relationships/customXml" Target="../ink/ink1051.xml"/><Relationship Id="rId257" Type="http://schemas.openxmlformats.org/officeDocument/2006/relationships/image" Target="../media/image1056.png"/><Relationship Id="rId278" Type="http://schemas.openxmlformats.org/officeDocument/2006/relationships/customXml" Target="../ink/ink1072.xml"/><Relationship Id="rId303" Type="http://schemas.openxmlformats.org/officeDocument/2006/relationships/image" Target="../media/image1079.png"/><Relationship Id="rId42" Type="http://schemas.openxmlformats.org/officeDocument/2006/relationships/customXml" Target="../ink/ink954.xml"/><Relationship Id="rId84" Type="http://schemas.openxmlformats.org/officeDocument/2006/relationships/customXml" Target="../ink/ink975.xml"/><Relationship Id="rId138" Type="http://schemas.openxmlformats.org/officeDocument/2006/relationships/customXml" Target="../ink/ink1002.xml"/><Relationship Id="rId191" Type="http://schemas.openxmlformats.org/officeDocument/2006/relationships/image" Target="../media/image1023.png"/><Relationship Id="rId205" Type="http://schemas.openxmlformats.org/officeDocument/2006/relationships/image" Target="../media/image1030.png"/><Relationship Id="rId247" Type="http://schemas.openxmlformats.org/officeDocument/2006/relationships/image" Target="../media/image1051.png"/><Relationship Id="rId107" Type="http://schemas.openxmlformats.org/officeDocument/2006/relationships/image" Target="../media/image982.png"/><Relationship Id="rId289" Type="http://schemas.openxmlformats.org/officeDocument/2006/relationships/image" Target="../media/image1072.png"/><Relationship Id="rId11" Type="http://schemas.openxmlformats.org/officeDocument/2006/relationships/image" Target="../media/image935.png"/><Relationship Id="rId53" Type="http://schemas.openxmlformats.org/officeDocument/2006/relationships/image" Target="../media/image955.png"/><Relationship Id="rId149" Type="http://schemas.openxmlformats.org/officeDocument/2006/relationships/image" Target="../media/image1003.png"/><Relationship Id="rId314" Type="http://schemas.openxmlformats.org/officeDocument/2006/relationships/customXml" Target="../ink/ink1090.xml"/><Relationship Id="rId95" Type="http://schemas.openxmlformats.org/officeDocument/2006/relationships/image" Target="../media/image976.png"/><Relationship Id="rId160" Type="http://schemas.openxmlformats.org/officeDocument/2006/relationships/customXml" Target="../ink/ink1013.xml"/><Relationship Id="rId216" Type="http://schemas.openxmlformats.org/officeDocument/2006/relationships/customXml" Target="../ink/ink1041.xml"/><Relationship Id="rId258" Type="http://schemas.openxmlformats.org/officeDocument/2006/relationships/customXml" Target="../ink/ink1062.xml"/><Relationship Id="rId22" Type="http://schemas.openxmlformats.org/officeDocument/2006/relationships/customXml" Target="../ink/ink944.xml"/><Relationship Id="rId64" Type="http://schemas.openxmlformats.org/officeDocument/2006/relationships/customXml" Target="../ink/ink965.xml"/><Relationship Id="rId118" Type="http://schemas.openxmlformats.org/officeDocument/2006/relationships/customXml" Target="../ink/ink992.xml"/><Relationship Id="rId325" Type="http://schemas.openxmlformats.org/officeDocument/2006/relationships/image" Target="../media/image1090.png"/><Relationship Id="rId171" Type="http://schemas.openxmlformats.org/officeDocument/2006/relationships/image" Target="../media/image1014.png"/><Relationship Id="rId227" Type="http://schemas.openxmlformats.org/officeDocument/2006/relationships/image" Target="../media/image1041.png"/><Relationship Id="rId269" Type="http://schemas.openxmlformats.org/officeDocument/2006/relationships/image" Target="../media/image1062.png"/><Relationship Id="rId33" Type="http://schemas.openxmlformats.org/officeDocument/2006/relationships/image" Target="../media/image946.png"/><Relationship Id="rId129" Type="http://schemas.openxmlformats.org/officeDocument/2006/relationships/image" Target="../media/image993.png"/><Relationship Id="rId280" Type="http://schemas.openxmlformats.org/officeDocument/2006/relationships/customXml" Target="../ink/ink1073.xml"/><Relationship Id="rId336" Type="http://schemas.openxmlformats.org/officeDocument/2006/relationships/customXml" Target="../ink/ink1101.xml"/><Relationship Id="rId75" Type="http://schemas.openxmlformats.org/officeDocument/2006/relationships/image" Target="../media/image966.png"/><Relationship Id="rId140" Type="http://schemas.openxmlformats.org/officeDocument/2006/relationships/customXml" Target="../ink/ink1003.xml"/><Relationship Id="rId182" Type="http://schemas.openxmlformats.org/officeDocument/2006/relationships/customXml" Target="../ink/ink1024.xml"/><Relationship Id="rId6" Type="http://schemas.openxmlformats.org/officeDocument/2006/relationships/customXml" Target="../ink/ink936.xml"/><Relationship Id="rId238" Type="http://schemas.openxmlformats.org/officeDocument/2006/relationships/customXml" Target="../ink/ink1052.xml"/><Relationship Id="rId291" Type="http://schemas.openxmlformats.org/officeDocument/2006/relationships/image" Target="../media/image1073.png"/><Relationship Id="rId305" Type="http://schemas.openxmlformats.org/officeDocument/2006/relationships/image" Target="../media/image1080.png"/><Relationship Id="rId44" Type="http://schemas.openxmlformats.org/officeDocument/2006/relationships/customXml" Target="../ink/ink955.xml"/><Relationship Id="rId86" Type="http://schemas.openxmlformats.org/officeDocument/2006/relationships/customXml" Target="../ink/ink976.xml"/><Relationship Id="rId151" Type="http://schemas.openxmlformats.org/officeDocument/2006/relationships/image" Target="../media/image1004.png"/><Relationship Id="rId193" Type="http://schemas.openxmlformats.org/officeDocument/2006/relationships/image" Target="../media/image1024.png"/><Relationship Id="rId207" Type="http://schemas.openxmlformats.org/officeDocument/2006/relationships/image" Target="../media/image1031.png"/><Relationship Id="rId249" Type="http://schemas.openxmlformats.org/officeDocument/2006/relationships/image" Target="../media/image1052.png"/><Relationship Id="rId13" Type="http://schemas.openxmlformats.org/officeDocument/2006/relationships/image" Target="../media/image936.png"/><Relationship Id="rId109" Type="http://schemas.openxmlformats.org/officeDocument/2006/relationships/image" Target="../media/image983.png"/><Relationship Id="rId260" Type="http://schemas.openxmlformats.org/officeDocument/2006/relationships/customXml" Target="../ink/ink1063.xml"/><Relationship Id="rId316" Type="http://schemas.openxmlformats.org/officeDocument/2006/relationships/customXml" Target="../ink/ink1091.xml"/><Relationship Id="rId55" Type="http://schemas.openxmlformats.org/officeDocument/2006/relationships/image" Target="../media/image956.png"/><Relationship Id="rId97" Type="http://schemas.openxmlformats.org/officeDocument/2006/relationships/image" Target="../media/image977.png"/><Relationship Id="rId120" Type="http://schemas.openxmlformats.org/officeDocument/2006/relationships/customXml" Target="../ink/ink993.xml"/><Relationship Id="rId162" Type="http://schemas.openxmlformats.org/officeDocument/2006/relationships/customXml" Target="../ink/ink1014.xml"/><Relationship Id="rId218" Type="http://schemas.openxmlformats.org/officeDocument/2006/relationships/customXml" Target="../ink/ink1042.xml"/><Relationship Id="rId271" Type="http://schemas.openxmlformats.org/officeDocument/2006/relationships/image" Target="../media/image1063.png"/><Relationship Id="rId24" Type="http://schemas.openxmlformats.org/officeDocument/2006/relationships/customXml" Target="../ink/ink945.xml"/><Relationship Id="rId66" Type="http://schemas.openxmlformats.org/officeDocument/2006/relationships/customXml" Target="../ink/ink966.xml"/><Relationship Id="rId131" Type="http://schemas.openxmlformats.org/officeDocument/2006/relationships/image" Target="../media/image994.png"/><Relationship Id="rId327" Type="http://schemas.openxmlformats.org/officeDocument/2006/relationships/image" Target="../media/image109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59.xml"/><Relationship Id="rId21" Type="http://schemas.openxmlformats.org/officeDocument/2006/relationships/customXml" Target="../ink/ink1111.xml"/><Relationship Id="rId42" Type="http://schemas.openxmlformats.org/officeDocument/2006/relationships/image" Target="../media/image1116.png"/><Relationship Id="rId63" Type="http://schemas.openxmlformats.org/officeDocument/2006/relationships/customXml" Target="../ink/ink1132.xml"/><Relationship Id="rId84" Type="http://schemas.openxmlformats.org/officeDocument/2006/relationships/image" Target="../media/image1137.png"/><Relationship Id="rId138" Type="http://schemas.openxmlformats.org/officeDocument/2006/relationships/image" Target="../media/image1162.png"/><Relationship Id="rId159" Type="http://schemas.openxmlformats.org/officeDocument/2006/relationships/customXml" Target="../ink/ink1180.xml"/><Relationship Id="rId107" Type="http://schemas.openxmlformats.org/officeDocument/2006/relationships/customXml" Target="../ink/ink1154.xml"/><Relationship Id="rId11" Type="http://schemas.openxmlformats.org/officeDocument/2006/relationships/customXml" Target="../ink/ink1106.xml"/><Relationship Id="rId32" Type="http://schemas.openxmlformats.org/officeDocument/2006/relationships/image" Target="../media/image1111.png"/><Relationship Id="rId53" Type="http://schemas.openxmlformats.org/officeDocument/2006/relationships/customXml" Target="../ink/ink1127.xml"/><Relationship Id="rId74" Type="http://schemas.openxmlformats.org/officeDocument/2006/relationships/image" Target="../media/image1132.png"/><Relationship Id="rId128" Type="http://schemas.openxmlformats.org/officeDocument/2006/relationships/image" Target="../media/image1157.png"/><Relationship Id="rId149" Type="http://schemas.openxmlformats.org/officeDocument/2006/relationships/customXml" Target="../ink/ink1175.xml"/><Relationship Id="rId5" Type="http://schemas.openxmlformats.org/officeDocument/2006/relationships/customXml" Target="../ink/ink1103.xml"/><Relationship Id="rId95" Type="http://schemas.openxmlformats.org/officeDocument/2006/relationships/customXml" Target="../ink/ink1148.xml"/><Relationship Id="rId160" Type="http://schemas.openxmlformats.org/officeDocument/2006/relationships/image" Target="../media/image1173.png"/><Relationship Id="rId22" Type="http://schemas.openxmlformats.org/officeDocument/2006/relationships/image" Target="../media/image1107.png"/><Relationship Id="rId43" Type="http://schemas.openxmlformats.org/officeDocument/2006/relationships/customXml" Target="../ink/ink1122.xml"/><Relationship Id="rId64" Type="http://schemas.openxmlformats.org/officeDocument/2006/relationships/image" Target="../media/image1127.png"/><Relationship Id="rId118" Type="http://schemas.openxmlformats.org/officeDocument/2006/relationships/image" Target="../media/image1152.png"/><Relationship Id="rId139" Type="http://schemas.openxmlformats.org/officeDocument/2006/relationships/customXml" Target="../ink/ink1170.xml"/><Relationship Id="rId85" Type="http://schemas.openxmlformats.org/officeDocument/2006/relationships/customXml" Target="../ink/ink1143.xml"/><Relationship Id="rId150" Type="http://schemas.openxmlformats.org/officeDocument/2006/relationships/image" Target="../media/image1168.png"/><Relationship Id="rId12" Type="http://schemas.openxmlformats.org/officeDocument/2006/relationships/image" Target="../media/image1102.png"/><Relationship Id="rId17" Type="http://schemas.openxmlformats.org/officeDocument/2006/relationships/customXml" Target="../ink/ink1109.xml"/><Relationship Id="rId33" Type="http://schemas.openxmlformats.org/officeDocument/2006/relationships/customXml" Target="../ink/ink1117.xml"/><Relationship Id="rId38" Type="http://schemas.openxmlformats.org/officeDocument/2006/relationships/image" Target="../media/image1114.png"/><Relationship Id="rId59" Type="http://schemas.openxmlformats.org/officeDocument/2006/relationships/customXml" Target="../ink/ink1130.xml"/><Relationship Id="rId103" Type="http://schemas.openxmlformats.org/officeDocument/2006/relationships/customXml" Target="../ink/ink1152.xml"/><Relationship Id="rId108" Type="http://schemas.openxmlformats.org/officeDocument/2006/relationships/image" Target="../media/image407.png"/><Relationship Id="rId124" Type="http://schemas.openxmlformats.org/officeDocument/2006/relationships/image" Target="../media/image1155.png"/><Relationship Id="rId129" Type="http://schemas.openxmlformats.org/officeDocument/2006/relationships/customXml" Target="../ink/ink1165.xml"/><Relationship Id="rId54" Type="http://schemas.openxmlformats.org/officeDocument/2006/relationships/image" Target="../media/image1122.png"/><Relationship Id="rId70" Type="http://schemas.openxmlformats.org/officeDocument/2006/relationships/image" Target="../media/image1130.png"/><Relationship Id="rId75" Type="http://schemas.openxmlformats.org/officeDocument/2006/relationships/customXml" Target="../ink/ink1138.xml"/><Relationship Id="rId91" Type="http://schemas.openxmlformats.org/officeDocument/2006/relationships/customXml" Target="../ink/ink1146.xml"/><Relationship Id="rId96" Type="http://schemas.openxmlformats.org/officeDocument/2006/relationships/image" Target="../media/image1143.png"/><Relationship Id="rId140" Type="http://schemas.openxmlformats.org/officeDocument/2006/relationships/image" Target="../media/image1163.png"/><Relationship Id="rId145" Type="http://schemas.openxmlformats.org/officeDocument/2006/relationships/customXml" Target="../ink/ink1173.xml"/><Relationship Id="rId161" Type="http://schemas.openxmlformats.org/officeDocument/2006/relationships/customXml" Target="../ink/ink11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9.png"/><Relationship Id="rId23" Type="http://schemas.openxmlformats.org/officeDocument/2006/relationships/customXml" Target="../ink/ink1112.xml"/><Relationship Id="rId28" Type="http://schemas.openxmlformats.org/officeDocument/2006/relationships/image" Target="../media/image1110.png"/><Relationship Id="rId49" Type="http://schemas.openxmlformats.org/officeDocument/2006/relationships/customXml" Target="../ink/ink1125.xml"/><Relationship Id="rId114" Type="http://schemas.openxmlformats.org/officeDocument/2006/relationships/image" Target="../media/image836.png"/><Relationship Id="rId119" Type="http://schemas.openxmlformats.org/officeDocument/2006/relationships/customXml" Target="../ink/ink1160.xml"/><Relationship Id="rId44" Type="http://schemas.openxmlformats.org/officeDocument/2006/relationships/image" Target="../media/image1117.png"/><Relationship Id="rId60" Type="http://schemas.openxmlformats.org/officeDocument/2006/relationships/image" Target="../media/image1125.png"/><Relationship Id="rId65" Type="http://schemas.openxmlformats.org/officeDocument/2006/relationships/customXml" Target="../ink/ink1133.xml"/><Relationship Id="rId81" Type="http://schemas.openxmlformats.org/officeDocument/2006/relationships/customXml" Target="../ink/ink1141.xml"/><Relationship Id="rId86" Type="http://schemas.openxmlformats.org/officeDocument/2006/relationships/image" Target="../media/image1138.png"/><Relationship Id="rId130" Type="http://schemas.openxmlformats.org/officeDocument/2006/relationships/image" Target="../media/image1158.png"/><Relationship Id="rId135" Type="http://schemas.openxmlformats.org/officeDocument/2006/relationships/customXml" Target="../ink/ink1168.xml"/><Relationship Id="rId151" Type="http://schemas.openxmlformats.org/officeDocument/2006/relationships/customXml" Target="../ink/ink1176.xml"/><Relationship Id="rId156" Type="http://schemas.openxmlformats.org/officeDocument/2006/relationships/image" Target="../media/image1171.png"/><Relationship Id="rId13" Type="http://schemas.openxmlformats.org/officeDocument/2006/relationships/customXml" Target="../ink/ink1107.xml"/><Relationship Id="rId18" Type="http://schemas.openxmlformats.org/officeDocument/2006/relationships/image" Target="../media/image1105.png"/><Relationship Id="rId39" Type="http://schemas.openxmlformats.org/officeDocument/2006/relationships/customXml" Target="../ink/ink1120.xml"/><Relationship Id="rId109" Type="http://schemas.openxmlformats.org/officeDocument/2006/relationships/customXml" Target="../ink/ink1155.xml"/><Relationship Id="rId34" Type="http://schemas.openxmlformats.org/officeDocument/2006/relationships/image" Target="../media/image1112.png"/><Relationship Id="rId50" Type="http://schemas.openxmlformats.org/officeDocument/2006/relationships/image" Target="../media/image1120.png"/><Relationship Id="rId55" Type="http://schemas.openxmlformats.org/officeDocument/2006/relationships/customXml" Target="../ink/ink1128.xml"/><Relationship Id="rId76" Type="http://schemas.openxmlformats.org/officeDocument/2006/relationships/image" Target="../media/image1133.png"/><Relationship Id="rId97" Type="http://schemas.openxmlformats.org/officeDocument/2006/relationships/customXml" Target="../ink/ink1149.xml"/><Relationship Id="rId104" Type="http://schemas.openxmlformats.org/officeDocument/2006/relationships/image" Target="../media/image1147.png"/><Relationship Id="rId120" Type="http://schemas.openxmlformats.org/officeDocument/2006/relationships/image" Target="../media/image1153.png"/><Relationship Id="rId125" Type="http://schemas.openxmlformats.org/officeDocument/2006/relationships/customXml" Target="../ink/ink1163.xml"/><Relationship Id="rId141" Type="http://schemas.openxmlformats.org/officeDocument/2006/relationships/customXml" Target="../ink/ink1171.xml"/><Relationship Id="rId146" Type="http://schemas.openxmlformats.org/officeDocument/2006/relationships/image" Target="../media/image1166.png"/><Relationship Id="rId7" Type="http://schemas.openxmlformats.org/officeDocument/2006/relationships/customXml" Target="../ink/ink1104.xml"/><Relationship Id="rId71" Type="http://schemas.openxmlformats.org/officeDocument/2006/relationships/customXml" Target="../ink/ink1136.xml"/><Relationship Id="rId92" Type="http://schemas.openxmlformats.org/officeDocument/2006/relationships/image" Target="../media/image1141.png"/><Relationship Id="rId162" Type="http://schemas.openxmlformats.org/officeDocument/2006/relationships/image" Target="../media/image1174.png"/><Relationship Id="rId2" Type="http://schemas.openxmlformats.org/officeDocument/2006/relationships/image" Target="../media/image1097.png"/><Relationship Id="rId29" Type="http://schemas.openxmlformats.org/officeDocument/2006/relationships/customXml" Target="../ink/ink1115.xml"/><Relationship Id="rId24" Type="http://schemas.openxmlformats.org/officeDocument/2006/relationships/image" Target="../media/image1108.png"/><Relationship Id="rId40" Type="http://schemas.openxmlformats.org/officeDocument/2006/relationships/image" Target="../media/image1115.png"/><Relationship Id="rId45" Type="http://schemas.openxmlformats.org/officeDocument/2006/relationships/customXml" Target="../ink/ink1123.xml"/><Relationship Id="rId66" Type="http://schemas.openxmlformats.org/officeDocument/2006/relationships/image" Target="../media/image1128.png"/><Relationship Id="rId87" Type="http://schemas.openxmlformats.org/officeDocument/2006/relationships/customXml" Target="../ink/ink1144.xml"/><Relationship Id="rId110" Type="http://schemas.openxmlformats.org/officeDocument/2006/relationships/image" Target="../media/image1149.png"/><Relationship Id="rId115" Type="http://schemas.openxmlformats.org/officeDocument/2006/relationships/customXml" Target="../ink/ink1158.xml"/><Relationship Id="rId131" Type="http://schemas.openxmlformats.org/officeDocument/2006/relationships/customXml" Target="../ink/ink1166.xml"/><Relationship Id="rId136" Type="http://schemas.openxmlformats.org/officeDocument/2006/relationships/image" Target="../media/image1161.png"/><Relationship Id="rId157" Type="http://schemas.openxmlformats.org/officeDocument/2006/relationships/customXml" Target="../ink/ink1179.xml"/><Relationship Id="rId61" Type="http://schemas.openxmlformats.org/officeDocument/2006/relationships/customXml" Target="../ink/ink1131.xml"/><Relationship Id="rId82" Type="http://schemas.openxmlformats.org/officeDocument/2006/relationships/image" Target="../media/image1136.png"/><Relationship Id="rId152" Type="http://schemas.openxmlformats.org/officeDocument/2006/relationships/image" Target="../media/image1169.png"/><Relationship Id="rId19" Type="http://schemas.openxmlformats.org/officeDocument/2006/relationships/customXml" Target="../ink/ink1110.xml"/><Relationship Id="rId14" Type="http://schemas.openxmlformats.org/officeDocument/2006/relationships/image" Target="../media/image1103.png"/><Relationship Id="rId30" Type="http://schemas.openxmlformats.org/officeDocument/2006/relationships/image" Target="../media/image1032.png"/><Relationship Id="rId35" Type="http://schemas.openxmlformats.org/officeDocument/2006/relationships/customXml" Target="../ink/ink1118.xml"/><Relationship Id="rId56" Type="http://schemas.openxmlformats.org/officeDocument/2006/relationships/image" Target="../media/image1123.png"/><Relationship Id="rId77" Type="http://schemas.openxmlformats.org/officeDocument/2006/relationships/customXml" Target="../ink/ink1139.xml"/><Relationship Id="rId100" Type="http://schemas.openxmlformats.org/officeDocument/2006/relationships/image" Target="../media/image1145.png"/><Relationship Id="rId105" Type="http://schemas.openxmlformats.org/officeDocument/2006/relationships/customXml" Target="../ink/ink1153.xml"/><Relationship Id="rId126" Type="http://schemas.openxmlformats.org/officeDocument/2006/relationships/image" Target="../media/image1156.png"/><Relationship Id="rId147" Type="http://schemas.openxmlformats.org/officeDocument/2006/relationships/customXml" Target="../ink/ink1174.xml"/><Relationship Id="rId8" Type="http://schemas.openxmlformats.org/officeDocument/2006/relationships/image" Target="../media/image1100.png"/><Relationship Id="rId51" Type="http://schemas.openxmlformats.org/officeDocument/2006/relationships/customXml" Target="../ink/ink1126.xml"/><Relationship Id="rId72" Type="http://schemas.openxmlformats.org/officeDocument/2006/relationships/image" Target="../media/image1131.png"/><Relationship Id="rId93" Type="http://schemas.openxmlformats.org/officeDocument/2006/relationships/customXml" Target="../ink/ink1147.xml"/><Relationship Id="rId98" Type="http://schemas.openxmlformats.org/officeDocument/2006/relationships/image" Target="../media/image1144.png"/><Relationship Id="rId121" Type="http://schemas.openxmlformats.org/officeDocument/2006/relationships/customXml" Target="../ink/ink1161.xml"/><Relationship Id="rId142" Type="http://schemas.openxmlformats.org/officeDocument/2006/relationships/image" Target="../media/image1164.png"/><Relationship Id="rId163" Type="http://schemas.openxmlformats.org/officeDocument/2006/relationships/customXml" Target="../ink/ink1182.xml"/><Relationship Id="rId3" Type="http://schemas.openxmlformats.org/officeDocument/2006/relationships/customXml" Target="../ink/ink1102.xml"/><Relationship Id="rId25" Type="http://schemas.openxmlformats.org/officeDocument/2006/relationships/customXml" Target="../ink/ink1113.xml"/><Relationship Id="rId46" Type="http://schemas.openxmlformats.org/officeDocument/2006/relationships/image" Target="../media/image1118.png"/><Relationship Id="rId67" Type="http://schemas.openxmlformats.org/officeDocument/2006/relationships/customXml" Target="../ink/ink1134.xml"/><Relationship Id="rId116" Type="http://schemas.openxmlformats.org/officeDocument/2006/relationships/image" Target="../media/image1151.png"/><Relationship Id="rId137" Type="http://schemas.openxmlformats.org/officeDocument/2006/relationships/customXml" Target="../ink/ink1169.xml"/><Relationship Id="rId158" Type="http://schemas.openxmlformats.org/officeDocument/2006/relationships/image" Target="../media/image1172.png"/><Relationship Id="rId20" Type="http://schemas.openxmlformats.org/officeDocument/2006/relationships/image" Target="../media/image1106.png"/><Relationship Id="rId41" Type="http://schemas.openxmlformats.org/officeDocument/2006/relationships/customXml" Target="../ink/ink1121.xml"/><Relationship Id="rId62" Type="http://schemas.openxmlformats.org/officeDocument/2006/relationships/image" Target="../media/image1126.png"/><Relationship Id="rId83" Type="http://schemas.openxmlformats.org/officeDocument/2006/relationships/customXml" Target="../ink/ink1142.xml"/><Relationship Id="rId88" Type="http://schemas.openxmlformats.org/officeDocument/2006/relationships/image" Target="../media/image1139.png"/><Relationship Id="rId111" Type="http://schemas.openxmlformats.org/officeDocument/2006/relationships/customXml" Target="../ink/ink1156.xml"/><Relationship Id="rId132" Type="http://schemas.openxmlformats.org/officeDocument/2006/relationships/image" Target="../media/image1159.png"/><Relationship Id="rId153" Type="http://schemas.openxmlformats.org/officeDocument/2006/relationships/customXml" Target="../ink/ink1177.xml"/><Relationship Id="rId15" Type="http://schemas.openxmlformats.org/officeDocument/2006/relationships/customXml" Target="../ink/ink1108.xml"/><Relationship Id="rId36" Type="http://schemas.openxmlformats.org/officeDocument/2006/relationships/image" Target="../media/image1113.png"/><Relationship Id="rId57" Type="http://schemas.openxmlformats.org/officeDocument/2006/relationships/customXml" Target="../ink/ink1129.xml"/><Relationship Id="rId106" Type="http://schemas.openxmlformats.org/officeDocument/2006/relationships/image" Target="../media/image1148.png"/><Relationship Id="rId127" Type="http://schemas.openxmlformats.org/officeDocument/2006/relationships/customXml" Target="../ink/ink1164.xml"/><Relationship Id="rId10" Type="http://schemas.openxmlformats.org/officeDocument/2006/relationships/image" Target="../media/image1101.png"/><Relationship Id="rId31" Type="http://schemas.openxmlformats.org/officeDocument/2006/relationships/customXml" Target="../ink/ink1116.xml"/><Relationship Id="rId52" Type="http://schemas.openxmlformats.org/officeDocument/2006/relationships/image" Target="../media/image1121.png"/><Relationship Id="rId73" Type="http://schemas.openxmlformats.org/officeDocument/2006/relationships/customXml" Target="../ink/ink1137.xml"/><Relationship Id="rId78" Type="http://schemas.openxmlformats.org/officeDocument/2006/relationships/image" Target="../media/image1134.png"/><Relationship Id="rId94" Type="http://schemas.openxmlformats.org/officeDocument/2006/relationships/image" Target="../media/image1142.png"/><Relationship Id="rId99" Type="http://schemas.openxmlformats.org/officeDocument/2006/relationships/customXml" Target="../ink/ink1150.xml"/><Relationship Id="rId101" Type="http://schemas.openxmlformats.org/officeDocument/2006/relationships/customXml" Target="../ink/ink1151.xml"/><Relationship Id="rId122" Type="http://schemas.openxmlformats.org/officeDocument/2006/relationships/image" Target="../media/image1154.png"/><Relationship Id="rId143" Type="http://schemas.openxmlformats.org/officeDocument/2006/relationships/customXml" Target="../ink/ink1172.xml"/><Relationship Id="rId148" Type="http://schemas.openxmlformats.org/officeDocument/2006/relationships/image" Target="../media/image1167.png"/><Relationship Id="rId164" Type="http://schemas.openxmlformats.org/officeDocument/2006/relationships/image" Target="../media/image1175.png"/><Relationship Id="rId4" Type="http://schemas.openxmlformats.org/officeDocument/2006/relationships/image" Target="../media/image1098.png"/><Relationship Id="rId9" Type="http://schemas.openxmlformats.org/officeDocument/2006/relationships/customXml" Target="../ink/ink1105.xml"/><Relationship Id="rId26" Type="http://schemas.openxmlformats.org/officeDocument/2006/relationships/image" Target="../media/image1109.png"/><Relationship Id="rId47" Type="http://schemas.openxmlformats.org/officeDocument/2006/relationships/customXml" Target="../ink/ink1124.xml"/><Relationship Id="rId68" Type="http://schemas.openxmlformats.org/officeDocument/2006/relationships/image" Target="../media/image1129.png"/><Relationship Id="rId89" Type="http://schemas.openxmlformats.org/officeDocument/2006/relationships/customXml" Target="../ink/ink1145.xml"/><Relationship Id="rId112" Type="http://schemas.openxmlformats.org/officeDocument/2006/relationships/image" Target="../media/image1150.png"/><Relationship Id="rId133" Type="http://schemas.openxmlformats.org/officeDocument/2006/relationships/customXml" Target="../ink/ink1167.xml"/><Relationship Id="rId154" Type="http://schemas.openxmlformats.org/officeDocument/2006/relationships/image" Target="../media/image1170.png"/><Relationship Id="rId16" Type="http://schemas.openxmlformats.org/officeDocument/2006/relationships/image" Target="../media/image1104.png"/><Relationship Id="rId37" Type="http://schemas.openxmlformats.org/officeDocument/2006/relationships/customXml" Target="../ink/ink1119.xml"/><Relationship Id="rId58" Type="http://schemas.openxmlformats.org/officeDocument/2006/relationships/image" Target="../media/image1124.png"/><Relationship Id="rId79" Type="http://schemas.openxmlformats.org/officeDocument/2006/relationships/customXml" Target="../ink/ink1140.xml"/><Relationship Id="rId102" Type="http://schemas.openxmlformats.org/officeDocument/2006/relationships/image" Target="../media/image1146.png"/><Relationship Id="rId123" Type="http://schemas.openxmlformats.org/officeDocument/2006/relationships/customXml" Target="../ink/ink1162.xml"/><Relationship Id="rId144" Type="http://schemas.openxmlformats.org/officeDocument/2006/relationships/image" Target="../media/image1165.png"/><Relationship Id="rId90" Type="http://schemas.openxmlformats.org/officeDocument/2006/relationships/image" Target="../media/image1140.png"/><Relationship Id="rId27" Type="http://schemas.openxmlformats.org/officeDocument/2006/relationships/customXml" Target="../ink/ink1114.xml"/><Relationship Id="rId48" Type="http://schemas.openxmlformats.org/officeDocument/2006/relationships/image" Target="../media/image1119.png"/><Relationship Id="rId69" Type="http://schemas.openxmlformats.org/officeDocument/2006/relationships/customXml" Target="../ink/ink1135.xml"/><Relationship Id="rId113" Type="http://schemas.openxmlformats.org/officeDocument/2006/relationships/customXml" Target="../ink/ink1157.xml"/><Relationship Id="rId134" Type="http://schemas.openxmlformats.org/officeDocument/2006/relationships/image" Target="../media/image1160.png"/><Relationship Id="rId80" Type="http://schemas.openxmlformats.org/officeDocument/2006/relationships/image" Target="../media/image1135.png"/><Relationship Id="rId155" Type="http://schemas.openxmlformats.org/officeDocument/2006/relationships/customXml" Target="../ink/ink117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2.png"/><Relationship Id="rId21" Type="http://schemas.openxmlformats.org/officeDocument/2006/relationships/image" Target="../media/image1184.png"/><Relationship Id="rId63" Type="http://schemas.openxmlformats.org/officeDocument/2006/relationships/image" Target="../media/image1205.png"/><Relationship Id="rId159" Type="http://schemas.openxmlformats.org/officeDocument/2006/relationships/customXml" Target="../ink/ink1262.xml"/><Relationship Id="rId170" Type="http://schemas.openxmlformats.org/officeDocument/2006/relationships/image" Target="../media/image1258.png"/><Relationship Id="rId433" Type="http://schemas.openxmlformats.org/officeDocument/2006/relationships/customXml" Target="../ink/ink1315.xml"/><Relationship Id="rId32" Type="http://schemas.openxmlformats.org/officeDocument/2006/relationships/customXml" Target="../ink/ink1198.xml"/><Relationship Id="rId74" Type="http://schemas.openxmlformats.org/officeDocument/2006/relationships/customXml" Target="../ink/ink1219.xml"/><Relationship Id="rId128" Type="http://schemas.openxmlformats.org/officeDocument/2006/relationships/customXml" Target="../ink/ink1246.xml"/><Relationship Id="rId377" Type="http://schemas.openxmlformats.org/officeDocument/2006/relationships/customXml" Target="../ink/ink1287.xml"/><Relationship Id="rId5" Type="http://schemas.openxmlformats.org/officeDocument/2006/relationships/image" Target="../media/image1176.png"/><Relationship Id="rId181" Type="http://schemas.openxmlformats.org/officeDocument/2006/relationships/customXml" Target="../ink/ink1273.xml"/><Relationship Id="rId402" Type="http://schemas.openxmlformats.org/officeDocument/2006/relationships/image" Target="../media/image1281.png"/><Relationship Id="rId444" Type="http://schemas.openxmlformats.org/officeDocument/2006/relationships/image" Target="../media/image1302.png"/><Relationship Id="rId22" Type="http://schemas.openxmlformats.org/officeDocument/2006/relationships/customXml" Target="../ink/ink1193.xml"/><Relationship Id="rId43" Type="http://schemas.openxmlformats.org/officeDocument/2006/relationships/image" Target="../media/image1195.png"/><Relationship Id="rId64" Type="http://schemas.openxmlformats.org/officeDocument/2006/relationships/customXml" Target="../ink/ink1214.xml"/><Relationship Id="rId118" Type="http://schemas.openxmlformats.org/officeDocument/2006/relationships/customXml" Target="../ink/ink1241.xml"/><Relationship Id="rId139" Type="http://schemas.openxmlformats.org/officeDocument/2006/relationships/image" Target="../media/image1243.png"/><Relationship Id="rId388" Type="http://schemas.openxmlformats.org/officeDocument/2006/relationships/image" Target="../media/image1365.png"/><Relationship Id="rId85" Type="http://schemas.openxmlformats.org/officeDocument/2006/relationships/image" Target="../media/image1216.png"/><Relationship Id="rId150" Type="http://schemas.openxmlformats.org/officeDocument/2006/relationships/image" Target="../media/image1248.png"/><Relationship Id="rId171" Type="http://schemas.openxmlformats.org/officeDocument/2006/relationships/customXml" Target="../ink/ink1268.xml"/><Relationship Id="rId192" Type="http://schemas.openxmlformats.org/officeDocument/2006/relationships/image" Target="../media/image1269.png"/><Relationship Id="rId206" Type="http://schemas.openxmlformats.org/officeDocument/2006/relationships/image" Target="../media/image1276.png"/><Relationship Id="rId413" Type="http://schemas.openxmlformats.org/officeDocument/2006/relationships/customXml" Target="../ink/ink1305.xml"/><Relationship Id="rId434" Type="http://schemas.openxmlformats.org/officeDocument/2006/relationships/image" Target="../media/image1297.png"/><Relationship Id="rId12" Type="http://schemas.openxmlformats.org/officeDocument/2006/relationships/customXml" Target="../ink/ink1188.xml"/><Relationship Id="rId33" Type="http://schemas.openxmlformats.org/officeDocument/2006/relationships/image" Target="../media/image1190.png"/><Relationship Id="rId108" Type="http://schemas.openxmlformats.org/officeDocument/2006/relationships/customXml" Target="../ink/ink1236.xml"/><Relationship Id="rId129" Type="http://schemas.openxmlformats.org/officeDocument/2006/relationships/image" Target="../media/image1238.png"/><Relationship Id="rId54" Type="http://schemas.openxmlformats.org/officeDocument/2006/relationships/customXml" Target="../ink/ink1209.xml"/><Relationship Id="rId75" Type="http://schemas.openxmlformats.org/officeDocument/2006/relationships/image" Target="../media/image1211.png"/><Relationship Id="rId96" Type="http://schemas.openxmlformats.org/officeDocument/2006/relationships/customXml" Target="../ink/ink1230.xml"/><Relationship Id="rId140" Type="http://schemas.openxmlformats.org/officeDocument/2006/relationships/customXml" Target="../ink/ink1252.xml"/><Relationship Id="rId161" Type="http://schemas.openxmlformats.org/officeDocument/2006/relationships/customXml" Target="../ink/ink1263.xml"/><Relationship Id="rId182" Type="http://schemas.openxmlformats.org/officeDocument/2006/relationships/image" Target="../media/image1264.png"/><Relationship Id="rId378" Type="http://schemas.openxmlformats.org/officeDocument/2006/relationships/image" Target="../media/image1360.png"/><Relationship Id="rId399" Type="http://schemas.openxmlformats.org/officeDocument/2006/relationships/customXml" Target="../ink/ink1298.xml"/><Relationship Id="rId403" Type="http://schemas.openxmlformats.org/officeDocument/2006/relationships/customXml" Target="../ink/ink1300.xml"/><Relationship Id="rId6" Type="http://schemas.openxmlformats.org/officeDocument/2006/relationships/customXml" Target="../ink/ink1185.xml"/><Relationship Id="rId424" Type="http://schemas.openxmlformats.org/officeDocument/2006/relationships/image" Target="../media/image1292.png"/><Relationship Id="rId445" Type="http://schemas.openxmlformats.org/officeDocument/2006/relationships/customXml" Target="../ink/ink1321.xml"/><Relationship Id="rId23" Type="http://schemas.openxmlformats.org/officeDocument/2006/relationships/image" Target="../media/image1185.png"/><Relationship Id="rId119" Type="http://schemas.openxmlformats.org/officeDocument/2006/relationships/image" Target="../media/image1233.png"/><Relationship Id="rId44" Type="http://schemas.openxmlformats.org/officeDocument/2006/relationships/customXml" Target="../ink/ink1204.xml"/><Relationship Id="rId65" Type="http://schemas.openxmlformats.org/officeDocument/2006/relationships/image" Target="../media/image1206.png"/><Relationship Id="rId86" Type="http://schemas.openxmlformats.org/officeDocument/2006/relationships/customXml" Target="../ink/ink1225.xml"/><Relationship Id="rId130" Type="http://schemas.openxmlformats.org/officeDocument/2006/relationships/customXml" Target="../ink/ink1247.xml"/><Relationship Id="rId151" Type="http://schemas.openxmlformats.org/officeDocument/2006/relationships/customXml" Target="../ink/ink1258.xml"/><Relationship Id="rId389" Type="http://schemas.openxmlformats.org/officeDocument/2006/relationships/customXml" Target="../ink/ink1293.xml"/><Relationship Id="rId172" Type="http://schemas.openxmlformats.org/officeDocument/2006/relationships/image" Target="../media/image1259.png"/><Relationship Id="rId193" Type="http://schemas.openxmlformats.org/officeDocument/2006/relationships/customXml" Target="../ink/ink1279.xml"/><Relationship Id="rId207" Type="http://schemas.openxmlformats.org/officeDocument/2006/relationships/customXml" Target="../ink/ink1286.xml"/><Relationship Id="rId414" Type="http://schemas.openxmlformats.org/officeDocument/2006/relationships/image" Target="../media/image1287.png"/><Relationship Id="rId435" Type="http://schemas.openxmlformats.org/officeDocument/2006/relationships/customXml" Target="../ink/ink1316.xml"/><Relationship Id="rId13" Type="http://schemas.openxmlformats.org/officeDocument/2006/relationships/image" Target="../media/image1180.png"/><Relationship Id="rId109" Type="http://schemas.openxmlformats.org/officeDocument/2006/relationships/image" Target="../media/image1228.png"/><Relationship Id="rId34" Type="http://schemas.openxmlformats.org/officeDocument/2006/relationships/customXml" Target="../ink/ink1199.xml"/><Relationship Id="rId55" Type="http://schemas.openxmlformats.org/officeDocument/2006/relationships/image" Target="../media/image1201.png"/><Relationship Id="rId76" Type="http://schemas.openxmlformats.org/officeDocument/2006/relationships/customXml" Target="../ink/ink1220.xml"/><Relationship Id="rId97" Type="http://schemas.openxmlformats.org/officeDocument/2006/relationships/image" Target="../media/image1222.png"/><Relationship Id="rId120" Type="http://schemas.openxmlformats.org/officeDocument/2006/relationships/customXml" Target="../ink/ink1242.xml"/><Relationship Id="rId141" Type="http://schemas.openxmlformats.org/officeDocument/2006/relationships/image" Target="../media/image1244.png"/><Relationship Id="rId379" Type="http://schemas.openxmlformats.org/officeDocument/2006/relationships/customXml" Target="../ink/ink1288.xml"/><Relationship Id="rId7" Type="http://schemas.openxmlformats.org/officeDocument/2006/relationships/image" Target="../media/image1177.png"/><Relationship Id="rId162" Type="http://schemas.openxmlformats.org/officeDocument/2006/relationships/image" Target="../media/image1254.png"/><Relationship Id="rId183" Type="http://schemas.openxmlformats.org/officeDocument/2006/relationships/customXml" Target="../ink/ink1274.xml"/><Relationship Id="rId390" Type="http://schemas.openxmlformats.org/officeDocument/2006/relationships/image" Target="../media/image1366.png"/><Relationship Id="rId404" Type="http://schemas.openxmlformats.org/officeDocument/2006/relationships/image" Target="../media/image1282.png"/><Relationship Id="rId425" Type="http://schemas.openxmlformats.org/officeDocument/2006/relationships/customXml" Target="../ink/ink1311.xml"/><Relationship Id="rId446" Type="http://schemas.openxmlformats.org/officeDocument/2006/relationships/image" Target="../media/image1303.png"/><Relationship Id="rId24" Type="http://schemas.openxmlformats.org/officeDocument/2006/relationships/customXml" Target="../ink/ink1194.xml"/><Relationship Id="rId45" Type="http://schemas.openxmlformats.org/officeDocument/2006/relationships/image" Target="../media/image1196.png"/><Relationship Id="rId66" Type="http://schemas.openxmlformats.org/officeDocument/2006/relationships/customXml" Target="../ink/ink1215.xml"/><Relationship Id="rId87" Type="http://schemas.openxmlformats.org/officeDocument/2006/relationships/image" Target="../media/image1217.png"/><Relationship Id="rId110" Type="http://schemas.openxmlformats.org/officeDocument/2006/relationships/customXml" Target="../ink/ink1237.xml"/><Relationship Id="rId131" Type="http://schemas.openxmlformats.org/officeDocument/2006/relationships/image" Target="../media/image1239.png"/><Relationship Id="rId152" Type="http://schemas.openxmlformats.org/officeDocument/2006/relationships/image" Target="../media/image1249.png"/><Relationship Id="rId173" Type="http://schemas.openxmlformats.org/officeDocument/2006/relationships/customXml" Target="../ink/ink1269.xml"/><Relationship Id="rId194" Type="http://schemas.openxmlformats.org/officeDocument/2006/relationships/image" Target="../media/image1270.png"/><Relationship Id="rId380" Type="http://schemas.openxmlformats.org/officeDocument/2006/relationships/image" Target="../media/image1361.png"/><Relationship Id="rId415" Type="http://schemas.openxmlformats.org/officeDocument/2006/relationships/customXml" Target="../ink/ink1306.xml"/><Relationship Id="rId436" Type="http://schemas.openxmlformats.org/officeDocument/2006/relationships/image" Target="../media/image1298.png"/><Relationship Id="rId14" Type="http://schemas.openxmlformats.org/officeDocument/2006/relationships/customXml" Target="../ink/ink1189.xml"/><Relationship Id="rId35" Type="http://schemas.openxmlformats.org/officeDocument/2006/relationships/image" Target="../media/image1191.png"/><Relationship Id="rId56" Type="http://schemas.openxmlformats.org/officeDocument/2006/relationships/customXml" Target="../ink/ink1210.xml"/><Relationship Id="rId77" Type="http://schemas.openxmlformats.org/officeDocument/2006/relationships/image" Target="../media/image1212.png"/><Relationship Id="rId100" Type="http://schemas.openxmlformats.org/officeDocument/2006/relationships/customXml" Target="../ink/ink1232.xml"/><Relationship Id="rId8" Type="http://schemas.openxmlformats.org/officeDocument/2006/relationships/customXml" Target="../ink/ink1186.xml"/><Relationship Id="rId98" Type="http://schemas.openxmlformats.org/officeDocument/2006/relationships/customXml" Target="../ink/ink1231.xml"/><Relationship Id="rId121" Type="http://schemas.openxmlformats.org/officeDocument/2006/relationships/image" Target="../media/image1234.png"/><Relationship Id="rId142" Type="http://schemas.openxmlformats.org/officeDocument/2006/relationships/customXml" Target="../ink/ink1253.xml"/><Relationship Id="rId163" Type="http://schemas.openxmlformats.org/officeDocument/2006/relationships/customXml" Target="../ink/ink1264.xml"/><Relationship Id="rId184" Type="http://schemas.openxmlformats.org/officeDocument/2006/relationships/image" Target="../media/image1265.png"/><Relationship Id="rId391" Type="http://schemas.openxmlformats.org/officeDocument/2006/relationships/customXml" Target="../ink/ink1294.xml"/><Relationship Id="rId405" Type="http://schemas.openxmlformats.org/officeDocument/2006/relationships/customXml" Target="../ink/ink1301.xml"/><Relationship Id="rId426" Type="http://schemas.openxmlformats.org/officeDocument/2006/relationships/image" Target="../media/image1293.png"/><Relationship Id="rId447" Type="http://schemas.openxmlformats.org/officeDocument/2006/relationships/customXml" Target="../ink/ink1322.xml"/><Relationship Id="rId25" Type="http://schemas.openxmlformats.org/officeDocument/2006/relationships/image" Target="../media/image1186.png"/><Relationship Id="rId46" Type="http://schemas.openxmlformats.org/officeDocument/2006/relationships/customXml" Target="../ink/ink1205.xml"/><Relationship Id="rId67" Type="http://schemas.openxmlformats.org/officeDocument/2006/relationships/image" Target="../media/image1207.png"/><Relationship Id="rId88" Type="http://schemas.openxmlformats.org/officeDocument/2006/relationships/customXml" Target="../ink/ink1226.xml"/><Relationship Id="rId111" Type="http://schemas.openxmlformats.org/officeDocument/2006/relationships/image" Target="../media/image1229.png"/><Relationship Id="rId132" Type="http://schemas.openxmlformats.org/officeDocument/2006/relationships/customXml" Target="../ink/ink1248.xml"/><Relationship Id="rId153" Type="http://schemas.openxmlformats.org/officeDocument/2006/relationships/customXml" Target="../ink/ink1259.xml"/><Relationship Id="rId174" Type="http://schemas.openxmlformats.org/officeDocument/2006/relationships/image" Target="../media/image1260.png"/><Relationship Id="rId195" Type="http://schemas.openxmlformats.org/officeDocument/2006/relationships/customXml" Target="../ink/ink1280.xml"/><Relationship Id="rId381" Type="http://schemas.openxmlformats.org/officeDocument/2006/relationships/customXml" Target="../ink/ink1289.xml"/><Relationship Id="rId416" Type="http://schemas.openxmlformats.org/officeDocument/2006/relationships/image" Target="../media/image1288.png"/><Relationship Id="rId437" Type="http://schemas.openxmlformats.org/officeDocument/2006/relationships/customXml" Target="../ink/ink1317.xml"/><Relationship Id="rId15" Type="http://schemas.openxmlformats.org/officeDocument/2006/relationships/image" Target="../media/image1181.png"/><Relationship Id="rId36" Type="http://schemas.openxmlformats.org/officeDocument/2006/relationships/customXml" Target="../ink/ink1200.xml"/><Relationship Id="rId57" Type="http://schemas.openxmlformats.org/officeDocument/2006/relationships/image" Target="../media/image1202.png"/><Relationship Id="rId78" Type="http://schemas.openxmlformats.org/officeDocument/2006/relationships/customXml" Target="../ink/ink1221.xml"/><Relationship Id="rId99" Type="http://schemas.openxmlformats.org/officeDocument/2006/relationships/image" Target="../media/image1223.png"/><Relationship Id="rId101" Type="http://schemas.openxmlformats.org/officeDocument/2006/relationships/image" Target="../media/image1224.png"/><Relationship Id="rId122" Type="http://schemas.openxmlformats.org/officeDocument/2006/relationships/customXml" Target="../ink/ink1243.xml"/><Relationship Id="rId143" Type="http://schemas.openxmlformats.org/officeDocument/2006/relationships/image" Target="../media/image1245.png"/><Relationship Id="rId164" Type="http://schemas.openxmlformats.org/officeDocument/2006/relationships/image" Target="../media/image1255.png"/><Relationship Id="rId185" Type="http://schemas.openxmlformats.org/officeDocument/2006/relationships/customXml" Target="../ink/ink1275.xml"/><Relationship Id="rId406" Type="http://schemas.openxmlformats.org/officeDocument/2006/relationships/image" Target="../media/image1283.png"/><Relationship Id="rId9" Type="http://schemas.openxmlformats.org/officeDocument/2006/relationships/image" Target="../media/image1178.png"/><Relationship Id="rId392" Type="http://schemas.openxmlformats.org/officeDocument/2006/relationships/image" Target="../media/image1367.png"/><Relationship Id="rId427" Type="http://schemas.openxmlformats.org/officeDocument/2006/relationships/customXml" Target="../ink/ink1312.xml"/><Relationship Id="rId448" Type="http://schemas.openxmlformats.org/officeDocument/2006/relationships/image" Target="../media/image1304.png"/><Relationship Id="rId26" Type="http://schemas.openxmlformats.org/officeDocument/2006/relationships/customXml" Target="../ink/ink1195.xml"/><Relationship Id="rId47" Type="http://schemas.openxmlformats.org/officeDocument/2006/relationships/image" Target="../media/image1197.png"/><Relationship Id="rId68" Type="http://schemas.openxmlformats.org/officeDocument/2006/relationships/customXml" Target="../ink/ink1216.xml"/><Relationship Id="rId89" Type="http://schemas.openxmlformats.org/officeDocument/2006/relationships/image" Target="../media/image1218.png"/><Relationship Id="rId112" Type="http://schemas.openxmlformats.org/officeDocument/2006/relationships/customXml" Target="../ink/ink1238.xml"/><Relationship Id="rId133" Type="http://schemas.openxmlformats.org/officeDocument/2006/relationships/image" Target="../media/image1240.png"/><Relationship Id="rId154" Type="http://schemas.openxmlformats.org/officeDocument/2006/relationships/image" Target="../media/image1250.png"/><Relationship Id="rId175" Type="http://schemas.openxmlformats.org/officeDocument/2006/relationships/customXml" Target="../ink/ink1270.xml"/><Relationship Id="rId196" Type="http://schemas.openxmlformats.org/officeDocument/2006/relationships/image" Target="../media/image1271.png"/><Relationship Id="rId200" Type="http://schemas.openxmlformats.org/officeDocument/2006/relationships/image" Target="../media/image1273.png"/><Relationship Id="rId382" Type="http://schemas.openxmlformats.org/officeDocument/2006/relationships/image" Target="../media/image1362.png"/><Relationship Id="rId417" Type="http://schemas.openxmlformats.org/officeDocument/2006/relationships/customXml" Target="../ink/ink1307.xml"/><Relationship Id="rId438" Type="http://schemas.openxmlformats.org/officeDocument/2006/relationships/image" Target="../media/image1299.png"/><Relationship Id="rId16" Type="http://schemas.openxmlformats.org/officeDocument/2006/relationships/customXml" Target="../ink/ink1190.xml"/><Relationship Id="rId37" Type="http://schemas.openxmlformats.org/officeDocument/2006/relationships/image" Target="../media/image1192.png"/><Relationship Id="rId58" Type="http://schemas.openxmlformats.org/officeDocument/2006/relationships/customXml" Target="../ink/ink1211.xml"/><Relationship Id="rId79" Type="http://schemas.openxmlformats.org/officeDocument/2006/relationships/image" Target="../media/image1213.png"/><Relationship Id="rId102" Type="http://schemas.openxmlformats.org/officeDocument/2006/relationships/customXml" Target="../ink/ink1233.xml"/><Relationship Id="rId123" Type="http://schemas.openxmlformats.org/officeDocument/2006/relationships/image" Target="../media/image1235.png"/><Relationship Id="rId144" Type="http://schemas.openxmlformats.org/officeDocument/2006/relationships/customXml" Target="../ink/ink1254.xml"/><Relationship Id="rId90" Type="http://schemas.openxmlformats.org/officeDocument/2006/relationships/customXml" Target="../ink/ink1227.xml"/><Relationship Id="rId165" Type="http://schemas.openxmlformats.org/officeDocument/2006/relationships/customXml" Target="../ink/ink1265.xml"/><Relationship Id="rId186" Type="http://schemas.openxmlformats.org/officeDocument/2006/relationships/image" Target="../media/image1266.png"/><Relationship Id="rId393" Type="http://schemas.openxmlformats.org/officeDocument/2006/relationships/customXml" Target="../ink/ink1295.xml"/><Relationship Id="rId407" Type="http://schemas.openxmlformats.org/officeDocument/2006/relationships/customXml" Target="../ink/ink1302.xml"/><Relationship Id="rId428" Type="http://schemas.openxmlformats.org/officeDocument/2006/relationships/image" Target="../media/image1294.png"/><Relationship Id="rId449" Type="http://schemas.openxmlformats.org/officeDocument/2006/relationships/customXml" Target="../ink/ink1323.xml"/><Relationship Id="rId27" Type="http://schemas.openxmlformats.org/officeDocument/2006/relationships/image" Target="../media/image1187.png"/><Relationship Id="rId48" Type="http://schemas.openxmlformats.org/officeDocument/2006/relationships/customXml" Target="../ink/ink1206.xml"/><Relationship Id="rId69" Type="http://schemas.openxmlformats.org/officeDocument/2006/relationships/image" Target="../media/image1208.png"/><Relationship Id="rId113" Type="http://schemas.openxmlformats.org/officeDocument/2006/relationships/image" Target="../media/image1230.png"/><Relationship Id="rId134" Type="http://schemas.openxmlformats.org/officeDocument/2006/relationships/customXml" Target="../ink/ink1249.xml"/><Relationship Id="rId80" Type="http://schemas.openxmlformats.org/officeDocument/2006/relationships/customXml" Target="../ink/ink1222.xml"/><Relationship Id="rId155" Type="http://schemas.openxmlformats.org/officeDocument/2006/relationships/customXml" Target="../ink/ink1260.xml"/><Relationship Id="rId176" Type="http://schemas.openxmlformats.org/officeDocument/2006/relationships/image" Target="../media/image1261.png"/><Relationship Id="rId197" Type="http://schemas.openxmlformats.org/officeDocument/2006/relationships/customXml" Target="../ink/ink1281.xml"/><Relationship Id="rId383" Type="http://schemas.openxmlformats.org/officeDocument/2006/relationships/customXml" Target="../ink/ink1290.xml"/><Relationship Id="rId418" Type="http://schemas.openxmlformats.org/officeDocument/2006/relationships/image" Target="../media/image1289.png"/><Relationship Id="rId439" Type="http://schemas.openxmlformats.org/officeDocument/2006/relationships/customXml" Target="../ink/ink1318.xml"/><Relationship Id="rId201" Type="http://schemas.openxmlformats.org/officeDocument/2006/relationships/customXml" Target="../ink/ink1283.xml"/><Relationship Id="rId450" Type="http://schemas.openxmlformats.org/officeDocument/2006/relationships/image" Target="../media/image1305.png"/><Relationship Id="rId17" Type="http://schemas.openxmlformats.org/officeDocument/2006/relationships/image" Target="../media/image1182.png"/><Relationship Id="rId38" Type="http://schemas.openxmlformats.org/officeDocument/2006/relationships/customXml" Target="../ink/ink1201.xml"/><Relationship Id="rId59" Type="http://schemas.openxmlformats.org/officeDocument/2006/relationships/image" Target="../media/image1203.png"/><Relationship Id="rId103" Type="http://schemas.openxmlformats.org/officeDocument/2006/relationships/image" Target="../media/image1225.png"/><Relationship Id="rId124" Type="http://schemas.openxmlformats.org/officeDocument/2006/relationships/customXml" Target="../ink/ink1244.xml"/><Relationship Id="rId70" Type="http://schemas.openxmlformats.org/officeDocument/2006/relationships/customXml" Target="../ink/ink1217.xml"/><Relationship Id="rId91" Type="http://schemas.openxmlformats.org/officeDocument/2006/relationships/image" Target="../media/image1219.png"/><Relationship Id="rId145" Type="http://schemas.openxmlformats.org/officeDocument/2006/relationships/customXml" Target="../ink/ink1255.xml"/><Relationship Id="rId166" Type="http://schemas.openxmlformats.org/officeDocument/2006/relationships/image" Target="../media/image1256.png"/><Relationship Id="rId187" Type="http://schemas.openxmlformats.org/officeDocument/2006/relationships/customXml" Target="../ink/ink1276.xml"/><Relationship Id="rId394" Type="http://schemas.openxmlformats.org/officeDocument/2006/relationships/image" Target="../media/image1277.png"/><Relationship Id="rId408" Type="http://schemas.openxmlformats.org/officeDocument/2006/relationships/image" Target="../media/image1284.png"/><Relationship Id="rId429" Type="http://schemas.openxmlformats.org/officeDocument/2006/relationships/customXml" Target="../ink/ink1313.xml"/><Relationship Id="rId1" Type="http://schemas.openxmlformats.org/officeDocument/2006/relationships/slideLayout" Target="../slideLayouts/slideLayout1.xml"/><Relationship Id="rId440" Type="http://schemas.openxmlformats.org/officeDocument/2006/relationships/image" Target="../media/image1300.png"/><Relationship Id="rId28" Type="http://schemas.openxmlformats.org/officeDocument/2006/relationships/customXml" Target="../ink/ink1196.xml"/><Relationship Id="rId49" Type="http://schemas.openxmlformats.org/officeDocument/2006/relationships/image" Target="../media/image1198.png"/><Relationship Id="rId114" Type="http://schemas.openxmlformats.org/officeDocument/2006/relationships/customXml" Target="../ink/ink1239.xml"/><Relationship Id="rId60" Type="http://schemas.openxmlformats.org/officeDocument/2006/relationships/customXml" Target="../ink/ink1212.xml"/><Relationship Id="rId81" Type="http://schemas.openxmlformats.org/officeDocument/2006/relationships/image" Target="../media/image1214.png"/><Relationship Id="rId135" Type="http://schemas.openxmlformats.org/officeDocument/2006/relationships/image" Target="../media/image1241.png"/><Relationship Id="rId156" Type="http://schemas.openxmlformats.org/officeDocument/2006/relationships/image" Target="../media/image1251.png"/><Relationship Id="rId177" Type="http://schemas.openxmlformats.org/officeDocument/2006/relationships/customXml" Target="../ink/ink1271.xml"/><Relationship Id="rId198" Type="http://schemas.openxmlformats.org/officeDocument/2006/relationships/image" Target="../media/image1272.png"/><Relationship Id="rId384" Type="http://schemas.openxmlformats.org/officeDocument/2006/relationships/image" Target="../media/image1363.png"/><Relationship Id="rId419" Type="http://schemas.openxmlformats.org/officeDocument/2006/relationships/customXml" Target="../ink/ink1308.xml"/><Relationship Id="rId202" Type="http://schemas.openxmlformats.org/officeDocument/2006/relationships/image" Target="../media/image1274.png"/><Relationship Id="rId430" Type="http://schemas.openxmlformats.org/officeDocument/2006/relationships/image" Target="../media/image1295.png"/><Relationship Id="rId18" Type="http://schemas.openxmlformats.org/officeDocument/2006/relationships/customXml" Target="../ink/ink1191.xml"/><Relationship Id="rId39" Type="http://schemas.openxmlformats.org/officeDocument/2006/relationships/image" Target="../media/image1193.png"/><Relationship Id="rId50" Type="http://schemas.openxmlformats.org/officeDocument/2006/relationships/customXml" Target="../ink/ink1207.xml"/><Relationship Id="rId104" Type="http://schemas.openxmlformats.org/officeDocument/2006/relationships/customXml" Target="../ink/ink1234.xml"/><Relationship Id="rId125" Type="http://schemas.openxmlformats.org/officeDocument/2006/relationships/image" Target="../media/image1236.png"/><Relationship Id="rId146" Type="http://schemas.openxmlformats.org/officeDocument/2006/relationships/image" Target="../media/image1246.png"/><Relationship Id="rId167" Type="http://schemas.openxmlformats.org/officeDocument/2006/relationships/customXml" Target="../ink/ink1266.xml"/><Relationship Id="rId188" Type="http://schemas.openxmlformats.org/officeDocument/2006/relationships/image" Target="../media/image1267.png"/><Relationship Id="rId395" Type="http://schemas.openxmlformats.org/officeDocument/2006/relationships/customXml" Target="../ink/ink1296.xml"/><Relationship Id="rId409" Type="http://schemas.openxmlformats.org/officeDocument/2006/relationships/customXml" Target="../ink/ink1303.xml"/><Relationship Id="rId71" Type="http://schemas.openxmlformats.org/officeDocument/2006/relationships/image" Target="../media/image1209.png"/><Relationship Id="rId92" Type="http://schemas.openxmlformats.org/officeDocument/2006/relationships/customXml" Target="../ink/ink1228.xml"/><Relationship Id="rId420" Type="http://schemas.openxmlformats.org/officeDocument/2006/relationships/image" Target="../media/image1290.png"/><Relationship Id="rId2" Type="http://schemas.openxmlformats.org/officeDocument/2006/relationships/customXml" Target="../ink/ink1183.xml"/><Relationship Id="rId29" Type="http://schemas.openxmlformats.org/officeDocument/2006/relationships/image" Target="../media/image1188.png"/><Relationship Id="rId441" Type="http://schemas.openxmlformats.org/officeDocument/2006/relationships/customXml" Target="../ink/ink1319.xml"/><Relationship Id="rId40" Type="http://schemas.openxmlformats.org/officeDocument/2006/relationships/customXml" Target="../ink/ink1202.xml"/><Relationship Id="rId115" Type="http://schemas.openxmlformats.org/officeDocument/2006/relationships/image" Target="../media/image1231.png"/><Relationship Id="rId136" Type="http://schemas.openxmlformats.org/officeDocument/2006/relationships/customXml" Target="../ink/ink1250.xml"/><Relationship Id="rId157" Type="http://schemas.openxmlformats.org/officeDocument/2006/relationships/customXml" Target="../ink/ink1261.xml"/><Relationship Id="rId178" Type="http://schemas.openxmlformats.org/officeDocument/2006/relationships/image" Target="../media/image1262.png"/><Relationship Id="rId61" Type="http://schemas.openxmlformats.org/officeDocument/2006/relationships/image" Target="../media/image1204.png"/><Relationship Id="rId82" Type="http://schemas.openxmlformats.org/officeDocument/2006/relationships/customXml" Target="../ink/ink1223.xml"/><Relationship Id="rId199" Type="http://schemas.openxmlformats.org/officeDocument/2006/relationships/customXml" Target="../ink/ink1282.xml"/><Relationship Id="rId203" Type="http://schemas.openxmlformats.org/officeDocument/2006/relationships/customXml" Target="../ink/ink1284.xml"/><Relationship Id="rId385" Type="http://schemas.openxmlformats.org/officeDocument/2006/relationships/customXml" Target="../ink/ink1291.xml"/><Relationship Id="rId19" Type="http://schemas.openxmlformats.org/officeDocument/2006/relationships/image" Target="../media/image1183.png"/><Relationship Id="rId410" Type="http://schemas.openxmlformats.org/officeDocument/2006/relationships/image" Target="../media/image1285.png"/><Relationship Id="rId431" Type="http://schemas.openxmlformats.org/officeDocument/2006/relationships/customXml" Target="../ink/ink1314.xml"/><Relationship Id="rId30" Type="http://schemas.openxmlformats.org/officeDocument/2006/relationships/customXml" Target="../ink/ink1197.xml"/><Relationship Id="rId105" Type="http://schemas.openxmlformats.org/officeDocument/2006/relationships/image" Target="../media/image1226.png"/><Relationship Id="rId126" Type="http://schemas.openxmlformats.org/officeDocument/2006/relationships/customXml" Target="../ink/ink1245.xml"/><Relationship Id="rId147" Type="http://schemas.openxmlformats.org/officeDocument/2006/relationships/customXml" Target="../ink/ink1256.xml"/><Relationship Id="rId168" Type="http://schemas.openxmlformats.org/officeDocument/2006/relationships/image" Target="../media/image1257.png"/><Relationship Id="rId51" Type="http://schemas.openxmlformats.org/officeDocument/2006/relationships/image" Target="../media/image1199.png"/><Relationship Id="rId72" Type="http://schemas.openxmlformats.org/officeDocument/2006/relationships/customXml" Target="../ink/ink1218.xml"/><Relationship Id="rId93" Type="http://schemas.openxmlformats.org/officeDocument/2006/relationships/image" Target="../media/image1220.png"/><Relationship Id="rId189" Type="http://schemas.openxmlformats.org/officeDocument/2006/relationships/customXml" Target="../ink/ink1277.xml"/><Relationship Id="rId396" Type="http://schemas.openxmlformats.org/officeDocument/2006/relationships/image" Target="../media/image1278.png"/><Relationship Id="rId3" Type="http://schemas.openxmlformats.org/officeDocument/2006/relationships/image" Target="../media/image407.png"/><Relationship Id="rId400" Type="http://schemas.openxmlformats.org/officeDocument/2006/relationships/image" Target="../media/image1280.png"/><Relationship Id="rId421" Type="http://schemas.openxmlformats.org/officeDocument/2006/relationships/customXml" Target="../ink/ink1309.xml"/><Relationship Id="rId442" Type="http://schemas.openxmlformats.org/officeDocument/2006/relationships/image" Target="../media/image1301.png"/><Relationship Id="rId116" Type="http://schemas.openxmlformats.org/officeDocument/2006/relationships/customXml" Target="../ink/ink1240.xml"/><Relationship Id="rId137" Type="http://schemas.openxmlformats.org/officeDocument/2006/relationships/image" Target="../media/image1242.png"/><Relationship Id="rId158" Type="http://schemas.openxmlformats.org/officeDocument/2006/relationships/image" Target="../media/image1252.png"/><Relationship Id="rId20" Type="http://schemas.openxmlformats.org/officeDocument/2006/relationships/customXml" Target="../ink/ink1192.xml"/><Relationship Id="rId41" Type="http://schemas.openxmlformats.org/officeDocument/2006/relationships/image" Target="../media/image1194.png"/><Relationship Id="rId62" Type="http://schemas.openxmlformats.org/officeDocument/2006/relationships/customXml" Target="../ink/ink1213.xml"/><Relationship Id="rId83" Type="http://schemas.openxmlformats.org/officeDocument/2006/relationships/image" Target="../media/image1215.png"/><Relationship Id="rId179" Type="http://schemas.openxmlformats.org/officeDocument/2006/relationships/customXml" Target="../ink/ink1272.xml"/><Relationship Id="rId386" Type="http://schemas.openxmlformats.org/officeDocument/2006/relationships/image" Target="../media/image1364.png"/><Relationship Id="rId190" Type="http://schemas.openxmlformats.org/officeDocument/2006/relationships/image" Target="../media/image1268.png"/><Relationship Id="rId204" Type="http://schemas.openxmlformats.org/officeDocument/2006/relationships/image" Target="../media/image1275.png"/><Relationship Id="rId411" Type="http://schemas.openxmlformats.org/officeDocument/2006/relationships/customXml" Target="../ink/ink1304.xml"/><Relationship Id="rId432" Type="http://schemas.openxmlformats.org/officeDocument/2006/relationships/image" Target="../media/image1296.png"/><Relationship Id="rId106" Type="http://schemas.openxmlformats.org/officeDocument/2006/relationships/customXml" Target="../ink/ink1235.xml"/><Relationship Id="rId127" Type="http://schemas.openxmlformats.org/officeDocument/2006/relationships/image" Target="../media/image1237.png"/><Relationship Id="rId10" Type="http://schemas.openxmlformats.org/officeDocument/2006/relationships/customXml" Target="../ink/ink1187.xml"/><Relationship Id="rId31" Type="http://schemas.openxmlformats.org/officeDocument/2006/relationships/image" Target="../media/image1189.png"/><Relationship Id="rId52" Type="http://schemas.openxmlformats.org/officeDocument/2006/relationships/customXml" Target="../ink/ink1208.xml"/><Relationship Id="rId73" Type="http://schemas.openxmlformats.org/officeDocument/2006/relationships/image" Target="../media/image1210.png"/><Relationship Id="rId94" Type="http://schemas.openxmlformats.org/officeDocument/2006/relationships/customXml" Target="../ink/ink1229.xml"/><Relationship Id="rId148" Type="http://schemas.openxmlformats.org/officeDocument/2006/relationships/image" Target="../media/image1247.png"/><Relationship Id="rId169" Type="http://schemas.openxmlformats.org/officeDocument/2006/relationships/customXml" Target="../ink/ink1267.xml"/><Relationship Id="rId376" Type="http://schemas.openxmlformats.org/officeDocument/2006/relationships/image" Target="../media/image1359.png"/><Relationship Id="rId397" Type="http://schemas.openxmlformats.org/officeDocument/2006/relationships/customXml" Target="../ink/ink1297.xml"/><Relationship Id="rId4" Type="http://schemas.openxmlformats.org/officeDocument/2006/relationships/customXml" Target="../ink/ink1184.xml"/><Relationship Id="rId180" Type="http://schemas.openxmlformats.org/officeDocument/2006/relationships/image" Target="../media/image1263.png"/><Relationship Id="rId401" Type="http://schemas.openxmlformats.org/officeDocument/2006/relationships/customXml" Target="../ink/ink1299.xml"/><Relationship Id="rId422" Type="http://schemas.openxmlformats.org/officeDocument/2006/relationships/image" Target="../media/image1291.png"/><Relationship Id="rId443" Type="http://schemas.openxmlformats.org/officeDocument/2006/relationships/customXml" Target="../ink/ink1320.xml"/><Relationship Id="rId42" Type="http://schemas.openxmlformats.org/officeDocument/2006/relationships/customXml" Target="../ink/ink1203.xml"/><Relationship Id="rId84" Type="http://schemas.openxmlformats.org/officeDocument/2006/relationships/customXml" Target="../ink/ink1224.xml"/><Relationship Id="rId138" Type="http://schemas.openxmlformats.org/officeDocument/2006/relationships/customXml" Target="../ink/ink1251.xml"/><Relationship Id="rId387" Type="http://schemas.openxmlformats.org/officeDocument/2006/relationships/customXml" Target="../ink/ink1292.xml"/><Relationship Id="rId191" Type="http://schemas.openxmlformats.org/officeDocument/2006/relationships/customXml" Target="../ink/ink1278.xml"/><Relationship Id="rId205" Type="http://schemas.openxmlformats.org/officeDocument/2006/relationships/customXml" Target="../ink/ink1285.xml"/><Relationship Id="rId412" Type="http://schemas.openxmlformats.org/officeDocument/2006/relationships/image" Target="../media/image1286.png"/><Relationship Id="rId107" Type="http://schemas.openxmlformats.org/officeDocument/2006/relationships/image" Target="../media/image1227.png"/><Relationship Id="rId11" Type="http://schemas.openxmlformats.org/officeDocument/2006/relationships/image" Target="../media/image1179.png"/><Relationship Id="rId53" Type="http://schemas.openxmlformats.org/officeDocument/2006/relationships/image" Target="../media/image1200.png"/><Relationship Id="rId149" Type="http://schemas.openxmlformats.org/officeDocument/2006/relationships/customXml" Target="../ink/ink1257.xml"/><Relationship Id="rId398" Type="http://schemas.openxmlformats.org/officeDocument/2006/relationships/image" Target="../media/image1279.png"/><Relationship Id="rId95" Type="http://schemas.openxmlformats.org/officeDocument/2006/relationships/image" Target="../media/image1221.png"/><Relationship Id="rId160" Type="http://schemas.openxmlformats.org/officeDocument/2006/relationships/image" Target="../media/image1253.png"/><Relationship Id="rId423" Type="http://schemas.openxmlformats.org/officeDocument/2006/relationships/customXml" Target="../ink/ink131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2.png"/><Relationship Id="rId299" Type="http://schemas.openxmlformats.org/officeDocument/2006/relationships/image" Target="../media/image1463.png"/><Relationship Id="rId21" Type="http://schemas.openxmlformats.org/officeDocument/2006/relationships/image" Target="../media/image1315.png"/><Relationship Id="rId63" Type="http://schemas.openxmlformats.org/officeDocument/2006/relationships/image" Target="../media/image1336.png"/><Relationship Id="rId159" Type="http://schemas.openxmlformats.org/officeDocument/2006/relationships/image" Target="../media/image1393.png"/><Relationship Id="rId324" Type="http://schemas.openxmlformats.org/officeDocument/2006/relationships/customXml" Target="../ink/ink1485.xml"/><Relationship Id="rId170" Type="http://schemas.openxmlformats.org/officeDocument/2006/relationships/customXml" Target="../ink/ink1408.xml"/><Relationship Id="rId226" Type="http://schemas.openxmlformats.org/officeDocument/2006/relationships/customXml" Target="../ink/ink1436.xml"/><Relationship Id="rId268" Type="http://schemas.openxmlformats.org/officeDocument/2006/relationships/customXml" Target="../ink/ink1457.xml"/><Relationship Id="rId32" Type="http://schemas.openxmlformats.org/officeDocument/2006/relationships/customXml" Target="../ink/ink1339.xml"/><Relationship Id="rId74" Type="http://schemas.openxmlformats.org/officeDocument/2006/relationships/customXml" Target="../ink/ink1360.xml"/><Relationship Id="rId128" Type="http://schemas.openxmlformats.org/officeDocument/2006/relationships/customXml" Target="../ink/ink1387.xml"/><Relationship Id="rId335" Type="http://schemas.openxmlformats.org/officeDocument/2006/relationships/image" Target="../media/image1481.png"/><Relationship Id="rId5" Type="http://schemas.openxmlformats.org/officeDocument/2006/relationships/image" Target="../media/image1307.png"/><Relationship Id="rId181" Type="http://schemas.openxmlformats.org/officeDocument/2006/relationships/image" Target="../media/image1404.png"/><Relationship Id="rId237" Type="http://schemas.openxmlformats.org/officeDocument/2006/relationships/image" Target="../media/image1432.png"/><Relationship Id="rId279" Type="http://schemas.openxmlformats.org/officeDocument/2006/relationships/image" Target="../media/image1453.png"/><Relationship Id="rId43" Type="http://schemas.openxmlformats.org/officeDocument/2006/relationships/image" Target="../media/image1326.png"/><Relationship Id="rId139" Type="http://schemas.openxmlformats.org/officeDocument/2006/relationships/image" Target="../media/image1383.png"/><Relationship Id="rId290" Type="http://schemas.openxmlformats.org/officeDocument/2006/relationships/customXml" Target="../ink/ink1468.xml"/><Relationship Id="rId304" Type="http://schemas.openxmlformats.org/officeDocument/2006/relationships/customXml" Target="../ink/ink1475.xml"/><Relationship Id="rId346" Type="http://schemas.openxmlformats.org/officeDocument/2006/relationships/customXml" Target="../ink/ink1496.xml"/><Relationship Id="rId85" Type="http://schemas.openxmlformats.org/officeDocument/2006/relationships/image" Target="../media/image1347.png"/><Relationship Id="rId150" Type="http://schemas.openxmlformats.org/officeDocument/2006/relationships/customXml" Target="../ink/ink1398.xml"/><Relationship Id="rId192" Type="http://schemas.openxmlformats.org/officeDocument/2006/relationships/customXml" Target="../ink/ink1419.xml"/><Relationship Id="rId206" Type="http://schemas.openxmlformats.org/officeDocument/2006/relationships/customXml" Target="../ink/ink1426.xml"/><Relationship Id="rId248" Type="http://schemas.openxmlformats.org/officeDocument/2006/relationships/customXml" Target="../ink/ink1447.xml"/><Relationship Id="rId12" Type="http://schemas.openxmlformats.org/officeDocument/2006/relationships/customXml" Target="../ink/ink1329.xml"/><Relationship Id="rId108" Type="http://schemas.openxmlformats.org/officeDocument/2006/relationships/customXml" Target="../ink/ink1377.xml"/><Relationship Id="rId315" Type="http://schemas.openxmlformats.org/officeDocument/2006/relationships/image" Target="../media/image1471.png"/><Relationship Id="rId54" Type="http://schemas.openxmlformats.org/officeDocument/2006/relationships/customXml" Target="../ink/ink1350.xml"/><Relationship Id="rId96" Type="http://schemas.openxmlformats.org/officeDocument/2006/relationships/customXml" Target="../ink/ink1371.xml"/><Relationship Id="rId161" Type="http://schemas.openxmlformats.org/officeDocument/2006/relationships/image" Target="../media/image1394.png"/><Relationship Id="rId217" Type="http://schemas.openxmlformats.org/officeDocument/2006/relationships/image" Target="../media/image1422.png"/><Relationship Id="rId259" Type="http://schemas.openxmlformats.org/officeDocument/2006/relationships/image" Target="../media/image1443.png"/><Relationship Id="rId23" Type="http://schemas.openxmlformats.org/officeDocument/2006/relationships/image" Target="../media/image1316.png"/><Relationship Id="rId119" Type="http://schemas.openxmlformats.org/officeDocument/2006/relationships/image" Target="../media/image1373.png"/><Relationship Id="rId270" Type="http://schemas.openxmlformats.org/officeDocument/2006/relationships/customXml" Target="../ink/ink1458.xml"/><Relationship Id="rId326" Type="http://schemas.openxmlformats.org/officeDocument/2006/relationships/customXml" Target="../ink/ink1486.xml"/><Relationship Id="rId65" Type="http://schemas.openxmlformats.org/officeDocument/2006/relationships/image" Target="../media/image1337.png"/><Relationship Id="rId130" Type="http://schemas.openxmlformats.org/officeDocument/2006/relationships/customXml" Target="../ink/ink1388.xml"/><Relationship Id="rId172" Type="http://schemas.openxmlformats.org/officeDocument/2006/relationships/customXml" Target="../ink/ink1409.xml"/><Relationship Id="rId228" Type="http://schemas.openxmlformats.org/officeDocument/2006/relationships/customXml" Target="../ink/ink1437.xml"/><Relationship Id="rId281" Type="http://schemas.openxmlformats.org/officeDocument/2006/relationships/image" Target="../media/image1454.png"/><Relationship Id="rId337" Type="http://schemas.openxmlformats.org/officeDocument/2006/relationships/image" Target="../media/image1482.png"/><Relationship Id="rId34" Type="http://schemas.openxmlformats.org/officeDocument/2006/relationships/customXml" Target="../ink/ink1340.xml"/><Relationship Id="rId76" Type="http://schemas.openxmlformats.org/officeDocument/2006/relationships/customXml" Target="../ink/ink1361.xml"/><Relationship Id="rId141" Type="http://schemas.openxmlformats.org/officeDocument/2006/relationships/image" Target="../media/image1384.png"/><Relationship Id="rId7" Type="http://schemas.openxmlformats.org/officeDocument/2006/relationships/image" Target="../media/image1308.png"/><Relationship Id="rId183" Type="http://schemas.openxmlformats.org/officeDocument/2006/relationships/image" Target="../media/image1405.png"/><Relationship Id="rId239" Type="http://schemas.openxmlformats.org/officeDocument/2006/relationships/image" Target="../media/image1433.png"/><Relationship Id="rId250" Type="http://schemas.openxmlformats.org/officeDocument/2006/relationships/customXml" Target="../ink/ink1448.xml"/><Relationship Id="rId292" Type="http://schemas.openxmlformats.org/officeDocument/2006/relationships/customXml" Target="../ink/ink1469.xml"/><Relationship Id="rId306" Type="http://schemas.openxmlformats.org/officeDocument/2006/relationships/customXml" Target="../ink/ink1476.xml"/><Relationship Id="rId45" Type="http://schemas.openxmlformats.org/officeDocument/2006/relationships/image" Target="../media/image1327.png"/><Relationship Id="rId87" Type="http://schemas.openxmlformats.org/officeDocument/2006/relationships/image" Target="../media/image1348.png"/><Relationship Id="rId110" Type="http://schemas.openxmlformats.org/officeDocument/2006/relationships/customXml" Target="../ink/ink1378.xml"/><Relationship Id="rId348" Type="http://schemas.openxmlformats.org/officeDocument/2006/relationships/customXml" Target="../ink/ink1497.xml"/><Relationship Id="rId152" Type="http://schemas.openxmlformats.org/officeDocument/2006/relationships/customXml" Target="../ink/ink1399.xml"/><Relationship Id="rId194" Type="http://schemas.openxmlformats.org/officeDocument/2006/relationships/customXml" Target="../ink/ink1420.xml"/><Relationship Id="rId208" Type="http://schemas.openxmlformats.org/officeDocument/2006/relationships/customXml" Target="../ink/ink1427.xml"/><Relationship Id="rId261" Type="http://schemas.openxmlformats.org/officeDocument/2006/relationships/image" Target="../media/image1444.png"/><Relationship Id="rId14" Type="http://schemas.openxmlformats.org/officeDocument/2006/relationships/customXml" Target="../ink/ink1330.xml"/><Relationship Id="rId56" Type="http://schemas.openxmlformats.org/officeDocument/2006/relationships/customXml" Target="../ink/ink1351.xml"/><Relationship Id="rId317" Type="http://schemas.openxmlformats.org/officeDocument/2006/relationships/image" Target="../media/image1472.png"/><Relationship Id="rId8" Type="http://schemas.openxmlformats.org/officeDocument/2006/relationships/customXml" Target="../ink/ink1327.xml"/><Relationship Id="rId98" Type="http://schemas.openxmlformats.org/officeDocument/2006/relationships/customXml" Target="../ink/ink1372.xml"/><Relationship Id="rId121" Type="http://schemas.openxmlformats.org/officeDocument/2006/relationships/image" Target="../media/image1374.png"/><Relationship Id="rId142" Type="http://schemas.openxmlformats.org/officeDocument/2006/relationships/customXml" Target="../ink/ink1394.xml"/><Relationship Id="rId163" Type="http://schemas.openxmlformats.org/officeDocument/2006/relationships/image" Target="../media/image1395.png"/><Relationship Id="rId184" Type="http://schemas.openxmlformats.org/officeDocument/2006/relationships/customXml" Target="../ink/ink1415.xml"/><Relationship Id="rId219" Type="http://schemas.openxmlformats.org/officeDocument/2006/relationships/image" Target="../media/image1423.png"/><Relationship Id="rId230" Type="http://schemas.openxmlformats.org/officeDocument/2006/relationships/customXml" Target="../ink/ink1438.xml"/><Relationship Id="rId251" Type="http://schemas.openxmlformats.org/officeDocument/2006/relationships/image" Target="../media/image1439.png"/><Relationship Id="rId25" Type="http://schemas.openxmlformats.org/officeDocument/2006/relationships/image" Target="../media/image1317.png"/><Relationship Id="rId46" Type="http://schemas.openxmlformats.org/officeDocument/2006/relationships/customXml" Target="../ink/ink1346.xml"/><Relationship Id="rId67" Type="http://schemas.openxmlformats.org/officeDocument/2006/relationships/image" Target="../media/image1338.png"/><Relationship Id="rId272" Type="http://schemas.openxmlformats.org/officeDocument/2006/relationships/customXml" Target="../ink/ink1459.xml"/><Relationship Id="rId293" Type="http://schemas.openxmlformats.org/officeDocument/2006/relationships/image" Target="../media/image1460.png"/><Relationship Id="rId307" Type="http://schemas.openxmlformats.org/officeDocument/2006/relationships/image" Target="../media/image1467.png"/><Relationship Id="rId328" Type="http://schemas.openxmlformats.org/officeDocument/2006/relationships/customXml" Target="../ink/ink1487.xml"/><Relationship Id="rId349" Type="http://schemas.openxmlformats.org/officeDocument/2006/relationships/image" Target="../media/image1488.png"/><Relationship Id="rId88" Type="http://schemas.openxmlformats.org/officeDocument/2006/relationships/customXml" Target="../ink/ink1367.xml"/><Relationship Id="rId111" Type="http://schemas.openxmlformats.org/officeDocument/2006/relationships/image" Target="../media/image1369.png"/><Relationship Id="rId132" Type="http://schemas.openxmlformats.org/officeDocument/2006/relationships/customXml" Target="../ink/ink1389.xml"/><Relationship Id="rId153" Type="http://schemas.openxmlformats.org/officeDocument/2006/relationships/image" Target="../media/image1390.png"/><Relationship Id="rId174" Type="http://schemas.openxmlformats.org/officeDocument/2006/relationships/customXml" Target="../ink/ink1410.xml"/><Relationship Id="rId195" Type="http://schemas.openxmlformats.org/officeDocument/2006/relationships/image" Target="../media/image1411.png"/><Relationship Id="rId209" Type="http://schemas.openxmlformats.org/officeDocument/2006/relationships/image" Target="../media/image1418.png"/><Relationship Id="rId220" Type="http://schemas.openxmlformats.org/officeDocument/2006/relationships/customXml" Target="../ink/ink1433.xml"/><Relationship Id="rId241" Type="http://schemas.openxmlformats.org/officeDocument/2006/relationships/image" Target="../media/image1434.png"/><Relationship Id="rId15" Type="http://schemas.openxmlformats.org/officeDocument/2006/relationships/image" Target="../media/image1312.png"/><Relationship Id="rId36" Type="http://schemas.openxmlformats.org/officeDocument/2006/relationships/customXml" Target="../ink/ink1341.xml"/><Relationship Id="rId57" Type="http://schemas.openxmlformats.org/officeDocument/2006/relationships/image" Target="../media/image1333.png"/><Relationship Id="rId262" Type="http://schemas.openxmlformats.org/officeDocument/2006/relationships/customXml" Target="../ink/ink1454.xml"/><Relationship Id="rId283" Type="http://schemas.openxmlformats.org/officeDocument/2006/relationships/image" Target="../media/image1455.png"/><Relationship Id="rId318" Type="http://schemas.openxmlformats.org/officeDocument/2006/relationships/customXml" Target="../ink/ink1482.xml"/><Relationship Id="rId339" Type="http://schemas.openxmlformats.org/officeDocument/2006/relationships/image" Target="../media/image1483.png"/><Relationship Id="rId78" Type="http://schemas.openxmlformats.org/officeDocument/2006/relationships/customXml" Target="../ink/ink1362.xml"/><Relationship Id="rId99" Type="http://schemas.openxmlformats.org/officeDocument/2006/relationships/image" Target="../media/image1354.png"/><Relationship Id="rId101" Type="http://schemas.openxmlformats.org/officeDocument/2006/relationships/image" Target="../media/image1355.png"/><Relationship Id="rId122" Type="http://schemas.openxmlformats.org/officeDocument/2006/relationships/customXml" Target="../ink/ink1384.xml"/><Relationship Id="rId143" Type="http://schemas.openxmlformats.org/officeDocument/2006/relationships/image" Target="../media/image1385.png"/><Relationship Id="rId164" Type="http://schemas.openxmlformats.org/officeDocument/2006/relationships/customXml" Target="../ink/ink1405.xml"/><Relationship Id="rId185" Type="http://schemas.openxmlformats.org/officeDocument/2006/relationships/image" Target="../media/image1406.png"/><Relationship Id="rId9" Type="http://schemas.openxmlformats.org/officeDocument/2006/relationships/image" Target="../media/image1309.png"/><Relationship Id="rId210" Type="http://schemas.openxmlformats.org/officeDocument/2006/relationships/customXml" Target="../ink/ink1428.xml"/><Relationship Id="rId26" Type="http://schemas.openxmlformats.org/officeDocument/2006/relationships/customXml" Target="../ink/ink1336.xml"/><Relationship Id="rId231" Type="http://schemas.openxmlformats.org/officeDocument/2006/relationships/image" Target="../media/image1429.png"/><Relationship Id="rId252" Type="http://schemas.openxmlformats.org/officeDocument/2006/relationships/customXml" Target="../ink/ink1449.xml"/><Relationship Id="rId273" Type="http://schemas.openxmlformats.org/officeDocument/2006/relationships/image" Target="../media/image1450.png"/><Relationship Id="rId294" Type="http://schemas.openxmlformats.org/officeDocument/2006/relationships/customXml" Target="../ink/ink1470.xml"/><Relationship Id="rId308" Type="http://schemas.openxmlformats.org/officeDocument/2006/relationships/customXml" Target="../ink/ink1477.xml"/><Relationship Id="rId329" Type="http://schemas.openxmlformats.org/officeDocument/2006/relationships/image" Target="../media/image1478.png"/><Relationship Id="rId47" Type="http://schemas.openxmlformats.org/officeDocument/2006/relationships/image" Target="../media/image1328.png"/><Relationship Id="rId68" Type="http://schemas.openxmlformats.org/officeDocument/2006/relationships/customXml" Target="../ink/ink1357.xml"/><Relationship Id="rId89" Type="http://schemas.openxmlformats.org/officeDocument/2006/relationships/image" Target="../media/image1349.png"/><Relationship Id="rId112" Type="http://schemas.openxmlformats.org/officeDocument/2006/relationships/customXml" Target="../ink/ink1379.xml"/><Relationship Id="rId133" Type="http://schemas.openxmlformats.org/officeDocument/2006/relationships/image" Target="../media/image1380.png"/><Relationship Id="rId154" Type="http://schemas.openxmlformats.org/officeDocument/2006/relationships/customXml" Target="../ink/ink1400.xml"/><Relationship Id="rId175" Type="http://schemas.openxmlformats.org/officeDocument/2006/relationships/image" Target="../media/image1401.png"/><Relationship Id="rId340" Type="http://schemas.openxmlformats.org/officeDocument/2006/relationships/customXml" Target="../ink/ink1493.xml"/><Relationship Id="rId196" Type="http://schemas.openxmlformats.org/officeDocument/2006/relationships/customXml" Target="../ink/ink1421.xml"/><Relationship Id="rId200" Type="http://schemas.openxmlformats.org/officeDocument/2006/relationships/customXml" Target="../ink/ink1423.xml"/><Relationship Id="rId16" Type="http://schemas.openxmlformats.org/officeDocument/2006/relationships/customXml" Target="../ink/ink1331.xml"/><Relationship Id="rId221" Type="http://schemas.openxmlformats.org/officeDocument/2006/relationships/image" Target="../media/image1424.png"/><Relationship Id="rId242" Type="http://schemas.openxmlformats.org/officeDocument/2006/relationships/customXml" Target="../ink/ink1444.xml"/><Relationship Id="rId263" Type="http://schemas.openxmlformats.org/officeDocument/2006/relationships/image" Target="../media/image1445.png"/><Relationship Id="rId284" Type="http://schemas.openxmlformats.org/officeDocument/2006/relationships/customXml" Target="../ink/ink1465.xml"/><Relationship Id="rId319" Type="http://schemas.openxmlformats.org/officeDocument/2006/relationships/image" Target="../media/image1473.png"/><Relationship Id="rId37" Type="http://schemas.openxmlformats.org/officeDocument/2006/relationships/image" Target="../media/image1323.png"/><Relationship Id="rId58" Type="http://schemas.openxmlformats.org/officeDocument/2006/relationships/customXml" Target="../ink/ink1352.xml"/><Relationship Id="rId79" Type="http://schemas.openxmlformats.org/officeDocument/2006/relationships/image" Target="../media/image1344.png"/><Relationship Id="rId102" Type="http://schemas.openxmlformats.org/officeDocument/2006/relationships/customXml" Target="../ink/ink1374.xml"/><Relationship Id="rId123" Type="http://schemas.openxmlformats.org/officeDocument/2006/relationships/image" Target="../media/image1375.png"/><Relationship Id="rId144" Type="http://schemas.openxmlformats.org/officeDocument/2006/relationships/customXml" Target="../ink/ink1395.xml"/><Relationship Id="rId330" Type="http://schemas.openxmlformats.org/officeDocument/2006/relationships/customXml" Target="../ink/ink1488.xml"/><Relationship Id="rId90" Type="http://schemas.openxmlformats.org/officeDocument/2006/relationships/customXml" Target="../ink/ink1368.xml"/><Relationship Id="rId165" Type="http://schemas.openxmlformats.org/officeDocument/2006/relationships/image" Target="../media/image1396.png"/><Relationship Id="rId186" Type="http://schemas.openxmlformats.org/officeDocument/2006/relationships/customXml" Target="../ink/ink1416.xml"/><Relationship Id="rId211" Type="http://schemas.openxmlformats.org/officeDocument/2006/relationships/image" Target="../media/image1419.png"/><Relationship Id="rId232" Type="http://schemas.openxmlformats.org/officeDocument/2006/relationships/customXml" Target="../ink/ink1439.xml"/><Relationship Id="rId253" Type="http://schemas.openxmlformats.org/officeDocument/2006/relationships/image" Target="../media/image1440.png"/><Relationship Id="rId274" Type="http://schemas.openxmlformats.org/officeDocument/2006/relationships/customXml" Target="../ink/ink1460.xml"/><Relationship Id="rId295" Type="http://schemas.openxmlformats.org/officeDocument/2006/relationships/image" Target="../media/image1461.png"/><Relationship Id="rId309" Type="http://schemas.openxmlformats.org/officeDocument/2006/relationships/image" Target="../media/image1468.png"/><Relationship Id="rId27" Type="http://schemas.openxmlformats.org/officeDocument/2006/relationships/image" Target="../media/image1318.png"/><Relationship Id="rId48" Type="http://schemas.openxmlformats.org/officeDocument/2006/relationships/customXml" Target="../ink/ink1347.xml"/><Relationship Id="rId69" Type="http://schemas.openxmlformats.org/officeDocument/2006/relationships/image" Target="../media/image1339.png"/><Relationship Id="rId113" Type="http://schemas.openxmlformats.org/officeDocument/2006/relationships/image" Target="../media/image1370.png"/><Relationship Id="rId134" Type="http://schemas.openxmlformats.org/officeDocument/2006/relationships/customXml" Target="../ink/ink1390.xml"/><Relationship Id="rId320" Type="http://schemas.openxmlformats.org/officeDocument/2006/relationships/customXml" Target="../ink/ink1483.xml"/><Relationship Id="rId80" Type="http://schemas.openxmlformats.org/officeDocument/2006/relationships/customXml" Target="../ink/ink1363.xml"/><Relationship Id="rId155" Type="http://schemas.openxmlformats.org/officeDocument/2006/relationships/image" Target="../media/image1391.png"/><Relationship Id="rId176" Type="http://schemas.openxmlformats.org/officeDocument/2006/relationships/customXml" Target="../ink/ink1411.xml"/><Relationship Id="rId197" Type="http://schemas.openxmlformats.org/officeDocument/2006/relationships/image" Target="../media/image1412.png"/><Relationship Id="rId341" Type="http://schemas.openxmlformats.org/officeDocument/2006/relationships/image" Target="../media/image1484.png"/><Relationship Id="rId201" Type="http://schemas.openxmlformats.org/officeDocument/2006/relationships/image" Target="../media/image1414.png"/><Relationship Id="rId222" Type="http://schemas.openxmlformats.org/officeDocument/2006/relationships/customXml" Target="../ink/ink1434.xml"/><Relationship Id="rId243" Type="http://schemas.openxmlformats.org/officeDocument/2006/relationships/image" Target="../media/image1435.png"/><Relationship Id="rId264" Type="http://schemas.openxmlformats.org/officeDocument/2006/relationships/customXml" Target="../ink/ink1455.xml"/><Relationship Id="rId285" Type="http://schemas.openxmlformats.org/officeDocument/2006/relationships/image" Target="../media/image1456.png"/><Relationship Id="rId17" Type="http://schemas.openxmlformats.org/officeDocument/2006/relationships/image" Target="../media/image1313.png"/><Relationship Id="rId38" Type="http://schemas.openxmlformats.org/officeDocument/2006/relationships/customXml" Target="../ink/ink1342.xml"/><Relationship Id="rId59" Type="http://schemas.openxmlformats.org/officeDocument/2006/relationships/image" Target="../media/image1334.png"/><Relationship Id="rId103" Type="http://schemas.openxmlformats.org/officeDocument/2006/relationships/image" Target="../media/image1356.png"/><Relationship Id="rId124" Type="http://schemas.openxmlformats.org/officeDocument/2006/relationships/customXml" Target="../ink/ink1385.xml"/><Relationship Id="rId310" Type="http://schemas.openxmlformats.org/officeDocument/2006/relationships/customXml" Target="../ink/ink1478.xml"/><Relationship Id="rId70" Type="http://schemas.openxmlformats.org/officeDocument/2006/relationships/customXml" Target="../ink/ink1358.xml"/><Relationship Id="rId91" Type="http://schemas.openxmlformats.org/officeDocument/2006/relationships/image" Target="../media/image1350.png"/><Relationship Id="rId145" Type="http://schemas.openxmlformats.org/officeDocument/2006/relationships/image" Target="../media/image1386.png"/><Relationship Id="rId166" Type="http://schemas.openxmlformats.org/officeDocument/2006/relationships/customXml" Target="../ink/ink1406.xml"/><Relationship Id="rId187" Type="http://schemas.openxmlformats.org/officeDocument/2006/relationships/image" Target="../media/image1407.png"/><Relationship Id="rId331" Type="http://schemas.openxmlformats.org/officeDocument/2006/relationships/image" Target="../media/image147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29.xml"/><Relationship Id="rId233" Type="http://schemas.openxmlformats.org/officeDocument/2006/relationships/image" Target="../media/image1430.png"/><Relationship Id="rId254" Type="http://schemas.openxmlformats.org/officeDocument/2006/relationships/customXml" Target="../ink/ink1450.xml"/><Relationship Id="rId28" Type="http://schemas.openxmlformats.org/officeDocument/2006/relationships/customXml" Target="../ink/ink1337.xml"/><Relationship Id="rId49" Type="http://schemas.openxmlformats.org/officeDocument/2006/relationships/image" Target="../media/image1329.png"/><Relationship Id="rId114" Type="http://schemas.openxmlformats.org/officeDocument/2006/relationships/customXml" Target="../ink/ink1380.xml"/><Relationship Id="rId275" Type="http://schemas.openxmlformats.org/officeDocument/2006/relationships/image" Target="../media/image1451.png"/><Relationship Id="rId296" Type="http://schemas.openxmlformats.org/officeDocument/2006/relationships/customXml" Target="../ink/ink1471.xml"/><Relationship Id="rId300" Type="http://schemas.openxmlformats.org/officeDocument/2006/relationships/customXml" Target="../ink/ink1473.xml"/><Relationship Id="rId60" Type="http://schemas.openxmlformats.org/officeDocument/2006/relationships/customXml" Target="../ink/ink1353.xml"/><Relationship Id="rId81" Type="http://schemas.openxmlformats.org/officeDocument/2006/relationships/image" Target="../media/image1345.png"/><Relationship Id="rId135" Type="http://schemas.openxmlformats.org/officeDocument/2006/relationships/image" Target="../media/image1381.png"/><Relationship Id="rId156" Type="http://schemas.openxmlformats.org/officeDocument/2006/relationships/customXml" Target="../ink/ink1401.xml"/><Relationship Id="rId177" Type="http://schemas.openxmlformats.org/officeDocument/2006/relationships/image" Target="../media/image1402.png"/><Relationship Id="rId198" Type="http://schemas.openxmlformats.org/officeDocument/2006/relationships/customXml" Target="../ink/ink1422.xml"/><Relationship Id="rId321" Type="http://schemas.openxmlformats.org/officeDocument/2006/relationships/image" Target="../media/image1474.png"/><Relationship Id="rId342" Type="http://schemas.openxmlformats.org/officeDocument/2006/relationships/customXml" Target="../ink/ink1494.xml"/><Relationship Id="rId202" Type="http://schemas.openxmlformats.org/officeDocument/2006/relationships/customXml" Target="../ink/ink1424.xml"/><Relationship Id="rId223" Type="http://schemas.openxmlformats.org/officeDocument/2006/relationships/image" Target="../media/image1425.png"/><Relationship Id="rId244" Type="http://schemas.openxmlformats.org/officeDocument/2006/relationships/customXml" Target="../ink/ink1445.xml"/><Relationship Id="rId18" Type="http://schemas.openxmlformats.org/officeDocument/2006/relationships/customXml" Target="../ink/ink1332.xml"/><Relationship Id="rId39" Type="http://schemas.openxmlformats.org/officeDocument/2006/relationships/image" Target="../media/image1324.png"/><Relationship Id="rId265" Type="http://schemas.openxmlformats.org/officeDocument/2006/relationships/image" Target="../media/image1446.png"/><Relationship Id="rId286" Type="http://schemas.openxmlformats.org/officeDocument/2006/relationships/customXml" Target="../ink/ink1466.xml"/><Relationship Id="rId50" Type="http://schemas.openxmlformats.org/officeDocument/2006/relationships/customXml" Target="../ink/ink1348.xml"/><Relationship Id="rId104" Type="http://schemas.openxmlformats.org/officeDocument/2006/relationships/customXml" Target="../ink/ink1375.xml"/><Relationship Id="rId125" Type="http://schemas.openxmlformats.org/officeDocument/2006/relationships/image" Target="../media/image1376.png"/><Relationship Id="rId146" Type="http://schemas.openxmlformats.org/officeDocument/2006/relationships/customXml" Target="../ink/ink1396.xml"/><Relationship Id="rId167" Type="http://schemas.openxmlformats.org/officeDocument/2006/relationships/image" Target="../media/image1397.png"/><Relationship Id="rId188" Type="http://schemas.openxmlformats.org/officeDocument/2006/relationships/customXml" Target="../ink/ink1417.xml"/><Relationship Id="rId311" Type="http://schemas.openxmlformats.org/officeDocument/2006/relationships/image" Target="../media/image1469.png"/><Relationship Id="rId332" Type="http://schemas.openxmlformats.org/officeDocument/2006/relationships/customXml" Target="../ink/ink1489.xml"/><Relationship Id="rId71" Type="http://schemas.openxmlformats.org/officeDocument/2006/relationships/image" Target="../media/image1340.png"/><Relationship Id="rId92" Type="http://schemas.openxmlformats.org/officeDocument/2006/relationships/customXml" Target="../ink/ink1369.xml"/><Relationship Id="rId213" Type="http://schemas.openxmlformats.org/officeDocument/2006/relationships/image" Target="../media/image1420.png"/><Relationship Id="rId234" Type="http://schemas.openxmlformats.org/officeDocument/2006/relationships/customXml" Target="../ink/ink1440.xml"/><Relationship Id="rId2" Type="http://schemas.openxmlformats.org/officeDocument/2006/relationships/customXml" Target="../ink/ink1324.xml"/><Relationship Id="rId29" Type="http://schemas.openxmlformats.org/officeDocument/2006/relationships/image" Target="../media/image1319.png"/><Relationship Id="rId255" Type="http://schemas.openxmlformats.org/officeDocument/2006/relationships/image" Target="../media/image1441.png"/><Relationship Id="rId276" Type="http://schemas.openxmlformats.org/officeDocument/2006/relationships/customXml" Target="../ink/ink1461.xml"/><Relationship Id="rId297" Type="http://schemas.openxmlformats.org/officeDocument/2006/relationships/image" Target="../media/image1462.png"/><Relationship Id="rId40" Type="http://schemas.openxmlformats.org/officeDocument/2006/relationships/customXml" Target="../ink/ink1343.xml"/><Relationship Id="rId115" Type="http://schemas.openxmlformats.org/officeDocument/2006/relationships/image" Target="../media/image1371.png"/><Relationship Id="rId136" Type="http://schemas.openxmlformats.org/officeDocument/2006/relationships/customXml" Target="../ink/ink1391.xml"/><Relationship Id="rId157" Type="http://schemas.openxmlformats.org/officeDocument/2006/relationships/image" Target="../media/image1392.png"/><Relationship Id="rId178" Type="http://schemas.openxmlformats.org/officeDocument/2006/relationships/customXml" Target="../ink/ink1412.xml"/><Relationship Id="rId301" Type="http://schemas.openxmlformats.org/officeDocument/2006/relationships/image" Target="../media/image1464.png"/><Relationship Id="rId322" Type="http://schemas.openxmlformats.org/officeDocument/2006/relationships/customXml" Target="../ink/ink1484.xml"/><Relationship Id="rId343" Type="http://schemas.openxmlformats.org/officeDocument/2006/relationships/image" Target="../media/image1485.png"/><Relationship Id="rId61" Type="http://schemas.openxmlformats.org/officeDocument/2006/relationships/image" Target="../media/image1335.png"/><Relationship Id="rId82" Type="http://schemas.openxmlformats.org/officeDocument/2006/relationships/customXml" Target="../ink/ink1364.xml"/><Relationship Id="rId199" Type="http://schemas.openxmlformats.org/officeDocument/2006/relationships/image" Target="../media/image1413.png"/><Relationship Id="rId203" Type="http://schemas.openxmlformats.org/officeDocument/2006/relationships/image" Target="../media/image1415.png"/><Relationship Id="rId19" Type="http://schemas.openxmlformats.org/officeDocument/2006/relationships/image" Target="../media/image1314.png"/><Relationship Id="rId224" Type="http://schemas.openxmlformats.org/officeDocument/2006/relationships/customXml" Target="../ink/ink1435.xml"/><Relationship Id="rId245" Type="http://schemas.openxmlformats.org/officeDocument/2006/relationships/image" Target="../media/image1436.png"/><Relationship Id="rId266" Type="http://schemas.openxmlformats.org/officeDocument/2006/relationships/customXml" Target="../ink/ink1456.xml"/><Relationship Id="rId287" Type="http://schemas.openxmlformats.org/officeDocument/2006/relationships/image" Target="../media/image1457.png"/><Relationship Id="rId30" Type="http://schemas.openxmlformats.org/officeDocument/2006/relationships/customXml" Target="../ink/ink1338.xml"/><Relationship Id="rId105" Type="http://schemas.openxmlformats.org/officeDocument/2006/relationships/image" Target="../media/image1357.png"/><Relationship Id="rId126" Type="http://schemas.openxmlformats.org/officeDocument/2006/relationships/customXml" Target="../ink/ink1386.xml"/><Relationship Id="rId147" Type="http://schemas.openxmlformats.org/officeDocument/2006/relationships/image" Target="../media/image1387.png"/><Relationship Id="rId168" Type="http://schemas.openxmlformats.org/officeDocument/2006/relationships/customXml" Target="../ink/ink1407.xml"/><Relationship Id="rId312" Type="http://schemas.openxmlformats.org/officeDocument/2006/relationships/customXml" Target="../ink/ink1479.xml"/><Relationship Id="rId333" Type="http://schemas.openxmlformats.org/officeDocument/2006/relationships/image" Target="../media/image1480.png"/><Relationship Id="rId51" Type="http://schemas.openxmlformats.org/officeDocument/2006/relationships/image" Target="../media/image1330.png"/><Relationship Id="rId72" Type="http://schemas.openxmlformats.org/officeDocument/2006/relationships/customXml" Target="../ink/ink1359.xml"/><Relationship Id="rId93" Type="http://schemas.openxmlformats.org/officeDocument/2006/relationships/image" Target="../media/image1351.png"/><Relationship Id="rId189" Type="http://schemas.openxmlformats.org/officeDocument/2006/relationships/image" Target="../media/image1408.png"/><Relationship Id="rId3" Type="http://schemas.openxmlformats.org/officeDocument/2006/relationships/image" Target="../media/image1306.png"/><Relationship Id="rId214" Type="http://schemas.openxmlformats.org/officeDocument/2006/relationships/customXml" Target="../ink/ink1430.xml"/><Relationship Id="rId235" Type="http://schemas.openxmlformats.org/officeDocument/2006/relationships/image" Target="../media/image1431.png"/><Relationship Id="rId256" Type="http://schemas.openxmlformats.org/officeDocument/2006/relationships/customXml" Target="../ink/ink1451.xml"/><Relationship Id="rId277" Type="http://schemas.openxmlformats.org/officeDocument/2006/relationships/image" Target="../media/image1452.png"/><Relationship Id="rId298" Type="http://schemas.openxmlformats.org/officeDocument/2006/relationships/customXml" Target="../ink/ink1472.xml"/><Relationship Id="rId116" Type="http://schemas.openxmlformats.org/officeDocument/2006/relationships/customXml" Target="../ink/ink1381.xml"/><Relationship Id="rId137" Type="http://schemas.openxmlformats.org/officeDocument/2006/relationships/image" Target="../media/image1382.png"/><Relationship Id="rId158" Type="http://schemas.openxmlformats.org/officeDocument/2006/relationships/customXml" Target="../ink/ink1402.xml"/><Relationship Id="rId302" Type="http://schemas.openxmlformats.org/officeDocument/2006/relationships/customXml" Target="../ink/ink1474.xml"/><Relationship Id="rId323" Type="http://schemas.openxmlformats.org/officeDocument/2006/relationships/image" Target="../media/image1475.png"/><Relationship Id="rId344" Type="http://schemas.openxmlformats.org/officeDocument/2006/relationships/customXml" Target="../ink/ink1495.xml"/><Relationship Id="rId20" Type="http://schemas.openxmlformats.org/officeDocument/2006/relationships/customXml" Target="../ink/ink1333.xml"/><Relationship Id="rId41" Type="http://schemas.openxmlformats.org/officeDocument/2006/relationships/image" Target="../media/image1325.png"/><Relationship Id="rId62" Type="http://schemas.openxmlformats.org/officeDocument/2006/relationships/customXml" Target="../ink/ink1354.xml"/><Relationship Id="rId83" Type="http://schemas.openxmlformats.org/officeDocument/2006/relationships/image" Target="../media/image1346.png"/><Relationship Id="rId179" Type="http://schemas.openxmlformats.org/officeDocument/2006/relationships/image" Target="../media/image1403.png"/><Relationship Id="rId190" Type="http://schemas.openxmlformats.org/officeDocument/2006/relationships/customXml" Target="../ink/ink1418.xml"/><Relationship Id="rId204" Type="http://schemas.openxmlformats.org/officeDocument/2006/relationships/customXml" Target="../ink/ink1425.xml"/><Relationship Id="rId225" Type="http://schemas.openxmlformats.org/officeDocument/2006/relationships/image" Target="../media/image1426.png"/><Relationship Id="rId246" Type="http://schemas.openxmlformats.org/officeDocument/2006/relationships/customXml" Target="../ink/ink1446.xml"/><Relationship Id="rId267" Type="http://schemas.openxmlformats.org/officeDocument/2006/relationships/image" Target="../media/image1447.png"/><Relationship Id="rId288" Type="http://schemas.openxmlformats.org/officeDocument/2006/relationships/customXml" Target="../ink/ink1467.xml"/><Relationship Id="rId106" Type="http://schemas.openxmlformats.org/officeDocument/2006/relationships/customXml" Target="../ink/ink1376.xml"/><Relationship Id="rId127" Type="http://schemas.openxmlformats.org/officeDocument/2006/relationships/image" Target="../media/image1377.png"/><Relationship Id="rId313" Type="http://schemas.openxmlformats.org/officeDocument/2006/relationships/image" Target="../media/image1470.png"/><Relationship Id="rId10" Type="http://schemas.openxmlformats.org/officeDocument/2006/relationships/customXml" Target="../ink/ink1328.xml"/><Relationship Id="rId31" Type="http://schemas.openxmlformats.org/officeDocument/2006/relationships/image" Target="../media/image1320.png"/><Relationship Id="rId52" Type="http://schemas.openxmlformats.org/officeDocument/2006/relationships/customXml" Target="../ink/ink1349.xml"/><Relationship Id="rId73" Type="http://schemas.openxmlformats.org/officeDocument/2006/relationships/image" Target="../media/image1341.png"/><Relationship Id="rId94" Type="http://schemas.openxmlformats.org/officeDocument/2006/relationships/customXml" Target="../ink/ink1370.xml"/><Relationship Id="rId148" Type="http://schemas.openxmlformats.org/officeDocument/2006/relationships/customXml" Target="../ink/ink1397.xml"/><Relationship Id="rId169" Type="http://schemas.openxmlformats.org/officeDocument/2006/relationships/image" Target="../media/image1398.png"/><Relationship Id="rId334" Type="http://schemas.openxmlformats.org/officeDocument/2006/relationships/customXml" Target="../ink/ink1490.xml"/><Relationship Id="rId4" Type="http://schemas.openxmlformats.org/officeDocument/2006/relationships/customXml" Target="../ink/ink1325.xml"/><Relationship Id="rId180" Type="http://schemas.openxmlformats.org/officeDocument/2006/relationships/customXml" Target="../ink/ink1413.xml"/><Relationship Id="rId215" Type="http://schemas.openxmlformats.org/officeDocument/2006/relationships/image" Target="../media/image1421.png"/><Relationship Id="rId236" Type="http://schemas.openxmlformats.org/officeDocument/2006/relationships/customXml" Target="../ink/ink1441.xml"/><Relationship Id="rId257" Type="http://schemas.openxmlformats.org/officeDocument/2006/relationships/image" Target="../media/image1442.png"/><Relationship Id="rId278" Type="http://schemas.openxmlformats.org/officeDocument/2006/relationships/customXml" Target="../ink/ink1462.xml"/><Relationship Id="rId303" Type="http://schemas.openxmlformats.org/officeDocument/2006/relationships/image" Target="../media/image1465.png"/><Relationship Id="rId42" Type="http://schemas.openxmlformats.org/officeDocument/2006/relationships/customXml" Target="../ink/ink1344.xml"/><Relationship Id="rId84" Type="http://schemas.openxmlformats.org/officeDocument/2006/relationships/customXml" Target="../ink/ink1365.xml"/><Relationship Id="rId138" Type="http://schemas.openxmlformats.org/officeDocument/2006/relationships/customXml" Target="../ink/ink1392.xml"/><Relationship Id="rId345" Type="http://schemas.openxmlformats.org/officeDocument/2006/relationships/image" Target="../media/image1486.png"/><Relationship Id="rId191" Type="http://schemas.openxmlformats.org/officeDocument/2006/relationships/image" Target="../media/image1409.png"/><Relationship Id="rId205" Type="http://schemas.openxmlformats.org/officeDocument/2006/relationships/image" Target="../media/image1416.png"/><Relationship Id="rId247" Type="http://schemas.openxmlformats.org/officeDocument/2006/relationships/image" Target="../media/image1437.png"/><Relationship Id="rId107" Type="http://schemas.openxmlformats.org/officeDocument/2006/relationships/image" Target="../media/image1358.png"/><Relationship Id="rId289" Type="http://schemas.openxmlformats.org/officeDocument/2006/relationships/image" Target="../media/image1458.png"/><Relationship Id="rId11" Type="http://schemas.openxmlformats.org/officeDocument/2006/relationships/image" Target="../media/image1310.png"/><Relationship Id="rId53" Type="http://schemas.openxmlformats.org/officeDocument/2006/relationships/image" Target="../media/image1331.png"/><Relationship Id="rId149" Type="http://schemas.openxmlformats.org/officeDocument/2006/relationships/image" Target="../media/image1388.png"/><Relationship Id="rId314" Type="http://schemas.openxmlformats.org/officeDocument/2006/relationships/customXml" Target="../ink/ink1480.xml"/><Relationship Id="rId95" Type="http://schemas.openxmlformats.org/officeDocument/2006/relationships/image" Target="../media/image1352.png"/><Relationship Id="rId160" Type="http://schemas.openxmlformats.org/officeDocument/2006/relationships/customXml" Target="../ink/ink1403.xml"/><Relationship Id="rId216" Type="http://schemas.openxmlformats.org/officeDocument/2006/relationships/customXml" Target="../ink/ink1431.xml"/><Relationship Id="rId258" Type="http://schemas.openxmlformats.org/officeDocument/2006/relationships/customXml" Target="../ink/ink1452.xml"/><Relationship Id="rId22" Type="http://schemas.openxmlformats.org/officeDocument/2006/relationships/customXml" Target="../ink/ink1334.xml"/><Relationship Id="rId64" Type="http://schemas.openxmlformats.org/officeDocument/2006/relationships/customXml" Target="../ink/ink1355.xml"/><Relationship Id="rId118" Type="http://schemas.openxmlformats.org/officeDocument/2006/relationships/customXml" Target="../ink/ink1382.xml"/><Relationship Id="rId325" Type="http://schemas.openxmlformats.org/officeDocument/2006/relationships/image" Target="../media/image1476.png"/><Relationship Id="rId171" Type="http://schemas.openxmlformats.org/officeDocument/2006/relationships/image" Target="../media/image1399.png"/><Relationship Id="rId227" Type="http://schemas.openxmlformats.org/officeDocument/2006/relationships/image" Target="../media/image1427.png"/><Relationship Id="rId269" Type="http://schemas.openxmlformats.org/officeDocument/2006/relationships/image" Target="../media/image1448.png"/><Relationship Id="rId33" Type="http://schemas.openxmlformats.org/officeDocument/2006/relationships/image" Target="../media/image1321.png"/><Relationship Id="rId129" Type="http://schemas.openxmlformats.org/officeDocument/2006/relationships/image" Target="../media/image1378.png"/><Relationship Id="rId280" Type="http://schemas.openxmlformats.org/officeDocument/2006/relationships/customXml" Target="../ink/ink1463.xml"/><Relationship Id="rId336" Type="http://schemas.openxmlformats.org/officeDocument/2006/relationships/customXml" Target="../ink/ink1491.xml"/><Relationship Id="rId75" Type="http://schemas.openxmlformats.org/officeDocument/2006/relationships/image" Target="../media/image1342.png"/><Relationship Id="rId140" Type="http://schemas.openxmlformats.org/officeDocument/2006/relationships/customXml" Target="../ink/ink1393.xml"/><Relationship Id="rId182" Type="http://schemas.openxmlformats.org/officeDocument/2006/relationships/customXml" Target="../ink/ink1414.xml"/><Relationship Id="rId6" Type="http://schemas.openxmlformats.org/officeDocument/2006/relationships/customXml" Target="../ink/ink1326.xml"/><Relationship Id="rId238" Type="http://schemas.openxmlformats.org/officeDocument/2006/relationships/customXml" Target="../ink/ink1442.xml"/><Relationship Id="rId291" Type="http://schemas.openxmlformats.org/officeDocument/2006/relationships/image" Target="../media/image1459.png"/><Relationship Id="rId305" Type="http://schemas.openxmlformats.org/officeDocument/2006/relationships/image" Target="../media/image1466.png"/><Relationship Id="rId347" Type="http://schemas.openxmlformats.org/officeDocument/2006/relationships/image" Target="../media/image1487.png"/><Relationship Id="rId44" Type="http://schemas.openxmlformats.org/officeDocument/2006/relationships/customXml" Target="../ink/ink1345.xml"/><Relationship Id="rId86" Type="http://schemas.openxmlformats.org/officeDocument/2006/relationships/customXml" Target="../ink/ink1366.xml"/><Relationship Id="rId151" Type="http://schemas.openxmlformats.org/officeDocument/2006/relationships/image" Target="../media/image1389.png"/><Relationship Id="rId193" Type="http://schemas.openxmlformats.org/officeDocument/2006/relationships/image" Target="../media/image1410.png"/><Relationship Id="rId207" Type="http://schemas.openxmlformats.org/officeDocument/2006/relationships/image" Target="../media/image1417.png"/><Relationship Id="rId249" Type="http://schemas.openxmlformats.org/officeDocument/2006/relationships/image" Target="../media/image1438.png"/><Relationship Id="rId13" Type="http://schemas.openxmlformats.org/officeDocument/2006/relationships/image" Target="../media/image1311.png"/><Relationship Id="rId109" Type="http://schemas.openxmlformats.org/officeDocument/2006/relationships/image" Target="../media/image1368.png"/><Relationship Id="rId260" Type="http://schemas.openxmlformats.org/officeDocument/2006/relationships/customXml" Target="../ink/ink1453.xml"/><Relationship Id="rId316" Type="http://schemas.openxmlformats.org/officeDocument/2006/relationships/customXml" Target="../ink/ink1481.xml"/><Relationship Id="rId55" Type="http://schemas.openxmlformats.org/officeDocument/2006/relationships/image" Target="../media/image1332.png"/><Relationship Id="rId97" Type="http://schemas.openxmlformats.org/officeDocument/2006/relationships/image" Target="../media/image1353.png"/><Relationship Id="rId120" Type="http://schemas.openxmlformats.org/officeDocument/2006/relationships/customXml" Target="../ink/ink1383.xml"/><Relationship Id="rId162" Type="http://schemas.openxmlformats.org/officeDocument/2006/relationships/customXml" Target="../ink/ink1404.xml"/><Relationship Id="rId218" Type="http://schemas.openxmlformats.org/officeDocument/2006/relationships/customXml" Target="../ink/ink1432.xml"/><Relationship Id="rId271" Type="http://schemas.openxmlformats.org/officeDocument/2006/relationships/image" Target="../media/image1449.png"/><Relationship Id="rId24" Type="http://schemas.openxmlformats.org/officeDocument/2006/relationships/customXml" Target="../ink/ink1335.xml"/><Relationship Id="rId66" Type="http://schemas.openxmlformats.org/officeDocument/2006/relationships/customXml" Target="../ink/ink1356.xml"/><Relationship Id="rId131" Type="http://schemas.openxmlformats.org/officeDocument/2006/relationships/image" Target="../media/image1379.png"/><Relationship Id="rId327" Type="http://schemas.openxmlformats.org/officeDocument/2006/relationships/image" Target="../media/image1477.png"/><Relationship Id="rId173" Type="http://schemas.openxmlformats.org/officeDocument/2006/relationships/image" Target="../media/image1400.png"/><Relationship Id="rId229" Type="http://schemas.openxmlformats.org/officeDocument/2006/relationships/image" Target="../media/image1428.png"/><Relationship Id="rId240" Type="http://schemas.openxmlformats.org/officeDocument/2006/relationships/customXml" Target="../ink/ink1443.xml"/><Relationship Id="rId35" Type="http://schemas.openxmlformats.org/officeDocument/2006/relationships/image" Target="../media/image1322.png"/><Relationship Id="rId77" Type="http://schemas.openxmlformats.org/officeDocument/2006/relationships/image" Target="../media/image1343.png"/><Relationship Id="rId100" Type="http://schemas.openxmlformats.org/officeDocument/2006/relationships/customXml" Target="../ink/ink1373.xml"/><Relationship Id="rId282" Type="http://schemas.openxmlformats.org/officeDocument/2006/relationships/customXml" Target="../ink/ink1464.xml"/><Relationship Id="rId338" Type="http://schemas.openxmlformats.org/officeDocument/2006/relationships/customXml" Target="../ink/ink149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10.xml"/><Relationship Id="rId117" Type="http://schemas.openxmlformats.org/officeDocument/2006/relationships/image" Target="../media/image1489.png"/><Relationship Id="rId21" Type="http://schemas.openxmlformats.org/officeDocument/2006/relationships/image" Target="../media/image13880.png"/><Relationship Id="rId42" Type="http://schemas.openxmlformats.org/officeDocument/2006/relationships/customXml" Target="../ink/ink1518.xml"/><Relationship Id="rId47" Type="http://schemas.openxmlformats.org/officeDocument/2006/relationships/image" Target="../media/image14010.png"/><Relationship Id="rId63" Type="http://schemas.openxmlformats.org/officeDocument/2006/relationships/image" Target="../media/image14090.png"/><Relationship Id="rId68" Type="http://schemas.openxmlformats.org/officeDocument/2006/relationships/customXml" Target="../ink/ink1531.xml"/><Relationship Id="rId84" Type="http://schemas.openxmlformats.org/officeDocument/2006/relationships/customXml" Target="../ink/ink1537.xml"/><Relationship Id="rId89" Type="http://schemas.openxmlformats.org/officeDocument/2006/relationships/image" Target="../media/image14220.png"/><Relationship Id="rId112" Type="http://schemas.openxmlformats.org/officeDocument/2006/relationships/customXml" Target="../ink/ink1551.xml"/><Relationship Id="rId16" Type="http://schemas.openxmlformats.org/officeDocument/2006/relationships/customXml" Target="../ink/ink1505.xml"/><Relationship Id="rId107" Type="http://schemas.openxmlformats.org/officeDocument/2006/relationships/image" Target="../media/image14310.png"/><Relationship Id="rId11" Type="http://schemas.openxmlformats.org/officeDocument/2006/relationships/image" Target="../media/image13830.png"/><Relationship Id="rId32" Type="http://schemas.openxmlformats.org/officeDocument/2006/relationships/customXml" Target="../ink/ink1513.xml"/><Relationship Id="rId37" Type="http://schemas.openxmlformats.org/officeDocument/2006/relationships/image" Target="../media/image13960.png"/><Relationship Id="rId53" Type="http://schemas.openxmlformats.org/officeDocument/2006/relationships/image" Target="../media/image14040.png"/><Relationship Id="rId58" Type="http://schemas.openxmlformats.org/officeDocument/2006/relationships/customXml" Target="../ink/ink1526.xml"/><Relationship Id="rId74" Type="http://schemas.openxmlformats.org/officeDocument/2006/relationships/customXml" Target="../ink/ink1534.xml"/><Relationship Id="rId102" Type="http://schemas.openxmlformats.org/officeDocument/2006/relationships/customXml" Target="../ink/ink1546.xml"/><Relationship Id="rId5" Type="http://schemas.openxmlformats.org/officeDocument/2006/relationships/image" Target="../media/image13800.png"/><Relationship Id="rId90" Type="http://schemas.openxmlformats.org/officeDocument/2006/relationships/customXml" Target="../ink/ink1540.xml"/><Relationship Id="rId95" Type="http://schemas.openxmlformats.org/officeDocument/2006/relationships/image" Target="../media/image14250.png"/><Relationship Id="rId22" Type="http://schemas.openxmlformats.org/officeDocument/2006/relationships/customXml" Target="../ink/ink1508.xml"/><Relationship Id="rId27" Type="http://schemas.openxmlformats.org/officeDocument/2006/relationships/image" Target="../media/image13910.png"/><Relationship Id="rId43" Type="http://schemas.openxmlformats.org/officeDocument/2006/relationships/image" Target="../media/image13990.png"/><Relationship Id="rId48" Type="http://schemas.openxmlformats.org/officeDocument/2006/relationships/customXml" Target="../ink/ink1521.xml"/><Relationship Id="rId64" Type="http://schemas.openxmlformats.org/officeDocument/2006/relationships/customXml" Target="../ink/ink1529.xml"/><Relationship Id="rId69" Type="http://schemas.openxmlformats.org/officeDocument/2006/relationships/image" Target="../media/image14120.png"/><Relationship Id="rId113" Type="http://schemas.openxmlformats.org/officeDocument/2006/relationships/image" Target="../media/image14340.png"/><Relationship Id="rId85" Type="http://schemas.openxmlformats.org/officeDocument/2006/relationships/image" Target="../media/image14200.png"/><Relationship Id="rId12" Type="http://schemas.openxmlformats.org/officeDocument/2006/relationships/customXml" Target="../ink/ink1503.xml"/><Relationship Id="rId17" Type="http://schemas.openxmlformats.org/officeDocument/2006/relationships/image" Target="../media/image13860.png"/><Relationship Id="rId33" Type="http://schemas.openxmlformats.org/officeDocument/2006/relationships/image" Target="../media/image13940.png"/><Relationship Id="rId38" Type="http://schemas.openxmlformats.org/officeDocument/2006/relationships/customXml" Target="../ink/ink1516.xml"/><Relationship Id="rId59" Type="http://schemas.openxmlformats.org/officeDocument/2006/relationships/image" Target="../media/image14070.png"/><Relationship Id="rId103" Type="http://schemas.openxmlformats.org/officeDocument/2006/relationships/image" Target="../media/image14290.png"/><Relationship Id="rId108" Type="http://schemas.openxmlformats.org/officeDocument/2006/relationships/customXml" Target="../ink/ink1549.xml"/><Relationship Id="rId54" Type="http://schemas.openxmlformats.org/officeDocument/2006/relationships/customXml" Target="../ink/ink1524.xml"/><Relationship Id="rId70" Type="http://schemas.openxmlformats.org/officeDocument/2006/relationships/customXml" Target="../ink/ink1532.xml"/><Relationship Id="rId75" Type="http://schemas.openxmlformats.org/officeDocument/2006/relationships/image" Target="../media/image14150.png"/><Relationship Id="rId91" Type="http://schemas.openxmlformats.org/officeDocument/2006/relationships/image" Target="../media/image14230.png"/><Relationship Id="rId96" Type="http://schemas.openxmlformats.org/officeDocument/2006/relationships/customXml" Target="../ink/ink154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00.xml"/><Relationship Id="rId15" Type="http://schemas.openxmlformats.org/officeDocument/2006/relationships/image" Target="../media/image13850.png"/><Relationship Id="rId23" Type="http://schemas.openxmlformats.org/officeDocument/2006/relationships/image" Target="../media/image13890.png"/><Relationship Id="rId28" Type="http://schemas.openxmlformats.org/officeDocument/2006/relationships/customXml" Target="../ink/ink1511.xml"/><Relationship Id="rId36" Type="http://schemas.openxmlformats.org/officeDocument/2006/relationships/customXml" Target="../ink/ink1515.xml"/><Relationship Id="rId49" Type="http://schemas.openxmlformats.org/officeDocument/2006/relationships/image" Target="../media/image14020.png"/><Relationship Id="rId57" Type="http://schemas.openxmlformats.org/officeDocument/2006/relationships/image" Target="../media/image14060.png"/><Relationship Id="rId106" Type="http://schemas.openxmlformats.org/officeDocument/2006/relationships/customXml" Target="../ink/ink1548.xml"/><Relationship Id="rId114" Type="http://schemas.openxmlformats.org/officeDocument/2006/relationships/customXml" Target="../ink/ink1552.xml"/><Relationship Id="rId10" Type="http://schemas.openxmlformats.org/officeDocument/2006/relationships/customXml" Target="../ink/ink1502.xml"/><Relationship Id="rId31" Type="http://schemas.openxmlformats.org/officeDocument/2006/relationships/image" Target="../media/image13930.png"/><Relationship Id="rId44" Type="http://schemas.openxmlformats.org/officeDocument/2006/relationships/customXml" Target="../ink/ink1519.xml"/><Relationship Id="rId52" Type="http://schemas.openxmlformats.org/officeDocument/2006/relationships/customXml" Target="../ink/ink1523.xml"/><Relationship Id="rId60" Type="http://schemas.openxmlformats.org/officeDocument/2006/relationships/customXml" Target="../ink/ink1527.xml"/><Relationship Id="rId65" Type="http://schemas.openxmlformats.org/officeDocument/2006/relationships/image" Target="../media/image14100.png"/><Relationship Id="rId73" Type="http://schemas.openxmlformats.org/officeDocument/2006/relationships/image" Target="../media/image14140.png"/><Relationship Id="rId78" Type="http://schemas.openxmlformats.org/officeDocument/2006/relationships/customXml" Target="../ink/ink1536.xml"/><Relationship Id="rId86" Type="http://schemas.openxmlformats.org/officeDocument/2006/relationships/customXml" Target="../ink/ink1538.xml"/><Relationship Id="rId94" Type="http://schemas.openxmlformats.org/officeDocument/2006/relationships/customXml" Target="../ink/ink1542.xml"/><Relationship Id="rId99" Type="http://schemas.openxmlformats.org/officeDocument/2006/relationships/image" Target="../media/image14270.png"/><Relationship Id="rId101" Type="http://schemas.openxmlformats.org/officeDocument/2006/relationships/image" Target="../media/image14280.png"/><Relationship Id="rId4" Type="http://schemas.openxmlformats.org/officeDocument/2006/relationships/customXml" Target="../ink/ink1499.xml"/><Relationship Id="rId9" Type="http://schemas.openxmlformats.org/officeDocument/2006/relationships/image" Target="../media/image13820.png"/><Relationship Id="rId13" Type="http://schemas.openxmlformats.org/officeDocument/2006/relationships/image" Target="../media/image13840.png"/><Relationship Id="rId18" Type="http://schemas.openxmlformats.org/officeDocument/2006/relationships/customXml" Target="../ink/ink1506.xml"/><Relationship Id="rId39" Type="http://schemas.openxmlformats.org/officeDocument/2006/relationships/image" Target="../media/image13970.png"/><Relationship Id="rId109" Type="http://schemas.openxmlformats.org/officeDocument/2006/relationships/image" Target="../media/image14320.png"/><Relationship Id="rId34" Type="http://schemas.openxmlformats.org/officeDocument/2006/relationships/customXml" Target="../ink/ink1514.xml"/><Relationship Id="rId50" Type="http://schemas.openxmlformats.org/officeDocument/2006/relationships/customXml" Target="../ink/ink1522.xml"/><Relationship Id="rId55" Type="http://schemas.openxmlformats.org/officeDocument/2006/relationships/image" Target="../media/image14050.png"/><Relationship Id="rId76" Type="http://schemas.openxmlformats.org/officeDocument/2006/relationships/customXml" Target="../ink/ink1535.xml"/><Relationship Id="rId97" Type="http://schemas.openxmlformats.org/officeDocument/2006/relationships/image" Target="../media/image14260.png"/><Relationship Id="rId104" Type="http://schemas.openxmlformats.org/officeDocument/2006/relationships/customXml" Target="../ink/ink1547.xml"/><Relationship Id="rId7" Type="http://schemas.openxmlformats.org/officeDocument/2006/relationships/image" Target="../media/image13810.png"/><Relationship Id="rId71" Type="http://schemas.openxmlformats.org/officeDocument/2006/relationships/image" Target="../media/image14130.png"/><Relationship Id="rId92" Type="http://schemas.openxmlformats.org/officeDocument/2006/relationships/customXml" Target="../ink/ink1541.xml"/><Relationship Id="rId2" Type="http://schemas.openxmlformats.org/officeDocument/2006/relationships/customXml" Target="../ink/ink1498.xml"/><Relationship Id="rId29" Type="http://schemas.openxmlformats.org/officeDocument/2006/relationships/image" Target="../media/image13920.png"/><Relationship Id="rId24" Type="http://schemas.openxmlformats.org/officeDocument/2006/relationships/customXml" Target="../ink/ink1509.xml"/><Relationship Id="rId40" Type="http://schemas.openxmlformats.org/officeDocument/2006/relationships/customXml" Target="../ink/ink1517.xml"/><Relationship Id="rId45" Type="http://schemas.openxmlformats.org/officeDocument/2006/relationships/image" Target="../media/image14000.png"/><Relationship Id="rId66" Type="http://schemas.openxmlformats.org/officeDocument/2006/relationships/customXml" Target="../ink/ink1530.xml"/><Relationship Id="rId87" Type="http://schemas.openxmlformats.org/officeDocument/2006/relationships/image" Target="../media/image14210.png"/><Relationship Id="rId110" Type="http://schemas.openxmlformats.org/officeDocument/2006/relationships/customXml" Target="../ink/ink1550.xml"/><Relationship Id="rId115" Type="http://schemas.openxmlformats.org/officeDocument/2006/relationships/image" Target="../media/image407.png"/><Relationship Id="rId61" Type="http://schemas.openxmlformats.org/officeDocument/2006/relationships/image" Target="../media/image14080.png"/><Relationship Id="rId19" Type="http://schemas.openxmlformats.org/officeDocument/2006/relationships/image" Target="../media/image13870.png"/><Relationship Id="rId14" Type="http://schemas.openxmlformats.org/officeDocument/2006/relationships/customXml" Target="../ink/ink1504.xml"/><Relationship Id="rId30" Type="http://schemas.openxmlformats.org/officeDocument/2006/relationships/customXml" Target="../ink/ink1512.xml"/><Relationship Id="rId35" Type="http://schemas.openxmlformats.org/officeDocument/2006/relationships/image" Target="../media/image13950.png"/><Relationship Id="rId56" Type="http://schemas.openxmlformats.org/officeDocument/2006/relationships/customXml" Target="../ink/ink1525.xml"/><Relationship Id="rId77" Type="http://schemas.openxmlformats.org/officeDocument/2006/relationships/image" Target="../media/image14160.png"/><Relationship Id="rId100" Type="http://schemas.openxmlformats.org/officeDocument/2006/relationships/customXml" Target="../ink/ink1545.xml"/><Relationship Id="rId105" Type="http://schemas.openxmlformats.org/officeDocument/2006/relationships/image" Target="../media/image14300.png"/><Relationship Id="rId8" Type="http://schemas.openxmlformats.org/officeDocument/2006/relationships/customXml" Target="../ink/ink1501.xml"/><Relationship Id="rId51" Type="http://schemas.openxmlformats.org/officeDocument/2006/relationships/image" Target="../media/image14030.png"/><Relationship Id="rId72" Type="http://schemas.openxmlformats.org/officeDocument/2006/relationships/customXml" Target="../ink/ink1533.xml"/><Relationship Id="rId93" Type="http://schemas.openxmlformats.org/officeDocument/2006/relationships/image" Target="../media/image14240.png"/><Relationship Id="rId98" Type="http://schemas.openxmlformats.org/officeDocument/2006/relationships/customXml" Target="../ink/ink1544.xml"/><Relationship Id="rId3" Type="http://schemas.openxmlformats.org/officeDocument/2006/relationships/image" Target="../media/image13790.png"/><Relationship Id="rId25" Type="http://schemas.openxmlformats.org/officeDocument/2006/relationships/image" Target="../media/image13900.png"/><Relationship Id="rId46" Type="http://schemas.openxmlformats.org/officeDocument/2006/relationships/customXml" Target="../ink/ink1520.xml"/><Relationship Id="rId67" Type="http://schemas.openxmlformats.org/officeDocument/2006/relationships/image" Target="../media/image14110.png"/><Relationship Id="rId116" Type="http://schemas.openxmlformats.org/officeDocument/2006/relationships/customXml" Target="../ink/ink1553.xml"/><Relationship Id="rId20" Type="http://schemas.openxmlformats.org/officeDocument/2006/relationships/customXml" Target="../ink/ink1507.xml"/><Relationship Id="rId41" Type="http://schemas.openxmlformats.org/officeDocument/2006/relationships/image" Target="../media/image13980.png"/><Relationship Id="rId62" Type="http://schemas.openxmlformats.org/officeDocument/2006/relationships/customXml" Target="../ink/ink1528.xml"/><Relationship Id="rId83" Type="http://schemas.openxmlformats.org/officeDocument/2006/relationships/image" Target="../media/image14190.png"/><Relationship Id="rId88" Type="http://schemas.openxmlformats.org/officeDocument/2006/relationships/customXml" Target="../ink/ink1539.xml"/><Relationship Id="rId111" Type="http://schemas.openxmlformats.org/officeDocument/2006/relationships/image" Target="../media/image143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E7BC2AC-3E9C-46FA-BC1A-68A7E344A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49" y="147301"/>
            <a:ext cx="11019641" cy="1928925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FFCA84EA-BFBA-4F88-BE84-A807CDA55A17}"/>
              </a:ext>
            </a:extLst>
          </p:cNvPr>
          <p:cNvGrpSpPr/>
          <p:nvPr/>
        </p:nvGrpSpPr>
        <p:grpSpPr>
          <a:xfrm>
            <a:off x="773704" y="2377546"/>
            <a:ext cx="376920" cy="590040"/>
            <a:chOff x="773704" y="2377546"/>
            <a:chExt cx="37692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3671CF4-4BD8-4BE5-90F5-382A276DF80F}"/>
                    </a:ext>
                  </a:extLst>
                </p14:cNvPr>
                <p14:cNvContentPartPr/>
                <p14:nvPr/>
              </p14:nvContentPartPr>
              <p14:xfrm>
                <a:off x="773704" y="2578426"/>
                <a:ext cx="199800" cy="20448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3671CF4-4BD8-4BE5-90F5-382A276DF8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5064" y="2569426"/>
                  <a:ext cx="217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9CA10AB6-222C-49C6-ABE6-123A907790E2}"/>
                    </a:ext>
                  </a:extLst>
                </p14:cNvPr>
                <p14:cNvContentPartPr/>
                <p14:nvPr/>
              </p14:nvContentPartPr>
              <p14:xfrm>
                <a:off x="955864" y="2377546"/>
                <a:ext cx="194760" cy="5900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9CA10AB6-222C-49C6-ABE6-123A907790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7224" y="2368546"/>
                  <a:ext cx="212400" cy="60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B4AF329-676F-48D8-A969-098827071E15}"/>
                  </a:ext>
                </a:extLst>
              </p14:cNvPr>
              <p14:cNvContentPartPr/>
              <p14:nvPr/>
            </p14:nvContentPartPr>
            <p14:xfrm>
              <a:off x="1691704" y="2306266"/>
              <a:ext cx="243720" cy="10508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B4AF329-676F-48D8-A969-098827071E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3064" y="2297266"/>
                <a:ext cx="261360" cy="10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37C20FEB-31CA-4973-B310-FD685F4B0070}"/>
                  </a:ext>
                </a:extLst>
              </p14:cNvPr>
              <p14:cNvContentPartPr/>
              <p14:nvPr/>
            </p14:nvContentPartPr>
            <p14:xfrm>
              <a:off x="6382864" y="207106"/>
              <a:ext cx="219960" cy="1177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37C20FEB-31CA-4973-B310-FD685F4B00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73864" y="198106"/>
                <a:ext cx="2376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2CEE485-3F1A-4840-9B8A-B649EC4AFBCB}"/>
                  </a:ext>
                </a:extLst>
              </p14:cNvPr>
              <p14:cNvContentPartPr/>
              <p14:nvPr/>
            </p14:nvContentPartPr>
            <p14:xfrm>
              <a:off x="10903384" y="163546"/>
              <a:ext cx="181080" cy="1191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2CEE485-3F1A-4840-9B8A-B649EC4AFB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94384" y="154546"/>
                <a:ext cx="1987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BC60E42E-1698-4728-A2C9-21EBF7213F39}"/>
                  </a:ext>
                </a:extLst>
              </p14:cNvPr>
              <p14:cNvContentPartPr/>
              <p14:nvPr/>
            </p14:nvContentPartPr>
            <p14:xfrm>
              <a:off x="2823544" y="867706"/>
              <a:ext cx="103680" cy="6408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BC60E42E-1698-4728-A2C9-21EBF7213F3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4904" y="859066"/>
                <a:ext cx="12132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9CAD1B26-2BF5-49FF-9FB0-C99867A4F5B9}"/>
              </a:ext>
            </a:extLst>
          </p:cNvPr>
          <p:cNvGrpSpPr/>
          <p:nvPr/>
        </p:nvGrpSpPr>
        <p:grpSpPr>
          <a:xfrm>
            <a:off x="2018224" y="2242546"/>
            <a:ext cx="640440" cy="1100880"/>
            <a:chOff x="2018224" y="2242546"/>
            <a:chExt cx="64044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6D73E28-7929-4AEC-8E50-5DA02AB2778E}"/>
                    </a:ext>
                  </a:extLst>
                </p14:cNvPr>
                <p14:cNvContentPartPr/>
                <p14:nvPr/>
              </p14:nvContentPartPr>
              <p14:xfrm>
                <a:off x="2018224" y="2332906"/>
                <a:ext cx="47880" cy="23004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6D73E28-7929-4AEC-8E50-5DA02AB2778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09584" y="2324266"/>
                  <a:ext cx="65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8296F60-E3A6-45BC-9C39-151451B3D5A6}"/>
                    </a:ext>
                  </a:extLst>
                </p14:cNvPr>
                <p14:cNvContentPartPr/>
                <p14:nvPr/>
              </p14:nvContentPartPr>
              <p14:xfrm>
                <a:off x="2125504" y="2265946"/>
                <a:ext cx="181080" cy="2394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8296F60-E3A6-45BC-9C39-151451B3D5A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16864" y="2257306"/>
                  <a:ext cx="198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6FF0936-439A-4714-A0AB-955AE0E7B46F}"/>
                    </a:ext>
                  </a:extLst>
                </p14:cNvPr>
                <p14:cNvContentPartPr/>
                <p14:nvPr/>
              </p14:nvContentPartPr>
              <p14:xfrm>
                <a:off x="2084464" y="2807746"/>
                <a:ext cx="146520" cy="3553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6FF0936-439A-4714-A0AB-955AE0E7B4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75824" y="2798746"/>
                  <a:ext cx="1641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DC51BD8-9740-4E9A-81A2-02D3ED83E044}"/>
                    </a:ext>
                  </a:extLst>
                </p14:cNvPr>
                <p14:cNvContentPartPr/>
                <p14:nvPr/>
              </p14:nvContentPartPr>
              <p14:xfrm>
                <a:off x="2493064" y="2242546"/>
                <a:ext cx="165600" cy="110088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DC51BD8-9740-4E9A-81A2-02D3ED83E0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84064" y="2233906"/>
                  <a:ext cx="183240" cy="11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96F397B-F762-4024-A135-D77E06A154BB}"/>
              </a:ext>
            </a:extLst>
          </p:cNvPr>
          <p:cNvGrpSpPr/>
          <p:nvPr/>
        </p:nvGrpSpPr>
        <p:grpSpPr>
          <a:xfrm>
            <a:off x="2852704" y="2617306"/>
            <a:ext cx="195480" cy="125640"/>
            <a:chOff x="2852704" y="2617306"/>
            <a:chExt cx="19548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9C212B0-0744-476E-9E83-A51D91FECAEB}"/>
                    </a:ext>
                  </a:extLst>
                </p14:cNvPr>
                <p14:cNvContentPartPr/>
                <p14:nvPr/>
              </p14:nvContentPartPr>
              <p14:xfrm>
                <a:off x="2868904" y="2617306"/>
                <a:ext cx="124920" cy="201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9C212B0-0744-476E-9E83-A51D91FECA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60264" y="2608666"/>
                  <a:ext cx="142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D68280E-0548-49D0-983A-4487683A0F3B}"/>
                    </a:ext>
                  </a:extLst>
                </p14:cNvPr>
                <p14:cNvContentPartPr/>
                <p14:nvPr/>
              </p14:nvContentPartPr>
              <p14:xfrm>
                <a:off x="2852704" y="2725306"/>
                <a:ext cx="195480" cy="176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D68280E-0548-49D0-983A-4487683A0F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43704" y="2716306"/>
                  <a:ext cx="2131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7754C98-825A-42C7-8088-C0A4E848093A}"/>
              </a:ext>
            </a:extLst>
          </p:cNvPr>
          <p:cNvGrpSpPr/>
          <p:nvPr/>
        </p:nvGrpSpPr>
        <p:grpSpPr>
          <a:xfrm>
            <a:off x="526744" y="3525226"/>
            <a:ext cx="459360" cy="688320"/>
            <a:chOff x="526744" y="3525226"/>
            <a:chExt cx="459360" cy="6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311D3AE-E882-447D-A033-A5CB9A59825C}"/>
                    </a:ext>
                  </a:extLst>
                </p14:cNvPr>
                <p14:cNvContentPartPr/>
                <p14:nvPr/>
              </p14:nvContentPartPr>
              <p14:xfrm>
                <a:off x="526744" y="3588586"/>
                <a:ext cx="295200" cy="4586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311D3AE-E882-447D-A033-A5CB9A5982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7744" y="3579946"/>
                  <a:ext cx="3128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D58325E-B600-401A-9644-E9FBFF57CB4F}"/>
                    </a:ext>
                  </a:extLst>
                </p14:cNvPr>
                <p14:cNvContentPartPr/>
                <p14:nvPr/>
              </p14:nvContentPartPr>
              <p14:xfrm>
                <a:off x="854344" y="3525226"/>
                <a:ext cx="131760" cy="6883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D58325E-B600-401A-9644-E9FBFF57CB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5704" y="3516586"/>
                  <a:ext cx="149400" cy="70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46CCCFB2-6171-4BB7-B10E-E19B21794B0B}"/>
                  </a:ext>
                </a:extLst>
              </p14:cNvPr>
              <p14:cNvContentPartPr/>
              <p14:nvPr/>
            </p14:nvContentPartPr>
            <p14:xfrm>
              <a:off x="6765904" y="310426"/>
              <a:ext cx="2160" cy="648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46CCCFB2-6171-4BB7-B10E-E19B21794B0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56904" y="301426"/>
                <a:ext cx="19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F021FB29-A649-4144-98D5-C35985652FC8}"/>
                  </a:ext>
                </a:extLst>
              </p14:cNvPr>
              <p14:cNvContentPartPr/>
              <p14:nvPr/>
            </p14:nvContentPartPr>
            <p14:xfrm>
              <a:off x="4559824" y="1719826"/>
              <a:ext cx="183240" cy="22140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F021FB29-A649-4144-98D5-C35985652FC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50824" y="1711186"/>
                <a:ext cx="200880" cy="23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12DD31A7-469D-488E-805D-9104F234406C}"/>
              </a:ext>
            </a:extLst>
          </p:cNvPr>
          <p:cNvGrpSpPr/>
          <p:nvPr/>
        </p:nvGrpSpPr>
        <p:grpSpPr>
          <a:xfrm>
            <a:off x="1614304" y="3619906"/>
            <a:ext cx="659880" cy="854280"/>
            <a:chOff x="1614304" y="3619906"/>
            <a:chExt cx="659880" cy="85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A9126AA-DF26-4CA2-A074-C99E36FE5DA0}"/>
                    </a:ext>
                  </a:extLst>
                </p14:cNvPr>
                <p14:cNvContentPartPr/>
                <p14:nvPr/>
              </p14:nvContentPartPr>
              <p14:xfrm>
                <a:off x="1614304" y="3728266"/>
                <a:ext cx="95040" cy="7459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A9126AA-DF26-4CA2-A074-C99E36FE5DA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05664" y="3719266"/>
                  <a:ext cx="11268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4576C44A-711A-4220-97A9-7BEC1E8C6DEF}"/>
                    </a:ext>
                  </a:extLst>
                </p14:cNvPr>
                <p14:cNvContentPartPr/>
                <p14:nvPr/>
              </p14:nvContentPartPr>
              <p14:xfrm>
                <a:off x="1761184" y="3629266"/>
                <a:ext cx="189000" cy="2318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4576C44A-711A-4220-97A9-7BEC1E8C6D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52184" y="3620626"/>
                  <a:ext cx="206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9C328A2-11C6-46E5-8DC9-41C5C4D3FB4C}"/>
                    </a:ext>
                  </a:extLst>
                </p14:cNvPr>
                <p14:cNvContentPartPr/>
                <p14:nvPr/>
              </p14:nvContentPartPr>
              <p14:xfrm>
                <a:off x="1810504" y="3863266"/>
                <a:ext cx="153720" cy="18504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9C328A2-11C6-46E5-8DC9-41C5C4D3FB4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01504" y="3854626"/>
                  <a:ext cx="171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DCC2C1B-E072-4DF1-8530-F8D07B363537}"/>
                    </a:ext>
                  </a:extLst>
                </p14:cNvPr>
                <p14:cNvContentPartPr/>
                <p14:nvPr/>
              </p14:nvContentPartPr>
              <p14:xfrm>
                <a:off x="1815184" y="4141906"/>
                <a:ext cx="175320" cy="2311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DCC2C1B-E072-4DF1-8530-F8D07B3635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06544" y="4132906"/>
                  <a:ext cx="192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7DFBE8E-5AE4-4A90-8EEF-852585E39B44}"/>
                    </a:ext>
                  </a:extLst>
                </p14:cNvPr>
                <p14:cNvContentPartPr/>
                <p14:nvPr/>
              </p14:nvContentPartPr>
              <p14:xfrm>
                <a:off x="2014624" y="3619906"/>
                <a:ext cx="259560" cy="81504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7DFBE8E-5AE4-4A90-8EEF-852585E39B4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05624" y="3611266"/>
                  <a:ext cx="277200" cy="83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8626C80-2DD3-46A8-9954-5B621B65493E}"/>
              </a:ext>
            </a:extLst>
          </p:cNvPr>
          <p:cNvGrpSpPr/>
          <p:nvPr/>
        </p:nvGrpSpPr>
        <p:grpSpPr>
          <a:xfrm>
            <a:off x="2488384" y="3573826"/>
            <a:ext cx="842400" cy="956520"/>
            <a:chOff x="2488384" y="3573826"/>
            <a:chExt cx="842400" cy="95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A92164A-E950-4349-9F08-C31C15F310D7}"/>
                    </a:ext>
                  </a:extLst>
                </p14:cNvPr>
                <p14:cNvContentPartPr/>
                <p14:nvPr/>
              </p14:nvContentPartPr>
              <p14:xfrm>
                <a:off x="2488384" y="3615586"/>
                <a:ext cx="166320" cy="9147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A92164A-E950-4349-9F08-C31C15F310D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79744" y="3606946"/>
                  <a:ext cx="183960" cy="9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1C7AC4E-6512-46CD-9FAA-0ADEB54CBA4A}"/>
                    </a:ext>
                  </a:extLst>
                </p14:cNvPr>
                <p14:cNvContentPartPr/>
                <p14:nvPr/>
              </p14:nvContentPartPr>
              <p14:xfrm>
                <a:off x="2880784" y="3649426"/>
                <a:ext cx="29520" cy="2570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1C7AC4E-6512-46CD-9FAA-0ADEB54CBA4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71784" y="3640786"/>
                  <a:ext cx="471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D9FEAC6-C2BD-4588-9111-CD776C72D2DD}"/>
                    </a:ext>
                  </a:extLst>
                </p14:cNvPr>
                <p14:cNvContentPartPr/>
                <p14:nvPr/>
              </p14:nvContentPartPr>
              <p14:xfrm>
                <a:off x="2783944" y="3622786"/>
                <a:ext cx="112320" cy="23688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D9FEAC6-C2BD-4588-9111-CD776C72D2D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75304" y="3613786"/>
                  <a:ext cx="129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18B0547-1AF4-4C1E-A918-3946E9FCC745}"/>
                    </a:ext>
                  </a:extLst>
                </p14:cNvPr>
                <p14:cNvContentPartPr/>
                <p14:nvPr/>
              </p14:nvContentPartPr>
              <p14:xfrm>
                <a:off x="2868184" y="4109506"/>
                <a:ext cx="214920" cy="18648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18B0547-1AF4-4C1E-A918-3946E9FCC74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59184" y="4100866"/>
                  <a:ext cx="232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149AFABC-BE2E-42B2-8C36-7C19CC18EBA1}"/>
                    </a:ext>
                  </a:extLst>
                </p14:cNvPr>
                <p14:cNvContentPartPr/>
                <p14:nvPr/>
              </p14:nvContentPartPr>
              <p14:xfrm>
                <a:off x="3102184" y="3573826"/>
                <a:ext cx="228600" cy="77292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149AFABC-BE2E-42B2-8C36-7C19CC18EB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93184" y="3565186"/>
                  <a:ext cx="246240" cy="79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DA412068-9D78-496A-843A-CCB3256134E6}"/>
              </a:ext>
            </a:extLst>
          </p:cNvPr>
          <p:cNvGrpSpPr/>
          <p:nvPr/>
        </p:nvGrpSpPr>
        <p:grpSpPr>
          <a:xfrm>
            <a:off x="3687184" y="3388786"/>
            <a:ext cx="679320" cy="1201320"/>
            <a:chOff x="3687184" y="3388786"/>
            <a:chExt cx="679320" cy="12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577DF35E-51BC-4F39-B0BE-9A97FA817431}"/>
                    </a:ext>
                  </a:extLst>
                </p14:cNvPr>
                <p14:cNvContentPartPr/>
                <p14:nvPr/>
              </p14:nvContentPartPr>
              <p14:xfrm>
                <a:off x="3687184" y="3545026"/>
                <a:ext cx="127440" cy="8550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577DF35E-51BC-4F39-B0BE-9A97FA81743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78544" y="3536026"/>
                  <a:ext cx="14508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57194A4-3483-4DB8-8890-932288C04FDD}"/>
                    </a:ext>
                  </a:extLst>
                </p14:cNvPr>
                <p14:cNvContentPartPr/>
                <p14:nvPr/>
              </p14:nvContentPartPr>
              <p14:xfrm>
                <a:off x="3852064" y="3475546"/>
                <a:ext cx="129960" cy="3171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57194A4-3483-4DB8-8890-932288C04FD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43424" y="3466906"/>
                  <a:ext cx="1476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38A9741A-4033-4222-B6FF-FC9A47D0C196}"/>
                    </a:ext>
                  </a:extLst>
                </p14:cNvPr>
                <p14:cNvContentPartPr/>
                <p14:nvPr/>
              </p14:nvContentPartPr>
              <p14:xfrm>
                <a:off x="4023424" y="4034986"/>
                <a:ext cx="75600" cy="2628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38A9741A-4033-4222-B6FF-FC9A47D0C19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14424" y="4026346"/>
                  <a:ext cx="93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E8D3FD9B-DF6E-47C0-9C5C-612AF6702749}"/>
                    </a:ext>
                  </a:extLst>
                </p14:cNvPr>
                <p14:cNvContentPartPr/>
                <p14:nvPr/>
              </p14:nvContentPartPr>
              <p14:xfrm>
                <a:off x="4174984" y="3388786"/>
                <a:ext cx="191520" cy="12013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E8D3FD9B-DF6E-47C0-9C5C-612AF67027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66344" y="3379786"/>
                  <a:ext cx="209160" cy="121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02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F12A128-8FF9-4E83-8E15-2CB64D2EB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43" y="167528"/>
            <a:ext cx="10113590" cy="2564914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4EE18B65-1412-4577-B16C-1E7AF5C46EE2}"/>
              </a:ext>
            </a:extLst>
          </p:cNvPr>
          <p:cNvGrpSpPr/>
          <p:nvPr/>
        </p:nvGrpSpPr>
        <p:grpSpPr>
          <a:xfrm>
            <a:off x="7521904" y="2526946"/>
            <a:ext cx="582120" cy="332640"/>
            <a:chOff x="7521904" y="2526946"/>
            <a:chExt cx="5821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EE592455-F940-4DB7-9A23-B6961BE7CC7B}"/>
                    </a:ext>
                  </a:extLst>
                </p14:cNvPr>
                <p14:cNvContentPartPr/>
                <p14:nvPr/>
              </p14:nvContentPartPr>
              <p14:xfrm>
                <a:off x="7521904" y="2526946"/>
                <a:ext cx="431640" cy="2988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EE592455-F940-4DB7-9A23-B6961BE7CC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12904" y="2518306"/>
                  <a:ext cx="449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B9691C5F-C733-4442-9AA7-C340200F08B3}"/>
                    </a:ext>
                  </a:extLst>
                </p14:cNvPr>
                <p14:cNvContentPartPr/>
                <p14:nvPr/>
              </p14:nvContentPartPr>
              <p14:xfrm>
                <a:off x="7923304" y="2566906"/>
                <a:ext cx="180720" cy="29268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B9691C5F-C733-4442-9AA7-C340200F08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14304" y="2558266"/>
                  <a:ext cx="19836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EAC9F6-B6AE-407F-8126-806EF354DF75}"/>
              </a:ext>
            </a:extLst>
          </p:cNvPr>
          <p:cNvGrpSpPr/>
          <p:nvPr/>
        </p:nvGrpSpPr>
        <p:grpSpPr>
          <a:xfrm>
            <a:off x="10100944" y="2317066"/>
            <a:ext cx="1898280" cy="424080"/>
            <a:chOff x="10100944" y="2317066"/>
            <a:chExt cx="189828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F6B9532-F902-4511-91F9-B195D82127C3}"/>
                    </a:ext>
                  </a:extLst>
                </p14:cNvPr>
                <p14:cNvContentPartPr/>
                <p14:nvPr/>
              </p14:nvContentPartPr>
              <p14:xfrm>
                <a:off x="10100944" y="2415346"/>
                <a:ext cx="363960" cy="32580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F6B9532-F902-4511-91F9-B195D82127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91944" y="2406706"/>
                  <a:ext cx="381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F4CD0DE-EF77-4077-9063-AB54E4F00D5C}"/>
                    </a:ext>
                  </a:extLst>
                </p14:cNvPr>
                <p14:cNvContentPartPr/>
                <p14:nvPr/>
              </p14:nvContentPartPr>
              <p14:xfrm>
                <a:off x="10658224" y="2358106"/>
                <a:ext cx="506520" cy="36036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F4CD0DE-EF77-4077-9063-AB54E4F00D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49584" y="2349466"/>
                  <a:ext cx="5241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A4B9A4A-8245-4827-87A5-E8E207CE8A85}"/>
                    </a:ext>
                  </a:extLst>
                </p14:cNvPr>
                <p14:cNvContentPartPr/>
                <p14:nvPr/>
              </p14:nvContentPartPr>
              <p14:xfrm>
                <a:off x="11198944" y="2495626"/>
                <a:ext cx="45000" cy="1936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A4B9A4A-8245-4827-87A5-E8E207CE8A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190304" y="2486986"/>
                  <a:ext cx="6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389EC432-A712-4DF7-9CFC-FA37179B3D99}"/>
                    </a:ext>
                  </a:extLst>
                </p14:cNvPr>
                <p14:cNvContentPartPr/>
                <p14:nvPr/>
              </p14:nvContentPartPr>
              <p14:xfrm>
                <a:off x="11299744" y="2457466"/>
                <a:ext cx="87480" cy="20376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389EC432-A712-4DF7-9CFC-FA37179B3D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90744" y="2448466"/>
                  <a:ext cx="105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E0F73A89-43FD-43E0-8D3B-7E6CF67442F0}"/>
                    </a:ext>
                  </a:extLst>
                </p14:cNvPr>
                <p14:cNvContentPartPr/>
                <p14:nvPr/>
              </p14:nvContentPartPr>
              <p14:xfrm>
                <a:off x="11408464" y="2399866"/>
                <a:ext cx="167040" cy="2739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E0F73A89-43FD-43E0-8D3B-7E6CF67442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399464" y="2390866"/>
                  <a:ext cx="1846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88774B90-CB5B-481D-992B-233709BB14B2}"/>
                    </a:ext>
                  </a:extLst>
                </p14:cNvPr>
                <p14:cNvContentPartPr/>
                <p14:nvPr/>
              </p14:nvContentPartPr>
              <p14:xfrm>
                <a:off x="11572264" y="2474026"/>
                <a:ext cx="203400" cy="23652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88774B90-CB5B-481D-992B-233709BB14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563624" y="2465026"/>
                  <a:ext cx="221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B6A9133-0691-4BEC-8808-6C1F9B8CD138}"/>
                    </a:ext>
                  </a:extLst>
                </p14:cNvPr>
                <p14:cNvContentPartPr/>
                <p14:nvPr/>
              </p14:nvContentPartPr>
              <p14:xfrm>
                <a:off x="11780344" y="2317066"/>
                <a:ext cx="218880" cy="3722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B6A9133-0691-4BEC-8808-6C1F9B8CD1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771344" y="2308066"/>
                  <a:ext cx="23652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5174E13-71A1-47A3-813F-AC239AFE0685}"/>
              </a:ext>
            </a:extLst>
          </p:cNvPr>
          <p:cNvGrpSpPr/>
          <p:nvPr/>
        </p:nvGrpSpPr>
        <p:grpSpPr>
          <a:xfrm>
            <a:off x="526744" y="4317586"/>
            <a:ext cx="645120" cy="137160"/>
            <a:chOff x="526744" y="4317586"/>
            <a:chExt cx="64512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536B493-AAFC-40FC-AB70-252F39EC7A1D}"/>
                    </a:ext>
                  </a:extLst>
                </p14:cNvPr>
                <p14:cNvContentPartPr/>
                <p14:nvPr/>
              </p14:nvContentPartPr>
              <p14:xfrm>
                <a:off x="526744" y="4347826"/>
                <a:ext cx="253800" cy="2736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536B493-AAFC-40FC-AB70-252F39EC7A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7744" y="4339186"/>
                  <a:ext cx="271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DD638641-0E17-4F9C-9602-831C321B658F}"/>
                    </a:ext>
                  </a:extLst>
                </p14:cNvPr>
                <p14:cNvContentPartPr/>
                <p14:nvPr/>
              </p14:nvContentPartPr>
              <p14:xfrm>
                <a:off x="828424" y="4344226"/>
                <a:ext cx="171360" cy="9504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DD638641-0E17-4F9C-9602-831C321B65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9424" y="4335586"/>
                  <a:ext cx="189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45D7A86-48CE-4FFB-96A0-A02298FD090C}"/>
                    </a:ext>
                  </a:extLst>
                </p14:cNvPr>
                <p14:cNvContentPartPr/>
                <p14:nvPr/>
              </p14:nvContentPartPr>
              <p14:xfrm>
                <a:off x="1012024" y="4317586"/>
                <a:ext cx="159840" cy="1371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45D7A86-48CE-4FFB-96A0-A02298FD090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3024" y="4308586"/>
                  <a:ext cx="1774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833176CD-5017-4CF6-9B96-8D0A74B9A777}"/>
              </a:ext>
            </a:extLst>
          </p:cNvPr>
          <p:cNvGrpSpPr/>
          <p:nvPr/>
        </p:nvGrpSpPr>
        <p:grpSpPr>
          <a:xfrm>
            <a:off x="522784" y="2648626"/>
            <a:ext cx="2959560" cy="1547280"/>
            <a:chOff x="522784" y="2648626"/>
            <a:chExt cx="2959560" cy="15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B87CFBBB-B1A2-4D47-BE25-7EE3CD603646}"/>
                    </a:ext>
                  </a:extLst>
                </p14:cNvPr>
                <p14:cNvContentPartPr/>
                <p14:nvPr/>
              </p14:nvContentPartPr>
              <p14:xfrm>
                <a:off x="522784" y="2795146"/>
                <a:ext cx="213120" cy="2455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B87CFBBB-B1A2-4D47-BE25-7EE3CD6036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3784" y="2786506"/>
                  <a:ext cx="230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659C6134-92AD-4217-9913-2F39FA75DF9F}"/>
                    </a:ext>
                  </a:extLst>
                </p14:cNvPr>
                <p14:cNvContentPartPr/>
                <p14:nvPr/>
              </p14:nvContentPartPr>
              <p14:xfrm>
                <a:off x="732664" y="2713786"/>
                <a:ext cx="66240" cy="3837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659C6134-92AD-4217-9913-2F39FA75DF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3664" y="2705146"/>
                  <a:ext cx="838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1723C8E-BA54-4A9C-BFC1-E12E4AD7FDFF}"/>
                    </a:ext>
                  </a:extLst>
                </p14:cNvPr>
                <p14:cNvContentPartPr/>
                <p14:nvPr/>
              </p14:nvContentPartPr>
              <p14:xfrm>
                <a:off x="1226584" y="2648626"/>
                <a:ext cx="174600" cy="3837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1723C8E-BA54-4A9C-BFC1-E12E4AD7FDF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17584" y="2639986"/>
                  <a:ext cx="1922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CD3A983-FDA5-4F0C-BF67-F9D86F42C884}"/>
                    </a:ext>
                  </a:extLst>
                </p14:cNvPr>
                <p14:cNvContentPartPr/>
                <p14:nvPr/>
              </p14:nvContentPartPr>
              <p14:xfrm>
                <a:off x="1476784" y="2821426"/>
                <a:ext cx="192960" cy="18288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CD3A983-FDA5-4F0C-BF67-F9D86F42C88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68144" y="2812426"/>
                  <a:ext cx="21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A788BFB3-E118-46BF-919E-388B2036788D}"/>
                    </a:ext>
                  </a:extLst>
                </p14:cNvPr>
                <p14:cNvContentPartPr/>
                <p14:nvPr/>
              </p14:nvContentPartPr>
              <p14:xfrm>
                <a:off x="1678384" y="2821066"/>
                <a:ext cx="200160" cy="2008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A788BFB3-E118-46BF-919E-388B2036788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69384" y="2812426"/>
                  <a:ext cx="217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08FF8BE6-2F1F-4168-976C-920093C24111}"/>
                    </a:ext>
                  </a:extLst>
                </p14:cNvPr>
                <p14:cNvContentPartPr/>
                <p14:nvPr/>
              </p14:nvContentPartPr>
              <p14:xfrm>
                <a:off x="1890784" y="2815666"/>
                <a:ext cx="300240" cy="1670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08FF8BE6-2F1F-4168-976C-920093C2411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81784" y="2807026"/>
                  <a:ext cx="317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1D7614E-1926-4F77-B552-327ED69AF70F}"/>
                    </a:ext>
                  </a:extLst>
                </p14:cNvPr>
                <p14:cNvContentPartPr/>
                <p14:nvPr/>
              </p14:nvContentPartPr>
              <p14:xfrm>
                <a:off x="2256184" y="2709466"/>
                <a:ext cx="90360" cy="2988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1D7614E-1926-4F77-B552-327ED69AF7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47184" y="2700826"/>
                  <a:ext cx="108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6177AB9-0950-47FE-BA3F-3732138574C7}"/>
                    </a:ext>
                  </a:extLst>
                </p14:cNvPr>
                <p14:cNvContentPartPr/>
                <p14:nvPr/>
              </p14:nvContentPartPr>
              <p14:xfrm>
                <a:off x="2206864" y="2847706"/>
                <a:ext cx="342720" cy="1411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6177AB9-0950-47FE-BA3F-3732138574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97864" y="2839066"/>
                  <a:ext cx="360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CDC8442-BAA1-4393-AFE3-05961CD3A597}"/>
                    </a:ext>
                  </a:extLst>
                </p14:cNvPr>
                <p14:cNvContentPartPr/>
                <p14:nvPr/>
              </p14:nvContentPartPr>
              <p14:xfrm>
                <a:off x="2524744" y="2815666"/>
                <a:ext cx="304200" cy="2145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CDC8442-BAA1-4393-AFE3-05961CD3A59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15744" y="2807026"/>
                  <a:ext cx="321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3BD8FDE3-C430-4E83-B905-E5A028390083}"/>
                    </a:ext>
                  </a:extLst>
                </p14:cNvPr>
                <p14:cNvContentPartPr/>
                <p14:nvPr/>
              </p14:nvContentPartPr>
              <p14:xfrm>
                <a:off x="3233584" y="2776426"/>
                <a:ext cx="92160" cy="2376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3BD8FDE3-C430-4E83-B905-E5A02839008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24584" y="2767786"/>
                  <a:ext cx="109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0B5DC7A-4743-4EFC-AFA2-192577757A6F}"/>
                    </a:ext>
                  </a:extLst>
                </p14:cNvPr>
                <p14:cNvContentPartPr/>
                <p14:nvPr/>
              </p14:nvContentPartPr>
              <p14:xfrm>
                <a:off x="3247984" y="2788666"/>
                <a:ext cx="234360" cy="20952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0B5DC7A-4743-4EFC-AFA2-192577757A6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38984" y="2780026"/>
                  <a:ext cx="252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0413F4BA-C5C6-4AAD-B9FD-1664CE231417}"/>
                    </a:ext>
                  </a:extLst>
                </p14:cNvPr>
                <p14:cNvContentPartPr/>
                <p14:nvPr/>
              </p14:nvContentPartPr>
              <p14:xfrm>
                <a:off x="779104" y="3430186"/>
                <a:ext cx="186120" cy="7657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0413F4BA-C5C6-4AAD-B9FD-1664CE23141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70104" y="3421186"/>
                  <a:ext cx="203760" cy="7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25A97AF-3CAC-407F-AD2C-EA669BB5586F}"/>
                    </a:ext>
                  </a:extLst>
                </p14:cNvPr>
                <p14:cNvContentPartPr/>
                <p14:nvPr/>
              </p14:nvContentPartPr>
              <p14:xfrm>
                <a:off x="783064" y="3172786"/>
                <a:ext cx="103680" cy="1494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25A97AF-3CAC-407F-AD2C-EA669BB5586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4424" y="3163786"/>
                  <a:ext cx="121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B96E0F1-DF4D-45BA-BA32-3776D9233D4F}"/>
                    </a:ext>
                  </a:extLst>
                </p14:cNvPr>
                <p14:cNvContentPartPr/>
                <p14:nvPr/>
              </p14:nvContentPartPr>
              <p14:xfrm>
                <a:off x="912304" y="3150466"/>
                <a:ext cx="134640" cy="1450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B96E0F1-DF4D-45BA-BA32-3776D9233D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3664" y="3141826"/>
                  <a:ext cx="152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AF2EF49-D608-4671-B708-05E7A79EF0E9}"/>
                    </a:ext>
                  </a:extLst>
                </p14:cNvPr>
                <p14:cNvContentPartPr/>
                <p14:nvPr/>
              </p14:nvContentPartPr>
              <p14:xfrm>
                <a:off x="1251424" y="3651226"/>
                <a:ext cx="131040" cy="3790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AF2EF49-D608-4671-B708-05E7A79EF0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42784" y="3642226"/>
                  <a:ext cx="148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0D13E27E-56B9-47B5-AC92-2DA95918B2FF}"/>
                    </a:ext>
                  </a:extLst>
                </p14:cNvPr>
                <p14:cNvContentPartPr/>
                <p14:nvPr/>
              </p14:nvContentPartPr>
              <p14:xfrm>
                <a:off x="1192744" y="3753826"/>
                <a:ext cx="423720" cy="22824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0D13E27E-56B9-47B5-AC92-2DA95918B2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4104" y="3745186"/>
                  <a:ext cx="441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F535A83-3C7A-41BC-B231-3DE8E34ABC70}"/>
                    </a:ext>
                  </a:extLst>
                </p14:cNvPr>
                <p14:cNvContentPartPr/>
                <p14:nvPr/>
              </p14:nvContentPartPr>
              <p14:xfrm>
                <a:off x="1671904" y="3801706"/>
                <a:ext cx="104760" cy="16884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F535A83-3C7A-41BC-B231-3DE8E34ABC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63264" y="3793066"/>
                  <a:ext cx="122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CCCCA69A-6169-4CAF-AF2F-85452C6ED262}"/>
                    </a:ext>
                  </a:extLst>
                </p14:cNvPr>
                <p14:cNvContentPartPr/>
                <p14:nvPr/>
              </p14:nvContentPartPr>
              <p14:xfrm>
                <a:off x="1790344" y="3818986"/>
                <a:ext cx="185040" cy="1742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CCCCA69A-6169-4CAF-AF2F-85452C6ED2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781344" y="3810346"/>
                  <a:ext cx="202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8D0EC28-56F3-4BE6-82A6-CA26DA15CAF1}"/>
                    </a:ext>
                  </a:extLst>
                </p14:cNvPr>
                <p14:cNvContentPartPr/>
                <p14:nvPr/>
              </p14:nvContentPartPr>
              <p14:xfrm>
                <a:off x="1962424" y="3679306"/>
                <a:ext cx="93240" cy="2455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8D0EC28-56F3-4BE6-82A6-CA26DA15CAF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53424" y="3670306"/>
                  <a:ext cx="110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83CAB1F9-6DC4-449F-BCD1-E2D8DA8CAB37}"/>
                    </a:ext>
                  </a:extLst>
                </p14:cNvPr>
                <p14:cNvContentPartPr/>
                <p14:nvPr/>
              </p14:nvContentPartPr>
              <p14:xfrm>
                <a:off x="2106784" y="3572386"/>
                <a:ext cx="244440" cy="3578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83CAB1F9-6DC4-449F-BCD1-E2D8DA8CAB3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98144" y="3563386"/>
                  <a:ext cx="2620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045E266-5902-47B7-818B-92C13A0AE651}"/>
                    </a:ext>
                  </a:extLst>
                </p14:cNvPr>
                <p14:cNvContentPartPr/>
                <p14:nvPr/>
              </p14:nvContentPartPr>
              <p14:xfrm>
                <a:off x="2359864" y="3715666"/>
                <a:ext cx="268920" cy="2394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045E266-5902-47B7-818B-92C13A0AE65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351224" y="3707026"/>
                  <a:ext cx="286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20FBF89-6F9A-4F17-90F6-C2CDD731A77A}"/>
                    </a:ext>
                  </a:extLst>
                </p14:cNvPr>
                <p14:cNvContentPartPr/>
                <p14:nvPr/>
              </p14:nvContentPartPr>
              <p14:xfrm>
                <a:off x="2751904" y="3770386"/>
                <a:ext cx="144360" cy="770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20FBF89-6F9A-4F17-90F6-C2CDD731A77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743264" y="3761746"/>
                  <a:ext cx="162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F956265-BD9F-4BE4-8819-FC9D8A87F508}"/>
                    </a:ext>
                  </a:extLst>
                </p14:cNvPr>
                <p14:cNvContentPartPr/>
                <p14:nvPr/>
              </p14:nvContentPartPr>
              <p14:xfrm>
                <a:off x="3116584" y="3682186"/>
                <a:ext cx="37800" cy="2131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F956265-BD9F-4BE4-8819-FC9D8A87F50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07944" y="3673186"/>
                  <a:ext cx="55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31C60C26-18CB-46EF-988A-17525E0DB88F}"/>
                    </a:ext>
                  </a:extLst>
                </p14:cNvPr>
                <p14:cNvContentPartPr/>
                <p14:nvPr/>
              </p14:nvContentPartPr>
              <p14:xfrm>
                <a:off x="2996704" y="3909706"/>
                <a:ext cx="259560" cy="716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31C60C26-18CB-46EF-988A-17525E0DB88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87704" y="3900706"/>
                  <a:ext cx="2772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28B81272-B8D8-4EF4-8228-AD329A2D9F1A}"/>
                  </a:ext>
                </a:extLst>
              </p14:cNvPr>
              <p14:cNvContentPartPr/>
              <p14:nvPr/>
            </p14:nvContentPartPr>
            <p14:xfrm>
              <a:off x="3908944" y="3394906"/>
              <a:ext cx="282960" cy="33516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28B81272-B8D8-4EF4-8228-AD329A2D9F1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899944" y="3385906"/>
                <a:ext cx="30060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0A42BBEF-7B1E-4D7A-8967-F7617C51BF09}"/>
                  </a:ext>
                </a:extLst>
              </p14:cNvPr>
              <p14:cNvContentPartPr/>
              <p14:nvPr/>
            </p14:nvContentPartPr>
            <p14:xfrm>
              <a:off x="4863304" y="3419026"/>
              <a:ext cx="233280" cy="73944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0A42BBEF-7B1E-4D7A-8967-F7617C51BF0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854664" y="3410026"/>
                <a:ext cx="25092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81A31582-4544-4C3B-8917-B6C3C2A8E4F1}"/>
                  </a:ext>
                </a:extLst>
              </p14:cNvPr>
              <p14:cNvContentPartPr/>
              <p14:nvPr/>
            </p14:nvContentPartPr>
            <p14:xfrm>
              <a:off x="4020904" y="2731426"/>
              <a:ext cx="227160" cy="38916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81A31582-4544-4C3B-8917-B6C3C2A8E4F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012264" y="2722426"/>
                <a:ext cx="2448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8AFB3BDD-FC24-4AB4-84CC-45D286D75B96}"/>
                  </a:ext>
                </a:extLst>
              </p14:cNvPr>
              <p14:cNvContentPartPr/>
              <p14:nvPr/>
            </p14:nvContentPartPr>
            <p14:xfrm>
              <a:off x="4305304" y="2700826"/>
              <a:ext cx="370080" cy="18360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8AFB3BDD-FC24-4AB4-84CC-45D286D75B9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296304" y="2692186"/>
                <a:ext cx="3877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3C977A85-2CC0-4C5E-92B4-013C8B6B6730}"/>
                  </a:ext>
                </a:extLst>
              </p14:cNvPr>
              <p14:cNvContentPartPr/>
              <p14:nvPr/>
            </p14:nvContentPartPr>
            <p14:xfrm>
              <a:off x="4663144" y="2688586"/>
              <a:ext cx="227880" cy="21960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3C977A85-2CC0-4C5E-92B4-013C8B6B673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654144" y="2679946"/>
                <a:ext cx="2455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4890D475-FBEC-4637-BEAB-A97875A6BC23}"/>
                  </a:ext>
                </a:extLst>
              </p14:cNvPr>
              <p14:cNvContentPartPr/>
              <p14:nvPr/>
            </p14:nvContentPartPr>
            <p14:xfrm>
              <a:off x="5243464" y="2649706"/>
              <a:ext cx="717120" cy="32292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4890D475-FBEC-4637-BEAB-A97875A6BC2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34824" y="2640706"/>
                <a:ext cx="7347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8DAD6EAC-298B-4B8C-8FC1-59E0D6124B5F}"/>
                  </a:ext>
                </a:extLst>
              </p14:cNvPr>
              <p14:cNvContentPartPr/>
              <p14:nvPr/>
            </p14:nvContentPartPr>
            <p14:xfrm>
              <a:off x="6274144" y="2417506"/>
              <a:ext cx="64440" cy="41400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8DAD6EAC-298B-4B8C-8FC1-59E0D6124B5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265504" y="2408506"/>
                <a:ext cx="820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1EA076D-5907-4955-9FCE-BCE6FE33F4E2}"/>
                  </a:ext>
                </a:extLst>
              </p14:cNvPr>
              <p14:cNvContentPartPr/>
              <p14:nvPr/>
            </p14:nvContentPartPr>
            <p14:xfrm>
              <a:off x="6221584" y="2501026"/>
              <a:ext cx="346320" cy="23688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1EA076D-5907-4955-9FCE-BCE6FE33F4E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212584" y="2492026"/>
                <a:ext cx="363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6A5C1874-ABBC-4744-9024-093E25BC2672}"/>
                  </a:ext>
                </a:extLst>
              </p14:cNvPr>
              <p14:cNvContentPartPr/>
              <p14:nvPr/>
            </p14:nvContentPartPr>
            <p14:xfrm>
              <a:off x="6624784" y="2601826"/>
              <a:ext cx="92160" cy="13608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6A5C1874-ABBC-4744-9024-093E25BC267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615784" y="2592826"/>
                <a:ext cx="1098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19ED7F98-DD0A-40E4-98B6-FBEFA3864F5F}"/>
                  </a:ext>
                </a:extLst>
              </p14:cNvPr>
              <p14:cNvContentPartPr/>
              <p14:nvPr/>
            </p14:nvContentPartPr>
            <p14:xfrm>
              <a:off x="6695344" y="2492026"/>
              <a:ext cx="228600" cy="31680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19ED7F98-DD0A-40E4-98B6-FBEFA3864F5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686344" y="2483386"/>
                <a:ext cx="2462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110C8C85-88EC-41C9-ACBB-99070703E74E}"/>
                  </a:ext>
                </a:extLst>
              </p14:cNvPr>
              <p14:cNvContentPartPr/>
              <p14:nvPr/>
            </p14:nvContentPartPr>
            <p14:xfrm>
              <a:off x="4714624" y="4470586"/>
              <a:ext cx="200520" cy="864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110C8C85-88EC-41C9-ACBB-99070703E74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705624" y="4461586"/>
                <a:ext cx="218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F2ABE96F-7E70-4520-B8D9-9D697A282AB7}"/>
                  </a:ext>
                </a:extLst>
              </p14:cNvPr>
              <p14:cNvContentPartPr/>
              <p14:nvPr/>
            </p14:nvContentPartPr>
            <p14:xfrm>
              <a:off x="4976344" y="4402186"/>
              <a:ext cx="292680" cy="12852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F2ABE96F-7E70-4520-B8D9-9D697A282AB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967344" y="4393186"/>
                <a:ext cx="310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35DA2A79-432D-4D6E-B52A-E6082C797ED6}"/>
                  </a:ext>
                </a:extLst>
              </p14:cNvPr>
              <p14:cNvContentPartPr/>
              <p14:nvPr/>
            </p14:nvContentPartPr>
            <p14:xfrm>
              <a:off x="6927184" y="4347826"/>
              <a:ext cx="118800" cy="144360"/>
            </p14:xfrm>
          </p:contentPart>
        </mc:Choice>
        <mc:Fallback xmlns=""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35DA2A79-432D-4D6E-B52A-E6082C797ED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18544" y="4339186"/>
                <a:ext cx="1364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9A1DACD1-3731-4CD2-B0BD-105BF75426A7}"/>
                  </a:ext>
                </a:extLst>
              </p14:cNvPr>
              <p14:cNvContentPartPr/>
              <p14:nvPr/>
            </p14:nvContentPartPr>
            <p14:xfrm>
              <a:off x="4652344" y="1433096"/>
              <a:ext cx="268560" cy="96480"/>
            </p14:xfrm>
          </p:contentPart>
        </mc:Choice>
        <mc:Fallback xmlns=""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9A1DACD1-3731-4CD2-B0BD-105BF75426A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643344" y="1424096"/>
                <a:ext cx="2862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41414FB7-F043-467D-BEF3-2245F3039E14}"/>
                  </a:ext>
                </a:extLst>
              </p14:cNvPr>
              <p14:cNvContentPartPr/>
              <p14:nvPr/>
            </p14:nvContentPartPr>
            <p14:xfrm>
              <a:off x="6432544" y="3692266"/>
              <a:ext cx="42480" cy="189000"/>
            </p14:xfrm>
          </p:contentPart>
        </mc:Choice>
        <mc:Fallback xmlns=""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41414FB7-F043-467D-BEF3-2245F3039E1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23904" y="3683266"/>
                <a:ext cx="601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BE75A781-C6D9-4056-8C80-CA1A5B91402C}"/>
                  </a:ext>
                </a:extLst>
              </p14:cNvPr>
              <p14:cNvContentPartPr/>
              <p14:nvPr/>
            </p14:nvContentPartPr>
            <p14:xfrm>
              <a:off x="6389704" y="3782626"/>
              <a:ext cx="264240" cy="5868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BE75A781-C6D9-4056-8C80-CA1A5B91402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381064" y="3773986"/>
                <a:ext cx="281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5FFD1F72-FE87-4A72-B986-17A113057166}"/>
                  </a:ext>
                </a:extLst>
              </p14:cNvPr>
              <p14:cNvContentPartPr/>
              <p14:nvPr/>
            </p14:nvContentPartPr>
            <p14:xfrm>
              <a:off x="6904864" y="3406426"/>
              <a:ext cx="169560" cy="682200"/>
            </p14:xfrm>
          </p:contentPart>
        </mc:Choice>
        <mc:Fallback xmlns=""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5FFD1F72-FE87-4A72-B986-17A11305716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896224" y="3397786"/>
                <a:ext cx="18720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D226D74B-503A-4FD2-B75A-D081280AB933}"/>
                  </a:ext>
                </a:extLst>
              </p14:cNvPr>
              <p14:cNvContentPartPr/>
              <p14:nvPr/>
            </p14:nvContentPartPr>
            <p14:xfrm>
              <a:off x="6840424" y="3121666"/>
              <a:ext cx="35280" cy="22608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D226D74B-503A-4FD2-B75A-D081280AB93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831424" y="3113026"/>
                <a:ext cx="52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CF9F37A5-FF24-44F4-9C83-03B520C5326E}"/>
                  </a:ext>
                </a:extLst>
              </p14:cNvPr>
              <p14:cNvContentPartPr/>
              <p14:nvPr/>
            </p14:nvContentPartPr>
            <p14:xfrm>
              <a:off x="6943744" y="3134266"/>
              <a:ext cx="129240" cy="162000"/>
            </p14:xfrm>
          </p:contentPart>
        </mc:Choice>
        <mc:Fallback xmlns=""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CF9F37A5-FF24-44F4-9C83-03B520C5326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934744" y="3125266"/>
                <a:ext cx="1468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FC723526-A081-43D1-BAE0-EB9C8B13B79F}"/>
                  </a:ext>
                </a:extLst>
              </p14:cNvPr>
              <p14:cNvContentPartPr/>
              <p14:nvPr/>
            </p14:nvContentPartPr>
            <p14:xfrm>
              <a:off x="7301224" y="3864896"/>
              <a:ext cx="312120" cy="89640"/>
            </p14:xfrm>
          </p:contentPart>
        </mc:Choice>
        <mc:Fallback xmlns=""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FC723526-A081-43D1-BAE0-EB9C8B13B79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292584" y="3856256"/>
                <a:ext cx="3297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3C7E56B3-F974-4EEA-BBB4-D536D5CCCBB8}"/>
                  </a:ext>
                </a:extLst>
              </p14:cNvPr>
              <p14:cNvContentPartPr/>
              <p14:nvPr/>
            </p14:nvContentPartPr>
            <p14:xfrm>
              <a:off x="5113864" y="1463336"/>
              <a:ext cx="28440" cy="8280"/>
            </p14:xfrm>
          </p:contentPart>
        </mc:Choice>
        <mc:Fallback xmlns=""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3C7E56B3-F974-4EEA-BBB4-D536D5CCCBB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104864" y="1454336"/>
                <a:ext cx="460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AC4FE8DB-7075-4AD9-8C7B-5AA2E0C3C62A}"/>
                  </a:ext>
                </a:extLst>
              </p14:cNvPr>
              <p14:cNvContentPartPr/>
              <p14:nvPr/>
            </p14:nvContentPartPr>
            <p14:xfrm>
              <a:off x="6124744" y="1511216"/>
              <a:ext cx="360" cy="360"/>
            </p14:xfrm>
          </p:contentPart>
        </mc:Choice>
        <mc:Fallback xmlns=""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AC4FE8DB-7075-4AD9-8C7B-5AA2E0C3C62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116104" y="15022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470C15CC-BA07-403C-898D-87E1081441AA}"/>
                  </a:ext>
                </a:extLst>
              </p14:cNvPr>
              <p14:cNvContentPartPr/>
              <p14:nvPr/>
            </p14:nvContentPartPr>
            <p14:xfrm>
              <a:off x="4772584" y="1045016"/>
              <a:ext cx="105480" cy="176040"/>
            </p14:xfrm>
          </p:contentPart>
        </mc:Choice>
        <mc:Fallback xmlns=""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470C15CC-BA07-403C-898D-87E1081441A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763944" y="1036016"/>
                <a:ext cx="12312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upo 115">
            <a:extLst>
              <a:ext uri="{FF2B5EF4-FFF2-40B4-BE49-F238E27FC236}">
                <a16:creationId xmlns:a16="http://schemas.microsoft.com/office/drawing/2014/main" id="{1F34B9EB-DAC6-46A6-B7D4-2D91CB77FF1F}"/>
              </a:ext>
            </a:extLst>
          </p:cNvPr>
          <p:cNvGrpSpPr/>
          <p:nvPr/>
        </p:nvGrpSpPr>
        <p:grpSpPr>
          <a:xfrm>
            <a:off x="7377904" y="3533866"/>
            <a:ext cx="663480" cy="481870"/>
            <a:chOff x="7377904" y="3533866"/>
            <a:chExt cx="663480" cy="48187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4C96284-7638-4157-ABAA-4991E0E43AC3}"/>
                    </a:ext>
                  </a:extLst>
                </p14:cNvPr>
                <p14:cNvContentPartPr/>
                <p14:nvPr/>
              </p14:nvContentPartPr>
              <p14:xfrm>
                <a:off x="7377904" y="3658426"/>
                <a:ext cx="34200" cy="1821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4C96284-7638-4157-ABAA-4991E0E43AC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68904" y="3649426"/>
                  <a:ext cx="51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0F6B2324-C369-4A16-8D2F-7FB74BA5EFB4}"/>
                    </a:ext>
                  </a:extLst>
                </p14:cNvPr>
                <p14:cNvContentPartPr/>
                <p14:nvPr/>
              </p14:nvContentPartPr>
              <p14:xfrm>
                <a:off x="7380784" y="3672106"/>
                <a:ext cx="200520" cy="15264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0F6B2324-C369-4A16-8D2F-7FB74BA5EFB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71784" y="3663466"/>
                  <a:ext cx="218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A4AAFA2-DAEA-48B1-848A-A58105B8573B}"/>
                    </a:ext>
                  </a:extLst>
                </p14:cNvPr>
                <p14:cNvContentPartPr/>
                <p14:nvPr/>
              </p14:nvContentPartPr>
              <p14:xfrm>
                <a:off x="7638904" y="3533866"/>
                <a:ext cx="214920" cy="24984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A4AAFA2-DAEA-48B1-848A-A58105B857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29904" y="3525226"/>
                  <a:ext cx="232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A80D1AEB-3EBD-489A-B292-73F65BF27BBF}"/>
                    </a:ext>
                  </a:extLst>
                </p14:cNvPr>
                <p14:cNvContentPartPr/>
                <p14:nvPr/>
              </p14:nvContentPartPr>
              <p14:xfrm>
                <a:off x="7878664" y="3644386"/>
                <a:ext cx="162720" cy="1926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A80D1AEB-3EBD-489A-B292-73F65BF27B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9664" y="3635386"/>
                  <a:ext cx="180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986D6C4-64B2-4838-877B-15081949F4A5}"/>
                    </a:ext>
                  </a:extLst>
                </p14:cNvPr>
                <p14:cNvContentPartPr/>
                <p14:nvPr/>
              </p14:nvContentPartPr>
              <p14:xfrm>
                <a:off x="7605064" y="3901616"/>
                <a:ext cx="59400" cy="1141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986D6C4-64B2-4838-877B-15081949F4A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96064" y="3892616"/>
                  <a:ext cx="7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750257DC-F426-4E18-BF68-6340547ED5B3}"/>
                    </a:ext>
                  </a:extLst>
                </p14:cNvPr>
                <p14:cNvContentPartPr/>
                <p14:nvPr/>
              </p14:nvContentPartPr>
              <p14:xfrm>
                <a:off x="7659064" y="3797216"/>
                <a:ext cx="360" cy="36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750257DC-F426-4E18-BF68-6340547ED5B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650424" y="3788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A36AB5A7-B84C-4E07-B431-3C9F06224A5A}"/>
              </a:ext>
            </a:extLst>
          </p:cNvPr>
          <p:cNvGrpSpPr/>
          <p:nvPr/>
        </p:nvGrpSpPr>
        <p:grpSpPr>
          <a:xfrm>
            <a:off x="8496064" y="2362786"/>
            <a:ext cx="1103400" cy="689950"/>
            <a:chOff x="8496064" y="2362786"/>
            <a:chExt cx="1103400" cy="68995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F54C50CD-8D42-44FE-82E8-CD0D7631326B}"/>
                    </a:ext>
                  </a:extLst>
                </p14:cNvPr>
                <p14:cNvContentPartPr/>
                <p14:nvPr/>
              </p14:nvContentPartPr>
              <p14:xfrm>
                <a:off x="8587144" y="2424346"/>
                <a:ext cx="69840" cy="4636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F54C50CD-8D42-44FE-82E8-CD0D7631326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78144" y="2415706"/>
                  <a:ext cx="874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1C902664-BAEB-4CA9-8E20-4556BAAACB0A}"/>
                    </a:ext>
                  </a:extLst>
                </p14:cNvPr>
                <p14:cNvContentPartPr/>
                <p14:nvPr/>
              </p14:nvContentPartPr>
              <p14:xfrm>
                <a:off x="8496064" y="2608666"/>
                <a:ext cx="547560" cy="1882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1C902664-BAEB-4CA9-8E20-4556BAAACB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87424" y="2600026"/>
                  <a:ext cx="565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265F946-48FF-41F5-9EC5-7CB98CEB59E4}"/>
                    </a:ext>
                  </a:extLst>
                </p14:cNvPr>
                <p14:cNvContentPartPr/>
                <p14:nvPr/>
              </p14:nvContentPartPr>
              <p14:xfrm>
                <a:off x="9087544" y="2542786"/>
                <a:ext cx="270360" cy="2610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265F946-48FF-41F5-9EC5-7CB98CEB59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78544" y="2533786"/>
                  <a:ext cx="288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354715B6-ED93-4461-AF1A-369B7D914D69}"/>
                    </a:ext>
                  </a:extLst>
                </p14:cNvPr>
                <p14:cNvContentPartPr/>
                <p14:nvPr/>
              </p14:nvContentPartPr>
              <p14:xfrm>
                <a:off x="9362944" y="2520106"/>
                <a:ext cx="236520" cy="2152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354715B6-ED93-4461-AF1A-369B7D914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53944" y="2511106"/>
                  <a:ext cx="254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26DFC88-6A90-4AD0-87EF-CB8A627D0545}"/>
                    </a:ext>
                  </a:extLst>
                </p14:cNvPr>
                <p14:cNvContentPartPr/>
                <p14:nvPr/>
              </p14:nvContentPartPr>
              <p14:xfrm>
                <a:off x="9460864" y="2362786"/>
                <a:ext cx="45000" cy="17064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26DFC88-6A90-4AD0-87EF-CB8A627D054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52224" y="2353786"/>
                  <a:ext cx="62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C184BB32-35C5-4864-81C4-938AA2C65AAC}"/>
                    </a:ext>
                  </a:extLst>
                </p14:cNvPr>
                <p14:cNvContentPartPr/>
                <p14:nvPr/>
              </p14:nvContentPartPr>
              <p14:xfrm>
                <a:off x="8784424" y="2908736"/>
                <a:ext cx="122040" cy="14400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C184BB32-35C5-4864-81C4-938AA2C65AA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75424" y="2899736"/>
                  <a:ext cx="139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866D5F06-41D1-4FFD-A3DB-66ACD58122B9}"/>
                    </a:ext>
                  </a:extLst>
                </p14:cNvPr>
                <p14:cNvContentPartPr/>
                <p14:nvPr/>
              </p14:nvContentPartPr>
              <p14:xfrm>
                <a:off x="8931664" y="2934656"/>
                <a:ext cx="110880" cy="9108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866D5F06-41D1-4FFD-A3DB-66ACD58122B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23024" y="2925656"/>
                  <a:ext cx="12852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FCE652E5-73A2-4CCC-8B8D-B5F61C88EB6C}"/>
                  </a:ext>
                </a:extLst>
              </p14:cNvPr>
              <p14:cNvContentPartPr/>
              <p14:nvPr/>
            </p14:nvContentPartPr>
            <p14:xfrm>
              <a:off x="5183344" y="3683096"/>
              <a:ext cx="182520" cy="176040"/>
            </p14:xfrm>
          </p:contentPart>
        </mc:Choice>
        <mc:Fallback xmlns=""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FCE652E5-73A2-4CCC-8B8D-B5F61C88EB6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174344" y="3674096"/>
                <a:ext cx="2001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ED4B6F7C-2704-4807-9131-8AF9FFFE8679}"/>
                  </a:ext>
                </a:extLst>
              </p14:cNvPr>
              <p14:cNvContentPartPr/>
              <p14:nvPr/>
            </p14:nvContentPartPr>
            <p14:xfrm>
              <a:off x="9416944" y="3566816"/>
              <a:ext cx="233640" cy="226440"/>
            </p14:xfrm>
          </p:contentPart>
        </mc:Choice>
        <mc:Fallback xmlns=""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ED4B6F7C-2704-4807-9131-8AF9FFFE867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408304" y="3558176"/>
                <a:ext cx="25128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upo 147">
            <a:extLst>
              <a:ext uri="{FF2B5EF4-FFF2-40B4-BE49-F238E27FC236}">
                <a16:creationId xmlns:a16="http://schemas.microsoft.com/office/drawing/2014/main" id="{6DCB272F-7CAC-483A-B772-E68DF2CB2EA0}"/>
              </a:ext>
            </a:extLst>
          </p:cNvPr>
          <p:cNvGrpSpPr/>
          <p:nvPr/>
        </p:nvGrpSpPr>
        <p:grpSpPr>
          <a:xfrm>
            <a:off x="4956184" y="3080986"/>
            <a:ext cx="1065600" cy="1055710"/>
            <a:chOff x="4956184" y="3080986"/>
            <a:chExt cx="1065600" cy="105571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607FAEC-389E-43CF-BD4E-625749476A72}"/>
                    </a:ext>
                  </a:extLst>
                </p14:cNvPr>
                <p14:cNvContentPartPr/>
                <p14:nvPr/>
              </p14:nvContentPartPr>
              <p14:xfrm>
                <a:off x="4975624" y="3080986"/>
                <a:ext cx="170280" cy="19404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607FAEC-389E-43CF-BD4E-625749476A7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66624" y="3072346"/>
                  <a:ext cx="187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505C3895-B640-4F35-8F0E-FBD2C1B2FD8F}"/>
                    </a:ext>
                  </a:extLst>
                </p14:cNvPr>
                <p14:cNvContentPartPr/>
                <p14:nvPr/>
              </p14:nvContentPartPr>
              <p14:xfrm>
                <a:off x="5589064" y="3539266"/>
                <a:ext cx="191160" cy="33624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505C3895-B640-4F35-8F0E-FBD2C1B2FD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80064" y="3530266"/>
                  <a:ext cx="208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479398D-46F4-4B44-B72D-C0D211001557}"/>
                    </a:ext>
                  </a:extLst>
                </p14:cNvPr>
                <p14:cNvContentPartPr/>
                <p14:nvPr/>
              </p14:nvContentPartPr>
              <p14:xfrm>
                <a:off x="5932504" y="3692266"/>
                <a:ext cx="62280" cy="16488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479398D-46F4-4B44-B72D-C0D2110015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23864" y="3683266"/>
                  <a:ext cx="79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7BBE4FB-3BCB-4D5E-B3DA-F4C96B525828}"/>
                    </a:ext>
                  </a:extLst>
                </p14:cNvPr>
                <p14:cNvContentPartPr/>
                <p14:nvPr/>
              </p14:nvContentPartPr>
              <p14:xfrm>
                <a:off x="5801104" y="3680746"/>
                <a:ext cx="220680" cy="22032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7BBE4FB-3BCB-4D5E-B3DA-F4C96B5258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92104" y="3672106"/>
                  <a:ext cx="238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3A5E933D-1881-45C6-934F-28BEFA47951F}"/>
                    </a:ext>
                  </a:extLst>
                </p14:cNvPr>
                <p14:cNvContentPartPr/>
                <p14:nvPr/>
              </p14:nvContentPartPr>
              <p14:xfrm>
                <a:off x="4956184" y="3375296"/>
                <a:ext cx="898200" cy="76140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3A5E933D-1881-45C6-934F-28BEFA47951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47184" y="3366296"/>
                  <a:ext cx="915840" cy="77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81BBF929-1A30-45E8-BF3C-9599DBE5F94C}"/>
              </a:ext>
            </a:extLst>
          </p:cNvPr>
          <p:cNvGrpSpPr/>
          <p:nvPr/>
        </p:nvGrpSpPr>
        <p:grpSpPr>
          <a:xfrm>
            <a:off x="8429464" y="3163426"/>
            <a:ext cx="1935000" cy="1301400"/>
            <a:chOff x="8429464" y="3163426"/>
            <a:chExt cx="1935000" cy="13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D95AA46-07D0-41F0-B2DE-0670E60F86F7}"/>
                    </a:ext>
                  </a:extLst>
                </p14:cNvPr>
                <p14:cNvContentPartPr/>
                <p14:nvPr/>
              </p14:nvContentPartPr>
              <p14:xfrm>
                <a:off x="8488504" y="3555826"/>
                <a:ext cx="29520" cy="23076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D95AA46-07D0-41F0-B2DE-0670E60F86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79864" y="3546826"/>
                  <a:ext cx="47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EAE70EA8-3D4F-42C6-9EDD-C308FA0584E1}"/>
                    </a:ext>
                  </a:extLst>
                </p14:cNvPr>
                <p14:cNvContentPartPr/>
                <p14:nvPr/>
              </p14:nvContentPartPr>
              <p14:xfrm>
                <a:off x="8429464" y="3673906"/>
                <a:ext cx="182160" cy="5868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EAE70EA8-3D4F-42C6-9EDD-C308FA0584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20824" y="3665266"/>
                  <a:ext cx="199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4B7DE4B4-44CB-4C1C-996C-242B8F1F55AC}"/>
                    </a:ext>
                  </a:extLst>
                </p14:cNvPr>
                <p14:cNvContentPartPr/>
                <p14:nvPr/>
              </p14:nvContentPartPr>
              <p14:xfrm>
                <a:off x="8823304" y="3396706"/>
                <a:ext cx="165600" cy="82152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4B7DE4B4-44CB-4C1C-996C-242B8F1F55A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14304" y="3388066"/>
                  <a:ext cx="18324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9588A5FB-98DA-4A60-BECF-20DF56867EAC}"/>
                    </a:ext>
                  </a:extLst>
                </p14:cNvPr>
                <p14:cNvContentPartPr/>
                <p14:nvPr/>
              </p14:nvContentPartPr>
              <p14:xfrm>
                <a:off x="8777584" y="4301746"/>
                <a:ext cx="91080" cy="16308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9588A5FB-98DA-4A60-BECF-20DF56867EA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68584" y="4293106"/>
                  <a:ext cx="108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76EF19F6-717F-461E-9FBD-9757813F4E33}"/>
                    </a:ext>
                  </a:extLst>
                </p14:cNvPr>
                <p14:cNvContentPartPr/>
                <p14:nvPr/>
              </p14:nvContentPartPr>
              <p14:xfrm>
                <a:off x="8935984" y="4293106"/>
                <a:ext cx="84960" cy="9072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76EF19F6-717F-461E-9FBD-9757813F4E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27344" y="4284106"/>
                  <a:ext cx="1026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793CF0FA-482B-4B70-8E6C-578DEEF0AEE0}"/>
                    </a:ext>
                  </a:extLst>
                </p14:cNvPr>
                <p14:cNvContentPartPr/>
                <p14:nvPr/>
              </p14:nvContentPartPr>
              <p14:xfrm>
                <a:off x="8871904" y="3178186"/>
                <a:ext cx="131400" cy="18828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793CF0FA-482B-4B70-8E6C-578DEEF0AEE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63264" y="3169546"/>
                  <a:ext cx="149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F30C2871-31B9-4C32-B89B-586B9CD1F41D}"/>
                    </a:ext>
                  </a:extLst>
                </p14:cNvPr>
                <p14:cNvContentPartPr/>
                <p14:nvPr/>
              </p14:nvContentPartPr>
              <p14:xfrm>
                <a:off x="8993224" y="3163426"/>
                <a:ext cx="124920" cy="1515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F30C2871-31B9-4C32-B89B-586B9CD1F4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84224" y="3154786"/>
                  <a:ext cx="142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D4ED406-6BDF-401B-90B8-A0F4F5F42265}"/>
                    </a:ext>
                  </a:extLst>
                </p14:cNvPr>
                <p14:cNvContentPartPr/>
                <p14:nvPr/>
              </p14:nvContentPartPr>
              <p14:xfrm>
                <a:off x="8596864" y="3201586"/>
                <a:ext cx="177120" cy="1890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D4ED406-6BDF-401B-90B8-A0F4F5F4226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87864" y="3192946"/>
                  <a:ext cx="194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C8F96ECB-62B5-4678-82F3-2FBFC7E9C1CD}"/>
                    </a:ext>
                  </a:extLst>
                </p14:cNvPr>
                <p14:cNvContentPartPr/>
                <p14:nvPr/>
              </p14:nvContentPartPr>
              <p14:xfrm>
                <a:off x="9644824" y="3539986"/>
                <a:ext cx="10080" cy="1008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C8F96ECB-62B5-4678-82F3-2FBFC7E9C1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35824" y="3531346"/>
                  <a:ext cx="27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B8BA5B66-24E9-48EC-A860-0054148A45A7}"/>
                    </a:ext>
                  </a:extLst>
                </p14:cNvPr>
                <p14:cNvContentPartPr/>
                <p14:nvPr/>
              </p14:nvContentPartPr>
              <p14:xfrm>
                <a:off x="9907984" y="3445666"/>
                <a:ext cx="188640" cy="34380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B8BA5B66-24E9-48EC-A860-0054148A45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98984" y="3436666"/>
                  <a:ext cx="206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33D5F693-90C9-45AE-8051-409300313E44}"/>
                    </a:ext>
                  </a:extLst>
                </p14:cNvPr>
                <p14:cNvContentPartPr/>
                <p14:nvPr/>
              </p14:nvContentPartPr>
              <p14:xfrm>
                <a:off x="10206424" y="3593986"/>
                <a:ext cx="158040" cy="1810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33D5F693-90C9-45AE-8051-409300313E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197424" y="3584986"/>
                  <a:ext cx="175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5AD5DA9E-F930-4CEE-B0B5-707868B35082}"/>
                    </a:ext>
                  </a:extLst>
                </p14:cNvPr>
                <p14:cNvContentPartPr/>
                <p14:nvPr/>
              </p14:nvContentPartPr>
              <p14:xfrm>
                <a:off x="10198504" y="3563386"/>
                <a:ext cx="158760" cy="2404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5AD5DA9E-F930-4CEE-B0B5-707868B3508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89864" y="3554746"/>
                  <a:ext cx="176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E175B6D1-D0E6-4D97-8EA6-75EAE09EE500}"/>
                    </a:ext>
                  </a:extLst>
                </p14:cNvPr>
                <p14:cNvContentPartPr/>
                <p14:nvPr/>
              </p14:nvContentPartPr>
              <p14:xfrm>
                <a:off x="9279424" y="3261896"/>
                <a:ext cx="897480" cy="7776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E175B6D1-D0E6-4D97-8EA6-75EAE09EE50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70424" y="3252896"/>
                  <a:ext cx="915120" cy="79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179889F4-C1E4-44D2-A161-8B188FE9E79B}"/>
              </a:ext>
            </a:extLst>
          </p:cNvPr>
          <p:cNvGrpSpPr/>
          <p:nvPr/>
        </p:nvGrpSpPr>
        <p:grpSpPr>
          <a:xfrm>
            <a:off x="9067024" y="1062656"/>
            <a:ext cx="1135800" cy="421560"/>
            <a:chOff x="9067024" y="1062656"/>
            <a:chExt cx="113580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D104B0C1-C340-4D45-BEAD-43379A5F573A}"/>
                    </a:ext>
                  </a:extLst>
                </p14:cNvPr>
                <p14:cNvContentPartPr/>
                <p14:nvPr/>
              </p14:nvContentPartPr>
              <p14:xfrm>
                <a:off x="9067024" y="1181456"/>
                <a:ext cx="16560" cy="30204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D104B0C1-C340-4D45-BEAD-43379A5F573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58384" y="1172816"/>
                  <a:ext cx="34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BE171B50-2788-42E6-9BC7-4D6CC2C25428}"/>
                    </a:ext>
                  </a:extLst>
                </p14:cNvPr>
                <p14:cNvContentPartPr/>
                <p14:nvPr/>
              </p14:nvContentPartPr>
              <p14:xfrm>
                <a:off x="9076024" y="1183256"/>
                <a:ext cx="181440" cy="26136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BE171B50-2788-42E6-9BC7-4D6CC2C2542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67024" y="1174256"/>
                  <a:ext cx="199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A2017CE7-CEF5-4E67-AB53-FE333A25657E}"/>
                    </a:ext>
                  </a:extLst>
                </p14:cNvPr>
                <p14:cNvContentPartPr/>
                <p14:nvPr/>
              </p14:nvContentPartPr>
              <p14:xfrm>
                <a:off x="9456184" y="1219256"/>
                <a:ext cx="261360" cy="26496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A2017CE7-CEF5-4E67-AB53-FE333A25657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47184" y="1210616"/>
                  <a:ext cx="279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450C3E87-8459-4C26-BD26-B20FC227661D}"/>
                    </a:ext>
                  </a:extLst>
                </p14:cNvPr>
                <p14:cNvContentPartPr/>
                <p14:nvPr/>
              </p14:nvContentPartPr>
              <p14:xfrm>
                <a:off x="9451504" y="1334456"/>
                <a:ext cx="234360" cy="3780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450C3E87-8459-4C26-BD26-B20FC22766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42504" y="1325816"/>
                  <a:ext cx="252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C717BD42-CCAF-4A33-A009-B2D7B634893F}"/>
                    </a:ext>
                  </a:extLst>
                </p14:cNvPr>
                <p14:cNvContentPartPr/>
                <p14:nvPr/>
              </p14:nvContentPartPr>
              <p14:xfrm>
                <a:off x="9825544" y="1154456"/>
                <a:ext cx="62280" cy="19692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C717BD42-CCAF-4A33-A009-B2D7B63489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16544" y="1145816"/>
                  <a:ext cx="79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1090168B-7D32-40C3-900F-A40FE4027C5F}"/>
                    </a:ext>
                  </a:extLst>
                </p14:cNvPr>
                <p14:cNvContentPartPr/>
                <p14:nvPr/>
              </p14:nvContentPartPr>
              <p14:xfrm>
                <a:off x="9905824" y="1153736"/>
                <a:ext cx="52560" cy="22212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1090168B-7D32-40C3-900F-A40FE4027C5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96824" y="1144736"/>
                  <a:ext cx="70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8F78A4B7-F3BE-4474-A106-D3D8FAB8FF11}"/>
                    </a:ext>
                  </a:extLst>
                </p14:cNvPr>
                <p14:cNvContentPartPr/>
                <p14:nvPr/>
              </p14:nvContentPartPr>
              <p14:xfrm>
                <a:off x="9912664" y="1062656"/>
                <a:ext cx="290160" cy="2728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8F78A4B7-F3BE-4474-A106-D3D8FAB8FF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03664" y="1054016"/>
                  <a:ext cx="30780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7FCE68C3-B594-46AB-BBBB-5BC16862F57A}"/>
                  </a:ext>
                </a:extLst>
              </p14:cNvPr>
              <p14:cNvContentPartPr/>
              <p14:nvPr/>
            </p14:nvContentPartPr>
            <p14:xfrm>
              <a:off x="6797584" y="4240736"/>
              <a:ext cx="389520" cy="395280"/>
            </p14:xfrm>
          </p:contentPart>
        </mc:Choice>
        <mc:Fallback xmlns=""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7FCE68C3-B594-46AB-BBBB-5BC16862F57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779944" y="4223096"/>
                <a:ext cx="4251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6323130C-6B29-4D16-9AF4-094E685E7B0E}"/>
                  </a:ext>
                </a:extLst>
              </p14:cNvPr>
              <p14:cNvContentPartPr/>
              <p14:nvPr/>
            </p14:nvContentPartPr>
            <p14:xfrm>
              <a:off x="6677344" y="3002696"/>
              <a:ext cx="591480" cy="362520"/>
            </p14:xfrm>
          </p:contentPart>
        </mc:Choice>
        <mc:Fallback xmlns=""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6323130C-6B29-4D16-9AF4-094E685E7B0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659344" y="2985056"/>
                <a:ext cx="62712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C4B9F5A0-F3E0-4A04-9023-A5C82D0C235B}"/>
                  </a:ext>
                </a:extLst>
              </p14:cNvPr>
              <p14:cNvContentPartPr/>
              <p14:nvPr/>
            </p14:nvContentPartPr>
            <p14:xfrm>
              <a:off x="7296544" y="3740696"/>
              <a:ext cx="322200" cy="213480"/>
            </p14:xfrm>
          </p:contentPart>
        </mc:Choice>
        <mc:Fallback xmlns=""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C4B9F5A0-F3E0-4A04-9023-A5C82D0C235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278904" y="3722696"/>
                <a:ext cx="3578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2EBA5334-7ABB-4FC4-B018-18C6D9E6A285}"/>
                  </a:ext>
                </a:extLst>
              </p14:cNvPr>
              <p14:cNvContentPartPr/>
              <p14:nvPr/>
            </p14:nvContentPartPr>
            <p14:xfrm>
              <a:off x="1384264" y="5081696"/>
              <a:ext cx="167760" cy="8280"/>
            </p14:xfrm>
          </p:contentPart>
        </mc:Choice>
        <mc:Fallback xmlns=""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2EBA5334-7ABB-4FC4-B018-18C6D9E6A28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366264" y="5063696"/>
                <a:ext cx="203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9F82A58A-EE49-44EC-BEBF-469BA5EF5CD4}"/>
                  </a:ext>
                </a:extLst>
              </p14:cNvPr>
              <p14:cNvContentPartPr/>
              <p14:nvPr/>
            </p14:nvContentPartPr>
            <p14:xfrm>
              <a:off x="1364824" y="5242256"/>
              <a:ext cx="185040" cy="17280"/>
            </p14:xfrm>
          </p:contentPart>
        </mc:Choice>
        <mc:Fallback xmlns=""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9F82A58A-EE49-44EC-BEBF-469BA5EF5CD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347184" y="5224616"/>
                <a:ext cx="2206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3DF777CA-C9C2-4542-8A62-4A0FDB4C00C5}"/>
                  </a:ext>
                </a:extLst>
              </p14:cNvPr>
              <p14:cNvContentPartPr/>
              <p14:nvPr/>
            </p14:nvContentPartPr>
            <p14:xfrm>
              <a:off x="5091544" y="1502576"/>
              <a:ext cx="124200" cy="13680"/>
            </p14:xfrm>
          </p:contentPart>
        </mc:Choice>
        <mc:Fallback xmlns=""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3DF777CA-C9C2-4542-8A62-4A0FDB4C00C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073904" y="1484936"/>
                <a:ext cx="1598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D28A3999-E339-43C4-8C2E-8854F65C3430}"/>
                  </a:ext>
                </a:extLst>
              </p14:cNvPr>
              <p14:cNvContentPartPr/>
              <p14:nvPr/>
            </p14:nvContentPartPr>
            <p14:xfrm>
              <a:off x="6057424" y="1524896"/>
              <a:ext cx="136440" cy="12600"/>
            </p14:xfrm>
          </p:contentPart>
        </mc:Choice>
        <mc:Fallback xmlns=""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D28A3999-E339-43C4-8C2E-8854F65C343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039424" y="1507256"/>
                <a:ext cx="1720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2A9F142C-2BFE-45EA-BE93-406D978004CD}"/>
                  </a:ext>
                </a:extLst>
              </p14:cNvPr>
              <p14:cNvContentPartPr/>
              <p14:nvPr/>
            </p14:nvContentPartPr>
            <p14:xfrm>
              <a:off x="5174704" y="3779936"/>
              <a:ext cx="263160" cy="138600"/>
            </p14:xfrm>
          </p:contentPart>
        </mc:Choice>
        <mc:Fallback xmlns=""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2A9F142C-2BFE-45EA-BE93-406D978004C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156704" y="3761936"/>
                <a:ext cx="2988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CFDF664C-E775-499D-BA26-AC0A9A20F9D9}"/>
                  </a:ext>
                </a:extLst>
              </p14:cNvPr>
              <p14:cNvContentPartPr/>
              <p14:nvPr/>
            </p14:nvContentPartPr>
            <p14:xfrm>
              <a:off x="9366544" y="3759056"/>
              <a:ext cx="406080" cy="145080"/>
            </p14:xfrm>
          </p:contentPart>
        </mc:Choice>
        <mc:Fallback xmlns=""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CFDF664C-E775-499D-BA26-AC0A9A20F9D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9348904" y="3741416"/>
                <a:ext cx="441720" cy="18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upo 209">
            <a:extLst>
              <a:ext uri="{FF2B5EF4-FFF2-40B4-BE49-F238E27FC236}">
                <a16:creationId xmlns:a16="http://schemas.microsoft.com/office/drawing/2014/main" id="{ED58BEA5-3189-47EA-A5BC-31C5722208D0}"/>
              </a:ext>
            </a:extLst>
          </p:cNvPr>
          <p:cNvGrpSpPr/>
          <p:nvPr/>
        </p:nvGrpSpPr>
        <p:grpSpPr>
          <a:xfrm>
            <a:off x="2037664" y="4896296"/>
            <a:ext cx="673920" cy="609120"/>
            <a:chOff x="2037664" y="4896296"/>
            <a:chExt cx="673920" cy="6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C5CFA5A5-7143-413E-B2D0-DD85BA14EF1A}"/>
                    </a:ext>
                  </a:extLst>
                </p14:cNvPr>
                <p14:cNvContentPartPr/>
                <p14:nvPr/>
              </p14:nvContentPartPr>
              <p14:xfrm>
                <a:off x="2037664" y="5007536"/>
                <a:ext cx="35280" cy="25848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C5CFA5A5-7143-413E-B2D0-DD85BA14EF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19664" y="4989896"/>
                  <a:ext cx="70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49AB48CE-E7E1-4FB0-9EE3-E565EC243A9F}"/>
                    </a:ext>
                  </a:extLst>
                </p14:cNvPr>
                <p14:cNvContentPartPr/>
                <p14:nvPr/>
              </p14:nvContentPartPr>
              <p14:xfrm>
                <a:off x="2054944" y="5026616"/>
                <a:ext cx="165600" cy="18612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49AB48CE-E7E1-4FB0-9EE3-E565EC243A9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37304" y="5008976"/>
                  <a:ext cx="201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35441CBB-DCE0-4FF3-B7EB-0FFB21EA42E3}"/>
                    </a:ext>
                  </a:extLst>
                </p14:cNvPr>
                <p14:cNvContentPartPr/>
                <p14:nvPr/>
              </p14:nvContentPartPr>
              <p14:xfrm>
                <a:off x="2291824" y="5050376"/>
                <a:ext cx="185040" cy="16920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35441CBB-DCE0-4FF3-B7EB-0FFB21EA42E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74184" y="5032376"/>
                  <a:ext cx="220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ED3DA899-E938-422F-B166-CFF65C0321B9}"/>
                    </a:ext>
                  </a:extLst>
                </p14:cNvPr>
                <p14:cNvContentPartPr/>
                <p14:nvPr/>
              </p14:nvContentPartPr>
              <p14:xfrm>
                <a:off x="2230984" y="5049296"/>
                <a:ext cx="206280" cy="21600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ED3DA899-E938-422F-B166-CFF65C0321B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13344" y="5031656"/>
                  <a:ext cx="241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3B279B14-19A6-4ED0-899C-6516E90CC3CF}"/>
                    </a:ext>
                  </a:extLst>
                </p14:cNvPr>
                <p14:cNvContentPartPr/>
                <p14:nvPr/>
              </p14:nvContentPartPr>
              <p14:xfrm>
                <a:off x="2634904" y="4896296"/>
                <a:ext cx="76680" cy="60912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3B279B14-19A6-4ED0-899C-6516E90CC3C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17264" y="4878656"/>
                  <a:ext cx="112320" cy="64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E585B589-C777-4294-A755-FCA8091E0A30}"/>
                  </a:ext>
                </a:extLst>
              </p14:cNvPr>
              <p14:cNvContentPartPr/>
              <p14:nvPr/>
            </p14:nvContentPartPr>
            <p14:xfrm>
              <a:off x="2701144" y="5656256"/>
              <a:ext cx="121320" cy="128880"/>
            </p14:xfrm>
          </p:contentPart>
        </mc:Choice>
        <mc:Fallback xmlns=""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E585B589-C777-4294-A755-FCA8091E0A3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683144" y="5638616"/>
                <a:ext cx="15696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upo 220">
            <a:extLst>
              <a:ext uri="{FF2B5EF4-FFF2-40B4-BE49-F238E27FC236}">
                <a16:creationId xmlns:a16="http://schemas.microsoft.com/office/drawing/2014/main" id="{B1BCBD6E-373B-479F-879E-1120A7D0CD38}"/>
              </a:ext>
            </a:extLst>
          </p:cNvPr>
          <p:cNvGrpSpPr/>
          <p:nvPr/>
        </p:nvGrpSpPr>
        <p:grpSpPr>
          <a:xfrm>
            <a:off x="3187864" y="5102576"/>
            <a:ext cx="104760" cy="124200"/>
            <a:chOff x="3187864" y="5102576"/>
            <a:chExt cx="1047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FF6134DC-A1B0-46C6-82B8-2858E52AE557}"/>
                    </a:ext>
                  </a:extLst>
                </p14:cNvPr>
                <p14:cNvContentPartPr/>
                <p14:nvPr/>
              </p14:nvContentPartPr>
              <p14:xfrm>
                <a:off x="3191824" y="5102576"/>
                <a:ext cx="100800" cy="1764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FF6134DC-A1B0-46C6-82B8-2858E52AE55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74184" y="5084576"/>
                  <a:ext cx="136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DDF0844D-E49C-4A60-B69A-4D891CB9DA11}"/>
                    </a:ext>
                  </a:extLst>
                </p14:cNvPr>
                <p14:cNvContentPartPr/>
                <p14:nvPr/>
              </p14:nvContentPartPr>
              <p14:xfrm>
                <a:off x="3187864" y="5210936"/>
                <a:ext cx="96120" cy="1584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DDF0844D-E49C-4A60-B69A-4D891CB9DA1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70224" y="5193296"/>
                  <a:ext cx="1317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4ED8E0D2-F215-4AAA-9523-082D64F53D6D}"/>
              </a:ext>
            </a:extLst>
          </p:cNvPr>
          <p:cNvGrpSpPr/>
          <p:nvPr/>
        </p:nvGrpSpPr>
        <p:grpSpPr>
          <a:xfrm>
            <a:off x="3715984" y="5011136"/>
            <a:ext cx="1749960" cy="328320"/>
            <a:chOff x="3715984" y="5011136"/>
            <a:chExt cx="174996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0A357C81-CF40-4FE8-83D1-96F19E305280}"/>
                    </a:ext>
                  </a:extLst>
                </p14:cNvPr>
                <p14:cNvContentPartPr/>
                <p14:nvPr/>
              </p14:nvContentPartPr>
              <p14:xfrm>
                <a:off x="3715984" y="5070176"/>
                <a:ext cx="21600" cy="17856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0A357C81-CF40-4FE8-83D1-96F19E30528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97984" y="5052536"/>
                  <a:ext cx="57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0B42BDD2-C124-468A-AA78-A6226976B6B5}"/>
                    </a:ext>
                  </a:extLst>
                </p14:cNvPr>
                <p14:cNvContentPartPr/>
                <p14:nvPr/>
              </p14:nvContentPartPr>
              <p14:xfrm>
                <a:off x="3745864" y="5091056"/>
                <a:ext cx="168840" cy="15660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0B42BDD2-C124-468A-AA78-A6226976B6B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27864" y="5073416"/>
                  <a:ext cx="204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3CA0E401-4F2B-4A13-A982-898A85F13599}"/>
                    </a:ext>
                  </a:extLst>
                </p14:cNvPr>
                <p14:cNvContentPartPr/>
                <p14:nvPr/>
              </p14:nvContentPartPr>
              <p14:xfrm>
                <a:off x="3969064" y="5046776"/>
                <a:ext cx="107640" cy="29268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3CA0E401-4F2B-4A13-A982-898A85F1359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51424" y="5028776"/>
                  <a:ext cx="143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88E435D2-3E73-476E-8439-83D6FFAF4E7A}"/>
                    </a:ext>
                  </a:extLst>
                </p14:cNvPr>
                <p14:cNvContentPartPr/>
                <p14:nvPr/>
              </p14:nvContentPartPr>
              <p14:xfrm>
                <a:off x="4154824" y="5105816"/>
                <a:ext cx="41040" cy="13932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88E435D2-3E73-476E-8439-83D6FFAF4E7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36824" y="5087816"/>
                  <a:ext cx="76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01484AC3-FD2D-4190-A1D9-0F831AB3E21E}"/>
                    </a:ext>
                  </a:extLst>
                </p14:cNvPr>
                <p14:cNvContentPartPr/>
                <p14:nvPr/>
              </p14:nvContentPartPr>
              <p14:xfrm>
                <a:off x="4266424" y="5059016"/>
                <a:ext cx="145080" cy="18900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01484AC3-FD2D-4190-A1D9-0F831AB3E21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48784" y="5041376"/>
                  <a:ext cx="180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D9B6962-E121-4364-A50E-1008695DAD3C}"/>
                    </a:ext>
                  </a:extLst>
                </p14:cNvPr>
                <p14:cNvContentPartPr/>
                <p14:nvPr/>
              </p14:nvContentPartPr>
              <p14:xfrm>
                <a:off x="4559464" y="5149376"/>
                <a:ext cx="95040" cy="1080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D9B6962-E121-4364-A50E-1008695DAD3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41464" y="5131376"/>
                  <a:ext cx="130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4741702-87BC-43FE-A667-EAF68AE711B2}"/>
                    </a:ext>
                  </a:extLst>
                </p14:cNvPr>
                <p14:cNvContentPartPr/>
                <p14:nvPr/>
              </p14:nvContentPartPr>
              <p14:xfrm>
                <a:off x="4805704" y="5089256"/>
                <a:ext cx="151560" cy="15840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4741702-87BC-43FE-A667-EAF68AE711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87704" y="5071616"/>
                  <a:ext cx="187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29933746-92ED-4C81-B7E8-D97495FD92F1}"/>
                    </a:ext>
                  </a:extLst>
                </p14:cNvPr>
                <p14:cNvContentPartPr/>
                <p14:nvPr/>
              </p14:nvContentPartPr>
              <p14:xfrm>
                <a:off x="5082904" y="5011136"/>
                <a:ext cx="93240" cy="26388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29933746-92ED-4C81-B7E8-D97495FD92F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64904" y="4993136"/>
                  <a:ext cx="128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60D13922-5E37-4548-BE9D-1EC7A568B09A}"/>
                    </a:ext>
                  </a:extLst>
                </p14:cNvPr>
                <p14:cNvContentPartPr/>
                <p14:nvPr/>
              </p14:nvContentPartPr>
              <p14:xfrm>
                <a:off x="5293504" y="5072696"/>
                <a:ext cx="119160" cy="1692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60D13922-5E37-4548-BE9D-1EC7A568B09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75864" y="5055056"/>
                  <a:ext cx="154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CD3F5511-2B25-4565-A25B-E694167AD7B2}"/>
                    </a:ext>
                  </a:extLst>
                </p14:cNvPr>
                <p14:cNvContentPartPr/>
                <p14:nvPr/>
              </p14:nvContentPartPr>
              <p14:xfrm>
                <a:off x="5310064" y="5164136"/>
                <a:ext cx="155880" cy="2808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CD3F5511-2B25-4565-A25B-E694167AD7B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92064" y="5146496"/>
                  <a:ext cx="1915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upo 233">
            <a:extLst>
              <a:ext uri="{FF2B5EF4-FFF2-40B4-BE49-F238E27FC236}">
                <a16:creationId xmlns:a16="http://schemas.microsoft.com/office/drawing/2014/main" id="{675E29A6-F8CD-4AB8-9940-292AEF31B189}"/>
              </a:ext>
            </a:extLst>
          </p:cNvPr>
          <p:cNvGrpSpPr/>
          <p:nvPr/>
        </p:nvGrpSpPr>
        <p:grpSpPr>
          <a:xfrm>
            <a:off x="5912344" y="4965056"/>
            <a:ext cx="555840" cy="212040"/>
            <a:chOff x="5912344" y="4965056"/>
            <a:chExt cx="55584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272054EB-958D-446C-B932-8722E9F4C298}"/>
                    </a:ext>
                  </a:extLst>
                </p14:cNvPr>
                <p14:cNvContentPartPr/>
                <p14:nvPr/>
              </p14:nvContentPartPr>
              <p14:xfrm>
                <a:off x="5912344" y="4997096"/>
                <a:ext cx="117360" cy="17784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272054EB-958D-446C-B932-8722E9F4C29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894344" y="4979456"/>
                  <a:ext cx="153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A3088E82-8FB6-4A5C-BD77-540ACF7F27A1}"/>
                    </a:ext>
                  </a:extLst>
                </p14:cNvPr>
                <p14:cNvContentPartPr/>
                <p14:nvPr/>
              </p14:nvContentPartPr>
              <p14:xfrm>
                <a:off x="6091624" y="5007896"/>
                <a:ext cx="142560" cy="16920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A3088E82-8FB6-4A5C-BD77-540ACF7F27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73984" y="4989896"/>
                  <a:ext cx="178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8D3DA4AC-91C3-42C0-9E56-45F601E57F5C}"/>
                    </a:ext>
                  </a:extLst>
                </p14:cNvPr>
                <p14:cNvContentPartPr/>
                <p14:nvPr/>
              </p14:nvContentPartPr>
              <p14:xfrm>
                <a:off x="6306544" y="5004296"/>
                <a:ext cx="48600" cy="14544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8D3DA4AC-91C3-42C0-9E56-45F601E57F5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288904" y="4986296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8DCCA686-17A6-437B-B36D-53AFDC9FADCD}"/>
                    </a:ext>
                  </a:extLst>
                </p14:cNvPr>
                <p14:cNvContentPartPr/>
                <p14:nvPr/>
              </p14:nvContentPartPr>
              <p14:xfrm>
                <a:off x="6315184" y="4983416"/>
                <a:ext cx="153000" cy="17172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8DCCA686-17A6-437B-B36D-53AFDC9FAD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297544" y="4965416"/>
                  <a:ext cx="188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5DDE7A63-26CF-4939-99D8-DE04C07E9952}"/>
                    </a:ext>
                  </a:extLst>
                </p14:cNvPr>
                <p14:cNvContentPartPr/>
                <p14:nvPr/>
              </p14:nvContentPartPr>
              <p14:xfrm>
                <a:off x="6235984" y="4965056"/>
                <a:ext cx="22680" cy="12564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5DDE7A63-26CF-4939-99D8-DE04C07E99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18344" y="4947056"/>
                  <a:ext cx="5832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7C53DFFB-9BF3-48CD-9251-B85F9C1E2824}"/>
              </a:ext>
            </a:extLst>
          </p:cNvPr>
          <p:cNvGrpSpPr/>
          <p:nvPr/>
        </p:nvGrpSpPr>
        <p:grpSpPr>
          <a:xfrm>
            <a:off x="405784" y="4267736"/>
            <a:ext cx="2356560" cy="488880"/>
            <a:chOff x="405784" y="4267736"/>
            <a:chExt cx="235656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7C1B9E4E-96C6-40E5-9FD1-359501F400F8}"/>
                    </a:ext>
                  </a:extLst>
                </p14:cNvPr>
                <p14:cNvContentPartPr/>
                <p14:nvPr/>
              </p14:nvContentPartPr>
              <p14:xfrm>
                <a:off x="2543104" y="4665896"/>
                <a:ext cx="43920" cy="9072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7C1B9E4E-96C6-40E5-9FD1-359501F400F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25464" y="4647896"/>
                  <a:ext cx="79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6ACBEEB8-8A0A-413A-B701-CE466EEADB03}"/>
                    </a:ext>
                  </a:extLst>
                </p14:cNvPr>
                <p14:cNvContentPartPr/>
                <p14:nvPr/>
              </p14:nvContentPartPr>
              <p14:xfrm>
                <a:off x="2642464" y="4608296"/>
                <a:ext cx="119880" cy="12888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6ACBEEB8-8A0A-413A-B701-CE466EEADB0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624464" y="4590296"/>
                  <a:ext cx="155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E31A383C-5FEB-4DBE-9204-590C94CCCD3D}"/>
                    </a:ext>
                  </a:extLst>
                </p14:cNvPr>
                <p14:cNvContentPartPr/>
                <p14:nvPr/>
              </p14:nvContentPartPr>
              <p14:xfrm>
                <a:off x="405784" y="4267736"/>
                <a:ext cx="2170800" cy="41688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E31A383C-5FEB-4DBE-9204-590C94CCCD3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8144" y="4249736"/>
                  <a:ext cx="220644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AAC5F2AF-A64F-4512-A02C-4A62B228EB77}"/>
              </a:ext>
            </a:extLst>
          </p:cNvPr>
          <p:cNvGrpSpPr/>
          <p:nvPr/>
        </p:nvGrpSpPr>
        <p:grpSpPr>
          <a:xfrm>
            <a:off x="3003544" y="3070376"/>
            <a:ext cx="221400" cy="416520"/>
            <a:chOff x="3003544" y="3070376"/>
            <a:chExt cx="22140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F8EBB925-E33E-46DB-A482-12F7BCE948F3}"/>
                    </a:ext>
                  </a:extLst>
                </p14:cNvPr>
                <p14:cNvContentPartPr/>
                <p14:nvPr/>
              </p14:nvContentPartPr>
              <p14:xfrm>
                <a:off x="3097144" y="3070376"/>
                <a:ext cx="27360" cy="41004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F8EBB925-E33E-46DB-A482-12F7BCE948F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79504" y="3052736"/>
                  <a:ext cx="630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8A88FC4D-967D-4642-BB11-15C76B88C68D}"/>
                    </a:ext>
                  </a:extLst>
                </p14:cNvPr>
                <p14:cNvContentPartPr/>
                <p14:nvPr/>
              </p14:nvContentPartPr>
              <p14:xfrm>
                <a:off x="3003544" y="3386816"/>
                <a:ext cx="221400" cy="10008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8A88FC4D-967D-4642-BB11-15C76B88C6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985904" y="3368816"/>
                  <a:ext cx="25704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E09203F5-4196-496C-97F7-C64CD934E0C4}"/>
                  </a:ext>
                </a:extLst>
              </p14:cNvPr>
              <p14:cNvContentPartPr/>
              <p14:nvPr/>
            </p14:nvContentPartPr>
            <p14:xfrm>
              <a:off x="7508584" y="4543136"/>
              <a:ext cx="26280" cy="379440"/>
            </p14:xfrm>
          </p:contentPart>
        </mc:Choice>
        <mc:Fallback xmlns=""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E09203F5-4196-496C-97F7-C64CD934E0C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490944" y="4525496"/>
                <a:ext cx="61920" cy="41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upo 252">
            <a:extLst>
              <a:ext uri="{FF2B5EF4-FFF2-40B4-BE49-F238E27FC236}">
                <a16:creationId xmlns:a16="http://schemas.microsoft.com/office/drawing/2014/main" id="{3F381316-3DBF-4273-88B9-53062201EE9E}"/>
              </a:ext>
            </a:extLst>
          </p:cNvPr>
          <p:cNvGrpSpPr/>
          <p:nvPr/>
        </p:nvGrpSpPr>
        <p:grpSpPr>
          <a:xfrm>
            <a:off x="7415344" y="5048576"/>
            <a:ext cx="201600" cy="113400"/>
            <a:chOff x="7415344" y="5048576"/>
            <a:chExt cx="20160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CA962F6E-9E54-4D6F-A327-20C69D94A683}"/>
                    </a:ext>
                  </a:extLst>
                </p14:cNvPr>
                <p14:cNvContentPartPr/>
                <p14:nvPr/>
              </p14:nvContentPartPr>
              <p14:xfrm>
                <a:off x="7415344" y="5048576"/>
                <a:ext cx="137520" cy="2988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CA962F6E-9E54-4D6F-A327-20C69D94A6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397704" y="5030576"/>
                  <a:ext cx="173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B725015E-9420-44DF-97E8-7B033350B509}"/>
                    </a:ext>
                  </a:extLst>
                </p14:cNvPr>
                <p14:cNvContentPartPr/>
                <p14:nvPr/>
              </p14:nvContentPartPr>
              <p14:xfrm>
                <a:off x="7451344" y="5133896"/>
                <a:ext cx="165600" cy="2808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B725015E-9420-44DF-97E8-7B033350B50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33344" y="5115896"/>
                  <a:ext cx="20124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073D4DF5-8BB0-4BE9-AE5F-643745B1A0D5}"/>
                  </a:ext>
                </a:extLst>
              </p14:cNvPr>
              <p14:cNvContentPartPr/>
              <p14:nvPr/>
            </p14:nvContentPartPr>
            <p14:xfrm>
              <a:off x="7546024" y="5447816"/>
              <a:ext cx="54360" cy="581040"/>
            </p14:xfrm>
          </p:contentPart>
        </mc:Choice>
        <mc:Fallback xmlns=""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073D4DF5-8BB0-4BE9-AE5F-643745B1A0D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28024" y="5429816"/>
                <a:ext cx="9000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D92D31A8-7742-4525-96D3-62F2E77A54F8}"/>
                  </a:ext>
                </a:extLst>
              </p14:cNvPr>
              <p14:cNvContentPartPr/>
              <p14:nvPr/>
            </p14:nvContentPartPr>
            <p14:xfrm>
              <a:off x="3976264" y="1018736"/>
              <a:ext cx="117720" cy="258840"/>
            </p14:xfrm>
          </p:contentPart>
        </mc:Choice>
        <mc:Fallback xmlns=""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D92D31A8-7742-4525-96D3-62F2E77A54F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958264" y="1001096"/>
                <a:ext cx="1533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65" name="Entrada de lápiz 264">
                <a:extLst>
                  <a:ext uri="{FF2B5EF4-FFF2-40B4-BE49-F238E27FC236}">
                    <a16:creationId xmlns:a16="http://schemas.microsoft.com/office/drawing/2014/main" id="{958EC59D-591B-4407-9BCF-B37F58A3A02F}"/>
                  </a:ext>
                </a:extLst>
              </p14:cNvPr>
              <p14:cNvContentPartPr/>
              <p14:nvPr/>
            </p14:nvContentPartPr>
            <p14:xfrm>
              <a:off x="4545424" y="839816"/>
              <a:ext cx="2209680" cy="243720"/>
            </p14:xfrm>
          </p:contentPart>
        </mc:Choice>
        <mc:Fallback xmlns="">
          <p:pic>
            <p:nvPicPr>
              <p:cNvPr id="265" name="Entrada de lápiz 264">
                <a:extLst>
                  <a:ext uri="{FF2B5EF4-FFF2-40B4-BE49-F238E27FC236}">
                    <a16:creationId xmlns:a16="http://schemas.microsoft.com/office/drawing/2014/main" id="{958EC59D-591B-4407-9BCF-B37F58A3A02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527424" y="821816"/>
                <a:ext cx="224532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upo 267">
            <a:extLst>
              <a:ext uri="{FF2B5EF4-FFF2-40B4-BE49-F238E27FC236}">
                <a16:creationId xmlns:a16="http://schemas.microsoft.com/office/drawing/2014/main" id="{ABE5E61D-A0F2-41A4-8991-72AD0C6D8A96}"/>
              </a:ext>
            </a:extLst>
          </p:cNvPr>
          <p:cNvGrpSpPr/>
          <p:nvPr/>
        </p:nvGrpSpPr>
        <p:grpSpPr>
          <a:xfrm>
            <a:off x="8205184" y="4647896"/>
            <a:ext cx="1960200" cy="1534680"/>
            <a:chOff x="8205184" y="4647896"/>
            <a:chExt cx="1960200" cy="15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05E12E0C-5F39-4CAC-867E-FFD887F16DB8}"/>
                    </a:ext>
                  </a:extLst>
                </p14:cNvPr>
                <p14:cNvContentPartPr/>
                <p14:nvPr/>
              </p14:nvContentPartPr>
              <p14:xfrm>
                <a:off x="8205184" y="4733936"/>
                <a:ext cx="193680" cy="24408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05E12E0C-5F39-4CAC-867E-FFD887F16DB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87544" y="4716296"/>
                  <a:ext cx="229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C3B73324-F390-42CC-B8AF-3FFE1987EC36}"/>
                    </a:ext>
                  </a:extLst>
                </p14:cNvPr>
                <p14:cNvContentPartPr/>
                <p14:nvPr/>
              </p14:nvContentPartPr>
              <p14:xfrm>
                <a:off x="8454304" y="4761656"/>
                <a:ext cx="177120" cy="17532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C3B73324-F390-42CC-B8AF-3FFE1987EC3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36304" y="4744016"/>
                  <a:ext cx="21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79BE90BB-3800-493D-974C-1FCD822976C3}"/>
                    </a:ext>
                  </a:extLst>
                </p14:cNvPr>
                <p14:cNvContentPartPr/>
                <p14:nvPr/>
              </p14:nvContentPartPr>
              <p14:xfrm>
                <a:off x="8725384" y="4719896"/>
                <a:ext cx="51480" cy="18648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79BE90BB-3800-493D-974C-1FCD822976C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07384" y="4701896"/>
                  <a:ext cx="87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0D753D45-CF1E-445E-A5B9-161D8C3CA8ED}"/>
                    </a:ext>
                  </a:extLst>
                </p14:cNvPr>
                <p14:cNvContentPartPr/>
                <p14:nvPr/>
              </p14:nvContentPartPr>
              <p14:xfrm>
                <a:off x="8754184" y="4712696"/>
                <a:ext cx="217080" cy="18756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0D753D45-CF1E-445E-A5B9-161D8C3CA8E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36184" y="4695056"/>
                  <a:ext cx="252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0299FDC8-469E-4763-A463-9036725D029F}"/>
                    </a:ext>
                  </a:extLst>
                </p14:cNvPr>
                <p14:cNvContentPartPr/>
                <p14:nvPr/>
              </p14:nvContentPartPr>
              <p14:xfrm>
                <a:off x="9103384" y="4739696"/>
                <a:ext cx="203400" cy="96120"/>
              </p14:xfrm>
            </p:contentPart>
          </mc:Choice>
          <mc:Fallback xmlns=""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0299FDC8-469E-4763-A463-9036725D029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85384" y="4722056"/>
                  <a:ext cx="239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98393122-3BFB-467E-9CC0-8B76BE4CCD8D}"/>
                    </a:ext>
                  </a:extLst>
                </p14:cNvPr>
                <p14:cNvContentPartPr/>
                <p14:nvPr/>
              </p14:nvContentPartPr>
              <p14:xfrm>
                <a:off x="9442864" y="4647896"/>
                <a:ext cx="34560" cy="211320"/>
              </p14:xfrm>
            </p:contentPart>
          </mc:Choice>
          <mc:Fallback xmlns=""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98393122-3BFB-467E-9CC0-8B76BE4CCD8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424864" y="4630256"/>
                  <a:ext cx="70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82B4925D-BE31-408A-932D-9AA7DA2318D4}"/>
                    </a:ext>
                  </a:extLst>
                </p14:cNvPr>
                <p14:cNvContentPartPr/>
                <p14:nvPr/>
              </p14:nvContentPartPr>
              <p14:xfrm>
                <a:off x="9392464" y="4870376"/>
                <a:ext cx="163800" cy="2196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82B4925D-BE31-408A-932D-9AA7DA2318D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374464" y="4852376"/>
                  <a:ext cx="199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69E14506-72B5-435D-9548-4BDF03F57302}"/>
                    </a:ext>
                  </a:extLst>
                </p14:cNvPr>
                <p14:cNvContentPartPr/>
                <p14:nvPr/>
              </p14:nvContentPartPr>
              <p14:xfrm>
                <a:off x="8788384" y="5263136"/>
                <a:ext cx="33120" cy="21528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69E14506-72B5-435D-9548-4BDF03F573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70744" y="5245496"/>
                  <a:ext cx="68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140E7A98-C5B0-4776-89E8-6439AA50F8A6}"/>
                    </a:ext>
                  </a:extLst>
                </p14:cNvPr>
                <p14:cNvContentPartPr/>
                <p14:nvPr/>
              </p14:nvContentPartPr>
              <p14:xfrm>
                <a:off x="8842744" y="5234696"/>
                <a:ext cx="131400" cy="18828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140E7A98-C5B0-4776-89E8-6439AA50F8A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25104" y="5216696"/>
                  <a:ext cx="167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3F971F84-5CB1-40A8-80AC-37BCDBA656F8}"/>
                    </a:ext>
                  </a:extLst>
                </p14:cNvPr>
                <p14:cNvContentPartPr/>
                <p14:nvPr/>
              </p14:nvContentPartPr>
              <p14:xfrm>
                <a:off x="9112024" y="5298056"/>
                <a:ext cx="86400" cy="1080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3F971F84-5CB1-40A8-80AC-37BCDBA656F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94384" y="5280416"/>
                  <a:ext cx="122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12D1924C-1E81-498D-85C1-DE9AFE2A3972}"/>
                    </a:ext>
                  </a:extLst>
                </p14:cNvPr>
                <p14:cNvContentPartPr/>
                <p14:nvPr/>
              </p14:nvContentPartPr>
              <p14:xfrm>
                <a:off x="9125704" y="5354576"/>
                <a:ext cx="145440" cy="29160"/>
              </p14:xfrm>
            </p:contentPart>
          </mc:Choice>
          <mc:Fallback xmlns=""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12D1924C-1E81-498D-85C1-DE9AFE2A397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07704" y="5336936"/>
                  <a:ext cx="18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901F6D25-A68D-4E6D-A0C6-0E2A385DF310}"/>
                    </a:ext>
                  </a:extLst>
                </p14:cNvPr>
                <p14:cNvContentPartPr/>
                <p14:nvPr/>
              </p14:nvContentPartPr>
              <p14:xfrm>
                <a:off x="9561664" y="5107256"/>
                <a:ext cx="39960" cy="203400"/>
              </p14:xfrm>
            </p:contentPart>
          </mc:Choice>
          <mc:Fallback xmlns=""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901F6D25-A68D-4E6D-A0C6-0E2A385DF31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544024" y="5089256"/>
                  <a:ext cx="75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23049B41-0A13-45A0-9851-B5DAD1146D6F}"/>
                    </a:ext>
                  </a:extLst>
                </p14:cNvPr>
                <p14:cNvContentPartPr/>
                <p14:nvPr/>
              </p14:nvContentPartPr>
              <p14:xfrm>
                <a:off x="9457984" y="5393456"/>
                <a:ext cx="321480" cy="63000"/>
              </p14:xfrm>
            </p:contentPart>
          </mc:Choice>
          <mc:Fallback xmlns=""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23049B41-0A13-45A0-9851-B5DAD1146D6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40344" y="5375456"/>
                  <a:ext cx="357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08DDD9BC-033F-46FF-8B0D-5E6E4638E854}"/>
                    </a:ext>
                  </a:extLst>
                </p14:cNvPr>
                <p14:cNvContentPartPr/>
                <p14:nvPr/>
              </p14:nvContentPartPr>
              <p14:xfrm>
                <a:off x="9540424" y="5618096"/>
                <a:ext cx="20520" cy="194040"/>
              </p14:xfrm>
            </p:contentPart>
          </mc:Choice>
          <mc:Fallback xmlns=""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08DDD9BC-033F-46FF-8B0D-5E6E4638E85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22424" y="5600096"/>
                  <a:ext cx="56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BA585975-2443-4992-8D96-4C5A907DF9E0}"/>
                    </a:ext>
                  </a:extLst>
                </p14:cNvPr>
                <p14:cNvContentPartPr/>
                <p14:nvPr/>
              </p14:nvContentPartPr>
              <p14:xfrm>
                <a:off x="9670744" y="5591096"/>
                <a:ext cx="167760" cy="155880"/>
              </p14:xfrm>
            </p:contentPart>
          </mc:Choice>
          <mc:Fallback xmlns=""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BA585975-2443-4992-8D96-4C5A907DF9E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653104" y="5573456"/>
                  <a:ext cx="203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88B1CA4C-48E7-4CF8-801C-6EA6829D41FB}"/>
                    </a:ext>
                  </a:extLst>
                </p14:cNvPr>
                <p14:cNvContentPartPr/>
                <p14:nvPr/>
              </p14:nvContentPartPr>
              <p14:xfrm>
                <a:off x="8551504" y="5406776"/>
                <a:ext cx="127080" cy="46224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88B1CA4C-48E7-4CF8-801C-6EA6829D41F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533504" y="5388776"/>
                  <a:ext cx="1627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3BD4D273-0474-49B1-945D-D1D0C63512DE}"/>
                    </a:ext>
                  </a:extLst>
                </p14:cNvPr>
                <p14:cNvContentPartPr/>
                <p14:nvPr/>
              </p14:nvContentPartPr>
              <p14:xfrm>
                <a:off x="8381224" y="4901696"/>
                <a:ext cx="1784160" cy="1280880"/>
              </p14:xfrm>
            </p:contentPart>
          </mc:Choice>
          <mc:Fallback xmlns=""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3BD4D273-0474-49B1-945D-D1D0C63512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63224" y="4883696"/>
                  <a:ext cx="1819800" cy="131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8777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C226BA4-035E-40D6-884D-2E5003F5C83B}"/>
                  </a:ext>
                </a:extLst>
              </p14:cNvPr>
              <p14:cNvContentPartPr/>
              <p14:nvPr/>
            </p14:nvContentPartPr>
            <p14:xfrm>
              <a:off x="1447624" y="961136"/>
              <a:ext cx="173520" cy="157176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C226BA4-035E-40D6-884D-2E5003F5C8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9984" y="943496"/>
                <a:ext cx="209160" cy="160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upo 28">
            <a:extLst>
              <a:ext uri="{FF2B5EF4-FFF2-40B4-BE49-F238E27FC236}">
                <a16:creationId xmlns:a16="http://schemas.microsoft.com/office/drawing/2014/main" id="{B1FF7654-07FF-400E-9525-14559C6AA43A}"/>
              </a:ext>
            </a:extLst>
          </p:cNvPr>
          <p:cNvGrpSpPr/>
          <p:nvPr/>
        </p:nvGrpSpPr>
        <p:grpSpPr>
          <a:xfrm>
            <a:off x="208504" y="1500416"/>
            <a:ext cx="204480" cy="454320"/>
            <a:chOff x="208504" y="1500416"/>
            <a:chExt cx="204480" cy="45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8E0583F5-BBAF-4433-BA43-244FEE65EE85}"/>
                    </a:ext>
                  </a:extLst>
                </p14:cNvPr>
                <p14:cNvContentPartPr/>
                <p14:nvPr/>
              </p14:nvContentPartPr>
              <p14:xfrm>
                <a:off x="265744" y="1500416"/>
                <a:ext cx="137520" cy="4543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8E0583F5-BBAF-4433-BA43-244FEE65EE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7744" y="1482776"/>
                  <a:ext cx="1731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660079B-4878-4D42-82BB-C15E62A9DF2F}"/>
                    </a:ext>
                  </a:extLst>
                </p14:cNvPr>
                <p14:cNvContentPartPr/>
                <p14:nvPr/>
              </p14:nvContentPartPr>
              <p14:xfrm>
                <a:off x="208504" y="1795256"/>
                <a:ext cx="204480" cy="8568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660079B-4878-4D42-82BB-C15E62A9D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0864" y="1777616"/>
                  <a:ext cx="2401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8D72F29-BCF0-405B-A748-A9E6B2EA4C00}"/>
              </a:ext>
            </a:extLst>
          </p:cNvPr>
          <p:cNvGrpSpPr/>
          <p:nvPr/>
        </p:nvGrpSpPr>
        <p:grpSpPr>
          <a:xfrm>
            <a:off x="607024" y="1618856"/>
            <a:ext cx="527400" cy="306000"/>
            <a:chOff x="607024" y="1618856"/>
            <a:chExt cx="5274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BFA8A86-B8E0-4B27-8977-D594D1F45C5E}"/>
                    </a:ext>
                  </a:extLst>
                </p14:cNvPr>
                <p14:cNvContentPartPr/>
                <p14:nvPr/>
              </p14:nvContentPartPr>
              <p14:xfrm>
                <a:off x="607024" y="1618856"/>
                <a:ext cx="143280" cy="3060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BFA8A86-B8E0-4B27-8977-D594D1F45C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9384" y="1601216"/>
                  <a:ext cx="1789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51C2B03-2201-4E0D-B496-8A4EF78FC977}"/>
                    </a:ext>
                  </a:extLst>
                </p14:cNvPr>
                <p14:cNvContentPartPr/>
                <p14:nvPr/>
              </p14:nvContentPartPr>
              <p14:xfrm>
                <a:off x="726904" y="1729376"/>
                <a:ext cx="153000" cy="1785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51C2B03-2201-4E0D-B496-8A4EF78FC9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8904" y="1711376"/>
                  <a:ext cx="188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304281E-EDE8-437C-9C8F-062DF2A4FC2B}"/>
                    </a:ext>
                  </a:extLst>
                </p14:cNvPr>
                <p14:cNvContentPartPr/>
                <p14:nvPr/>
              </p14:nvContentPartPr>
              <p14:xfrm>
                <a:off x="895024" y="1626776"/>
                <a:ext cx="78840" cy="2822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304281E-EDE8-437C-9C8F-062DF2A4FC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7024" y="1608776"/>
                  <a:ext cx="114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35C1522-9EEB-4177-95EE-677B93FF5719}"/>
                    </a:ext>
                  </a:extLst>
                </p14:cNvPr>
                <p14:cNvContentPartPr/>
                <p14:nvPr/>
              </p14:nvContentPartPr>
              <p14:xfrm>
                <a:off x="979264" y="1662416"/>
                <a:ext cx="155160" cy="1342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35C1522-9EEB-4177-95EE-677B93FF57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1264" y="1644416"/>
                  <a:ext cx="19080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B68F803-71AB-42BD-84DF-F684851943DB}"/>
              </a:ext>
            </a:extLst>
          </p:cNvPr>
          <p:cNvGrpSpPr/>
          <p:nvPr/>
        </p:nvGrpSpPr>
        <p:grpSpPr>
          <a:xfrm>
            <a:off x="2094544" y="1074536"/>
            <a:ext cx="420840" cy="703440"/>
            <a:chOff x="2094544" y="1074536"/>
            <a:chExt cx="420840" cy="70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D9393F77-1158-46CC-A9ED-D587802CC506}"/>
                    </a:ext>
                  </a:extLst>
                </p14:cNvPr>
                <p14:cNvContentPartPr/>
                <p14:nvPr/>
              </p14:nvContentPartPr>
              <p14:xfrm>
                <a:off x="2213704" y="1074536"/>
                <a:ext cx="33120" cy="2044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D9393F77-1158-46CC-A9ED-D587802CC5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95704" y="1056536"/>
                  <a:ext cx="68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7579567-0366-441A-A6B9-49C44298DAC8}"/>
                    </a:ext>
                  </a:extLst>
                </p14:cNvPr>
                <p14:cNvContentPartPr/>
                <p14:nvPr/>
              </p14:nvContentPartPr>
              <p14:xfrm>
                <a:off x="2094544" y="1313936"/>
                <a:ext cx="379800" cy="586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7579567-0366-441A-A6B9-49C44298DA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6904" y="1295936"/>
                  <a:ext cx="415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5C8A161-8C4B-4D5B-ADD8-7C1E49AE192C}"/>
                    </a:ext>
                  </a:extLst>
                </p14:cNvPr>
                <p14:cNvContentPartPr/>
                <p14:nvPr/>
              </p14:nvContentPartPr>
              <p14:xfrm>
                <a:off x="2170144" y="1531016"/>
                <a:ext cx="66960" cy="2469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5C8A161-8C4B-4D5B-ADD8-7C1E49AE19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52144" y="1513376"/>
                  <a:ext cx="1026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2C72B2E-F3EB-4694-850F-935C692A37F0}"/>
                    </a:ext>
                  </a:extLst>
                </p14:cNvPr>
                <p14:cNvContentPartPr/>
                <p14:nvPr/>
              </p14:nvContentPartPr>
              <p14:xfrm>
                <a:off x="2323864" y="1508336"/>
                <a:ext cx="191520" cy="1638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2C72B2E-F3EB-4694-850F-935C692A37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06224" y="1490696"/>
                  <a:ext cx="22716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38072CEC-CC49-4477-A365-FCEC1F9194DC}"/>
                  </a:ext>
                </a:extLst>
              </p14:cNvPr>
              <p14:cNvContentPartPr/>
              <p14:nvPr/>
            </p14:nvContentPartPr>
            <p14:xfrm>
              <a:off x="2290384" y="2135456"/>
              <a:ext cx="185400" cy="19368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38072CEC-CC49-4477-A365-FCEC1F9194D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72744" y="2117456"/>
                <a:ext cx="2210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6044B942-ED4A-48CD-896D-B6354777E6A7}"/>
              </a:ext>
            </a:extLst>
          </p:cNvPr>
          <p:cNvGrpSpPr/>
          <p:nvPr/>
        </p:nvGrpSpPr>
        <p:grpSpPr>
          <a:xfrm>
            <a:off x="3826504" y="2067776"/>
            <a:ext cx="579960" cy="214560"/>
            <a:chOff x="3826504" y="2067776"/>
            <a:chExt cx="57996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5714CFC-178C-4AFA-BAB0-C335E0601294}"/>
                    </a:ext>
                  </a:extLst>
                </p14:cNvPr>
                <p14:cNvContentPartPr/>
                <p14:nvPr/>
              </p14:nvContentPartPr>
              <p14:xfrm>
                <a:off x="3826504" y="2089376"/>
                <a:ext cx="163440" cy="1929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5714CFC-178C-4AFA-BAB0-C335E06012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08864" y="2071376"/>
                  <a:ext cx="199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2348AEE-9284-4A34-847D-680B4CD54B3D}"/>
                    </a:ext>
                  </a:extLst>
                </p14:cNvPr>
                <p14:cNvContentPartPr/>
                <p14:nvPr/>
              </p14:nvContentPartPr>
              <p14:xfrm>
                <a:off x="4026664" y="2119976"/>
                <a:ext cx="152640" cy="1580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2348AEE-9284-4A34-847D-680B4CD54B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09024" y="2101976"/>
                  <a:ext cx="188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B504D49-D510-421F-9626-50762ECE41D4}"/>
                    </a:ext>
                  </a:extLst>
                </p14:cNvPr>
                <p14:cNvContentPartPr/>
                <p14:nvPr/>
              </p14:nvContentPartPr>
              <p14:xfrm>
                <a:off x="4269664" y="2067776"/>
                <a:ext cx="136800" cy="1994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B504D49-D510-421F-9626-50762ECE41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52024" y="2050136"/>
                  <a:ext cx="1724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0C828593-4B8F-48BA-89BE-2369188F9BE4}"/>
                  </a:ext>
                </a:extLst>
              </p14:cNvPr>
              <p14:cNvContentPartPr/>
              <p14:nvPr/>
            </p14:nvContentPartPr>
            <p14:xfrm>
              <a:off x="4442104" y="1114496"/>
              <a:ext cx="240840" cy="18468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0C828593-4B8F-48BA-89BE-2369188F9B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24464" y="1096856"/>
                <a:ext cx="2764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7CF2FF37-8652-4167-9F01-16E815674FF5}"/>
                  </a:ext>
                </a:extLst>
              </p14:cNvPr>
              <p14:cNvContentPartPr/>
              <p14:nvPr/>
            </p14:nvContentPartPr>
            <p14:xfrm>
              <a:off x="4764664" y="1090016"/>
              <a:ext cx="39240" cy="21204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7CF2FF37-8652-4167-9F01-16E815674FF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46664" y="1072376"/>
                <a:ext cx="74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C25F164F-3289-4D93-AE87-B5643660CFA0}"/>
                  </a:ext>
                </a:extLst>
              </p14:cNvPr>
              <p14:cNvContentPartPr/>
              <p14:nvPr/>
            </p14:nvContentPartPr>
            <p14:xfrm>
              <a:off x="4832344" y="1066256"/>
              <a:ext cx="187560" cy="21132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C25F164F-3289-4D93-AE87-B5643660CFA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14704" y="1048256"/>
                <a:ext cx="22320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upo 45">
            <a:extLst>
              <a:ext uri="{FF2B5EF4-FFF2-40B4-BE49-F238E27FC236}">
                <a16:creationId xmlns:a16="http://schemas.microsoft.com/office/drawing/2014/main" id="{BDE83FD5-CDBB-46D5-AA0C-016AE66AC62A}"/>
              </a:ext>
            </a:extLst>
          </p:cNvPr>
          <p:cNvGrpSpPr/>
          <p:nvPr/>
        </p:nvGrpSpPr>
        <p:grpSpPr>
          <a:xfrm>
            <a:off x="6230224" y="778976"/>
            <a:ext cx="601920" cy="749880"/>
            <a:chOff x="6230224" y="778976"/>
            <a:chExt cx="601920" cy="74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6F6136C-E90A-4E42-B3B2-63DCCB897D8A}"/>
                    </a:ext>
                  </a:extLst>
                </p14:cNvPr>
                <p14:cNvContentPartPr/>
                <p14:nvPr/>
              </p14:nvContentPartPr>
              <p14:xfrm>
                <a:off x="6242824" y="945296"/>
                <a:ext cx="200520" cy="55764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6F6136C-E90A-4E42-B3B2-63DCCB897D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25184" y="927296"/>
                  <a:ext cx="2361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7E0444F7-E8DE-4A7F-9926-519A1A4D655D}"/>
                    </a:ext>
                  </a:extLst>
                </p14:cNvPr>
                <p14:cNvContentPartPr/>
                <p14:nvPr/>
              </p14:nvContentPartPr>
              <p14:xfrm>
                <a:off x="6230224" y="804176"/>
                <a:ext cx="26640" cy="1299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7E0444F7-E8DE-4A7F-9926-519A1A4D65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12584" y="786176"/>
                  <a:ext cx="62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4E7B0327-A742-4BC7-A7AB-BEECC2635276}"/>
                    </a:ext>
                  </a:extLst>
                </p14:cNvPr>
                <p14:cNvContentPartPr/>
                <p14:nvPr/>
              </p14:nvContentPartPr>
              <p14:xfrm>
                <a:off x="6325984" y="778976"/>
                <a:ext cx="117360" cy="925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4E7B0327-A742-4BC7-A7AB-BEECC26352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07984" y="760976"/>
                  <a:ext cx="153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699BECAE-9F71-450E-9DD9-5F037550AC85}"/>
                    </a:ext>
                  </a:extLst>
                </p14:cNvPr>
                <p14:cNvContentPartPr/>
                <p14:nvPr/>
              </p14:nvContentPartPr>
              <p14:xfrm>
                <a:off x="6682744" y="968336"/>
                <a:ext cx="19800" cy="1454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699BECAE-9F71-450E-9DD9-5F037550AC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64744" y="950696"/>
                  <a:ext cx="55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C385155F-3E6D-4DA0-9F16-0416FA6A7522}"/>
                    </a:ext>
                  </a:extLst>
                </p14:cNvPr>
                <p14:cNvContentPartPr/>
                <p14:nvPr/>
              </p14:nvContentPartPr>
              <p14:xfrm>
                <a:off x="6568624" y="1170296"/>
                <a:ext cx="233280" cy="234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C385155F-3E6D-4DA0-9F16-0416FA6A75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50624" y="1152296"/>
                  <a:ext cx="268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46FDCFF-D0FF-4701-B35C-0034F7D32B77}"/>
                    </a:ext>
                  </a:extLst>
                </p14:cNvPr>
                <p14:cNvContentPartPr/>
                <p14:nvPr/>
              </p14:nvContentPartPr>
              <p14:xfrm>
                <a:off x="6600664" y="1360736"/>
                <a:ext cx="53640" cy="1681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46FDCFF-D0FF-4701-B35C-0034F7D32B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82664" y="1342736"/>
                  <a:ext cx="89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1022239-EE67-49FB-A924-C568983F798B}"/>
                    </a:ext>
                  </a:extLst>
                </p14:cNvPr>
                <p14:cNvContentPartPr/>
                <p14:nvPr/>
              </p14:nvContentPartPr>
              <p14:xfrm>
                <a:off x="6673024" y="1296296"/>
                <a:ext cx="159120" cy="18072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1022239-EE67-49FB-A924-C568983F79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55024" y="1278296"/>
                  <a:ext cx="1947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E5838830-6C4D-49F9-B994-FB1447471E0D}"/>
              </a:ext>
            </a:extLst>
          </p:cNvPr>
          <p:cNvGrpSpPr/>
          <p:nvPr/>
        </p:nvGrpSpPr>
        <p:grpSpPr>
          <a:xfrm>
            <a:off x="7023664" y="1002176"/>
            <a:ext cx="385560" cy="274320"/>
            <a:chOff x="7023664" y="1002176"/>
            <a:chExt cx="3855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C871F72D-A843-4362-A675-ADABBA41EFE8}"/>
                    </a:ext>
                  </a:extLst>
                </p14:cNvPr>
                <p14:cNvContentPartPr/>
                <p14:nvPr/>
              </p14:nvContentPartPr>
              <p14:xfrm>
                <a:off x="7023664" y="1002176"/>
                <a:ext cx="195840" cy="2743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C871F72D-A843-4362-A675-ADABBA41EF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06024" y="984536"/>
                  <a:ext cx="231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7C2CD82-563E-4EEA-AB76-60E79AB32489}"/>
                    </a:ext>
                  </a:extLst>
                </p14:cNvPr>
                <p14:cNvContentPartPr/>
                <p14:nvPr/>
              </p14:nvContentPartPr>
              <p14:xfrm>
                <a:off x="7270624" y="1088576"/>
                <a:ext cx="138600" cy="1767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7C2CD82-563E-4EEA-AB76-60E79AB324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52624" y="1070576"/>
                  <a:ext cx="174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930AF533-5840-4A5D-B23F-1BA15C377F4C}"/>
              </a:ext>
            </a:extLst>
          </p:cNvPr>
          <p:cNvGrpSpPr/>
          <p:nvPr/>
        </p:nvGrpSpPr>
        <p:grpSpPr>
          <a:xfrm>
            <a:off x="7691104" y="1089296"/>
            <a:ext cx="155160" cy="122040"/>
            <a:chOff x="7691104" y="1089296"/>
            <a:chExt cx="15516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B044384D-6961-4FD2-B027-A9870DC92617}"/>
                    </a:ext>
                  </a:extLst>
                </p14:cNvPr>
                <p14:cNvContentPartPr/>
                <p14:nvPr/>
              </p14:nvContentPartPr>
              <p14:xfrm>
                <a:off x="7703704" y="1089296"/>
                <a:ext cx="134640" cy="540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B044384D-6961-4FD2-B027-A9870DC926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85704" y="1071656"/>
                  <a:ext cx="170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6B75303E-C133-4E46-9BD0-C63B361F1294}"/>
                    </a:ext>
                  </a:extLst>
                </p14:cNvPr>
                <p14:cNvContentPartPr/>
                <p14:nvPr/>
              </p14:nvContentPartPr>
              <p14:xfrm>
                <a:off x="7691104" y="1198736"/>
                <a:ext cx="155160" cy="1260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6B75303E-C133-4E46-9BD0-C63B361F12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73104" y="1181096"/>
                  <a:ext cx="1908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B49C58BD-B316-4137-8DCD-535C39CFBF3D}"/>
              </a:ext>
            </a:extLst>
          </p:cNvPr>
          <p:cNvGrpSpPr/>
          <p:nvPr/>
        </p:nvGrpSpPr>
        <p:grpSpPr>
          <a:xfrm>
            <a:off x="8176384" y="913616"/>
            <a:ext cx="575280" cy="596520"/>
            <a:chOff x="8176384" y="913616"/>
            <a:chExt cx="575280" cy="5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3A571FF5-277D-4DDB-9140-68550F0E2FCE}"/>
                    </a:ext>
                  </a:extLst>
                </p14:cNvPr>
                <p14:cNvContentPartPr/>
                <p14:nvPr/>
              </p14:nvContentPartPr>
              <p14:xfrm>
                <a:off x="8316424" y="913616"/>
                <a:ext cx="21600" cy="13788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3A571FF5-277D-4DDB-9140-68550F0E2F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98784" y="895976"/>
                  <a:ext cx="57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9370A699-951A-4818-8641-D125730A1DEB}"/>
                    </a:ext>
                  </a:extLst>
                </p14:cNvPr>
                <p14:cNvContentPartPr/>
                <p14:nvPr/>
              </p14:nvContentPartPr>
              <p14:xfrm>
                <a:off x="8176384" y="1130336"/>
                <a:ext cx="271080" cy="46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9370A699-951A-4818-8641-D125730A1DE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58384" y="1112336"/>
                  <a:ext cx="30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086F6754-73A7-4DA5-A17B-FFD284D4E2EC}"/>
                    </a:ext>
                  </a:extLst>
                </p14:cNvPr>
                <p14:cNvContentPartPr/>
                <p14:nvPr/>
              </p14:nvContentPartPr>
              <p14:xfrm>
                <a:off x="8206264" y="1306736"/>
                <a:ext cx="50760" cy="20340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086F6754-73A7-4DA5-A17B-FFD284D4E2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88264" y="1288736"/>
                  <a:ext cx="86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D8FA7DD-F844-4027-ADF0-CC4A49C86F2D}"/>
                    </a:ext>
                  </a:extLst>
                </p14:cNvPr>
                <p14:cNvContentPartPr/>
                <p14:nvPr/>
              </p14:nvContentPartPr>
              <p14:xfrm>
                <a:off x="8290504" y="1283336"/>
                <a:ext cx="135360" cy="2145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D8FA7DD-F844-4027-ADF0-CC4A49C86F2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72864" y="1265336"/>
                  <a:ext cx="171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3D48D41D-80AC-4BA0-991D-411C66BBDF0C}"/>
                    </a:ext>
                  </a:extLst>
                </p14:cNvPr>
                <p14:cNvContentPartPr/>
                <p14:nvPr/>
              </p14:nvContentPartPr>
              <p14:xfrm>
                <a:off x="8623864" y="1023056"/>
                <a:ext cx="121320" cy="1861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3D48D41D-80AC-4BA0-991D-411C66BBDF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05864" y="1005416"/>
                  <a:ext cx="156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2689525A-3F7A-4A65-9853-A2785FA22DB3}"/>
                    </a:ext>
                  </a:extLst>
                </p14:cNvPr>
                <p14:cNvContentPartPr/>
                <p14:nvPr/>
              </p14:nvContentPartPr>
              <p14:xfrm>
                <a:off x="8574544" y="1023056"/>
                <a:ext cx="177120" cy="16992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2689525A-3F7A-4A65-9853-A2785FA22D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56904" y="1005416"/>
                  <a:ext cx="2127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565C3BB-F5FA-415D-8716-AE3D2E45920A}"/>
              </a:ext>
            </a:extLst>
          </p:cNvPr>
          <p:cNvGrpSpPr/>
          <p:nvPr/>
        </p:nvGrpSpPr>
        <p:grpSpPr>
          <a:xfrm>
            <a:off x="8951824" y="732896"/>
            <a:ext cx="402480" cy="948600"/>
            <a:chOff x="8951824" y="732896"/>
            <a:chExt cx="402480" cy="9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7D4DBA58-1037-42DE-9070-767CD7CDBE6F}"/>
                    </a:ext>
                  </a:extLst>
                </p14:cNvPr>
                <p14:cNvContentPartPr/>
                <p14:nvPr/>
              </p14:nvContentPartPr>
              <p14:xfrm>
                <a:off x="8960104" y="908576"/>
                <a:ext cx="22680" cy="55620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7D4DBA58-1037-42DE-9070-767CD7CDBE6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42464" y="890576"/>
                  <a:ext cx="5832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964CF1C-5559-4A9E-85F5-0EBAF1998348}"/>
                    </a:ext>
                  </a:extLst>
                </p14:cNvPr>
                <p14:cNvContentPartPr/>
                <p14:nvPr/>
              </p14:nvContentPartPr>
              <p14:xfrm>
                <a:off x="8951824" y="1528496"/>
                <a:ext cx="100800" cy="1530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964CF1C-5559-4A9E-85F5-0EBAF19983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34184" y="1510496"/>
                  <a:ext cx="136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6DB840F-687A-4266-B1BE-20691976E485}"/>
                    </a:ext>
                  </a:extLst>
                </p14:cNvPr>
                <p14:cNvContentPartPr/>
                <p14:nvPr/>
              </p14:nvContentPartPr>
              <p14:xfrm>
                <a:off x="9100504" y="732896"/>
                <a:ext cx="12960" cy="1533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6DB840F-687A-4266-B1BE-20691976E4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82504" y="714896"/>
                  <a:ext cx="48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4FF5515F-0ED2-4F46-93B8-CD5F6C5569F7}"/>
                    </a:ext>
                  </a:extLst>
                </p14:cNvPr>
                <p14:cNvContentPartPr/>
                <p14:nvPr/>
              </p14:nvContentPartPr>
              <p14:xfrm>
                <a:off x="9184384" y="803096"/>
                <a:ext cx="169920" cy="936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4FF5515F-0ED2-4F46-93B8-CD5F6C5569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6744" y="785456"/>
                  <a:ext cx="205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BA02A47A-F7BE-43D6-B8F9-630BF22EE08E}"/>
              </a:ext>
            </a:extLst>
          </p:cNvPr>
          <p:cNvGrpSpPr/>
          <p:nvPr/>
        </p:nvGrpSpPr>
        <p:grpSpPr>
          <a:xfrm>
            <a:off x="9397144" y="1127456"/>
            <a:ext cx="141480" cy="122400"/>
            <a:chOff x="9397144" y="1127456"/>
            <a:chExt cx="14148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BF9D5DA-A5BE-4411-970F-8414B23B7747}"/>
                    </a:ext>
                  </a:extLst>
                </p14:cNvPr>
                <p14:cNvContentPartPr/>
                <p14:nvPr/>
              </p14:nvContentPartPr>
              <p14:xfrm>
                <a:off x="9397144" y="1127456"/>
                <a:ext cx="120240" cy="237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BF9D5DA-A5BE-4411-970F-8414B23B77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79504" y="1109816"/>
                  <a:ext cx="155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950698DD-45A6-4437-A1B0-D4DB3F7B860C}"/>
                    </a:ext>
                  </a:extLst>
                </p14:cNvPr>
                <p14:cNvContentPartPr/>
                <p14:nvPr/>
              </p14:nvContentPartPr>
              <p14:xfrm>
                <a:off x="9415504" y="1237256"/>
                <a:ext cx="123120" cy="126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950698DD-45A6-4437-A1B0-D4DB3F7B86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97864" y="1219256"/>
                  <a:ext cx="1587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837327E4-3842-4DF7-9E26-56488E8F7487}"/>
              </a:ext>
            </a:extLst>
          </p:cNvPr>
          <p:cNvGrpSpPr/>
          <p:nvPr/>
        </p:nvGrpSpPr>
        <p:grpSpPr>
          <a:xfrm>
            <a:off x="9725104" y="983096"/>
            <a:ext cx="218880" cy="255240"/>
            <a:chOff x="9725104" y="983096"/>
            <a:chExt cx="21888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7591AB1F-A6B2-48DB-9E03-901F3900D43D}"/>
                    </a:ext>
                  </a:extLst>
                </p14:cNvPr>
                <p14:cNvContentPartPr/>
                <p14:nvPr/>
              </p14:nvContentPartPr>
              <p14:xfrm>
                <a:off x="9779824" y="983096"/>
                <a:ext cx="17280" cy="16488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7591AB1F-A6B2-48DB-9E03-901F3900D43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62184" y="965096"/>
                  <a:ext cx="52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79BCDC45-4ECF-4349-93F6-B66A5654E866}"/>
                    </a:ext>
                  </a:extLst>
                </p14:cNvPr>
                <p14:cNvContentPartPr/>
                <p14:nvPr/>
              </p14:nvContentPartPr>
              <p14:xfrm>
                <a:off x="9725104" y="1223216"/>
                <a:ext cx="218880" cy="151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79BCDC45-4ECF-4349-93F6-B66A5654E8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07104" y="1205576"/>
                  <a:ext cx="2545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D32E0C69-089C-4128-BC71-BC9FEF9E0C77}"/>
              </a:ext>
            </a:extLst>
          </p:cNvPr>
          <p:cNvGrpSpPr/>
          <p:nvPr/>
        </p:nvGrpSpPr>
        <p:grpSpPr>
          <a:xfrm>
            <a:off x="9713224" y="1386656"/>
            <a:ext cx="241560" cy="247320"/>
            <a:chOff x="9713224" y="1386656"/>
            <a:chExt cx="24156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D872186E-F1DD-497F-9F5E-10F37BE754F9}"/>
                    </a:ext>
                  </a:extLst>
                </p14:cNvPr>
                <p14:cNvContentPartPr/>
                <p14:nvPr/>
              </p14:nvContentPartPr>
              <p14:xfrm>
                <a:off x="9713224" y="1425896"/>
                <a:ext cx="54360" cy="2080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D872186E-F1DD-497F-9F5E-10F37BE754F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95584" y="1407896"/>
                  <a:ext cx="90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DC2BCE96-1494-451F-889E-D99FC0E28980}"/>
                    </a:ext>
                  </a:extLst>
                </p14:cNvPr>
                <p14:cNvContentPartPr/>
                <p14:nvPr/>
              </p14:nvContentPartPr>
              <p14:xfrm>
                <a:off x="9811144" y="1386656"/>
                <a:ext cx="143640" cy="2250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DC2BCE96-1494-451F-889E-D99FC0E289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93504" y="1369016"/>
                  <a:ext cx="17928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1CC1779-5C04-458F-B2C0-9C5CDB88065A}"/>
              </a:ext>
            </a:extLst>
          </p:cNvPr>
          <p:cNvGrpSpPr/>
          <p:nvPr/>
        </p:nvGrpSpPr>
        <p:grpSpPr>
          <a:xfrm>
            <a:off x="10132264" y="973736"/>
            <a:ext cx="978480" cy="375120"/>
            <a:chOff x="10132264" y="973736"/>
            <a:chExt cx="9784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0ED7D7E-2FE4-4C1B-B45B-BD53DD539076}"/>
                    </a:ext>
                  </a:extLst>
                </p14:cNvPr>
                <p14:cNvContentPartPr/>
                <p14:nvPr/>
              </p14:nvContentPartPr>
              <p14:xfrm>
                <a:off x="10132264" y="973736"/>
                <a:ext cx="71280" cy="3265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0ED7D7E-2FE4-4C1B-B45B-BD53DD5390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14624" y="955736"/>
                  <a:ext cx="106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86816651-D41A-472E-88E5-1D067FA6025D}"/>
                    </a:ext>
                  </a:extLst>
                </p14:cNvPr>
                <p14:cNvContentPartPr/>
                <p14:nvPr/>
              </p14:nvContentPartPr>
              <p14:xfrm>
                <a:off x="10329184" y="1036376"/>
                <a:ext cx="53640" cy="2106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86816651-D41A-472E-88E5-1D067FA6025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11184" y="1018376"/>
                  <a:ext cx="89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B46F794-FEA1-46AF-9B16-21178913A177}"/>
                    </a:ext>
                  </a:extLst>
                </p14:cNvPr>
                <p14:cNvContentPartPr/>
                <p14:nvPr/>
              </p14:nvContentPartPr>
              <p14:xfrm>
                <a:off x="10430704" y="1062296"/>
                <a:ext cx="123120" cy="18360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B46F794-FEA1-46AF-9B16-21178913A1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12704" y="1044656"/>
                  <a:ext cx="158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AB3E9F6-41C7-47F5-9CA5-8E939E239B2C}"/>
                    </a:ext>
                  </a:extLst>
                </p14:cNvPr>
                <p14:cNvContentPartPr/>
                <p14:nvPr/>
              </p14:nvContentPartPr>
              <p14:xfrm>
                <a:off x="10649224" y="1126736"/>
                <a:ext cx="101880" cy="133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AB3E9F6-41C7-47F5-9CA5-8E939E239B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31224" y="1108736"/>
                  <a:ext cx="137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679DB07C-885E-4068-92EA-9CD12717A3FA}"/>
                    </a:ext>
                  </a:extLst>
                </p14:cNvPr>
                <p14:cNvContentPartPr/>
                <p14:nvPr/>
              </p14:nvContentPartPr>
              <p14:xfrm>
                <a:off x="10872064" y="1045736"/>
                <a:ext cx="118440" cy="15516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679DB07C-885E-4068-92EA-9CD12717A3F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54424" y="1028096"/>
                  <a:ext cx="15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FBB566AA-BA00-42E6-A335-F80F569619D8}"/>
                    </a:ext>
                  </a:extLst>
                </p14:cNvPr>
                <p14:cNvContentPartPr/>
                <p14:nvPr/>
              </p14:nvContentPartPr>
              <p14:xfrm>
                <a:off x="11044504" y="981656"/>
                <a:ext cx="66240" cy="3672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FBB566AA-BA00-42E6-A335-F80F569619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26504" y="963656"/>
                  <a:ext cx="101880" cy="40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B589740F-5C67-4A92-8340-7A84F05581B5}"/>
              </a:ext>
            </a:extLst>
          </p:cNvPr>
          <p:cNvGrpSpPr/>
          <p:nvPr/>
        </p:nvGrpSpPr>
        <p:grpSpPr>
          <a:xfrm>
            <a:off x="9284104" y="1887416"/>
            <a:ext cx="694440" cy="646560"/>
            <a:chOff x="9284104" y="1887416"/>
            <a:chExt cx="694440" cy="64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7FE57583-1DF4-449C-B738-99E7029167EA}"/>
                    </a:ext>
                  </a:extLst>
                </p14:cNvPr>
                <p14:cNvContentPartPr/>
                <p14:nvPr/>
              </p14:nvContentPartPr>
              <p14:xfrm>
                <a:off x="9284104" y="1948616"/>
                <a:ext cx="170640" cy="115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7FE57583-1DF4-449C-B738-99E7029167E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66464" y="1930616"/>
                  <a:ext cx="206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F063EEC0-53B8-423E-ACEB-3AF3A78C59C3}"/>
                    </a:ext>
                  </a:extLst>
                </p14:cNvPr>
                <p14:cNvContentPartPr/>
                <p14:nvPr/>
              </p14:nvContentPartPr>
              <p14:xfrm>
                <a:off x="9307144" y="2060576"/>
                <a:ext cx="180000" cy="457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F063EEC0-53B8-423E-ACEB-3AF3A78C59C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89504" y="2042936"/>
                  <a:ext cx="215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B773AD4-A31A-4C3D-8CCF-75B295A33D86}"/>
                    </a:ext>
                  </a:extLst>
                </p14:cNvPr>
                <p14:cNvContentPartPr/>
                <p14:nvPr/>
              </p14:nvContentPartPr>
              <p14:xfrm>
                <a:off x="9671824" y="1916216"/>
                <a:ext cx="33120" cy="15084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B773AD4-A31A-4C3D-8CCF-75B295A33D8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53824" y="1898576"/>
                  <a:ext cx="687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C956EEED-20D0-4F2D-A374-BCE0714BC917}"/>
                    </a:ext>
                  </a:extLst>
                </p14:cNvPr>
                <p14:cNvContentPartPr/>
                <p14:nvPr/>
              </p14:nvContentPartPr>
              <p14:xfrm>
                <a:off x="9609904" y="1887416"/>
                <a:ext cx="368640" cy="32652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C956EEED-20D0-4F2D-A374-BCE0714BC91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91904" y="1869776"/>
                  <a:ext cx="404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1510633-0A9E-4440-9862-3FF6AC7B6337}"/>
                    </a:ext>
                  </a:extLst>
                </p14:cNvPr>
                <p14:cNvContentPartPr/>
                <p14:nvPr/>
              </p14:nvContentPartPr>
              <p14:xfrm>
                <a:off x="9713224" y="2378096"/>
                <a:ext cx="18720" cy="15588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1510633-0A9E-4440-9862-3FF6AC7B63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95584" y="2360096"/>
                  <a:ext cx="54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78F5844-8A80-4A9A-BCF0-54EF173C33B7}"/>
                    </a:ext>
                  </a:extLst>
                </p14:cNvPr>
                <p14:cNvContentPartPr/>
                <p14:nvPr/>
              </p14:nvContentPartPr>
              <p14:xfrm>
                <a:off x="9788104" y="2265056"/>
                <a:ext cx="158760" cy="2232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78F5844-8A80-4A9A-BCF0-54EF173C33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70464" y="2247056"/>
                  <a:ext cx="194400" cy="25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68AE6E86-D20B-4B9C-840F-56450E660E2F}"/>
                  </a:ext>
                </a:extLst>
              </p14:cNvPr>
              <p14:cNvContentPartPr/>
              <p14:nvPr/>
            </p14:nvContentPartPr>
            <p14:xfrm>
              <a:off x="10171504" y="2012696"/>
              <a:ext cx="158760" cy="134280"/>
            </p14:xfrm>
          </p:contentPart>
        </mc:Choice>
        <mc:Fallback xmlns=""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68AE6E86-D20B-4B9C-840F-56450E660E2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53864" y="1995056"/>
                <a:ext cx="1944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2C8F2285-2019-481F-825C-7D6F177A0AFA}"/>
                  </a:ext>
                </a:extLst>
              </p14:cNvPr>
              <p14:cNvContentPartPr/>
              <p14:nvPr/>
            </p14:nvContentPartPr>
            <p14:xfrm>
              <a:off x="10496944" y="1915136"/>
              <a:ext cx="223200" cy="262800"/>
            </p14:xfrm>
          </p:contentPart>
        </mc:Choice>
        <mc:Fallback xmlns=""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2C8F2285-2019-481F-825C-7D6F177A0AF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79304" y="1897136"/>
                <a:ext cx="2588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69A3B5D5-3248-49E5-B0D9-596F018260AB}"/>
                  </a:ext>
                </a:extLst>
              </p14:cNvPr>
              <p14:cNvContentPartPr/>
              <p14:nvPr/>
            </p14:nvContentPartPr>
            <p14:xfrm>
              <a:off x="10784944" y="1802456"/>
              <a:ext cx="211680" cy="17532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69A3B5D5-3248-49E5-B0D9-596F018260A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767304" y="1784456"/>
                <a:ext cx="2473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1E947C10-3E3F-49A1-B074-34CDAB3AB73B}"/>
                  </a:ext>
                </a:extLst>
              </p14:cNvPr>
              <p14:cNvContentPartPr/>
              <p14:nvPr/>
            </p14:nvContentPartPr>
            <p14:xfrm>
              <a:off x="2136304" y="704096"/>
              <a:ext cx="1440" cy="18720"/>
            </p14:xfrm>
          </p:contentPart>
        </mc:Choice>
        <mc:Fallback xmlns=""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1E947C10-3E3F-49A1-B074-34CDAB3AB73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118304" y="686096"/>
                <a:ext cx="3708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o 98">
            <a:extLst>
              <a:ext uri="{FF2B5EF4-FFF2-40B4-BE49-F238E27FC236}">
                <a16:creationId xmlns:a16="http://schemas.microsoft.com/office/drawing/2014/main" id="{D42D7FF8-1E5C-4C7F-A054-854386EAA70A}"/>
              </a:ext>
            </a:extLst>
          </p:cNvPr>
          <p:cNvGrpSpPr/>
          <p:nvPr/>
        </p:nvGrpSpPr>
        <p:grpSpPr>
          <a:xfrm>
            <a:off x="376984" y="3516416"/>
            <a:ext cx="1227960" cy="509760"/>
            <a:chOff x="376984" y="3516416"/>
            <a:chExt cx="122796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565C890-792C-4DBD-A5FF-4D67FA6736F1}"/>
                    </a:ext>
                  </a:extLst>
                </p14:cNvPr>
                <p14:cNvContentPartPr/>
                <p14:nvPr/>
              </p14:nvContentPartPr>
              <p14:xfrm>
                <a:off x="512344" y="3516416"/>
                <a:ext cx="76320" cy="5097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565C890-792C-4DBD-A5FF-4D67FA6736F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4344" y="3498416"/>
                  <a:ext cx="1119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478C50B2-F8BC-417A-ADE8-D99A69FDB537}"/>
                    </a:ext>
                  </a:extLst>
                </p14:cNvPr>
                <p14:cNvContentPartPr/>
                <p14:nvPr/>
              </p14:nvContentPartPr>
              <p14:xfrm>
                <a:off x="376984" y="3554576"/>
                <a:ext cx="303120" cy="10728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478C50B2-F8BC-417A-ADE8-D99A69FDB53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8984" y="3536576"/>
                  <a:ext cx="338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1E524443-0B62-40D2-A5A6-586346141AA3}"/>
                    </a:ext>
                  </a:extLst>
                </p14:cNvPr>
                <p14:cNvContentPartPr/>
                <p14:nvPr/>
              </p14:nvContentPartPr>
              <p14:xfrm>
                <a:off x="480304" y="3773816"/>
                <a:ext cx="217800" cy="450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1E524443-0B62-40D2-A5A6-586346141AA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2304" y="3755816"/>
                  <a:ext cx="253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064E82F3-4171-4567-B5BB-E5F73B1BB12D}"/>
                    </a:ext>
                  </a:extLst>
                </p14:cNvPr>
                <p14:cNvContentPartPr/>
                <p14:nvPr/>
              </p14:nvContentPartPr>
              <p14:xfrm>
                <a:off x="848224" y="3582296"/>
                <a:ext cx="131040" cy="3294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064E82F3-4171-4567-B5BB-E5F73B1BB1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0584" y="3564656"/>
                  <a:ext cx="1666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8F56B84-03D2-43B5-9422-BDF3433ADB2E}"/>
                    </a:ext>
                  </a:extLst>
                </p14:cNvPr>
                <p14:cNvContentPartPr/>
                <p14:nvPr/>
              </p14:nvContentPartPr>
              <p14:xfrm>
                <a:off x="1012024" y="3676256"/>
                <a:ext cx="148320" cy="2012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8F56B84-03D2-43B5-9422-BDF3433ADB2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4024" y="3658616"/>
                  <a:ext cx="183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AEB11708-7958-4720-826F-11D098AF806E}"/>
                    </a:ext>
                  </a:extLst>
                </p14:cNvPr>
                <p14:cNvContentPartPr/>
                <p14:nvPr/>
              </p14:nvContentPartPr>
              <p14:xfrm>
                <a:off x="1016344" y="3635576"/>
                <a:ext cx="146160" cy="18576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AEB11708-7958-4720-826F-11D098AF80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8344" y="3617576"/>
                  <a:ext cx="181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DD0B12AD-B10A-4D65-876E-8A19BCFFE796}"/>
                    </a:ext>
                  </a:extLst>
                </p14:cNvPr>
                <p14:cNvContentPartPr/>
                <p14:nvPr/>
              </p14:nvContentPartPr>
              <p14:xfrm>
                <a:off x="1251784" y="3538016"/>
                <a:ext cx="75240" cy="38052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DD0B12AD-B10A-4D65-876E-8A19BCFFE79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33784" y="3520376"/>
                  <a:ext cx="1108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E646562-D819-44F9-8227-A56C60FCC0D2}"/>
                    </a:ext>
                  </a:extLst>
                </p14:cNvPr>
                <p14:cNvContentPartPr/>
                <p14:nvPr/>
              </p14:nvContentPartPr>
              <p14:xfrm>
                <a:off x="1473904" y="3711176"/>
                <a:ext cx="131040" cy="64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E646562-D819-44F9-8227-A56C60FCC0D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56264" y="3693176"/>
                  <a:ext cx="166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9A4BB467-7866-433C-9F06-273CBE777103}"/>
                    </a:ext>
                  </a:extLst>
                </p14:cNvPr>
                <p14:cNvContentPartPr/>
                <p14:nvPr/>
              </p14:nvContentPartPr>
              <p14:xfrm>
                <a:off x="1465264" y="3802256"/>
                <a:ext cx="124200" cy="1944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9A4BB467-7866-433C-9F06-273CBE7771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47624" y="3784616"/>
                  <a:ext cx="1598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EED7481F-F61F-4A41-B1A6-2F1A6CC76DDE}"/>
                  </a:ext>
                </a:extLst>
              </p14:cNvPr>
              <p14:cNvContentPartPr/>
              <p14:nvPr/>
            </p14:nvContentPartPr>
            <p14:xfrm>
              <a:off x="1798264" y="3334616"/>
              <a:ext cx="301680" cy="85788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EED7481F-F61F-4A41-B1A6-2F1A6CC76DD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80624" y="3316976"/>
                <a:ext cx="337320" cy="89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C5042B0D-8359-4C8B-A2F3-644E3C6872FE}"/>
              </a:ext>
            </a:extLst>
          </p:cNvPr>
          <p:cNvGrpSpPr/>
          <p:nvPr/>
        </p:nvGrpSpPr>
        <p:grpSpPr>
          <a:xfrm>
            <a:off x="1485784" y="4422536"/>
            <a:ext cx="492480" cy="137520"/>
            <a:chOff x="1485784" y="4422536"/>
            <a:chExt cx="49248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76C37CC7-68BB-4C78-86FF-641C5A777516}"/>
                    </a:ext>
                  </a:extLst>
                </p14:cNvPr>
                <p14:cNvContentPartPr/>
                <p14:nvPr/>
              </p14:nvContentPartPr>
              <p14:xfrm>
                <a:off x="1485784" y="4477976"/>
                <a:ext cx="182160" cy="1944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76C37CC7-68BB-4C78-86FF-641C5A77751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67784" y="4460336"/>
                  <a:ext cx="217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6FFC5CAE-B745-4AFD-9066-0813FB9C5B22}"/>
                    </a:ext>
                  </a:extLst>
                </p14:cNvPr>
                <p14:cNvContentPartPr/>
                <p14:nvPr/>
              </p14:nvContentPartPr>
              <p14:xfrm>
                <a:off x="1691704" y="4422536"/>
                <a:ext cx="149040" cy="1375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6FFC5CAE-B745-4AFD-9066-0813FB9C5B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73704" y="4404536"/>
                  <a:ext cx="184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7D7C0621-C7C5-4AB8-9983-F15E1952757B}"/>
                    </a:ext>
                  </a:extLst>
                </p14:cNvPr>
                <p14:cNvContentPartPr/>
                <p14:nvPr/>
              </p14:nvContentPartPr>
              <p14:xfrm>
                <a:off x="1847224" y="4436216"/>
                <a:ext cx="131040" cy="9360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7D7C0621-C7C5-4AB8-9983-F15E1952757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29224" y="4418576"/>
                  <a:ext cx="16668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850082FD-A59F-4405-83D1-05BE08A57C1D}"/>
              </a:ext>
            </a:extLst>
          </p:cNvPr>
          <p:cNvGrpSpPr/>
          <p:nvPr/>
        </p:nvGrpSpPr>
        <p:grpSpPr>
          <a:xfrm>
            <a:off x="1917784" y="2986856"/>
            <a:ext cx="200520" cy="235080"/>
            <a:chOff x="1917784" y="2986856"/>
            <a:chExt cx="2005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77B51564-D8B5-462E-AC4E-05F19698EAE9}"/>
                    </a:ext>
                  </a:extLst>
                </p14:cNvPr>
                <p14:cNvContentPartPr/>
                <p14:nvPr/>
              </p14:nvContentPartPr>
              <p14:xfrm>
                <a:off x="1971064" y="3017816"/>
                <a:ext cx="145440" cy="1850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77B51564-D8B5-462E-AC4E-05F19698EAE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53064" y="3000176"/>
                  <a:ext cx="181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CD5655E-6A69-4A49-B5F6-0685F2927A88}"/>
                    </a:ext>
                  </a:extLst>
                </p14:cNvPr>
                <p14:cNvContentPartPr/>
                <p14:nvPr/>
              </p14:nvContentPartPr>
              <p14:xfrm>
                <a:off x="1917784" y="2986856"/>
                <a:ext cx="200520" cy="23508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CD5655E-6A69-4A49-B5F6-0685F2927A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00144" y="2968856"/>
                  <a:ext cx="23616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556AE9A7-EEF2-42E4-A5DA-A2325BDC9E19}"/>
              </a:ext>
            </a:extLst>
          </p:cNvPr>
          <p:cNvGrpSpPr/>
          <p:nvPr/>
        </p:nvGrpSpPr>
        <p:grpSpPr>
          <a:xfrm>
            <a:off x="2105344" y="3485456"/>
            <a:ext cx="999000" cy="462960"/>
            <a:chOff x="2105344" y="3485456"/>
            <a:chExt cx="99900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B8A8BD36-F015-4BFC-B35D-E6462FFD5605}"/>
                    </a:ext>
                  </a:extLst>
                </p14:cNvPr>
                <p14:cNvContentPartPr/>
                <p14:nvPr/>
              </p14:nvContentPartPr>
              <p14:xfrm>
                <a:off x="2194264" y="3485456"/>
                <a:ext cx="156600" cy="4629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B8A8BD36-F015-4BFC-B35D-E6462FFD560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6264" y="3467456"/>
                  <a:ext cx="1922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23EF8A0-823F-421E-915D-5C02BC2B0B2C}"/>
                    </a:ext>
                  </a:extLst>
                </p14:cNvPr>
                <p14:cNvContentPartPr/>
                <p14:nvPr/>
              </p14:nvContentPartPr>
              <p14:xfrm>
                <a:off x="2105344" y="3804056"/>
                <a:ext cx="200520" cy="7776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23EF8A0-823F-421E-915D-5C02BC2B0B2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87344" y="3786416"/>
                  <a:ext cx="23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1C9C0F2-324A-4D2E-8167-401F430D179F}"/>
                    </a:ext>
                  </a:extLst>
                </p14:cNvPr>
                <p14:cNvContentPartPr/>
                <p14:nvPr/>
              </p14:nvContentPartPr>
              <p14:xfrm>
                <a:off x="2450584" y="3675536"/>
                <a:ext cx="99000" cy="26388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1C9C0F2-324A-4D2E-8167-401F430D179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32584" y="3657536"/>
                  <a:ext cx="134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B3E5524A-CB54-4198-9391-49328B8255AC}"/>
                    </a:ext>
                  </a:extLst>
                </p14:cNvPr>
                <p14:cNvContentPartPr/>
                <p14:nvPr/>
              </p14:nvContentPartPr>
              <p14:xfrm>
                <a:off x="2767384" y="3619016"/>
                <a:ext cx="63360" cy="28368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B3E5524A-CB54-4198-9391-49328B8255A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49744" y="3601016"/>
                  <a:ext cx="99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99AAA317-1FB7-4799-8A3D-74CD41A634B9}"/>
                    </a:ext>
                  </a:extLst>
                </p14:cNvPr>
                <p14:cNvContentPartPr/>
                <p14:nvPr/>
              </p14:nvContentPartPr>
              <p14:xfrm>
                <a:off x="2932264" y="3556016"/>
                <a:ext cx="172080" cy="3085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99AAA317-1FB7-4799-8A3D-74CD41A634B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4264" y="3538016"/>
                  <a:ext cx="2077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5604E32-C6D1-4089-A9F6-EAF4B92B2F88}"/>
                    </a:ext>
                  </a:extLst>
                </p14:cNvPr>
                <p14:cNvContentPartPr/>
                <p14:nvPr/>
              </p14:nvContentPartPr>
              <p14:xfrm>
                <a:off x="2601424" y="3666896"/>
                <a:ext cx="70920" cy="2660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5604E32-C6D1-4089-A9F6-EAF4B92B2F8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83424" y="3648896"/>
                  <a:ext cx="106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66DD2A9C-B182-4056-BA4A-5AAE14EABC62}"/>
                    </a:ext>
                  </a:extLst>
                </p14:cNvPr>
                <p14:cNvContentPartPr/>
                <p14:nvPr/>
              </p14:nvContentPartPr>
              <p14:xfrm>
                <a:off x="2576944" y="3792896"/>
                <a:ext cx="126000" cy="216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66DD2A9C-B182-4056-BA4A-5AAE14EABC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59304" y="3774896"/>
                  <a:ext cx="1616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33C7B119-FE1D-4006-B7E4-F97BD79BED30}"/>
              </a:ext>
            </a:extLst>
          </p:cNvPr>
          <p:cNvGrpSpPr/>
          <p:nvPr/>
        </p:nvGrpSpPr>
        <p:grpSpPr>
          <a:xfrm>
            <a:off x="3214504" y="3622256"/>
            <a:ext cx="134280" cy="279000"/>
            <a:chOff x="3214504" y="3622256"/>
            <a:chExt cx="13428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0C09250E-5242-4827-AA7E-38626E39908E}"/>
                    </a:ext>
                  </a:extLst>
                </p14:cNvPr>
                <p14:cNvContentPartPr/>
                <p14:nvPr/>
              </p14:nvContentPartPr>
              <p14:xfrm>
                <a:off x="3214504" y="3622256"/>
                <a:ext cx="122760" cy="27900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0C09250E-5242-4827-AA7E-38626E39908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96864" y="3604616"/>
                  <a:ext cx="158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4DFF8DBF-4599-4627-A705-81B4279AEC69}"/>
                    </a:ext>
                  </a:extLst>
                </p14:cNvPr>
                <p14:cNvContentPartPr/>
                <p14:nvPr/>
              </p14:nvContentPartPr>
              <p14:xfrm>
                <a:off x="3226744" y="3757976"/>
                <a:ext cx="122040" cy="1584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4DFF8DBF-4599-4627-A705-81B4279AEC6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08744" y="3740336"/>
                  <a:ext cx="1576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B06915E-AB92-406C-8CD8-D5773269CD13}"/>
              </a:ext>
            </a:extLst>
          </p:cNvPr>
          <p:cNvGrpSpPr/>
          <p:nvPr/>
        </p:nvGrpSpPr>
        <p:grpSpPr>
          <a:xfrm>
            <a:off x="1975744" y="2551976"/>
            <a:ext cx="89280" cy="268920"/>
            <a:chOff x="1975744" y="2551976"/>
            <a:chExt cx="892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E07C1AB7-DBBC-4BC5-9A19-84B1CEF82492}"/>
                    </a:ext>
                  </a:extLst>
                </p14:cNvPr>
                <p14:cNvContentPartPr/>
                <p14:nvPr/>
              </p14:nvContentPartPr>
              <p14:xfrm>
                <a:off x="2034784" y="2551976"/>
                <a:ext cx="7200" cy="2152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E07C1AB7-DBBC-4BC5-9A19-84B1CEF8249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16784" y="2533976"/>
                  <a:ext cx="42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1104AC5C-2B68-400B-84FE-B86E42F398C0}"/>
                    </a:ext>
                  </a:extLst>
                </p14:cNvPr>
                <p14:cNvContentPartPr/>
                <p14:nvPr/>
              </p14:nvContentPartPr>
              <p14:xfrm>
                <a:off x="1975744" y="2751056"/>
                <a:ext cx="89280" cy="6984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1104AC5C-2B68-400B-84FE-B86E42F398C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58104" y="2733416"/>
                  <a:ext cx="1249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358793EE-A5D1-4693-B96C-006FF5C8B4CA}"/>
              </a:ext>
            </a:extLst>
          </p:cNvPr>
          <p:cNvGrpSpPr/>
          <p:nvPr/>
        </p:nvGrpSpPr>
        <p:grpSpPr>
          <a:xfrm>
            <a:off x="3628864" y="3670136"/>
            <a:ext cx="137520" cy="114480"/>
            <a:chOff x="3628864" y="3670136"/>
            <a:chExt cx="13752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3404772-9D61-4EFC-8F2D-09EB26359DF7}"/>
                    </a:ext>
                  </a:extLst>
                </p14:cNvPr>
                <p14:cNvContentPartPr/>
                <p14:nvPr/>
              </p14:nvContentPartPr>
              <p14:xfrm>
                <a:off x="3628864" y="3670136"/>
                <a:ext cx="137520" cy="648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3404772-9D61-4EFC-8F2D-09EB26359D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10864" y="3652496"/>
                  <a:ext cx="173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2781E7C0-A200-4947-9719-3D466C922BF9}"/>
                    </a:ext>
                  </a:extLst>
                </p14:cNvPr>
                <p14:cNvContentPartPr/>
                <p14:nvPr/>
              </p14:nvContentPartPr>
              <p14:xfrm>
                <a:off x="3667384" y="3782456"/>
                <a:ext cx="74880" cy="216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2781E7C0-A200-4947-9719-3D466C922B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49744" y="3764456"/>
                  <a:ext cx="1105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3D69E7CB-954E-4CB1-B8A3-1102419CFA0F}"/>
                  </a:ext>
                </a:extLst>
              </p14:cNvPr>
              <p14:cNvContentPartPr/>
              <p14:nvPr/>
            </p14:nvContentPartPr>
            <p14:xfrm>
              <a:off x="4509424" y="3208256"/>
              <a:ext cx="144360" cy="796320"/>
            </p14:xfrm>
          </p:contentPart>
        </mc:Choice>
        <mc:Fallback xmlns=""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3D69E7CB-954E-4CB1-B8A3-1102419CFA0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491784" y="3190616"/>
                <a:ext cx="180000" cy="83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upo 134">
            <a:extLst>
              <a:ext uri="{FF2B5EF4-FFF2-40B4-BE49-F238E27FC236}">
                <a16:creationId xmlns:a16="http://schemas.microsoft.com/office/drawing/2014/main" id="{EACADF1B-AA47-4887-A61B-C0698F1D8094}"/>
              </a:ext>
            </a:extLst>
          </p:cNvPr>
          <p:cNvGrpSpPr/>
          <p:nvPr/>
        </p:nvGrpSpPr>
        <p:grpSpPr>
          <a:xfrm>
            <a:off x="4566664" y="2808296"/>
            <a:ext cx="153000" cy="207000"/>
            <a:chOff x="4566664" y="2808296"/>
            <a:chExt cx="1530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4DDF2DB-D24F-423D-A293-4ED5290A2B70}"/>
                    </a:ext>
                  </a:extLst>
                </p14:cNvPr>
                <p14:cNvContentPartPr/>
                <p14:nvPr/>
              </p14:nvContentPartPr>
              <p14:xfrm>
                <a:off x="4566664" y="2891096"/>
                <a:ext cx="153000" cy="1177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4DDF2DB-D24F-423D-A293-4ED5290A2B7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8664" y="2873456"/>
                  <a:ext cx="188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32A02421-7373-426E-856F-AD8E84222BEF}"/>
                    </a:ext>
                  </a:extLst>
                </p14:cNvPr>
                <p14:cNvContentPartPr/>
                <p14:nvPr/>
              </p14:nvContentPartPr>
              <p14:xfrm>
                <a:off x="4585024" y="2808296"/>
                <a:ext cx="124200" cy="20700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32A02421-7373-426E-856F-AD8E84222B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67024" y="2790656"/>
                  <a:ext cx="15984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67DB74E6-7C22-4BE5-8E54-49D4E6665C86}"/>
                  </a:ext>
                </a:extLst>
              </p14:cNvPr>
              <p14:cNvContentPartPr/>
              <p14:nvPr/>
            </p14:nvContentPartPr>
            <p14:xfrm>
              <a:off x="1931464" y="854216"/>
              <a:ext cx="863280" cy="1056240"/>
            </p14:xfrm>
          </p:contentPart>
        </mc:Choice>
        <mc:Fallback xmlns=""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67DB74E6-7C22-4BE5-8E54-49D4E6665C8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913464" y="818216"/>
                <a:ext cx="898920" cy="11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A4A5CDFB-C420-4DE6-B868-722CAA4973B7}"/>
                  </a:ext>
                </a:extLst>
              </p14:cNvPr>
              <p14:cNvContentPartPr/>
              <p14:nvPr/>
            </p14:nvContentPartPr>
            <p14:xfrm>
              <a:off x="4444624" y="4135256"/>
              <a:ext cx="194400" cy="228240"/>
            </p14:xfrm>
          </p:contentPart>
        </mc:Choice>
        <mc:Fallback xmlns=""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A4A5CDFB-C420-4DE6-B868-722CAA4973B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426984" y="4117616"/>
                <a:ext cx="2300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2674A780-724C-4E38-BA34-0B043D63DC14}"/>
                  </a:ext>
                </a:extLst>
              </p14:cNvPr>
              <p14:cNvContentPartPr/>
              <p14:nvPr/>
            </p14:nvContentPartPr>
            <p14:xfrm>
              <a:off x="4239784" y="4315616"/>
              <a:ext cx="178200" cy="46440"/>
            </p14:xfrm>
          </p:contentPart>
        </mc:Choice>
        <mc:Fallback xmlns=""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2674A780-724C-4E38-BA34-0B043D63DC1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222144" y="4297616"/>
                <a:ext cx="2138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76FE1DFD-D7E7-4246-B59A-794F5411D016}"/>
                  </a:ext>
                </a:extLst>
              </p14:cNvPr>
              <p14:cNvContentPartPr/>
              <p14:nvPr/>
            </p14:nvContentPartPr>
            <p14:xfrm>
              <a:off x="4602304" y="4154696"/>
              <a:ext cx="195480" cy="243360"/>
            </p14:xfrm>
          </p:contentPart>
        </mc:Choice>
        <mc:Fallback xmlns=""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76FE1DFD-D7E7-4246-B59A-794F5411D01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584664" y="4137056"/>
                <a:ext cx="2311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F81AF0AF-FC0F-469D-BC47-0AD53E8498E1}"/>
                  </a:ext>
                </a:extLst>
              </p14:cNvPr>
              <p14:cNvContentPartPr/>
              <p14:nvPr/>
            </p14:nvContentPartPr>
            <p14:xfrm>
              <a:off x="5061304" y="3316976"/>
              <a:ext cx="63360" cy="378360"/>
            </p14:xfrm>
          </p:contentPart>
        </mc:Choice>
        <mc:Fallback xmlns=""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F81AF0AF-FC0F-469D-BC47-0AD53E8498E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043304" y="3299336"/>
                <a:ext cx="990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E3B1B936-4149-4F34-A1B1-CDA600DBC764}"/>
                  </a:ext>
                </a:extLst>
              </p14:cNvPr>
              <p14:cNvContentPartPr/>
              <p14:nvPr/>
            </p14:nvContentPartPr>
            <p14:xfrm>
              <a:off x="4995784" y="3522536"/>
              <a:ext cx="152280" cy="92520"/>
            </p14:xfrm>
          </p:contentPart>
        </mc:Choice>
        <mc:Fallback xmlns=""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E3B1B936-4149-4F34-A1B1-CDA600DBC76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978144" y="3504536"/>
                <a:ext cx="1879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CD3912E8-8D65-4F1D-AD8C-BAA10A4926C6}"/>
                  </a:ext>
                </a:extLst>
              </p14:cNvPr>
              <p14:cNvContentPartPr/>
              <p14:nvPr/>
            </p14:nvContentPartPr>
            <p14:xfrm>
              <a:off x="5274064" y="3376376"/>
              <a:ext cx="100080" cy="249120"/>
            </p14:xfrm>
          </p:contentPart>
        </mc:Choice>
        <mc:Fallback xmlns=""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CD3912E8-8D65-4F1D-AD8C-BAA10A4926C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256424" y="3358376"/>
                <a:ext cx="13572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upo 163">
            <a:extLst>
              <a:ext uri="{FF2B5EF4-FFF2-40B4-BE49-F238E27FC236}">
                <a16:creationId xmlns:a16="http://schemas.microsoft.com/office/drawing/2014/main" id="{953A07B1-55D3-4B18-96CD-9D34DE545267}"/>
              </a:ext>
            </a:extLst>
          </p:cNvPr>
          <p:cNvGrpSpPr/>
          <p:nvPr/>
        </p:nvGrpSpPr>
        <p:grpSpPr>
          <a:xfrm>
            <a:off x="5455864" y="3286016"/>
            <a:ext cx="993240" cy="353880"/>
            <a:chOff x="5455864" y="3286016"/>
            <a:chExt cx="99324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49054D80-5B90-4C68-9CD1-F229356D1524}"/>
                    </a:ext>
                  </a:extLst>
                </p14:cNvPr>
                <p14:cNvContentPartPr/>
                <p14:nvPr/>
              </p14:nvContentPartPr>
              <p14:xfrm>
                <a:off x="5497264" y="3337136"/>
                <a:ext cx="60480" cy="30276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49054D80-5B90-4C68-9CD1-F229356D15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479624" y="3319496"/>
                  <a:ext cx="961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AB903BFA-4355-4ACA-BEEB-30211A574CDE}"/>
                    </a:ext>
                  </a:extLst>
                </p14:cNvPr>
                <p14:cNvContentPartPr/>
                <p14:nvPr/>
              </p14:nvContentPartPr>
              <p14:xfrm>
                <a:off x="5455864" y="3481496"/>
                <a:ext cx="121320" cy="7164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AB903BFA-4355-4ACA-BEEB-30211A574CD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38224" y="3463856"/>
                  <a:ext cx="156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985B740-D147-498A-AE66-9F0C3500096F}"/>
                    </a:ext>
                  </a:extLst>
                </p14:cNvPr>
                <p14:cNvContentPartPr/>
                <p14:nvPr/>
              </p14:nvContentPartPr>
              <p14:xfrm>
                <a:off x="5647384" y="3301496"/>
                <a:ext cx="104040" cy="31068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985B740-D147-498A-AE66-9F0C3500096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29384" y="3283856"/>
                  <a:ext cx="1396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638F7AA2-B2AE-4180-81D2-4246B1BA601B}"/>
                    </a:ext>
                  </a:extLst>
                </p14:cNvPr>
                <p14:cNvContentPartPr/>
                <p14:nvPr/>
              </p14:nvContentPartPr>
              <p14:xfrm>
                <a:off x="5828104" y="3286016"/>
                <a:ext cx="198360" cy="3337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638F7AA2-B2AE-4180-81D2-4246B1BA601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10464" y="3268016"/>
                  <a:ext cx="2340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E990A58-043F-4515-A419-64F4675CD2BA}"/>
                    </a:ext>
                  </a:extLst>
                </p14:cNvPr>
                <p14:cNvContentPartPr/>
                <p14:nvPr/>
              </p14:nvContentPartPr>
              <p14:xfrm>
                <a:off x="6074704" y="3416336"/>
                <a:ext cx="120240" cy="20808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E990A58-043F-4515-A419-64F4675CD2B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56704" y="3398336"/>
                  <a:ext cx="155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11F5A103-ACE3-4906-932D-476235127564}"/>
                    </a:ext>
                  </a:extLst>
                </p14:cNvPr>
                <p14:cNvContentPartPr/>
                <p14:nvPr/>
              </p14:nvContentPartPr>
              <p14:xfrm>
                <a:off x="6337504" y="3454496"/>
                <a:ext cx="111600" cy="11160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11F5A103-ACE3-4906-932D-47623512756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19864" y="3436856"/>
                  <a:ext cx="147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83D3E1C9-5CDC-4EE7-93DF-CB7D9D5A716A}"/>
              </a:ext>
            </a:extLst>
          </p:cNvPr>
          <p:cNvGrpSpPr/>
          <p:nvPr/>
        </p:nvGrpSpPr>
        <p:grpSpPr>
          <a:xfrm>
            <a:off x="9220384" y="3172976"/>
            <a:ext cx="1272600" cy="432360"/>
            <a:chOff x="9220384" y="3172976"/>
            <a:chExt cx="127260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21C62CB5-AA9A-4CAC-81BE-76DAE6B86F45}"/>
                    </a:ext>
                  </a:extLst>
                </p14:cNvPr>
                <p14:cNvContentPartPr/>
                <p14:nvPr/>
              </p14:nvContentPartPr>
              <p14:xfrm>
                <a:off x="9262864" y="3264776"/>
                <a:ext cx="96840" cy="34056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21C62CB5-AA9A-4CAC-81BE-76DAE6B86F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45224" y="3247136"/>
                  <a:ext cx="132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46CA4D5B-40E5-4B93-B95F-AE89C3B83445}"/>
                    </a:ext>
                  </a:extLst>
                </p14:cNvPr>
                <p14:cNvContentPartPr/>
                <p14:nvPr/>
              </p14:nvContentPartPr>
              <p14:xfrm>
                <a:off x="9220384" y="3294656"/>
                <a:ext cx="464400" cy="28296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46CA4D5B-40E5-4B93-B95F-AE89C3B834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02384" y="3276656"/>
                  <a:ext cx="5000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CE75353-7506-42D6-9ECA-2754F82BBAEA}"/>
                    </a:ext>
                  </a:extLst>
                </p14:cNvPr>
                <p14:cNvContentPartPr/>
                <p14:nvPr/>
              </p14:nvContentPartPr>
              <p14:xfrm>
                <a:off x="9722944" y="3284216"/>
                <a:ext cx="102960" cy="24660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CE75353-7506-42D6-9ECA-2754F82BBA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05304" y="3266216"/>
                  <a:ext cx="138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AD68730F-708A-4487-92EA-E77CE25A681B}"/>
                    </a:ext>
                  </a:extLst>
                </p14:cNvPr>
                <p14:cNvContentPartPr/>
                <p14:nvPr/>
              </p14:nvContentPartPr>
              <p14:xfrm>
                <a:off x="9697744" y="3238136"/>
                <a:ext cx="258480" cy="25236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AD68730F-708A-4487-92EA-E77CE25A681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80104" y="3220136"/>
                  <a:ext cx="2941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1718F066-9DD5-4A09-B0DB-D62D6F579FA3}"/>
                    </a:ext>
                  </a:extLst>
                </p14:cNvPr>
                <p14:cNvContentPartPr/>
                <p14:nvPr/>
              </p14:nvContentPartPr>
              <p14:xfrm>
                <a:off x="10052344" y="3187016"/>
                <a:ext cx="235440" cy="29700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1718F066-9DD5-4A09-B0DB-D62D6F579FA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34344" y="3169376"/>
                  <a:ext cx="2710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5E685F8D-59C5-4923-90F3-15A983DDB58F}"/>
                    </a:ext>
                  </a:extLst>
                </p14:cNvPr>
                <p14:cNvContentPartPr/>
                <p14:nvPr/>
              </p14:nvContentPartPr>
              <p14:xfrm>
                <a:off x="10368424" y="3172976"/>
                <a:ext cx="118440" cy="3452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5E685F8D-59C5-4923-90F3-15A983DDB58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50784" y="3154976"/>
                  <a:ext cx="154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F950A3AA-E97B-460B-BAAF-629ED8E0F2EA}"/>
                    </a:ext>
                  </a:extLst>
                </p14:cNvPr>
                <p14:cNvContentPartPr/>
                <p14:nvPr/>
              </p14:nvContentPartPr>
              <p14:xfrm>
                <a:off x="10361944" y="3384296"/>
                <a:ext cx="131040" cy="5328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F950A3AA-E97B-460B-BAAF-629ED8E0F2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44304" y="3366296"/>
                  <a:ext cx="1666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61B93EFA-3F97-4827-B41C-33663F28EB0D}"/>
              </a:ext>
            </a:extLst>
          </p:cNvPr>
          <p:cNvGrpSpPr/>
          <p:nvPr/>
        </p:nvGrpSpPr>
        <p:grpSpPr>
          <a:xfrm>
            <a:off x="6767704" y="2535416"/>
            <a:ext cx="2220480" cy="1652400"/>
            <a:chOff x="6767704" y="2535416"/>
            <a:chExt cx="2220480" cy="16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EF39C81A-2192-4FD5-9768-21D0ECAE5898}"/>
                    </a:ext>
                  </a:extLst>
                </p14:cNvPr>
                <p14:cNvContentPartPr/>
                <p14:nvPr/>
              </p14:nvContentPartPr>
              <p14:xfrm>
                <a:off x="6982264" y="3227336"/>
                <a:ext cx="91080" cy="62820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EF39C81A-2192-4FD5-9768-21D0ECAE58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64624" y="3209336"/>
                  <a:ext cx="1267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67D1516-61E2-4C3B-9F40-14F0AAA7C5D6}"/>
                    </a:ext>
                  </a:extLst>
                </p14:cNvPr>
                <p14:cNvContentPartPr/>
                <p14:nvPr/>
              </p14:nvContentPartPr>
              <p14:xfrm>
                <a:off x="6767704" y="4120496"/>
                <a:ext cx="168480" cy="2808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67D1516-61E2-4C3B-9F40-14F0AAA7C5D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50064" y="4102856"/>
                  <a:ext cx="204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C5DAD97-47B3-466D-AEC6-83E5E7ED9A85}"/>
                    </a:ext>
                  </a:extLst>
                </p14:cNvPr>
                <p14:cNvContentPartPr/>
                <p14:nvPr/>
              </p14:nvContentPartPr>
              <p14:xfrm>
                <a:off x="6951304" y="4060736"/>
                <a:ext cx="127080" cy="12708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C5DAD97-47B3-466D-AEC6-83E5E7ED9A8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33664" y="4042736"/>
                  <a:ext cx="162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3B49ED9-E2D2-4118-A11A-9A679A7AAF5F}"/>
                    </a:ext>
                  </a:extLst>
                </p14:cNvPr>
                <p14:cNvContentPartPr/>
                <p14:nvPr/>
              </p14:nvContentPartPr>
              <p14:xfrm>
                <a:off x="7045264" y="3948416"/>
                <a:ext cx="118440" cy="20520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3B49ED9-E2D2-4118-A11A-9A679A7AAF5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27264" y="3930776"/>
                  <a:ext cx="154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F53B4734-0CAC-4F8B-AA91-6164F85C93C1}"/>
                    </a:ext>
                  </a:extLst>
                </p14:cNvPr>
                <p14:cNvContentPartPr/>
                <p14:nvPr/>
              </p14:nvContentPartPr>
              <p14:xfrm>
                <a:off x="6915304" y="2903336"/>
                <a:ext cx="101880" cy="14724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F53B4734-0CAC-4F8B-AA91-6164F85C93C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97304" y="2885336"/>
                  <a:ext cx="137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231B815-22F7-47C5-821C-FEF8CF16E487}"/>
                    </a:ext>
                  </a:extLst>
                </p14:cNvPr>
                <p14:cNvContentPartPr/>
                <p14:nvPr/>
              </p14:nvContentPartPr>
              <p14:xfrm>
                <a:off x="7373584" y="3282776"/>
                <a:ext cx="51840" cy="31680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231B815-22F7-47C5-821C-FEF8CF16E48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55944" y="3264776"/>
                  <a:ext cx="87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231E49A-E9D3-4E27-9976-ED53449A2E76}"/>
                    </a:ext>
                  </a:extLst>
                </p14:cNvPr>
                <p14:cNvContentPartPr/>
                <p14:nvPr/>
              </p14:nvContentPartPr>
              <p14:xfrm>
                <a:off x="7310224" y="3488336"/>
                <a:ext cx="124200" cy="7524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231E49A-E9D3-4E27-9976-ED53449A2E7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92224" y="3470696"/>
                  <a:ext cx="159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D2E54F66-2F29-48F4-91EC-32A01EC2DF93}"/>
                    </a:ext>
                  </a:extLst>
                </p14:cNvPr>
                <p14:cNvContentPartPr/>
                <p14:nvPr/>
              </p14:nvContentPartPr>
              <p14:xfrm>
                <a:off x="7507144" y="3353696"/>
                <a:ext cx="219960" cy="21888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D2E54F66-2F29-48F4-91EC-32A01EC2DF9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489504" y="3335696"/>
                  <a:ext cx="255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EC157C75-1FC7-46B3-8992-A76FA775C083}"/>
                    </a:ext>
                  </a:extLst>
                </p14:cNvPr>
                <p14:cNvContentPartPr/>
                <p14:nvPr/>
              </p14:nvContentPartPr>
              <p14:xfrm>
                <a:off x="7637824" y="3433616"/>
                <a:ext cx="103680" cy="622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EC157C75-1FC7-46B3-8992-A76FA775C08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19824" y="3415976"/>
                  <a:ext cx="139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FF7635E9-A4EE-4387-992A-9E6821710B9D}"/>
                    </a:ext>
                  </a:extLst>
                </p14:cNvPr>
                <p14:cNvContentPartPr/>
                <p14:nvPr/>
              </p14:nvContentPartPr>
              <p14:xfrm>
                <a:off x="7761664" y="3311936"/>
                <a:ext cx="118440" cy="21528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FF7635E9-A4EE-4387-992A-9E6821710B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43664" y="3294296"/>
                  <a:ext cx="154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10C7EA80-8330-46AC-8421-4BBFB0F255AE}"/>
                    </a:ext>
                  </a:extLst>
                </p14:cNvPr>
                <p14:cNvContentPartPr/>
                <p14:nvPr/>
              </p14:nvContentPartPr>
              <p14:xfrm>
                <a:off x="7965064" y="3263696"/>
                <a:ext cx="278280" cy="25380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10C7EA80-8330-46AC-8421-4BBFB0F255A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47424" y="3245696"/>
                  <a:ext cx="313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C558049C-C96E-4269-9740-56382C10D87F}"/>
                    </a:ext>
                  </a:extLst>
                </p14:cNvPr>
                <p14:cNvContentPartPr/>
                <p14:nvPr/>
              </p14:nvContentPartPr>
              <p14:xfrm>
                <a:off x="8113384" y="3424256"/>
                <a:ext cx="173520" cy="4896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C558049C-C96E-4269-9740-56382C10D87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95744" y="3406256"/>
                  <a:ext cx="209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3074E39B-2026-4C6B-9B3F-994F25024BE1}"/>
                    </a:ext>
                  </a:extLst>
                </p14:cNvPr>
                <p14:cNvContentPartPr/>
                <p14:nvPr/>
              </p14:nvContentPartPr>
              <p14:xfrm>
                <a:off x="8392744" y="3297176"/>
                <a:ext cx="45720" cy="21348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3074E39B-2026-4C6B-9B3F-994F25024BE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75104" y="3279176"/>
                  <a:ext cx="81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9D42B681-7FBF-436D-9E64-171B8573169A}"/>
                    </a:ext>
                  </a:extLst>
                </p14:cNvPr>
                <p14:cNvContentPartPr/>
                <p14:nvPr/>
              </p14:nvContentPartPr>
              <p14:xfrm>
                <a:off x="8375464" y="3364136"/>
                <a:ext cx="259560" cy="10548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9D42B681-7FBF-436D-9E64-171B8573169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57464" y="3346136"/>
                  <a:ext cx="295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DB61BACA-5066-4EFE-BDCE-6A4AD5BFFFDA}"/>
                    </a:ext>
                  </a:extLst>
                </p14:cNvPr>
                <p14:cNvContentPartPr/>
                <p14:nvPr/>
              </p14:nvContentPartPr>
              <p14:xfrm>
                <a:off x="8771824" y="3147416"/>
                <a:ext cx="138600" cy="66060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DB61BACA-5066-4EFE-BDCE-6A4AD5BFFF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53824" y="3129776"/>
                  <a:ext cx="17424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96902FB-9A7A-4D30-8E28-CE70F29306FA}"/>
                    </a:ext>
                  </a:extLst>
                </p14:cNvPr>
                <p14:cNvContentPartPr/>
                <p14:nvPr/>
              </p14:nvContentPartPr>
              <p14:xfrm>
                <a:off x="8818984" y="3925016"/>
                <a:ext cx="169200" cy="13788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96902FB-9A7A-4D30-8E28-CE70F29306F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01344" y="3907016"/>
                  <a:ext cx="204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7186FDDE-E242-4AFB-81A1-5BD4DFD02762}"/>
                    </a:ext>
                  </a:extLst>
                </p14:cNvPr>
                <p14:cNvContentPartPr/>
                <p14:nvPr/>
              </p14:nvContentPartPr>
              <p14:xfrm>
                <a:off x="8783344" y="2874536"/>
                <a:ext cx="178200" cy="11484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7186FDDE-E242-4AFB-81A1-5BD4DFD0276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65704" y="2856896"/>
                  <a:ext cx="213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D54C6CD-9185-4A57-8EC1-5D2D2E82F5DC}"/>
                    </a:ext>
                  </a:extLst>
                </p14:cNvPr>
                <p14:cNvContentPartPr/>
                <p14:nvPr/>
              </p14:nvContentPartPr>
              <p14:xfrm>
                <a:off x="8857864" y="2821616"/>
                <a:ext cx="85320" cy="19764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D54C6CD-9185-4A57-8EC1-5D2D2E82F5D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39864" y="2803616"/>
                  <a:ext cx="120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79271E4B-BE24-4388-B202-B8FFFD5CC5F3}"/>
                    </a:ext>
                  </a:extLst>
                </p14:cNvPr>
                <p14:cNvContentPartPr/>
                <p14:nvPr/>
              </p14:nvContentPartPr>
              <p14:xfrm>
                <a:off x="7500664" y="2735576"/>
                <a:ext cx="376200" cy="142380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79271E4B-BE24-4388-B202-B8FFFD5CC5F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83024" y="2717576"/>
                  <a:ext cx="411840" cy="14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2E75968F-E6B9-4AE3-8A11-BDA4BC94F518}"/>
                    </a:ext>
                  </a:extLst>
                </p14:cNvPr>
                <p14:cNvContentPartPr/>
                <p14:nvPr/>
              </p14:nvContentPartPr>
              <p14:xfrm>
                <a:off x="7841944" y="2535416"/>
                <a:ext cx="231120" cy="17208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2E75968F-E6B9-4AE3-8A11-BDA4BC94F51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23944" y="2517776"/>
                  <a:ext cx="2667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upo 203">
            <a:extLst>
              <a:ext uri="{FF2B5EF4-FFF2-40B4-BE49-F238E27FC236}">
                <a16:creationId xmlns:a16="http://schemas.microsoft.com/office/drawing/2014/main" id="{FB8C7128-38E4-4159-908D-65EE5A2186CF}"/>
              </a:ext>
            </a:extLst>
          </p:cNvPr>
          <p:cNvGrpSpPr/>
          <p:nvPr/>
        </p:nvGrpSpPr>
        <p:grpSpPr>
          <a:xfrm>
            <a:off x="3689704" y="5075576"/>
            <a:ext cx="238320" cy="105480"/>
            <a:chOff x="3689704" y="5075576"/>
            <a:chExt cx="2383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AC2B131B-E2E7-4BED-A6B2-5EF348EC936D}"/>
                    </a:ext>
                  </a:extLst>
                </p14:cNvPr>
                <p14:cNvContentPartPr/>
                <p14:nvPr/>
              </p14:nvContentPartPr>
              <p14:xfrm>
                <a:off x="3689704" y="5075576"/>
                <a:ext cx="115560" cy="3168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AC2B131B-E2E7-4BED-A6B2-5EF348EC93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72064" y="5057576"/>
                  <a:ext cx="151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D35ABEBE-54B7-4512-92DB-F35CA709C090}"/>
                    </a:ext>
                  </a:extLst>
                </p14:cNvPr>
                <p14:cNvContentPartPr/>
                <p14:nvPr/>
              </p14:nvContentPartPr>
              <p14:xfrm>
                <a:off x="3724624" y="5078816"/>
                <a:ext cx="203400" cy="10224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D35ABEBE-54B7-4512-92DB-F35CA709C09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06624" y="5061176"/>
                  <a:ext cx="23904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71453DDB-2A0D-4D82-857B-1D16815B629F}"/>
                  </a:ext>
                </a:extLst>
              </p14:cNvPr>
              <p14:cNvContentPartPr/>
              <p14:nvPr/>
            </p14:nvContentPartPr>
            <p14:xfrm>
              <a:off x="4241584" y="5691176"/>
              <a:ext cx="127080" cy="151560"/>
            </p14:xfrm>
          </p:contentPart>
        </mc:Choice>
        <mc:Fallback xmlns=""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71453DDB-2A0D-4D82-857B-1D16815B629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223944" y="5673536"/>
                <a:ext cx="16272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upo 202">
            <a:extLst>
              <a:ext uri="{FF2B5EF4-FFF2-40B4-BE49-F238E27FC236}">
                <a16:creationId xmlns:a16="http://schemas.microsoft.com/office/drawing/2014/main" id="{8596EAED-1493-47C1-94E9-AFF3A51F5C78}"/>
              </a:ext>
            </a:extLst>
          </p:cNvPr>
          <p:cNvGrpSpPr/>
          <p:nvPr/>
        </p:nvGrpSpPr>
        <p:grpSpPr>
          <a:xfrm>
            <a:off x="4152664" y="4561496"/>
            <a:ext cx="170280" cy="950400"/>
            <a:chOff x="4152664" y="4561496"/>
            <a:chExt cx="170280" cy="95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951E7DA-3B3B-4CEA-AF94-703CD65E41D0}"/>
                    </a:ext>
                  </a:extLst>
                </p14:cNvPr>
                <p14:cNvContentPartPr/>
                <p14:nvPr/>
              </p14:nvContentPartPr>
              <p14:xfrm>
                <a:off x="4180744" y="4830056"/>
                <a:ext cx="142200" cy="68184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951E7DA-3B3B-4CEA-AF94-703CD65E41D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163104" y="4812416"/>
                  <a:ext cx="17784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FA5D8012-1E3E-4A3C-8F0A-DF8D5B99FC7F}"/>
                    </a:ext>
                  </a:extLst>
                </p14:cNvPr>
                <p14:cNvContentPartPr/>
                <p14:nvPr/>
              </p14:nvContentPartPr>
              <p14:xfrm>
                <a:off x="4152664" y="4603616"/>
                <a:ext cx="133920" cy="10332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FA5D8012-1E3E-4A3C-8F0A-DF8D5B99FC7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35024" y="4585616"/>
                  <a:ext cx="169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1F0CE756-20B1-49B1-B025-621869215C64}"/>
                    </a:ext>
                  </a:extLst>
                </p14:cNvPr>
                <p14:cNvContentPartPr/>
                <p14:nvPr/>
              </p14:nvContentPartPr>
              <p14:xfrm>
                <a:off x="4153744" y="4561496"/>
                <a:ext cx="77760" cy="18648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1F0CE756-20B1-49B1-B025-621869215C6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136104" y="4543856"/>
                  <a:ext cx="11340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BAF56B83-3AC7-4B3E-8627-F17231B6D3EF}"/>
              </a:ext>
            </a:extLst>
          </p:cNvPr>
          <p:cNvGrpSpPr/>
          <p:nvPr/>
        </p:nvGrpSpPr>
        <p:grpSpPr>
          <a:xfrm>
            <a:off x="4588624" y="4842296"/>
            <a:ext cx="1511640" cy="414000"/>
            <a:chOff x="4588624" y="4842296"/>
            <a:chExt cx="151164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DD604B50-9D23-4BC9-B105-86E64D827218}"/>
                    </a:ext>
                  </a:extLst>
                </p14:cNvPr>
                <p14:cNvContentPartPr/>
                <p14:nvPr/>
              </p14:nvContentPartPr>
              <p14:xfrm>
                <a:off x="4643704" y="4939496"/>
                <a:ext cx="60480" cy="31680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DD604B50-9D23-4BC9-B105-86E64D82721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25704" y="4921856"/>
                  <a:ext cx="96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2B0C8428-E8F0-4901-BCB3-DA58AC6D9FB0}"/>
                    </a:ext>
                  </a:extLst>
                </p14:cNvPr>
                <p14:cNvContentPartPr/>
                <p14:nvPr/>
              </p14:nvContentPartPr>
              <p14:xfrm>
                <a:off x="4588624" y="5116256"/>
                <a:ext cx="155160" cy="12888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2B0C8428-E8F0-4901-BCB3-DA58AC6D9FB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70984" y="5098616"/>
                  <a:ext cx="190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8B6282A5-CB61-483F-ADB1-9DCC483BA881}"/>
                    </a:ext>
                  </a:extLst>
                </p14:cNvPr>
                <p14:cNvContentPartPr/>
                <p14:nvPr/>
              </p14:nvContentPartPr>
              <p14:xfrm>
                <a:off x="4864744" y="4965056"/>
                <a:ext cx="122760" cy="28620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8B6282A5-CB61-483F-ADB1-9DCC483BA88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846744" y="4947056"/>
                  <a:ext cx="158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C5D29851-6D80-4D5F-8581-1809D21E71E5}"/>
                    </a:ext>
                  </a:extLst>
                </p14:cNvPr>
                <p14:cNvContentPartPr/>
                <p14:nvPr/>
              </p14:nvContentPartPr>
              <p14:xfrm>
                <a:off x="5018104" y="4955336"/>
                <a:ext cx="147240" cy="23688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C5D29851-6D80-4D5F-8581-1809D21E71E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000104" y="4937696"/>
                  <a:ext cx="182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B48ABA18-9EC5-40EE-8A54-B9892428F3B2}"/>
                    </a:ext>
                  </a:extLst>
                </p14:cNvPr>
                <p14:cNvContentPartPr/>
                <p14:nvPr/>
              </p14:nvContentPartPr>
              <p14:xfrm>
                <a:off x="5125384" y="4929416"/>
                <a:ext cx="134640" cy="25776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B48ABA18-9EC5-40EE-8A54-B9892428F3B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107384" y="4911416"/>
                  <a:ext cx="1702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5D27FCB7-A858-4DA2-BDAF-971A3DF10AF8}"/>
                    </a:ext>
                  </a:extLst>
                </p14:cNvPr>
                <p14:cNvContentPartPr/>
                <p14:nvPr/>
              </p14:nvContentPartPr>
              <p14:xfrm>
                <a:off x="5320144" y="4842296"/>
                <a:ext cx="207720" cy="32148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5D27FCB7-A858-4DA2-BDAF-971A3DF10AF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02504" y="4824296"/>
                  <a:ext cx="243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E4EECD44-1F46-47D7-BFC1-582D491BE618}"/>
                    </a:ext>
                  </a:extLst>
                </p14:cNvPr>
                <p14:cNvContentPartPr/>
                <p14:nvPr/>
              </p14:nvContentPartPr>
              <p14:xfrm>
                <a:off x="5610664" y="4871816"/>
                <a:ext cx="129960" cy="27576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E4EECD44-1F46-47D7-BFC1-582D491BE61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92664" y="4854176"/>
                  <a:ext cx="1656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EF76A5A4-B855-47EE-BD7A-EA422A68DD3B}"/>
                    </a:ext>
                  </a:extLst>
                </p14:cNvPr>
                <p14:cNvContentPartPr/>
                <p14:nvPr/>
              </p14:nvContentPartPr>
              <p14:xfrm>
                <a:off x="5600944" y="4893776"/>
                <a:ext cx="486720" cy="14652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EF76A5A4-B855-47EE-BD7A-EA422A68DD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583304" y="4875776"/>
                  <a:ext cx="522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0153ABA8-F388-40E3-A701-31816E44ABBB}"/>
                    </a:ext>
                  </a:extLst>
                </p14:cNvPr>
                <p14:cNvContentPartPr/>
                <p14:nvPr/>
              </p14:nvContentPartPr>
              <p14:xfrm>
                <a:off x="5974264" y="5011856"/>
                <a:ext cx="126000" cy="1692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0153ABA8-F388-40E3-A701-31816E44ABB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56264" y="4994216"/>
                  <a:ext cx="16164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302BB49E-F0A7-439D-BB9C-462F181730A9}"/>
                  </a:ext>
                </a:extLst>
              </p14:cNvPr>
              <p14:cNvContentPartPr/>
              <p14:nvPr/>
            </p14:nvContentPartPr>
            <p14:xfrm>
              <a:off x="6619744" y="5596136"/>
              <a:ext cx="106920" cy="123480"/>
            </p14:xfrm>
          </p:contentPart>
        </mc:Choice>
        <mc:Fallback xmlns=""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302BB49E-F0A7-439D-BB9C-462F181730A9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601744" y="5578136"/>
                <a:ext cx="14256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upo 224">
            <a:extLst>
              <a:ext uri="{FF2B5EF4-FFF2-40B4-BE49-F238E27FC236}">
                <a16:creationId xmlns:a16="http://schemas.microsoft.com/office/drawing/2014/main" id="{2B54062E-B720-40F1-B12E-19A5FAD5EEA1}"/>
              </a:ext>
            </a:extLst>
          </p:cNvPr>
          <p:cNvGrpSpPr/>
          <p:nvPr/>
        </p:nvGrpSpPr>
        <p:grpSpPr>
          <a:xfrm>
            <a:off x="6551344" y="4408496"/>
            <a:ext cx="231120" cy="1062000"/>
            <a:chOff x="6551344" y="4408496"/>
            <a:chExt cx="231120" cy="10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F941853E-1B2F-4EA7-9C5D-24961573C76C}"/>
                    </a:ext>
                  </a:extLst>
                </p14:cNvPr>
                <p14:cNvContentPartPr/>
                <p14:nvPr/>
              </p14:nvContentPartPr>
              <p14:xfrm>
                <a:off x="6620824" y="4707656"/>
                <a:ext cx="161640" cy="76284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F941853E-1B2F-4EA7-9C5D-24961573C76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603184" y="4690016"/>
                  <a:ext cx="19728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C30D36D9-B4B0-4ED2-BC1B-85D900447C40}"/>
                    </a:ext>
                  </a:extLst>
                </p14:cNvPr>
                <p14:cNvContentPartPr/>
                <p14:nvPr/>
              </p14:nvContentPartPr>
              <p14:xfrm>
                <a:off x="6551344" y="4425776"/>
                <a:ext cx="186840" cy="13644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C30D36D9-B4B0-4ED2-BC1B-85D900447C4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533344" y="4407776"/>
                  <a:ext cx="222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EC8FFB33-D27D-4B4F-8500-C419CDF9CE2F}"/>
                    </a:ext>
                  </a:extLst>
                </p14:cNvPr>
                <p14:cNvContentPartPr/>
                <p14:nvPr/>
              </p14:nvContentPartPr>
              <p14:xfrm>
                <a:off x="6639184" y="4408496"/>
                <a:ext cx="68040" cy="19332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EC8FFB33-D27D-4B4F-8500-C419CDF9CE2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21544" y="4390496"/>
                  <a:ext cx="10368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25C617DF-96A1-4514-BD5E-A22FE7B621F3}"/>
              </a:ext>
            </a:extLst>
          </p:cNvPr>
          <p:cNvGrpSpPr/>
          <p:nvPr/>
        </p:nvGrpSpPr>
        <p:grpSpPr>
          <a:xfrm>
            <a:off x="6999904" y="4624856"/>
            <a:ext cx="458280" cy="354960"/>
            <a:chOff x="6999904" y="4624856"/>
            <a:chExt cx="45828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8BBC0D2A-4681-482E-89BF-D3EF59946452}"/>
                    </a:ext>
                  </a:extLst>
                </p14:cNvPr>
                <p14:cNvContentPartPr/>
                <p14:nvPr/>
              </p14:nvContentPartPr>
              <p14:xfrm>
                <a:off x="7151104" y="4624856"/>
                <a:ext cx="39600" cy="21708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8BBC0D2A-4681-482E-89BF-D3EF5994645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33464" y="4606856"/>
                  <a:ext cx="75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A1D4E894-2A7F-4502-A999-F285BA57EEFC}"/>
                    </a:ext>
                  </a:extLst>
                </p14:cNvPr>
                <p14:cNvContentPartPr/>
                <p14:nvPr/>
              </p14:nvContentPartPr>
              <p14:xfrm>
                <a:off x="6999904" y="4910696"/>
                <a:ext cx="458280" cy="6912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A1D4E894-2A7F-4502-A999-F285BA57EEF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981904" y="4892696"/>
                  <a:ext cx="4939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upo 222">
            <a:extLst>
              <a:ext uri="{FF2B5EF4-FFF2-40B4-BE49-F238E27FC236}">
                <a16:creationId xmlns:a16="http://schemas.microsoft.com/office/drawing/2014/main" id="{D96AF3BD-D23A-4203-BD89-D6E4E0A1BAD9}"/>
              </a:ext>
            </a:extLst>
          </p:cNvPr>
          <p:cNvGrpSpPr/>
          <p:nvPr/>
        </p:nvGrpSpPr>
        <p:grpSpPr>
          <a:xfrm>
            <a:off x="7101424" y="5170256"/>
            <a:ext cx="236520" cy="200160"/>
            <a:chOff x="7101424" y="5170256"/>
            <a:chExt cx="23652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AB4DDD6A-5BC2-43BB-AADD-F6C171FEC239}"/>
                    </a:ext>
                  </a:extLst>
                </p14:cNvPr>
                <p14:cNvContentPartPr/>
                <p14:nvPr/>
              </p14:nvContentPartPr>
              <p14:xfrm>
                <a:off x="7101424" y="5203376"/>
                <a:ext cx="84600" cy="16704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AB4DDD6A-5BC2-43BB-AADD-F6C171FEC2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083424" y="5185376"/>
                  <a:ext cx="120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D28FB321-718D-47D7-BC12-C678E61F366E}"/>
                    </a:ext>
                  </a:extLst>
                </p14:cNvPr>
                <p14:cNvContentPartPr/>
                <p14:nvPr/>
              </p14:nvContentPartPr>
              <p14:xfrm>
                <a:off x="7221304" y="5170256"/>
                <a:ext cx="116640" cy="19584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D28FB321-718D-47D7-BC12-C678E61F366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203304" y="5152256"/>
                  <a:ext cx="1522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7B8D3B3F-9B49-4635-AE7A-C36DF163FB9B}"/>
              </a:ext>
            </a:extLst>
          </p:cNvPr>
          <p:cNvGrpSpPr/>
          <p:nvPr/>
        </p:nvGrpSpPr>
        <p:grpSpPr>
          <a:xfrm>
            <a:off x="7654024" y="4621256"/>
            <a:ext cx="384480" cy="336240"/>
            <a:chOff x="7654024" y="4621256"/>
            <a:chExt cx="3844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5EECE847-C557-4FF4-82A5-22217657E526}"/>
                    </a:ext>
                  </a:extLst>
                </p14:cNvPr>
                <p14:cNvContentPartPr/>
                <p14:nvPr/>
              </p14:nvContentPartPr>
              <p14:xfrm>
                <a:off x="7654024" y="4794776"/>
                <a:ext cx="176400" cy="16236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5EECE847-C557-4FF4-82A5-22217657E52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36384" y="4776776"/>
                  <a:ext cx="212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E29F784A-1676-4DBE-9CB0-54489A170824}"/>
                    </a:ext>
                  </a:extLst>
                </p14:cNvPr>
                <p14:cNvContentPartPr/>
                <p14:nvPr/>
              </p14:nvContentPartPr>
              <p14:xfrm>
                <a:off x="7772824" y="4621256"/>
                <a:ext cx="110880" cy="24696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E29F784A-1676-4DBE-9CB0-54489A17082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55184" y="4603256"/>
                  <a:ext cx="146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C14FF127-22AE-47AD-BB08-805AF51A5815}"/>
                    </a:ext>
                  </a:extLst>
                </p14:cNvPr>
                <p14:cNvContentPartPr/>
                <p14:nvPr/>
              </p14:nvContentPartPr>
              <p14:xfrm>
                <a:off x="7907464" y="4710176"/>
                <a:ext cx="131040" cy="24732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C14FF127-22AE-47AD-BB08-805AF51A581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889824" y="4692536"/>
                  <a:ext cx="1666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8DAC39B2-E832-4C5C-A71B-BA6AE817588B}"/>
              </a:ext>
            </a:extLst>
          </p:cNvPr>
          <p:cNvGrpSpPr/>
          <p:nvPr/>
        </p:nvGrpSpPr>
        <p:grpSpPr>
          <a:xfrm>
            <a:off x="8227504" y="4769216"/>
            <a:ext cx="124920" cy="96840"/>
            <a:chOff x="8227504" y="4769216"/>
            <a:chExt cx="12492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387D89F6-FD7B-4895-B437-302BBD783072}"/>
                    </a:ext>
                  </a:extLst>
                </p14:cNvPr>
                <p14:cNvContentPartPr/>
                <p14:nvPr/>
              </p14:nvContentPartPr>
              <p14:xfrm>
                <a:off x="8244784" y="4769216"/>
                <a:ext cx="107640" cy="1440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387D89F6-FD7B-4895-B437-302BBD78307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7144" y="4751576"/>
                  <a:ext cx="143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BAD10A81-F036-4D7F-9B72-C0201D5C1196}"/>
                    </a:ext>
                  </a:extLst>
                </p14:cNvPr>
                <p14:cNvContentPartPr/>
                <p14:nvPr/>
              </p14:nvContentPartPr>
              <p14:xfrm>
                <a:off x="8227504" y="4863176"/>
                <a:ext cx="118440" cy="288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BAD10A81-F036-4D7F-9B72-C0201D5C119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09504" y="4845536"/>
                  <a:ext cx="15408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DB3F91B0-3582-46AC-A51C-543B3E3F32BA}"/>
              </a:ext>
            </a:extLst>
          </p:cNvPr>
          <p:cNvGrpSpPr/>
          <p:nvPr/>
        </p:nvGrpSpPr>
        <p:grpSpPr>
          <a:xfrm>
            <a:off x="8565904" y="4598576"/>
            <a:ext cx="301680" cy="658800"/>
            <a:chOff x="8565904" y="4598576"/>
            <a:chExt cx="30168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9E0DF297-E2AB-4EA4-8BA8-04A43D397964}"/>
                    </a:ext>
                  </a:extLst>
                </p14:cNvPr>
                <p14:cNvContentPartPr/>
                <p14:nvPr/>
              </p14:nvContentPartPr>
              <p14:xfrm>
                <a:off x="8655904" y="4598576"/>
                <a:ext cx="48600" cy="24084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9E0DF297-E2AB-4EA4-8BA8-04A43D39796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637904" y="4580576"/>
                  <a:ext cx="842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13BC4AA-8F76-4BE0-BCF9-C6D2C28E980F}"/>
                    </a:ext>
                  </a:extLst>
                </p14:cNvPr>
                <p14:cNvContentPartPr/>
                <p14:nvPr/>
              </p14:nvContentPartPr>
              <p14:xfrm>
                <a:off x="8565904" y="4878656"/>
                <a:ext cx="273600" cy="5904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13BC4AA-8F76-4BE0-BCF9-C6D2C28E980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547904" y="4860656"/>
                  <a:ext cx="309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12DA1623-7825-427D-85D6-0CEDFC547B2A}"/>
                    </a:ext>
                  </a:extLst>
                </p14:cNvPr>
                <p14:cNvContentPartPr/>
                <p14:nvPr/>
              </p14:nvContentPartPr>
              <p14:xfrm>
                <a:off x="8611264" y="5025896"/>
                <a:ext cx="55440" cy="23148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12DA1623-7825-427D-85D6-0CEDFC547B2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93624" y="5007896"/>
                  <a:ext cx="91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CB626202-7A74-4E2C-946E-2696BD262EF0}"/>
                    </a:ext>
                  </a:extLst>
                </p14:cNvPr>
                <p14:cNvContentPartPr/>
                <p14:nvPr/>
              </p14:nvContentPartPr>
              <p14:xfrm>
                <a:off x="8724304" y="5046776"/>
                <a:ext cx="143280" cy="18108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CB626202-7A74-4E2C-946E-2696BD262EF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706664" y="5028776"/>
                  <a:ext cx="17892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7D65D899-84A2-474B-ADBB-3C528E2BD4B1}"/>
              </a:ext>
            </a:extLst>
          </p:cNvPr>
          <p:cNvGrpSpPr/>
          <p:nvPr/>
        </p:nvGrpSpPr>
        <p:grpSpPr>
          <a:xfrm>
            <a:off x="9047584" y="4583456"/>
            <a:ext cx="356760" cy="338760"/>
            <a:chOff x="9047584" y="4583456"/>
            <a:chExt cx="3567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A04EF648-0C53-4473-939A-B4224BDCA0AE}"/>
                    </a:ext>
                  </a:extLst>
                </p14:cNvPr>
                <p14:cNvContentPartPr/>
                <p14:nvPr/>
              </p14:nvContentPartPr>
              <p14:xfrm>
                <a:off x="9047584" y="4822496"/>
                <a:ext cx="30960" cy="1476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A04EF648-0C53-4473-939A-B4224BDCA0A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029944" y="4804496"/>
                  <a:ext cx="66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6AF91537-CB6B-4191-90B6-A37ED2E92A6D}"/>
                    </a:ext>
                  </a:extLst>
                </p14:cNvPr>
                <p14:cNvContentPartPr/>
                <p14:nvPr/>
              </p14:nvContentPartPr>
              <p14:xfrm>
                <a:off x="9245944" y="4583456"/>
                <a:ext cx="158400" cy="33876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6AF91537-CB6B-4191-90B6-A37ED2E92A6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28304" y="4565456"/>
                  <a:ext cx="1940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1B510C67-9510-439D-A169-8B6B70072D7B}"/>
                    </a:ext>
                  </a:extLst>
                </p14:cNvPr>
                <p14:cNvContentPartPr/>
                <p14:nvPr/>
              </p14:nvContentPartPr>
              <p14:xfrm>
                <a:off x="9247384" y="4772816"/>
                <a:ext cx="122040" cy="4032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1B510C67-9510-439D-A169-8B6B70072D7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229384" y="4755176"/>
                  <a:ext cx="15768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692ABF2A-41EF-4C62-B623-D465D55E7774}"/>
                  </a:ext>
                </a:extLst>
              </p14:cNvPr>
              <p14:cNvContentPartPr/>
              <p14:nvPr/>
            </p14:nvContentPartPr>
            <p14:xfrm>
              <a:off x="9667504" y="5457176"/>
              <a:ext cx="90720" cy="130680"/>
            </p14:xfrm>
          </p:contentPart>
        </mc:Choice>
        <mc:Fallback xmlns=""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692ABF2A-41EF-4C62-B623-D465D55E777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9649864" y="5439536"/>
                <a:ext cx="12636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upo 244">
            <a:extLst>
              <a:ext uri="{FF2B5EF4-FFF2-40B4-BE49-F238E27FC236}">
                <a16:creationId xmlns:a16="http://schemas.microsoft.com/office/drawing/2014/main" id="{26204D3A-02AF-4B1E-9003-2EB35CDDFB30}"/>
              </a:ext>
            </a:extLst>
          </p:cNvPr>
          <p:cNvGrpSpPr/>
          <p:nvPr/>
        </p:nvGrpSpPr>
        <p:grpSpPr>
          <a:xfrm>
            <a:off x="9676504" y="4418936"/>
            <a:ext cx="202680" cy="843120"/>
            <a:chOff x="9676504" y="4418936"/>
            <a:chExt cx="202680" cy="84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5796A2DB-D6E8-4ED2-A39D-68C058201B92}"/>
                    </a:ext>
                  </a:extLst>
                </p14:cNvPr>
                <p14:cNvContentPartPr/>
                <p14:nvPr/>
              </p14:nvContentPartPr>
              <p14:xfrm>
                <a:off x="9676504" y="4737176"/>
                <a:ext cx="46800" cy="52488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5796A2DB-D6E8-4ED2-A39D-68C058201B9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658864" y="4719176"/>
                  <a:ext cx="82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609D75FB-D32E-467A-87C0-6E5AFB9167A1}"/>
                    </a:ext>
                  </a:extLst>
                </p14:cNvPr>
                <p14:cNvContentPartPr/>
                <p14:nvPr/>
              </p14:nvContentPartPr>
              <p14:xfrm>
                <a:off x="9684424" y="4438736"/>
                <a:ext cx="194760" cy="15948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609D75FB-D32E-467A-87C0-6E5AFB9167A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666424" y="4421096"/>
                  <a:ext cx="230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953F53DC-13CB-4834-B167-B3B94201D190}"/>
                    </a:ext>
                  </a:extLst>
                </p14:cNvPr>
                <p14:cNvContentPartPr/>
                <p14:nvPr/>
              </p14:nvContentPartPr>
              <p14:xfrm>
                <a:off x="9753904" y="4418936"/>
                <a:ext cx="93240" cy="21168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953F53DC-13CB-4834-B167-B3B94201D19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36264" y="4400936"/>
                  <a:ext cx="12888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BDE78A05-FBEB-4B40-9FA5-06D96C6003B3}"/>
              </a:ext>
            </a:extLst>
          </p:cNvPr>
          <p:cNvGrpSpPr/>
          <p:nvPr/>
        </p:nvGrpSpPr>
        <p:grpSpPr>
          <a:xfrm>
            <a:off x="9994744" y="4802336"/>
            <a:ext cx="163800" cy="104760"/>
            <a:chOff x="9994744" y="4802336"/>
            <a:chExt cx="16380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185D07E7-76B9-4EF2-8E87-C79DD8F2F597}"/>
                    </a:ext>
                  </a:extLst>
                </p14:cNvPr>
                <p14:cNvContentPartPr/>
                <p14:nvPr/>
              </p14:nvContentPartPr>
              <p14:xfrm>
                <a:off x="10021744" y="4802336"/>
                <a:ext cx="136800" cy="1008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185D07E7-76B9-4EF2-8E87-C79DD8F2F59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003744" y="4784696"/>
                  <a:ext cx="172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AAD447A0-DF66-4952-BB71-A5F3864D7F98}"/>
                    </a:ext>
                  </a:extLst>
                </p14:cNvPr>
                <p14:cNvContentPartPr/>
                <p14:nvPr/>
              </p14:nvContentPartPr>
              <p14:xfrm>
                <a:off x="9994744" y="4888376"/>
                <a:ext cx="148320" cy="1872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AAD447A0-DF66-4952-BB71-A5F3864D7F9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976744" y="4870736"/>
                  <a:ext cx="1839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B3555BDE-F018-42C7-A614-EB8E8510468F}"/>
              </a:ext>
            </a:extLst>
          </p:cNvPr>
          <p:cNvGrpSpPr/>
          <p:nvPr/>
        </p:nvGrpSpPr>
        <p:grpSpPr>
          <a:xfrm>
            <a:off x="10444024" y="4626656"/>
            <a:ext cx="344520" cy="625320"/>
            <a:chOff x="10444024" y="4626656"/>
            <a:chExt cx="34452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D1E881D7-C4A5-4595-BD33-9D42D322381E}"/>
                    </a:ext>
                  </a:extLst>
                </p14:cNvPr>
                <p14:cNvContentPartPr/>
                <p14:nvPr/>
              </p14:nvContentPartPr>
              <p14:xfrm>
                <a:off x="10524304" y="4652936"/>
                <a:ext cx="144360" cy="186120"/>
              </p14:xfrm>
            </p:contentPart>
          </mc:Choice>
          <mc:Fallback xmlns=""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D1E881D7-C4A5-4595-BD33-9D42D322381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506664" y="4634936"/>
                  <a:ext cx="180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AC86979F-ECCC-4E99-B5CD-DF52E48BD9AA}"/>
                    </a:ext>
                  </a:extLst>
                </p14:cNvPr>
                <p14:cNvContentPartPr/>
                <p14:nvPr/>
              </p14:nvContentPartPr>
              <p14:xfrm>
                <a:off x="10548064" y="4626656"/>
                <a:ext cx="103320" cy="22428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AC86979F-ECCC-4E99-B5CD-DF52E48BD9A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30064" y="4609016"/>
                  <a:ext cx="138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2A6C97FB-CC5A-4AA7-9020-C09B00D3E266}"/>
                    </a:ext>
                  </a:extLst>
                </p14:cNvPr>
                <p14:cNvContentPartPr/>
                <p14:nvPr/>
              </p14:nvContentPartPr>
              <p14:xfrm>
                <a:off x="10444024" y="4872896"/>
                <a:ext cx="344520" cy="6984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2A6C97FB-CC5A-4AA7-9020-C09B00D3E26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426384" y="4854896"/>
                  <a:ext cx="380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B798FF2B-2C7A-49F2-8384-B758DBF06863}"/>
                    </a:ext>
                  </a:extLst>
                </p14:cNvPr>
                <p14:cNvContentPartPr/>
                <p14:nvPr/>
              </p14:nvContentPartPr>
              <p14:xfrm>
                <a:off x="10527184" y="5044256"/>
                <a:ext cx="38160" cy="20772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B798FF2B-2C7A-49F2-8384-B758DBF0686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09544" y="5026256"/>
                  <a:ext cx="738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5BEAE544-0B88-4AAD-8C6E-E3F24549D050}"/>
                    </a:ext>
                  </a:extLst>
                </p14:cNvPr>
                <p14:cNvContentPartPr/>
                <p14:nvPr/>
              </p14:nvContentPartPr>
              <p14:xfrm>
                <a:off x="10588024" y="5029136"/>
                <a:ext cx="118440" cy="16596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5BEAE544-0B88-4AAD-8C6E-E3F24549D05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70384" y="5011136"/>
                  <a:ext cx="1540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F29C3191-4692-4941-896B-3E95DB3C75CB}"/>
                  </a:ext>
                </a:extLst>
              </p14:cNvPr>
              <p14:cNvContentPartPr/>
              <p14:nvPr/>
            </p14:nvContentPartPr>
            <p14:xfrm>
              <a:off x="2335384" y="1122416"/>
              <a:ext cx="1440" cy="13320"/>
            </p14:xfrm>
          </p:contentPart>
        </mc:Choice>
        <mc:Fallback xmlns=""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F29C3191-4692-4941-896B-3E95DB3C75CB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2317744" y="1104416"/>
                <a:ext cx="3708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upo 257">
            <a:extLst>
              <a:ext uri="{FF2B5EF4-FFF2-40B4-BE49-F238E27FC236}">
                <a16:creationId xmlns:a16="http://schemas.microsoft.com/office/drawing/2014/main" id="{F489DF74-2BC4-4840-A62A-37B1A7DAB879}"/>
              </a:ext>
            </a:extLst>
          </p:cNvPr>
          <p:cNvGrpSpPr/>
          <p:nvPr/>
        </p:nvGrpSpPr>
        <p:grpSpPr>
          <a:xfrm>
            <a:off x="3635344" y="1067696"/>
            <a:ext cx="679320" cy="257400"/>
            <a:chOff x="3635344" y="1067696"/>
            <a:chExt cx="67932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A9269D64-2492-46D6-8CDA-C2D3B86C84FC}"/>
                    </a:ext>
                  </a:extLst>
                </p14:cNvPr>
                <p14:cNvContentPartPr/>
                <p14:nvPr/>
              </p14:nvContentPartPr>
              <p14:xfrm>
                <a:off x="4180744" y="1087496"/>
                <a:ext cx="133920" cy="2376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A9269D64-2492-46D6-8CDA-C2D3B86C84F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63104" y="1069856"/>
                  <a:ext cx="1695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C5557BD-5046-45AC-BE50-4516024BC04C}"/>
                    </a:ext>
                  </a:extLst>
                </p14:cNvPr>
                <p14:cNvContentPartPr/>
                <p14:nvPr/>
              </p14:nvContentPartPr>
              <p14:xfrm>
                <a:off x="4144024" y="1077056"/>
                <a:ext cx="168480" cy="20988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C5557BD-5046-45AC-BE50-4516024BC04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126384" y="1059416"/>
                  <a:ext cx="204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6A3D36C-E29E-4240-AE3F-18E6F1AEF806}"/>
                    </a:ext>
                  </a:extLst>
                </p14:cNvPr>
                <p14:cNvContentPartPr/>
                <p14:nvPr/>
              </p14:nvContentPartPr>
              <p14:xfrm>
                <a:off x="3856384" y="1067696"/>
                <a:ext cx="155520" cy="2142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6A3D36C-E29E-4240-AE3F-18E6F1AEF80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838744" y="1049696"/>
                  <a:ext cx="191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A601045-EB59-43F6-8D75-4186C6BA9049}"/>
                    </a:ext>
                  </a:extLst>
                </p14:cNvPr>
                <p14:cNvContentPartPr/>
                <p14:nvPr/>
              </p14:nvContentPartPr>
              <p14:xfrm>
                <a:off x="3635344" y="1114856"/>
                <a:ext cx="144360" cy="16164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A601045-EB59-43F6-8D75-4186C6BA904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617344" y="1097216"/>
                  <a:ext cx="18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B938911E-4BC3-4212-85BE-2A296F009328}"/>
                    </a:ext>
                  </a:extLst>
                </p14:cNvPr>
                <p14:cNvContentPartPr/>
                <p14:nvPr/>
              </p14:nvContentPartPr>
              <p14:xfrm>
                <a:off x="3778624" y="1199816"/>
                <a:ext cx="12960" cy="13320"/>
              </p14:xfrm>
            </p:contentPart>
          </mc:Choice>
          <mc:Fallback xmlns=""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B938911E-4BC3-4212-85BE-2A296F00932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760984" y="1181816"/>
                  <a:ext cx="486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88A452B7-BCC5-48BE-BA66-1A2221DDC9A3}"/>
                  </a:ext>
                </a:extLst>
              </p14:cNvPr>
              <p14:cNvContentPartPr/>
              <p14:nvPr/>
            </p14:nvContentPartPr>
            <p14:xfrm>
              <a:off x="8810344" y="3931856"/>
              <a:ext cx="67320" cy="88560"/>
            </p14:xfrm>
          </p:contentPart>
        </mc:Choice>
        <mc:Fallback xmlns=""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88A452B7-BCC5-48BE-BA66-1A2221DDC9A3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792344" y="3914216"/>
                <a:ext cx="1029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A5F76EE9-A7EA-4EAF-B8D4-B94FFD762B6A}"/>
                  </a:ext>
                </a:extLst>
              </p14:cNvPr>
              <p14:cNvContentPartPr/>
              <p14:nvPr/>
            </p14:nvContentPartPr>
            <p14:xfrm>
              <a:off x="10749664" y="1689416"/>
              <a:ext cx="299160" cy="282960"/>
            </p14:xfrm>
          </p:contentPart>
        </mc:Choice>
        <mc:Fallback xmlns=""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A5F76EE9-A7EA-4EAF-B8D4-B94FFD762B6A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0731664" y="1671416"/>
                <a:ext cx="3348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1893B639-921E-46CC-98AE-3AF41F8BAED8}"/>
                  </a:ext>
                </a:extLst>
              </p14:cNvPr>
              <p14:cNvContentPartPr/>
              <p14:nvPr/>
            </p14:nvContentPartPr>
            <p14:xfrm>
              <a:off x="6249664" y="1642256"/>
              <a:ext cx="179280" cy="19836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1893B639-921E-46CC-98AE-3AF41F8BAED8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231664" y="1624616"/>
                <a:ext cx="2149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5C4EAA25-F17A-4CDD-B321-2D1DE6AB392A}"/>
                  </a:ext>
                </a:extLst>
              </p14:cNvPr>
              <p14:cNvContentPartPr/>
              <p14:nvPr/>
            </p14:nvContentPartPr>
            <p14:xfrm>
              <a:off x="10751464" y="1789496"/>
              <a:ext cx="11880" cy="9864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5C4EAA25-F17A-4CDD-B321-2D1DE6AB392A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0733824" y="1771496"/>
                <a:ext cx="475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3B11911D-DE67-40CF-8BC1-DCEC02E20FDA}"/>
                  </a:ext>
                </a:extLst>
              </p14:cNvPr>
              <p14:cNvContentPartPr/>
              <p14:nvPr/>
            </p14:nvContentPartPr>
            <p14:xfrm>
              <a:off x="11092024" y="1623176"/>
              <a:ext cx="22680" cy="8280"/>
            </p14:xfrm>
          </p:contentPart>
        </mc:Choice>
        <mc:Fallback xmlns=""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3B11911D-DE67-40CF-8BC1-DCEC02E20FDA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074024" y="1605536"/>
                <a:ext cx="5832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281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720F8288-2DAC-4F7D-AAEE-5A33598D7FB0}"/>
                  </a:ext>
                </a:extLst>
              </p14:cNvPr>
              <p14:cNvContentPartPr/>
              <p14:nvPr/>
            </p14:nvContentPartPr>
            <p14:xfrm>
              <a:off x="1910944" y="861416"/>
              <a:ext cx="147240" cy="163152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720F8288-2DAC-4F7D-AAEE-5A33598D7F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3304" y="843776"/>
                <a:ext cx="182880" cy="16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D3A117D2-8050-4658-9B3F-874C0E98F86B}"/>
                  </a:ext>
                </a:extLst>
              </p14:cNvPr>
              <p14:cNvContentPartPr/>
              <p14:nvPr/>
            </p14:nvContentPartPr>
            <p14:xfrm>
              <a:off x="2403064" y="998936"/>
              <a:ext cx="181080" cy="18396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D3A117D2-8050-4658-9B3F-874C0E98F8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5064" y="981296"/>
                <a:ext cx="21672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0EE28205-A77B-40B1-B24D-AC7258A0FF9A}"/>
              </a:ext>
            </a:extLst>
          </p:cNvPr>
          <p:cNvGrpSpPr/>
          <p:nvPr/>
        </p:nvGrpSpPr>
        <p:grpSpPr>
          <a:xfrm>
            <a:off x="3727864" y="907496"/>
            <a:ext cx="816480" cy="251640"/>
            <a:chOff x="3727864" y="907496"/>
            <a:chExt cx="81648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17E24D1-1702-4780-9B4A-F702EEE47CA2}"/>
                    </a:ext>
                  </a:extLst>
                </p14:cNvPr>
                <p14:cNvContentPartPr/>
                <p14:nvPr/>
              </p14:nvContentPartPr>
              <p14:xfrm>
                <a:off x="3731104" y="931976"/>
                <a:ext cx="202320" cy="2178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17E24D1-1702-4780-9B4A-F702EEE47C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13464" y="914336"/>
                  <a:ext cx="237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D15E971-E248-47A6-9BC4-8034CF38D71C}"/>
                    </a:ext>
                  </a:extLst>
                </p14:cNvPr>
                <p14:cNvContentPartPr/>
                <p14:nvPr/>
              </p14:nvContentPartPr>
              <p14:xfrm>
                <a:off x="3727864" y="907496"/>
                <a:ext cx="205920" cy="25164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D15E971-E248-47A6-9BC4-8034CF38D7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10224" y="889856"/>
                  <a:ext cx="2415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9FE72DAE-2772-4184-8E4C-06CA8C653E4D}"/>
                    </a:ext>
                  </a:extLst>
                </p14:cNvPr>
                <p14:cNvContentPartPr/>
                <p14:nvPr/>
              </p14:nvContentPartPr>
              <p14:xfrm>
                <a:off x="4074904" y="924056"/>
                <a:ext cx="237600" cy="2052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9FE72DAE-2772-4184-8E4C-06CA8C653E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57264" y="906416"/>
                  <a:ext cx="273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E8048CF-4520-4120-8C2A-9DEDA4F7FE71}"/>
                    </a:ext>
                  </a:extLst>
                </p14:cNvPr>
                <p14:cNvContentPartPr/>
                <p14:nvPr/>
              </p14:nvContentPartPr>
              <p14:xfrm>
                <a:off x="4348144" y="924416"/>
                <a:ext cx="196200" cy="2055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E8048CF-4520-4120-8C2A-9DEDA4F7FE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30144" y="906776"/>
                  <a:ext cx="2318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4DC7078-DD06-459E-AA1C-2B7AEF02B2C1}"/>
              </a:ext>
            </a:extLst>
          </p:cNvPr>
          <p:cNvGrpSpPr/>
          <p:nvPr/>
        </p:nvGrpSpPr>
        <p:grpSpPr>
          <a:xfrm>
            <a:off x="4086064" y="1390256"/>
            <a:ext cx="879120" cy="259560"/>
            <a:chOff x="4086064" y="1390256"/>
            <a:chExt cx="8791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64114FB-7034-4D25-A9BB-DC314E94CCDE}"/>
                    </a:ext>
                  </a:extLst>
                </p14:cNvPr>
                <p14:cNvContentPartPr/>
                <p14:nvPr/>
              </p14:nvContentPartPr>
              <p14:xfrm>
                <a:off x="4465144" y="1443536"/>
                <a:ext cx="196560" cy="20628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64114FB-7034-4D25-A9BB-DC314E94CC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47144" y="1425536"/>
                  <a:ext cx="232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F0E52B08-406F-41A1-9D64-1647EB4D8193}"/>
                    </a:ext>
                  </a:extLst>
                </p14:cNvPr>
                <p14:cNvContentPartPr/>
                <p14:nvPr/>
              </p14:nvContentPartPr>
              <p14:xfrm>
                <a:off x="4437064" y="1390256"/>
                <a:ext cx="181080" cy="2509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F0E52B08-406F-41A1-9D64-1647EB4D81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19064" y="1372256"/>
                  <a:ext cx="216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6D17CC0-10C6-462A-9F27-C1B4B8BE4F67}"/>
                    </a:ext>
                  </a:extLst>
                </p14:cNvPr>
                <p14:cNvContentPartPr/>
                <p14:nvPr/>
              </p14:nvContentPartPr>
              <p14:xfrm>
                <a:off x="4086064" y="1406096"/>
                <a:ext cx="174240" cy="2077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6D17CC0-10C6-462A-9F27-C1B4B8BE4F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68424" y="1388456"/>
                  <a:ext cx="209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E05F54D-7CA7-4B5D-BE0B-415C5BD41AF6}"/>
                    </a:ext>
                  </a:extLst>
                </p14:cNvPr>
                <p14:cNvContentPartPr/>
                <p14:nvPr/>
              </p14:nvContentPartPr>
              <p14:xfrm>
                <a:off x="4848904" y="1398176"/>
                <a:ext cx="116280" cy="19260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E05F54D-7CA7-4B5D-BE0B-415C5BD41A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0904" y="1380176"/>
                  <a:ext cx="15192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D54638AA-DC41-4592-8783-A15B46745532}"/>
              </a:ext>
            </a:extLst>
          </p:cNvPr>
          <p:cNvGrpSpPr/>
          <p:nvPr/>
        </p:nvGrpSpPr>
        <p:grpSpPr>
          <a:xfrm>
            <a:off x="3743344" y="1578176"/>
            <a:ext cx="491040" cy="120240"/>
            <a:chOff x="3743344" y="1578176"/>
            <a:chExt cx="49104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F2AF23D-14CF-425F-81C2-58CA3DB821A8}"/>
                    </a:ext>
                  </a:extLst>
                </p14:cNvPr>
                <p14:cNvContentPartPr/>
                <p14:nvPr/>
              </p14:nvContentPartPr>
              <p14:xfrm>
                <a:off x="4061944" y="1634696"/>
                <a:ext cx="172440" cy="309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F2AF23D-14CF-425F-81C2-58CA3DB821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44304" y="1616696"/>
                  <a:ext cx="208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2B6C996-CAE1-44AC-9538-F5BE2C5273C1}"/>
                    </a:ext>
                  </a:extLst>
                </p14:cNvPr>
                <p14:cNvContentPartPr/>
                <p14:nvPr/>
              </p14:nvContentPartPr>
              <p14:xfrm>
                <a:off x="3743344" y="1578176"/>
                <a:ext cx="129240" cy="1202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2B6C996-CAE1-44AC-9538-F5BE2C5273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25344" y="1560176"/>
                  <a:ext cx="164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48B02FB-8912-4DB5-B8FA-951F2D5128A8}"/>
              </a:ext>
            </a:extLst>
          </p:cNvPr>
          <p:cNvGrpSpPr/>
          <p:nvPr/>
        </p:nvGrpSpPr>
        <p:grpSpPr>
          <a:xfrm>
            <a:off x="4871944" y="1444976"/>
            <a:ext cx="564480" cy="239400"/>
            <a:chOff x="4871944" y="1444976"/>
            <a:chExt cx="56448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84594431-86E9-4937-BBFA-D2B294EF94B0}"/>
                    </a:ext>
                  </a:extLst>
                </p14:cNvPr>
                <p14:cNvContentPartPr/>
                <p14:nvPr/>
              </p14:nvContentPartPr>
              <p14:xfrm>
                <a:off x="4871944" y="1615256"/>
                <a:ext cx="158040" cy="6912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84594431-86E9-4937-BBFA-D2B294EF94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54304" y="1597616"/>
                  <a:ext cx="193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7BB3ED4-9104-4AA2-B87C-7EE1EB1DC3C6}"/>
                    </a:ext>
                  </a:extLst>
                </p14:cNvPr>
                <p14:cNvContentPartPr/>
                <p14:nvPr/>
              </p14:nvContentPartPr>
              <p14:xfrm>
                <a:off x="5112784" y="1444976"/>
                <a:ext cx="63360" cy="21024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7BB3ED4-9104-4AA2-B87C-7EE1EB1DC3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4784" y="1426976"/>
                  <a:ext cx="99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DB62EB32-3715-445E-A00A-5EDF80B668A8}"/>
                    </a:ext>
                  </a:extLst>
                </p14:cNvPr>
                <p14:cNvContentPartPr/>
                <p14:nvPr/>
              </p14:nvContentPartPr>
              <p14:xfrm>
                <a:off x="5283784" y="1478816"/>
                <a:ext cx="152640" cy="18108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DB62EB32-3715-445E-A00A-5EDF80B668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66144" y="1461176"/>
                  <a:ext cx="18828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5B4ACCF-5F0E-4227-8525-9DBED5A64A75}"/>
              </a:ext>
            </a:extLst>
          </p:cNvPr>
          <p:cNvGrpSpPr/>
          <p:nvPr/>
        </p:nvGrpSpPr>
        <p:grpSpPr>
          <a:xfrm>
            <a:off x="2372104" y="2142296"/>
            <a:ext cx="121320" cy="275400"/>
            <a:chOff x="2372104" y="2142296"/>
            <a:chExt cx="12132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6D4431C-D100-4923-B94F-D937F6CFE606}"/>
                    </a:ext>
                  </a:extLst>
                </p14:cNvPr>
                <p14:cNvContentPartPr/>
                <p14:nvPr/>
              </p14:nvContentPartPr>
              <p14:xfrm>
                <a:off x="2415664" y="2142296"/>
                <a:ext cx="66960" cy="2372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6D4431C-D100-4923-B94F-D937F6CFE6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97664" y="2124656"/>
                  <a:ext cx="102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E7DDD93A-3B8C-49CF-BE9E-63D1C5D0B394}"/>
                    </a:ext>
                  </a:extLst>
                </p14:cNvPr>
                <p14:cNvContentPartPr/>
                <p14:nvPr/>
              </p14:nvContentPartPr>
              <p14:xfrm>
                <a:off x="2372104" y="2403296"/>
                <a:ext cx="121320" cy="144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E7DDD93A-3B8C-49CF-BE9E-63D1C5D0B3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54464" y="2385296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2357C5BC-C2A3-4002-BB9F-E5E1DF6C053B}"/>
              </a:ext>
            </a:extLst>
          </p:cNvPr>
          <p:cNvGrpSpPr/>
          <p:nvPr/>
        </p:nvGrpSpPr>
        <p:grpSpPr>
          <a:xfrm>
            <a:off x="3907504" y="2037176"/>
            <a:ext cx="823680" cy="259560"/>
            <a:chOff x="3907504" y="2037176"/>
            <a:chExt cx="82368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FF60A7E-39EA-41C2-9659-B3439FC54742}"/>
                    </a:ext>
                  </a:extLst>
                </p14:cNvPr>
                <p14:cNvContentPartPr/>
                <p14:nvPr/>
              </p14:nvContentPartPr>
              <p14:xfrm>
                <a:off x="3907504" y="2065616"/>
                <a:ext cx="212400" cy="2098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FF60A7E-39EA-41C2-9659-B3439FC547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89504" y="2047976"/>
                  <a:ext cx="248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AEC6BB3F-13DF-4468-A81A-20A489E0D9C9}"/>
                    </a:ext>
                  </a:extLst>
                </p14:cNvPr>
                <p14:cNvContentPartPr/>
                <p14:nvPr/>
              </p14:nvContentPartPr>
              <p14:xfrm>
                <a:off x="3965104" y="2037176"/>
                <a:ext cx="122400" cy="2217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AEC6BB3F-13DF-4468-A81A-20A489E0D9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47104" y="2019176"/>
                  <a:ext cx="158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3C5158F-E864-4F28-B9D7-5C7E6F7D0391}"/>
                    </a:ext>
                  </a:extLst>
                </p14:cNvPr>
                <p14:cNvContentPartPr/>
                <p14:nvPr/>
              </p14:nvContentPartPr>
              <p14:xfrm>
                <a:off x="4250584" y="2078936"/>
                <a:ext cx="138240" cy="21780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3C5158F-E864-4F28-B9D7-5C7E6F7D03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2584" y="2060936"/>
                  <a:ext cx="173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DDDEB7F-27AF-47F1-A315-D8250CE5E571}"/>
                    </a:ext>
                  </a:extLst>
                </p14:cNvPr>
                <p14:cNvContentPartPr/>
                <p14:nvPr/>
              </p14:nvContentPartPr>
              <p14:xfrm>
                <a:off x="4516264" y="2070296"/>
                <a:ext cx="26640" cy="1771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DDDEB7F-27AF-47F1-A315-D8250CE5E5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8264" y="2052296"/>
                  <a:ext cx="62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05BF0F01-00AA-4529-898F-BCBB345C0E8F}"/>
                    </a:ext>
                  </a:extLst>
                </p14:cNvPr>
                <p14:cNvContentPartPr/>
                <p14:nvPr/>
              </p14:nvContentPartPr>
              <p14:xfrm>
                <a:off x="4567384" y="2058056"/>
                <a:ext cx="163800" cy="1699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05BF0F01-00AA-4529-898F-BCBB345C0E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49744" y="2040416"/>
                  <a:ext cx="19944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C09871AF-2853-4F3E-81DE-80CC3FA0B9E7}"/>
              </a:ext>
            </a:extLst>
          </p:cNvPr>
          <p:cNvGrpSpPr/>
          <p:nvPr/>
        </p:nvGrpSpPr>
        <p:grpSpPr>
          <a:xfrm>
            <a:off x="2255104" y="1261376"/>
            <a:ext cx="529200" cy="755280"/>
            <a:chOff x="2255104" y="1261376"/>
            <a:chExt cx="52920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3DBBEFB-512C-46A2-A3A0-CA573FC92443}"/>
                    </a:ext>
                  </a:extLst>
                </p14:cNvPr>
                <p14:cNvContentPartPr/>
                <p14:nvPr/>
              </p14:nvContentPartPr>
              <p14:xfrm>
                <a:off x="2359504" y="1438856"/>
                <a:ext cx="120960" cy="1522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3DBBEFB-512C-46A2-A3A0-CA573FC924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41864" y="1421216"/>
                  <a:ext cx="156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F0B9101-45A2-4641-B646-D0145E616606}"/>
                    </a:ext>
                  </a:extLst>
                </p14:cNvPr>
                <p14:cNvContentPartPr/>
                <p14:nvPr/>
              </p14:nvContentPartPr>
              <p14:xfrm>
                <a:off x="2349784" y="1361456"/>
                <a:ext cx="119160" cy="2271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F0B9101-45A2-4641-B646-D0145E6166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32144" y="1343816"/>
                  <a:ext cx="154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76E277F-708E-4493-9DE0-B0BA62F2DD58}"/>
                    </a:ext>
                  </a:extLst>
                </p14:cNvPr>
                <p14:cNvContentPartPr/>
                <p14:nvPr/>
              </p14:nvContentPartPr>
              <p14:xfrm>
                <a:off x="2255104" y="1651616"/>
                <a:ext cx="313200" cy="345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76E277F-708E-4493-9DE0-B0BA62F2DD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37464" y="1633616"/>
                  <a:ext cx="348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A2FB2F9-D4BD-450C-86BE-1E7077413ABE}"/>
                    </a:ext>
                  </a:extLst>
                </p14:cNvPr>
                <p14:cNvContentPartPr/>
                <p14:nvPr/>
              </p14:nvContentPartPr>
              <p14:xfrm>
                <a:off x="2355544" y="1800656"/>
                <a:ext cx="42840" cy="21600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A2FB2F9-D4BD-450C-86BE-1E7077413A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7904" y="1782656"/>
                  <a:ext cx="78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51E822D-FCE2-4B15-9A01-74D3AA4AB0FC}"/>
                    </a:ext>
                  </a:extLst>
                </p14:cNvPr>
                <p14:cNvContentPartPr/>
                <p14:nvPr/>
              </p14:nvContentPartPr>
              <p14:xfrm>
                <a:off x="2465704" y="1836296"/>
                <a:ext cx="159840" cy="1562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51E822D-FCE2-4B15-9A01-74D3AA4AB0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7704" y="1818296"/>
                  <a:ext cx="19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CA3E0AC0-57D2-464E-93AA-50543AC36CCF}"/>
                    </a:ext>
                  </a:extLst>
                </p14:cNvPr>
                <p14:cNvContentPartPr/>
                <p14:nvPr/>
              </p14:nvContentPartPr>
              <p14:xfrm>
                <a:off x="2783944" y="1261376"/>
                <a:ext cx="360" cy="3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CA3E0AC0-57D2-464E-93AA-50543AC36CC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66304" y="124373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1381F129-37F3-4D50-90BE-B209B4ED83C7}"/>
                    </a:ext>
                  </a:extLst>
                </p14:cNvPr>
                <p14:cNvContentPartPr/>
                <p14:nvPr/>
              </p14:nvContentPartPr>
              <p14:xfrm>
                <a:off x="2716264" y="1287656"/>
                <a:ext cx="51480" cy="5328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1381F129-37F3-4D50-90BE-B209B4ED83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98624" y="1269656"/>
                  <a:ext cx="87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8983A7B8-F762-46F6-9841-C702DF0A78D2}"/>
                    </a:ext>
                  </a:extLst>
                </p14:cNvPr>
                <p14:cNvContentPartPr/>
                <p14:nvPr/>
              </p14:nvContentPartPr>
              <p14:xfrm>
                <a:off x="2597464" y="1392056"/>
                <a:ext cx="2160" cy="543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8983A7B8-F762-46F6-9841-C702DF0A78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9464" y="1374056"/>
                  <a:ext cx="37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1FEC087-2A53-425A-A28E-CE007DC3D467}"/>
                    </a:ext>
                  </a:extLst>
                </p14:cNvPr>
                <p14:cNvContentPartPr/>
                <p14:nvPr/>
              </p14:nvContentPartPr>
              <p14:xfrm>
                <a:off x="2563624" y="1507616"/>
                <a:ext cx="91080" cy="421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1FEC087-2A53-425A-A28E-CE007DC3D4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45624" y="1489616"/>
                  <a:ext cx="12672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320B032C-90C6-4884-9BBF-40E7EE1404C1}"/>
                  </a:ext>
                </a:extLst>
              </p14:cNvPr>
              <p14:cNvContentPartPr/>
              <p14:nvPr/>
            </p14:nvContentPartPr>
            <p14:xfrm>
              <a:off x="6368464" y="898136"/>
              <a:ext cx="11880" cy="511920"/>
            </p14:xfrm>
          </p:contentPart>
        </mc:Choice>
        <mc:Fallback xmlns=""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320B032C-90C6-4884-9BBF-40E7EE1404C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50824" y="880136"/>
                <a:ext cx="4752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EEAC0400-8366-40C6-A71B-00FA6A38881F}"/>
                  </a:ext>
                </a:extLst>
              </p14:cNvPr>
              <p14:cNvContentPartPr/>
              <p14:nvPr/>
            </p14:nvContentPartPr>
            <p14:xfrm>
              <a:off x="6514624" y="939896"/>
              <a:ext cx="11880" cy="40644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EEAC0400-8366-40C6-A71B-00FA6A3888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96624" y="921896"/>
                <a:ext cx="475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355BDE23-FF0E-4EF4-B256-B7993B53ADA4}"/>
                  </a:ext>
                </a:extLst>
              </p14:cNvPr>
              <p14:cNvContentPartPr/>
              <p14:nvPr/>
            </p14:nvContentPartPr>
            <p14:xfrm>
              <a:off x="6385744" y="1183256"/>
              <a:ext cx="248760" cy="11772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355BDE23-FF0E-4EF4-B256-B7993B53AD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368104" y="1165256"/>
                <a:ext cx="2844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24BC020A-6A13-49BA-BA33-06B07EF3621B}"/>
                  </a:ext>
                </a:extLst>
              </p14:cNvPr>
              <p14:cNvContentPartPr/>
              <p14:nvPr/>
            </p14:nvContentPartPr>
            <p14:xfrm>
              <a:off x="6643144" y="1048616"/>
              <a:ext cx="315360" cy="319320"/>
            </p14:xfrm>
          </p:contentPart>
        </mc:Choice>
        <mc:Fallback xmlns=""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24BC020A-6A13-49BA-BA33-06B07EF3621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25504" y="1030616"/>
                <a:ext cx="3510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4075098-6995-457E-A301-722C3F432AEE}"/>
                  </a:ext>
                </a:extLst>
              </p14:cNvPr>
              <p14:cNvContentPartPr/>
              <p14:nvPr/>
            </p14:nvContentPartPr>
            <p14:xfrm>
              <a:off x="6946624" y="1023056"/>
              <a:ext cx="136800" cy="326520"/>
            </p14:xfrm>
          </p:contentPart>
        </mc:Choice>
        <mc:Fallback xmlns=""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4075098-6995-457E-A301-722C3F432AE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928624" y="1005416"/>
                <a:ext cx="17244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BC54B22E-F91A-4262-8DD8-5DD5E11D43D5}"/>
                  </a:ext>
                </a:extLst>
              </p14:cNvPr>
              <p14:cNvContentPartPr/>
              <p14:nvPr/>
            </p14:nvContentPartPr>
            <p14:xfrm>
              <a:off x="7134904" y="1146536"/>
              <a:ext cx="236520" cy="25020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BC54B22E-F91A-4262-8DD8-5DD5E11D43D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16904" y="1128896"/>
                <a:ext cx="27216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upo 79">
            <a:extLst>
              <a:ext uri="{FF2B5EF4-FFF2-40B4-BE49-F238E27FC236}">
                <a16:creationId xmlns:a16="http://schemas.microsoft.com/office/drawing/2014/main" id="{D82BC7B3-3D8B-414C-B40F-6F22D6668C4D}"/>
              </a:ext>
            </a:extLst>
          </p:cNvPr>
          <p:cNvGrpSpPr/>
          <p:nvPr/>
        </p:nvGrpSpPr>
        <p:grpSpPr>
          <a:xfrm>
            <a:off x="8017624" y="915416"/>
            <a:ext cx="589320" cy="447480"/>
            <a:chOff x="8017624" y="915416"/>
            <a:chExt cx="58932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C63FD65B-44D0-443B-A0F5-C9455550DDD1}"/>
                    </a:ext>
                  </a:extLst>
                </p14:cNvPr>
                <p14:cNvContentPartPr/>
                <p14:nvPr/>
              </p14:nvContentPartPr>
              <p14:xfrm>
                <a:off x="8017624" y="915416"/>
                <a:ext cx="192600" cy="4287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C63FD65B-44D0-443B-A0F5-C9455550DD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99984" y="897416"/>
                  <a:ext cx="2282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8616A1A3-4CC3-46C9-ADD8-616C93F2EB21}"/>
                    </a:ext>
                  </a:extLst>
                </p14:cNvPr>
                <p14:cNvContentPartPr/>
                <p14:nvPr/>
              </p14:nvContentPartPr>
              <p14:xfrm>
                <a:off x="8273944" y="1137896"/>
                <a:ext cx="333000" cy="2250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8616A1A3-4CC3-46C9-ADD8-616C93F2EB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5944" y="1119896"/>
                  <a:ext cx="36864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D87DF398-55F9-49A1-BDC8-3E680C4B0FEB}"/>
              </a:ext>
            </a:extLst>
          </p:cNvPr>
          <p:cNvGrpSpPr/>
          <p:nvPr/>
        </p:nvGrpSpPr>
        <p:grpSpPr>
          <a:xfrm>
            <a:off x="8938864" y="932696"/>
            <a:ext cx="1854720" cy="465120"/>
            <a:chOff x="8938864" y="932696"/>
            <a:chExt cx="185472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D205A763-D4D0-4697-9C00-1A72D9F85CA0}"/>
                    </a:ext>
                  </a:extLst>
                </p14:cNvPr>
                <p14:cNvContentPartPr/>
                <p14:nvPr/>
              </p14:nvContentPartPr>
              <p14:xfrm>
                <a:off x="9014104" y="932696"/>
                <a:ext cx="89280" cy="45324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D205A763-D4D0-4697-9C00-1A72D9F85C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6464" y="915056"/>
                  <a:ext cx="1249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F50758FA-3AC5-4B77-BBB6-FB1EB3835813}"/>
                    </a:ext>
                  </a:extLst>
                </p14:cNvPr>
                <p14:cNvContentPartPr/>
                <p14:nvPr/>
              </p14:nvContentPartPr>
              <p14:xfrm>
                <a:off x="8938864" y="1185776"/>
                <a:ext cx="561960" cy="18864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F50758FA-3AC5-4B77-BBB6-FB1EB38358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21224" y="1167776"/>
                  <a:ext cx="597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14D298D-D886-456A-B55D-E87868CCA79A}"/>
                    </a:ext>
                  </a:extLst>
                </p14:cNvPr>
                <p14:cNvContentPartPr/>
                <p14:nvPr/>
              </p14:nvContentPartPr>
              <p14:xfrm>
                <a:off x="9492904" y="1185776"/>
                <a:ext cx="285480" cy="19404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14D298D-D886-456A-B55D-E87868CCA7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75264" y="1168136"/>
                  <a:ext cx="321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ED9C754-D92B-4960-93CC-9B88CA3D2D8C}"/>
                    </a:ext>
                  </a:extLst>
                </p14:cNvPr>
                <p14:cNvContentPartPr/>
                <p14:nvPr/>
              </p14:nvContentPartPr>
              <p14:xfrm>
                <a:off x="9908704" y="1276136"/>
                <a:ext cx="7200" cy="10836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ED9C754-D92B-4960-93CC-9B88CA3D2D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90704" y="1258496"/>
                  <a:ext cx="42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5A6C182-87DD-4493-8B56-C2187CDBEED4}"/>
                    </a:ext>
                  </a:extLst>
                </p14:cNvPr>
                <p14:cNvContentPartPr/>
                <p14:nvPr/>
              </p14:nvContentPartPr>
              <p14:xfrm>
                <a:off x="9982504" y="1187216"/>
                <a:ext cx="246960" cy="19872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5A6C182-87DD-4493-8B56-C2187CDBEED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64864" y="1169216"/>
                  <a:ext cx="282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931B6825-54FF-4A32-B3A2-439066ABD389}"/>
                    </a:ext>
                  </a:extLst>
                </p14:cNvPr>
                <p14:cNvContentPartPr/>
                <p14:nvPr/>
              </p14:nvContentPartPr>
              <p14:xfrm>
                <a:off x="10055584" y="947456"/>
                <a:ext cx="22680" cy="20376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931B6825-54FF-4A32-B3A2-439066ABD3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37584" y="929816"/>
                  <a:ext cx="58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358CA1C-1D4B-40F0-B733-89D685BB6D09}"/>
                    </a:ext>
                  </a:extLst>
                </p14:cNvPr>
                <p14:cNvContentPartPr/>
                <p14:nvPr/>
              </p14:nvContentPartPr>
              <p14:xfrm>
                <a:off x="10354744" y="1142216"/>
                <a:ext cx="438840" cy="25560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358CA1C-1D4B-40F0-B733-89D685BB6D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36744" y="1124216"/>
                  <a:ext cx="4744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A3FDCC32-67FF-4959-8A37-47A26461F13E}"/>
              </a:ext>
            </a:extLst>
          </p:cNvPr>
          <p:cNvGrpSpPr/>
          <p:nvPr/>
        </p:nvGrpSpPr>
        <p:grpSpPr>
          <a:xfrm>
            <a:off x="6761584" y="1679696"/>
            <a:ext cx="1797120" cy="384480"/>
            <a:chOff x="6761584" y="1679696"/>
            <a:chExt cx="17971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89A6EB9-4ED5-4CA8-8959-C667479B30EA}"/>
                    </a:ext>
                  </a:extLst>
                </p14:cNvPr>
                <p14:cNvContentPartPr/>
                <p14:nvPr/>
              </p14:nvContentPartPr>
              <p14:xfrm>
                <a:off x="6761584" y="1756016"/>
                <a:ext cx="686160" cy="29052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89A6EB9-4ED5-4CA8-8959-C667479B30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43944" y="1738016"/>
                  <a:ext cx="7218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5853F84B-9845-4A71-9DFC-B967833DBCE9}"/>
                    </a:ext>
                  </a:extLst>
                </p14:cNvPr>
                <p14:cNvContentPartPr/>
                <p14:nvPr/>
              </p14:nvContentPartPr>
              <p14:xfrm>
                <a:off x="7422184" y="1833776"/>
                <a:ext cx="68760" cy="2304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5853F84B-9845-4A71-9DFC-B967833DBC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04184" y="1815776"/>
                  <a:ext cx="10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445A852D-0D98-403D-8D40-D93B3F3FADB1}"/>
                    </a:ext>
                  </a:extLst>
                </p14:cNvPr>
                <p14:cNvContentPartPr/>
                <p14:nvPr/>
              </p14:nvContentPartPr>
              <p14:xfrm>
                <a:off x="7550704" y="1832696"/>
                <a:ext cx="68040" cy="20988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445A852D-0D98-403D-8D40-D93B3F3FAD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3064" y="1815056"/>
                  <a:ext cx="103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897417B-D737-4941-A5FB-87E1778826C9}"/>
                    </a:ext>
                  </a:extLst>
                </p14:cNvPr>
                <p14:cNvContentPartPr/>
                <p14:nvPr/>
              </p14:nvContentPartPr>
              <p14:xfrm>
                <a:off x="7740064" y="1741256"/>
                <a:ext cx="292320" cy="29628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897417B-D737-4941-A5FB-87E1778826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22424" y="1723616"/>
                  <a:ext cx="3279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CDA7F877-0935-4054-BD3D-D2D0B29B553A}"/>
                    </a:ext>
                  </a:extLst>
                </p14:cNvPr>
                <p14:cNvContentPartPr/>
                <p14:nvPr/>
              </p14:nvContentPartPr>
              <p14:xfrm>
                <a:off x="8033104" y="1819016"/>
                <a:ext cx="255600" cy="17244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CDA7F877-0935-4054-BD3D-D2D0B29B55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15464" y="1801376"/>
                  <a:ext cx="291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8EF4D6AF-6AC0-4345-AD4C-8B9938CB08BF}"/>
                    </a:ext>
                  </a:extLst>
                </p14:cNvPr>
                <p14:cNvContentPartPr/>
                <p14:nvPr/>
              </p14:nvContentPartPr>
              <p14:xfrm>
                <a:off x="8379424" y="1679696"/>
                <a:ext cx="179280" cy="3448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8EF4D6AF-6AC0-4345-AD4C-8B9938CB08B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1424" y="1662056"/>
                  <a:ext cx="21492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D24F78A9-3760-41C2-8D7C-42CB2A77F76E}"/>
                  </a:ext>
                </a:extLst>
              </p14:cNvPr>
              <p14:cNvContentPartPr/>
              <p14:nvPr/>
            </p14:nvContentPartPr>
            <p14:xfrm>
              <a:off x="6646384" y="2517056"/>
              <a:ext cx="200880" cy="252360"/>
            </p14:xfrm>
          </p:contentPart>
        </mc:Choice>
        <mc:Fallback xmlns=""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D24F78A9-3760-41C2-8D7C-42CB2A77F76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628744" y="2499416"/>
                <a:ext cx="23652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16F9FAF8-CA1B-4F00-A634-22252D60F2FE}"/>
              </a:ext>
            </a:extLst>
          </p:cNvPr>
          <p:cNvGrpSpPr/>
          <p:nvPr/>
        </p:nvGrpSpPr>
        <p:grpSpPr>
          <a:xfrm>
            <a:off x="8443864" y="2418056"/>
            <a:ext cx="758160" cy="279360"/>
            <a:chOff x="8443864" y="2418056"/>
            <a:chExt cx="7581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496E8F00-6F02-459B-85F4-B3CE8AF000B4}"/>
                    </a:ext>
                  </a:extLst>
                </p14:cNvPr>
                <p14:cNvContentPartPr/>
                <p14:nvPr/>
              </p14:nvContentPartPr>
              <p14:xfrm>
                <a:off x="8443864" y="2469896"/>
                <a:ext cx="220680" cy="2275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496E8F00-6F02-459B-85F4-B3CE8AF000B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26224" y="2452256"/>
                  <a:ext cx="256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E0522DD-5BC8-492D-9224-682EFA1957B1}"/>
                    </a:ext>
                  </a:extLst>
                </p14:cNvPr>
                <p14:cNvContentPartPr/>
                <p14:nvPr/>
              </p14:nvContentPartPr>
              <p14:xfrm>
                <a:off x="8475544" y="2418056"/>
                <a:ext cx="195120" cy="23436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E0522DD-5BC8-492D-9224-682EFA1957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57904" y="2400056"/>
                  <a:ext cx="230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2368D68-C312-4A41-8B0F-32205CFFCC2C}"/>
                    </a:ext>
                  </a:extLst>
                </p14:cNvPr>
                <p14:cNvContentPartPr/>
                <p14:nvPr/>
              </p14:nvContentPartPr>
              <p14:xfrm>
                <a:off x="8787304" y="2478176"/>
                <a:ext cx="169560" cy="20016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2368D68-C312-4A41-8B0F-32205CFFCC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69304" y="2460176"/>
                  <a:ext cx="205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5E3CF561-6562-4300-B59E-1A12012621D4}"/>
                    </a:ext>
                  </a:extLst>
                </p14:cNvPr>
                <p14:cNvContentPartPr/>
                <p14:nvPr/>
              </p14:nvContentPartPr>
              <p14:xfrm>
                <a:off x="9040024" y="2485016"/>
                <a:ext cx="162000" cy="16056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5E3CF561-6562-4300-B59E-1A12012621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2024" y="2467016"/>
                  <a:ext cx="19764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9F42ED40-4CA3-433F-A773-9EE1A268E739}"/>
              </a:ext>
            </a:extLst>
          </p:cNvPr>
          <p:cNvGrpSpPr/>
          <p:nvPr/>
        </p:nvGrpSpPr>
        <p:grpSpPr>
          <a:xfrm>
            <a:off x="8606944" y="3025016"/>
            <a:ext cx="1634400" cy="375120"/>
            <a:chOff x="8606944" y="3025016"/>
            <a:chExt cx="163440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782B3E2-E2C4-4BF2-A5E6-15E465CBA8B0}"/>
                    </a:ext>
                  </a:extLst>
                </p14:cNvPr>
                <p14:cNvContentPartPr/>
                <p14:nvPr/>
              </p14:nvContentPartPr>
              <p14:xfrm>
                <a:off x="9150544" y="3061376"/>
                <a:ext cx="190800" cy="2232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782B3E2-E2C4-4BF2-A5E6-15E465CBA8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32904" y="3043736"/>
                  <a:ext cx="226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7F09FB6-E263-4EC8-8749-C82BB360F616}"/>
                    </a:ext>
                  </a:extLst>
                </p14:cNvPr>
                <p14:cNvContentPartPr/>
                <p14:nvPr/>
              </p14:nvContentPartPr>
              <p14:xfrm>
                <a:off x="9142984" y="3036176"/>
                <a:ext cx="196560" cy="2178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7F09FB6-E263-4EC8-8749-C82BB360F61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24984" y="3018536"/>
                  <a:ext cx="232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7C657F0-CF7F-4711-B22C-3EED79010A8C}"/>
                    </a:ext>
                  </a:extLst>
                </p14:cNvPr>
                <p14:cNvContentPartPr/>
                <p14:nvPr/>
              </p14:nvContentPartPr>
              <p14:xfrm>
                <a:off x="8876944" y="3083336"/>
                <a:ext cx="139680" cy="20556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7C657F0-CF7F-4711-B22C-3EED79010A8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8944" y="3065336"/>
                  <a:ext cx="175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9340823B-472B-4478-A7A9-3ECAD4B23B5D}"/>
                    </a:ext>
                  </a:extLst>
                </p14:cNvPr>
                <p14:cNvContentPartPr/>
                <p14:nvPr/>
              </p14:nvContentPartPr>
              <p14:xfrm>
                <a:off x="8859664" y="3366656"/>
                <a:ext cx="160920" cy="3348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9340823B-472B-4478-A7A9-3ECAD4B23B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42024" y="3349016"/>
                  <a:ext cx="196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42DF07C0-C63D-4839-84D9-D35E2BF1DF9F}"/>
                    </a:ext>
                  </a:extLst>
                </p14:cNvPr>
                <p14:cNvContentPartPr/>
                <p14:nvPr/>
              </p14:nvContentPartPr>
              <p14:xfrm>
                <a:off x="8606944" y="3180536"/>
                <a:ext cx="151920" cy="16704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42DF07C0-C63D-4839-84D9-D35E2BF1DF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89304" y="3162896"/>
                  <a:ext cx="18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F253D8E-221E-4524-A286-87F54CE617D9}"/>
                    </a:ext>
                  </a:extLst>
                </p14:cNvPr>
                <p14:cNvContentPartPr/>
                <p14:nvPr/>
              </p14:nvContentPartPr>
              <p14:xfrm>
                <a:off x="9591904" y="3025016"/>
                <a:ext cx="144000" cy="16920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F253D8E-221E-4524-A286-87F54CE617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73904" y="3007016"/>
                  <a:ext cx="179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C22C8123-A271-4A02-BB22-AC982719D5F0}"/>
                    </a:ext>
                  </a:extLst>
                </p14:cNvPr>
                <p14:cNvContentPartPr/>
                <p14:nvPr/>
              </p14:nvContentPartPr>
              <p14:xfrm>
                <a:off x="9529624" y="3305816"/>
                <a:ext cx="203400" cy="1332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C22C8123-A271-4A02-BB22-AC982719D5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11984" y="3288176"/>
                  <a:ext cx="239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2886B142-F1F2-4508-B480-C3940D4A90FF}"/>
                    </a:ext>
                  </a:extLst>
                </p14:cNvPr>
                <p14:cNvContentPartPr/>
                <p14:nvPr/>
              </p14:nvContentPartPr>
              <p14:xfrm>
                <a:off x="9947224" y="3064976"/>
                <a:ext cx="24480" cy="2088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2886B142-F1F2-4508-B480-C3940D4A90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29584" y="3047336"/>
                  <a:ext cx="60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0B670B3C-40C2-44E3-993D-2AEA2A166B9C}"/>
                    </a:ext>
                  </a:extLst>
                </p14:cNvPr>
                <p14:cNvContentPartPr/>
                <p14:nvPr/>
              </p14:nvContentPartPr>
              <p14:xfrm>
                <a:off x="10062424" y="3085856"/>
                <a:ext cx="178920" cy="17748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0B670B3C-40C2-44E3-993D-2AEA2A166B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044424" y="3068216"/>
                  <a:ext cx="21456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48235F5F-3269-40D4-A6C3-3EA551C54ABF}"/>
              </a:ext>
            </a:extLst>
          </p:cNvPr>
          <p:cNvGrpSpPr/>
          <p:nvPr/>
        </p:nvGrpSpPr>
        <p:grpSpPr>
          <a:xfrm>
            <a:off x="8854984" y="3570056"/>
            <a:ext cx="689040" cy="231840"/>
            <a:chOff x="8854984" y="3570056"/>
            <a:chExt cx="68904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C34364F-0641-4818-B8C4-38BF812B8307}"/>
                    </a:ext>
                  </a:extLst>
                </p14:cNvPr>
                <p14:cNvContentPartPr/>
                <p14:nvPr/>
              </p14:nvContentPartPr>
              <p14:xfrm>
                <a:off x="8854984" y="3598136"/>
                <a:ext cx="181080" cy="1965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C34364F-0641-4818-B8C4-38BF812B830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36984" y="3580136"/>
                  <a:ext cx="216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77ACC00-ABD1-4D25-AE8D-A83FECDA8F45}"/>
                    </a:ext>
                  </a:extLst>
                </p14:cNvPr>
                <p14:cNvContentPartPr/>
                <p14:nvPr/>
              </p14:nvContentPartPr>
              <p14:xfrm>
                <a:off x="8900344" y="3570056"/>
                <a:ext cx="154080" cy="21096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77ACC00-ABD1-4D25-AE8D-A83FECDA8F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82344" y="3552416"/>
                  <a:ext cx="189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35562D0-ECB9-4664-A801-E2D51412BB2F}"/>
                    </a:ext>
                  </a:extLst>
                </p14:cNvPr>
                <p14:cNvContentPartPr/>
                <p14:nvPr/>
              </p14:nvContentPartPr>
              <p14:xfrm>
                <a:off x="9152704" y="3604976"/>
                <a:ext cx="120960" cy="1958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35562D0-ECB9-4664-A801-E2D51412BB2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34704" y="3587336"/>
                  <a:ext cx="156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CD065110-5567-42CC-BA8E-6892EB90506B}"/>
                    </a:ext>
                  </a:extLst>
                </p14:cNvPr>
                <p14:cNvContentPartPr/>
                <p14:nvPr/>
              </p14:nvContentPartPr>
              <p14:xfrm>
                <a:off x="9376984" y="3597056"/>
                <a:ext cx="167040" cy="20484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CD065110-5567-42CC-BA8E-6892EB9050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58984" y="3579416"/>
                  <a:ext cx="20268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952F8D7-A66E-4A56-A706-2C6E8EF39432}"/>
              </a:ext>
            </a:extLst>
          </p:cNvPr>
          <p:cNvGrpSpPr/>
          <p:nvPr/>
        </p:nvGrpSpPr>
        <p:grpSpPr>
          <a:xfrm>
            <a:off x="6077224" y="2418056"/>
            <a:ext cx="892080" cy="1604880"/>
            <a:chOff x="6077224" y="2418056"/>
            <a:chExt cx="892080" cy="16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91B0D68-D746-4BA6-BE1A-9BCE7005A80C}"/>
                    </a:ext>
                  </a:extLst>
                </p14:cNvPr>
                <p14:cNvContentPartPr/>
                <p14:nvPr/>
              </p14:nvContentPartPr>
              <p14:xfrm>
                <a:off x="6717304" y="2992976"/>
                <a:ext cx="16560" cy="21672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91B0D68-D746-4BA6-BE1A-9BCE7005A80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99304" y="2974976"/>
                  <a:ext cx="52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B4CFDBD-3DE5-467B-A37C-F20B3DD022A3}"/>
                    </a:ext>
                  </a:extLst>
                </p14:cNvPr>
                <p14:cNvContentPartPr/>
                <p14:nvPr/>
              </p14:nvContentPartPr>
              <p14:xfrm>
                <a:off x="6569704" y="3237056"/>
                <a:ext cx="309600" cy="3168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B4CFDBD-3DE5-467B-A37C-F20B3DD022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51704" y="3219416"/>
                  <a:ext cx="345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DBC9FF25-EF26-4807-B6F7-AB2640BFAC59}"/>
                    </a:ext>
                  </a:extLst>
                </p14:cNvPr>
                <p14:cNvContentPartPr/>
                <p14:nvPr/>
              </p14:nvContentPartPr>
              <p14:xfrm>
                <a:off x="6601384" y="3410216"/>
                <a:ext cx="74880" cy="19728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DBC9FF25-EF26-4807-B6F7-AB2640BFAC5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83744" y="3392216"/>
                  <a:ext cx="110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40D5B493-EFA4-4CF3-AF0E-3BC17462E588}"/>
                    </a:ext>
                  </a:extLst>
                </p14:cNvPr>
                <p14:cNvContentPartPr/>
                <p14:nvPr/>
              </p14:nvContentPartPr>
              <p14:xfrm>
                <a:off x="6744664" y="3432896"/>
                <a:ext cx="183960" cy="13788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40D5B493-EFA4-4CF3-AF0E-3BC17462E5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27024" y="3414896"/>
                  <a:ext cx="219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1EF5189-BDBE-4DF8-9DC7-8B21F0C1D4B8}"/>
                    </a:ext>
                  </a:extLst>
                </p14:cNvPr>
                <p14:cNvContentPartPr/>
                <p14:nvPr/>
              </p14:nvContentPartPr>
              <p14:xfrm>
                <a:off x="6786064" y="3730976"/>
                <a:ext cx="183240" cy="20844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1EF5189-BDBE-4DF8-9DC7-8B21F0C1D4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8424" y="3712976"/>
                  <a:ext cx="218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BC615977-54D0-4986-8317-56CE83FD0AF3}"/>
                    </a:ext>
                  </a:extLst>
                </p14:cNvPr>
                <p14:cNvContentPartPr/>
                <p14:nvPr/>
              </p14:nvContentPartPr>
              <p14:xfrm>
                <a:off x="6077224" y="2418056"/>
                <a:ext cx="343080" cy="16048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BC615977-54D0-4986-8317-56CE83FD0AF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59224" y="2400056"/>
                  <a:ext cx="378720" cy="164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25972261-9C09-4912-A2C2-8458EB30ACF6}"/>
              </a:ext>
            </a:extLst>
          </p:cNvPr>
          <p:cNvGrpSpPr/>
          <p:nvPr/>
        </p:nvGrpSpPr>
        <p:grpSpPr>
          <a:xfrm>
            <a:off x="4137184" y="3102416"/>
            <a:ext cx="1330920" cy="612720"/>
            <a:chOff x="4137184" y="3102416"/>
            <a:chExt cx="1330920" cy="6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12AC1654-212A-4DF0-B9E4-B72A426D5221}"/>
                    </a:ext>
                  </a:extLst>
                </p14:cNvPr>
                <p14:cNvContentPartPr/>
                <p14:nvPr/>
              </p14:nvContentPartPr>
              <p14:xfrm>
                <a:off x="4224304" y="3102416"/>
                <a:ext cx="246960" cy="6127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12AC1654-212A-4DF0-B9E4-B72A426D52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06664" y="3084416"/>
                  <a:ext cx="2826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19C2A804-14A1-4CD1-A196-797C8461F8BC}"/>
                    </a:ext>
                  </a:extLst>
                </p14:cNvPr>
                <p14:cNvContentPartPr/>
                <p14:nvPr/>
              </p14:nvContentPartPr>
              <p14:xfrm>
                <a:off x="4137184" y="3445856"/>
                <a:ext cx="322200" cy="8568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19C2A804-14A1-4CD1-A196-797C8461F8B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19544" y="3428216"/>
                  <a:ext cx="357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3BD85060-0E5A-41FC-BAFE-9C3F594A3C55}"/>
                    </a:ext>
                  </a:extLst>
                </p14:cNvPr>
                <p14:cNvContentPartPr/>
                <p14:nvPr/>
              </p14:nvContentPartPr>
              <p14:xfrm>
                <a:off x="4545424" y="3280616"/>
                <a:ext cx="339840" cy="32832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3BD85060-0E5A-41FC-BAFE-9C3F594A3C5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27424" y="3262976"/>
                  <a:ext cx="375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B5C9ACF-57A1-4C25-A195-FA620728E2AA}"/>
                    </a:ext>
                  </a:extLst>
                </p14:cNvPr>
                <p14:cNvContentPartPr/>
                <p14:nvPr/>
              </p14:nvContentPartPr>
              <p14:xfrm>
                <a:off x="4711744" y="3388616"/>
                <a:ext cx="136800" cy="2221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B5C9ACF-57A1-4C25-A195-FA620728E2A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693744" y="3370616"/>
                  <a:ext cx="172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8FF51655-7905-488A-9B25-B310E90B238F}"/>
                    </a:ext>
                  </a:extLst>
                </p14:cNvPr>
                <p14:cNvContentPartPr/>
                <p14:nvPr/>
              </p14:nvContentPartPr>
              <p14:xfrm>
                <a:off x="4929904" y="3265856"/>
                <a:ext cx="465480" cy="3610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8FF51655-7905-488A-9B25-B310E90B23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12264" y="3248216"/>
                  <a:ext cx="5011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1D4E1FE3-0CEF-41EA-BDEA-70E4E67641DC}"/>
                    </a:ext>
                  </a:extLst>
                </p14:cNvPr>
                <p14:cNvContentPartPr/>
                <p14:nvPr/>
              </p14:nvContentPartPr>
              <p14:xfrm>
                <a:off x="5266504" y="3491216"/>
                <a:ext cx="201600" cy="4032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1D4E1FE3-0CEF-41EA-BDEA-70E4E67641D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48504" y="3473216"/>
                  <a:ext cx="23724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129D5ABF-66AD-4E69-8E78-559EAAA38E7C}"/>
                  </a:ext>
                </a:extLst>
              </p14:cNvPr>
              <p14:cNvContentPartPr/>
              <p14:nvPr/>
            </p14:nvContentPartPr>
            <p14:xfrm>
              <a:off x="5383504" y="4795496"/>
              <a:ext cx="213120" cy="46440"/>
            </p14:xfrm>
          </p:contentPart>
        </mc:Choice>
        <mc:Fallback xmlns=""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129D5ABF-66AD-4E69-8E78-559EAAA38E7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365504" y="4777496"/>
                <a:ext cx="2487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ECCFF43E-5BD3-44FF-8DEC-F543887592BE}"/>
                  </a:ext>
                </a:extLst>
              </p14:cNvPr>
              <p14:cNvContentPartPr/>
              <p14:nvPr/>
            </p14:nvContentPartPr>
            <p14:xfrm>
              <a:off x="5451184" y="4889456"/>
              <a:ext cx="191880" cy="30960"/>
            </p14:xfrm>
          </p:contentPart>
        </mc:Choice>
        <mc:Fallback xmlns=""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ECCFF43E-5BD3-44FF-8DEC-F543887592B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433184" y="4871456"/>
                <a:ext cx="22752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upo 140">
            <a:extLst>
              <a:ext uri="{FF2B5EF4-FFF2-40B4-BE49-F238E27FC236}">
                <a16:creationId xmlns:a16="http://schemas.microsoft.com/office/drawing/2014/main" id="{B9E7E8CA-0074-44D1-9098-F5AC9B30CB3E}"/>
              </a:ext>
            </a:extLst>
          </p:cNvPr>
          <p:cNvGrpSpPr/>
          <p:nvPr/>
        </p:nvGrpSpPr>
        <p:grpSpPr>
          <a:xfrm>
            <a:off x="6932944" y="4399856"/>
            <a:ext cx="407520" cy="608400"/>
            <a:chOff x="6932944" y="4399856"/>
            <a:chExt cx="40752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BBF21497-3547-480D-813C-11F6B8397BFB}"/>
                    </a:ext>
                  </a:extLst>
                </p14:cNvPr>
                <p14:cNvContentPartPr/>
                <p14:nvPr/>
              </p14:nvContentPartPr>
              <p14:xfrm>
                <a:off x="7062544" y="4399856"/>
                <a:ext cx="24480" cy="2124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BBF21497-3547-480D-813C-11F6B8397BF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4904" y="4382216"/>
                  <a:ext cx="60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82B6858C-9D83-42C2-8435-825A10DD83EB}"/>
                    </a:ext>
                  </a:extLst>
                </p14:cNvPr>
                <p14:cNvContentPartPr/>
                <p14:nvPr/>
              </p14:nvContentPartPr>
              <p14:xfrm>
                <a:off x="6932944" y="4672016"/>
                <a:ext cx="287640" cy="5940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82B6858C-9D83-42C2-8435-825A10DD83E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15304" y="4654016"/>
                  <a:ext cx="323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8C18B229-0B06-4788-BD1C-AEE2A9FFF8CB}"/>
                    </a:ext>
                  </a:extLst>
                </p14:cNvPr>
                <p14:cNvContentPartPr/>
                <p14:nvPr/>
              </p14:nvContentPartPr>
              <p14:xfrm>
                <a:off x="6987304" y="4808456"/>
                <a:ext cx="116280" cy="19440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8C18B229-0B06-4788-BD1C-AEE2A9FFF8C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69304" y="4790816"/>
                  <a:ext cx="151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71A30D7C-582F-47EE-9252-4564B27EAC8B}"/>
                    </a:ext>
                  </a:extLst>
                </p14:cNvPr>
                <p14:cNvContentPartPr/>
                <p14:nvPr/>
              </p14:nvContentPartPr>
              <p14:xfrm>
                <a:off x="7136704" y="4837256"/>
                <a:ext cx="203760" cy="17100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71A30D7C-582F-47EE-9252-4564B27EAC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19064" y="4819256"/>
                  <a:ext cx="2394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AC7B7241-D5F0-475E-BE7D-1C310724A158}"/>
              </a:ext>
            </a:extLst>
          </p:cNvPr>
          <p:cNvGrpSpPr/>
          <p:nvPr/>
        </p:nvGrpSpPr>
        <p:grpSpPr>
          <a:xfrm>
            <a:off x="8686144" y="4361696"/>
            <a:ext cx="785880" cy="352440"/>
            <a:chOff x="8686144" y="4361696"/>
            <a:chExt cx="78588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74B352B8-CEDE-4DA3-8219-1CCF21BFA111}"/>
                    </a:ext>
                  </a:extLst>
                </p14:cNvPr>
                <p14:cNvContentPartPr/>
                <p14:nvPr/>
              </p14:nvContentPartPr>
              <p14:xfrm>
                <a:off x="9321904" y="4393016"/>
                <a:ext cx="150120" cy="20736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74B352B8-CEDE-4DA3-8219-1CCF21BFA11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03904" y="4375016"/>
                  <a:ext cx="185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205DEFC3-2E12-4351-B973-8C4B4EB12547}"/>
                    </a:ext>
                  </a:extLst>
                </p14:cNvPr>
                <p14:cNvContentPartPr/>
                <p14:nvPr/>
              </p14:nvContentPartPr>
              <p14:xfrm>
                <a:off x="9042544" y="4361696"/>
                <a:ext cx="408240" cy="22824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205DEFC3-2E12-4351-B973-8C4B4EB1254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24544" y="4343696"/>
                  <a:ext cx="443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38C6CFF3-BBF7-43E7-BB9E-9BDB650267A5}"/>
                    </a:ext>
                  </a:extLst>
                </p14:cNvPr>
                <p14:cNvContentPartPr/>
                <p14:nvPr/>
              </p14:nvContentPartPr>
              <p14:xfrm>
                <a:off x="8834464" y="4672016"/>
                <a:ext cx="259560" cy="4212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38C6CFF3-BBF7-43E7-BB9E-9BDB650267A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16824" y="4654016"/>
                  <a:ext cx="295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4E1A95CD-A9C5-48CE-A028-23EFCDF23119}"/>
                    </a:ext>
                  </a:extLst>
                </p14:cNvPr>
                <p14:cNvContentPartPr/>
                <p14:nvPr/>
              </p14:nvContentPartPr>
              <p14:xfrm>
                <a:off x="8686144" y="4496336"/>
                <a:ext cx="194760" cy="16020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4E1A95CD-A9C5-48CE-A028-23EFCDF231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68504" y="4478696"/>
                  <a:ext cx="2304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300DBDED-0992-4946-8820-268ECF207E97}"/>
              </a:ext>
            </a:extLst>
          </p:cNvPr>
          <p:cNvGrpSpPr/>
          <p:nvPr/>
        </p:nvGrpSpPr>
        <p:grpSpPr>
          <a:xfrm>
            <a:off x="9738424" y="4374656"/>
            <a:ext cx="834480" cy="284760"/>
            <a:chOff x="9738424" y="4374656"/>
            <a:chExt cx="83448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4005163C-814A-4BF7-92F5-B5E726DC834E}"/>
                    </a:ext>
                  </a:extLst>
                </p14:cNvPr>
                <p14:cNvContentPartPr/>
                <p14:nvPr/>
              </p14:nvContentPartPr>
              <p14:xfrm>
                <a:off x="9738424" y="4374656"/>
                <a:ext cx="247680" cy="28476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4005163C-814A-4BF7-92F5-B5E726DC83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20784" y="4356656"/>
                  <a:ext cx="2833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4A32C5D7-7233-4ED7-AB71-07A3920A0F27}"/>
                    </a:ext>
                  </a:extLst>
                </p14:cNvPr>
                <p14:cNvContentPartPr/>
                <p14:nvPr/>
              </p14:nvContentPartPr>
              <p14:xfrm>
                <a:off x="10177264" y="4452776"/>
                <a:ext cx="74880" cy="16380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4A32C5D7-7233-4ED7-AB71-07A3920A0F2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59624" y="4435136"/>
                  <a:ext cx="110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748113C0-CA96-4CCE-A666-BBB451189AD8}"/>
                    </a:ext>
                  </a:extLst>
                </p14:cNvPr>
                <p14:cNvContentPartPr/>
                <p14:nvPr/>
              </p14:nvContentPartPr>
              <p14:xfrm>
                <a:off x="10300024" y="4452056"/>
                <a:ext cx="272880" cy="16668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748113C0-CA96-4CCE-A666-BBB451189AD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82384" y="4434056"/>
                  <a:ext cx="30852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9197547C-CAAF-4C4C-92C0-02DC7248145C}"/>
                  </a:ext>
                </a:extLst>
              </p14:cNvPr>
              <p14:cNvContentPartPr/>
              <p14:nvPr/>
            </p14:nvContentPartPr>
            <p14:xfrm>
              <a:off x="7243264" y="5348456"/>
              <a:ext cx="169560" cy="179640"/>
            </p14:xfrm>
          </p:contentPart>
        </mc:Choice>
        <mc:Fallback xmlns=""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9197547C-CAAF-4C4C-92C0-02DC7248145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225624" y="5330816"/>
                <a:ext cx="20520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upo 137">
            <a:extLst>
              <a:ext uri="{FF2B5EF4-FFF2-40B4-BE49-F238E27FC236}">
                <a16:creationId xmlns:a16="http://schemas.microsoft.com/office/drawing/2014/main" id="{54FB3E24-F486-4CB2-BEC2-99AB630C4B9E}"/>
              </a:ext>
            </a:extLst>
          </p:cNvPr>
          <p:cNvGrpSpPr/>
          <p:nvPr/>
        </p:nvGrpSpPr>
        <p:grpSpPr>
          <a:xfrm>
            <a:off x="8841304" y="5013656"/>
            <a:ext cx="814320" cy="229680"/>
            <a:chOff x="8841304" y="5013656"/>
            <a:chExt cx="81432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72FC1455-FA88-4582-B193-C1135D9ECA35}"/>
                    </a:ext>
                  </a:extLst>
                </p14:cNvPr>
                <p14:cNvContentPartPr/>
                <p14:nvPr/>
              </p14:nvContentPartPr>
              <p14:xfrm>
                <a:off x="8841304" y="5013656"/>
                <a:ext cx="239040" cy="22968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72FC1455-FA88-4582-B193-C1135D9ECA3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23664" y="4996016"/>
                  <a:ext cx="274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10EA06F-6A3D-4B01-B27E-17A5799BCE1E}"/>
                    </a:ext>
                  </a:extLst>
                </p14:cNvPr>
                <p14:cNvContentPartPr/>
                <p14:nvPr/>
              </p14:nvContentPartPr>
              <p14:xfrm>
                <a:off x="9173944" y="5052896"/>
                <a:ext cx="158400" cy="16236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10EA06F-6A3D-4B01-B27E-17A5799BCE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56304" y="5034896"/>
                  <a:ext cx="194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984E5F6-1B09-4C45-94A9-D1C803B86F0B}"/>
                    </a:ext>
                  </a:extLst>
                </p14:cNvPr>
                <p14:cNvContentPartPr/>
                <p14:nvPr/>
              </p14:nvContentPartPr>
              <p14:xfrm>
                <a:off x="9457264" y="5023376"/>
                <a:ext cx="198360" cy="15336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984E5F6-1B09-4C45-94A9-D1C803B86F0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39264" y="5005376"/>
                  <a:ext cx="23400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ED7563D9-E9DC-4F84-B791-6E590209AF02}"/>
                  </a:ext>
                </a:extLst>
              </p14:cNvPr>
              <p14:cNvContentPartPr/>
              <p14:nvPr/>
            </p14:nvContentPartPr>
            <p14:xfrm>
              <a:off x="6480784" y="4425776"/>
              <a:ext cx="212040" cy="1192320"/>
            </p14:xfrm>
          </p:contentPart>
        </mc:Choice>
        <mc:Fallback xmlns=""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ED7563D9-E9DC-4F84-B791-6E590209AF0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462784" y="4408136"/>
                <a:ext cx="247680" cy="122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upo 144">
            <a:extLst>
              <a:ext uri="{FF2B5EF4-FFF2-40B4-BE49-F238E27FC236}">
                <a16:creationId xmlns:a16="http://schemas.microsoft.com/office/drawing/2014/main" id="{470BD46C-37BC-4046-94BC-9420A8EB7DA7}"/>
              </a:ext>
            </a:extLst>
          </p:cNvPr>
          <p:cNvGrpSpPr/>
          <p:nvPr/>
        </p:nvGrpSpPr>
        <p:grpSpPr>
          <a:xfrm>
            <a:off x="428104" y="954296"/>
            <a:ext cx="1141920" cy="679680"/>
            <a:chOff x="428104" y="954296"/>
            <a:chExt cx="1141920" cy="67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B4F9CA36-F998-48F9-BDE2-97B7A2816027}"/>
                    </a:ext>
                  </a:extLst>
                </p14:cNvPr>
                <p14:cNvContentPartPr/>
                <p14:nvPr/>
              </p14:nvContentPartPr>
              <p14:xfrm>
                <a:off x="574984" y="1058336"/>
                <a:ext cx="36360" cy="57564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B4F9CA36-F998-48F9-BDE2-97B7A28160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6984" y="1040336"/>
                  <a:ext cx="720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5FD992D7-F84E-4BD0-896E-5ED7D9A54895}"/>
                    </a:ext>
                  </a:extLst>
                </p14:cNvPr>
                <p14:cNvContentPartPr/>
                <p14:nvPr/>
              </p14:nvContentPartPr>
              <p14:xfrm>
                <a:off x="430984" y="1059416"/>
                <a:ext cx="253800" cy="1008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5FD992D7-F84E-4BD0-896E-5ED7D9A548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3344" y="1041416"/>
                  <a:ext cx="289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EA21BA1-F3CA-47F8-96B5-842B049026F1}"/>
                    </a:ext>
                  </a:extLst>
                </p14:cNvPr>
                <p14:cNvContentPartPr/>
                <p14:nvPr/>
              </p14:nvContentPartPr>
              <p14:xfrm>
                <a:off x="534304" y="1330136"/>
                <a:ext cx="198360" cy="561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EA21BA1-F3CA-47F8-96B5-842B049026F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6664" y="1312496"/>
                  <a:ext cx="234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FE864FF-4019-47D4-B9F5-51596359CE8B}"/>
                    </a:ext>
                  </a:extLst>
                </p14:cNvPr>
                <p14:cNvContentPartPr/>
                <p14:nvPr/>
              </p14:nvContentPartPr>
              <p14:xfrm>
                <a:off x="872344" y="1197296"/>
                <a:ext cx="207720" cy="35496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FE864FF-4019-47D4-B9F5-51596359CE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54344" y="1179296"/>
                  <a:ext cx="2433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3C11085B-ED73-4CCE-9556-34418FB75959}"/>
                    </a:ext>
                  </a:extLst>
                </p14:cNvPr>
                <p14:cNvContentPartPr/>
                <p14:nvPr/>
              </p14:nvContentPartPr>
              <p14:xfrm>
                <a:off x="1042984" y="1309256"/>
                <a:ext cx="166680" cy="2203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3C11085B-ED73-4CCE-9556-34418FB7595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4984" y="1291616"/>
                  <a:ext cx="202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19751131-01AC-45BA-B667-A1DE33415365}"/>
                    </a:ext>
                  </a:extLst>
                </p14:cNvPr>
                <p14:cNvContentPartPr/>
                <p14:nvPr/>
              </p14:nvContentPartPr>
              <p14:xfrm>
                <a:off x="1048744" y="1328336"/>
                <a:ext cx="117000" cy="2336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19751131-01AC-45BA-B667-A1DE3341536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1104" y="1310696"/>
                  <a:ext cx="152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8384393-39FC-4AC6-B01D-298E24973A8A}"/>
                    </a:ext>
                  </a:extLst>
                </p14:cNvPr>
                <p14:cNvContentPartPr/>
                <p14:nvPr/>
              </p14:nvContentPartPr>
              <p14:xfrm>
                <a:off x="1208224" y="1180736"/>
                <a:ext cx="110520" cy="4240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8384393-39FC-4AC6-B01D-298E24973A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0224" y="1162736"/>
                  <a:ext cx="1461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7BCC34F-AE9E-4559-91B5-2818BEE9DA93}"/>
                    </a:ext>
                  </a:extLst>
                </p14:cNvPr>
                <p14:cNvContentPartPr/>
                <p14:nvPr/>
              </p14:nvContentPartPr>
              <p14:xfrm>
                <a:off x="1408384" y="1323296"/>
                <a:ext cx="141480" cy="133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7BCC34F-AE9E-4559-91B5-2818BEE9DA9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90384" y="1305296"/>
                  <a:ext cx="177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13EE783-0B5D-40E3-BDAB-73B432C04905}"/>
                    </a:ext>
                  </a:extLst>
                </p14:cNvPr>
                <p14:cNvContentPartPr/>
                <p14:nvPr/>
              </p14:nvContentPartPr>
              <p14:xfrm>
                <a:off x="1455544" y="1424816"/>
                <a:ext cx="114480" cy="568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13EE783-0B5D-40E3-BDAB-73B432C0490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37904" y="1407176"/>
                  <a:ext cx="150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0257E7CC-040B-41FE-99A1-8EF87D082A05}"/>
                    </a:ext>
                  </a:extLst>
                </p14:cNvPr>
                <p14:cNvContentPartPr/>
                <p14:nvPr/>
              </p14:nvContentPartPr>
              <p14:xfrm>
                <a:off x="481384" y="1325456"/>
                <a:ext cx="150120" cy="8244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0257E7CC-040B-41FE-99A1-8EF87D082A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3384" y="1307456"/>
                  <a:ext cx="185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3D6EF531-21B3-413C-A323-3A05C4650B4C}"/>
                    </a:ext>
                  </a:extLst>
                </p14:cNvPr>
                <p14:cNvContentPartPr/>
                <p14:nvPr/>
              </p14:nvContentPartPr>
              <p14:xfrm>
                <a:off x="428104" y="954296"/>
                <a:ext cx="389880" cy="21276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3D6EF531-21B3-413C-A323-3A05C4650B4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10104" y="936296"/>
                  <a:ext cx="425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EECAB353-FE26-42F4-8229-BDBC5C2FCA06}"/>
                    </a:ext>
                  </a:extLst>
                </p14:cNvPr>
                <p14:cNvContentPartPr/>
                <p14:nvPr/>
              </p14:nvContentPartPr>
              <p14:xfrm>
                <a:off x="478504" y="1311056"/>
                <a:ext cx="224640" cy="11088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EECAB353-FE26-42F4-8229-BDBC5C2FCA0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60504" y="1293056"/>
                  <a:ext cx="26028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9C52351B-60C9-4382-A48D-1CBED2F429CD}"/>
                  </a:ext>
                </a:extLst>
              </p14:cNvPr>
              <p14:cNvContentPartPr/>
              <p14:nvPr/>
            </p14:nvContentPartPr>
            <p14:xfrm>
              <a:off x="3949984" y="4372856"/>
              <a:ext cx="162720" cy="500400"/>
            </p14:xfrm>
          </p:contentPart>
        </mc:Choice>
        <mc:Fallback xmlns=""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9C52351B-60C9-4382-A48D-1CBED2F429C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931984" y="4354856"/>
                <a:ext cx="19836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AA765391-C4A1-41C8-9181-3F0FF3886C9D}"/>
                  </a:ext>
                </a:extLst>
              </p14:cNvPr>
              <p14:cNvContentPartPr/>
              <p14:nvPr/>
            </p14:nvContentPartPr>
            <p14:xfrm>
              <a:off x="4164544" y="4693256"/>
              <a:ext cx="210960" cy="174600"/>
            </p14:xfrm>
          </p:contentPart>
        </mc:Choice>
        <mc:Fallback xmlns=""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AA765391-C4A1-41C8-9181-3F0FF3886C9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146544" y="4675256"/>
                <a:ext cx="2466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51186884-BC70-4372-9B22-010E147D2931}"/>
                  </a:ext>
                </a:extLst>
              </p14:cNvPr>
              <p14:cNvContentPartPr/>
              <p14:nvPr/>
            </p14:nvContentPartPr>
            <p14:xfrm>
              <a:off x="4370464" y="4727816"/>
              <a:ext cx="141120" cy="150840"/>
            </p14:xfrm>
          </p:contentPart>
        </mc:Choice>
        <mc:Fallback xmlns=""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51186884-BC70-4372-9B22-010E147D293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352824" y="4710176"/>
                <a:ext cx="1767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EF1F4211-F4A2-488E-97E8-59B589547578}"/>
                  </a:ext>
                </a:extLst>
              </p14:cNvPr>
              <p14:cNvContentPartPr/>
              <p14:nvPr/>
            </p14:nvContentPartPr>
            <p14:xfrm>
              <a:off x="4540744" y="4693616"/>
              <a:ext cx="60840" cy="201240"/>
            </p14:xfrm>
          </p:contentPart>
        </mc:Choice>
        <mc:Fallback xmlns=""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EF1F4211-F4A2-488E-97E8-59B58954757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523104" y="4675976"/>
                <a:ext cx="964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2E70696C-B6C2-4B7E-90B5-E193D4D9363E}"/>
                  </a:ext>
                </a:extLst>
              </p14:cNvPr>
              <p14:cNvContentPartPr/>
              <p14:nvPr/>
            </p14:nvContentPartPr>
            <p14:xfrm>
              <a:off x="4669984" y="4804136"/>
              <a:ext cx="33120" cy="73440"/>
            </p14:xfrm>
          </p:contentPart>
        </mc:Choice>
        <mc:Fallback xmlns=""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2E70696C-B6C2-4B7E-90B5-E193D4D9363E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652344" y="4786496"/>
                <a:ext cx="687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53990213-C2E8-44FE-B045-5AFB61D58864}"/>
                  </a:ext>
                </a:extLst>
              </p14:cNvPr>
              <p14:cNvContentPartPr/>
              <p14:nvPr/>
            </p14:nvContentPartPr>
            <p14:xfrm>
              <a:off x="4761784" y="4614416"/>
              <a:ext cx="155160" cy="280440"/>
            </p14:xfrm>
          </p:contentPart>
        </mc:Choice>
        <mc:Fallback xmlns=""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53990213-C2E8-44FE-B045-5AFB61D5886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744144" y="4596776"/>
                <a:ext cx="1908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F667588E-3123-4373-8E8B-0064D4923BF2}"/>
                  </a:ext>
                </a:extLst>
              </p14:cNvPr>
              <p14:cNvContentPartPr/>
              <p14:nvPr/>
            </p14:nvContentPartPr>
            <p14:xfrm>
              <a:off x="4956544" y="4724936"/>
              <a:ext cx="130680" cy="162000"/>
            </p14:xfrm>
          </p:contentPart>
        </mc:Choice>
        <mc:Fallback xmlns=""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F667588E-3123-4373-8E8B-0064D4923BF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938544" y="4707296"/>
                <a:ext cx="1663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9D34BDF4-62BD-46CA-B54F-2B443E84CB69}"/>
                  </a:ext>
                </a:extLst>
              </p14:cNvPr>
              <p14:cNvContentPartPr/>
              <p14:nvPr/>
            </p14:nvContentPartPr>
            <p14:xfrm>
              <a:off x="5092264" y="4791536"/>
              <a:ext cx="83520" cy="120600"/>
            </p14:xfrm>
          </p:contentPart>
        </mc:Choice>
        <mc:Fallback xmlns=""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9D34BDF4-62BD-46CA-B54F-2B443E84CB6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074624" y="4773536"/>
                <a:ext cx="1191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8878DFC8-C91A-4B49-A8AB-E33C0F128ABB}"/>
                  </a:ext>
                </a:extLst>
              </p14:cNvPr>
              <p14:cNvContentPartPr/>
              <p14:nvPr/>
            </p14:nvContentPartPr>
            <p14:xfrm>
              <a:off x="5153464" y="4571936"/>
              <a:ext cx="20520" cy="316800"/>
            </p14:xfrm>
          </p:contentPart>
        </mc:Choice>
        <mc:Fallback xmlns=""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8878DFC8-C91A-4B49-A8AB-E33C0F128AB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135464" y="4554296"/>
                <a:ext cx="56160" cy="35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upo 171">
            <a:extLst>
              <a:ext uri="{FF2B5EF4-FFF2-40B4-BE49-F238E27FC236}">
                <a16:creationId xmlns:a16="http://schemas.microsoft.com/office/drawing/2014/main" id="{0252BEA9-2756-425C-9E2B-7A715E4B531E}"/>
              </a:ext>
            </a:extLst>
          </p:cNvPr>
          <p:cNvGrpSpPr/>
          <p:nvPr/>
        </p:nvGrpSpPr>
        <p:grpSpPr>
          <a:xfrm>
            <a:off x="947224" y="1825136"/>
            <a:ext cx="186840" cy="379080"/>
            <a:chOff x="947224" y="1825136"/>
            <a:chExt cx="18684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CE53035E-E028-4DCF-B4BC-20A040123714}"/>
                    </a:ext>
                  </a:extLst>
                </p14:cNvPr>
                <p14:cNvContentPartPr/>
                <p14:nvPr/>
              </p14:nvContentPartPr>
              <p14:xfrm>
                <a:off x="991504" y="1825136"/>
                <a:ext cx="77760" cy="29088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CE53035E-E028-4DCF-B4BC-20A04012371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3864" y="1807136"/>
                  <a:ext cx="1134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86529256-0F89-4C93-81A9-36B41B4951AB}"/>
                    </a:ext>
                  </a:extLst>
                </p14:cNvPr>
                <p14:cNvContentPartPr/>
                <p14:nvPr/>
              </p14:nvContentPartPr>
              <p14:xfrm>
                <a:off x="947224" y="1995416"/>
                <a:ext cx="186840" cy="20880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86529256-0F89-4C93-81A9-36B41B4951A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9224" y="1977416"/>
                  <a:ext cx="22248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838D740C-0765-4DB9-AD7C-C2FA4DA22857}"/>
              </a:ext>
            </a:extLst>
          </p:cNvPr>
          <p:cNvGrpSpPr/>
          <p:nvPr/>
        </p:nvGrpSpPr>
        <p:grpSpPr>
          <a:xfrm>
            <a:off x="394264" y="2503376"/>
            <a:ext cx="2049840" cy="398160"/>
            <a:chOff x="394264" y="2503376"/>
            <a:chExt cx="204984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070F393D-78B6-4D17-872C-F6690111FA9F}"/>
                    </a:ext>
                  </a:extLst>
                </p14:cNvPr>
                <p14:cNvContentPartPr/>
                <p14:nvPr/>
              </p14:nvContentPartPr>
              <p14:xfrm>
                <a:off x="419464" y="2503376"/>
                <a:ext cx="60120" cy="35604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070F393D-78B6-4D17-872C-F6690111FA9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1464" y="2485376"/>
                  <a:ext cx="957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2856AC53-13A9-4742-ACAE-95C969502792}"/>
                    </a:ext>
                  </a:extLst>
                </p14:cNvPr>
                <p14:cNvContentPartPr/>
                <p14:nvPr/>
              </p14:nvContentPartPr>
              <p14:xfrm>
                <a:off x="394264" y="2574296"/>
                <a:ext cx="210240" cy="28224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2856AC53-13A9-4742-ACAE-95C96950279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6264" y="2556296"/>
                  <a:ext cx="245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99FA51BE-5BF0-4CAD-9656-36BDE22D036F}"/>
                    </a:ext>
                  </a:extLst>
                </p14:cNvPr>
                <p14:cNvContentPartPr/>
                <p14:nvPr/>
              </p14:nvContentPartPr>
              <p14:xfrm>
                <a:off x="645544" y="2655296"/>
                <a:ext cx="65160" cy="19512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99FA51BE-5BF0-4CAD-9656-36BDE22D03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7904" y="2637656"/>
                  <a:ext cx="100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07D21944-6461-45BF-8A6D-FCAA0AA9CE47}"/>
                    </a:ext>
                  </a:extLst>
                </p14:cNvPr>
                <p14:cNvContentPartPr/>
                <p14:nvPr/>
              </p14:nvContentPartPr>
              <p14:xfrm>
                <a:off x="840664" y="2665016"/>
                <a:ext cx="98280" cy="1947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07D21944-6461-45BF-8A6D-FCAA0AA9CE4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2664" y="2647016"/>
                  <a:ext cx="133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789D40E-2CEA-40E4-BCCA-2FE3B458AC8D}"/>
                    </a:ext>
                  </a:extLst>
                </p14:cNvPr>
                <p14:cNvContentPartPr/>
                <p14:nvPr/>
              </p14:nvContentPartPr>
              <p14:xfrm>
                <a:off x="1002304" y="2513816"/>
                <a:ext cx="155880" cy="35424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789D40E-2CEA-40E4-BCCA-2FE3B458AC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4664" y="2495816"/>
                  <a:ext cx="191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DAA79765-4311-45EC-90FE-241D95FBF5DD}"/>
                    </a:ext>
                  </a:extLst>
                </p14:cNvPr>
                <p14:cNvContentPartPr/>
                <p14:nvPr/>
              </p14:nvContentPartPr>
              <p14:xfrm>
                <a:off x="1281664" y="2764736"/>
                <a:ext cx="85320" cy="10476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DAA79765-4311-45EC-90FE-241D95FBF5D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64024" y="2746736"/>
                  <a:ext cx="120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7D62E742-8681-46E7-8764-807D9D571616}"/>
                    </a:ext>
                  </a:extLst>
                </p14:cNvPr>
                <p14:cNvContentPartPr/>
                <p14:nvPr/>
              </p14:nvContentPartPr>
              <p14:xfrm>
                <a:off x="1323424" y="2608496"/>
                <a:ext cx="206280" cy="29304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7D62E742-8681-46E7-8764-807D9D57161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05424" y="2590496"/>
                  <a:ext cx="241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BA1824D1-8A93-42C1-9324-7002511B689A}"/>
                    </a:ext>
                  </a:extLst>
                </p14:cNvPr>
                <p14:cNvContentPartPr/>
                <p14:nvPr/>
              </p14:nvContentPartPr>
              <p14:xfrm>
                <a:off x="1540864" y="2754656"/>
                <a:ext cx="129600" cy="13392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BA1824D1-8A93-42C1-9324-7002511B689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522864" y="2736656"/>
                  <a:ext cx="165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1E46F419-9B33-4C5F-AF0C-244589E6ED34}"/>
                    </a:ext>
                  </a:extLst>
                </p14:cNvPr>
                <p14:cNvContentPartPr/>
                <p14:nvPr/>
              </p14:nvContentPartPr>
              <p14:xfrm>
                <a:off x="1702864" y="2724056"/>
                <a:ext cx="286920" cy="16128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1E46F419-9B33-4C5F-AF0C-244589E6ED3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685224" y="2706416"/>
                  <a:ext cx="322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70997317-9D4D-408E-85DF-A9587BC1A642}"/>
                    </a:ext>
                  </a:extLst>
                </p14:cNvPr>
                <p14:cNvContentPartPr/>
                <p14:nvPr/>
              </p14:nvContentPartPr>
              <p14:xfrm>
                <a:off x="1987264" y="2707856"/>
                <a:ext cx="304200" cy="16884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70997317-9D4D-408E-85DF-A9587BC1A64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969624" y="2689856"/>
                  <a:ext cx="339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BA6B9950-0736-484C-A842-59095CDD575B}"/>
                    </a:ext>
                  </a:extLst>
                </p14:cNvPr>
                <p14:cNvContentPartPr/>
                <p14:nvPr/>
              </p14:nvContentPartPr>
              <p14:xfrm>
                <a:off x="2069704" y="2557016"/>
                <a:ext cx="374400" cy="17352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BA6B9950-0736-484C-A842-59095CDD57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051704" y="2539376"/>
                  <a:ext cx="410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4015240C-2B78-4416-9452-399BA1977D6C}"/>
                    </a:ext>
                  </a:extLst>
                </p14:cNvPr>
                <p14:cNvContentPartPr/>
                <p14:nvPr/>
              </p14:nvContentPartPr>
              <p14:xfrm>
                <a:off x="1770904" y="2585096"/>
                <a:ext cx="42840" cy="586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4015240C-2B78-4416-9452-399BA1977D6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52904" y="2567096"/>
                  <a:ext cx="784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099E40AC-4376-4599-AF08-E2DF405C3AC8}"/>
              </a:ext>
            </a:extLst>
          </p:cNvPr>
          <p:cNvGrpSpPr/>
          <p:nvPr/>
        </p:nvGrpSpPr>
        <p:grpSpPr>
          <a:xfrm>
            <a:off x="2664064" y="2547656"/>
            <a:ext cx="1858680" cy="281160"/>
            <a:chOff x="2664064" y="2547656"/>
            <a:chExt cx="185868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0585C050-C946-474D-BF20-FE0955BF8067}"/>
                    </a:ext>
                  </a:extLst>
                </p14:cNvPr>
                <p14:cNvContentPartPr/>
                <p14:nvPr/>
              </p14:nvContentPartPr>
              <p14:xfrm>
                <a:off x="2664064" y="2573576"/>
                <a:ext cx="140040" cy="23148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0585C050-C946-474D-BF20-FE0955BF806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646424" y="2555936"/>
                  <a:ext cx="1756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A037A84C-A454-4D07-B5E8-23F78428165E}"/>
                    </a:ext>
                  </a:extLst>
                </p14:cNvPr>
                <p14:cNvContentPartPr/>
                <p14:nvPr/>
              </p14:nvContentPartPr>
              <p14:xfrm>
                <a:off x="2674864" y="2700656"/>
                <a:ext cx="104760" cy="7524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A037A84C-A454-4D07-B5E8-23F78428165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656864" y="2682656"/>
                  <a:ext cx="140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9DF5971-BA2A-40A4-B8F0-C02B2C4FAFE2}"/>
                    </a:ext>
                  </a:extLst>
                </p14:cNvPr>
                <p14:cNvContentPartPr/>
                <p14:nvPr/>
              </p14:nvContentPartPr>
              <p14:xfrm>
                <a:off x="2872504" y="2665016"/>
                <a:ext cx="303120" cy="14148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9DF5971-BA2A-40A4-B8F0-C02B2C4FAFE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54864" y="2647016"/>
                  <a:ext cx="338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E0FE0866-86D6-4E75-871A-4A1356C31018}"/>
                    </a:ext>
                  </a:extLst>
                </p14:cNvPr>
                <p14:cNvContentPartPr/>
                <p14:nvPr/>
              </p14:nvContentPartPr>
              <p14:xfrm>
                <a:off x="3284704" y="2694536"/>
                <a:ext cx="223560" cy="13428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E0FE0866-86D6-4E75-871A-4A1356C3101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267064" y="2676896"/>
                  <a:ext cx="259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C45D547E-CF16-4E1E-92E9-C6CAAEF49891}"/>
                    </a:ext>
                  </a:extLst>
                </p14:cNvPr>
                <p14:cNvContentPartPr/>
                <p14:nvPr/>
              </p14:nvContentPartPr>
              <p14:xfrm>
                <a:off x="3523384" y="2572136"/>
                <a:ext cx="354240" cy="24444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C45D547E-CF16-4E1E-92E9-C6CAAEF4989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05744" y="2554136"/>
                  <a:ext cx="389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4ECD339E-38F4-4BAD-BC59-4B347E66D702}"/>
                    </a:ext>
                  </a:extLst>
                </p14:cNvPr>
                <p14:cNvContentPartPr/>
                <p14:nvPr/>
              </p14:nvContentPartPr>
              <p14:xfrm>
                <a:off x="3849184" y="2669336"/>
                <a:ext cx="223560" cy="12924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4ECD339E-38F4-4BAD-BC59-4B347E66D70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831544" y="2651336"/>
                  <a:ext cx="259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55BBDBB9-1F06-42CE-9CF3-8042CB08787E}"/>
                    </a:ext>
                  </a:extLst>
                </p14:cNvPr>
                <p14:cNvContentPartPr/>
                <p14:nvPr/>
              </p14:nvContentPartPr>
              <p14:xfrm>
                <a:off x="4063744" y="2547656"/>
                <a:ext cx="296280" cy="23508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55BBDBB9-1F06-42CE-9CF3-8042CB0878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045744" y="2529656"/>
                  <a:ext cx="331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79F87DB6-3D9F-49DD-9C2D-8768F0786E95}"/>
                    </a:ext>
                  </a:extLst>
                </p14:cNvPr>
                <p14:cNvContentPartPr/>
                <p14:nvPr/>
              </p14:nvContentPartPr>
              <p14:xfrm>
                <a:off x="4345264" y="2630816"/>
                <a:ext cx="177480" cy="13968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79F87DB6-3D9F-49DD-9C2D-8768F0786E9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327264" y="2612816"/>
                  <a:ext cx="2131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4AE53A18-CF5F-4293-A8EE-F4B6D1FBD0C7}"/>
              </a:ext>
            </a:extLst>
          </p:cNvPr>
          <p:cNvGrpSpPr/>
          <p:nvPr/>
        </p:nvGrpSpPr>
        <p:grpSpPr>
          <a:xfrm>
            <a:off x="4428424" y="3817736"/>
            <a:ext cx="231480" cy="517680"/>
            <a:chOff x="4428424" y="3817736"/>
            <a:chExt cx="2314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FA1147B8-A5AE-484A-9AF3-8AD1D594437F}"/>
                    </a:ext>
                  </a:extLst>
                </p14:cNvPr>
                <p14:cNvContentPartPr/>
                <p14:nvPr/>
              </p14:nvContentPartPr>
              <p14:xfrm>
                <a:off x="4518064" y="3817736"/>
                <a:ext cx="41040" cy="41832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FA1147B8-A5AE-484A-9AF3-8AD1D594437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00424" y="3800096"/>
                  <a:ext cx="766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90DE676-029C-4370-8F59-6251CC003BF1}"/>
                    </a:ext>
                  </a:extLst>
                </p14:cNvPr>
                <p14:cNvContentPartPr/>
                <p14:nvPr/>
              </p14:nvContentPartPr>
              <p14:xfrm>
                <a:off x="4438144" y="4161536"/>
                <a:ext cx="203400" cy="16812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90DE676-029C-4370-8F59-6251CC003BF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20144" y="4143536"/>
                  <a:ext cx="239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8EE4C9DE-90C8-4ED4-9E71-07FBF1AC5BCC}"/>
                    </a:ext>
                  </a:extLst>
                </p14:cNvPr>
                <p14:cNvContentPartPr/>
                <p14:nvPr/>
              </p14:nvContentPartPr>
              <p14:xfrm>
                <a:off x="4428424" y="4171256"/>
                <a:ext cx="231480" cy="16416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8EE4C9DE-90C8-4ED4-9E71-07FBF1AC5B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10424" y="4153616"/>
                  <a:ext cx="267120" cy="19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534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9FFC4EB-1A95-46BA-A84D-34C2CF027679}"/>
              </a:ext>
            </a:extLst>
          </p:cNvPr>
          <p:cNvGrpSpPr/>
          <p:nvPr/>
        </p:nvGrpSpPr>
        <p:grpSpPr>
          <a:xfrm>
            <a:off x="433144" y="866816"/>
            <a:ext cx="218520" cy="505440"/>
            <a:chOff x="433144" y="866816"/>
            <a:chExt cx="218520" cy="50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5BA7FE29-66B9-4C6D-8886-43F13C0AEFD2}"/>
                    </a:ext>
                  </a:extLst>
                </p14:cNvPr>
                <p14:cNvContentPartPr/>
                <p14:nvPr/>
              </p14:nvContentPartPr>
              <p14:xfrm>
                <a:off x="433144" y="1017296"/>
                <a:ext cx="160560" cy="21132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5BA7FE29-66B9-4C6D-8886-43F13C0AEF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5504" y="999296"/>
                  <a:ext cx="196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C1FA2646-6B6E-4B3C-96BD-41CB4CEA2C36}"/>
                    </a:ext>
                  </a:extLst>
                </p14:cNvPr>
                <p14:cNvContentPartPr/>
                <p14:nvPr/>
              </p14:nvContentPartPr>
              <p14:xfrm>
                <a:off x="608824" y="866816"/>
                <a:ext cx="42840" cy="50544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C1FA2646-6B6E-4B3C-96BD-41CB4CEA2C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1184" y="848816"/>
                  <a:ext cx="78480" cy="54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9071EDF-63BE-4B9B-939E-C1DCB854CF38}"/>
              </a:ext>
            </a:extLst>
          </p:cNvPr>
          <p:cNvGrpSpPr/>
          <p:nvPr/>
        </p:nvGrpSpPr>
        <p:grpSpPr>
          <a:xfrm>
            <a:off x="1115344" y="922256"/>
            <a:ext cx="1087200" cy="361080"/>
            <a:chOff x="1115344" y="922256"/>
            <a:chExt cx="108720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4948FDEA-F4E5-4F65-B961-932FFC4ABE30}"/>
                    </a:ext>
                  </a:extLst>
                </p14:cNvPr>
                <p14:cNvContentPartPr/>
                <p14:nvPr/>
              </p14:nvContentPartPr>
              <p14:xfrm>
                <a:off x="1154944" y="998936"/>
                <a:ext cx="153000" cy="2556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4948FDEA-F4E5-4F65-B961-932FFC4ABE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7304" y="980936"/>
                  <a:ext cx="188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14B7CE8-E3DF-4BD2-BAB8-771485900DAD}"/>
                    </a:ext>
                  </a:extLst>
                </p14:cNvPr>
                <p14:cNvContentPartPr/>
                <p14:nvPr/>
              </p14:nvContentPartPr>
              <p14:xfrm>
                <a:off x="1115344" y="1006856"/>
                <a:ext cx="185040" cy="27648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14B7CE8-E3DF-4BD2-BAB8-771485900D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7344" y="988856"/>
                  <a:ext cx="220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DF8DB73-2A65-4DCF-A696-F4A625891E3D}"/>
                    </a:ext>
                  </a:extLst>
                </p14:cNvPr>
                <p14:cNvContentPartPr/>
                <p14:nvPr/>
              </p14:nvContentPartPr>
              <p14:xfrm>
                <a:off x="1164664" y="1125656"/>
                <a:ext cx="143280" cy="7848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DF8DB73-2A65-4DCF-A696-F4A625891E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7024" y="1108016"/>
                  <a:ext cx="178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4E188A2C-8AF3-4D45-ACFF-57F1AA1E5A3B}"/>
                    </a:ext>
                  </a:extLst>
                </p14:cNvPr>
                <p14:cNvContentPartPr/>
                <p14:nvPr/>
              </p14:nvContentPartPr>
              <p14:xfrm>
                <a:off x="1448704" y="984176"/>
                <a:ext cx="152640" cy="2566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4E188A2C-8AF3-4D45-ACFF-57F1AA1E5A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0704" y="966176"/>
                  <a:ext cx="188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76117EE-BF73-4146-BB0E-45F49F078BF6}"/>
                    </a:ext>
                  </a:extLst>
                </p14:cNvPr>
                <p14:cNvContentPartPr/>
                <p14:nvPr/>
              </p14:nvContentPartPr>
              <p14:xfrm>
                <a:off x="1611424" y="1023056"/>
                <a:ext cx="152280" cy="1976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76117EE-BF73-4146-BB0E-45F49F078B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3424" y="1005416"/>
                  <a:ext cx="187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AA184FD-34EF-48C8-A833-49308B6D241F}"/>
                    </a:ext>
                  </a:extLst>
                </p14:cNvPr>
                <p14:cNvContentPartPr/>
                <p14:nvPr/>
              </p14:nvContentPartPr>
              <p14:xfrm>
                <a:off x="1827064" y="922256"/>
                <a:ext cx="106560" cy="3499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AA184FD-34EF-48C8-A833-49308B6D24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09064" y="904616"/>
                  <a:ext cx="1422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40DAE4D-A64D-401E-8AEA-E35D729F06AF}"/>
                    </a:ext>
                  </a:extLst>
                </p14:cNvPr>
                <p14:cNvContentPartPr/>
                <p14:nvPr/>
              </p14:nvContentPartPr>
              <p14:xfrm>
                <a:off x="2036584" y="1048616"/>
                <a:ext cx="112320" cy="360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40DAE4D-A64D-401E-8AEA-E35D729F06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8944" y="1030616"/>
                  <a:ext cx="147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6774F44-4BC2-40BC-AD15-0EC1E0F21A4E}"/>
                    </a:ext>
                  </a:extLst>
                </p14:cNvPr>
                <p14:cNvContentPartPr/>
                <p14:nvPr/>
              </p14:nvContentPartPr>
              <p14:xfrm>
                <a:off x="2048464" y="1178936"/>
                <a:ext cx="154080" cy="342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6774F44-4BC2-40BC-AD15-0EC1E0F21A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30464" y="1160936"/>
                  <a:ext cx="18972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A57E953-6E4D-4E9D-803B-F07B59365169}"/>
              </a:ext>
            </a:extLst>
          </p:cNvPr>
          <p:cNvGrpSpPr/>
          <p:nvPr/>
        </p:nvGrpSpPr>
        <p:grpSpPr>
          <a:xfrm>
            <a:off x="2349784" y="683936"/>
            <a:ext cx="1835280" cy="1106640"/>
            <a:chOff x="2349784" y="683936"/>
            <a:chExt cx="1835280" cy="11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75A2C151-5D94-4FFD-86BE-C930E2B9CE57}"/>
                    </a:ext>
                  </a:extLst>
                </p14:cNvPr>
                <p14:cNvContentPartPr/>
                <p14:nvPr/>
              </p14:nvContentPartPr>
              <p14:xfrm>
                <a:off x="2466064" y="930896"/>
                <a:ext cx="226440" cy="5943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75A2C151-5D94-4FFD-86BE-C930E2B9CE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48064" y="912896"/>
                  <a:ext cx="2620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34AFE7A-6190-4BA5-9610-D2246D849847}"/>
                    </a:ext>
                  </a:extLst>
                </p14:cNvPr>
                <p14:cNvContentPartPr/>
                <p14:nvPr/>
              </p14:nvContentPartPr>
              <p14:xfrm>
                <a:off x="2349784" y="1718936"/>
                <a:ext cx="112320" cy="144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34AFE7A-6190-4BA5-9610-D2246D8498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32144" y="1700936"/>
                  <a:ext cx="147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8F73B20-CC19-482F-9581-6DEB99E04E51}"/>
                    </a:ext>
                  </a:extLst>
                </p14:cNvPr>
                <p14:cNvContentPartPr/>
                <p14:nvPr/>
              </p14:nvContentPartPr>
              <p14:xfrm>
                <a:off x="2534104" y="1645496"/>
                <a:ext cx="171720" cy="1450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8F73B20-CC19-482F-9581-6DEB99E04E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6104" y="1627496"/>
                  <a:ext cx="207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D2B9833-337B-4DA9-9BEE-D26D8C33C85B}"/>
                    </a:ext>
                  </a:extLst>
                </p14:cNvPr>
                <p14:cNvContentPartPr/>
                <p14:nvPr/>
              </p14:nvContentPartPr>
              <p14:xfrm>
                <a:off x="2717344" y="1625696"/>
                <a:ext cx="149400" cy="1540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D2B9833-337B-4DA9-9BEE-D26D8C33C8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99344" y="1608056"/>
                  <a:ext cx="185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2A2871C-071B-4DE9-BC2B-5E9F620EC08A}"/>
                    </a:ext>
                  </a:extLst>
                </p14:cNvPr>
                <p14:cNvContentPartPr/>
                <p14:nvPr/>
              </p14:nvContentPartPr>
              <p14:xfrm>
                <a:off x="2566504" y="734696"/>
                <a:ext cx="109440" cy="1022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2A2871C-071B-4DE9-BC2B-5E9F620EC0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48504" y="716696"/>
                  <a:ext cx="145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1B1E90E-D249-4D4A-B423-DCD98BF0B862}"/>
                    </a:ext>
                  </a:extLst>
                </p14:cNvPr>
                <p14:cNvContentPartPr/>
                <p14:nvPr/>
              </p14:nvContentPartPr>
              <p14:xfrm>
                <a:off x="2682424" y="683936"/>
                <a:ext cx="148680" cy="12312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1B1E90E-D249-4D4A-B423-DCD98BF0B8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64784" y="666296"/>
                  <a:ext cx="184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6335A994-236D-49D5-B49F-3AEDE7A54991}"/>
                    </a:ext>
                  </a:extLst>
                </p14:cNvPr>
                <p14:cNvContentPartPr/>
                <p14:nvPr/>
              </p14:nvContentPartPr>
              <p14:xfrm>
                <a:off x="2915344" y="1055816"/>
                <a:ext cx="175680" cy="1803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6335A994-236D-49D5-B49F-3AEDE7A5499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97704" y="1037816"/>
                  <a:ext cx="211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F8BEFBF-5254-4D97-B3FF-E9547AA304E3}"/>
                    </a:ext>
                  </a:extLst>
                </p14:cNvPr>
                <p14:cNvContentPartPr/>
                <p14:nvPr/>
              </p14:nvContentPartPr>
              <p14:xfrm>
                <a:off x="2972584" y="1010096"/>
                <a:ext cx="98640" cy="2354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F8BEFBF-5254-4D97-B3FF-E9547AA304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54944" y="992456"/>
                  <a:ext cx="134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721BD40-F917-4AFC-8FAB-08633E512E5E}"/>
                    </a:ext>
                  </a:extLst>
                </p14:cNvPr>
                <p14:cNvContentPartPr/>
                <p14:nvPr/>
              </p14:nvContentPartPr>
              <p14:xfrm>
                <a:off x="3265264" y="960056"/>
                <a:ext cx="64440" cy="3470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721BD40-F917-4AFC-8FAB-08633E512E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47264" y="942416"/>
                  <a:ext cx="100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732E885-B53E-4B9E-962F-ECCCDA251062}"/>
                    </a:ext>
                  </a:extLst>
                </p14:cNvPr>
                <p14:cNvContentPartPr/>
                <p14:nvPr/>
              </p14:nvContentPartPr>
              <p14:xfrm>
                <a:off x="3191104" y="1141496"/>
                <a:ext cx="168480" cy="500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732E885-B53E-4B9E-962F-ECCCDA2510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73104" y="1123496"/>
                  <a:ext cx="204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50B6723-4307-4E54-A79E-B5E9F9A38351}"/>
                    </a:ext>
                  </a:extLst>
                </p14:cNvPr>
                <p14:cNvContentPartPr/>
                <p14:nvPr/>
              </p14:nvContentPartPr>
              <p14:xfrm>
                <a:off x="3453904" y="1032776"/>
                <a:ext cx="108720" cy="2109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50B6723-4307-4E54-A79E-B5E9F9A383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35904" y="1015136"/>
                  <a:ext cx="144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F70159B-E29A-4CE1-A09F-FD9796A8A469}"/>
                    </a:ext>
                  </a:extLst>
                </p14:cNvPr>
                <p14:cNvContentPartPr/>
                <p14:nvPr/>
              </p14:nvContentPartPr>
              <p14:xfrm>
                <a:off x="3564064" y="1045016"/>
                <a:ext cx="126000" cy="1882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F70159B-E29A-4CE1-A09F-FD9796A8A4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46424" y="1027016"/>
                  <a:ext cx="161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4B007BE-8567-4E8B-B8AB-C33FC1AE63D5}"/>
                    </a:ext>
                  </a:extLst>
                </p14:cNvPr>
                <p14:cNvContentPartPr/>
                <p14:nvPr/>
              </p14:nvContentPartPr>
              <p14:xfrm>
                <a:off x="3721744" y="994616"/>
                <a:ext cx="64080" cy="2350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4B007BE-8567-4E8B-B8AB-C33FC1AE63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03744" y="976616"/>
                  <a:ext cx="99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8305B2B-CE53-4A7B-8B9B-15ED08C6B130}"/>
                    </a:ext>
                  </a:extLst>
                </p14:cNvPr>
                <p14:cNvContentPartPr/>
                <p14:nvPr/>
              </p14:nvContentPartPr>
              <p14:xfrm>
                <a:off x="3847744" y="927296"/>
                <a:ext cx="187560" cy="28584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8305B2B-CE53-4A7B-8B9B-15ED08C6B1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30104" y="909656"/>
                  <a:ext cx="2232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3F6CFEC4-ED2F-4443-B829-34936B64C285}"/>
                    </a:ext>
                  </a:extLst>
                </p14:cNvPr>
                <p14:cNvContentPartPr/>
                <p14:nvPr/>
              </p14:nvContentPartPr>
              <p14:xfrm>
                <a:off x="4087144" y="1084256"/>
                <a:ext cx="80640" cy="1429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3F6CFEC4-ED2F-4443-B829-34936B64C2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69144" y="1066256"/>
                  <a:ext cx="116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1609C39-E6CF-4216-975D-B61704A8DC08}"/>
                    </a:ext>
                  </a:extLst>
                </p14:cNvPr>
                <p14:cNvContentPartPr/>
                <p14:nvPr/>
              </p14:nvContentPartPr>
              <p14:xfrm>
                <a:off x="3996064" y="1050056"/>
                <a:ext cx="189000" cy="22464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1609C39-E6CF-4216-975D-B61704A8DC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78424" y="1032416"/>
                  <a:ext cx="22464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4051B8BC-96D1-4177-88C3-E3003FFA75A8}"/>
              </a:ext>
            </a:extLst>
          </p:cNvPr>
          <p:cNvGrpSpPr/>
          <p:nvPr/>
        </p:nvGrpSpPr>
        <p:grpSpPr>
          <a:xfrm>
            <a:off x="10252504" y="1011176"/>
            <a:ext cx="320760" cy="250560"/>
            <a:chOff x="10252504" y="1011176"/>
            <a:chExt cx="32076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BCCF0AB-0B29-445C-80E0-AFFDB5FB0455}"/>
                    </a:ext>
                  </a:extLst>
                </p14:cNvPr>
                <p14:cNvContentPartPr/>
                <p14:nvPr/>
              </p14:nvContentPartPr>
              <p14:xfrm>
                <a:off x="10252504" y="1011176"/>
                <a:ext cx="156240" cy="20772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BCCF0AB-0B29-445C-80E0-AFFDB5FB04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34864" y="993176"/>
                  <a:ext cx="191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762A272-0A46-4DA0-8E56-047F2768AD13}"/>
                    </a:ext>
                  </a:extLst>
                </p14:cNvPr>
                <p14:cNvContentPartPr/>
                <p14:nvPr/>
              </p14:nvContentPartPr>
              <p14:xfrm>
                <a:off x="10486864" y="1078856"/>
                <a:ext cx="86400" cy="1674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762A272-0A46-4DA0-8E56-047F2768AD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68864" y="1061216"/>
                  <a:ext cx="122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11E19DE-5588-44EF-A7A6-0B90B65E9965}"/>
                    </a:ext>
                  </a:extLst>
                </p14:cNvPr>
                <p14:cNvContentPartPr/>
                <p14:nvPr/>
              </p14:nvContentPartPr>
              <p14:xfrm>
                <a:off x="10441144" y="1075256"/>
                <a:ext cx="128880" cy="18648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11E19DE-5588-44EF-A7A6-0B90B65E99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23504" y="1057616"/>
                  <a:ext cx="16452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D481BA4E-7907-47FC-9A2C-C0673CAC61A5}"/>
                  </a:ext>
                </a:extLst>
              </p14:cNvPr>
              <p14:cNvContentPartPr/>
              <p14:nvPr/>
            </p14:nvContentPartPr>
            <p14:xfrm>
              <a:off x="4484224" y="1114496"/>
              <a:ext cx="114840" cy="1332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D481BA4E-7907-47FC-9A2C-C0673CAC61A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66584" y="1096856"/>
                <a:ext cx="1504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0BF040EA-997B-42D1-AB2B-26E0D3957633}"/>
                  </a:ext>
                </a:extLst>
              </p14:cNvPr>
              <p14:cNvContentPartPr/>
              <p14:nvPr/>
            </p14:nvContentPartPr>
            <p14:xfrm>
              <a:off x="4507624" y="1203056"/>
              <a:ext cx="108720" cy="108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0BF040EA-997B-42D1-AB2B-26E0D39576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89624" y="1185416"/>
                <a:ext cx="1443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02D2C346-025F-4601-A4C0-24459EF977C2}"/>
                  </a:ext>
                </a:extLst>
              </p14:cNvPr>
              <p14:cNvContentPartPr/>
              <p14:nvPr/>
            </p14:nvContentPartPr>
            <p14:xfrm>
              <a:off x="4693384" y="1809296"/>
              <a:ext cx="150120" cy="2196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02D2C346-025F-4601-A4C0-24459EF977C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75384" y="1791656"/>
                <a:ext cx="1857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B745F85E-D762-44E2-B03E-387E278106DC}"/>
                  </a:ext>
                </a:extLst>
              </p14:cNvPr>
              <p14:cNvContentPartPr/>
              <p14:nvPr/>
            </p14:nvContentPartPr>
            <p14:xfrm>
              <a:off x="4937824" y="1736216"/>
              <a:ext cx="90360" cy="11880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B745F85E-D762-44E2-B03E-387E278106D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19824" y="1718576"/>
                <a:ext cx="1260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D2DE382F-A689-4A35-B995-011885C0539C}"/>
                  </a:ext>
                </a:extLst>
              </p14:cNvPr>
              <p14:cNvContentPartPr/>
              <p14:nvPr/>
            </p14:nvContentPartPr>
            <p14:xfrm>
              <a:off x="5038264" y="1692656"/>
              <a:ext cx="119160" cy="14652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D2DE382F-A689-4A35-B995-011885C0539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20624" y="1675016"/>
                <a:ext cx="1548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E606DAE0-F4F0-44DE-8A62-7B63F008796F}"/>
                  </a:ext>
                </a:extLst>
              </p14:cNvPr>
              <p14:cNvContentPartPr/>
              <p14:nvPr/>
            </p14:nvContentPartPr>
            <p14:xfrm>
              <a:off x="6828184" y="1718936"/>
              <a:ext cx="123480" cy="13824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E606DAE0-F4F0-44DE-8A62-7B63F008796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10544" y="1700936"/>
                <a:ext cx="1591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EFF42DA2-22D4-4C28-9424-BCC5058042C6}"/>
                  </a:ext>
                </a:extLst>
              </p14:cNvPr>
              <p14:cNvContentPartPr/>
              <p14:nvPr/>
            </p14:nvContentPartPr>
            <p14:xfrm>
              <a:off x="6865264" y="894536"/>
              <a:ext cx="156960" cy="71028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EFF42DA2-22D4-4C28-9424-BCC5058042C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47624" y="876536"/>
                <a:ext cx="192600" cy="74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27C3286E-988F-4DE6-9850-7B8ABC45A2CF}"/>
                  </a:ext>
                </a:extLst>
              </p14:cNvPr>
              <p14:cNvContentPartPr/>
              <p14:nvPr/>
            </p14:nvContentPartPr>
            <p14:xfrm>
              <a:off x="6926464" y="713816"/>
              <a:ext cx="17640" cy="7776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27C3286E-988F-4DE6-9850-7B8ABC45A2C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08464" y="695816"/>
                <a:ext cx="532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16DDD3A8-65D3-46CA-AD66-0D0C276A27E2}"/>
                  </a:ext>
                </a:extLst>
              </p14:cNvPr>
              <p14:cNvContentPartPr/>
              <p14:nvPr/>
            </p14:nvContentPartPr>
            <p14:xfrm>
              <a:off x="7005664" y="699056"/>
              <a:ext cx="119160" cy="11232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16DDD3A8-65D3-46CA-AD66-0D0C276A27E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87664" y="681416"/>
                <a:ext cx="15480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9E9B1B36-097E-4365-82C7-CD6612647216}"/>
                  </a:ext>
                </a:extLst>
              </p14:cNvPr>
              <p14:cNvContentPartPr/>
              <p14:nvPr/>
            </p14:nvContentPartPr>
            <p14:xfrm>
              <a:off x="7160104" y="1177136"/>
              <a:ext cx="140400" cy="16164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9E9B1B36-097E-4365-82C7-CD661264721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42464" y="1159136"/>
                <a:ext cx="1760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ABC78CC9-E931-4BAC-B364-DC2C15544254}"/>
                  </a:ext>
                </a:extLst>
              </p14:cNvPr>
              <p14:cNvContentPartPr/>
              <p14:nvPr/>
            </p14:nvContentPartPr>
            <p14:xfrm>
              <a:off x="7190344" y="1127456"/>
              <a:ext cx="104760" cy="20988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ABC78CC9-E931-4BAC-B364-DC2C1554425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72344" y="1109816"/>
                <a:ext cx="1404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2EC8A545-EDAC-4116-918E-B74DE40016BE}"/>
                  </a:ext>
                </a:extLst>
              </p14:cNvPr>
              <p14:cNvContentPartPr/>
              <p14:nvPr/>
            </p14:nvContentPartPr>
            <p14:xfrm>
              <a:off x="7421464" y="1200536"/>
              <a:ext cx="57240" cy="5220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2EC8A545-EDAC-4116-918E-B74DE40016B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403824" y="1182896"/>
                <a:ext cx="928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015BAE47-28CD-43FC-AFD0-487B7610A3C8}"/>
                  </a:ext>
                </a:extLst>
              </p14:cNvPr>
              <p14:cNvContentPartPr/>
              <p14:nvPr/>
            </p14:nvContentPartPr>
            <p14:xfrm>
              <a:off x="7619464" y="1009016"/>
              <a:ext cx="60120" cy="19116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015BAE47-28CD-43FC-AFD0-487B7610A3C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601464" y="991016"/>
                <a:ext cx="957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8A8F40FA-A3C2-405F-83F8-8C93D1EE4B75}"/>
                  </a:ext>
                </a:extLst>
              </p14:cNvPr>
              <p14:cNvContentPartPr/>
              <p14:nvPr/>
            </p14:nvContentPartPr>
            <p14:xfrm>
              <a:off x="7570144" y="1258856"/>
              <a:ext cx="213120" cy="3528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8A8F40FA-A3C2-405F-83F8-8C93D1EE4B7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552144" y="1240856"/>
                <a:ext cx="2487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46F144E7-D059-4389-817F-663B49C2E2D6}"/>
                  </a:ext>
                </a:extLst>
              </p14:cNvPr>
              <p14:cNvContentPartPr/>
              <p14:nvPr/>
            </p14:nvContentPartPr>
            <p14:xfrm>
              <a:off x="7629904" y="1454696"/>
              <a:ext cx="38880" cy="180720"/>
            </p14:xfrm>
          </p:contentPart>
        </mc:Choice>
        <mc:Fallback xmlns=""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46F144E7-D059-4389-817F-663B49C2E2D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612264" y="1436696"/>
                <a:ext cx="745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8E525B9C-AFE5-4C78-B9CB-B4C1F8430302}"/>
                  </a:ext>
                </a:extLst>
              </p14:cNvPr>
              <p14:cNvContentPartPr/>
              <p14:nvPr/>
            </p14:nvContentPartPr>
            <p14:xfrm>
              <a:off x="7685344" y="1439576"/>
              <a:ext cx="193320" cy="16884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8E525B9C-AFE5-4C78-B9CB-B4C1F843030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67344" y="1421936"/>
                <a:ext cx="2289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9C08D991-5A88-47A8-95D5-D636E24B5E0E}"/>
                  </a:ext>
                </a:extLst>
              </p14:cNvPr>
              <p14:cNvContentPartPr/>
              <p14:nvPr/>
            </p14:nvContentPartPr>
            <p14:xfrm>
              <a:off x="7996384" y="988136"/>
              <a:ext cx="218880" cy="30456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9C08D991-5A88-47A8-95D5-D636E24B5E0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978384" y="970496"/>
                <a:ext cx="25452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BEFB6BC4-CE34-463B-91D3-97C0422251B7}"/>
                  </a:ext>
                </a:extLst>
              </p14:cNvPr>
              <p14:cNvContentPartPr/>
              <p14:nvPr/>
            </p14:nvContentPartPr>
            <p14:xfrm>
              <a:off x="8277904" y="1111976"/>
              <a:ext cx="156960" cy="14400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BEFB6BC4-CE34-463B-91D3-97C0422251B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59904" y="1093976"/>
                <a:ext cx="1926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64F2E19C-8AAE-47B6-8E66-8F913B9268E0}"/>
                  </a:ext>
                </a:extLst>
              </p14:cNvPr>
              <p14:cNvContentPartPr/>
              <p14:nvPr/>
            </p14:nvContentPartPr>
            <p14:xfrm>
              <a:off x="8296264" y="1075256"/>
              <a:ext cx="143280" cy="215280"/>
            </p14:xfrm>
          </p:contentPart>
        </mc:Choice>
        <mc:Fallback xmlns=""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64F2E19C-8AAE-47B6-8E66-8F913B9268E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78264" y="1057616"/>
                <a:ext cx="1789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E28B11E9-8637-4C5B-AB11-08F134819C96}"/>
                  </a:ext>
                </a:extLst>
              </p14:cNvPr>
              <p14:cNvContentPartPr/>
              <p14:nvPr/>
            </p14:nvContentPartPr>
            <p14:xfrm>
              <a:off x="8565904" y="1042496"/>
              <a:ext cx="219960" cy="20628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E28B11E9-8637-4C5B-AB11-08F134819C9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547904" y="1024496"/>
                <a:ext cx="2556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6B07F077-1720-4B7E-980A-4882ED9F2687}"/>
                  </a:ext>
                </a:extLst>
              </p14:cNvPr>
              <p14:cNvContentPartPr/>
              <p14:nvPr/>
            </p14:nvContentPartPr>
            <p14:xfrm>
              <a:off x="5036464" y="1801376"/>
              <a:ext cx="360" cy="360"/>
            </p14:xfrm>
          </p:contentPart>
        </mc:Choice>
        <mc:Fallback xmlns=""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6B07F077-1720-4B7E-980A-4882ED9F268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18464" y="178373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25C1566C-4676-4EDF-959F-4F39153BC8D5}"/>
                  </a:ext>
                </a:extLst>
              </p14:cNvPr>
              <p14:cNvContentPartPr/>
              <p14:nvPr/>
            </p14:nvContentPartPr>
            <p14:xfrm>
              <a:off x="5031424" y="971936"/>
              <a:ext cx="802800" cy="934200"/>
            </p14:xfrm>
          </p:contentPart>
        </mc:Choice>
        <mc:Fallback xmlns=""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25C1566C-4676-4EDF-959F-4F39153BC8D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3784" y="953936"/>
                <a:ext cx="838440" cy="9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upo 99">
            <a:extLst>
              <a:ext uri="{FF2B5EF4-FFF2-40B4-BE49-F238E27FC236}">
                <a16:creationId xmlns:a16="http://schemas.microsoft.com/office/drawing/2014/main" id="{4DC5B25C-8D3A-4D26-8FDC-82AF9F0DA1F4}"/>
              </a:ext>
            </a:extLst>
          </p:cNvPr>
          <p:cNvGrpSpPr/>
          <p:nvPr/>
        </p:nvGrpSpPr>
        <p:grpSpPr>
          <a:xfrm>
            <a:off x="4939624" y="752336"/>
            <a:ext cx="1750320" cy="803520"/>
            <a:chOff x="4939624" y="752336"/>
            <a:chExt cx="1750320" cy="80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C60C5671-AFA4-4986-BC96-F619DCCAB76E}"/>
                    </a:ext>
                  </a:extLst>
                </p14:cNvPr>
                <p14:cNvContentPartPr/>
                <p14:nvPr/>
              </p14:nvContentPartPr>
              <p14:xfrm>
                <a:off x="4939624" y="922256"/>
                <a:ext cx="109800" cy="6336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C60C5671-AFA4-4986-BC96-F619DCCAB7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21624" y="904616"/>
                  <a:ext cx="14544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008B9CA-B110-4539-A220-E91CC29CFD7B}"/>
                    </a:ext>
                  </a:extLst>
                </p14:cNvPr>
                <p14:cNvContentPartPr/>
                <p14:nvPr/>
              </p14:nvContentPartPr>
              <p14:xfrm>
                <a:off x="4984984" y="752336"/>
                <a:ext cx="118440" cy="1112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008B9CA-B110-4539-A220-E91CC29CFD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67344" y="734336"/>
                  <a:ext cx="154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2FD9BC5-77CC-4E38-85AC-C3FFD6038269}"/>
                    </a:ext>
                  </a:extLst>
                </p14:cNvPr>
                <p14:cNvContentPartPr/>
                <p14:nvPr/>
              </p14:nvContentPartPr>
              <p14:xfrm>
                <a:off x="5212504" y="1130336"/>
                <a:ext cx="205200" cy="1965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2FD9BC5-77CC-4E38-85AC-C3FFD60382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94504" y="1112696"/>
                  <a:ext cx="240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12DABD85-7987-4F6C-B1F9-374DF9E7A7E3}"/>
                    </a:ext>
                  </a:extLst>
                </p14:cNvPr>
                <p14:cNvContentPartPr/>
                <p14:nvPr/>
              </p14:nvContentPartPr>
              <p14:xfrm>
                <a:off x="5303224" y="1100456"/>
                <a:ext cx="135720" cy="2055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12DABD85-7987-4F6C-B1F9-374DF9E7A7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85224" y="1082816"/>
                  <a:ext cx="171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2080EC46-2A75-4672-AD54-68013FD034EF}"/>
                    </a:ext>
                  </a:extLst>
                </p14:cNvPr>
                <p14:cNvContentPartPr/>
                <p14:nvPr/>
              </p14:nvContentPartPr>
              <p14:xfrm>
                <a:off x="5509144" y="1212776"/>
                <a:ext cx="81720" cy="4212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2080EC46-2A75-4672-AD54-68013FD034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91144" y="1194776"/>
                  <a:ext cx="117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56A00AF-F017-4C49-BF84-AAF7C047831C}"/>
                    </a:ext>
                  </a:extLst>
                </p14:cNvPr>
                <p14:cNvContentPartPr/>
                <p14:nvPr/>
              </p14:nvContentPartPr>
              <p14:xfrm>
                <a:off x="5716144" y="1088576"/>
                <a:ext cx="138240" cy="1915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56A00AF-F017-4C49-BF84-AAF7C047831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98504" y="1070576"/>
                  <a:ext cx="173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F6EF0D1-FAC1-4761-8E49-67DE6703418A}"/>
                    </a:ext>
                  </a:extLst>
                </p14:cNvPr>
                <p14:cNvContentPartPr/>
                <p14:nvPr/>
              </p14:nvContentPartPr>
              <p14:xfrm>
                <a:off x="5967424" y="1041776"/>
                <a:ext cx="197640" cy="2451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F6EF0D1-FAC1-4761-8E49-67DE6703418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49424" y="1024136"/>
                  <a:ext cx="233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8DF6ED0-E9C5-4E92-BDFC-DBC68A6E7DC6}"/>
                    </a:ext>
                  </a:extLst>
                </p14:cNvPr>
                <p14:cNvContentPartPr/>
                <p14:nvPr/>
              </p14:nvContentPartPr>
              <p14:xfrm>
                <a:off x="6235984" y="1127456"/>
                <a:ext cx="129960" cy="1191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8DF6ED0-E9C5-4E92-BDFC-DBC68A6E7D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18344" y="1109816"/>
                  <a:ext cx="1656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F1715BD8-3DDA-4A16-BD0D-A9D03335E114}"/>
                    </a:ext>
                  </a:extLst>
                </p14:cNvPr>
                <p14:cNvContentPartPr/>
                <p14:nvPr/>
              </p14:nvContentPartPr>
              <p14:xfrm>
                <a:off x="6285304" y="1072736"/>
                <a:ext cx="100800" cy="1558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F1715BD8-3DDA-4A16-BD0D-A9D03335E1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67664" y="1055096"/>
                  <a:ext cx="136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E6732C6C-20F9-4EFF-90DE-04A91E9F3BD5}"/>
                    </a:ext>
                  </a:extLst>
                </p14:cNvPr>
                <p14:cNvContentPartPr/>
                <p14:nvPr/>
              </p14:nvContentPartPr>
              <p14:xfrm>
                <a:off x="6616144" y="1084976"/>
                <a:ext cx="11880" cy="1850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E6732C6C-20F9-4EFF-90DE-04A91E9F3BD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98144" y="1066976"/>
                  <a:ext cx="47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A997588E-D415-4FFD-973C-43452999A9F5}"/>
                    </a:ext>
                  </a:extLst>
                </p14:cNvPr>
                <p14:cNvContentPartPr/>
                <p14:nvPr/>
              </p14:nvContentPartPr>
              <p14:xfrm>
                <a:off x="6530104" y="1155536"/>
                <a:ext cx="159840" cy="342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A997588E-D415-4FFD-973C-43452999A9F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12104" y="1137536"/>
                  <a:ext cx="195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05665DFC-B7E0-454D-97CD-A5310E706EC6}"/>
                    </a:ext>
                  </a:extLst>
                </p14:cNvPr>
                <p14:cNvContentPartPr/>
                <p14:nvPr/>
              </p14:nvContentPartPr>
              <p14:xfrm>
                <a:off x="5752864" y="911096"/>
                <a:ext cx="112320" cy="12744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05665DFC-B7E0-454D-97CD-A5310E706E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34864" y="893096"/>
                  <a:ext cx="14796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91A73FFC-32CE-4082-914D-3ADEBA54F71C}"/>
              </a:ext>
            </a:extLst>
          </p:cNvPr>
          <p:cNvGrpSpPr/>
          <p:nvPr/>
        </p:nvGrpSpPr>
        <p:grpSpPr>
          <a:xfrm>
            <a:off x="9023104" y="651176"/>
            <a:ext cx="1047240" cy="1105200"/>
            <a:chOff x="9023104" y="651176"/>
            <a:chExt cx="1047240" cy="11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73D24EA6-91D6-46AC-99AB-285738581F46}"/>
                    </a:ext>
                  </a:extLst>
                </p14:cNvPr>
                <p14:cNvContentPartPr/>
                <p14:nvPr/>
              </p14:nvContentPartPr>
              <p14:xfrm>
                <a:off x="9023104" y="1612016"/>
                <a:ext cx="31320" cy="1443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73D24EA6-91D6-46AC-99AB-285738581F4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05104" y="1594016"/>
                  <a:ext cx="66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93B447FD-1974-4980-9C3F-25AA7417CFF5}"/>
                    </a:ext>
                  </a:extLst>
                </p14:cNvPr>
                <p14:cNvContentPartPr/>
                <p14:nvPr/>
              </p14:nvContentPartPr>
              <p14:xfrm>
                <a:off x="9114904" y="1636136"/>
                <a:ext cx="90360" cy="1170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93B447FD-1974-4980-9C3F-25AA7417CF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97264" y="1618496"/>
                  <a:ext cx="126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0ADD83D-6B22-47C1-B352-A2EAB2CE25B3}"/>
                    </a:ext>
                  </a:extLst>
                </p14:cNvPr>
                <p14:cNvContentPartPr/>
                <p14:nvPr/>
              </p14:nvContentPartPr>
              <p14:xfrm>
                <a:off x="9047584" y="810296"/>
                <a:ext cx="148320" cy="68400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0ADD83D-6B22-47C1-B352-A2EAB2CE25B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29584" y="792296"/>
                  <a:ext cx="18396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9544639-8806-4E30-86C3-24EB7F2990CF}"/>
                    </a:ext>
                  </a:extLst>
                </p14:cNvPr>
                <p14:cNvContentPartPr/>
                <p14:nvPr/>
              </p14:nvContentPartPr>
              <p14:xfrm>
                <a:off x="9037504" y="651176"/>
                <a:ext cx="75600" cy="14364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9544639-8806-4E30-86C3-24EB7F2990C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19864" y="633176"/>
                  <a:ext cx="111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3B19C967-0A97-4175-9A08-4F0735B517A5}"/>
                    </a:ext>
                  </a:extLst>
                </p14:cNvPr>
                <p14:cNvContentPartPr/>
                <p14:nvPr/>
              </p14:nvContentPartPr>
              <p14:xfrm>
                <a:off x="9114904" y="714896"/>
                <a:ext cx="110160" cy="8064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3B19C967-0A97-4175-9A08-4F0735B517A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97264" y="696896"/>
                  <a:ext cx="145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30A75F29-664A-47D7-943A-B6889BF7C369}"/>
                    </a:ext>
                  </a:extLst>
                </p14:cNvPr>
                <p14:cNvContentPartPr/>
                <p14:nvPr/>
              </p14:nvContentPartPr>
              <p14:xfrm>
                <a:off x="9441784" y="1088576"/>
                <a:ext cx="110880" cy="1490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30A75F29-664A-47D7-943A-B6889BF7C3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24144" y="1070576"/>
                  <a:ext cx="146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4825B58F-2D23-498D-B831-A0994FE87AFB}"/>
                    </a:ext>
                  </a:extLst>
                </p14:cNvPr>
                <p14:cNvContentPartPr/>
                <p14:nvPr/>
              </p14:nvContentPartPr>
              <p14:xfrm>
                <a:off x="9563104" y="1069136"/>
                <a:ext cx="101160" cy="15912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4825B58F-2D23-498D-B831-A0994FE87AF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45464" y="1051496"/>
                  <a:ext cx="136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32C99773-7844-4A30-9160-D832332DAF41}"/>
                    </a:ext>
                  </a:extLst>
                </p14:cNvPr>
                <p14:cNvContentPartPr/>
                <p14:nvPr/>
              </p14:nvContentPartPr>
              <p14:xfrm>
                <a:off x="9756064" y="1122416"/>
                <a:ext cx="43920" cy="4320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32C99773-7844-4A30-9160-D832332DAF4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38064" y="1104416"/>
                  <a:ext cx="79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61CC615B-F676-4920-9CA0-6461A56D7C7E}"/>
                    </a:ext>
                  </a:extLst>
                </p14:cNvPr>
                <p14:cNvContentPartPr/>
                <p14:nvPr/>
              </p14:nvContentPartPr>
              <p14:xfrm>
                <a:off x="9906184" y="1103336"/>
                <a:ext cx="164160" cy="12492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61CC615B-F676-4920-9CA0-6461A56D7C7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88544" y="1085336"/>
                  <a:ext cx="199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E0BF404B-C683-4170-826D-43FF815D2859}"/>
                    </a:ext>
                  </a:extLst>
                </p14:cNvPr>
                <p14:cNvContentPartPr/>
                <p14:nvPr/>
              </p14:nvContentPartPr>
              <p14:xfrm>
                <a:off x="9314704" y="885896"/>
                <a:ext cx="636840" cy="85680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E0BF404B-C683-4170-826D-43FF815D285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96704" y="867896"/>
                  <a:ext cx="67248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B0B9C2A-8876-4E0F-8177-5F23EF725A71}"/>
                    </a:ext>
                  </a:extLst>
                </p14:cNvPr>
                <p14:cNvContentPartPr/>
                <p14:nvPr/>
              </p14:nvContentPartPr>
              <p14:xfrm>
                <a:off x="9870904" y="849536"/>
                <a:ext cx="112320" cy="8100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B0B9C2A-8876-4E0F-8177-5F23EF725A7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52904" y="831896"/>
                  <a:ext cx="14796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E37A3396-367F-4D5F-83FD-08B33DC95F97}"/>
              </a:ext>
            </a:extLst>
          </p:cNvPr>
          <p:cNvGrpSpPr/>
          <p:nvPr/>
        </p:nvGrpSpPr>
        <p:grpSpPr>
          <a:xfrm>
            <a:off x="4579984" y="2139056"/>
            <a:ext cx="1025280" cy="1188000"/>
            <a:chOff x="4579984" y="2139056"/>
            <a:chExt cx="1025280" cy="11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95D8108-C8B2-4C42-9B84-848639D4713F}"/>
                    </a:ext>
                  </a:extLst>
                </p14:cNvPr>
                <p14:cNvContentPartPr/>
                <p14:nvPr/>
              </p14:nvContentPartPr>
              <p14:xfrm>
                <a:off x="4579984" y="2381336"/>
                <a:ext cx="101880" cy="1764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95D8108-C8B2-4C42-9B84-848639D471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62344" y="2363696"/>
                  <a:ext cx="137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03254188-4623-4E17-8F1A-2D2CA27CDF9E}"/>
                    </a:ext>
                  </a:extLst>
                </p14:cNvPr>
                <p14:cNvContentPartPr/>
                <p14:nvPr/>
              </p14:nvContentPartPr>
              <p14:xfrm>
                <a:off x="4605184" y="2469176"/>
                <a:ext cx="68040" cy="39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03254188-4623-4E17-8F1A-2D2CA27CDF9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87544" y="2451536"/>
                  <a:ext cx="103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CC6DEE9-AA78-43BD-AC61-A91FEA321A4F}"/>
                    </a:ext>
                  </a:extLst>
                </p14:cNvPr>
                <p14:cNvContentPartPr/>
                <p14:nvPr/>
              </p14:nvContentPartPr>
              <p14:xfrm>
                <a:off x="4879864" y="2366216"/>
                <a:ext cx="149400" cy="6638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CC6DEE9-AA78-43BD-AC61-A91FEA321A4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1864" y="2348576"/>
                  <a:ext cx="18504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0795DC0F-2E58-48ED-9B11-45137EE8FEA7}"/>
                    </a:ext>
                  </a:extLst>
                </p14:cNvPr>
                <p14:cNvContentPartPr/>
                <p14:nvPr/>
              </p14:nvContentPartPr>
              <p14:xfrm>
                <a:off x="4844944" y="3090176"/>
                <a:ext cx="111960" cy="23688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0795DC0F-2E58-48ED-9B11-45137EE8FE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26944" y="3072536"/>
                  <a:ext cx="1476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A2A4805-C5A6-4895-892C-267810D2B1B7}"/>
                    </a:ext>
                  </a:extLst>
                </p14:cNvPr>
                <p14:cNvContentPartPr/>
                <p14:nvPr/>
              </p14:nvContentPartPr>
              <p14:xfrm>
                <a:off x="4928104" y="2139056"/>
                <a:ext cx="51480" cy="11088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A2A4805-C5A6-4895-892C-267810D2B1B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10464" y="2121056"/>
                  <a:ext cx="87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5C14BD3-500D-48E0-9732-0A79EF97C1F4}"/>
                    </a:ext>
                  </a:extLst>
                </p14:cNvPr>
                <p14:cNvContentPartPr/>
                <p14:nvPr/>
              </p14:nvContentPartPr>
              <p14:xfrm>
                <a:off x="5045104" y="2147696"/>
                <a:ext cx="122760" cy="1126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5C14BD3-500D-48E0-9732-0A79EF97C1F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27104" y="2129696"/>
                  <a:ext cx="158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BF01AFB1-1247-4A2E-BE83-FACE60317A77}"/>
                    </a:ext>
                  </a:extLst>
                </p14:cNvPr>
                <p14:cNvContentPartPr/>
                <p14:nvPr/>
              </p14:nvContentPartPr>
              <p14:xfrm>
                <a:off x="5273344" y="2555576"/>
                <a:ext cx="201600" cy="20556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BF01AFB1-1247-4A2E-BE83-FACE60317A7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55344" y="2537576"/>
                  <a:ext cx="237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01AA0985-CF52-43AA-9116-57D043712243}"/>
                    </a:ext>
                  </a:extLst>
                </p14:cNvPr>
                <p14:cNvContentPartPr/>
                <p14:nvPr/>
              </p14:nvContentPartPr>
              <p14:xfrm>
                <a:off x="5318704" y="2519936"/>
                <a:ext cx="90360" cy="19332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01AA0985-CF52-43AA-9116-57D043712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00704" y="2501936"/>
                  <a:ext cx="126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5ED7BCCE-F6D9-490E-A575-DC266520C970}"/>
                    </a:ext>
                  </a:extLst>
                </p14:cNvPr>
                <p14:cNvContentPartPr/>
                <p14:nvPr/>
              </p14:nvContentPartPr>
              <p14:xfrm>
                <a:off x="5563864" y="2662496"/>
                <a:ext cx="41400" cy="2556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5ED7BCCE-F6D9-490E-A575-DC266520C97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46224" y="2644496"/>
                  <a:ext cx="770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7A128ED5-FF36-47B5-9FDE-91971ECC28DD}"/>
              </a:ext>
            </a:extLst>
          </p:cNvPr>
          <p:cNvGrpSpPr/>
          <p:nvPr/>
        </p:nvGrpSpPr>
        <p:grpSpPr>
          <a:xfrm>
            <a:off x="5740264" y="2451896"/>
            <a:ext cx="295200" cy="257760"/>
            <a:chOff x="5740264" y="2451896"/>
            <a:chExt cx="29520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89791F6-BB39-406A-8B3F-A197505AA15E}"/>
                    </a:ext>
                  </a:extLst>
                </p14:cNvPr>
                <p14:cNvContentPartPr/>
                <p14:nvPr/>
              </p14:nvContentPartPr>
              <p14:xfrm>
                <a:off x="5856184" y="2451896"/>
                <a:ext cx="6120" cy="21780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89791F6-BB39-406A-8B3F-A197505AA15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38184" y="2434256"/>
                  <a:ext cx="41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879A65B7-4709-4FEB-8B1F-914CC02EA034}"/>
                    </a:ext>
                  </a:extLst>
                </p14:cNvPr>
                <p14:cNvContentPartPr/>
                <p14:nvPr/>
              </p14:nvContentPartPr>
              <p14:xfrm>
                <a:off x="5740264" y="2701376"/>
                <a:ext cx="295200" cy="828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879A65B7-4709-4FEB-8B1F-914CC02EA03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22264" y="2683736"/>
                  <a:ext cx="3308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648643F4-74DB-4143-B11C-3CBE481CFA6B}"/>
              </a:ext>
            </a:extLst>
          </p:cNvPr>
          <p:cNvGrpSpPr/>
          <p:nvPr/>
        </p:nvGrpSpPr>
        <p:grpSpPr>
          <a:xfrm>
            <a:off x="5771224" y="2836376"/>
            <a:ext cx="240480" cy="225360"/>
            <a:chOff x="5771224" y="2836376"/>
            <a:chExt cx="24048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3F8F9622-D53A-4F3E-B500-B36647B1A2D7}"/>
                    </a:ext>
                  </a:extLst>
                </p14:cNvPr>
                <p14:cNvContentPartPr/>
                <p14:nvPr/>
              </p14:nvContentPartPr>
              <p14:xfrm>
                <a:off x="5771224" y="2851136"/>
                <a:ext cx="41760" cy="21060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3F8F9622-D53A-4F3E-B500-B36647B1A2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53224" y="2833136"/>
                  <a:ext cx="774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9326356F-D644-4510-988F-61A8360F2B68}"/>
                    </a:ext>
                  </a:extLst>
                </p14:cNvPr>
                <p14:cNvContentPartPr/>
                <p14:nvPr/>
              </p14:nvContentPartPr>
              <p14:xfrm>
                <a:off x="5887144" y="2836376"/>
                <a:ext cx="124560" cy="14292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9326356F-D644-4510-988F-61A8360F2B6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69144" y="2818376"/>
                  <a:ext cx="16020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9E25E7B2-A9CF-479D-994E-E43C1EEA5A04}"/>
              </a:ext>
            </a:extLst>
          </p:cNvPr>
          <p:cNvGrpSpPr/>
          <p:nvPr/>
        </p:nvGrpSpPr>
        <p:grpSpPr>
          <a:xfrm>
            <a:off x="6250384" y="2365856"/>
            <a:ext cx="772920" cy="310680"/>
            <a:chOff x="6250384" y="2365856"/>
            <a:chExt cx="77292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EB72C1EA-23BA-4188-9F70-34B41864D75B}"/>
                    </a:ext>
                  </a:extLst>
                </p14:cNvPr>
                <p14:cNvContentPartPr/>
                <p14:nvPr/>
              </p14:nvContentPartPr>
              <p14:xfrm>
                <a:off x="6250384" y="2365856"/>
                <a:ext cx="243000" cy="31068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EB72C1EA-23BA-4188-9F70-34B41864D75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32744" y="2347856"/>
                  <a:ext cx="278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BA743FDB-68C3-42E4-9646-E93971F33310}"/>
                    </a:ext>
                  </a:extLst>
                </p14:cNvPr>
                <p14:cNvContentPartPr/>
                <p14:nvPr/>
              </p14:nvContentPartPr>
              <p14:xfrm>
                <a:off x="6661504" y="2411936"/>
                <a:ext cx="92160" cy="18216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BA743FDB-68C3-42E4-9646-E93971F3331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43504" y="2394296"/>
                  <a:ext cx="127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4D18DEE4-D5E4-4102-B21B-48CF7F6AC306}"/>
                    </a:ext>
                  </a:extLst>
                </p14:cNvPr>
                <p14:cNvContentPartPr/>
                <p14:nvPr/>
              </p14:nvContentPartPr>
              <p14:xfrm>
                <a:off x="6590944" y="2390336"/>
                <a:ext cx="154080" cy="2005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4D18DEE4-D5E4-4102-B21B-48CF7F6AC3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72944" y="2372336"/>
                  <a:ext cx="189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2E5A39F-2E50-4C4D-B968-2F6F52441E9C}"/>
                    </a:ext>
                  </a:extLst>
                </p14:cNvPr>
                <p14:cNvContentPartPr/>
                <p14:nvPr/>
              </p14:nvContentPartPr>
              <p14:xfrm>
                <a:off x="6912784" y="2431016"/>
                <a:ext cx="110520" cy="10980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2E5A39F-2E50-4C4D-B968-2F6F52441E9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94784" y="2413376"/>
                  <a:ext cx="1461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F527F3F3-BDC2-4D83-A4EE-5B4FDBBCD226}"/>
              </a:ext>
            </a:extLst>
          </p:cNvPr>
          <p:cNvGrpSpPr/>
          <p:nvPr/>
        </p:nvGrpSpPr>
        <p:grpSpPr>
          <a:xfrm>
            <a:off x="7307344" y="2198456"/>
            <a:ext cx="291600" cy="635760"/>
            <a:chOff x="7307344" y="2198456"/>
            <a:chExt cx="29160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1C8E723-0336-4C31-804D-BF4A4E2335CD}"/>
                    </a:ext>
                  </a:extLst>
                </p14:cNvPr>
                <p14:cNvContentPartPr/>
                <p14:nvPr/>
              </p14:nvContentPartPr>
              <p14:xfrm>
                <a:off x="7394104" y="2198456"/>
                <a:ext cx="20880" cy="22752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1C8E723-0336-4C31-804D-BF4A4E2335C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76464" y="2180816"/>
                  <a:ext cx="56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C2487A84-6FFF-4F3E-87E2-E0A121814DED}"/>
                    </a:ext>
                  </a:extLst>
                </p14:cNvPr>
                <p14:cNvContentPartPr/>
                <p14:nvPr/>
              </p14:nvContentPartPr>
              <p14:xfrm>
                <a:off x="7307344" y="2463416"/>
                <a:ext cx="226440" cy="2052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C2487A84-6FFF-4F3E-87E2-E0A121814DE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89344" y="2445416"/>
                  <a:ext cx="262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B840B122-B773-4F69-A09E-A8FD115B77D6}"/>
                    </a:ext>
                  </a:extLst>
                </p14:cNvPr>
                <p14:cNvContentPartPr/>
                <p14:nvPr/>
              </p14:nvContentPartPr>
              <p14:xfrm>
                <a:off x="7349824" y="2577896"/>
                <a:ext cx="66240" cy="25632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B840B122-B773-4F69-A09E-A8FD115B77D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31824" y="2560256"/>
                  <a:ext cx="101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CCA259A3-D8EE-49EF-83F7-648CA289CAAD}"/>
                    </a:ext>
                  </a:extLst>
                </p14:cNvPr>
                <p14:cNvContentPartPr/>
                <p14:nvPr/>
              </p14:nvContentPartPr>
              <p14:xfrm>
                <a:off x="7476544" y="2591216"/>
                <a:ext cx="122400" cy="17064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CCA259A3-D8EE-49EF-83F7-648CA289CA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58904" y="2573216"/>
                  <a:ext cx="1580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03C9E19A-308B-4A36-9FB1-AB2CA7CA4EB3}"/>
              </a:ext>
            </a:extLst>
          </p:cNvPr>
          <p:cNvGrpSpPr/>
          <p:nvPr/>
        </p:nvGrpSpPr>
        <p:grpSpPr>
          <a:xfrm>
            <a:off x="7818904" y="2220776"/>
            <a:ext cx="136800" cy="886320"/>
            <a:chOff x="7818904" y="2220776"/>
            <a:chExt cx="136800" cy="88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EBD80A6B-47BF-46E9-8D82-46F0A25EFA28}"/>
                    </a:ext>
                  </a:extLst>
                </p14:cNvPr>
                <p14:cNvContentPartPr/>
                <p14:nvPr/>
              </p14:nvContentPartPr>
              <p14:xfrm>
                <a:off x="7857424" y="2220776"/>
                <a:ext cx="98280" cy="61848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EBD80A6B-47BF-46E9-8D82-46F0A25EFA2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39784" y="2202776"/>
                  <a:ext cx="13392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38EF9FDA-0A3F-48D4-9B07-587AF7274529}"/>
                    </a:ext>
                  </a:extLst>
                </p14:cNvPr>
                <p14:cNvContentPartPr/>
                <p14:nvPr/>
              </p14:nvContentPartPr>
              <p14:xfrm>
                <a:off x="7818904" y="2854376"/>
                <a:ext cx="86040" cy="25272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38EF9FDA-0A3F-48D4-9B07-587AF72745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01264" y="2836736"/>
                  <a:ext cx="12168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B6D7BDFA-BFAA-4B53-A698-D3F437D2C7F7}"/>
              </a:ext>
            </a:extLst>
          </p:cNvPr>
          <p:cNvGrpSpPr/>
          <p:nvPr/>
        </p:nvGrpSpPr>
        <p:grpSpPr>
          <a:xfrm>
            <a:off x="7818544" y="1830176"/>
            <a:ext cx="242640" cy="197640"/>
            <a:chOff x="7818544" y="1830176"/>
            <a:chExt cx="24264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3CF6804A-30AD-475A-8371-F299B4D1E1CF}"/>
                    </a:ext>
                  </a:extLst>
                </p14:cNvPr>
                <p14:cNvContentPartPr/>
                <p14:nvPr/>
              </p14:nvContentPartPr>
              <p14:xfrm>
                <a:off x="7818544" y="1830176"/>
                <a:ext cx="36000" cy="14220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3CF6804A-30AD-475A-8371-F299B4D1E1C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00904" y="1812536"/>
                  <a:ext cx="71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1EB3C53-8EC8-4E59-A75F-F3FF6271B542}"/>
                    </a:ext>
                  </a:extLst>
                </p14:cNvPr>
                <p14:cNvContentPartPr/>
                <p14:nvPr/>
              </p14:nvContentPartPr>
              <p14:xfrm>
                <a:off x="7934824" y="1876616"/>
                <a:ext cx="126360" cy="15120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1EB3C53-8EC8-4E59-A75F-F3FF6271B5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17184" y="1858976"/>
                  <a:ext cx="1620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5933AB73-B4B4-4E0B-9552-4A705CF9DC8C}"/>
              </a:ext>
            </a:extLst>
          </p:cNvPr>
          <p:cNvGrpSpPr/>
          <p:nvPr/>
        </p:nvGrpSpPr>
        <p:grpSpPr>
          <a:xfrm>
            <a:off x="8234344" y="2252816"/>
            <a:ext cx="679680" cy="291600"/>
            <a:chOff x="8234344" y="2252816"/>
            <a:chExt cx="67968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C277619D-1F0E-43C1-9091-C3D2D9032992}"/>
                    </a:ext>
                  </a:extLst>
                </p14:cNvPr>
                <p14:cNvContentPartPr/>
                <p14:nvPr/>
              </p14:nvContentPartPr>
              <p14:xfrm>
                <a:off x="8234344" y="2346776"/>
                <a:ext cx="120240" cy="19764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C277619D-1F0E-43C1-9091-C3D2D903299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16344" y="2328776"/>
                  <a:ext cx="155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DB20BFE4-8E20-4639-AC91-D3D7E0615000}"/>
                    </a:ext>
                  </a:extLst>
                </p14:cNvPr>
                <p14:cNvContentPartPr/>
                <p14:nvPr/>
              </p14:nvContentPartPr>
              <p14:xfrm>
                <a:off x="8263144" y="2329496"/>
                <a:ext cx="129960" cy="19440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DB20BFE4-8E20-4639-AC91-D3D7E061500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45504" y="2311496"/>
                  <a:ext cx="165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DFBE7323-FCF5-4470-87D0-27F362DBB0A6}"/>
                    </a:ext>
                  </a:extLst>
                </p14:cNvPr>
                <p14:cNvContentPartPr/>
                <p14:nvPr/>
              </p14:nvContentPartPr>
              <p14:xfrm>
                <a:off x="8510464" y="2252816"/>
                <a:ext cx="183600" cy="27036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DFBE7323-FCF5-4470-87D0-27F362DBB0A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92464" y="2235176"/>
                  <a:ext cx="219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2430F427-67AD-4B00-B93B-745CE1360707}"/>
                    </a:ext>
                  </a:extLst>
                </p14:cNvPr>
                <p14:cNvContentPartPr/>
                <p14:nvPr/>
              </p14:nvContentPartPr>
              <p14:xfrm>
                <a:off x="8785144" y="2386736"/>
                <a:ext cx="128880" cy="14544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2430F427-67AD-4B00-B93B-745CE136070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67504" y="2368736"/>
                  <a:ext cx="16452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76842CCB-FA08-4CED-99A5-04474511485E}"/>
              </a:ext>
            </a:extLst>
          </p:cNvPr>
          <p:cNvGrpSpPr/>
          <p:nvPr/>
        </p:nvGrpSpPr>
        <p:grpSpPr>
          <a:xfrm>
            <a:off x="9323704" y="2292776"/>
            <a:ext cx="132840" cy="97920"/>
            <a:chOff x="9323704" y="2292776"/>
            <a:chExt cx="13284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3FF7C711-C476-4A40-89CC-53FB873C5B26}"/>
                    </a:ext>
                  </a:extLst>
                </p14:cNvPr>
                <p14:cNvContentPartPr/>
                <p14:nvPr/>
              </p14:nvContentPartPr>
              <p14:xfrm>
                <a:off x="9323704" y="2292776"/>
                <a:ext cx="78840" cy="1872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3FF7C711-C476-4A40-89CC-53FB873C5B2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306064" y="2275136"/>
                  <a:ext cx="114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848265EA-15C4-4DE0-8773-01FBEC55A451}"/>
                    </a:ext>
                  </a:extLst>
                </p14:cNvPr>
                <p14:cNvContentPartPr/>
                <p14:nvPr/>
              </p14:nvContentPartPr>
              <p14:xfrm>
                <a:off x="9330544" y="2375576"/>
                <a:ext cx="126000" cy="1512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848265EA-15C4-4DE0-8773-01FBEC55A45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312544" y="2357576"/>
                  <a:ext cx="16164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455902AD-0399-490E-B157-08F33DC7B57C}"/>
              </a:ext>
            </a:extLst>
          </p:cNvPr>
          <p:cNvGrpSpPr/>
          <p:nvPr/>
        </p:nvGrpSpPr>
        <p:grpSpPr>
          <a:xfrm>
            <a:off x="9666784" y="2018096"/>
            <a:ext cx="742680" cy="776160"/>
            <a:chOff x="9666784" y="2018096"/>
            <a:chExt cx="74268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CC1B08A-59AD-4F98-8431-29F1AC819E8C}"/>
                    </a:ext>
                  </a:extLst>
                </p14:cNvPr>
                <p14:cNvContentPartPr/>
                <p14:nvPr/>
              </p14:nvContentPartPr>
              <p14:xfrm>
                <a:off x="9753184" y="2141576"/>
                <a:ext cx="20520" cy="18036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CC1B08A-59AD-4F98-8431-29F1AC819E8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35184" y="2123576"/>
                  <a:ext cx="56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64330BE3-0117-4EF1-AD6F-2B878073E97A}"/>
                    </a:ext>
                  </a:extLst>
                </p14:cNvPr>
                <p14:cNvContentPartPr/>
                <p14:nvPr/>
              </p14:nvContentPartPr>
              <p14:xfrm>
                <a:off x="9666784" y="2380616"/>
                <a:ext cx="220680" cy="2628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64330BE3-0117-4EF1-AD6F-2B878073E97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49144" y="2362976"/>
                  <a:ext cx="256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CCF5200B-9052-458D-A0F9-3131A814F8CF}"/>
                    </a:ext>
                  </a:extLst>
                </p14:cNvPr>
                <p14:cNvContentPartPr/>
                <p14:nvPr/>
              </p14:nvContentPartPr>
              <p14:xfrm>
                <a:off x="9702784" y="2537216"/>
                <a:ext cx="212040" cy="22896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CCF5200B-9052-458D-A0F9-3131A814F8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84784" y="2519216"/>
                  <a:ext cx="2476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E7705707-3C51-4600-953D-F49BC4FCA6F9}"/>
                    </a:ext>
                  </a:extLst>
                </p14:cNvPr>
                <p14:cNvContentPartPr/>
                <p14:nvPr/>
              </p14:nvContentPartPr>
              <p14:xfrm>
                <a:off x="10145584" y="2142296"/>
                <a:ext cx="89280" cy="16020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E7705707-3C51-4600-953D-F49BC4FCA6F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27584" y="2124656"/>
                  <a:ext cx="12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427BFEA9-E1CF-4799-994D-74B792FD5F2F}"/>
                    </a:ext>
                  </a:extLst>
                </p14:cNvPr>
                <p14:cNvContentPartPr/>
                <p14:nvPr/>
              </p14:nvContentPartPr>
              <p14:xfrm>
                <a:off x="10067104" y="2141576"/>
                <a:ext cx="146160" cy="18108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427BFEA9-E1CF-4799-994D-74B792FD5F2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49464" y="2123576"/>
                  <a:ext cx="181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2ED78B06-9D41-4C76-A0E7-63D98158D638}"/>
                    </a:ext>
                  </a:extLst>
                </p14:cNvPr>
                <p14:cNvContentPartPr/>
                <p14:nvPr/>
              </p14:nvContentPartPr>
              <p14:xfrm>
                <a:off x="10287424" y="2018096"/>
                <a:ext cx="100080" cy="16128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2ED78B06-9D41-4C76-A0E7-63D98158D63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69784" y="2000096"/>
                  <a:ext cx="135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96AFA6FE-1D2D-4BA9-A827-0B3F50B88B9A}"/>
                    </a:ext>
                  </a:extLst>
                </p14:cNvPr>
                <p14:cNvContentPartPr/>
                <p14:nvPr/>
              </p14:nvContentPartPr>
              <p14:xfrm>
                <a:off x="10146304" y="2416256"/>
                <a:ext cx="263160" cy="3600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96AFA6FE-1D2D-4BA9-A827-0B3F50B88B9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28664" y="2398616"/>
                  <a:ext cx="298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C614A884-B69F-4D71-A5DA-D9500781CCAD}"/>
                    </a:ext>
                  </a:extLst>
                </p14:cNvPr>
                <p14:cNvContentPartPr/>
                <p14:nvPr/>
              </p14:nvContentPartPr>
              <p14:xfrm>
                <a:off x="10164664" y="2587616"/>
                <a:ext cx="166680" cy="2066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C614A884-B69F-4D71-A5DA-D9500781CCA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47024" y="2569616"/>
                  <a:ext cx="20232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1C4CAD0A-20D7-450A-B4D2-C3D8B186B586}"/>
                  </a:ext>
                </a:extLst>
              </p14:cNvPr>
              <p14:cNvContentPartPr/>
              <p14:nvPr/>
            </p14:nvContentPartPr>
            <p14:xfrm>
              <a:off x="10780624" y="2081816"/>
              <a:ext cx="21600" cy="478440"/>
            </p14:xfrm>
          </p:contentPart>
        </mc:Choice>
        <mc:Fallback xmlns=""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1C4CAD0A-20D7-450A-B4D2-C3D8B186B58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762624" y="2063816"/>
                <a:ext cx="5724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8E86D1FC-87AF-47CE-A42F-49454C3AF06D}"/>
                  </a:ext>
                </a:extLst>
              </p14:cNvPr>
              <p14:cNvContentPartPr/>
              <p14:nvPr/>
            </p14:nvContentPartPr>
            <p14:xfrm>
              <a:off x="10702144" y="2778056"/>
              <a:ext cx="112320" cy="182880"/>
            </p14:xfrm>
          </p:contentPart>
        </mc:Choice>
        <mc:Fallback xmlns=""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8E86D1FC-87AF-47CE-A42F-49454C3AF06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684504" y="2760056"/>
                <a:ext cx="14796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upo 197">
            <a:extLst>
              <a:ext uri="{FF2B5EF4-FFF2-40B4-BE49-F238E27FC236}">
                <a16:creationId xmlns:a16="http://schemas.microsoft.com/office/drawing/2014/main" id="{2E41D392-7B84-433F-8E41-F275B88AB88E}"/>
              </a:ext>
            </a:extLst>
          </p:cNvPr>
          <p:cNvGrpSpPr/>
          <p:nvPr/>
        </p:nvGrpSpPr>
        <p:grpSpPr>
          <a:xfrm>
            <a:off x="10849384" y="1744856"/>
            <a:ext cx="231120" cy="181440"/>
            <a:chOff x="10849384" y="1744856"/>
            <a:chExt cx="2311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9A6B65EF-F67B-4731-B917-F46C38A31242}"/>
                    </a:ext>
                  </a:extLst>
                </p14:cNvPr>
                <p14:cNvContentPartPr/>
                <p14:nvPr/>
              </p14:nvContentPartPr>
              <p14:xfrm>
                <a:off x="10849384" y="1744856"/>
                <a:ext cx="7920" cy="16704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9A6B65EF-F67B-4731-B917-F46C38A312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31384" y="1727216"/>
                  <a:ext cx="43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339AA04B-090D-40A8-9916-571057462E10}"/>
                    </a:ext>
                  </a:extLst>
                </p14:cNvPr>
                <p14:cNvContentPartPr/>
                <p14:nvPr/>
              </p14:nvContentPartPr>
              <p14:xfrm>
                <a:off x="10929304" y="1799576"/>
                <a:ext cx="151200" cy="12672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339AA04B-090D-40A8-9916-571057462E1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11664" y="1781936"/>
                  <a:ext cx="1868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13A1EFCD-73AD-4B68-96E3-E3EEE3E95DD8}"/>
              </a:ext>
            </a:extLst>
          </p:cNvPr>
          <p:cNvGrpSpPr/>
          <p:nvPr/>
        </p:nvGrpSpPr>
        <p:grpSpPr>
          <a:xfrm>
            <a:off x="4627504" y="3789296"/>
            <a:ext cx="177480" cy="156960"/>
            <a:chOff x="4627504" y="3789296"/>
            <a:chExt cx="17748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86B660DA-CBC9-461B-B13A-3A72E04252B9}"/>
                    </a:ext>
                  </a:extLst>
                </p14:cNvPr>
                <p14:cNvContentPartPr/>
                <p14:nvPr/>
              </p14:nvContentPartPr>
              <p14:xfrm>
                <a:off x="4627504" y="3789296"/>
                <a:ext cx="173520" cy="1764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86B660DA-CBC9-461B-B13A-3A72E04252B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09504" y="3771656"/>
                  <a:ext cx="209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7C6F630E-6FC7-4B60-A81D-2DBF18289447}"/>
                    </a:ext>
                  </a:extLst>
                </p14:cNvPr>
                <p14:cNvContentPartPr/>
                <p14:nvPr/>
              </p14:nvContentPartPr>
              <p14:xfrm>
                <a:off x="4644064" y="3889376"/>
                <a:ext cx="160920" cy="5688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7C6F630E-6FC7-4B60-A81D-2DBF1828944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26064" y="3871376"/>
                  <a:ext cx="19656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FACA0F25-F0ED-4BD2-8920-915BF5089918}"/>
              </a:ext>
            </a:extLst>
          </p:cNvPr>
          <p:cNvGrpSpPr/>
          <p:nvPr/>
        </p:nvGrpSpPr>
        <p:grpSpPr>
          <a:xfrm>
            <a:off x="5037184" y="3346496"/>
            <a:ext cx="3012120" cy="1057320"/>
            <a:chOff x="5037184" y="3346496"/>
            <a:chExt cx="3012120" cy="10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78C2A4F8-C18A-41BD-87E5-D153D19D4463}"/>
                    </a:ext>
                  </a:extLst>
                </p14:cNvPr>
                <p14:cNvContentPartPr/>
                <p14:nvPr/>
              </p14:nvContentPartPr>
              <p14:xfrm>
                <a:off x="5139784" y="3657176"/>
                <a:ext cx="30240" cy="24120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78C2A4F8-C18A-41BD-87E5-D153D19D44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22144" y="3639176"/>
                  <a:ext cx="658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D28366C7-C52A-4D4D-BEC0-AFB9D213D6ED}"/>
                    </a:ext>
                  </a:extLst>
                </p14:cNvPr>
                <p14:cNvContentPartPr/>
                <p14:nvPr/>
              </p14:nvContentPartPr>
              <p14:xfrm>
                <a:off x="5037184" y="3943376"/>
                <a:ext cx="246960" cy="3780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D28366C7-C52A-4D4D-BEC0-AFB9D213D6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19544" y="3925376"/>
                  <a:ext cx="282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1391F050-AF94-4E80-8E82-FA8A535F7DA7}"/>
                    </a:ext>
                  </a:extLst>
                </p14:cNvPr>
                <p14:cNvContentPartPr/>
                <p14:nvPr/>
              </p14:nvContentPartPr>
              <p14:xfrm>
                <a:off x="5050504" y="4126256"/>
                <a:ext cx="186120" cy="20340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1391F050-AF94-4E80-8E82-FA8A535F7DA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32864" y="4108616"/>
                  <a:ext cx="2217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3E6207BC-54C6-4AAD-A0EC-5B47B77DCCA9}"/>
                    </a:ext>
                  </a:extLst>
                </p14:cNvPr>
                <p14:cNvContentPartPr/>
                <p14:nvPr/>
              </p14:nvContentPartPr>
              <p14:xfrm>
                <a:off x="5286304" y="4167296"/>
                <a:ext cx="119880" cy="14220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3E6207BC-54C6-4AAD-A0EC-5B47B77DCCA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68304" y="4149296"/>
                  <a:ext cx="155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5C743D74-A4A9-4366-A07D-89AB20EAA5F9}"/>
                    </a:ext>
                  </a:extLst>
                </p14:cNvPr>
                <p14:cNvContentPartPr/>
                <p14:nvPr/>
              </p14:nvContentPartPr>
              <p14:xfrm>
                <a:off x="5533264" y="3701096"/>
                <a:ext cx="192600" cy="17568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5C743D74-A4A9-4366-A07D-89AB20EAA5F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515624" y="3683456"/>
                  <a:ext cx="228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216F2B8B-FF74-4D2B-8600-DB76E54B03F8}"/>
                    </a:ext>
                  </a:extLst>
                </p14:cNvPr>
                <p14:cNvContentPartPr/>
                <p14:nvPr/>
              </p14:nvContentPartPr>
              <p14:xfrm>
                <a:off x="5548744" y="3665096"/>
                <a:ext cx="141480" cy="21672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216F2B8B-FF74-4D2B-8600-DB76E54B03F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31104" y="3647096"/>
                  <a:ext cx="177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A1767F67-4348-4A9C-9842-B5AEB205260E}"/>
                    </a:ext>
                  </a:extLst>
                </p14:cNvPr>
                <p14:cNvContentPartPr/>
                <p14:nvPr/>
              </p14:nvContentPartPr>
              <p14:xfrm>
                <a:off x="5770864" y="3575456"/>
                <a:ext cx="102960" cy="14580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A1767F67-4348-4A9C-9842-B5AEB205260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52864" y="3557456"/>
                  <a:ext cx="138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CD38328F-87A1-4E15-A085-3FB059B90526}"/>
                    </a:ext>
                  </a:extLst>
                </p14:cNvPr>
                <p14:cNvContentPartPr/>
                <p14:nvPr/>
              </p14:nvContentPartPr>
              <p14:xfrm>
                <a:off x="5972104" y="3601376"/>
                <a:ext cx="45720" cy="55260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CD38328F-87A1-4E15-A085-3FB059B9052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54464" y="3583736"/>
                  <a:ext cx="8136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A7922FD1-FDF3-41B6-AF08-9727F22F5E78}"/>
                    </a:ext>
                  </a:extLst>
                </p14:cNvPr>
                <p14:cNvContentPartPr/>
                <p14:nvPr/>
              </p14:nvContentPartPr>
              <p14:xfrm>
                <a:off x="6013864" y="4136336"/>
                <a:ext cx="122760" cy="26748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A7922FD1-FDF3-41B6-AF08-9727F22F5E7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96224" y="4118336"/>
                  <a:ext cx="1584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5488B669-BC60-4ABC-BEE7-2998260FD5EE}"/>
                    </a:ext>
                  </a:extLst>
                </p14:cNvPr>
                <p14:cNvContentPartPr/>
                <p14:nvPr/>
              </p14:nvContentPartPr>
              <p14:xfrm>
                <a:off x="6124744" y="3350096"/>
                <a:ext cx="48600" cy="12312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5488B669-BC60-4ABC-BEE7-2998260FD5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07104" y="3332456"/>
                  <a:ext cx="84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5540C12A-5096-4B72-BF76-C00F33257775}"/>
                    </a:ext>
                  </a:extLst>
                </p14:cNvPr>
                <p14:cNvContentPartPr/>
                <p14:nvPr/>
              </p14:nvContentPartPr>
              <p14:xfrm>
                <a:off x="6264064" y="3346496"/>
                <a:ext cx="134280" cy="13752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5540C12A-5096-4B72-BF76-C00F3325777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246424" y="3328496"/>
                  <a:ext cx="169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37A859AF-86FB-4AE1-A3CE-8D0E71B59234}"/>
                    </a:ext>
                  </a:extLst>
                </p14:cNvPr>
                <p14:cNvContentPartPr/>
                <p14:nvPr/>
              </p14:nvContentPartPr>
              <p14:xfrm>
                <a:off x="6665464" y="3575456"/>
                <a:ext cx="11880" cy="16920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37A859AF-86FB-4AE1-A3CE-8D0E71B5923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647464" y="3557456"/>
                  <a:ext cx="47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2B3C4A05-697B-423E-B548-233F269BBE97}"/>
                    </a:ext>
                  </a:extLst>
                </p14:cNvPr>
                <p14:cNvContentPartPr/>
                <p14:nvPr/>
              </p14:nvContentPartPr>
              <p14:xfrm>
                <a:off x="6574384" y="3819896"/>
                <a:ext cx="209160" cy="3528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2B3C4A05-697B-423E-B548-233F269BBE9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556744" y="3801896"/>
                  <a:ext cx="244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0945FD45-D119-449F-B3B4-B5341743505B}"/>
                    </a:ext>
                  </a:extLst>
                </p14:cNvPr>
                <p14:cNvContentPartPr/>
                <p14:nvPr/>
              </p14:nvContentPartPr>
              <p14:xfrm>
                <a:off x="6270904" y="3824216"/>
                <a:ext cx="99000" cy="540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0945FD45-D119-449F-B3B4-B5341743505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252904" y="3806216"/>
                  <a:ext cx="134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1994C208-7093-44C6-A40E-9C21F1C13944}"/>
                    </a:ext>
                  </a:extLst>
                </p14:cNvPr>
                <p14:cNvContentPartPr/>
                <p14:nvPr/>
              </p14:nvContentPartPr>
              <p14:xfrm>
                <a:off x="6296824" y="3918896"/>
                <a:ext cx="142560" cy="1584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1994C208-7093-44C6-A40E-9C21F1C1394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79184" y="3901256"/>
                  <a:ext cx="178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6E600EDE-9E18-49C4-91E2-57DCEBDEEF29}"/>
                    </a:ext>
                  </a:extLst>
                </p14:cNvPr>
                <p14:cNvContentPartPr/>
                <p14:nvPr/>
              </p14:nvContentPartPr>
              <p14:xfrm>
                <a:off x="6621904" y="3967856"/>
                <a:ext cx="170640" cy="25920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6E600EDE-9E18-49C4-91E2-57DCEBDEEF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03904" y="3950216"/>
                  <a:ext cx="206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1147060C-226B-4A8B-B839-E19F524467E9}"/>
                    </a:ext>
                  </a:extLst>
                </p14:cNvPr>
                <p14:cNvContentPartPr/>
                <p14:nvPr/>
              </p14:nvContentPartPr>
              <p14:xfrm>
                <a:off x="6823504" y="3994496"/>
                <a:ext cx="127440" cy="20880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1147060C-226B-4A8B-B839-E19F524467E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05864" y="3976856"/>
                  <a:ext cx="163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15D70E4C-D7F5-4D58-A3B5-C549282B697D}"/>
                    </a:ext>
                  </a:extLst>
                </p14:cNvPr>
                <p14:cNvContentPartPr/>
                <p14:nvPr/>
              </p14:nvContentPartPr>
              <p14:xfrm>
                <a:off x="7107904" y="3567536"/>
                <a:ext cx="112320" cy="2376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15D70E4C-D7F5-4D58-A3B5-C549282B697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090264" y="3549896"/>
                  <a:ext cx="147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EE6B2612-5899-4164-AF49-4F7522866574}"/>
                    </a:ext>
                  </a:extLst>
                </p14:cNvPr>
                <p14:cNvContentPartPr/>
                <p14:nvPr/>
              </p14:nvContentPartPr>
              <p14:xfrm>
                <a:off x="7089544" y="3590936"/>
                <a:ext cx="192960" cy="42228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EE6B2612-5899-4164-AF49-4F752286657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071544" y="3573296"/>
                  <a:ext cx="2286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986F4B78-3126-4A82-91F0-2A331DBB891B}"/>
                    </a:ext>
                  </a:extLst>
                </p14:cNvPr>
                <p14:cNvContentPartPr/>
                <p14:nvPr/>
              </p14:nvContentPartPr>
              <p14:xfrm>
                <a:off x="7337224" y="3636296"/>
                <a:ext cx="49680" cy="19188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986F4B78-3126-4A82-91F0-2A331DBB891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19224" y="3618656"/>
                  <a:ext cx="85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FFF5DC46-D5AC-49F9-B513-0BF8F1F5658C}"/>
                    </a:ext>
                  </a:extLst>
                </p14:cNvPr>
                <p14:cNvContentPartPr/>
                <p14:nvPr/>
              </p14:nvContentPartPr>
              <p14:xfrm>
                <a:off x="7480144" y="3621536"/>
                <a:ext cx="117000" cy="17100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FFF5DC46-D5AC-49F9-B513-0BF8F1F5658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62504" y="3603536"/>
                  <a:ext cx="152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F8636B09-3948-49EF-847E-2D3339155F1D}"/>
                    </a:ext>
                  </a:extLst>
                </p14:cNvPr>
                <p14:cNvContentPartPr/>
                <p14:nvPr/>
              </p14:nvContentPartPr>
              <p14:xfrm>
                <a:off x="7643584" y="3597776"/>
                <a:ext cx="171000" cy="13860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F8636B09-3948-49EF-847E-2D3339155F1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25944" y="3579776"/>
                  <a:ext cx="206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DB9A194C-0157-440D-B8FD-CCC63A710827}"/>
                    </a:ext>
                  </a:extLst>
                </p14:cNvPr>
                <p14:cNvContentPartPr/>
                <p14:nvPr/>
              </p14:nvContentPartPr>
              <p14:xfrm>
                <a:off x="7968304" y="3602816"/>
                <a:ext cx="81000" cy="2448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DB9A194C-0157-440D-B8FD-CCC63A71082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50664" y="3584816"/>
                  <a:ext cx="1166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1ED1C6DD-FB90-4648-B51F-0B97DD34C104}"/>
                  </a:ext>
                </a:extLst>
              </p14:cNvPr>
              <p14:cNvContentPartPr/>
              <p14:nvPr/>
            </p14:nvContentPartPr>
            <p14:xfrm>
              <a:off x="8177464" y="3542336"/>
              <a:ext cx="152640" cy="138960"/>
            </p14:xfrm>
          </p:contentPart>
        </mc:Choice>
        <mc:Fallback xmlns=""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1ED1C6DD-FB90-4648-B51F-0B97DD34C10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159824" y="3524696"/>
                <a:ext cx="1882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2827FD5D-EED7-4281-A02F-2F0DDE143DA7}"/>
                  </a:ext>
                </a:extLst>
              </p14:cNvPr>
              <p14:cNvContentPartPr/>
              <p14:nvPr/>
            </p14:nvContentPartPr>
            <p14:xfrm>
              <a:off x="8375464" y="3422456"/>
              <a:ext cx="138960" cy="349920"/>
            </p14:xfrm>
          </p:contentPart>
        </mc:Choice>
        <mc:Fallback xmlns=""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2827FD5D-EED7-4281-A02F-2F0DDE143DA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357464" y="3404456"/>
                <a:ext cx="17460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31" name="Entrada de lápiz 230">
                <a:extLst>
                  <a:ext uri="{FF2B5EF4-FFF2-40B4-BE49-F238E27FC236}">
                    <a16:creationId xmlns:a16="http://schemas.microsoft.com/office/drawing/2014/main" id="{06FBA597-AFFB-4BBF-8DC8-7252F89E27CD}"/>
                  </a:ext>
                </a:extLst>
              </p14:cNvPr>
              <p14:cNvContentPartPr/>
              <p14:nvPr/>
            </p14:nvContentPartPr>
            <p14:xfrm>
              <a:off x="8950744" y="3518936"/>
              <a:ext cx="108720" cy="3960"/>
            </p14:xfrm>
          </p:contentPart>
        </mc:Choice>
        <mc:Fallback xmlns="">
          <p:pic>
            <p:nvPicPr>
              <p:cNvPr id="231" name="Entrada de lápiz 230">
                <a:extLst>
                  <a:ext uri="{FF2B5EF4-FFF2-40B4-BE49-F238E27FC236}">
                    <a16:creationId xmlns:a16="http://schemas.microsoft.com/office/drawing/2014/main" id="{06FBA597-AFFB-4BBF-8DC8-7252F89E27C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932744" y="3500936"/>
                <a:ext cx="144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32" name="Entrada de lápiz 231">
                <a:extLst>
                  <a:ext uri="{FF2B5EF4-FFF2-40B4-BE49-F238E27FC236}">
                    <a16:creationId xmlns:a16="http://schemas.microsoft.com/office/drawing/2014/main" id="{B8AB546A-0295-4FB6-83BC-421DEEE3BE9A}"/>
                  </a:ext>
                </a:extLst>
              </p14:cNvPr>
              <p14:cNvContentPartPr/>
              <p14:nvPr/>
            </p14:nvContentPartPr>
            <p14:xfrm>
              <a:off x="8928424" y="3565016"/>
              <a:ext cx="180000" cy="39600"/>
            </p14:xfrm>
          </p:contentPart>
        </mc:Choice>
        <mc:Fallback xmlns="">
          <p:pic>
            <p:nvPicPr>
              <p:cNvPr id="232" name="Entrada de lápiz 231">
                <a:extLst>
                  <a:ext uri="{FF2B5EF4-FFF2-40B4-BE49-F238E27FC236}">
                    <a16:creationId xmlns:a16="http://schemas.microsoft.com/office/drawing/2014/main" id="{B8AB546A-0295-4FB6-83BC-421DEEE3BE9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910424" y="3547016"/>
                <a:ext cx="2156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9E0EB806-461E-44B4-B8AB-CDA920415C9A}"/>
                  </a:ext>
                </a:extLst>
              </p14:cNvPr>
              <p14:cNvContentPartPr/>
              <p14:nvPr/>
            </p14:nvContentPartPr>
            <p14:xfrm>
              <a:off x="9426304" y="3394736"/>
              <a:ext cx="38160" cy="210600"/>
            </p14:xfrm>
          </p:contentPart>
        </mc:Choice>
        <mc:Fallback xmlns=""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9E0EB806-461E-44B4-B8AB-CDA920415C9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408304" y="3376736"/>
                <a:ext cx="73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090B8E13-FEC7-4A6E-9C05-415796C32F59}"/>
                  </a:ext>
                </a:extLst>
              </p14:cNvPr>
              <p14:cNvContentPartPr/>
              <p14:nvPr/>
            </p14:nvContentPartPr>
            <p14:xfrm>
              <a:off x="9509464" y="3424976"/>
              <a:ext cx="115560" cy="135360"/>
            </p14:xfrm>
          </p:contentPart>
        </mc:Choice>
        <mc:Fallback xmlns=""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090B8E13-FEC7-4A6E-9C05-415796C32F59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491464" y="3407336"/>
                <a:ext cx="1512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6A174560-173F-4B17-B903-05E2BD2693C3}"/>
                  </a:ext>
                </a:extLst>
              </p14:cNvPr>
              <p14:cNvContentPartPr/>
              <p14:nvPr/>
            </p14:nvContentPartPr>
            <p14:xfrm>
              <a:off x="9651304" y="3392936"/>
              <a:ext cx="166320" cy="104760"/>
            </p14:xfrm>
          </p:contentPart>
        </mc:Choice>
        <mc:Fallback xmlns=""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6A174560-173F-4B17-B903-05E2BD2693C3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633664" y="3374936"/>
                <a:ext cx="201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C73080CF-B841-44C1-BC47-E5C0B3B39B1E}"/>
                  </a:ext>
                </a:extLst>
              </p14:cNvPr>
              <p14:cNvContentPartPr/>
              <p14:nvPr/>
            </p14:nvContentPartPr>
            <p14:xfrm>
              <a:off x="9312184" y="3579776"/>
              <a:ext cx="605520" cy="83160"/>
            </p14:xfrm>
          </p:contentPart>
        </mc:Choice>
        <mc:Fallback xmlns=""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C73080CF-B841-44C1-BC47-E5C0B3B39B1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94184" y="3562136"/>
                <a:ext cx="6411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2397058D-47A7-4D03-8518-C8650AB869BC}"/>
                  </a:ext>
                </a:extLst>
              </p14:cNvPr>
              <p14:cNvContentPartPr/>
              <p14:nvPr/>
            </p14:nvContentPartPr>
            <p14:xfrm>
              <a:off x="9461944" y="3773816"/>
              <a:ext cx="146160" cy="167760"/>
            </p14:xfrm>
          </p:contentPart>
        </mc:Choice>
        <mc:Fallback xmlns=""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2397058D-47A7-4D03-8518-C8650AB869B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444304" y="3755816"/>
                <a:ext cx="181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06A601E7-7C08-4046-BE97-99E50556D428}"/>
                  </a:ext>
                </a:extLst>
              </p14:cNvPr>
              <p14:cNvContentPartPr/>
              <p14:nvPr/>
            </p14:nvContentPartPr>
            <p14:xfrm>
              <a:off x="9659224" y="3725936"/>
              <a:ext cx="133560" cy="171000"/>
            </p14:xfrm>
          </p:contentPart>
        </mc:Choice>
        <mc:Fallback xmlns=""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06A601E7-7C08-4046-BE97-99E50556D42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641584" y="3707936"/>
                <a:ext cx="1692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18993966-86CA-46C9-8EEE-6F0A711B7703}"/>
                  </a:ext>
                </a:extLst>
              </p14:cNvPr>
              <p14:cNvContentPartPr/>
              <p14:nvPr/>
            </p14:nvContentPartPr>
            <p14:xfrm>
              <a:off x="9764704" y="3305816"/>
              <a:ext cx="47880" cy="251640"/>
            </p14:xfrm>
          </p:contentPart>
        </mc:Choice>
        <mc:Fallback xmlns=""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18993966-86CA-46C9-8EEE-6F0A711B770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746704" y="3288176"/>
                <a:ext cx="835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C414AAC6-2E6A-4BF4-A486-E9EB30470953}"/>
                  </a:ext>
                </a:extLst>
              </p14:cNvPr>
              <p14:cNvContentPartPr/>
              <p14:nvPr/>
            </p14:nvContentPartPr>
            <p14:xfrm>
              <a:off x="9604144" y="3858056"/>
              <a:ext cx="60120" cy="165600"/>
            </p14:xfrm>
          </p:contentPart>
        </mc:Choice>
        <mc:Fallback xmlns=""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C414AAC6-2E6A-4BF4-A486-E9EB30470953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586144" y="3840056"/>
                <a:ext cx="957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80C55CDC-26D8-4425-87F4-DD9F0C7F6484}"/>
                  </a:ext>
                </a:extLst>
              </p14:cNvPr>
              <p14:cNvContentPartPr/>
              <p14:nvPr/>
            </p14:nvContentPartPr>
            <p14:xfrm>
              <a:off x="10181224" y="3477176"/>
              <a:ext cx="81720" cy="4680"/>
            </p14:xfrm>
          </p:contentPart>
        </mc:Choice>
        <mc:Fallback xmlns=""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80C55CDC-26D8-4425-87F4-DD9F0C7F648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163224" y="3459176"/>
                <a:ext cx="117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E7FEC3BE-4069-4BEE-A2D6-401BEE837E9A}"/>
                  </a:ext>
                </a:extLst>
              </p14:cNvPr>
              <p14:cNvContentPartPr/>
              <p14:nvPr/>
            </p14:nvContentPartPr>
            <p14:xfrm>
              <a:off x="10146304" y="3570056"/>
              <a:ext cx="79560" cy="12600"/>
            </p14:xfrm>
          </p:contentPart>
        </mc:Choice>
        <mc:Fallback xmlns=""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E7FEC3BE-4069-4BEE-A2D6-401BEE837E9A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128664" y="3552416"/>
                <a:ext cx="1152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upo 250">
            <a:extLst>
              <a:ext uri="{FF2B5EF4-FFF2-40B4-BE49-F238E27FC236}">
                <a16:creationId xmlns:a16="http://schemas.microsoft.com/office/drawing/2014/main" id="{75782ED0-F997-4490-AB7D-B69CD5BD0581}"/>
              </a:ext>
            </a:extLst>
          </p:cNvPr>
          <p:cNvGrpSpPr/>
          <p:nvPr/>
        </p:nvGrpSpPr>
        <p:grpSpPr>
          <a:xfrm>
            <a:off x="10462384" y="3436136"/>
            <a:ext cx="225360" cy="250200"/>
            <a:chOff x="10462384" y="3436136"/>
            <a:chExt cx="22536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0025CD83-3EFF-476E-9B12-2F6B838B4F78}"/>
                    </a:ext>
                  </a:extLst>
                </p14:cNvPr>
                <p14:cNvContentPartPr/>
                <p14:nvPr/>
              </p14:nvContentPartPr>
              <p14:xfrm>
                <a:off x="10515664" y="3436136"/>
                <a:ext cx="172080" cy="10800"/>
              </p14:xfrm>
            </p:contentPart>
          </mc:Choice>
          <mc:Fallback xmlns=""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0025CD83-3EFF-476E-9B12-2F6B838B4F7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498024" y="3418496"/>
                  <a:ext cx="207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6E311CB0-ACC2-4F66-9BFA-63CC315DB915}"/>
                    </a:ext>
                  </a:extLst>
                </p14:cNvPr>
                <p14:cNvContentPartPr/>
                <p14:nvPr/>
              </p14:nvContentPartPr>
              <p14:xfrm>
                <a:off x="10462384" y="3462416"/>
                <a:ext cx="212400" cy="223920"/>
              </p14:xfrm>
            </p:contentPart>
          </mc:Choice>
          <mc:Fallback xmlns=""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6E311CB0-ACC2-4F66-9BFA-63CC315DB91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444744" y="3444416"/>
                  <a:ext cx="248040" cy="25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3395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A3A0D618-F020-4E3B-A909-BCDF48498590}"/>
              </a:ext>
            </a:extLst>
          </p:cNvPr>
          <p:cNvGrpSpPr/>
          <p:nvPr/>
        </p:nvGrpSpPr>
        <p:grpSpPr>
          <a:xfrm>
            <a:off x="450424" y="1014416"/>
            <a:ext cx="1552680" cy="348480"/>
            <a:chOff x="450424" y="1014416"/>
            <a:chExt cx="155268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CAB43DB7-9E99-4A4E-AD19-195A9C0E4CD3}"/>
                    </a:ext>
                  </a:extLst>
                </p14:cNvPr>
                <p14:cNvContentPartPr/>
                <p14:nvPr/>
              </p14:nvContentPartPr>
              <p14:xfrm>
                <a:off x="450424" y="1068416"/>
                <a:ext cx="254520" cy="25308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CAB43DB7-9E99-4A4E-AD19-195A9C0E4C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424" y="1050776"/>
                  <a:ext cx="2901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E4C4CC71-FFE5-42DD-882B-4148D258089F}"/>
                    </a:ext>
                  </a:extLst>
                </p14:cNvPr>
                <p14:cNvContentPartPr/>
                <p14:nvPr/>
              </p14:nvContentPartPr>
              <p14:xfrm>
                <a:off x="857224" y="1119176"/>
                <a:ext cx="127080" cy="2437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E4C4CC71-FFE5-42DD-882B-4148D25808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9584" y="1101176"/>
                  <a:ext cx="162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F93AC009-7AE6-4771-9686-E770743FD763}"/>
                    </a:ext>
                  </a:extLst>
                </p14:cNvPr>
                <p14:cNvContentPartPr/>
                <p14:nvPr/>
              </p14:nvContentPartPr>
              <p14:xfrm>
                <a:off x="834184" y="1208456"/>
                <a:ext cx="228600" cy="1022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F93AC009-7AE6-4771-9686-E770743FD7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6184" y="1190456"/>
                  <a:ext cx="264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CC0CBC91-CE34-4DC7-94B8-C80EAA93E998}"/>
                    </a:ext>
                  </a:extLst>
                </p14:cNvPr>
                <p14:cNvContentPartPr/>
                <p14:nvPr/>
              </p14:nvContentPartPr>
              <p14:xfrm>
                <a:off x="1142704" y="1062296"/>
                <a:ext cx="207000" cy="2772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CC0CBC91-CE34-4DC7-94B8-C80EAA93E9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5064" y="1044656"/>
                  <a:ext cx="242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8F38112-B75A-48A0-93EF-0D07FF5B7DBA}"/>
                    </a:ext>
                  </a:extLst>
                </p14:cNvPr>
                <p14:cNvContentPartPr/>
                <p14:nvPr/>
              </p14:nvContentPartPr>
              <p14:xfrm>
                <a:off x="1391824" y="1083176"/>
                <a:ext cx="115560" cy="2199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8F38112-B75A-48A0-93EF-0D07FF5B7D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3824" y="1065536"/>
                  <a:ext cx="151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BE8D6E1-FEBB-4F68-9807-9CB7EA3F6165}"/>
                    </a:ext>
                  </a:extLst>
                </p14:cNvPr>
                <p14:cNvContentPartPr/>
                <p14:nvPr/>
              </p14:nvContentPartPr>
              <p14:xfrm>
                <a:off x="1524304" y="1105856"/>
                <a:ext cx="133920" cy="1526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BE8D6E1-FEBB-4F68-9807-9CB7EA3F61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06664" y="1087856"/>
                  <a:ext cx="169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DDA64F3-9B80-461E-8D3A-56EF08EFACEE}"/>
                    </a:ext>
                  </a:extLst>
                </p14:cNvPr>
                <p14:cNvContentPartPr/>
                <p14:nvPr/>
              </p14:nvContentPartPr>
              <p14:xfrm>
                <a:off x="1543384" y="1014416"/>
                <a:ext cx="270360" cy="27792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DDA64F3-9B80-461E-8D3A-56EF08EFAC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5384" y="996776"/>
                  <a:ext cx="3060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0B2993C-A9F6-467E-B58F-1B8E4C591EAC}"/>
                    </a:ext>
                  </a:extLst>
                </p14:cNvPr>
                <p14:cNvContentPartPr/>
                <p14:nvPr/>
              </p14:nvContentPartPr>
              <p14:xfrm>
                <a:off x="1881064" y="1100456"/>
                <a:ext cx="122040" cy="11340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0B2993C-A9F6-467E-B58F-1B8E4C591E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63064" y="1082816"/>
                  <a:ext cx="1576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189B9B3-5316-4079-BD1B-DD74FDB56219}"/>
              </a:ext>
            </a:extLst>
          </p:cNvPr>
          <p:cNvGrpSpPr/>
          <p:nvPr/>
        </p:nvGrpSpPr>
        <p:grpSpPr>
          <a:xfrm>
            <a:off x="2570464" y="898496"/>
            <a:ext cx="1005840" cy="412560"/>
            <a:chOff x="2570464" y="898496"/>
            <a:chExt cx="10058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09D30A82-601E-4C77-91F0-4EC030A35356}"/>
                    </a:ext>
                  </a:extLst>
                </p14:cNvPr>
                <p14:cNvContentPartPr/>
                <p14:nvPr/>
              </p14:nvContentPartPr>
              <p14:xfrm>
                <a:off x="2570464" y="1030256"/>
                <a:ext cx="230400" cy="255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09D30A82-601E-4C77-91F0-4EC030A353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52464" y="1012256"/>
                  <a:ext cx="266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6B5B797-B6D9-48D8-A9EB-90AFC206F438}"/>
                    </a:ext>
                  </a:extLst>
                </p14:cNvPr>
                <p14:cNvContentPartPr/>
                <p14:nvPr/>
              </p14:nvContentPartPr>
              <p14:xfrm>
                <a:off x="2593144" y="1030256"/>
                <a:ext cx="187560" cy="2674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6B5B797-B6D9-48D8-A9EB-90AFC206F4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75144" y="1012256"/>
                  <a:ext cx="2232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4C58F591-3C02-4D17-8150-8A57C2EF63D8}"/>
                    </a:ext>
                  </a:extLst>
                </p14:cNvPr>
                <p14:cNvContentPartPr/>
                <p14:nvPr/>
              </p14:nvContentPartPr>
              <p14:xfrm>
                <a:off x="2595304" y="1134656"/>
                <a:ext cx="190800" cy="655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4C58F591-3C02-4D17-8150-8A57C2EF63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77664" y="1116656"/>
                  <a:ext cx="226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C0BA38B-A12B-4763-8887-1897B5E31CB1}"/>
                    </a:ext>
                  </a:extLst>
                </p14:cNvPr>
                <p14:cNvContentPartPr/>
                <p14:nvPr/>
              </p14:nvContentPartPr>
              <p14:xfrm>
                <a:off x="2909224" y="986696"/>
                <a:ext cx="137160" cy="3243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C0BA38B-A12B-4763-8887-1897B5E31C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91584" y="969056"/>
                  <a:ext cx="172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971F17D-5843-4AD2-BD6C-4B935213F0A1}"/>
                    </a:ext>
                  </a:extLst>
                </p14:cNvPr>
                <p14:cNvContentPartPr/>
                <p14:nvPr/>
              </p14:nvContentPartPr>
              <p14:xfrm>
                <a:off x="3105064" y="1038176"/>
                <a:ext cx="162720" cy="1857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971F17D-5843-4AD2-BD6C-4B935213F0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87064" y="1020176"/>
                  <a:ext cx="198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7986A46-C35D-4FD8-BF52-B9D666E07835}"/>
                    </a:ext>
                  </a:extLst>
                </p14:cNvPr>
                <p14:cNvContentPartPr/>
                <p14:nvPr/>
              </p14:nvContentPartPr>
              <p14:xfrm>
                <a:off x="3132064" y="991016"/>
                <a:ext cx="110520" cy="2073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7986A46-C35D-4FD8-BF52-B9D666E078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4064" y="973376"/>
                  <a:ext cx="146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E09FB5EC-5FAE-437E-A1DD-B5E131BFFD09}"/>
                    </a:ext>
                  </a:extLst>
                </p14:cNvPr>
                <p14:cNvContentPartPr/>
                <p14:nvPr/>
              </p14:nvContentPartPr>
              <p14:xfrm>
                <a:off x="3297304" y="898496"/>
                <a:ext cx="135720" cy="1249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E09FB5EC-5FAE-437E-A1DD-B5E131BFFD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9304" y="880856"/>
                  <a:ext cx="171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661FC97F-1934-4066-8219-FE7D8488B24F}"/>
                    </a:ext>
                  </a:extLst>
                </p14:cNvPr>
                <p14:cNvContentPartPr/>
                <p14:nvPr/>
              </p14:nvContentPartPr>
              <p14:xfrm>
                <a:off x="3511864" y="902456"/>
                <a:ext cx="64440" cy="3542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661FC97F-1934-4066-8219-FE7D8488B2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4224" y="884456"/>
                  <a:ext cx="100080" cy="38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4093871B-6A84-4505-AA91-D8126BD2AE77}"/>
                  </a:ext>
                </a:extLst>
              </p14:cNvPr>
              <p14:cNvContentPartPr/>
              <p14:nvPr/>
            </p14:nvContentPartPr>
            <p14:xfrm>
              <a:off x="3794104" y="1050056"/>
              <a:ext cx="243000" cy="2988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4093871B-6A84-4505-AA91-D8126BD2AE7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76464" y="1032416"/>
                <a:ext cx="2786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3F0B7826-6CEF-4132-980C-F0C9EFDBF5F9}"/>
              </a:ext>
            </a:extLst>
          </p:cNvPr>
          <p:cNvGrpSpPr/>
          <p:nvPr/>
        </p:nvGrpSpPr>
        <p:grpSpPr>
          <a:xfrm>
            <a:off x="4253464" y="728216"/>
            <a:ext cx="1281960" cy="874800"/>
            <a:chOff x="4253464" y="728216"/>
            <a:chExt cx="1281960" cy="87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EDC4978-022E-4BDE-89A1-AC48883E76BC}"/>
                    </a:ext>
                  </a:extLst>
                </p14:cNvPr>
                <p14:cNvContentPartPr/>
                <p14:nvPr/>
              </p14:nvContentPartPr>
              <p14:xfrm>
                <a:off x="4432024" y="958976"/>
                <a:ext cx="183960" cy="28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EDC4978-022E-4BDE-89A1-AC48883E76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14384" y="940976"/>
                  <a:ext cx="21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5F345FB6-63A7-41CB-BD58-262964E8EAEF}"/>
                    </a:ext>
                  </a:extLst>
                </p14:cNvPr>
                <p14:cNvContentPartPr/>
                <p14:nvPr/>
              </p14:nvContentPartPr>
              <p14:xfrm>
                <a:off x="4417264" y="954656"/>
                <a:ext cx="175680" cy="2412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5F345FB6-63A7-41CB-BD58-262964E8EA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99624" y="936656"/>
                  <a:ext cx="2113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26E7E89-0D84-4B5A-BEDF-65A0A8496883}"/>
                    </a:ext>
                  </a:extLst>
                </p14:cNvPr>
                <p14:cNvContentPartPr/>
                <p14:nvPr/>
              </p14:nvContentPartPr>
              <p14:xfrm>
                <a:off x="4399264" y="1046816"/>
                <a:ext cx="160920" cy="414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26E7E89-0D84-4B5A-BEDF-65A0A84968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81624" y="1028816"/>
                  <a:ext cx="196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7415F1F3-5DDD-47A2-9CBC-057A2EE01FE8}"/>
                    </a:ext>
                  </a:extLst>
                </p14:cNvPr>
                <p14:cNvContentPartPr/>
                <p14:nvPr/>
              </p14:nvContentPartPr>
              <p14:xfrm>
                <a:off x="4652704" y="919736"/>
                <a:ext cx="147240" cy="2552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7415F1F3-5DDD-47A2-9CBC-057A2EE01F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35064" y="902096"/>
                  <a:ext cx="1828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D3E333F-6B4B-4652-9C5B-2249E921BA1C}"/>
                    </a:ext>
                  </a:extLst>
                </p14:cNvPr>
                <p14:cNvContentPartPr/>
                <p14:nvPr/>
              </p14:nvContentPartPr>
              <p14:xfrm>
                <a:off x="4784104" y="986696"/>
                <a:ext cx="129960" cy="1386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D3E333F-6B4B-4652-9C5B-2249E921BA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66104" y="969056"/>
                  <a:ext cx="165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01A3AF6-F925-49EF-9171-0B499F1FB9CE}"/>
                    </a:ext>
                  </a:extLst>
                </p14:cNvPr>
                <p14:cNvContentPartPr/>
                <p14:nvPr/>
              </p14:nvContentPartPr>
              <p14:xfrm>
                <a:off x="4835224" y="944216"/>
                <a:ext cx="80640" cy="1472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01A3AF6-F925-49EF-9171-0B499F1FB9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7584" y="926216"/>
                  <a:ext cx="116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A3CCB8C8-8F8A-4C40-A5CF-111866257850}"/>
                    </a:ext>
                  </a:extLst>
                </p14:cNvPr>
                <p14:cNvContentPartPr/>
                <p14:nvPr/>
              </p14:nvContentPartPr>
              <p14:xfrm>
                <a:off x="5028544" y="869336"/>
                <a:ext cx="65160" cy="30564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A3CCB8C8-8F8A-4C40-A5CF-1118662578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10904" y="851336"/>
                  <a:ext cx="1008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7461569-0DF0-4704-BD71-36904CD55A39}"/>
                    </a:ext>
                  </a:extLst>
                </p14:cNvPr>
                <p14:cNvContentPartPr/>
                <p14:nvPr/>
              </p14:nvContentPartPr>
              <p14:xfrm>
                <a:off x="4253464" y="874376"/>
                <a:ext cx="178200" cy="5054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7461569-0DF0-4704-BD71-36904CD55A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35464" y="856736"/>
                  <a:ext cx="2138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9BDD4A7-3411-4B8C-8678-DD94B3BF72AC}"/>
                    </a:ext>
                  </a:extLst>
                </p14:cNvPr>
                <p14:cNvContentPartPr/>
                <p14:nvPr/>
              </p14:nvContentPartPr>
              <p14:xfrm>
                <a:off x="5260024" y="777176"/>
                <a:ext cx="58320" cy="38268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9BDD4A7-3411-4B8C-8678-DD94B3BF72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42024" y="759536"/>
                  <a:ext cx="93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8148682-4F3E-4829-8C82-D60B9E4627C9}"/>
                    </a:ext>
                  </a:extLst>
                </p14:cNvPr>
                <p14:cNvContentPartPr/>
                <p14:nvPr/>
              </p14:nvContentPartPr>
              <p14:xfrm>
                <a:off x="5427784" y="728216"/>
                <a:ext cx="107640" cy="1569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8148682-4F3E-4829-8C82-D60B9E4627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10144" y="710576"/>
                  <a:ext cx="14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9A26D954-5E52-41C0-83EB-69820195D367}"/>
                    </a:ext>
                  </a:extLst>
                </p14:cNvPr>
                <p14:cNvContentPartPr/>
                <p14:nvPr/>
              </p14:nvContentPartPr>
              <p14:xfrm>
                <a:off x="4784104" y="1046456"/>
                <a:ext cx="49680" cy="806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9A26D954-5E52-41C0-83EB-69820195D36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66104" y="1028816"/>
                  <a:ext cx="85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E0EE396-8613-4A79-8AB9-CEBCC2DE7380}"/>
                    </a:ext>
                  </a:extLst>
                </p14:cNvPr>
                <p14:cNvContentPartPr/>
                <p14:nvPr/>
              </p14:nvContentPartPr>
              <p14:xfrm>
                <a:off x="4816864" y="1072016"/>
                <a:ext cx="360" cy="36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E0EE396-8613-4A79-8AB9-CEBCC2DE73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99224" y="10540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47926587-35AA-4C0F-9132-D136C824376A}"/>
                    </a:ext>
                  </a:extLst>
                </p14:cNvPr>
                <p14:cNvContentPartPr/>
                <p14:nvPr/>
              </p14:nvContentPartPr>
              <p14:xfrm>
                <a:off x="4892464" y="1261376"/>
                <a:ext cx="33840" cy="24552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47926587-35AA-4C0F-9132-D136C82437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74464" y="1243736"/>
                  <a:ext cx="69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BF82AD1-7D00-45B9-8884-2095C197A8A7}"/>
                    </a:ext>
                  </a:extLst>
                </p14:cNvPr>
                <p14:cNvContentPartPr/>
                <p14:nvPr/>
              </p14:nvContentPartPr>
              <p14:xfrm>
                <a:off x="4847824" y="1438856"/>
                <a:ext cx="165600" cy="1641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BF82AD1-7D00-45B9-8884-2095C197A8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30184" y="1421216"/>
                  <a:ext cx="20124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C2DF0C7-2A1A-4B05-8FD0-6D9BC59C3CF1}"/>
              </a:ext>
            </a:extLst>
          </p:cNvPr>
          <p:cNvGrpSpPr/>
          <p:nvPr/>
        </p:nvGrpSpPr>
        <p:grpSpPr>
          <a:xfrm>
            <a:off x="4867264" y="1702376"/>
            <a:ext cx="186840" cy="227520"/>
            <a:chOff x="4867264" y="1702376"/>
            <a:chExt cx="18684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1D98A09-E615-47F1-8967-62EBEA540C53}"/>
                    </a:ext>
                  </a:extLst>
                </p14:cNvPr>
                <p14:cNvContentPartPr/>
                <p14:nvPr/>
              </p14:nvContentPartPr>
              <p14:xfrm>
                <a:off x="4882744" y="1702376"/>
                <a:ext cx="171360" cy="3528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1D98A09-E615-47F1-8967-62EBEA540C5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73744" y="1693376"/>
                  <a:ext cx="189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9E3092F0-3A5C-418B-9FE9-C23B03816531}"/>
                    </a:ext>
                  </a:extLst>
                </p14:cNvPr>
                <p14:cNvContentPartPr/>
                <p14:nvPr/>
              </p14:nvContentPartPr>
              <p14:xfrm>
                <a:off x="4867264" y="1752776"/>
                <a:ext cx="171720" cy="17712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9E3092F0-3A5C-418B-9FE9-C23B038165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58264" y="1744136"/>
                  <a:ext cx="18936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4DB82405-C3A8-4D8F-9E3F-D4157542FA9B}"/>
                  </a:ext>
                </a:extLst>
              </p14:cNvPr>
              <p14:cNvContentPartPr/>
              <p14:nvPr/>
            </p14:nvContentPartPr>
            <p14:xfrm>
              <a:off x="2527624" y="1332656"/>
              <a:ext cx="988560" cy="22500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4DB82405-C3A8-4D8F-9E3F-D4157542FA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18984" y="1324016"/>
                <a:ext cx="100620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upo 51">
            <a:extLst>
              <a:ext uri="{FF2B5EF4-FFF2-40B4-BE49-F238E27FC236}">
                <a16:creationId xmlns:a16="http://schemas.microsoft.com/office/drawing/2014/main" id="{58FC1DF0-7D2D-4C3A-AA77-D3CC9A4CC9E0}"/>
              </a:ext>
            </a:extLst>
          </p:cNvPr>
          <p:cNvGrpSpPr/>
          <p:nvPr/>
        </p:nvGrpSpPr>
        <p:grpSpPr>
          <a:xfrm>
            <a:off x="458704" y="2541536"/>
            <a:ext cx="1440000" cy="491760"/>
            <a:chOff x="458704" y="2541536"/>
            <a:chExt cx="1440000" cy="49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759F601-2F55-4C9D-96A0-CBAFDB56DD3C}"/>
                    </a:ext>
                  </a:extLst>
                </p14:cNvPr>
                <p14:cNvContentPartPr/>
                <p14:nvPr/>
              </p14:nvContentPartPr>
              <p14:xfrm>
                <a:off x="525304" y="2700656"/>
                <a:ext cx="199800" cy="273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759F601-2F55-4C9D-96A0-CBAFDB56DD3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6664" y="2691656"/>
                  <a:ext cx="21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1DE39541-7C5F-4FBF-A045-9C2C0DAEFCAE}"/>
                    </a:ext>
                  </a:extLst>
                </p14:cNvPr>
                <p14:cNvContentPartPr/>
                <p14:nvPr/>
              </p14:nvContentPartPr>
              <p14:xfrm>
                <a:off x="458704" y="2732696"/>
                <a:ext cx="254160" cy="30060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1DE39541-7C5F-4FBF-A045-9C2C0DAEFC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9704" y="2724056"/>
                  <a:ext cx="271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FD35FB0C-9A01-45AA-8AD1-EA3DA8C0E469}"/>
                    </a:ext>
                  </a:extLst>
                </p14:cNvPr>
                <p14:cNvContentPartPr/>
                <p14:nvPr/>
              </p14:nvContentPartPr>
              <p14:xfrm>
                <a:off x="477424" y="2822336"/>
                <a:ext cx="241200" cy="630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FD35FB0C-9A01-45AA-8AD1-EA3DA8C0E4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8424" y="2813696"/>
                  <a:ext cx="258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65727643-397D-4779-8375-F5548F40A3E4}"/>
                    </a:ext>
                  </a:extLst>
                </p14:cNvPr>
                <p14:cNvContentPartPr/>
                <p14:nvPr/>
              </p14:nvContentPartPr>
              <p14:xfrm>
                <a:off x="900424" y="2683376"/>
                <a:ext cx="149400" cy="3268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65727643-397D-4779-8375-F5548F40A3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1784" y="2674376"/>
                  <a:ext cx="1670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5E3B148-89E8-40BC-B2D5-160CC30155F4}"/>
                    </a:ext>
                  </a:extLst>
                </p14:cNvPr>
                <p14:cNvContentPartPr/>
                <p14:nvPr/>
              </p14:nvContentPartPr>
              <p14:xfrm>
                <a:off x="1104904" y="2733776"/>
                <a:ext cx="162360" cy="22932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5E3B148-89E8-40BC-B2D5-160CC30155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5904" y="2724776"/>
                  <a:ext cx="180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7FFB119A-4A14-49B1-AB06-565C84A4B4BA}"/>
                    </a:ext>
                  </a:extLst>
                </p14:cNvPr>
                <p14:cNvContentPartPr/>
                <p14:nvPr/>
              </p14:nvContentPartPr>
              <p14:xfrm>
                <a:off x="1100224" y="2717936"/>
                <a:ext cx="128880" cy="23220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7FFB119A-4A14-49B1-AB06-565C84A4B4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1224" y="2709296"/>
                  <a:ext cx="146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838FB34-CE18-41DB-B911-D9A1715299EB}"/>
                    </a:ext>
                  </a:extLst>
                </p14:cNvPr>
                <p14:cNvContentPartPr/>
                <p14:nvPr/>
              </p14:nvContentPartPr>
              <p14:xfrm>
                <a:off x="1336744" y="2582936"/>
                <a:ext cx="132840" cy="1443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838FB34-CE18-41DB-B911-D9A1715299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28104" y="2573936"/>
                  <a:ext cx="150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DCD9262-019A-45D1-99BF-C44573F900A1}"/>
                    </a:ext>
                  </a:extLst>
                </p14:cNvPr>
                <p14:cNvContentPartPr/>
                <p14:nvPr/>
              </p14:nvContentPartPr>
              <p14:xfrm>
                <a:off x="1540864" y="2541536"/>
                <a:ext cx="64080" cy="4424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DCD9262-019A-45D1-99BF-C44573F900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31864" y="2532536"/>
                  <a:ext cx="817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59CD4A4-7124-4A43-8C79-5C558861E9D9}"/>
                    </a:ext>
                  </a:extLst>
                </p14:cNvPr>
                <p14:cNvContentPartPr/>
                <p14:nvPr/>
              </p14:nvContentPartPr>
              <p14:xfrm>
                <a:off x="1765864" y="2784896"/>
                <a:ext cx="132840" cy="144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59CD4A4-7124-4A43-8C79-5C558861E9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57224" y="2776256"/>
                  <a:ext cx="150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199F2F5-22C0-42F9-9FAC-C0278DBA29AA}"/>
                    </a:ext>
                  </a:extLst>
                </p14:cNvPr>
                <p14:cNvContentPartPr/>
                <p14:nvPr/>
              </p14:nvContentPartPr>
              <p14:xfrm>
                <a:off x="1758304" y="2887496"/>
                <a:ext cx="119160" cy="900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199F2F5-22C0-42F9-9FAC-C0278DBA29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49304" y="2878856"/>
                  <a:ext cx="13680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71C7B7AD-AE97-4C50-8E60-5EB998DA8FD4}"/>
                  </a:ext>
                </a:extLst>
              </p14:cNvPr>
              <p14:cNvContentPartPr/>
              <p14:nvPr/>
            </p14:nvContentPartPr>
            <p14:xfrm>
              <a:off x="2165104" y="2524616"/>
              <a:ext cx="137520" cy="75600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71C7B7AD-AE97-4C50-8E60-5EB998DA8FD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47464" y="2506616"/>
                <a:ext cx="17316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6882EEF0-0CEA-479E-9696-1A9CBC77FC63}"/>
                  </a:ext>
                </a:extLst>
              </p14:cNvPr>
              <p14:cNvContentPartPr/>
              <p14:nvPr/>
            </p14:nvContentPartPr>
            <p14:xfrm>
              <a:off x="1999144" y="3565736"/>
              <a:ext cx="176400" cy="288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6882EEF0-0CEA-479E-9696-1A9CBC77FC6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81144" y="3548096"/>
                <a:ext cx="212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F3294125-0E23-4EE5-AF4A-B29DC3C52FBE}"/>
                  </a:ext>
                </a:extLst>
              </p14:cNvPr>
              <p14:cNvContentPartPr/>
              <p14:nvPr/>
            </p14:nvContentPartPr>
            <p14:xfrm>
              <a:off x="2204344" y="3477176"/>
              <a:ext cx="139680" cy="150480"/>
            </p14:xfrm>
          </p:contentPart>
        </mc:Choice>
        <mc:Fallback xmlns=""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F3294125-0E23-4EE5-AF4A-B29DC3C52FB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186704" y="3459176"/>
                <a:ext cx="1753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10ED91E1-C139-4AA3-8921-B4FFF3CD1553}"/>
                  </a:ext>
                </a:extLst>
              </p14:cNvPr>
              <p14:cNvContentPartPr/>
              <p14:nvPr/>
            </p14:nvContentPartPr>
            <p14:xfrm>
              <a:off x="2315944" y="3431816"/>
              <a:ext cx="186120" cy="177840"/>
            </p14:xfrm>
          </p:contentPart>
        </mc:Choice>
        <mc:Fallback xmlns=""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10ED91E1-C139-4AA3-8921-B4FFF3CD155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98304" y="3414176"/>
                <a:ext cx="2217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E5C6554F-A4B7-4D9A-BF0B-7A5537D4CDDA}"/>
                  </a:ext>
                </a:extLst>
              </p14:cNvPr>
              <p14:cNvContentPartPr/>
              <p14:nvPr/>
            </p14:nvContentPartPr>
            <p14:xfrm>
              <a:off x="2210824" y="2242376"/>
              <a:ext cx="132840" cy="15012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E5C6554F-A4B7-4D9A-BF0B-7A5537D4CDD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92824" y="2224376"/>
                <a:ext cx="168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5B3EBF8B-7A79-4B95-B09F-5D400E1740A3}"/>
                  </a:ext>
                </a:extLst>
              </p14:cNvPr>
              <p14:cNvContentPartPr/>
              <p14:nvPr/>
            </p14:nvContentPartPr>
            <p14:xfrm>
              <a:off x="2352664" y="2203856"/>
              <a:ext cx="97200" cy="12852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5B3EBF8B-7A79-4B95-B09F-5D400E1740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335024" y="2185856"/>
                <a:ext cx="1328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E224DB8B-B710-42F4-AE27-18ADC17615C0}"/>
                  </a:ext>
                </a:extLst>
              </p14:cNvPr>
              <p14:cNvContentPartPr/>
              <p14:nvPr/>
            </p14:nvContentPartPr>
            <p14:xfrm>
              <a:off x="2566504" y="2719376"/>
              <a:ext cx="175320" cy="21636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E224DB8B-B710-42F4-AE27-18ADC17615C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548504" y="2701736"/>
                <a:ext cx="2109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69A5896-19EA-406C-9C02-31CBC173E85B}"/>
                  </a:ext>
                </a:extLst>
              </p14:cNvPr>
              <p14:cNvContentPartPr/>
              <p14:nvPr/>
            </p14:nvContentPartPr>
            <p14:xfrm>
              <a:off x="2613664" y="2683376"/>
              <a:ext cx="101880" cy="21240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69A5896-19EA-406C-9C02-31CBC173E85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596024" y="2665376"/>
                <a:ext cx="1375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BE16C23D-C516-4AB5-AACE-495501C51F99}"/>
                  </a:ext>
                </a:extLst>
              </p14:cNvPr>
              <p14:cNvContentPartPr/>
              <p14:nvPr/>
            </p14:nvContentPartPr>
            <p14:xfrm>
              <a:off x="2769544" y="2559536"/>
              <a:ext cx="149400" cy="14688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BE16C23D-C516-4AB5-AACE-495501C51F9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51544" y="2541536"/>
                <a:ext cx="1850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0995724C-A98D-4F76-AE9D-CBBC94D88F7F}"/>
                  </a:ext>
                </a:extLst>
              </p14:cNvPr>
              <p14:cNvContentPartPr/>
              <p14:nvPr/>
            </p14:nvContentPartPr>
            <p14:xfrm>
              <a:off x="3047824" y="2603456"/>
              <a:ext cx="73800" cy="36108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0995724C-A98D-4F76-AE9D-CBBC94D88F7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030184" y="2585456"/>
                <a:ext cx="1094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D5C5D725-B641-4B98-B56C-793F3E9B84AC}"/>
                  </a:ext>
                </a:extLst>
              </p14:cNvPr>
              <p14:cNvContentPartPr/>
              <p14:nvPr/>
            </p14:nvContentPartPr>
            <p14:xfrm>
              <a:off x="2973304" y="2826656"/>
              <a:ext cx="171360" cy="4572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D5C5D725-B641-4B98-B56C-793F3E9B84A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955664" y="2809016"/>
                <a:ext cx="2070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93B6C045-D584-4070-B3ED-386B8C426661}"/>
                  </a:ext>
                </a:extLst>
              </p14:cNvPr>
              <p14:cNvContentPartPr/>
              <p14:nvPr/>
            </p14:nvContentPartPr>
            <p14:xfrm>
              <a:off x="3268504" y="2694536"/>
              <a:ext cx="96840" cy="21780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93B6C045-D584-4070-B3ED-386B8C42666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250504" y="2676896"/>
                <a:ext cx="1324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04067BFB-1BF3-4338-AF0A-C78FCFF66E75}"/>
                  </a:ext>
                </a:extLst>
              </p14:cNvPr>
              <p14:cNvContentPartPr/>
              <p14:nvPr/>
            </p14:nvContentPartPr>
            <p14:xfrm>
              <a:off x="3359944" y="2710376"/>
              <a:ext cx="134640" cy="18396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04067BFB-1BF3-4338-AF0A-C78FCFF66E7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342304" y="2692376"/>
                <a:ext cx="1702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F56A5933-AE49-4F6F-9F92-D63374B77AFC}"/>
                  </a:ext>
                </a:extLst>
              </p14:cNvPr>
              <p14:cNvContentPartPr/>
              <p14:nvPr/>
            </p14:nvContentPartPr>
            <p14:xfrm>
              <a:off x="3489544" y="2647736"/>
              <a:ext cx="77040" cy="27072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F56A5933-AE49-4F6F-9F92-D63374B77AF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71904" y="2629736"/>
                <a:ext cx="1126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AD803CCE-F8B4-4A50-A0CC-3CA13BCF8986}"/>
                  </a:ext>
                </a:extLst>
              </p14:cNvPr>
              <p14:cNvContentPartPr/>
              <p14:nvPr/>
            </p14:nvContentPartPr>
            <p14:xfrm>
              <a:off x="3678544" y="2587616"/>
              <a:ext cx="184680" cy="27792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AD803CCE-F8B4-4A50-A0CC-3CA13BCF898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660544" y="2569616"/>
                <a:ext cx="2203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13F4E6C3-CC9F-430E-9E4A-76E71A11970A}"/>
                  </a:ext>
                </a:extLst>
              </p14:cNvPr>
              <p14:cNvContentPartPr/>
              <p14:nvPr/>
            </p14:nvContentPartPr>
            <p14:xfrm>
              <a:off x="3931264" y="2698136"/>
              <a:ext cx="114480" cy="141120"/>
            </p14:xfrm>
          </p:contentPart>
        </mc:Choice>
        <mc:Fallback xmlns=""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13F4E6C3-CC9F-430E-9E4A-76E71A11970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913624" y="2680136"/>
                <a:ext cx="1501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9CBF3BB4-8C25-436C-86B3-12B14E2E37D3}"/>
                  </a:ext>
                </a:extLst>
              </p14:cNvPr>
              <p14:cNvContentPartPr/>
              <p14:nvPr/>
            </p14:nvContentPartPr>
            <p14:xfrm>
              <a:off x="3920824" y="2652056"/>
              <a:ext cx="132840" cy="22464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9CBF3BB4-8C25-436C-86B3-12B14E2E37D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902824" y="2634056"/>
                <a:ext cx="16848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5ED5F7A9-22C2-4193-A26F-52D53A9412E1}"/>
              </a:ext>
            </a:extLst>
          </p:cNvPr>
          <p:cNvGrpSpPr/>
          <p:nvPr/>
        </p:nvGrpSpPr>
        <p:grpSpPr>
          <a:xfrm>
            <a:off x="4381984" y="2660336"/>
            <a:ext cx="141480" cy="95400"/>
            <a:chOff x="4381984" y="2660336"/>
            <a:chExt cx="14148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7E411DE-7C30-44B5-A224-6EE092F4A11A}"/>
                    </a:ext>
                  </a:extLst>
                </p14:cNvPr>
                <p14:cNvContentPartPr/>
                <p14:nvPr/>
              </p14:nvContentPartPr>
              <p14:xfrm>
                <a:off x="4381984" y="2660336"/>
                <a:ext cx="138600" cy="1152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7E411DE-7C30-44B5-A224-6EE092F4A1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63984" y="2642696"/>
                  <a:ext cx="174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758987C-3487-4C53-85AF-33A54632846E}"/>
                    </a:ext>
                  </a:extLst>
                </p14:cNvPr>
                <p14:cNvContentPartPr/>
                <p14:nvPr/>
              </p14:nvContentPartPr>
              <p14:xfrm>
                <a:off x="4405024" y="2751776"/>
                <a:ext cx="118440" cy="39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758987C-3487-4C53-85AF-33A5463284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87384" y="2734136"/>
                  <a:ext cx="1540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E980076E-9722-4B1D-912A-0A57B979DBEC}"/>
                  </a:ext>
                </a:extLst>
              </p14:cNvPr>
              <p14:cNvContentPartPr/>
              <p14:nvPr/>
            </p14:nvContentPartPr>
            <p14:xfrm>
              <a:off x="4866544" y="3327776"/>
              <a:ext cx="119160" cy="16992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E980076E-9722-4B1D-912A-0A57B979DBE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848544" y="3309776"/>
                <a:ext cx="15480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8A9D2043-6C06-412F-AA98-6AD74C99CB97}"/>
              </a:ext>
            </a:extLst>
          </p:cNvPr>
          <p:cNvGrpSpPr/>
          <p:nvPr/>
        </p:nvGrpSpPr>
        <p:grpSpPr>
          <a:xfrm>
            <a:off x="4909384" y="2177216"/>
            <a:ext cx="898560" cy="971280"/>
            <a:chOff x="4909384" y="2177216"/>
            <a:chExt cx="89856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6676CD9-E0FF-456C-8142-6A036CF0EBAD}"/>
                    </a:ext>
                  </a:extLst>
                </p14:cNvPr>
                <p14:cNvContentPartPr/>
                <p14:nvPr/>
              </p14:nvContentPartPr>
              <p14:xfrm>
                <a:off x="4909384" y="2429936"/>
                <a:ext cx="151560" cy="7185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6676CD9-E0FF-456C-8142-6A036CF0EB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91744" y="2412296"/>
                  <a:ext cx="18720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C11E7D2-6472-43AC-A340-1278DC222186}"/>
                    </a:ext>
                  </a:extLst>
                </p14:cNvPr>
                <p14:cNvContentPartPr/>
                <p14:nvPr/>
              </p14:nvContentPartPr>
              <p14:xfrm>
                <a:off x="4960864" y="2235536"/>
                <a:ext cx="14760" cy="12384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C11E7D2-6472-43AC-A340-1278DC22218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43224" y="2217536"/>
                  <a:ext cx="5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15744609-E4B1-40B1-885D-2EB55728BAD9}"/>
                    </a:ext>
                  </a:extLst>
                </p14:cNvPr>
                <p14:cNvContentPartPr/>
                <p14:nvPr/>
              </p14:nvContentPartPr>
              <p14:xfrm>
                <a:off x="5032504" y="2177216"/>
                <a:ext cx="129600" cy="12528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15744609-E4B1-40B1-885D-2EB55728BAD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14864" y="2159576"/>
                  <a:ext cx="165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8EA1CD7-486B-47B5-9D04-14458AA64DC6}"/>
                    </a:ext>
                  </a:extLst>
                </p14:cNvPr>
                <p14:cNvContentPartPr/>
                <p14:nvPr/>
              </p14:nvContentPartPr>
              <p14:xfrm>
                <a:off x="5325544" y="2618216"/>
                <a:ext cx="187920" cy="18900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8EA1CD7-486B-47B5-9D04-14458AA64DC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07544" y="2600576"/>
                  <a:ext cx="223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E14F67A7-6081-4DF7-8621-7D817689F447}"/>
                    </a:ext>
                  </a:extLst>
                </p14:cNvPr>
                <p14:cNvContentPartPr/>
                <p14:nvPr/>
              </p14:nvContentPartPr>
              <p14:xfrm>
                <a:off x="5362264" y="2537216"/>
                <a:ext cx="107640" cy="2444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E14F67A7-6081-4DF7-8621-7D817689F4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44624" y="2519216"/>
                  <a:ext cx="143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0797A50E-CE19-4764-ACD6-E819F8156700}"/>
                    </a:ext>
                  </a:extLst>
                </p14:cNvPr>
                <p14:cNvContentPartPr/>
                <p14:nvPr/>
              </p14:nvContentPartPr>
              <p14:xfrm>
                <a:off x="5526424" y="2383496"/>
                <a:ext cx="117360" cy="1144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0797A50E-CE19-4764-ACD6-E819F815670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08784" y="2365496"/>
                  <a:ext cx="153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A60688CB-549A-45B2-95BF-C21A41A64F08}"/>
                    </a:ext>
                  </a:extLst>
                </p14:cNvPr>
                <p14:cNvContentPartPr/>
                <p14:nvPr/>
              </p14:nvContentPartPr>
              <p14:xfrm>
                <a:off x="5756464" y="2608856"/>
                <a:ext cx="51480" cy="4536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A60688CB-549A-45B2-95BF-C21A41A64F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38824" y="2591216"/>
                  <a:ext cx="8712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077D0731-5AD7-436E-923D-DC3143D1BE41}"/>
                  </a:ext>
                </a:extLst>
              </p14:cNvPr>
              <p14:cNvContentPartPr/>
              <p14:nvPr/>
            </p14:nvContentPartPr>
            <p14:xfrm>
              <a:off x="2938744" y="2488256"/>
              <a:ext cx="699480" cy="61632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077D0731-5AD7-436E-923D-DC3143D1BE4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921104" y="2452256"/>
                <a:ext cx="735120" cy="68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upo 96">
            <a:extLst>
              <a:ext uri="{FF2B5EF4-FFF2-40B4-BE49-F238E27FC236}">
                <a16:creationId xmlns:a16="http://schemas.microsoft.com/office/drawing/2014/main" id="{0918E750-6B7B-4AF3-857A-831EB738E5C3}"/>
              </a:ext>
            </a:extLst>
          </p:cNvPr>
          <p:cNvGrpSpPr/>
          <p:nvPr/>
        </p:nvGrpSpPr>
        <p:grpSpPr>
          <a:xfrm>
            <a:off x="5914144" y="2492936"/>
            <a:ext cx="392760" cy="360000"/>
            <a:chOff x="5914144" y="2492936"/>
            <a:chExt cx="3927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377DA895-D01F-4A8E-9556-0CA40679FFEA}"/>
                    </a:ext>
                  </a:extLst>
                </p14:cNvPr>
                <p14:cNvContentPartPr/>
                <p14:nvPr/>
              </p14:nvContentPartPr>
              <p14:xfrm>
                <a:off x="6094864" y="2492936"/>
                <a:ext cx="54360" cy="2793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377DA895-D01F-4A8E-9556-0CA40679FFE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77224" y="2474936"/>
                  <a:ext cx="90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DFCBAC6-C34F-401F-8552-E438FA57E791}"/>
                    </a:ext>
                  </a:extLst>
                </p14:cNvPr>
                <p14:cNvContentPartPr/>
                <p14:nvPr/>
              </p14:nvContentPartPr>
              <p14:xfrm>
                <a:off x="5914144" y="2798936"/>
                <a:ext cx="392760" cy="5400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DFCBAC6-C34F-401F-8552-E438FA57E7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96504" y="2780936"/>
                  <a:ext cx="4284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8A50200E-BF6F-441C-BF84-4819BA02B90A}"/>
              </a:ext>
            </a:extLst>
          </p:cNvPr>
          <p:cNvGrpSpPr/>
          <p:nvPr/>
        </p:nvGrpSpPr>
        <p:grpSpPr>
          <a:xfrm>
            <a:off x="6005944" y="2969216"/>
            <a:ext cx="275040" cy="231120"/>
            <a:chOff x="6005944" y="2969216"/>
            <a:chExt cx="27504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2A6E043-FF6A-487E-9F9D-3851B5FFAAA9}"/>
                    </a:ext>
                  </a:extLst>
                </p14:cNvPr>
                <p14:cNvContentPartPr/>
                <p14:nvPr/>
              </p14:nvContentPartPr>
              <p14:xfrm>
                <a:off x="6005944" y="2977136"/>
                <a:ext cx="39960" cy="2232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2A6E043-FF6A-487E-9F9D-3851B5FFAA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88304" y="2959496"/>
                  <a:ext cx="75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A048E19-FACC-40B1-A48E-4BF86A80ED92}"/>
                    </a:ext>
                  </a:extLst>
                </p14:cNvPr>
                <p14:cNvContentPartPr/>
                <p14:nvPr/>
              </p14:nvContentPartPr>
              <p14:xfrm>
                <a:off x="6125464" y="2969216"/>
                <a:ext cx="155520" cy="16884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A048E19-FACC-40B1-A48E-4BF86A80ED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07824" y="2951576"/>
                  <a:ext cx="1911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89A0B664-0891-4FC2-9523-65E1326FFD8B}"/>
              </a:ext>
            </a:extLst>
          </p:cNvPr>
          <p:cNvGrpSpPr/>
          <p:nvPr/>
        </p:nvGrpSpPr>
        <p:grpSpPr>
          <a:xfrm>
            <a:off x="6527944" y="2495816"/>
            <a:ext cx="412200" cy="295920"/>
            <a:chOff x="6527944" y="2495816"/>
            <a:chExt cx="41220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48B7435A-A843-465E-8DDC-A5C75321A779}"/>
                    </a:ext>
                  </a:extLst>
                </p14:cNvPr>
                <p14:cNvContentPartPr/>
                <p14:nvPr/>
              </p14:nvContentPartPr>
              <p14:xfrm>
                <a:off x="6527944" y="2495816"/>
                <a:ext cx="217080" cy="29592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48B7435A-A843-465E-8DDC-A5C75321A77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09944" y="2478176"/>
                  <a:ext cx="2527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89004C7B-327B-4DC8-BC4F-41339DB69FF2}"/>
                    </a:ext>
                  </a:extLst>
                </p14:cNvPr>
                <p14:cNvContentPartPr/>
                <p14:nvPr/>
              </p14:nvContentPartPr>
              <p14:xfrm>
                <a:off x="6811264" y="2619656"/>
                <a:ext cx="128880" cy="1490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89004C7B-327B-4DC8-BC4F-41339DB69FF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93624" y="2602016"/>
                  <a:ext cx="16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4B5FB5E-E133-4850-A5B9-99C4BACF35AE}"/>
                    </a:ext>
                  </a:extLst>
                </p14:cNvPr>
                <p14:cNvContentPartPr/>
                <p14:nvPr/>
              </p14:nvContentPartPr>
              <p14:xfrm>
                <a:off x="6761944" y="2560616"/>
                <a:ext cx="155880" cy="2214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4B5FB5E-E133-4850-A5B9-99C4BACF35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44304" y="2542976"/>
                  <a:ext cx="1915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772D7A3E-AB28-4029-B4C6-15755D89B6AF}"/>
              </a:ext>
            </a:extLst>
          </p:cNvPr>
          <p:cNvGrpSpPr/>
          <p:nvPr/>
        </p:nvGrpSpPr>
        <p:grpSpPr>
          <a:xfrm>
            <a:off x="7410664" y="2559896"/>
            <a:ext cx="115560" cy="99360"/>
            <a:chOff x="7410664" y="2559896"/>
            <a:chExt cx="11556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3A523B7-6556-42A7-9736-F44B90C69945}"/>
                    </a:ext>
                  </a:extLst>
                </p14:cNvPr>
                <p14:cNvContentPartPr/>
                <p14:nvPr/>
              </p14:nvContentPartPr>
              <p14:xfrm>
                <a:off x="7414624" y="2559896"/>
                <a:ext cx="89280" cy="1008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3A523B7-6556-42A7-9736-F44B90C699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96624" y="2541896"/>
                  <a:ext cx="124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BE4142FE-F56A-4109-B804-9A24FCB81545}"/>
                    </a:ext>
                  </a:extLst>
                </p14:cNvPr>
                <p14:cNvContentPartPr/>
                <p14:nvPr/>
              </p14:nvContentPartPr>
              <p14:xfrm>
                <a:off x="7410664" y="2631896"/>
                <a:ext cx="115560" cy="2736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BE4142FE-F56A-4109-B804-9A24FCB8154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92664" y="2614256"/>
                  <a:ext cx="1512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8503DB3-BC40-44F0-80E6-D80FA7A8B37F}"/>
              </a:ext>
            </a:extLst>
          </p:cNvPr>
          <p:cNvGrpSpPr/>
          <p:nvPr/>
        </p:nvGrpSpPr>
        <p:grpSpPr>
          <a:xfrm>
            <a:off x="7883344" y="2316176"/>
            <a:ext cx="216000" cy="225000"/>
            <a:chOff x="7883344" y="2316176"/>
            <a:chExt cx="216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A6BBD310-059A-4A41-B1FB-574EBE9F0C6A}"/>
                    </a:ext>
                  </a:extLst>
                </p14:cNvPr>
                <p14:cNvContentPartPr/>
                <p14:nvPr/>
              </p14:nvContentPartPr>
              <p14:xfrm>
                <a:off x="7984864" y="2316176"/>
                <a:ext cx="9000" cy="19332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A6BBD310-059A-4A41-B1FB-574EBE9F0C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66864" y="2298536"/>
                  <a:ext cx="44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D8E0F1B-3AC2-404E-9D22-FD587DB27B37}"/>
                    </a:ext>
                  </a:extLst>
                </p14:cNvPr>
                <p14:cNvContentPartPr/>
                <p14:nvPr/>
              </p14:nvContentPartPr>
              <p14:xfrm>
                <a:off x="7883344" y="2513816"/>
                <a:ext cx="216000" cy="273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D8E0F1B-3AC2-404E-9D22-FD587DB27B3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65704" y="2495816"/>
                  <a:ext cx="2516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9C90FD03-5757-4D81-8B36-B3C6F415245D}"/>
              </a:ext>
            </a:extLst>
          </p:cNvPr>
          <p:cNvGrpSpPr/>
          <p:nvPr/>
        </p:nvGrpSpPr>
        <p:grpSpPr>
          <a:xfrm>
            <a:off x="7880464" y="2667536"/>
            <a:ext cx="294120" cy="233640"/>
            <a:chOff x="7880464" y="2667536"/>
            <a:chExt cx="2941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CF2988FA-FDB5-41EE-A5CA-80A5B431D661}"/>
                    </a:ext>
                  </a:extLst>
                </p14:cNvPr>
                <p14:cNvContentPartPr/>
                <p14:nvPr/>
              </p14:nvContentPartPr>
              <p14:xfrm>
                <a:off x="7880464" y="2672936"/>
                <a:ext cx="60120" cy="22824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CF2988FA-FDB5-41EE-A5CA-80A5B431D6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62824" y="2654936"/>
                  <a:ext cx="95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1456DD70-D403-4ADF-B5F3-08334E2D5103}"/>
                    </a:ext>
                  </a:extLst>
                </p14:cNvPr>
                <p14:cNvContentPartPr/>
                <p14:nvPr/>
              </p14:nvContentPartPr>
              <p14:xfrm>
                <a:off x="8010064" y="2667536"/>
                <a:ext cx="164520" cy="1857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1456DD70-D403-4ADF-B5F3-08334E2D510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92064" y="2649896"/>
                  <a:ext cx="20016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D0849DBE-CE39-4025-B92F-5CD176E206C6}"/>
              </a:ext>
            </a:extLst>
          </p:cNvPr>
          <p:cNvGrpSpPr/>
          <p:nvPr/>
        </p:nvGrpSpPr>
        <p:grpSpPr>
          <a:xfrm>
            <a:off x="8446024" y="1956536"/>
            <a:ext cx="261000" cy="148680"/>
            <a:chOff x="8446024" y="1956536"/>
            <a:chExt cx="26100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E6753F7-878B-4C3C-975E-897266AED414}"/>
                    </a:ext>
                  </a:extLst>
                </p14:cNvPr>
                <p14:cNvContentPartPr/>
                <p14:nvPr/>
              </p14:nvContentPartPr>
              <p14:xfrm>
                <a:off x="8446024" y="1956536"/>
                <a:ext cx="32400" cy="1206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E6753F7-878B-4C3C-975E-897266AED41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28024" y="1938536"/>
                  <a:ext cx="68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F89DFC1-734A-4F96-BE12-102B4D1CCFF0}"/>
                    </a:ext>
                  </a:extLst>
                </p14:cNvPr>
                <p14:cNvContentPartPr/>
                <p14:nvPr/>
              </p14:nvContentPartPr>
              <p14:xfrm>
                <a:off x="8574184" y="1959776"/>
                <a:ext cx="132840" cy="14544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F89DFC1-734A-4F96-BE12-102B4D1CCFF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56184" y="1941776"/>
                  <a:ext cx="16848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D1DA7C22-2F66-4016-8DEC-1041E6A4EF11}"/>
              </a:ext>
            </a:extLst>
          </p:cNvPr>
          <p:cNvGrpSpPr/>
          <p:nvPr/>
        </p:nvGrpSpPr>
        <p:grpSpPr>
          <a:xfrm>
            <a:off x="8386984" y="2233376"/>
            <a:ext cx="1222560" cy="901080"/>
            <a:chOff x="8386984" y="2233376"/>
            <a:chExt cx="1222560" cy="90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CCCAF25-0399-4A44-9190-476C65EB11F6}"/>
                    </a:ext>
                  </a:extLst>
                </p14:cNvPr>
                <p14:cNvContentPartPr/>
                <p14:nvPr/>
              </p14:nvContentPartPr>
              <p14:xfrm>
                <a:off x="8468344" y="2258216"/>
                <a:ext cx="122040" cy="6098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CCCAF25-0399-4A44-9190-476C65EB11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50344" y="2240576"/>
                  <a:ext cx="1576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BFC8901-B177-4190-A105-47C33935AEE4}"/>
                    </a:ext>
                  </a:extLst>
                </p14:cNvPr>
                <p14:cNvContentPartPr/>
                <p14:nvPr/>
              </p14:nvContentPartPr>
              <p14:xfrm>
                <a:off x="8386984" y="2944016"/>
                <a:ext cx="101160" cy="1904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BFC8901-B177-4190-A105-47C33935AE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68984" y="2926376"/>
                  <a:ext cx="136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A6A20F46-648B-48BD-9264-48E813861D97}"/>
                    </a:ext>
                  </a:extLst>
                </p14:cNvPr>
                <p14:cNvContentPartPr/>
                <p14:nvPr/>
              </p14:nvContentPartPr>
              <p14:xfrm>
                <a:off x="8778664" y="2378816"/>
                <a:ext cx="119160" cy="20124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A6A20F46-648B-48BD-9264-48E813861D9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60664" y="2361176"/>
                  <a:ext cx="154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69A87E4B-DCFD-42E5-9609-5DD2A77A3295}"/>
                    </a:ext>
                  </a:extLst>
                </p14:cNvPr>
                <p14:cNvContentPartPr/>
                <p14:nvPr/>
              </p14:nvContentPartPr>
              <p14:xfrm>
                <a:off x="8749504" y="2365136"/>
                <a:ext cx="151200" cy="20304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69A87E4B-DCFD-42E5-9609-5DD2A77A32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31864" y="2347136"/>
                  <a:ext cx="186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0C53EC29-8F51-40C2-83F9-E3DDB4B37BFC}"/>
                    </a:ext>
                  </a:extLst>
                </p14:cNvPr>
                <p14:cNvContentPartPr/>
                <p14:nvPr/>
              </p14:nvContentPartPr>
              <p14:xfrm>
                <a:off x="9006544" y="2233376"/>
                <a:ext cx="126000" cy="1544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0C53EC29-8F51-40C2-83F9-E3DDB4B37BF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88904" y="2215736"/>
                  <a:ext cx="161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E55B6D38-2188-4DB1-B48D-EFD33E21739C}"/>
                    </a:ext>
                  </a:extLst>
                </p14:cNvPr>
                <p14:cNvContentPartPr/>
                <p14:nvPr/>
              </p14:nvContentPartPr>
              <p14:xfrm>
                <a:off x="9163864" y="2257136"/>
                <a:ext cx="222120" cy="26604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E55B6D38-2188-4DB1-B48D-EFD33E2173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45864" y="2239496"/>
                  <a:ext cx="257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C1A3558-5CF7-4D6B-9869-22AD3DED47C9}"/>
                    </a:ext>
                  </a:extLst>
                </p14:cNvPr>
                <p14:cNvContentPartPr/>
                <p14:nvPr/>
              </p14:nvContentPartPr>
              <p14:xfrm>
                <a:off x="9464824" y="2342456"/>
                <a:ext cx="122040" cy="15948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C1A3558-5CF7-4D6B-9869-22AD3DED47C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47184" y="2324456"/>
                  <a:ext cx="157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E197665-7563-4D4B-828E-22139923F20F}"/>
                    </a:ext>
                  </a:extLst>
                </p14:cNvPr>
                <p14:cNvContentPartPr/>
                <p14:nvPr/>
              </p14:nvContentPartPr>
              <p14:xfrm>
                <a:off x="9457264" y="2301416"/>
                <a:ext cx="152280" cy="20916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E197665-7563-4D4B-828E-22139923F20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39264" y="2283776"/>
                  <a:ext cx="1879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DBF1754B-56F9-425D-81BD-74A306973C99}"/>
              </a:ext>
            </a:extLst>
          </p:cNvPr>
          <p:cNvGrpSpPr/>
          <p:nvPr/>
        </p:nvGrpSpPr>
        <p:grpSpPr>
          <a:xfrm>
            <a:off x="1702144" y="4258016"/>
            <a:ext cx="149400" cy="174240"/>
            <a:chOff x="1702144" y="4258016"/>
            <a:chExt cx="14940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51136C7D-6BD2-4C6C-9535-38ABD240A8C5}"/>
                    </a:ext>
                  </a:extLst>
                </p14:cNvPr>
                <p14:cNvContentPartPr/>
                <p14:nvPr/>
              </p14:nvContentPartPr>
              <p14:xfrm>
                <a:off x="1710064" y="4258016"/>
                <a:ext cx="141480" cy="2376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51136C7D-6BD2-4C6C-9535-38ABD240A8C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92064" y="4240376"/>
                  <a:ext cx="177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2F12EA1-3E7B-40B3-B75D-B6334E0D2509}"/>
                    </a:ext>
                  </a:extLst>
                </p14:cNvPr>
                <p14:cNvContentPartPr/>
                <p14:nvPr/>
              </p14:nvContentPartPr>
              <p14:xfrm>
                <a:off x="1702144" y="4389416"/>
                <a:ext cx="135720" cy="4284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2F12EA1-3E7B-40B3-B75D-B6334E0D25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684504" y="4371416"/>
                  <a:ext cx="171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99D1C1B-C5FE-48F8-B4C4-E7F060F34712}"/>
              </a:ext>
            </a:extLst>
          </p:cNvPr>
          <p:cNvGrpSpPr/>
          <p:nvPr/>
        </p:nvGrpSpPr>
        <p:grpSpPr>
          <a:xfrm>
            <a:off x="2250424" y="4511096"/>
            <a:ext cx="273240" cy="214920"/>
            <a:chOff x="2250424" y="4511096"/>
            <a:chExt cx="27324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F43498FD-7008-4517-80B4-2049261C3A43}"/>
                    </a:ext>
                  </a:extLst>
                </p14:cNvPr>
                <p14:cNvContentPartPr/>
                <p14:nvPr/>
              </p14:nvContentPartPr>
              <p14:xfrm>
                <a:off x="2250424" y="4530176"/>
                <a:ext cx="59400" cy="19584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F43498FD-7008-4517-80B4-2049261C3A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32424" y="4512536"/>
                  <a:ext cx="95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8C1C9116-EEBE-4C1F-ADDB-5E17B2091BE4}"/>
                    </a:ext>
                  </a:extLst>
                </p14:cNvPr>
                <p14:cNvContentPartPr/>
                <p14:nvPr/>
              </p14:nvContentPartPr>
              <p14:xfrm>
                <a:off x="2351584" y="4511096"/>
                <a:ext cx="172080" cy="16056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8C1C9116-EEBE-4C1F-ADDB-5E17B2091BE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33944" y="4493096"/>
                  <a:ext cx="20772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B4F7E6CC-3339-47DF-BB2C-FB9DF123533C}"/>
              </a:ext>
            </a:extLst>
          </p:cNvPr>
          <p:cNvGrpSpPr/>
          <p:nvPr/>
        </p:nvGrpSpPr>
        <p:grpSpPr>
          <a:xfrm>
            <a:off x="2209744" y="4085936"/>
            <a:ext cx="364680" cy="295920"/>
            <a:chOff x="2209744" y="4085936"/>
            <a:chExt cx="3646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B8726A39-F468-4916-8AE3-DD187CFAC609}"/>
                    </a:ext>
                  </a:extLst>
                </p14:cNvPr>
                <p14:cNvContentPartPr/>
                <p14:nvPr/>
              </p14:nvContentPartPr>
              <p14:xfrm>
                <a:off x="2278864" y="4085936"/>
                <a:ext cx="52920" cy="24660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B8726A39-F468-4916-8AE3-DD187CFAC6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61224" y="4067936"/>
                  <a:ext cx="88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4CECB718-4E4B-4377-8D6C-35EEE6583214}"/>
                    </a:ext>
                  </a:extLst>
                </p14:cNvPr>
                <p14:cNvContentPartPr/>
                <p14:nvPr/>
              </p14:nvContentPartPr>
              <p14:xfrm>
                <a:off x="2209744" y="4354496"/>
                <a:ext cx="213120" cy="2736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4CECB718-4E4B-4377-8D6C-35EEE658321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91744" y="4336856"/>
                  <a:ext cx="248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481E58DD-854E-4413-B7D3-AD28584258FC}"/>
                    </a:ext>
                  </a:extLst>
                </p14:cNvPr>
                <p14:cNvContentPartPr/>
                <p14:nvPr/>
              </p14:nvContentPartPr>
              <p14:xfrm>
                <a:off x="2572264" y="4326056"/>
                <a:ext cx="2160" cy="396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481E58DD-854E-4413-B7D3-AD28584258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54264" y="4308056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1AFB6B41-375A-4DA3-8D4E-4440D7C076F6}"/>
              </a:ext>
            </a:extLst>
          </p:cNvPr>
          <p:cNvGrpSpPr/>
          <p:nvPr/>
        </p:nvGrpSpPr>
        <p:grpSpPr>
          <a:xfrm>
            <a:off x="2783944" y="3947696"/>
            <a:ext cx="329040" cy="762840"/>
            <a:chOff x="2783944" y="3947696"/>
            <a:chExt cx="329040" cy="76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FA9C0D1C-7A81-48FC-BBEC-E6078E77E304}"/>
                    </a:ext>
                  </a:extLst>
                </p14:cNvPr>
                <p14:cNvContentPartPr/>
                <p14:nvPr/>
              </p14:nvContentPartPr>
              <p14:xfrm>
                <a:off x="2840104" y="4092056"/>
                <a:ext cx="101880" cy="2012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FA9C0D1C-7A81-48FC-BBEC-E6078E77E30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22104" y="4074056"/>
                  <a:ext cx="137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DCDCCE80-4B28-459D-A019-898AAE527C16}"/>
                    </a:ext>
                  </a:extLst>
                </p14:cNvPr>
                <p14:cNvContentPartPr/>
                <p14:nvPr/>
              </p14:nvContentPartPr>
              <p14:xfrm>
                <a:off x="2837944" y="4096376"/>
                <a:ext cx="95040" cy="2152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DCDCCE80-4B28-459D-A019-898AAE527C1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0304" y="4078376"/>
                  <a:ext cx="1306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3D7252C3-E53F-41E9-9FA7-8C7166986907}"/>
                    </a:ext>
                  </a:extLst>
                </p14:cNvPr>
                <p14:cNvContentPartPr/>
                <p14:nvPr/>
              </p14:nvContentPartPr>
              <p14:xfrm>
                <a:off x="3005344" y="3947696"/>
                <a:ext cx="107640" cy="21780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3D7252C3-E53F-41E9-9FA7-8C716698690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87344" y="3929696"/>
                  <a:ext cx="143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768EA9F0-7C87-42F3-8A24-B3753C993FD3}"/>
                    </a:ext>
                  </a:extLst>
                </p14:cNvPr>
                <p14:cNvContentPartPr/>
                <p14:nvPr/>
              </p14:nvContentPartPr>
              <p14:xfrm>
                <a:off x="2783944" y="4376816"/>
                <a:ext cx="296280" cy="4608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768EA9F0-7C87-42F3-8A24-B3753C993F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66304" y="4358816"/>
                  <a:ext cx="331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B809601E-1863-46AE-BDCB-492B57101812}"/>
                    </a:ext>
                  </a:extLst>
                </p14:cNvPr>
                <p14:cNvContentPartPr/>
                <p14:nvPr/>
              </p14:nvContentPartPr>
              <p14:xfrm>
                <a:off x="2891224" y="4481936"/>
                <a:ext cx="127800" cy="22860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B809601E-1863-46AE-BDCB-492B5710181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73584" y="4463936"/>
                  <a:ext cx="16344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F99F9827-693E-4342-9D00-351A119E798D}"/>
              </a:ext>
            </a:extLst>
          </p:cNvPr>
          <p:cNvGrpSpPr/>
          <p:nvPr/>
        </p:nvGrpSpPr>
        <p:grpSpPr>
          <a:xfrm>
            <a:off x="3521944" y="3765896"/>
            <a:ext cx="380160" cy="1018080"/>
            <a:chOff x="3521944" y="3765896"/>
            <a:chExt cx="380160" cy="10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FF62637-9EF7-42A0-AB42-07C776936738}"/>
                    </a:ext>
                  </a:extLst>
                </p14:cNvPr>
                <p14:cNvContentPartPr/>
                <p14:nvPr/>
              </p14:nvContentPartPr>
              <p14:xfrm>
                <a:off x="3553984" y="3981536"/>
                <a:ext cx="39600" cy="50616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FF62637-9EF7-42A0-AB42-07C77693673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36344" y="3963536"/>
                  <a:ext cx="752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6EC5761A-A505-4984-B8F3-6D460A0F7E9E}"/>
                    </a:ext>
                  </a:extLst>
                </p14:cNvPr>
                <p14:cNvContentPartPr/>
                <p14:nvPr/>
              </p14:nvContentPartPr>
              <p14:xfrm>
                <a:off x="3521944" y="4510376"/>
                <a:ext cx="117720" cy="27360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6EC5761A-A505-4984-B8F3-6D460A0F7E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04304" y="4492376"/>
                  <a:ext cx="153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DACD7F97-6212-428F-991F-5846A2B9563C}"/>
                    </a:ext>
                  </a:extLst>
                </p14:cNvPr>
                <p14:cNvContentPartPr/>
                <p14:nvPr/>
              </p14:nvContentPartPr>
              <p14:xfrm>
                <a:off x="3667384" y="3765896"/>
                <a:ext cx="23400" cy="15444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DACD7F97-6212-428F-991F-5846A2B9563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49744" y="3747896"/>
                  <a:ext cx="59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4C741A6-8C61-4BBE-B537-11C28FE68981}"/>
                    </a:ext>
                  </a:extLst>
                </p14:cNvPr>
                <p14:cNvContentPartPr/>
                <p14:nvPr/>
              </p14:nvContentPartPr>
              <p14:xfrm>
                <a:off x="3772864" y="3774536"/>
                <a:ext cx="129240" cy="11304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4C741A6-8C61-4BBE-B537-11C28FE6898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55224" y="3756896"/>
                  <a:ext cx="16488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049BD319-12A9-4BAE-A00A-90474BD7EEFD}"/>
                  </a:ext>
                </a:extLst>
              </p14:cNvPr>
              <p14:cNvContentPartPr/>
              <p14:nvPr/>
            </p14:nvContentPartPr>
            <p14:xfrm>
              <a:off x="4043584" y="4092056"/>
              <a:ext cx="105840" cy="32400"/>
            </p14:xfrm>
          </p:contentPart>
        </mc:Choice>
        <mc:Fallback xmlns=""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049BD319-12A9-4BAE-A00A-90474BD7EEF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025584" y="4074056"/>
                <a:ext cx="1414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ADC05C7F-6692-46A9-B70F-75FA13927A31}"/>
                  </a:ext>
                </a:extLst>
              </p14:cNvPr>
              <p14:cNvContentPartPr/>
              <p14:nvPr/>
            </p14:nvContentPartPr>
            <p14:xfrm>
              <a:off x="4040704" y="4180616"/>
              <a:ext cx="160920" cy="53280"/>
            </p14:xfrm>
          </p:contentPart>
        </mc:Choice>
        <mc:Fallback xmlns=""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ADC05C7F-6692-46A9-B70F-75FA13927A3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022704" y="4162976"/>
                <a:ext cx="196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E9468A22-D5C6-4C4D-8269-C91FFBF45414}"/>
                  </a:ext>
                </a:extLst>
              </p14:cNvPr>
              <p14:cNvContentPartPr/>
              <p14:nvPr/>
            </p14:nvContentPartPr>
            <p14:xfrm>
              <a:off x="4509424" y="3956336"/>
              <a:ext cx="49680" cy="245520"/>
            </p14:xfrm>
          </p:contentPart>
        </mc:Choice>
        <mc:Fallback xmlns=""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E9468A22-D5C6-4C4D-8269-C91FFBF4541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91784" y="3938336"/>
                <a:ext cx="8532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5D730FC2-00D3-47EE-A497-2EE8AC0AC466}"/>
                  </a:ext>
                </a:extLst>
              </p14:cNvPr>
              <p14:cNvContentPartPr/>
              <p14:nvPr/>
            </p14:nvContentPartPr>
            <p14:xfrm>
              <a:off x="4422664" y="4267736"/>
              <a:ext cx="307800" cy="24840"/>
            </p14:xfrm>
          </p:contentPart>
        </mc:Choice>
        <mc:Fallback xmlns=""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5D730FC2-00D3-47EE-A497-2EE8AC0AC46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404664" y="4249736"/>
                <a:ext cx="34344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upo 154">
            <a:extLst>
              <a:ext uri="{FF2B5EF4-FFF2-40B4-BE49-F238E27FC236}">
                <a16:creationId xmlns:a16="http://schemas.microsoft.com/office/drawing/2014/main" id="{01379460-67EE-4DC8-86FD-9BF47696BA76}"/>
              </a:ext>
            </a:extLst>
          </p:cNvPr>
          <p:cNvGrpSpPr/>
          <p:nvPr/>
        </p:nvGrpSpPr>
        <p:grpSpPr>
          <a:xfrm>
            <a:off x="4339144" y="4445216"/>
            <a:ext cx="330120" cy="196920"/>
            <a:chOff x="4339144" y="4445216"/>
            <a:chExt cx="33012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29A213C6-184B-4A53-89F7-936AEA6D7A60}"/>
                    </a:ext>
                  </a:extLst>
                </p14:cNvPr>
                <p14:cNvContentPartPr/>
                <p14:nvPr/>
              </p14:nvContentPartPr>
              <p14:xfrm>
                <a:off x="4339144" y="4445216"/>
                <a:ext cx="102240" cy="19692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29A213C6-184B-4A53-89F7-936AEA6D7A6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321144" y="4427216"/>
                  <a:ext cx="137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612CAFBD-36AB-4A25-98D1-450C5D5B2781}"/>
                    </a:ext>
                  </a:extLst>
                </p14:cNvPr>
                <p14:cNvContentPartPr/>
                <p14:nvPr/>
              </p14:nvContentPartPr>
              <p14:xfrm>
                <a:off x="4531744" y="4490216"/>
                <a:ext cx="137520" cy="13824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612CAFBD-36AB-4A25-98D1-450C5D5B278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14104" y="4472576"/>
                  <a:ext cx="1731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90BC52FF-64FA-44A1-B9C3-C6C5C8F34890}"/>
              </a:ext>
            </a:extLst>
          </p:cNvPr>
          <p:cNvGrpSpPr/>
          <p:nvPr/>
        </p:nvGrpSpPr>
        <p:grpSpPr>
          <a:xfrm>
            <a:off x="4957264" y="3924296"/>
            <a:ext cx="1440720" cy="392400"/>
            <a:chOff x="4957264" y="3924296"/>
            <a:chExt cx="144072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85E21E21-B670-4B48-86C2-4173B0CCABCD}"/>
                    </a:ext>
                  </a:extLst>
                </p14:cNvPr>
                <p14:cNvContentPartPr/>
                <p14:nvPr/>
              </p14:nvContentPartPr>
              <p14:xfrm>
                <a:off x="4968784" y="3996296"/>
                <a:ext cx="140400" cy="2988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85E21E21-B670-4B48-86C2-4173B0CCABC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950784" y="3978656"/>
                  <a:ext cx="176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C834C21D-0C08-4B11-A667-232A992A2596}"/>
                    </a:ext>
                  </a:extLst>
                </p14:cNvPr>
                <p14:cNvContentPartPr/>
                <p14:nvPr/>
              </p14:nvContentPartPr>
              <p14:xfrm>
                <a:off x="4957264" y="4027616"/>
                <a:ext cx="168480" cy="28908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C834C21D-0C08-4B11-A667-232A992A25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39264" y="4009616"/>
                  <a:ext cx="204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BD1A2D58-2446-4EA3-85BC-9C339622C162}"/>
                    </a:ext>
                  </a:extLst>
                </p14:cNvPr>
                <p14:cNvContentPartPr/>
                <p14:nvPr/>
              </p14:nvContentPartPr>
              <p14:xfrm>
                <a:off x="5185144" y="4000616"/>
                <a:ext cx="76680" cy="23220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BD1A2D58-2446-4EA3-85BC-9C339622C16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67504" y="3982976"/>
                  <a:ext cx="112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17E59E3B-7C45-4617-B418-76F9B6D8FE44}"/>
                    </a:ext>
                  </a:extLst>
                </p14:cNvPr>
                <p14:cNvContentPartPr/>
                <p14:nvPr/>
              </p14:nvContentPartPr>
              <p14:xfrm>
                <a:off x="5325904" y="4016456"/>
                <a:ext cx="128160" cy="17316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17E59E3B-7C45-4617-B418-76F9B6D8FE4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08264" y="3998456"/>
                  <a:ext cx="163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1CD65715-707E-4545-99C7-72EE8FF8FEB6}"/>
                    </a:ext>
                  </a:extLst>
                </p14:cNvPr>
                <p14:cNvContentPartPr/>
                <p14:nvPr/>
              </p14:nvContentPartPr>
              <p14:xfrm>
                <a:off x="5460904" y="3992696"/>
                <a:ext cx="130320" cy="20196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1CD65715-707E-4545-99C7-72EE8FF8FEB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42904" y="3975056"/>
                  <a:ext cx="165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E24968AF-D0F8-43D4-BCD6-EA86F4AC7E15}"/>
                    </a:ext>
                  </a:extLst>
                </p14:cNvPr>
                <p14:cNvContentPartPr/>
                <p14:nvPr/>
              </p14:nvContentPartPr>
              <p14:xfrm>
                <a:off x="5564224" y="4052096"/>
                <a:ext cx="175680" cy="17460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E24968AF-D0F8-43D4-BCD6-EA86F4AC7E1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546224" y="4034456"/>
                  <a:ext cx="211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02DD2F4-761A-4C2D-9F7A-414AE28DD28B}"/>
                    </a:ext>
                  </a:extLst>
                </p14:cNvPr>
                <p14:cNvContentPartPr/>
                <p14:nvPr/>
              </p14:nvContentPartPr>
              <p14:xfrm>
                <a:off x="5797144" y="4086656"/>
                <a:ext cx="160920" cy="21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02DD2F4-761A-4C2D-9F7A-414AE28DD28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779504" y="4069016"/>
                  <a:ext cx="196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C0A9031-D2B1-401B-97E0-5C131D7A8F8B}"/>
                    </a:ext>
                  </a:extLst>
                </p14:cNvPr>
                <p14:cNvContentPartPr/>
                <p14:nvPr/>
              </p14:nvContentPartPr>
              <p14:xfrm>
                <a:off x="6055624" y="3985856"/>
                <a:ext cx="136440" cy="16668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C0A9031-D2B1-401B-97E0-5C131D7A8F8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37624" y="3968216"/>
                  <a:ext cx="172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29462CB-DBF4-48E0-85A3-7901DA9AFBC5}"/>
                    </a:ext>
                  </a:extLst>
                </p14:cNvPr>
                <p14:cNvContentPartPr/>
                <p14:nvPr/>
              </p14:nvContentPartPr>
              <p14:xfrm>
                <a:off x="6266944" y="3924296"/>
                <a:ext cx="131040" cy="34488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29462CB-DBF4-48E0-85A3-7901DA9AFBC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49304" y="3906296"/>
                  <a:ext cx="166680" cy="38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C152C276-1C48-49E0-B0C3-D04EB44E525A}"/>
              </a:ext>
            </a:extLst>
          </p:cNvPr>
          <p:cNvGrpSpPr/>
          <p:nvPr/>
        </p:nvGrpSpPr>
        <p:grpSpPr>
          <a:xfrm>
            <a:off x="6696064" y="4012856"/>
            <a:ext cx="145440" cy="128160"/>
            <a:chOff x="6696064" y="4012856"/>
            <a:chExt cx="14544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0D7C65BC-C794-4AA0-B1EA-F0C491310BE7}"/>
                    </a:ext>
                  </a:extLst>
                </p14:cNvPr>
                <p14:cNvContentPartPr/>
                <p14:nvPr/>
              </p14:nvContentPartPr>
              <p14:xfrm>
                <a:off x="6743584" y="4012856"/>
                <a:ext cx="91080" cy="1944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0D7C65BC-C794-4AA0-B1EA-F0C491310B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25944" y="3994856"/>
                  <a:ext cx="126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4D232CDF-BEE8-4AE1-82B2-A4E6E3165036}"/>
                    </a:ext>
                  </a:extLst>
                </p14:cNvPr>
                <p14:cNvContentPartPr/>
                <p14:nvPr/>
              </p14:nvContentPartPr>
              <p14:xfrm>
                <a:off x="6696064" y="4122296"/>
                <a:ext cx="145440" cy="1872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4D232CDF-BEE8-4AE1-82B2-A4E6E316503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78424" y="4104656"/>
                  <a:ext cx="1810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21FF3BD0-E05E-464E-B271-76E8ECDC268A}"/>
              </a:ext>
            </a:extLst>
          </p:cNvPr>
          <p:cNvGrpSpPr/>
          <p:nvPr/>
        </p:nvGrpSpPr>
        <p:grpSpPr>
          <a:xfrm>
            <a:off x="7116904" y="3686696"/>
            <a:ext cx="842040" cy="649800"/>
            <a:chOff x="7116904" y="3686696"/>
            <a:chExt cx="842040" cy="64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D148E3D6-132C-40E9-9793-0D0748EE551E}"/>
                    </a:ext>
                  </a:extLst>
                </p14:cNvPr>
                <p14:cNvContentPartPr/>
                <p14:nvPr/>
              </p14:nvContentPartPr>
              <p14:xfrm>
                <a:off x="7206544" y="3823136"/>
                <a:ext cx="70920" cy="20988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D148E3D6-132C-40E9-9793-0D0748EE551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88904" y="3805496"/>
                  <a:ext cx="106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F4F29CE6-11BE-463B-805E-66DD8F97FAFF}"/>
                    </a:ext>
                  </a:extLst>
                </p14:cNvPr>
                <p14:cNvContentPartPr/>
                <p14:nvPr/>
              </p14:nvContentPartPr>
              <p14:xfrm>
                <a:off x="7363864" y="3811256"/>
                <a:ext cx="122400" cy="14904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F4F29CE6-11BE-463B-805E-66DD8F97FAF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345864" y="3793256"/>
                  <a:ext cx="158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0AAE768E-43AE-4EE2-8556-46FFFC4D852A}"/>
                    </a:ext>
                  </a:extLst>
                </p14:cNvPr>
                <p14:cNvContentPartPr/>
                <p14:nvPr/>
              </p14:nvContentPartPr>
              <p14:xfrm>
                <a:off x="7540984" y="3800816"/>
                <a:ext cx="123120" cy="15804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0AAE768E-43AE-4EE2-8556-46FFFC4D852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523344" y="3782816"/>
                  <a:ext cx="158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33D75DD5-F2B2-4DD5-8373-87FC2CEBB6DA}"/>
                    </a:ext>
                  </a:extLst>
                </p14:cNvPr>
                <p14:cNvContentPartPr/>
                <p14:nvPr/>
              </p14:nvContentPartPr>
              <p14:xfrm>
                <a:off x="7700464" y="3808736"/>
                <a:ext cx="214200" cy="12672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33D75DD5-F2B2-4DD5-8373-87FC2CEBB6D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682824" y="3791096"/>
                  <a:ext cx="249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5DE7FBC1-9087-4A55-B140-A43656C06617}"/>
                    </a:ext>
                  </a:extLst>
                </p14:cNvPr>
                <p14:cNvContentPartPr/>
                <p14:nvPr/>
              </p14:nvContentPartPr>
              <p14:xfrm>
                <a:off x="7116904" y="3966776"/>
                <a:ext cx="842040" cy="14292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5DE7FBC1-9087-4A55-B140-A43656C0661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98904" y="3948776"/>
                  <a:ext cx="87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1B2FEA80-AB9B-4048-B8E1-CB0E3B577647}"/>
                    </a:ext>
                  </a:extLst>
                </p14:cNvPr>
                <p14:cNvContentPartPr/>
                <p14:nvPr/>
              </p14:nvContentPartPr>
              <p14:xfrm>
                <a:off x="7459984" y="4149656"/>
                <a:ext cx="102240" cy="15840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1B2FEA80-AB9B-4048-B8E1-CB0E3B57764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41984" y="4132016"/>
                  <a:ext cx="137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C7DC9AA2-6EAD-4300-A990-B629F36A5053}"/>
                    </a:ext>
                  </a:extLst>
                </p14:cNvPr>
                <p14:cNvContentPartPr/>
                <p14:nvPr/>
              </p14:nvContentPartPr>
              <p14:xfrm>
                <a:off x="7662664" y="4055336"/>
                <a:ext cx="145080" cy="20052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C7DC9AA2-6EAD-4300-A990-B629F36A50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644664" y="4037696"/>
                  <a:ext cx="180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64FE5634-0206-40B0-8D84-0B1F818E3F18}"/>
                    </a:ext>
                  </a:extLst>
                </p14:cNvPr>
                <p14:cNvContentPartPr/>
                <p14:nvPr/>
              </p14:nvContentPartPr>
              <p14:xfrm>
                <a:off x="7644664" y="3686696"/>
                <a:ext cx="255600" cy="64980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64FE5634-0206-40B0-8D84-0B1F818E3F1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6664" y="3669056"/>
                  <a:ext cx="291240" cy="68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B061D9B6-1C8A-40F9-A738-8F8E3D3F5367}"/>
              </a:ext>
            </a:extLst>
          </p:cNvPr>
          <p:cNvGrpSpPr/>
          <p:nvPr/>
        </p:nvGrpSpPr>
        <p:grpSpPr>
          <a:xfrm>
            <a:off x="8229304" y="3730256"/>
            <a:ext cx="685440" cy="626400"/>
            <a:chOff x="8229304" y="3730256"/>
            <a:chExt cx="68544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BED81027-1649-40B7-AD08-7B168F7E78F9}"/>
                    </a:ext>
                  </a:extLst>
                </p14:cNvPr>
                <p14:cNvContentPartPr/>
                <p14:nvPr/>
              </p14:nvContentPartPr>
              <p14:xfrm>
                <a:off x="8238304" y="3784976"/>
                <a:ext cx="100800" cy="28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BED81027-1649-40B7-AD08-7B168F7E78F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20304" y="3767336"/>
                  <a:ext cx="136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BFD6579D-2D28-4CC6-8C16-0FB73B787942}"/>
                    </a:ext>
                  </a:extLst>
                </p14:cNvPr>
                <p14:cNvContentPartPr/>
                <p14:nvPr/>
              </p14:nvContentPartPr>
              <p14:xfrm>
                <a:off x="8229304" y="3887576"/>
                <a:ext cx="114480" cy="1764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BFD6579D-2D28-4CC6-8C16-0FB73B78794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211664" y="3869936"/>
                  <a:ext cx="150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E1483DFE-2841-473B-9086-8D6CE507C7CF}"/>
                    </a:ext>
                  </a:extLst>
                </p14:cNvPr>
                <p14:cNvContentPartPr/>
                <p14:nvPr/>
              </p14:nvContentPartPr>
              <p14:xfrm>
                <a:off x="8511544" y="3751856"/>
                <a:ext cx="45000" cy="11772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E1483DFE-2841-473B-9086-8D6CE507C7C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493904" y="3734216"/>
                  <a:ext cx="80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EB0F5C0E-AFEB-4C5C-B12B-B057E9608756}"/>
                    </a:ext>
                  </a:extLst>
                </p14:cNvPr>
                <p14:cNvContentPartPr/>
                <p14:nvPr/>
              </p14:nvContentPartPr>
              <p14:xfrm>
                <a:off x="8620264" y="3730256"/>
                <a:ext cx="117000" cy="13644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EB0F5C0E-AFEB-4C5C-B12B-B057E960875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02264" y="3712256"/>
                  <a:ext cx="152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2EED339B-4A3B-4076-A10B-EA1F37B5C6A8}"/>
                    </a:ext>
                  </a:extLst>
                </p14:cNvPr>
                <p14:cNvContentPartPr/>
                <p14:nvPr/>
              </p14:nvContentPartPr>
              <p14:xfrm>
                <a:off x="8758144" y="3731336"/>
                <a:ext cx="152280" cy="12960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2EED339B-4A3B-4076-A10B-EA1F37B5C6A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40504" y="3713696"/>
                  <a:ext cx="187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690D7536-B568-44CB-A507-B41B634DBCCB}"/>
                    </a:ext>
                  </a:extLst>
                </p14:cNvPr>
                <p14:cNvContentPartPr/>
                <p14:nvPr/>
              </p14:nvContentPartPr>
              <p14:xfrm>
                <a:off x="8397784" y="3938696"/>
                <a:ext cx="516960" cy="13716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690D7536-B568-44CB-A507-B41B634DBC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79784" y="3920696"/>
                  <a:ext cx="55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7370A413-F2BD-43F8-930E-5444D7F01D97}"/>
                    </a:ext>
                  </a:extLst>
                </p14:cNvPr>
                <p14:cNvContentPartPr/>
                <p14:nvPr/>
              </p14:nvContentPartPr>
              <p14:xfrm>
                <a:off x="8489584" y="4143896"/>
                <a:ext cx="234720" cy="21276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7370A413-F2BD-43F8-930E-5444D7F01D9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71584" y="4126256"/>
                  <a:ext cx="27036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F27F1736-69F8-41FA-8C7F-8078CC1A18D6}"/>
              </a:ext>
            </a:extLst>
          </p:cNvPr>
          <p:cNvGrpSpPr/>
          <p:nvPr/>
        </p:nvGrpSpPr>
        <p:grpSpPr>
          <a:xfrm>
            <a:off x="3272104" y="2010896"/>
            <a:ext cx="174600" cy="341640"/>
            <a:chOff x="3272104" y="2010896"/>
            <a:chExt cx="17460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5618B079-7BF6-4927-874E-EBB65A450926}"/>
                    </a:ext>
                  </a:extLst>
                </p14:cNvPr>
                <p14:cNvContentPartPr/>
                <p14:nvPr/>
              </p14:nvContentPartPr>
              <p14:xfrm>
                <a:off x="3272104" y="2010896"/>
                <a:ext cx="127800" cy="33156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5618B079-7BF6-4927-874E-EBB65A4509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54464" y="1993256"/>
                  <a:ext cx="1634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F30FB3EE-3956-43F8-8056-91474FBFD5FB}"/>
                    </a:ext>
                  </a:extLst>
                </p14:cNvPr>
                <p14:cNvContentPartPr/>
                <p14:nvPr/>
              </p14:nvContentPartPr>
              <p14:xfrm>
                <a:off x="3298384" y="2247416"/>
                <a:ext cx="148320" cy="10512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F30FB3EE-3956-43F8-8056-91474FBFD5F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280384" y="2229416"/>
                  <a:ext cx="1839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EBD9958D-7002-4257-9578-DB5076B21DDE}"/>
              </a:ext>
            </a:extLst>
          </p:cNvPr>
          <p:cNvGrpSpPr/>
          <p:nvPr/>
        </p:nvGrpSpPr>
        <p:grpSpPr>
          <a:xfrm>
            <a:off x="5711104" y="1002896"/>
            <a:ext cx="183960" cy="124200"/>
            <a:chOff x="5711104" y="1002896"/>
            <a:chExt cx="1839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C1B22967-CAE4-4D46-A93A-7E8ED3E56AA2}"/>
                    </a:ext>
                  </a:extLst>
                </p14:cNvPr>
                <p14:cNvContentPartPr/>
                <p14:nvPr/>
              </p14:nvContentPartPr>
              <p14:xfrm>
                <a:off x="5711104" y="1002896"/>
                <a:ext cx="177120" cy="2556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C1B22967-CAE4-4D46-A93A-7E8ED3E56AA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93464" y="985256"/>
                  <a:ext cx="212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D27BED16-1433-4008-BEB5-5B9109C01DEC}"/>
                    </a:ext>
                  </a:extLst>
                </p14:cNvPr>
                <p14:cNvContentPartPr/>
                <p14:nvPr/>
              </p14:nvContentPartPr>
              <p14:xfrm>
                <a:off x="5746744" y="1117016"/>
                <a:ext cx="148320" cy="1008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D27BED16-1433-4008-BEB5-5B9109C01DE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29104" y="1099376"/>
                  <a:ext cx="18396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252CBC90-B055-4F17-9D2A-FBD84FE2B6EA}"/>
                  </a:ext>
                </a:extLst>
              </p14:cNvPr>
              <p14:cNvContentPartPr/>
              <p14:nvPr/>
            </p14:nvContentPartPr>
            <p14:xfrm>
              <a:off x="8311744" y="4276376"/>
              <a:ext cx="772920" cy="405720"/>
            </p14:xfrm>
          </p:contentPart>
        </mc:Choice>
        <mc:Fallback xmlns=""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252CBC90-B055-4F17-9D2A-FBD84FE2B6E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293744" y="4258376"/>
                <a:ext cx="808560" cy="44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upo 197">
            <a:extLst>
              <a:ext uri="{FF2B5EF4-FFF2-40B4-BE49-F238E27FC236}">
                <a16:creationId xmlns:a16="http://schemas.microsoft.com/office/drawing/2014/main" id="{F58B2EE6-2B89-4164-9493-166A5646E953}"/>
              </a:ext>
            </a:extLst>
          </p:cNvPr>
          <p:cNvGrpSpPr/>
          <p:nvPr/>
        </p:nvGrpSpPr>
        <p:grpSpPr>
          <a:xfrm>
            <a:off x="2830384" y="1516256"/>
            <a:ext cx="646920" cy="327960"/>
            <a:chOff x="2830384" y="1516256"/>
            <a:chExt cx="64692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0831F73F-0F2E-4613-B41C-334AB86069B2}"/>
                    </a:ext>
                  </a:extLst>
                </p14:cNvPr>
                <p14:cNvContentPartPr/>
                <p14:nvPr/>
              </p14:nvContentPartPr>
              <p14:xfrm>
                <a:off x="2830384" y="1597256"/>
                <a:ext cx="11880" cy="19332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0831F73F-0F2E-4613-B41C-334AB86069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812384" y="1579256"/>
                  <a:ext cx="47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A0818203-C579-4497-B680-6B24CE06918C}"/>
                    </a:ext>
                  </a:extLst>
                </p14:cNvPr>
                <p14:cNvContentPartPr/>
                <p14:nvPr/>
              </p14:nvContentPartPr>
              <p14:xfrm>
                <a:off x="2896264" y="1615256"/>
                <a:ext cx="119160" cy="13248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A0818203-C579-4497-B680-6B24CE06918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78264" y="1597616"/>
                  <a:ext cx="154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6E805C3B-BA01-40E3-A36D-7A686FB239AA}"/>
                    </a:ext>
                  </a:extLst>
                </p14:cNvPr>
                <p14:cNvContentPartPr/>
                <p14:nvPr/>
              </p14:nvContentPartPr>
              <p14:xfrm>
                <a:off x="3048904" y="1601576"/>
                <a:ext cx="120240" cy="12132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6E805C3B-BA01-40E3-A36D-7A686FB239A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030904" y="1583576"/>
                  <a:ext cx="155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D617FA7B-1D83-42DD-A582-44F74AC8193D}"/>
                    </a:ext>
                  </a:extLst>
                </p14:cNvPr>
                <p14:cNvContentPartPr/>
                <p14:nvPr/>
              </p14:nvContentPartPr>
              <p14:xfrm>
                <a:off x="3175624" y="1516256"/>
                <a:ext cx="123120" cy="31824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D617FA7B-1D83-42DD-A582-44F74AC8193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157624" y="1498616"/>
                  <a:ext cx="1587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07EA64B3-9115-4035-804B-629879FF5BC4}"/>
                    </a:ext>
                  </a:extLst>
                </p14:cNvPr>
                <p14:cNvContentPartPr/>
                <p14:nvPr/>
              </p14:nvContentPartPr>
              <p14:xfrm>
                <a:off x="3310984" y="1650176"/>
                <a:ext cx="166320" cy="19404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07EA64B3-9115-4035-804B-629879FF5BC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292984" y="1632536"/>
                  <a:ext cx="201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2F465645-36BC-43AC-B9A1-503DE5093F44}"/>
                    </a:ext>
                  </a:extLst>
                </p14:cNvPr>
                <p14:cNvContentPartPr/>
                <p14:nvPr/>
              </p14:nvContentPartPr>
              <p14:xfrm>
                <a:off x="3332944" y="1658096"/>
                <a:ext cx="360" cy="36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2F465645-36BC-43AC-B9A1-503DE5093F4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315304" y="164009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D4E1C0AC-69D8-41CA-BC69-CD8A0D5F0C7C}"/>
                  </a:ext>
                </a:extLst>
              </p14:cNvPr>
              <p14:cNvContentPartPr/>
              <p14:nvPr/>
            </p14:nvContentPartPr>
            <p14:xfrm>
              <a:off x="9124624" y="3768416"/>
              <a:ext cx="6120" cy="2160"/>
            </p14:xfrm>
          </p:contentPart>
        </mc:Choice>
        <mc:Fallback xmlns=""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D4E1C0AC-69D8-41CA-BC69-CD8A0D5F0C7C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106624" y="3750776"/>
                <a:ext cx="417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upo 205">
            <a:extLst>
              <a:ext uri="{FF2B5EF4-FFF2-40B4-BE49-F238E27FC236}">
                <a16:creationId xmlns:a16="http://schemas.microsoft.com/office/drawing/2014/main" id="{C45B53BE-A05E-4B97-9B58-612E84A50792}"/>
              </a:ext>
            </a:extLst>
          </p:cNvPr>
          <p:cNvGrpSpPr/>
          <p:nvPr/>
        </p:nvGrpSpPr>
        <p:grpSpPr>
          <a:xfrm>
            <a:off x="6259384" y="844856"/>
            <a:ext cx="475920" cy="269640"/>
            <a:chOff x="6259384" y="844856"/>
            <a:chExt cx="47592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97F2D39A-C7DA-446A-B773-E76367ED4E2C}"/>
                    </a:ext>
                  </a:extLst>
                </p14:cNvPr>
                <p14:cNvContentPartPr/>
                <p14:nvPr/>
              </p14:nvContentPartPr>
              <p14:xfrm>
                <a:off x="6286384" y="884816"/>
                <a:ext cx="25560" cy="17784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97F2D39A-C7DA-446A-B773-E76367ED4E2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8384" y="866816"/>
                  <a:ext cx="61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8DDB07FE-A23D-44C5-8969-4A192524911C}"/>
                    </a:ext>
                  </a:extLst>
                </p14:cNvPr>
                <p14:cNvContentPartPr/>
                <p14:nvPr/>
              </p14:nvContentPartPr>
              <p14:xfrm>
                <a:off x="6389704" y="844856"/>
                <a:ext cx="132120" cy="18504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8DDB07FE-A23D-44C5-8969-4A192524911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72064" y="827216"/>
                  <a:ext cx="167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840B21E7-FC2E-42D4-B79A-A1BB24478132}"/>
                    </a:ext>
                  </a:extLst>
                </p14:cNvPr>
                <p14:cNvContentPartPr/>
                <p14:nvPr/>
              </p14:nvContentPartPr>
              <p14:xfrm>
                <a:off x="6557104" y="845936"/>
                <a:ext cx="178200" cy="14760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840B21E7-FC2E-42D4-B79A-A1BB2447813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539104" y="827936"/>
                  <a:ext cx="213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1F003B30-FB69-4081-87A7-5BFD9035D374}"/>
                    </a:ext>
                  </a:extLst>
                </p14:cNvPr>
                <p14:cNvContentPartPr/>
                <p14:nvPr/>
              </p14:nvContentPartPr>
              <p14:xfrm>
                <a:off x="6259384" y="1064096"/>
                <a:ext cx="465840" cy="5040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1F003B30-FB69-4081-87A7-5BFD9035D37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41384" y="1046096"/>
                  <a:ext cx="50148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4394C5D6-9804-4AD3-B19C-3F487B9578E1}"/>
                  </a:ext>
                </a:extLst>
              </p14:cNvPr>
              <p14:cNvContentPartPr/>
              <p14:nvPr/>
            </p14:nvContentPartPr>
            <p14:xfrm>
              <a:off x="6391504" y="1231496"/>
              <a:ext cx="178200" cy="256320"/>
            </p14:xfrm>
          </p:contentPart>
        </mc:Choice>
        <mc:Fallback xmlns=""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4394C5D6-9804-4AD3-B19C-3F487B9578E1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373504" y="1213856"/>
                <a:ext cx="2138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8452D5E9-0F6F-46FC-B571-BEFD368020EA}"/>
                  </a:ext>
                </a:extLst>
              </p14:cNvPr>
              <p14:cNvContentPartPr/>
              <p14:nvPr/>
            </p14:nvContentPartPr>
            <p14:xfrm>
              <a:off x="6958144" y="1092896"/>
              <a:ext cx="167760" cy="15840"/>
            </p14:xfrm>
          </p:contentPart>
        </mc:Choice>
        <mc:Fallback xmlns=""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8452D5E9-0F6F-46FC-B571-BEFD368020E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940504" y="1075256"/>
                <a:ext cx="2034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upo 212">
            <a:extLst>
              <a:ext uri="{FF2B5EF4-FFF2-40B4-BE49-F238E27FC236}">
                <a16:creationId xmlns:a16="http://schemas.microsoft.com/office/drawing/2014/main" id="{95F21D67-6A4D-4346-961F-6A3AE330B973}"/>
              </a:ext>
            </a:extLst>
          </p:cNvPr>
          <p:cNvGrpSpPr/>
          <p:nvPr/>
        </p:nvGrpSpPr>
        <p:grpSpPr>
          <a:xfrm>
            <a:off x="7376104" y="772496"/>
            <a:ext cx="422640" cy="331920"/>
            <a:chOff x="7376104" y="772496"/>
            <a:chExt cx="42264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9BFA4CD6-5FDE-41C9-B7C1-AE7E2E5FADA5}"/>
                    </a:ext>
                  </a:extLst>
                </p14:cNvPr>
                <p14:cNvContentPartPr/>
                <p14:nvPr/>
              </p14:nvContentPartPr>
              <p14:xfrm>
                <a:off x="7440544" y="878696"/>
                <a:ext cx="130320" cy="1692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9BFA4CD6-5FDE-41C9-B7C1-AE7E2E5FAD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422904" y="861056"/>
                  <a:ext cx="165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4905670-91FA-486B-AFBE-8DE7DA247EC0}"/>
                    </a:ext>
                  </a:extLst>
                </p14:cNvPr>
                <p14:cNvContentPartPr/>
                <p14:nvPr/>
              </p14:nvContentPartPr>
              <p14:xfrm>
                <a:off x="7376104" y="896336"/>
                <a:ext cx="147240" cy="20808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4905670-91FA-486B-AFBE-8DE7DA247EC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358464" y="878336"/>
                  <a:ext cx="182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F45CE765-6D55-4DBA-8E26-CC0913B9BC2B}"/>
                    </a:ext>
                  </a:extLst>
                </p14:cNvPr>
                <p14:cNvContentPartPr/>
                <p14:nvPr/>
              </p14:nvContentPartPr>
              <p14:xfrm>
                <a:off x="7680304" y="772496"/>
                <a:ext cx="118440" cy="13824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F45CE765-6D55-4DBA-8E26-CC0913B9BC2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62664" y="754496"/>
                  <a:ext cx="1540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2F9AEEDB-C201-44C5-A79D-849B6B9E2BF6}"/>
              </a:ext>
            </a:extLst>
          </p:cNvPr>
          <p:cNvGrpSpPr/>
          <p:nvPr/>
        </p:nvGrpSpPr>
        <p:grpSpPr>
          <a:xfrm>
            <a:off x="8023384" y="922256"/>
            <a:ext cx="174240" cy="120240"/>
            <a:chOff x="8023384" y="922256"/>
            <a:chExt cx="17424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E2AC2915-1B9E-40AB-B958-77C0F9770A97}"/>
                    </a:ext>
                  </a:extLst>
                </p14:cNvPr>
                <p14:cNvContentPartPr/>
                <p14:nvPr/>
              </p14:nvContentPartPr>
              <p14:xfrm>
                <a:off x="8027344" y="922256"/>
                <a:ext cx="115560" cy="1008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E2AC2915-1B9E-40AB-B958-77C0F9770A9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009704" y="904616"/>
                  <a:ext cx="151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A9239D65-B352-4DBD-B980-00650586BF56}"/>
                    </a:ext>
                  </a:extLst>
                </p14:cNvPr>
                <p14:cNvContentPartPr/>
                <p14:nvPr/>
              </p14:nvContentPartPr>
              <p14:xfrm>
                <a:off x="8023384" y="1029176"/>
                <a:ext cx="174240" cy="1332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A9239D65-B352-4DBD-B980-00650586BF5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005744" y="1011536"/>
                  <a:ext cx="2098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469EA8EC-A252-42ED-AB0F-D2A5D781228A}"/>
              </a:ext>
            </a:extLst>
          </p:cNvPr>
          <p:cNvGrpSpPr/>
          <p:nvPr/>
        </p:nvGrpSpPr>
        <p:grpSpPr>
          <a:xfrm>
            <a:off x="4415824" y="1727936"/>
            <a:ext cx="375480" cy="276480"/>
            <a:chOff x="4415824" y="1727936"/>
            <a:chExt cx="37548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4323614B-2B8C-454E-996B-098752598966}"/>
                    </a:ext>
                  </a:extLst>
                </p14:cNvPr>
                <p14:cNvContentPartPr/>
                <p14:nvPr/>
              </p14:nvContentPartPr>
              <p14:xfrm>
                <a:off x="4415824" y="1727936"/>
                <a:ext cx="273960" cy="27648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4323614B-2B8C-454E-996B-09875259896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397824" y="1710296"/>
                  <a:ext cx="309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68E5DBA2-1AD2-41DC-BFA5-F6A0B9EED059}"/>
                    </a:ext>
                  </a:extLst>
                </p14:cNvPr>
                <p14:cNvContentPartPr/>
                <p14:nvPr/>
              </p14:nvContentPartPr>
              <p14:xfrm>
                <a:off x="4734784" y="1769336"/>
                <a:ext cx="56520" cy="36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68E5DBA2-1AD2-41DC-BFA5-F6A0B9EED05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16784" y="1751336"/>
                  <a:ext cx="92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791CE585-259A-4835-866C-04D84D19BCB4}"/>
                    </a:ext>
                  </a:extLst>
                </p14:cNvPr>
                <p14:cNvContentPartPr/>
                <p14:nvPr/>
              </p14:nvContentPartPr>
              <p14:xfrm>
                <a:off x="4713544" y="1828376"/>
                <a:ext cx="75600" cy="1152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791CE585-259A-4835-866C-04D84D19BC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95544" y="1810736"/>
                  <a:ext cx="1112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23AFC796-3F0D-4AF5-97D7-0DE56339FF9D}"/>
              </a:ext>
            </a:extLst>
          </p:cNvPr>
          <p:cNvGrpSpPr/>
          <p:nvPr/>
        </p:nvGrpSpPr>
        <p:grpSpPr>
          <a:xfrm>
            <a:off x="8420824" y="773936"/>
            <a:ext cx="2503800" cy="660960"/>
            <a:chOff x="8420824" y="773936"/>
            <a:chExt cx="250380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803113E6-A0A3-4152-8D05-F38131635BF6}"/>
                    </a:ext>
                  </a:extLst>
                </p14:cNvPr>
                <p14:cNvContentPartPr/>
                <p14:nvPr/>
              </p14:nvContentPartPr>
              <p14:xfrm>
                <a:off x="8469784" y="796616"/>
                <a:ext cx="20160" cy="18288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803113E6-A0A3-4152-8D05-F38131635BF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51784" y="778976"/>
                  <a:ext cx="55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D2E7466E-4EF0-4B22-9019-6D734672FBF1}"/>
                    </a:ext>
                  </a:extLst>
                </p14:cNvPr>
                <p14:cNvContentPartPr/>
                <p14:nvPr/>
              </p14:nvContentPartPr>
              <p14:xfrm>
                <a:off x="8596504" y="818216"/>
                <a:ext cx="137520" cy="16560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D2E7466E-4EF0-4B22-9019-6D734672FBF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78504" y="800216"/>
                  <a:ext cx="173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489B414B-035A-401C-9301-4A58420CD8FB}"/>
                    </a:ext>
                  </a:extLst>
                </p14:cNvPr>
                <p14:cNvContentPartPr/>
                <p14:nvPr/>
              </p14:nvContentPartPr>
              <p14:xfrm>
                <a:off x="8783344" y="785456"/>
                <a:ext cx="147240" cy="16848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489B414B-035A-401C-9301-4A58420CD8F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65704" y="767456"/>
                  <a:ext cx="182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C203C648-385F-45A8-9D17-D22D8808610C}"/>
                    </a:ext>
                  </a:extLst>
                </p14:cNvPr>
                <p14:cNvContentPartPr/>
                <p14:nvPr/>
              </p14:nvContentPartPr>
              <p14:xfrm>
                <a:off x="8420824" y="1064816"/>
                <a:ext cx="547200" cy="2304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C203C648-385F-45A8-9D17-D22D8808610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403184" y="1047176"/>
                  <a:ext cx="582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A1102908-0666-4EC6-BA91-46C5A5AEB717}"/>
                    </a:ext>
                  </a:extLst>
                </p14:cNvPr>
                <p14:cNvContentPartPr/>
                <p14:nvPr/>
              </p14:nvContentPartPr>
              <p14:xfrm>
                <a:off x="8502904" y="1178576"/>
                <a:ext cx="224280" cy="25416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A1102908-0666-4EC6-BA91-46C5A5AEB71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485264" y="1160936"/>
                  <a:ext cx="259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676385C0-7649-4FA5-ADBD-67FC73DC060F}"/>
                    </a:ext>
                  </a:extLst>
                </p14:cNvPr>
                <p14:cNvContentPartPr/>
                <p14:nvPr/>
              </p14:nvContentPartPr>
              <p14:xfrm>
                <a:off x="9185824" y="957176"/>
                <a:ext cx="172440" cy="3240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676385C0-7649-4FA5-ADBD-67FC73DC060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167824" y="939176"/>
                  <a:ext cx="208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FF66DE19-9D00-4C55-8945-737722D56A53}"/>
                    </a:ext>
                  </a:extLst>
                </p14:cNvPr>
                <p14:cNvContentPartPr/>
                <p14:nvPr/>
              </p14:nvContentPartPr>
              <p14:xfrm>
                <a:off x="9522064" y="773936"/>
                <a:ext cx="121680" cy="22320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FF66DE19-9D00-4C55-8945-737722D56A5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04064" y="756296"/>
                  <a:ext cx="1573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0010F15D-C74A-4166-BF82-F434F1469A5F}"/>
                    </a:ext>
                  </a:extLst>
                </p14:cNvPr>
                <p14:cNvContentPartPr/>
                <p14:nvPr/>
              </p14:nvContentPartPr>
              <p14:xfrm>
                <a:off x="9574984" y="848456"/>
                <a:ext cx="149400" cy="4716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0010F15D-C74A-4166-BF82-F434F1469A5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57344" y="830456"/>
                  <a:ext cx="185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9605285A-B290-49E2-8B53-83C538FFBF1C}"/>
                    </a:ext>
                  </a:extLst>
                </p14:cNvPr>
                <p14:cNvContentPartPr/>
                <p14:nvPr/>
              </p14:nvContentPartPr>
              <p14:xfrm>
                <a:off x="9703504" y="790136"/>
                <a:ext cx="147240" cy="19008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9605285A-B290-49E2-8B53-83C538FFBF1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85864" y="772496"/>
                  <a:ext cx="182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C43EC122-56AD-4CAC-97AE-E4D98409451A}"/>
                    </a:ext>
                  </a:extLst>
                </p14:cNvPr>
                <p14:cNvContentPartPr/>
                <p14:nvPr/>
              </p14:nvContentPartPr>
              <p14:xfrm>
                <a:off x="9466984" y="1052936"/>
                <a:ext cx="447120" cy="2628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C43EC122-56AD-4CAC-97AE-E4D98409451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448984" y="1034936"/>
                  <a:ext cx="482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76811702-62F2-46E5-B8ED-507016BD3AEB}"/>
                    </a:ext>
                  </a:extLst>
                </p14:cNvPr>
                <p14:cNvContentPartPr/>
                <p14:nvPr/>
              </p14:nvContentPartPr>
              <p14:xfrm>
                <a:off x="9498664" y="1172816"/>
                <a:ext cx="218520" cy="24012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76811702-62F2-46E5-B8ED-507016BD3AE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481024" y="1155176"/>
                  <a:ext cx="254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7230C78F-F4AC-49C3-8F66-F0582AFC26DC}"/>
                    </a:ext>
                  </a:extLst>
                </p14:cNvPr>
                <p14:cNvContentPartPr/>
                <p14:nvPr/>
              </p14:nvContentPartPr>
              <p14:xfrm>
                <a:off x="10094104" y="936296"/>
                <a:ext cx="108720" cy="1440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7230C78F-F4AC-49C3-8F66-F0582AFC26D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76464" y="918296"/>
                  <a:ext cx="144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57A01F2F-3BAF-48FD-AC1D-8B6437A90C9B}"/>
                    </a:ext>
                  </a:extLst>
                </p14:cNvPr>
                <p14:cNvContentPartPr/>
                <p14:nvPr/>
              </p14:nvContentPartPr>
              <p14:xfrm>
                <a:off x="10072144" y="1040696"/>
                <a:ext cx="72000" cy="648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57A01F2F-3BAF-48FD-AC1D-8B6437A90C9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54144" y="1022696"/>
                  <a:ext cx="107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A29963B3-8E1F-44BA-BB05-279AAE4C33B4}"/>
                    </a:ext>
                  </a:extLst>
                </p14:cNvPr>
                <p14:cNvContentPartPr/>
                <p14:nvPr/>
              </p14:nvContentPartPr>
              <p14:xfrm>
                <a:off x="10465984" y="817496"/>
                <a:ext cx="185400" cy="19152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A29963B3-8E1F-44BA-BB05-279AAE4C33B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47984" y="799496"/>
                  <a:ext cx="221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05437A26-BE36-437D-A259-DEC4CD8C38F5}"/>
                    </a:ext>
                  </a:extLst>
                </p14:cNvPr>
                <p14:cNvContentPartPr/>
                <p14:nvPr/>
              </p14:nvContentPartPr>
              <p14:xfrm>
                <a:off x="10708984" y="816776"/>
                <a:ext cx="114120" cy="19188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05437A26-BE36-437D-A259-DEC4CD8C38F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691344" y="799136"/>
                  <a:ext cx="149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36023F47-6B54-40EE-AE82-0EA815BCFADB}"/>
                    </a:ext>
                  </a:extLst>
                </p14:cNvPr>
                <p14:cNvContentPartPr/>
                <p14:nvPr/>
              </p14:nvContentPartPr>
              <p14:xfrm>
                <a:off x="10359064" y="1084976"/>
                <a:ext cx="565560" cy="2772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36023F47-6B54-40EE-AE82-0EA815BCFAD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41424" y="1066976"/>
                  <a:ext cx="601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A9BD7274-1FF7-472A-BE31-F33F6E45B19C}"/>
                    </a:ext>
                  </a:extLst>
                </p14:cNvPr>
                <p14:cNvContentPartPr/>
                <p14:nvPr/>
              </p14:nvContentPartPr>
              <p14:xfrm>
                <a:off x="10476064" y="1227536"/>
                <a:ext cx="196920" cy="207360"/>
              </p14:xfrm>
            </p:contentPart>
          </mc:Choice>
          <mc:Fallback xmlns=""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A9BD7274-1FF7-472A-BE31-F33F6E45B19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458064" y="1209896"/>
                  <a:ext cx="23256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upo 241">
            <a:extLst>
              <a:ext uri="{FF2B5EF4-FFF2-40B4-BE49-F238E27FC236}">
                <a16:creationId xmlns:a16="http://schemas.microsoft.com/office/drawing/2014/main" id="{EBE8CB15-2964-4D1F-B0EC-C3419610996E}"/>
              </a:ext>
            </a:extLst>
          </p:cNvPr>
          <p:cNvGrpSpPr/>
          <p:nvPr/>
        </p:nvGrpSpPr>
        <p:grpSpPr>
          <a:xfrm>
            <a:off x="11161864" y="791576"/>
            <a:ext cx="656280" cy="375480"/>
            <a:chOff x="11161864" y="791576"/>
            <a:chExt cx="65628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4F7F9EE3-2846-4749-8430-BB348F675AEC}"/>
                    </a:ext>
                  </a:extLst>
                </p14:cNvPr>
                <p14:cNvContentPartPr/>
                <p14:nvPr/>
              </p14:nvContentPartPr>
              <p14:xfrm>
                <a:off x="11161864" y="952136"/>
                <a:ext cx="159480" cy="21096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4F7F9EE3-2846-4749-8430-BB348F675AE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44224" y="934496"/>
                  <a:ext cx="195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10340A5-0F75-416C-8A8B-ABFA17D75179}"/>
                    </a:ext>
                  </a:extLst>
                </p14:cNvPr>
                <p14:cNvContentPartPr/>
                <p14:nvPr/>
              </p14:nvContentPartPr>
              <p14:xfrm>
                <a:off x="11358784" y="994616"/>
                <a:ext cx="300960" cy="17244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10340A5-0F75-416C-8A8B-ABFA17D751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340784" y="976616"/>
                  <a:ext cx="33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175EA318-88BA-4373-847D-5A43B95D0DBB}"/>
                    </a:ext>
                  </a:extLst>
                </p14:cNvPr>
                <p14:cNvContentPartPr/>
                <p14:nvPr/>
              </p14:nvContentPartPr>
              <p14:xfrm>
                <a:off x="11669824" y="791576"/>
                <a:ext cx="148320" cy="13716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175EA318-88BA-4373-847D-5A43B95D0DB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52184" y="773576"/>
                  <a:ext cx="18396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BFD87576-D6A0-43A3-830B-F942BA68BEAB}"/>
              </a:ext>
            </a:extLst>
          </p:cNvPr>
          <p:cNvGrpSpPr/>
          <p:nvPr/>
        </p:nvGrpSpPr>
        <p:grpSpPr>
          <a:xfrm>
            <a:off x="462664" y="5234696"/>
            <a:ext cx="1263960" cy="370800"/>
            <a:chOff x="462664" y="5234696"/>
            <a:chExt cx="126396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79456DE9-1C24-4A89-A71A-DF723306B635}"/>
                    </a:ext>
                  </a:extLst>
                </p14:cNvPr>
                <p14:cNvContentPartPr/>
                <p14:nvPr/>
              </p14:nvContentPartPr>
              <p14:xfrm>
                <a:off x="462664" y="5234696"/>
                <a:ext cx="241920" cy="30456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79456DE9-1C24-4A89-A71A-DF723306B63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45024" y="5216696"/>
                  <a:ext cx="277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AE87B78F-9957-4A31-A318-196BB291FD75}"/>
                    </a:ext>
                  </a:extLst>
                </p14:cNvPr>
                <p14:cNvContentPartPr/>
                <p14:nvPr/>
              </p14:nvContentPartPr>
              <p14:xfrm>
                <a:off x="707824" y="5359976"/>
                <a:ext cx="231120" cy="17820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AE87B78F-9957-4A31-A318-196BB291FD7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89824" y="5341976"/>
                  <a:ext cx="266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B597C683-85D5-44AD-849C-5611419210D0}"/>
                    </a:ext>
                  </a:extLst>
                </p14:cNvPr>
                <p14:cNvContentPartPr/>
                <p14:nvPr/>
              </p14:nvContentPartPr>
              <p14:xfrm>
                <a:off x="950824" y="5332976"/>
                <a:ext cx="114480" cy="19116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B597C683-85D5-44AD-849C-5611419210D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33184" y="5314976"/>
                  <a:ext cx="150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7645EDEB-E5DA-43B5-B617-FA09DC3F908E}"/>
                    </a:ext>
                  </a:extLst>
                </p14:cNvPr>
                <p14:cNvContentPartPr/>
                <p14:nvPr/>
              </p14:nvContentPartPr>
              <p14:xfrm>
                <a:off x="1151344" y="5290856"/>
                <a:ext cx="180000" cy="23040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7645EDEB-E5DA-43B5-B617-FA09DC3F908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33344" y="5273216"/>
                  <a:ext cx="215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E5B34251-C858-4F86-A2C3-863279D82D49}"/>
                    </a:ext>
                  </a:extLst>
                </p14:cNvPr>
                <p14:cNvContentPartPr/>
                <p14:nvPr/>
              </p14:nvContentPartPr>
              <p14:xfrm>
                <a:off x="1596304" y="5314616"/>
                <a:ext cx="99720" cy="1008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E5B34251-C858-4F86-A2C3-863279D82D4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578304" y="5296616"/>
                  <a:ext cx="135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05AD708B-B620-41D8-877D-0E2D670792A6}"/>
                    </a:ext>
                  </a:extLst>
                </p14:cNvPr>
                <p14:cNvContentPartPr/>
                <p14:nvPr/>
              </p14:nvContentPartPr>
              <p14:xfrm>
                <a:off x="1582264" y="5424056"/>
                <a:ext cx="144360" cy="25560"/>
              </p14:xfrm>
            </p:contentPart>
          </mc:Choice>
          <mc:Fallback xmlns=""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05AD708B-B620-41D8-877D-0E2D670792A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564624" y="5406416"/>
                  <a:ext cx="180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C479BEBE-E405-473D-8410-F9DCEB191F98}"/>
                    </a:ext>
                  </a:extLst>
                </p14:cNvPr>
                <p14:cNvContentPartPr/>
                <p14:nvPr/>
              </p14:nvContentPartPr>
              <p14:xfrm>
                <a:off x="1298944" y="5474456"/>
                <a:ext cx="104760" cy="12276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C479BEBE-E405-473D-8410-F9DCEB191F9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281304" y="5456816"/>
                  <a:ext cx="140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D39D1AB3-B9C0-4715-8F2E-0590CAEB5D14}"/>
                    </a:ext>
                  </a:extLst>
                </p14:cNvPr>
                <p14:cNvContentPartPr/>
                <p14:nvPr/>
              </p14:nvContentPartPr>
              <p14:xfrm>
                <a:off x="1324144" y="5507576"/>
                <a:ext cx="118440" cy="9792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D39D1AB3-B9C0-4715-8F2E-0590CAEB5D1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306504" y="5489936"/>
                  <a:ext cx="15408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02403929-FEAC-45DF-AAA9-D9257EE0D848}"/>
                  </a:ext>
                </a:extLst>
              </p14:cNvPr>
              <p14:cNvContentPartPr/>
              <p14:nvPr/>
            </p14:nvContentPartPr>
            <p14:xfrm>
              <a:off x="2007064" y="5021576"/>
              <a:ext cx="1424160" cy="403920"/>
            </p14:xfrm>
          </p:contentPart>
        </mc:Choice>
        <mc:Fallback xmlns=""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02403929-FEAC-45DF-AAA9-D9257EE0D848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1989064" y="5003576"/>
                <a:ext cx="145980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E491BD3F-0F50-4C6B-8A85-3B5B2D7615F4}"/>
                  </a:ext>
                </a:extLst>
              </p14:cNvPr>
              <p14:cNvContentPartPr/>
              <p14:nvPr/>
            </p14:nvContentPartPr>
            <p14:xfrm>
              <a:off x="2230984" y="5235416"/>
              <a:ext cx="143280" cy="170280"/>
            </p14:xfrm>
          </p:contentPart>
        </mc:Choice>
        <mc:Fallback xmlns=""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E491BD3F-0F50-4C6B-8A85-3B5B2D7615F4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2213344" y="5217776"/>
                <a:ext cx="1789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992F7D85-5143-4F1C-93E3-43D6A1BE91AE}"/>
                  </a:ext>
                </a:extLst>
              </p14:cNvPr>
              <p14:cNvContentPartPr/>
              <p14:nvPr/>
            </p14:nvContentPartPr>
            <p14:xfrm>
              <a:off x="2421424" y="5235776"/>
              <a:ext cx="210960" cy="187200"/>
            </p14:xfrm>
          </p:contentPart>
        </mc:Choice>
        <mc:Fallback xmlns=""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992F7D85-5143-4F1C-93E3-43D6A1BE91A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2403784" y="5217776"/>
                <a:ext cx="2466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5AB4FE34-57BE-41A6-B17E-2E726CC63B37}"/>
                  </a:ext>
                </a:extLst>
              </p14:cNvPr>
              <p14:cNvContentPartPr/>
              <p14:nvPr/>
            </p14:nvContentPartPr>
            <p14:xfrm>
              <a:off x="2416744" y="5321456"/>
              <a:ext cx="187920" cy="78480"/>
            </p14:xfrm>
          </p:contentPart>
        </mc:Choice>
        <mc:Fallback xmlns=""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5AB4FE34-57BE-41A6-B17E-2E726CC63B37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398744" y="5303816"/>
                <a:ext cx="223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DCB987C3-A9E8-46F0-B914-A5376331E746}"/>
                  </a:ext>
                </a:extLst>
              </p14:cNvPr>
              <p14:cNvContentPartPr/>
              <p14:nvPr/>
            </p14:nvContentPartPr>
            <p14:xfrm>
              <a:off x="2670904" y="5281496"/>
              <a:ext cx="192600" cy="189720"/>
            </p14:xfrm>
          </p:contentPart>
        </mc:Choice>
        <mc:Fallback xmlns=""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DCB987C3-A9E8-46F0-B914-A5376331E746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2652904" y="5263856"/>
                <a:ext cx="2282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3DDECD4A-90AB-44FF-8D9B-19AEC186AE08}"/>
                  </a:ext>
                </a:extLst>
              </p14:cNvPr>
              <p14:cNvContentPartPr/>
              <p14:nvPr/>
            </p14:nvContentPartPr>
            <p14:xfrm>
              <a:off x="2930104" y="5242256"/>
              <a:ext cx="287640" cy="182880"/>
            </p14:xfrm>
          </p:contentPart>
        </mc:Choice>
        <mc:Fallback xmlns=""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3DDECD4A-90AB-44FF-8D9B-19AEC186AE08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2912104" y="5224616"/>
                <a:ext cx="3232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009F5518-140B-4985-A479-199F51329A36}"/>
                  </a:ext>
                </a:extLst>
              </p14:cNvPr>
              <p14:cNvContentPartPr/>
              <p14:nvPr/>
            </p14:nvContentPartPr>
            <p14:xfrm>
              <a:off x="3107944" y="5261696"/>
              <a:ext cx="93960" cy="137880"/>
            </p14:xfrm>
          </p:contentPart>
        </mc:Choice>
        <mc:Fallback xmlns=""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009F5518-140B-4985-A479-199F51329A3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3089944" y="5243696"/>
                <a:ext cx="129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1EB67891-810A-4949-A064-186D72E6EEC3}"/>
                  </a:ext>
                </a:extLst>
              </p14:cNvPr>
              <p14:cNvContentPartPr/>
              <p14:nvPr/>
            </p14:nvContentPartPr>
            <p14:xfrm>
              <a:off x="3298384" y="5184296"/>
              <a:ext cx="467280" cy="24048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1EB67891-810A-4949-A064-186D72E6EEC3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280384" y="5166296"/>
                <a:ext cx="5029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6C908C17-481E-44BE-A5C9-5B16A556D2B9}"/>
                  </a:ext>
                </a:extLst>
              </p14:cNvPr>
              <p14:cNvContentPartPr/>
              <p14:nvPr/>
            </p14:nvContentPartPr>
            <p14:xfrm>
              <a:off x="3589264" y="5310296"/>
              <a:ext cx="137520" cy="2304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6C908C17-481E-44BE-A5C9-5B16A556D2B9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571264" y="5292296"/>
                <a:ext cx="1731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E8FB5884-D09A-48BC-8D00-0C62058C7EB6}"/>
                  </a:ext>
                </a:extLst>
              </p14:cNvPr>
              <p14:cNvContentPartPr/>
              <p14:nvPr/>
            </p14:nvContentPartPr>
            <p14:xfrm>
              <a:off x="4081384" y="4823936"/>
              <a:ext cx="946440" cy="557640"/>
            </p14:xfrm>
          </p:contentPart>
        </mc:Choice>
        <mc:Fallback xmlns=""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E8FB5884-D09A-48BC-8D00-0C62058C7EB6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063384" y="4806296"/>
                <a:ext cx="982080" cy="59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upo 275">
            <a:extLst>
              <a:ext uri="{FF2B5EF4-FFF2-40B4-BE49-F238E27FC236}">
                <a16:creationId xmlns:a16="http://schemas.microsoft.com/office/drawing/2014/main" id="{934D9512-685A-4C4E-89B1-91E2FE39EE53}"/>
              </a:ext>
            </a:extLst>
          </p:cNvPr>
          <p:cNvGrpSpPr/>
          <p:nvPr/>
        </p:nvGrpSpPr>
        <p:grpSpPr>
          <a:xfrm>
            <a:off x="4364704" y="5009336"/>
            <a:ext cx="692640" cy="382320"/>
            <a:chOff x="4364704" y="5009336"/>
            <a:chExt cx="6926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E76E4C73-D12D-4D5E-9299-D4DAD83682C4}"/>
                    </a:ext>
                  </a:extLst>
                </p14:cNvPr>
                <p14:cNvContentPartPr/>
                <p14:nvPr/>
              </p14:nvContentPartPr>
              <p14:xfrm>
                <a:off x="4364704" y="5018696"/>
                <a:ext cx="167760" cy="154080"/>
              </p14:xfrm>
            </p:contentPart>
          </mc:Choice>
          <mc:Fallback xmlns=""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E76E4C73-D12D-4D5E-9299-D4DAD83682C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346704" y="5001056"/>
                  <a:ext cx="203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03101B8B-719A-4941-8A81-8168978BE33B}"/>
                    </a:ext>
                  </a:extLst>
                </p14:cNvPr>
                <p14:cNvContentPartPr/>
                <p14:nvPr/>
              </p14:nvContentPartPr>
              <p14:xfrm>
                <a:off x="4607344" y="5021576"/>
                <a:ext cx="83520" cy="123120"/>
              </p14:xfrm>
            </p:contentPart>
          </mc:Choice>
          <mc:Fallback xmlns=""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03101B8B-719A-4941-8A81-8168978BE33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589704" y="5003576"/>
                  <a:ext cx="119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F4764537-9939-48CF-A95D-6FB67F38418E}"/>
                    </a:ext>
                  </a:extLst>
                </p14:cNvPr>
                <p14:cNvContentPartPr/>
                <p14:nvPr/>
              </p14:nvContentPartPr>
              <p14:xfrm>
                <a:off x="4690864" y="5009336"/>
                <a:ext cx="213480" cy="293760"/>
              </p14:xfrm>
            </p:contentPart>
          </mc:Choice>
          <mc:Fallback xmlns=""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F4764537-9939-48CF-A95D-6FB67F38418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673224" y="4991696"/>
                  <a:ext cx="2491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4BB8050C-EB4C-46F9-88AD-892BEA678FB4}"/>
                    </a:ext>
                  </a:extLst>
                </p14:cNvPr>
                <p14:cNvContentPartPr/>
                <p14:nvPr/>
              </p14:nvContentPartPr>
              <p14:xfrm>
                <a:off x="4925584" y="5143616"/>
                <a:ext cx="131760" cy="248040"/>
              </p14:xfrm>
            </p:contentPart>
          </mc:Choice>
          <mc:Fallback xmlns=""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4BB8050C-EB4C-46F9-88AD-892BEA678FB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907584" y="5125616"/>
                  <a:ext cx="16740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upo 282">
            <a:extLst>
              <a:ext uri="{FF2B5EF4-FFF2-40B4-BE49-F238E27FC236}">
                <a16:creationId xmlns:a16="http://schemas.microsoft.com/office/drawing/2014/main" id="{B5DC3A9D-39D3-48E2-9748-89A01501304C}"/>
              </a:ext>
            </a:extLst>
          </p:cNvPr>
          <p:cNvGrpSpPr/>
          <p:nvPr/>
        </p:nvGrpSpPr>
        <p:grpSpPr>
          <a:xfrm>
            <a:off x="5322664" y="4933736"/>
            <a:ext cx="1144080" cy="344880"/>
            <a:chOff x="5322664" y="4933736"/>
            <a:chExt cx="114408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D14C4860-0CA1-436A-BB1E-6A6188DDF0C5}"/>
                    </a:ext>
                  </a:extLst>
                </p14:cNvPr>
                <p14:cNvContentPartPr/>
                <p14:nvPr/>
              </p14:nvContentPartPr>
              <p14:xfrm>
                <a:off x="5331304" y="5070176"/>
                <a:ext cx="118440" cy="2880"/>
              </p14:xfrm>
            </p:contentPart>
          </mc:Choice>
          <mc:Fallback xmlns=""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D14C4860-0CA1-436A-BB1E-6A6188DDF0C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313304" y="5052536"/>
                  <a:ext cx="154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10C4A573-2521-4A85-B092-781FE424CF30}"/>
                    </a:ext>
                  </a:extLst>
                </p14:cNvPr>
                <p14:cNvContentPartPr/>
                <p14:nvPr/>
              </p14:nvContentPartPr>
              <p14:xfrm>
                <a:off x="5322664" y="5187536"/>
                <a:ext cx="171360" cy="5400"/>
              </p14:xfrm>
            </p:contentPart>
          </mc:Choice>
          <mc:Fallback xmlns=""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10C4A573-2521-4A85-B092-781FE424CF3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304664" y="5169896"/>
                  <a:ext cx="207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84BD3332-48FD-48D4-9B6E-F3363F8E3174}"/>
                    </a:ext>
                  </a:extLst>
                </p14:cNvPr>
                <p14:cNvContentPartPr/>
                <p14:nvPr/>
              </p14:nvContentPartPr>
              <p14:xfrm>
                <a:off x="5649184" y="5007896"/>
                <a:ext cx="204480" cy="183960"/>
              </p14:xfrm>
            </p:contentPart>
          </mc:Choice>
          <mc:Fallback xmlns=""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84BD3332-48FD-48D4-9B6E-F3363F8E317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631544" y="4989896"/>
                  <a:ext cx="240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0C09ED27-084B-477D-99C6-23A60BAD87AF}"/>
                    </a:ext>
                  </a:extLst>
                </p14:cNvPr>
                <p14:cNvContentPartPr/>
                <p14:nvPr/>
              </p14:nvContentPartPr>
              <p14:xfrm>
                <a:off x="5949784" y="5178176"/>
                <a:ext cx="54360" cy="100440"/>
              </p14:xfrm>
            </p:contentPart>
          </mc:Choice>
          <mc:Fallback xmlns=""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0C09ED27-084B-477D-99C6-23A60BAD87A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32144" y="5160176"/>
                  <a:ext cx="90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05577319-5745-4017-AF72-9B8DBAE609B4}"/>
                    </a:ext>
                  </a:extLst>
                </p14:cNvPr>
                <p14:cNvContentPartPr/>
                <p14:nvPr/>
              </p14:nvContentPartPr>
              <p14:xfrm>
                <a:off x="6093064" y="4957136"/>
                <a:ext cx="131040" cy="14544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05577319-5745-4017-AF72-9B8DBAE609B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075064" y="4939496"/>
                  <a:ext cx="166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2CAB11EC-CAB8-43FA-ADA9-EB752A8FCF41}"/>
                    </a:ext>
                  </a:extLst>
                </p14:cNvPr>
                <p14:cNvContentPartPr/>
                <p14:nvPr/>
              </p14:nvContentPartPr>
              <p14:xfrm>
                <a:off x="6094144" y="5107976"/>
                <a:ext cx="135360" cy="12924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2CAB11EC-CAB8-43FA-ADA9-EB752A8FCF4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076504" y="5090336"/>
                  <a:ext cx="171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1E8BD55B-1A3A-4669-A814-FBFE490FB2BA}"/>
                    </a:ext>
                  </a:extLst>
                </p14:cNvPr>
                <p14:cNvContentPartPr/>
                <p14:nvPr/>
              </p14:nvContentPartPr>
              <p14:xfrm>
                <a:off x="6332824" y="4933736"/>
                <a:ext cx="124920" cy="16956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1E8BD55B-1A3A-4669-A814-FBFE490FB2B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314824" y="4916096"/>
                  <a:ext cx="160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A23CC51D-EEDC-45AD-8E09-0DC2081E2101}"/>
                    </a:ext>
                  </a:extLst>
                </p14:cNvPr>
                <p14:cNvContentPartPr/>
                <p14:nvPr/>
              </p14:nvContentPartPr>
              <p14:xfrm>
                <a:off x="6296824" y="5099696"/>
                <a:ext cx="169920" cy="14580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A23CC51D-EEDC-45AD-8E09-0DC2081E210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279184" y="5082056"/>
                  <a:ext cx="20556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84" name="Entrada de lápiz 283">
                <a:extLst>
                  <a:ext uri="{FF2B5EF4-FFF2-40B4-BE49-F238E27FC236}">
                    <a16:creationId xmlns:a16="http://schemas.microsoft.com/office/drawing/2014/main" id="{B77603AB-D695-492A-8B16-11D3EF84D231}"/>
                  </a:ext>
                </a:extLst>
              </p14:cNvPr>
              <p14:cNvContentPartPr/>
              <p14:nvPr/>
            </p14:nvContentPartPr>
            <p14:xfrm>
              <a:off x="7053904" y="5532416"/>
              <a:ext cx="184680" cy="261360"/>
            </p14:xfrm>
          </p:contentPart>
        </mc:Choice>
        <mc:Fallback xmlns="">
          <p:pic>
            <p:nvPicPr>
              <p:cNvPr id="284" name="Entrada de lápiz 283">
                <a:extLst>
                  <a:ext uri="{FF2B5EF4-FFF2-40B4-BE49-F238E27FC236}">
                    <a16:creationId xmlns:a16="http://schemas.microsoft.com/office/drawing/2014/main" id="{B77603AB-D695-492A-8B16-11D3EF84D231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7036264" y="5514416"/>
                <a:ext cx="220320" cy="2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upo 286">
            <a:extLst>
              <a:ext uri="{FF2B5EF4-FFF2-40B4-BE49-F238E27FC236}">
                <a16:creationId xmlns:a16="http://schemas.microsoft.com/office/drawing/2014/main" id="{21FC9A3F-5912-48FC-8E78-191C2EC48B5D}"/>
              </a:ext>
            </a:extLst>
          </p:cNvPr>
          <p:cNvGrpSpPr/>
          <p:nvPr/>
        </p:nvGrpSpPr>
        <p:grpSpPr>
          <a:xfrm>
            <a:off x="7406704" y="5493176"/>
            <a:ext cx="249840" cy="277920"/>
            <a:chOff x="7406704" y="5493176"/>
            <a:chExt cx="2498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EA1E9A51-7B13-4E6B-8C6D-F032DB7D8F55}"/>
                    </a:ext>
                  </a:extLst>
                </p14:cNvPr>
                <p14:cNvContentPartPr/>
                <p14:nvPr/>
              </p14:nvContentPartPr>
              <p14:xfrm>
                <a:off x="7542784" y="5493176"/>
                <a:ext cx="27000" cy="27792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EA1E9A51-7B13-4E6B-8C6D-F032DB7D8F5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524784" y="5475176"/>
                  <a:ext cx="626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72C3D238-6114-4FE0-A856-414A7A227485}"/>
                    </a:ext>
                  </a:extLst>
                </p14:cNvPr>
                <p14:cNvContentPartPr/>
                <p14:nvPr/>
              </p14:nvContentPartPr>
              <p14:xfrm>
                <a:off x="7406704" y="5651216"/>
                <a:ext cx="249840" cy="1152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72C3D238-6114-4FE0-A856-414A7A22748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389064" y="5633216"/>
                  <a:ext cx="2854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upo 293">
            <a:extLst>
              <a:ext uri="{FF2B5EF4-FFF2-40B4-BE49-F238E27FC236}">
                <a16:creationId xmlns:a16="http://schemas.microsoft.com/office/drawing/2014/main" id="{C56804B9-5E93-46EE-A458-429E8C58661A}"/>
              </a:ext>
            </a:extLst>
          </p:cNvPr>
          <p:cNvGrpSpPr/>
          <p:nvPr/>
        </p:nvGrpSpPr>
        <p:grpSpPr>
          <a:xfrm>
            <a:off x="7928704" y="5490296"/>
            <a:ext cx="736200" cy="294120"/>
            <a:chOff x="7928704" y="5490296"/>
            <a:chExt cx="73620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8C30B0B8-D210-406D-BB4B-24B4A169BAA7}"/>
                    </a:ext>
                  </a:extLst>
                </p14:cNvPr>
                <p14:cNvContentPartPr/>
                <p14:nvPr/>
              </p14:nvContentPartPr>
              <p14:xfrm>
                <a:off x="7928704" y="5577056"/>
                <a:ext cx="76320" cy="167400"/>
              </p14:xfrm>
            </p:contentPart>
          </mc:Choice>
          <mc:Fallback xmlns=""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8C30B0B8-D210-406D-BB4B-24B4A169BAA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911064" y="5559416"/>
                  <a:ext cx="111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F753F9ED-DEE4-4096-A36C-F03A3F3166ED}"/>
                    </a:ext>
                  </a:extLst>
                </p14:cNvPr>
                <p14:cNvContentPartPr/>
                <p14:nvPr/>
              </p14:nvContentPartPr>
              <p14:xfrm>
                <a:off x="8081344" y="5670296"/>
                <a:ext cx="61200" cy="114120"/>
              </p14:xfrm>
            </p:contentPart>
          </mc:Choice>
          <mc:Fallback xmlns=""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F753F9ED-DEE4-4096-A36C-F03A3F3166E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063704" y="5652296"/>
                  <a:ext cx="968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070C28E1-3D8A-4EF0-843A-6CCDF69CC5ED}"/>
                    </a:ext>
                  </a:extLst>
                </p14:cNvPr>
                <p14:cNvContentPartPr/>
                <p14:nvPr/>
              </p14:nvContentPartPr>
              <p14:xfrm>
                <a:off x="8222824" y="5519816"/>
                <a:ext cx="111600" cy="89280"/>
              </p14:xfrm>
            </p:contentPart>
          </mc:Choice>
          <mc:Fallback xmlns=""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070C28E1-3D8A-4EF0-843A-6CCDF69CC5E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204824" y="5501816"/>
                  <a:ext cx="147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D1BF0B81-F144-4EAE-BF90-5F6A4480B649}"/>
                    </a:ext>
                  </a:extLst>
                </p14:cNvPr>
                <p14:cNvContentPartPr/>
                <p14:nvPr/>
              </p14:nvContentPartPr>
              <p14:xfrm>
                <a:off x="8265304" y="5584976"/>
                <a:ext cx="116640" cy="118080"/>
              </p14:xfrm>
            </p:contentPart>
          </mc:Choice>
          <mc:Fallback xmlns=""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D1BF0B81-F144-4EAE-BF90-5F6A4480B64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247304" y="5567336"/>
                  <a:ext cx="152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E4393AB6-F25A-4DD4-BA7B-9E3922BDC923}"/>
                    </a:ext>
                  </a:extLst>
                </p14:cNvPr>
                <p14:cNvContentPartPr/>
                <p14:nvPr/>
              </p14:nvContentPartPr>
              <p14:xfrm>
                <a:off x="8463304" y="5490296"/>
                <a:ext cx="124920" cy="96120"/>
              </p14:xfrm>
            </p:contentPart>
          </mc:Choice>
          <mc:Fallback xmlns=""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E4393AB6-F25A-4DD4-BA7B-9E3922BDC92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445664" y="5472296"/>
                  <a:ext cx="160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8CF72CFF-FDC7-4FFD-B3B0-D1035C0AC62A}"/>
                    </a:ext>
                  </a:extLst>
                </p14:cNvPr>
                <p14:cNvContentPartPr/>
                <p14:nvPr/>
              </p14:nvContentPartPr>
              <p14:xfrm>
                <a:off x="8534944" y="5586776"/>
                <a:ext cx="129960" cy="74160"/>
              </p14:xfrm>
            </p:contentPart>
          </mc:Choice>
          <mc:Fallback xmlns=""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8CF72CFF-FDC7-4FFD-B3B0-D1035C0AC62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16944" y="5568776"/>
                  <a:ext cx="16560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CBE106E5-E079-4275-8280-C3930F90F2DA}"/>
              </a:ext>
            </a:extLst>
          </p:cNvPr>
          <p:cNvGrpSpPr/>
          <p:nvPr/>
        </p:nvGrpSpPr>
        <p:grpSpPr>
          <a:xfrm>
            <a:off x="8927344" y="5548616"/>
            <a:ext cx="139680" cy="102960"/>
            <a:chOff x="8927344" y="5548616"/>
            <a:chExt cx="139680" cy="1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43EC97EC-45D9-446E-9DA6-EEF5D07B0C10}"/>
                    </a:ext>
                  </a:extLst>
                </p14:cNvPr>
                <p14:cNvContentPartPr/>
                <p14:nvPr/>
              </p14:nvContentPartPr>
              <p14:xfrm>
                <a:off x="8965144" y="5548616"/>
                <a:ext cx="95040" cy="1152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43EC97EC-45D9-446E-9DA6-EEF5D07B0C1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947144" y="5530616"/>
                  <a:ext cx="130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25B896A9-F80E-486E-85B1-C72630747945}"/>
                    </a:ext>
                  </a:extLst>
                </p14:cNvPr>
                <p14:cNvContentPartPr/>
                <p14:nvPr/>
              </p14:nvContentPartPr>
              <p14:xfrm>
                <a:off x="8927344" y="5647616"/>
                <a:ext cx="139680" cy="3960"/>
              </p14:xfrm>
            </p:contentPart>
          </mc:Choice>
          <mc:Fallback xmlns=""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25B896A9-F80E-486E-85B1-C7263074794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909704" y="5629976"/>
                  <a:ext cx="1753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upo 302">
            <a:extLst>
              <a:ext uri="{FF2B5EF4-FFF2-40B4-BE49-F238E27FC236}">
                <a16:creationId xmlns:a16="http://schemas.microsoft.com/office/drawing/2014/main" id="{D65FD9C1-3CCD-4C13-A906-D8F53BEC0347}"/>
              </a:ext>
            </a:extLst>
          </p:cNvPr>
          <p:cNvGrpSpPr/>
          <p:nvPr/>
        </p:nvGrpSpPr>
        <p:grpSpPr>
          <a:xfrm>
            <a:off x="9455104" y="5314616"/>
            <a:ext cx="772560" cy="284760"/>
            <a:chOff x="9455104" y="5314616"/>
            <a:chExt cx="77256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1FB03716-B8D2-4F27-ADFB-4D9FCFC9CE5D}"/>
                    </a:ext>
                  </a:extLst>
                </p14:cNvPr>
                <p14:cNvContentPartPr/>
                <p14:nvPr/>
              </p14:nvContentPartPr>
              <p14:xfrm>
                <a:off x="9455104" y="5381216"/>
                <a:ext cx="138600" cy="180720"/>
              </p14:xfrm>
            </p:contentPart>
          </mc:Choice>
          <mc:Fallback xmlns=""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1FB03716-B8D2-4F27-ADFB-4D9FCFC9CE5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437464" y="5363576"/>
                  <a:ext cx="174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C194540F-736E-43F0-A411-71514BD6980F}"/>
                    </a:ext>
                  </a:extLst>
                </p14:cNvPr>
                <p14:cNvContentPartPr/>
                <p14:nvPr/>
              </p14:nvContentPartPr>
              <p14:xfrm>
                <a:off x="9470584" y="5496056"/>
                <a:ext cx="262440" cy="103320"/>
              </p14:xfrm>
            </p:contentPart>
          </mc:Choice>
          <mc:Fallback xmlns=""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C194540F-736E-43F0-A411-71514BD6980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452944" y="5478056"/>
                  <a:ext cx="298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12F560A3-C7B1-4239-BB67-E5DA500C3D9A}"/>
                    </a:ext>
                  </a:extLst>
                </p14:cNvPr>
                <p14:cNvContentPartPr/>
                <p14:nvPr/>
              </p14:nvContentPartPr>
              <p14:xfrm>
                <a:off x="9841384" y="5325776"/>
                <a:ext cx="127440" cy="102960"/>
              </p14:xfrm>
            </p:contentPart>
          </mc:Choice>
          <mc:Fallback xmlns=""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12F560A3-C7B1-4239-BB67-E5DA500C3D9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23384" y="5307776"/>
                  <a:ext cx="163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2F53E8F7-319F-46AC-BF33-E9D08F7ACC87}"/>
                    </a:ext>
                  </a:extLst>
                </p14:cNvPr>
                <p14:cNvContentPartPr/>
                <p14:nvPr/>
              </p14:nvContentPartPr>
              <p14:xfrm>
                <a:off x="9824824" y="5431976"/>
                <a:ext cx="140400" cy="129960"/>
              </p14:xfrm>
            </p:contentPart>
          </mc:Choice>
          <mc:Fallback xmlns=""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2F53E8F7-319F-46AC-BF33-E9D08F7ACC8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807184" y="5414336"/>
                  <a:ext cx="176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F5A4500F-300B-4101-9ADB-E917BB543ACE}"/>
                    </a:ext>
                  </a:extLst>
                </p14:cNvPr>
                <p14:cNvContentPartPr/>
                <p14:nvPr/>
              </p14:nvContentPartPr>
              <p14:xfrm>
                <a:off x="10095904" y="5314616"/>
                <a:ext cx="120240" cy="102240"/>
              </p14:xfrm>
            </p:contentPart>
          </mc:Choice>
          <mc:Fallback xmlns=""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F5A4500F-300B-4101-9ADB-E917BB543AC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077904" y="5296616"/>
                  <a:ext cx="155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9544B81F-E171-4DC2-A5BE-F17E88B88F03}"/>
                    </a:ext>
                  </a:extLst>
                </p14:cNvPr>
                <p14:cNvContentPartPr/>
                <p14:nvPr/>
              </p14:nvContentPartPr>
              <p14:xfrm>
                <a:off x="10064944" y="5410376"/>
                <a:ext cx="162720" cy="148320"/>
              </p14:xfrm>
            </p:contentPart>
          </mc:Choice>
          <mc:Fallback xmlns=""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9544B81F-E171-4DC2-A5BE-F17E88B88F0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047304" y="5392376"/>
                  <a:ext cx="1983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87B2BFC5-AD2D-4297-BA2B-B0EE2471CA41}"/>
              </a:ext>
            </a:extLst>
          </p:cNvPr>
          <p:cNvGrpSpPr/>
          <p:nvPr/>
        </p:nvGrpSpPr>
        <p:grpSpPr>
          <a:xfrm>
            <a:off x="2598904" y="5754536"/>
            <a:ext cx="1373400" cy="252720"/>
            <a:chOff x="2598904" y="5754536"/>
            <a:chExt cx="137340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4B3C6EC9-A1F3-4E22-8BF6-460B687EBA7E}"/>
                    </a:ext>
                  </a:extLst>
                </p14:cNvPr>
                <p14:cNvContentPartPr/>
                <p14:nvPr/>
              </p14:nvContentPartPr>
              <p14:xfrm>
                <a:off x="2598904" y="5779016"/>
                <a:ext cx="192960" cy="200520"/>
              </p14:xfrm>
            </p:contentPart>
          </mc:Choice>
          <mc:Fallback xmlns=""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4B3C6EC9-A1F3-4E22-8BF6-460B687EBA7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581264" y="5761016"/>
                  <a:ext cx="228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15FB4471-539D-45B3-AADE-865290CBAF7B}"/>
                    </a:ext>
                  </a:extLst>
                </p14:cNvPr>
                <p14:cNvContentPartPr/>
                <p14:nvPr/>
              </p14:nvContentPartPr>
              <p14:xfrm>
                <a:off x="2830384" y="5862536"/>
                <a:ext cx="168480" cy="30960"/>
              </p14:xfrm>
            </p:contentPart>
          </mc:Choice>
          <mc:Fallback xmlns=""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15FB4471-539D-45B3-AADE-865290CBAF7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812384" y="5844536"/>
                  <a:ext cx="204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2B91B3A1-5EB1-4C0A-B45D-A3DAC221756A}"/>
                    </a:ext>
                  </a:extLst>
                </p14:cNvPr>
                <p14:cNvContentPartPr/>
                <p14:nvPr/>
              </p14:nvContentPartPr>
              <p14:xfrm>
                <a:off x="3087424" y="5761736"/>
                <a:ext cx="32760" cy="101160"/>
              </p14:xfrm>
            </p:contentPart>
          </mc:Choice>
          <mc:Fallback xmlns=""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2B91B3A1-5EB1-4C0A-B45D-A3DAC221756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69784" y="5743736"/>
                  <a:ext cx="68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E0635590-F484-4341-A46A-7F71E03E26F0}"/>
                    </a:ext>
                  </a:extLst>
                </p14:cNvPr>
                <p14:cNvContentPartPr/>
                <p14:nvPr/>
              </p14:nvContentPartPr>
              <p14:xfrm>
                <a:off x="3068344" y="5754536"/>
                <a:ext cx="137520" cy="243000"/>
              </p14:xfrm>
            </p:contentPart>
          </mc:Choice>
          <mc:Fallback xmlns=""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E0635590-F484-4341-A46A-7F71E03E26F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050344" y="5736896"/>
                  <a:ext cx="173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B5FD919E-33EF-4D56-B586-9DC350A586E7}"/>
                    </a:ext>
                  </a:extLst>
                </p14:cNvPr>
                <p14:cNvContentPartPr/>
                <p14:nvPr/>
              </p14:nvContentPartPr>
              <p14:xfrm>
                <a:off x="3252664" y="5919776"/>
                <a:ext cx="21600" cy="87480"/>
              </p14:xfrm>
            </p:contentPart>
          </mc:Choice>
          <mc:Fallback xmlns=""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B5FD919E-33EF-4D56-B586-9DC350A586E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235024" y="5902136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78F55BB5-9AF1-4E62-8713-B45F29C9BAEA}"/>
                    </a:ext>
                  </a:extLst>
                </p14:cNvPr>
                <p14:cNvContentPartPr/>
                <p14:nvPr/>
              </p14:nvContentPartPr>
              <p14:xfrm>
                <a:off x="3362104" y="5805296"/>
                <a:ext cx="101520" cy="104040"/>
              </p14:xfrm>
            </p:contentPart>
          </mc:Choice>
          <mc:Fallback xmlns=""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78F55BB5-9AF1-4E62-8713-B45F29C9BAE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44104" y="5787656"/>
                  <a:ext cx="137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15AB16F2-CECE-420D-9221-3379C6438003}"/>
                    </a:ext>
                  </a:extLst>
                </p14:cNvPr>
                <p14:cNvContentPartPr/>
                <p14:nvPr/>
              </p14:nvContentPartPr>
              <p14:xfrm>
                <a:off x="3403504" y="5798096"/>
                <a:ext cx="306000" cy="170280"/>
              </p14:xfrm>
            </p:contentPart>
          </mc:Choice>
          <mc:Fallback xmlns=""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15AB16F2-CECE-420D-9221-3379C643800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385864" y="5780096"/>
                  <a:ext cx="341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2D8B8997-C202-4640-BBA9-C8703BBD31DA}"/>
                    </a:ext>
                  </a:extLst>
                </p14:cNvPr>
                <p14:cNvContentPartPr/>
                <p14:nvPr/>
              </p14:nvContentPartPr>
              <p14:xfrm>
                <a:off x="3636424" y="5875496"/>
                <a:ext cx="131760" cy="101160"/>
              </p14:xfrm>
            </p:contentPart>
          </mc:Choice>
          <mc:Fallback xmlns=""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2D8B8997-C202-4640-BBA9-C8703BBD31D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618424" y="5857496"/>
                  <a:ext cx="167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7233D547-5361-4280-8624-9CC7D445151F}"/>
                    </a:ext>
                  </a:extLst>
                </p14:cNvPr>
                <p14:cNvContentPartPr/>
                <p14:nvPr/>
              </p14:nvContentPartPr>
              <p14:xfrm>
                <a:off x="3858904" y="5840576"/>
                <a:ext cx="113400" cy="113400"/>
              </p14:xfrm>
            </p:contentPart>
          </mc:Choice>
          <mc:Fallback xmlns=""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7233D547-5361-4280-8624-9CC7D445151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841264" y="5822936"/>
                  <a:ext cx="1490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upo 318">
            <a:extLst>
              <a:ext uri="{FF2B5EF4-FFF2-40B4-BE49-F238E27FC236}">
                <a16:creationId xmlns:a16="http://schemas.microsoft.com/office/drawing/2014/main" id="{FD18FB56-FC03-43B4-82D0-0E06FC39CFD8}"/>
              </a:ext>
            </a:extLst>
          </p:cNvPr>
          <p:cNvGrpSpPr/>
          <p:nvPr/>
        </p:nvGrpSpPr>
        <p:grpSpPr>
          <a:xfrm>
            <a:off x="4124944" y="5755616"/>
            <a:ext cx="545400" cy="225360"/>
            <a:chOff x="4124944" y="5755616"/>
            <a:chExt cx="54540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4ECF94AC-D8D2-4776-9256-71F98B5672EF}"/>
                    </a:ext>
                  </a:extLst>
                </p14:cNvPr>
                <p14:cNvContentPartPr/>
                <p14:nvPr/>
              </p14:nvContentPartPr>
              <p14:xfrm>
                <a:off x="4124944" y="5755616"/>
                <a:ext cx="144360" cy="169200"/>
              </p14:xfrm>
            </p:contentPart>
          </mc:Choice>
          <mc:Fallback xmlns=""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4ECF94AC-D8D2-4776-9256-71F98B567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106944" y="5737616"/>
                  <a:ext cx="180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28A0C13E-6561-4C8D-B66D-FD3DEB8CB673}"/>
                    </a:ext>
                  </a:extLst>
                </p14:cNvPr>
                <p14:cNvContentPartPr/>
                <p14:nvPr/>
              </p14:nvContentPartPr>
              <p14:xfrm>
                <a:off x="4337344" y="5903216"/>
                <a:ext cx="27360" cy="77760"/>
              </p14:xfrm>
            </p:contentPart>
          </mc:Choice>
          <mc:Fallback xmlns=""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28A0C13E-6561-4C8D-B66D-FD3DEB8CB67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319704" y="5885576"/>
                  <a:ext cx="6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53F26764-51F9-4630-99BC-B184E7006AA5}"/>
                    </a:ext>
                  </a:extLst>
                </p14:cNvPr>
                <p14:cNvContentPartPr/>
                <p14:nvPr/>
              </p14:nvContentPartPr>
              <p14:xfrm>
                <a:off x="4451464" y="5781536"/>
                <a:ext cx="42840" cy="171360"/>
              </p14:xfrm>
            </p:contentPart>
          </mc:Choice>
          <mc:Fallback xmlns=""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53F26764-51F9-4630-99BC-B184E7006AA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433464" y="5763896"/>
                  <a:ext cx="784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C64B7C5D-A9F9-4A40-9A0C-29464FC5D6AB}"/>
                    </a:ext>
                  </a:extLst>
                </p14:cNvPr>
                <p14:cNvContentPartPr/>
                <p14:nvPr/>
              </p14:nvContentPartPr>
              <p14:xfrm>
                <a:off x="4568464" y="5786216"/>
                <a:ext cx="101880" cy="159120"/>
              </p14:xfrm>
            </p:contentPart>
          </mc:Choice>
          <mc:Fallback xmlns=""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C64B7C5D-A9F9-4A40-9A0C-29464FC5D6A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550824" y="5768216"/>
                  <a:ext cx="1375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76235E77-2FD7-4F9E-AC0C-B79664EBB81F}"/>
              </a:ext>
            </a:extLst>
          </p:cNvPr>
          <p:cNvGrpSpPr/>
          <p:nvPr/>
        </p:nvGrpSpPr>
        <p:grpSpPr>
          <a:xfrm>
            <a:off x="7049224" y="4992056"/>
            <a:ext cx="92880" cy="281160"/>
            <a:chOff x="7049224" y="4992056"/>
            <a:chExt cx="9288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7AB83776-ACA6-4D23-93AC-0C215C2575BE}"/>
                    </a:ext>
                  </a:extLst>
                </p14:cNvPr>
                <p14:cNvContentPartPr/>
                <p14:nvPr/>
              </p14:nvContentPartPr>
              <p14:xfrm>
                <a:off x="7049224" y="4992056"/>
                <a:ext cx="57240" cy="281160"/>
              </p14:xfrm>
            </p:contentPart>
          </mc:Choice>
          <mc:Fallback xmlns=""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7AB83776-ACA6-4D23-93AC-0C215C2575B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031224" y="4974416"/>
                  <a:ext cx="92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84D0243E-9911-45DB-9115-35A6F5C56251}"/>
                    </a:ext>
                  </a:extLst>
                </p14:cNvPr>
                <p14:cNvContentPartPr/>
                <p14:nvPr/>
              </p14:nvContentPartPr>
              <p14:xfrm>
                <a:off x="7053184" y="5223176"/>
                <a:ext cx="88920" cy="47880"/>
              </p14:xfrm>
            </p:contentPart>
          </mc:Choice>
          <mc:Fallback xmlns=""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84D0243E-9911-45DB-9115-35A6F5C5625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035544" y="5205536"/>
                  <a:ext cx="124560" cy="8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800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72AEEF3-D785-4817-8CA5-33B597143710}"/>
              </a:ext>
            </a:extLst>
          </p:cNvPr>
          <p:cNvGrpSpPr/>
          <p:nvPr/>
        </p:nvGrpSpPr>
        <p:grpSpPr>
          <a:xfrm>
            <a:off x="550864" y="982376"/>
            <a:ext cx="1652400" cy="511560"/>
            <a:chOff x="550864" y="982376"/>
            <a:chExt cx="165240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FB39BE22-9B2B-455E-9DC4-5F17A784C725}"/>
                    </a:ext>
                  </a:extLst>
                </p14:cNvPr>
                <p14:cNvContentPartPr/>
                <p14:nvPr/>
              </p14:nvContentPartPr>
              <p14:xfrm>
                <a:off x="653464" y="1032776"/>
                <a:ext cx="35280" cy="45972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FB39BE22-9B2B-455E-9DC4-5F17A784C7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464" y="1015136"/>
                  <a:ext cx="70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C4BA4B35-0545-40E1-81A0-5A386A084B58}"/>
                    </a:ext>
                  </a:extLst>
                </p14:cNvPr>
                <p14:cNvContentPartPr/>
                <p14:nvPr/>
              </p14:nvContentPartPr>
              <p14:xfrm>
                <a:off x="550864" y="1028816"/>
                <a:ext cx="281880" cy="3085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C4BA4B35-0545-40E1-81A0-5A386A084B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864" y="1011176"/>
                  <a:ext cx="317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5B0E9041-FC63-4A88-87F5-B5ACEA6BB5B2}"/>
                    </a:ext>
                  </a:extLst>
                </p14:cNvPr>
                <p14:cNvContentPartPr/>
                <p14:nvPr/>
              </p14:nvContentPartPr>
              <p14:xfrm>
                <a:off x="1009504" y="984176"/>
                <a:ext cx="204840" cy="4046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5B0E9041-FC63-4A88-87F5-B5ACEA6BB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1504" y="966176"/>
                  <a:ext cx="2404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767671C-B751-46CB-9D6C-DAA312FFFE61}"/>
                    </a:ext>
                  </a:extLst>
                </p14:cNvPr>
                <p14:cNvContentPartPr/>
                <p14:nvPr/>
              </p14:nvContentPartPr>
              <p14:xfrm>
                <a:off x="1284544" y="1061576"/>
                <a:ext cx="189720" cy="2365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767671C-B751-46CB-9D6C-DAA312FFFE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6904" y="1043576"/>
                  <a:ext cx="225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63AA1FD-A44E-4A96-91DE-C3B1EFCB976F}"/>
                    </a:ext>
                  </a:extLst>
                </p14:cNvPr>
                <p14:cNvContentPartPr/>
                <p14:nvPr/>
              </p14:nvContentPartPr>
              <p14:xfrm>
                <a:off x="1284904" y="1028456"/>
                <a:ext cx="195480" cy="27648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63AA1FD-A44E-4A96-91DE-C3B1EFCB97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6904" y="1010456"/>
                  <a:ext cx="231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0EEA6DE-2BB9-49AC-971B-7AF76C29EB72}"/>
                    </a:ext>
                  </a:extLst>
                </p14:cNvPr>
                <p14:cNvContentPartPr/>
                <p14:nvPr/>
              </p14:nvContentPartPr>
              <p14:xfrm>
                <a:off x="1575424" y="1088576"/>
                <a:ext cx="164160" cy="1969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0EEA6DE-2BB9-49AC-971B-7AF76C29EB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57784" y="1070576"/>
                  <a:ext cx="1998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7CCE1A9-752D-41A8-B48E-68DEC19E93CA}"/>
                    </a:ext>
                  </a:extLst>
                </p14:cNvPr>
                <p14:cNvContentPartPr/>
                <p14:nvPr/>
              </p14:nvContentPartPr>
              <p14:xfrm>
                <a:off x="1551304" y="1316096"/>
                <a:ext cx="246960" cy="846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7CCE1A9-752D-41A8-B48E-68DEC19E93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3664" y="1298456"/>
                  <a:ext cx="282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569C0E3-16EC-47A7-B1B1-38E3F31D90F7}"/>
                    </a:ext>
                  </a:extLst>
                </p14:cNvPr>
                <p14:cNvContentPartPr/>
                <p14:nvPr/>
              </p14:nvContentPartPr>
              <p14:xfrm>
                <a:off x="1877104" y="1085696"/>
                <a:ext cx="163800" cy="3081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569C0E3-16EC-47A7-B1B1-38E3F31D90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9464" y="1068056"/>
                  <a:ext cx="199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FC3B106-DDBD-42DB-B60C-8870DBED337D}"/>
                    </a:ext>
                  </a:extLst>
                </p14:cNvPr>
                <p14:cNvContentPartPr/>
                <p14:nvPr/>
              </p14:nvContentPartPr>
              <p14:xfrm>
                <a:off x="2086984" y="982376"/>
                <a:ext cx="116280" cy="5115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FC3B106-DDBD-42DB-B60C-8870DBED33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68984" y="964376"/>
                  <a:ext cx="151920" cy="54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D6D314F-C6A9-41BE-B333-FD681957F88A}"/>
              </a:ext>
            </a:extLst>
          </p:cNvPr>
          <p:cNvGrpSpPr/>
          <p:nvPr/>
        </p:nvGrpSpPr>
        <p:grpSpPr>
          <a:xfrm>
            <a:off x="2365264" y="1145096"/>
            <a:ext cx="160920" cy="186120"/>
            <a:chOff x="2365264" y="1145096"/>
            <a:chExt cx="16092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F19DF38-1371-42F0-B20C-115559AD1130}"/>
                    </a:ext>
                  </a:extLst>
                </p14:cNvPr>
                <p14:cNvContentPartPr/>
                <p14:nvPr/>
              </p14:nvContentPartPr>
              <p14:xfrm>
                <a:off x="2419624" y="1145096"/>
                <a:ext cx="106560" cy="3528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F19DF38-1371-42F0-B20C-115559AD11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01624" y="1127096"/>
                  <a:ext cx="142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81CC21E-8306-4C15-AF9B-A9A3257116A1}"/>
                    </a:ext>
                  </a:extLst>
                </p14:cNvPr>
                <p14:cNvContentPartPr/>
                <p14:nvPr/>
              </p14:nvContentPartPr>
              <p14:xfrm>
                <a:off x="2365264" y="1303136"/>
                <a:ext cx="129960" cy="280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81CC21E-8306-4C15-AF9B-A9A3257116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47624" y="1285496"/>
                  <a:ext cx="1656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EB579F5-0582-47C3-BC33-FAD35C084F38}"/>
              </a:ext>
            </a:extLst>
          </p:cNvPr>
          <p:cNvGrpSpPr/>
          <p:nvPr/>
        </p:nvGrpSpPr>
        <p:grpSpPr>
          <a:xfrm>
            <a:off x="2821744" y="1079576"/>
            <a:ext cx="352080" cy="344160"/>
            <a:chOff x="2821744" y="1079576"/>
            <a:chExt cx="3520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95E87A1-8977-4578-B05D-F40F84431323}"/>
                    </a:ext>
                  </a:extLst>
                </p14:cNvPr>
                <p14:cNvContentPartPr/>
                <p14:nvPr/>
              </p14:nvContentPartPr>
              <p14:xfrm>
                <a:off x="2821744" y="1079576"/>
                <a:ext cx="45720" cy="3441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95E87A1-8977-4578-B05D-F40F844313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03744" y="1061576"/>
                  <a:ext cx="813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E82DAF3-CD6D-4A37-98B7-E143E72B38C0}"/>
                    </a:ext>
                  </a:extLst>
                </p14:cNvPr>
                <p14:cNvContentPartPr/>
                <p14:nvPr/>
              </p14:nvContentPartPr>
              <p14:xfrm>
                <a:off x="2956024" y="1277936"/>
                <a:ext cx="217800" cy="219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E82DAF3-CD6D-4A37-98B7-E143E72B38C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8384" y="1260296"/>
                  <a:ext cx="2534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6B2F0D8-F1F0-4DC1-9120-CF0D46868DD0}"/>
              </a:ext>
            </a:extLst>
          </p:cNvPr>
          <p:cNvGrpSpPr/>
          <p:nvPr/>
        </p:nvGrpSpPr>
        <p:grpSpPr>
          <a:xfrm>
            <a:off x="3393064" y="1051856"/>
            <a:ext cx="1541160" cy="439560"/>
            <a:chOff x="3393064" y="1051856"/>
            <a:chExt cx="154116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68C42F9-7013-49A4-BD28-C35B07E1BE24}"/>
                    </a:ext>
                  </a:extLst>
                </p14:cNvPr>
                <p14:cNvContentPartPr/>
                <p14:nvPr/>
              </p14:nvContentPartPr>
              <p14:xfrm>
                <a:off x="3454984" y="1156976"/>
                <a:ext cx="57240" cy="3204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68C42F9-7013-49A4-BD28-C35B07E1BE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36984" y="1139336"/>
                  <a:ext cx="92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37139B2E-8239-47EE-81AD-B63F1B9529B6}"/>
                    </a:ext>
                  </a:extLst>
                </p14:cNvPr>
                <p14:cNvContentPartPr/>
                <p14:nvPr/>
              </p14:nvContentPartPr>
              <p14:xfrm>
                <a:off x="3393064" y="1138256"/>
                <a:ext cx="199080" cy="1983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37139B2E-8239-47EE-81AD-B63F1B9529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5064" y="1120256"/>
                  <a:ext cx="234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40A6B57-5CA2-4E2E-9AB1-12230BC16E0F}"/>
                    </a:ext>
                  </a:extLst>
                </p14:cNvPr>
                <p14:cNvContentPartPr/>
                <p14:nvPr/>
              </p14:nvContentPartPr>
              <p14:xfrm>
                <a:off x="3675304" y="1076336"/>
                <a:ext cx="171360" cy="34920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40A6B57-5CA2-4E2E-9AB1-12230BC16E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57304" y="1058336"/>
                  <a:ext cx="207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7B3EBF0-AA96-4C88-80B5-FC8461DFD6CC}"/>
                    </a:ext>
                  </a:extLst>
                </p14:cNvPr>
                <p14:cNvContentPartPr/>
                <p14:nvPr/>
              </p14:nvContentPartPr>
              <p14:xfrm>
                <a:off x="3943144" y="1156616"/>
                <a:ext cx="229320" cy="2318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7B3EBF0-AA96-4C88-80B5-FC8461DFD6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5144" y="1138976"/>
                  <a:ext cx="2649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A0F7B70-65BF-483B-9A8F-8AC4F87A0D0F}"/>
                    </a:ext>
                  </a:extLst>
                </p14:cNvPr>
                <p14:cNvContentPartPr/>
                <p14:nvPr/>
              </p14:nvContentPartPr>
              <p14:xfrm>
                <a:off x="3948904" y="1110896"/>
                <a:ext cx="200520" cy="2779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A0F7B70-65BF-483B-9A8F-8AC4F87A0D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30904" y="1093256"/>
                  <a:ext cx="2361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31D8E2D-3854-4BF9-9B2F-29B53FA13B29}"/>
                    </a:ext>
                  </a:extLst>
                </p14:cNvPr>
                <p14:cNvContentPartPr/>
                <p14:nvPr/>
              </p14:nvContentPartPr>
              <p14:xfrm>
                <a:off x="4344904" y="1124216"/>
                <a:ext cx="205920" cy="2016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31D8E2D-3854-4BF9-9B2F-29B53FA13B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26904" y="1106216"/>
                  <a:ext cx="241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B6F6A6DA-BB37-4724-9CA7-A78398A52192}"/>
                    </a:ext>
                  </a:extLst>
                </p14:cNvPr>
                <p14:cNvContentPartPr/>
                <p14:nvPr/>
              </p14:nvContentPartPr>
              <p14:xfrm>
                <a:off x="4671784" y="1131776"/>
                <a:ext cx="31680" cy="2116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B6F6A6DA-BB37-4724-9CA7-A78398A521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3784" y="1114136"/>
                  <a:ext cx="67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FC800F1E-EECA-4CEF-BFD7-FFA29B6658AC}"/>
                    </a:ext>
                  </a:extLst>
                </p14:cNvPr>
                <p14:cNvContentPartPr/>
                <p14:nvPr/>
              </p14:nvContentPartPr>
              <p14:xfrm>
                <a:off x="4596544" y="1358936"/>
                <a:ext cx="205200" cy="309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FC800F1E-EECA-4CEF-BFD7-FFA29B6658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78544" y="1340936"/>
                  <a:ext cx="24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AEF4156-3FC9-4745-8E4F-37889C3249AD}"/>
                    </a:ext>
                  </a:extLst>
                </p14:cNvPr>
                <p14:cNvContentPartPr/>
                <p14:nvPr/>
              </p14:nvContentPartPr>
              <p14:xfrm>
                <a:off x="4836304" y="1051856"/>
                <a:ext cx="97920" cy="4395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AEF4156-3FC9-4745-8E4F-37889C3249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8304" y="1034216"/>
                  <a:ext cx="133560" cy="47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915D7E9E-1BAC-4799-982D-7C4BB74E6F7E}"/>
                  </a:ext>
                </a:extLst>
              </p14:cNvPr>
              <p14:cNvContentPartPr/>
              <p14:nvPr/>
            </p14:nvContentPartPr>
            <p14:xfrm>
              <a:off x="2408824" y="2091896"/>
              <a:ext cx="122040" cy="108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915D7E9E-1BAC-4799-982D-7C4BB74E6F7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91184" y="2074256"/>
                <a:ext cx="157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EE3725CE-0A58-48FB-995C-D0738CCFA009}"/>
                  </a:ext>
                </a:extLst>
              </p14:cNvPr>
              <p14:cNvContentPartPr/>
              <p14:nvPr/>
            </p14:nvContentPartPr>
            <p14:xfrm>
              <a:off x="2408824" y="2177216"/>
              <a:ext cx="214920" cy="4824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EE3725CE-0A58-48FB-995C-D0738CCFA00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91184" y="2159216"/>
                <a:ext cx="2505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3E0CFDD1-5854-4424-8A8C-D66315AD22CB}"/>
                  </a:ext>
                </a:extLst>
              </p14:cNvPr>
              <p14:cNvContentPartPr/>
              <p14:nvPr/>
            </p14:nvContentPartPr>
            <p14:xfrm>
              <a:off x="2957104" y="2058416"/>
              <a:ext cx="46440" cy="24516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3E0CFDD1-5854-4424-8A8C-D66315AD22C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39464" y="2040416"/>
                <a:ext cx="820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67F50B6C-0E5D-4B1A-98D4-04AC41FD1B2D}"/>
                  </a:ext>
                </a:extLst>
              </p14:cNvPr>
              <p14:cNvContentPartPr/>
              <p14:nvPr/>
            </p14:nvContentPartPr>
            <p14:xfrm>
              <a:off x="3124144" y="2197016"/>
              <a:ext cx="243000" cy="720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67F50B6C-0E5D-4B1A-98D4-04AC41FD1B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06504" y="2179376"/>
                <a:ext cx="278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D3F1C837-6BBC-4905-B8B2-D4D2D946C11D}"/>
                  </a:ext>
                </a:extLst>
              </p14:cNvPr>
              <p14:cNvContentPartPr/>
              <p14:nvPr/>
            </p14:nvContentPartPr>
            <p14:xfrm>
              <a:off x="3524464" y="1987136"/>
              <a:ext cx="192600" cy="57312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D3F1C837-6BBC-4905-B8B2-D4D2D946C11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06464" y="1969136"/>
                <a:ext cx="228240" cy="60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upo 45">
            <a:extLst>
              <a:ext uri="{FF2B5EF4-FFF2-40B4-BE49-F238E27FC236}">
                <a16:creationId xmlns:a16="http://schemas.microsoft.com/office/drawing/2014/main" id="{36A34A14-DF11-41DF-8881-0CF83409C56B}"/>
              </a:ext>
            </a:extLst>
          </p:cNvPr>
          <p:cNvGrpSpPr/>
          <p:nvPr/>
        </p:nvGrpSpPr>
        <p:grpSpPr>
          <a:xfrm>
            <a:off x="3346624" y="2783096"/>
            <a:ext cx="411120" cy="145800"/>
            <a:chOff x="3346624" y="2783096"/>
            <a:chExt cx="41112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5DC485C-822B-4879-8156-3166BE19A2FD}"/>
                    </a:ext>
                  </a:extLst>
                </p14:cNvPr>
                <p14:cNvContentPartPr/>
                <p14:nvPr/>
              </p14:nvContentPartPr>
              <p14:xfrm>
                <a:off x="3346624" y="2865896"/>
                <a:ext cx="145440" cy="212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5DC485C-822B-4879-8156-3166BE19A2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28624" y="2847896"/>
                  <a:ext cx="181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314A9F04-FE0C-41A7-AF01-D9412DE17A15}"/>
                    </a:ext>
                  </a:extLst>
                </p14:cNvPr>
                <p14:cNvContentPartPr/>
                <p14:nvPr/>
              </p14:nvContentPartPr>
              <p14:xfrm>
                <a:off x="3532024" y="2803976"/>
                <a:ext cx="109800" cy="1249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314A9F04-FE0C-41A7-AF01-D9412DE17A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14384" y="2786336"/>
                  <a:ext cx="145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AF7F0E6E-1F35-428F-B92C-6EB94D7F6D01}"/>
                    </a:ext>
                  </a:extLst>
                </p14:cNvPr>
                <p14:cNvContentPartPr/>
                <p14:nvPr/>
              </p14:nvContentPartPr>
              <p14:xfrm>
                <a:off x="3650104" y="2783096"/>
                <a:ext cx="107640" cy="1252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AF7F0E6E-1F35-428F-B92C-6EB94D7F6D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32464" y="2765096"/>
                  <a:ext cx="1432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40343DBD-8344-489E-9523-16CC3D878756}"/>
              </a:ext>
            </a:extLst>
          </p:cNvPr>
          <p:cNvGrpSpPr/>
          <p:nvPr/>
        </p:nvGrpSpPr>
        <p:grpSpPr>
          <a:xfrm>
            <a:off x="3624184" y="1676456"/>
            <a:ext cx="100800" cy="148680"/>
            <a:chOff x="3624184" y="1676456"/>
            <a:chExt cx="10080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FA5C3E8-AB0A-4A2F-9012-E8225DBCD887}"/>
                    </a:ext>
                  </a:extLst>
                </p14:cNvPr>
                <p14:cNvContentPartPr/>
                <p14:nvPr/>
              </p14:nvContentPartPr>
              <p14:xfrm>
                <a:off x="3636064" y="1676456"/>
                <a:ext cx="17640" cy="1425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FA5C3E8-AB0A-4A2F-9012-E8225DBCD8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18064" y="1658816"/>
                  <a:ext cx="53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99561A8-A599-42A0-8330-56CDAFA6FAB5}"/>
                    </a:ext>
                  </a:extLst>
                </p14:cNvPr>
                <p14:cNvContentPartPr/>
                <p14:nvPr/>
              </p14:nvContentPartPr>
              <p14:xfrm>
                <a:off x="3624184" y="1819736"/>
                <a:ext cx="100800" cy="540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99561A8-A599-42A0-8330-56CDAFA6FA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06184" y="1802096"/>
                  <a:ext cx="136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FD8F0971-9D10-4B38-BADD-3B6B257C1214}"/>
              </a:ext>
            </a:extLst>
          </p:cNvPr>
          <p:cNvGrpSpPr/>
          <p:nvPr/>
        </p:nvGrpSpPr>
        <p:grpSpPr>
          <a:xfrm>
            <a:off x="3853144" y="1989296"/>
            <a:ext cx="1146600" cy="386280"/>
            <a:chOff x="3853144" y="1989296"/>
            <a:chExt cx="114660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8EE6D74-31EE-4304-8AFE-4C950747D303}"/>
                    </a:ext>
                  </a:extLst>
                </p14:cNvPr>
                <p14:cNvContentPartPr/>
                <p14:nvPr/>
              </p14:nvContentPartPr>
              <p14:xfrm>
                <a:off x="3938464" y="1998656"/>
                <a:ext cx="66960" cy="37692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8EE6D74-31EE-4304-8AFE-4C950747D30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20464" y="1981016"/>
                  <a:ext cx="1026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789DDBD-E17A-4AAB-9D59-B0D417BAC466}"/>
                    </a:ext>
                  </a:extLst>
                </p14:cNvPr>
                <p14:cNvContentPartPr/>
                <p14:nvPr/>
              </p14:nvContentPartPr>
              <p14:xfrm>
                <a:off x="3853144" y="2225096"/>
                <a:ext cx="177120" cy="612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789DDBD-E17A-4AAB-9D59-B0D417BAC4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35144" y="2207096"/>
                  <a:ext cx="212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22CB3A8-1EC4-49AC-AE7B-45CCAEDCF9BF}"/>
                    </a:ext>
                  </a:extLst>
                </p14:cNvPr>
                <p14:cNvContentPartPr/>
                <p14:nvPr/>
              </p14:nvContentPartPr>
              <p14:xfrm>
                <a:off x="4164544" y="2094416"/>
                <a:ext cx="93240" cy="2289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22CB3A8-1EC4-49AC-AE7B-45CCAEDCF9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46544" y="2076776"/>
                  <a:ext cx="128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F224F80-21EB-4514-9918-CD771D5F7EEE}"/>
                    </a:ext>
                  </a:extLst>
                </p14:cNvPr>
                <p14:cNvContentPartPr/>
                <p14:nvPr/>
              </p14:nvContentPartPr>
              <p14:xfrm>
                <a:off x="4279384" y="2107736"/>
                <a:ext cx="144360" cy="19080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F224F80-21EB-4514-9918-CD771D5F7E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61744" y="2089736"/>
                  <a:ext cx="180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35B0C3F1-7948-4591-8BF0-0971D6432448}"/>
                    </a:ext>
                  </a:extLst>
                </p14:cNvPr>
                <p14:cNvContentPartPr/>
                <p14:nvPr/>
              </p14:nvContentPartPr>
              <p14:xfrm>
                <a:off x="4456504" y="2050136"/>
                <a:ext cx="45720" cy="27000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35B0C3F1-7948-4591-8BF0-0971D64324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38504" y="2032496"/>
                  <a:ext cx="81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0F67C3B-AA9B-4D35-95DB-2DD80FC7C032}"/>
                    </a:ext>
                  </a:extLst>
                </p14:cNvPr>
                <p14:cNvContentPartPr/>
                <p14:nvPr/>
              </p14:nvContentPartPr>
              <p14:xfrm>
                <a:off x="4608424" y="1989296"/>
                <a:ext cx="169200" cy="3016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0F67C3B-AA9B-4D35-95DB-2DD80FC7C0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90784" y="1971656"/>
                  <a:ext cx="2048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58FCE96-229F-4A88-939D-FE7341A2D863}"/>
                    </a:ext>
                  </a:extLst>
                </p14:cNvPr>
                <p14:cNvContentPartPr/>
                <p14:nvPr/>
              </p14:nvContentPartPr>
              <p14:xfrm>
                <a:off x="4895344" y="2065976"/>
                <a:ext cx="81720" cy="19080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58FCE96-229F-4A88-939D-FE7341A2D8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77344" y="2047976"/>
                  <a:ext cx="117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BD32FE8-EBBD-4769-B7B0-398F44D9CDC7}"/>
                    </a:ext>
                  </a:extLst>
                </p14:cNvPr>
                <p14:cNvContentPartPr/>
                <p14:nvPr/>
              </p14:nvContentPartPr>
              <p14:xfrm>
                <a:off x="4801384" y="2047616"/>
                <a:ext cx="198360" cy="2466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BD32FE8-EBBD-4769-B7B0-398F44D9CD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83744" y="2029616"/>
                  <a:ext cx="2340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398694D3-8AAF-4810-A55D-522A1A2E8E70}"/>
              </a:ext>
            </a:extLst>
          </p:cNvPr>
          <p:cNvGrpSpPr/>
          <p:nvPr/>
        </p:nvGrpSpPr>
        <p:grpSpPr>
          <a:xfrm>
            <a:off x="5206384" y="2098016"/>
            <a:ext cx="149400" cy="96120"/>
            <a:chOff x="5206384" y="2098016"/>
            <a:chExt cx="149400" cy="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55D493B9-42E0-4CC1-8CEC-4BD3D2D9A4A1}"/>
                    </a:ext>
                  </a:extLst>
                </p14:cNvPr>
                <p14:cNvContentPartPr/>
                <p14:nvPr/>
              </p14:nvContentPartPr>
              <p14:xfrm>
                <a:off x="5206384" y="2098016"/>
                <a:ext cx="109440" cy="151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55D493B9-42E0-4CC1-8CEC-4BD3D2D9A4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88744" y="2080376"/>
                  <a:ext cx="145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BD56D9A5-D5A4-441C-AA55-63A09CAC36AB}"/>
                    </a:ext>
                  </a:extLst>
                </p14:cNvPr>
                <p14:cNvContentPartPr/>
                <p14:nvPr/>
              </p14:nvContentPartPr>
              <p14:xfrm>
                <a:off x="5245264" y="2169296"/>
                <a:ext cx="110520" cy="248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BD56D9A5-D5A4-441C-AA55-63A09CAC36A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27264" y="2151656"/>
                  <a:ext cx="1461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FD7AF69F-D936-428F-B539-43A55EFC6E64}"/>
              </a:ext>
            </a:extLst>
          </p:cNvPr>
          <p:cNvGrpSpPr/>
          <p:nvPr/>
        </p:nvGrpSpPr>
        <p:grpSpPr>
          <a:xfrm>
            <a:off x="5599864" y="1859696"/>
            <a:ext cx="536040" cy="593640"/>
            <a:chOff x="5599864" y="1859696"/>
            <a:chExt cx="53604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C55AC36-62C4-4772-9DF0-8E7C4FE3AC77}"/>
                    </a:ext>
                  </a:extLst>
                </p14:cNvPr>
                <p14:cNvContentPartPr/>
                <p14:nvPr/>
              </p14:nvContentPartPr>
              <p14:xfrm>
                <a:off x="5599864" y="1932056"/>
                <a:ext cx="69840" cy="24840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C55AC36-62C4-4772-9DF0-8E7C4FE3AC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82224" y="1914416"/>
                  <a:ext cx="105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D5F1C37D-2BAF-4A9B-B58B-1070C0E0E66C}"/>
                    </a:ext>
                  </a:extLst>
                </p14:cNvPr>
                <p14:cNvContentPartPr/>
                <p14:nvPr/>
              </p14:nvContentPartPr>
              <p14:xfrm>
                <a:off x="5778784" y="2076416"/>
                <a:ext cx="115560" cy="108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D5F1C37D-2BAF-4A9B-B58B-1070C0E0E66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61144" y="2058416"/>
                  <a:ext cx="151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A0FCF5E1-2E4A-4BE5-9672-0FFA214093B8}"/>
                    </a:ext>
                  </a:extLst>
                </p14:cNvPr>
                <p14:cNvContentPartPr/>
                <p14:nvPr/>
              </p14:nvContentPartPr>
              <p14:xfrm>
                <a:off x="6029344" y="1859696"/>
                <a:ext cx="106560" cy="59364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A0FCF5E1-2E4A-4BE5-9672-0FFA214093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11344" y="1841696"/>
                  <a:ext cx="142200" cy="62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5F3967A7-3CCE-4F97-A107-24F79FC0FFC2}"/>
                  </a:ext>
                </a:extLst>
              </p14:cNvPr>
              <p14:cNvContentPartPr/>
              <p14:nvPr/>
            </p14:nvContentPartPr>
            <p14:xfrm>
              <a:off x="6018904" y="2579696"/>
              <a:ext cx="104400" cy="13752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5F3967A7-3CCE-4F97-A107-24F79FC0FFC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00904" y="2562056"/>
                <a:ext cx="14004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upo 68">
            <a:extLst>
              <a:ext uri="{FF2B5EF4-FFF2-40B4-BE49-F238E27FC236}">
                <a16:creationId xmlns:a16="http://schemas.microsoft.com/office/drawing/2014/main" id="{8CC26975-9B3C-47D5-B845-B083D35BB08B}"/>
              </a:ext>
            </a:extLst>
          </p:cNvPr>
          <p:cNvGrpSpPr/>
          <p:nvPr/>
        </p:nvGrpSpPr>
        <p:grpSpPr>
          <a:xfrm>
            <a:off x="6036904" y="1579256"/>
            <a:ext cx="70920" cy="151200"/>
            <a:chOff x="6036904" y="1579256"/>
            <a:chExt cx="70920" cy="15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1BD335FE-FA9A-4CE3-8778-77192610FFF5}"/>
                    </a:ext>
                  </a:extLst>
                </p14:cNvPr>
                <p14:cNvContentPartPr/>
                <p14:nvPr/>
              </p14:nvContentPartPr>
              <p14:xfrm>
                <a:off x="6054904" y="1579256"/>
                <a:ext cx="19080" cy="1407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1BD335FE-FA9A-4CE3-8778-77192610FF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37264" y="1561256"/>
                  <a:ext cx="54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06563DD2-7CC1-4A65-96F9-D5D5F01ECDC8}"/>
                    </a:ext>
                  </a:extLst>
                </p14:cNvPr>
                <p14:cNvContentPartPr/>
                <p14:nvPr/>
              </p14:nvContentPartPr>
              <p14:xfrm>
                <a:off x="6036904" y="1673576"/>
                <a:ext cx="70920" cy="5688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06563DD2-7CC1-4A65-96F9-D5D5F01ECDC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19264" y="1655936"/>
                  <a:ext cx="10656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A1CA3B8B-C944-4CA3-A6A5-E2D35CA54C71}"/>
              </a:ext>
            </a:extLst>
          </p:cNvPr>
          <p:cNvGrpSpPr/>
          <p:nvPr/>
        </p:nvGrpSpPr>
        <p:grpSpPr>
          <a:xfrm>
            <a:off x="6275584" y="1937456"/>
            <a:ext cx="1426320" cy="315000"/>
            <a:chOff x="6275584" y="1937456"/>
            <a:chExt cx="142632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AC8891D-C1B6-4D86-8585-E742FB445B16}"/>
                    </a:ext>
                  </a:extLst>
                </p14:cNvPr>
                <p14:cNvContentPartPr/>
                <p14:nvPr/>
              </p14:nvContentPartPr>
              <p14:xfrm>
                <a:off x="6342904" y="1938896"/>
                <a:ext cx="95760" cy="30780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AC8891D-C1B6-4D86-8585-E742FB445B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24904" y="1920896"/>
                  <a:ext cx="1314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D7507915-B92B-4EB2-BD50-E91933A6EBBF}"/>
                    </a:ext>
                  </a:extLst>
                </p14:cNvPr>
                <p14:cNvContentPartPr/>
                <p14:nvPr/>
              </p14:nvContentPartPr>
              <p14:xfrm>
                <a:off x="6275584" y="2132936"/>
                <a:ext cx="172440" cy="2556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D7507915-B92B-4EB2-BD50-E91933A6EB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57944" y="2114936"/>
                  <a:ext cx="208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EC80D5E1-3D82-44AC-906B-17488B7C66E4}"/>
                    </a:ext>
                  </a:extLst>
                </p14:cNvPr>
                <p14:cNvContentPartPr/>
                <p14:nvPr/>
              </p14:nvContentPartPr>
              <p14:xfrm>
                <a:off x="6546664" y="2035376"/>
                <a:ext cx="126720" cy="21708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EC80D5E1-3D82-44AC-906B-17488B7C66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29024" y="2017736"/>
                  <a:ext cx="162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7441837B-70F6-4C98-8F65-F571DE07984E}"/>
                    </a:ext>
                  </a:extLst>
                </p14:cNvPr>
                <p14:cNvContentPartPr/>
                <p14:nvPr/>
              </p14:nvContentPartPr>
              <p14:xfrm>
                <a:off x="6679864" y="2049416"/>
                <a:ext cx="101880" cy="1602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7441837B-70F6-4C98-8F65-F571DE0798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61864" y="2031416"/>
                  <a:ext cx="137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999E907-8C7D-49A7-A7A3-2A870C9F2E1A}"/>
                    </a:ext>
                  </a:extLst>
                </p14:cNvPr>
                <p14:cNvContentPartPr/>
                <p14:nvPr/>
              </p14:nvContentPartPr>
              <p14:xfrm>
                <a:off x="6870304" y="1955456"/>
                <a:ext cx="41040" cy="2451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999E907-8C7D-49A7-A7A3-2A870C9F2E1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52304" y="1937456"/>
                  <a:ext cx="766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4D385852-1387-4247-A1DA-20F253AE14D3}"/>
                    </a:ext>
                  </a:extLst>
                </p14:cNvPr>
                <p14:cNvContentPartPr/>
                <p14:nvPr/>
              </p14:nvContentPartPr>
              <p14:xfrm>
                <a:off x="7049224" y="1937456"/>
                <a:ext cx="183600" cy="2419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4D385852-1387-4247-A1DA-20F253AE14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31584" y="1919456"/>
                  <a:ext cx="219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A7E32CF1-5E93-4F75-85A9-DDD87C7F9236}"/>
                    </a:ext>
                  </a:extLst>
                </p14:cNvPr>
                <p14:cNvContentPartPr/>
                <p14:nvPr/>
              </p14:nvContentPartPr>
              <p14:xfrm>
                <a:off x="7307344" y="2024936"/>
                <a:ext cx="96120" cy="14904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A7E32CF1-5E93-4F75-85A9-DDD87C7F923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89344" y="2007296"/>
                  <a:ext cx="131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038A27C2-156F-4474-8235-D94148D403FC}"/>
                    </a:ext>
                  </a:extLst>
                </p14:cNvPr>
                <p14:cNvContentPartPr/>
                <p14:nvPr/>
              </p14:nvContentPartPr>
              <p14:xfrm>
                <a:off x="7322824" y="2005856"/>
                <a:ext cx="102960" cy="2091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038A27C2-156F-4474-8235-D94148D403F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04824" y="1987856"/>
                  <a:ext cx="138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4DE6C893-9E4C-403D-AF97-1893A52491A0}"/>
                    </a:ext>
                  </a:extLst>
                </p14:cNvPr>
                <p14:cNvContentPartPr/>
                <p14:nvPr/>
              </p14:nvContentPartPr>
              <p14:xfrm>
                <a:off x="7551784" y="2031776"/>
                <a:ext cx="150120" cy="993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4DE6C893-9E4C-403D-AF97-1893A52491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33784" y="2014136"/>
                  <a:ext cx="1857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854F1220-FFAE-44C1-A984-AF5F3AA9583C}"/>
              </a:ext>
            </a:extLst>
          </p:cNvPr>
          <p:cNvGrpSpPr/>
          <p:nvPr/>
        </p:nvGrpSpPr>
        <p:grpSpPr>
          <a:xfrm>
            <a:off x="7934464" y="1769336"/>
            <a:ext cx="630000" cy="632520"/>
            <a:chOff x="7934464" y="1769336"/>
            <a:chExt cx="630000" cy="63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D31F17D-7A79-49DC-A651-CCADD726D82F}"/>
                    </a:ext>
                  </a:extLst>
                </p14:cNvPr>
                <p14:cNvContentPartPr/>
                <p14:nvPr/>
              </p14:nvContentPartPr>
              <p14:xfrm>
                <a:off x="7964704" y="1945736"/>
                <a:ext cx="66240" cy="25164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D31F17D-7A79-49DC-A651-CCADD726D82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46704" y="1928096"/>
                  <a:ext cx="101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861BA19-E136-4518-BCE4-3257ADE425C2}"/>
                    </a:ext>
                  </a:extLst>
                </p14:cNvPr>
                <p14:cNvContentPartPr/>
                <p14:nvPr/>
              </p14:nvContentPartPr>
              <p14:xfrm>
                <a:off x="7934464" y="2190176"/>
                <a:ext cx="142560" cy="108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861BA19-E136-4518-BCE4-3257ADE425C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16824" y="2172536"/>
                  <a:ext cx="178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6FDE9FFC-66DE-4EEA-9513-E1BC4FB5BF7D}"/>
                    </a:ext>
                  </a:extLst>
                </p14:cNvPr>
                <p14:cNvContentPartPr/>
                <p14:nvPr/>
              </p14:nvContentPartPr>
              <p14:xfrm>
                <a:off x="8218864" y="2011976"/>
                <a:ext cx="109440" cy="828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6FDE9FFC-66DE-4EEA-9513-E1BC4FB5BF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00864" y="1993976"/>
                  <a:ext cx="145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879ACFC6-2F76-44D5-B468-1EB9BAC17B3F}"/>
                    </a:ext>
                  </a:extLst>
                </p14:cNvPr>
                <p14:cNvContentPartPr/>
                <p14:nvPr/>
              </p14:nvContentPartPr>
              <p14:xfrm>
                <a:off x="8381224" y="1769336"/>
                <a:ext cx="183240" cy="63252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879ACFC6-2F76-44D5-B468-1EB9BAC17B3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63224" y="1751696"/>
                  <a:ext cx="218880" cy="66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76F4CC4-D1E4-45D4-8E4F-83B921BF721A}"/>
              </a:ext>
            </a:extLst>
          </p:cNvPr>
          <p:cNvGrpSpPr/>
          <p:nvPr/>
        </p:nvGrpSpPr>
        <p:grpSpPr>
          <a:xfrm>
            <a:off x="8665264" y="1771136"/>
            <a:ext cx="267120" cy="216000"/>
            <a:chOff x="8665264" y="1771136"/>
            <a:chExt cx="26712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705F71A-4D1F-43C8-A23E-CDA81E9A0752}"/>
                    </a:ext>
                  </a:extLst>
                </p14:cNvPr>
                <p14:cNvContentPartPr/>
                <p14:nvPr/>
              </p14:nvContentPartPr>
              <p14:xfrm>
                <a:off x="8790184" y="1771136"/>
                <a:ext cx="20520" cy="1922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705F71A-4D1F-43C8-A23E-CDA81E9A075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72184" y="1753136"/>
                  <a:ext cx="561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FAF05374-E36B-422B-B037-E16909F9B8B7}"/>
                    </a:ext>
                  </a:extLst>
                </p14:cNvPr>
                <p14:cNvContentPartPr/>
                <p14:nvPr/>
              </p14:nvContentPartPr>
              <p14:xfrm>
                <a:off x="8665264" y="1963376"/>
                <a:ext cx="267120" cy="237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FAF05374-E36B-422B-B037-E16909F9B8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47624" y="1945736"/>
                  <a:ext cx="3027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B5FFE1E5-55EB-4E69-8615-6C3094A0D024}"/>
              </a:ext>
            </a:extLst>
          </p:cNvPr>
          <p:cNvGrpSpPr/>
          <p:nvPr/>
        </p:nvGrpSpPr>
        <p:grpSpPr>
          <a:xfrm>
            <a:off x="8754544" y="2114576"/>
            <a:ext cx="215280" cy="178200"/>
            <a:chOff x="8754544" y="2114576"/>
            <a:chExt cx="21528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F455275F-111E-4B40-8B01-BA478D4BCE08}"/>
                    </a:ext>
                  </a:extLst>
                </p14:cNvPr>
                <p14:cNvContentPartPr/>
                <p14:nvPr/>
              </p14:nvContentPartPr>
              <p14:xfrm>
                <a:off x="8754544" y="2119616"/>
                <a:ext cx="33840" cy="17316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F455275F-111E-4B40-8B01-BA478D4BCE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36904" y="2101976"/>
                  <a:ext cx="69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4863B8B-FD2E-4D75-A81F-F6E489DD278A}"/>
                    </a:ext>
                  </a:extLst>
                </p14:cNvPr>
                <p14:cNvContentPartPr/>
                <p14:nvPr/>
              </p14:nvContentPartPr>
              <p14:xfrm>
                <a:off x="8864704" y="2114576"/>
                <a:ext cx="105120" cy="1566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4863B8B-FD2E-4D75-A81F-F6E489DD27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46704" y="2096576"/>
                  <a:ext cx="14076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BA6EB4EC-F7C1-4698-BA95-77D438AFC636}"/>
              </a:ext>
            </a:extLst>
          </p:cNvPr>
          <p:cNvGrpSpPr/>
          <p:nvPr/>
        </p:nvGrpSpPr>
        <p:grpSpPr>
          <a:xfrm>
            <a:off x="9134344" y="1758536"/>
            <a:ext cx="406440" cy="334800"/>
            <a:chOff x="9134344" y="1758536"/>
            <a:chExt cx="4064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8799D2E5-140D-4B3D-9701-2544022967A7}"/>
                    </a:ext>
                  </a:extLst>
                </p14:cNvPr>
                <p14:cNvContentPartPr/>
                <p14:nvPr/>
              </p14:nvContentPartPr>
              <p14:xfrm>
                <a:off x="9134344" y="1758536"/>
                <a:ext cx="171360" cy="29232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8799D2E5-140D-4B3D-9701-2544022967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16704" y="1740536"/>
                  <a:ext cx="207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24DF0013-2859-48B5-93DD-CF499E20171D}"/>
                    </a:ext>
                  </a:extLst>
                </p14:cNvPr>
                <p14:cNvContentPartPr/>
                <p14:nvPr/>
              </p14:nvContentPartPr>
              <p14:xfrm>
                <a:off x="9395344" y="1921616"/>
                <a:ext cx="145440" cy="12744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24DF0013-2859-48B5-93DD-CF499E2017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77344" y="1903616"/>
                  <a:ext cx="181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B26BFC1-4CB3-4600-8DF0-FF90275B3CDC}"/>
                    </a:ext>
                  </a:extLst>
                </p14:cNvPr>
                <p14:cNvContentPartPr/>
                <p14:nvPr/>
              </p14:nvContentPartPr>
              <p14:xfrm>
                <a:off x="9366184" y="1878056"/>
                <a:ext cx="136800" cy="2152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B26BFC1-4CB3-4600-8DF0-FF90275B3C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48544" y="1860056"/>
                  <a:ext cx="17244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CB3409F5-EA11-4348-A518-C84086216F7D}"/>
              </a:ext>
            </a:extLst>
          </p:cNvPr>
          <p:cNvGrpSpPr/>
          <p:nvPr/>
        </p:nvGrpSpPr>
        <p:grpSpPr>
          <a:xfrm>
            <a:off x="7696864" y="2918816"/>
            <a:ext cx="162720" cy="90720"/>
            <a:chOff x="7696864" y="2918816"/>
            <a:chExt cx="162720" cy="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F8AB8B6-BD60-40DC-8CCD-5F9C2EAD6937}"/>
                    </a:ext>
                  </a:extLst>
                </p14:cNvPr>
                <p14:cNvContentPartPr/>
                <p14:nvPr/>
              </p14:nvContentPartPr>
              <p14:xfrm>
                <a:off x="7696864" y="2918816"/>
                <a:ext cx="134640" cy="216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F8AB8B6-BD60-40DC-8CCD-5F9C2EAD69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78864" y="2901176"/>
                  <a:ext cx="170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28EDA052-F438-4C8E-B689-A753E93E839C}"/>
                    </a:ext>
                  </a:extLst>
                </p14:cNvPr>
                <p14:cNvContentPartPr/>
                <p14:nvPr/>
              </p14:nvContentPartPr>
              <p14:xfrm>
                <a:off x="7732504" y="3004856"/>
                <a:ext cx="127080" cy="468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28EDA052-F438-4C8E-B689-A753E93E839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4864" y="2987216"/>
                  <a:ext cx="16272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EC3459C5-B866-4512-9E75-F9117CE029B3}"/>
                  </a:ext>
                </a:extLst>
              </p14:cNvPr>
              <p14:cNvContentPartPr/>
              <p14:nvPr/>
            </p14:nvContentPartPr>
            <p14:xfrm>
              <a:off x="8129944" y="2842496"/>
              <a:ext cx="43920" cy="213120"/>
            </p14:xfrm>
          </p:contentPart>
        </mc:Choice>
        <mc:Fallback xmlns=""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EC3459C5-B866-4512-9E75-F9117CE029B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11944" y="2824856"/>
                <a:ext cx="795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32CCBF44-D055-496F-9C14-045F18BE0A63}"/>
                  </a:ext>
                </a:extLst>
              </p14:cNvPr>
              <p14:cNvContentPartPr/>
              <p14:nvPr/>
            </p14:nvContentPartPr>
            <p14:xfrm>
              <a:off x="8383024" y="2918816"/>
              <a:ext cx="132840" cy="13320"/>
            </p14:xfrm>
          </p:contentPart>
        </mc:Choice>
        <mc:Fallback xmlns=""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32CCBF44-D055-496F-9C14-045F18BE0A6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365384" y="2901176"/>
                <a:ext cx="1684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E7C4F4B9-2665-4E64-AD09-6101E0EFA385}"/>
                  </a:ext>
                </a:extLst>
              </p14:cNvPr>
              <p14:cNvContentPartPr/>
              <p14:nvPr/>
            </p14:nvContentPartPr>
            <p14:xfrm>
              <a:off x="8472304" y="2418776"/>
              <a:ext cx="54000" cy="107640"/>
            </p14:xfrm>
          </p:contentPart>
        </mc:Choice>
        <mc:Fallback xmlns=""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E7C4F4B9-2665-4E64-AD09-6101E0EFA38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454304" y="2401136"/>
                <a:ext cx="896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24B3C92E-880A-4FEA-B777-BB10EBB430CE}"/>
                  </a:ext>
                </a:extLst>
              </p14:cNvPr>
              <p14:cNvContentPartPr/>
              <p14:nvPr/>
            </p14:nvContentPartPr>
            <p14:xfrm>
              <a:off x="8528104" y="1498976"/>
              <a:ext cx="32400" cy="179640"/>
            </p14:xfrm>
          </p:contentPart>
        </mc:Choice>
        <mc:Fallback xmlns=""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24B3C92E-880A-4FEA-B777-BB10EBB430C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510464" y="1480976"/>
                <a:ext cx="6804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upo 118">
            <a:extLst>
              <a:ext uri="{FF2B5EF4-FFF2-40B4-BE49-F238E27FC236}">
                <a16:creationId xmlns:a16="http://schemas.microsoft.com/office/drawing/2014/main" id="{273B7DBD-622C-4CDD-A7EF-336AF305E32B}"/>
              </a:ext>
            </a:extLst>
          </p:cNvPr>
          <p:cNvGrpSpPr/>
          <p:nvPr/>
        </p:nvGrpSpPr>
        <p:grpSpPr>
          <a:xfrm>
            <a:off x="9399304" y="2679056"/>
            <a:ext cx="83160" cy="703080"/>
            <a:chOff x="9399304" y="2679056"/>
            <a:chExt cx="83160" cy="70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EE99DC1-F67D-4DCC-82DB-6173A8D539DA}"/>
                    </a:ext>
                  </a:extLst>
                </p14:cNvPr>
                <p14:cNvContentPartPr/>
                <p14:nvPr/>
              </p14:nvContentPartPr>
              <p14:xfrm>
                <a:off x="9399304" y="2679056"/>
                <a:ext cx="20520" cy="47520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EE99DC1-F67D-4DCC-82DB-6173A8D539D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81304" y="2661056"/>
                  <a:ext cx="561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7CD78262-58E5-4FC5-8D4A-3948FC1B0A33}"/>
                    </a:ext>
                  </a:extLst>
                </p14:cNvPr>
                <p14:cNvContentPartPr/>
                <p14:nvPr/>
              </p14:nvContentPartPr>
              <p14:xfrm>
                <a:off x="9401824" y="3242456"/>
                <a:ext cx="80640" cy="1396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7CD78262-58E5-4FC5-8D4A-3948FC1B0A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84184" y="3224456"/>
                  <a:ext cx="11628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72EC605-D5B1-408F-9B65-84B78DBAA61B}"/>
              </a:ext>
            </a:extLst>
          </p:cNvPr>
          <p:cNvGrpSpPr/>
          <p:nvPr/>
        </p:nvGrpSpPr>
        <p:grpSpPr>
          <a:xfrm>
            <a:off x="9383824" y="2369816"/>
            <a:ext cx="171360" cy="131400"/>
            <a:chOff x="9383824" y="2369816"/>
            <a:chExt cx="17136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7A4E377-18B9-4822-A721-65D57333259F}"/>
                    </a:ext>
                  </a:extLst>
                </p14:cNvPr>
                <p14:cNvContentPartPr/>
                <p14:nvPr/>
              </p14:nvContentPartPr>
              <p14:xfrm>
                <a:off x="9432064" y="2369816"/>
                <a:ext cx="16920" cy="11628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7A4E377-18B9-4822-A721-65D57333259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14064" y="2351816"/>
                  <a:ext cx="52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372FFCC-CC56-4637-8923-4F07DE629E57}"/>
                    </a:ext>
                  </a:extLst>
                </p14:cNvPr>
                <p14:cNvContentPartPr/>
                <p14:nvPr/>
              </p14:nvContentPartPr>
              <p14:xfrm>
                <a:off x="9383824" y="2473856"/>
                <a:ext cx="171360" cy="2736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372FFCC-CC56-4637-8923-4F07DE629E5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65824" y="2455856"/>
                  <a:ext cx="20700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FD03AC9E-357C-408E-9C2B-D48E122425A9}"/>
                  </a:ext>
                </a:extLst>
              </p14:cNvPr>
              <p14:cNvContentPartPr/>
              <p14:nvPr/>
            </p14:nvContentPartPr>
            <p14:xfrm>
              <a:off x="8802784" y="2783456"/>
              <a:ext cx="39960" cy="187920"/>
            </p14:xfrm>
          </p:contentPart>
        </mc:Choice>
        <mc:Fallback xmlns=""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FD03AC9E-357C-408E-9C2B-D48E122425A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784784" y="2765816"/>
                <a:ext cx="756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5076211-24E6-4B48-9C97-15B567189B68}"/>
                  </a:ext>
                </a:extLst>
              </p14:cNvPr>
              <p14:cNvContentPartPr/>
              <p14:nvPr/>
            </p14:nvContentPartPr>
            <p14:xfrm>
              <a:off x="8795944" y="2979656"/>
              <a:ext cx="183240" cy="21960"/>
            </p14:xfrm>
          </p:contentPart>
        </mc:Choice>
        <mc:Fallback xmlns=""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5076211-24E6-4B48-9C97-15B567189B6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777944" y="2962016"/>
                <a:ext cx="218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31A599E6-F315-4E25-AD37-79054CB39EA7}"/>
                  </a:ext>
                </a:extLst>
              </p14:cNvPr>
              <p14:cNvContentPartPr/>
              <p14:nvPr/>
            </p14:nvContentPartPr>
            <p14:xfrm>
              <a:off x="8766784" y="3098816"/>
              <a:ext cx="23400" cy="190080"/>
            </p14:xfrm>
          </p:contentPart>
        </mc:Choice>
        <mc:Fallback xmlns=""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31A599E6-F315-4E25-AD37-79054CB39EA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749144" y="3081176"/>
                <a:ext cx="590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8B7F3316-2182-475A-B736-4B2FD7057E5C}"/>
                  </a:ext>
                </a:extLst>
              </p14:cNvPr>
              <p14:cNvContentPartPr/>
              <p14:nvPr/>
            </p14:nvContentPartPr>
            <p14:xfrm>
              <a:off x="8835184" y="3124016"/>
              <a:ext cx="128160" cy="148320"/>
            </p14:xfrm>
          </p:contentPart>
        </mc:Choice>
        <mc:Fallback xmlns=""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8B7F3316-2182-475A-B736-4B2FD7057E5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817544" y="3106376"/>
                <a:ext cx="1638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86EC2EE6-4B64-49B9-B28E-A99531DC59CD}"/>
                  </a:ext>
                </a:extLst>
              </p14:cNvPr>
              <p14:cNvContentPartPr/>
              <p14:nvPr/>
            </p14:nvContentPartPr>
            <p14:xfrm>
              <a:off x="8895664" y="2838176"/>
              <a:ext cx="39960" cy="63720"/>
            </p14:xfrm>
          </p:contentPart>
        </mc:Choice>
        <mc:Fallback xmlns=""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86EC2EE6-4B64-49B9-B28E-A99531DC59C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878024" y="2820176"/>
                <a:ext cx="7560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upo 128">
            <a:extLst>
              <a:ext uri="{FF2B5EF4-FFF2-40B4-BE49-F238E27FC236}">
                <a16:creationId xmlns:a16="http://schemas.microsoft.com/office/drawing/2014/main" id="{97B03F0B-2637-493A-ABAC-3A3C6F77FFB3}"/>
              </a:ext>
            </a:extLst>
          </p:cNvPr>
          <p:cNvGrpSpPr/>
          <p:nvPr/>
        </p:nvGrpSpPr>
        <p:grpSpPr>
          <a:xfrm>
            <a:off x="7878664" y="3905936"/>
            <a:ext cx="193680" cy="101880"/>
            <a:chOff x="7878664" y="3905936"/>
            <a:chExt cx="193680" cy="1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D912B487-8846-4C34-B66D-36C0DE748147}"/>
                    </a:ext>
                  </a:extLst>
                </p14:cNvPr>
                <p14:cNvContentPartPr/>
                <p14:nvPr/>
              </p14:nvContentPartPr>
              <p14:xfrm>
                <a:off x="7878664" y="3905936"/>
                <a:ext cx="129960" cy="108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D912B487-8846-4C34-B66D-36C0DE7481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60664" y="3887936"/>
                  <a:ext cx="165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C6BC9F58-9366-47BE-8579-7786C1982A48}"/>
                    </a:ext>
                  </a:extLst>
                </p14:cNvPr>
                <p14:cNvContentPartPr/>
                <p14:nvPr/>
              </p14:nvContentPartPr>
              <p14:xfrm>
                <a:off x="7901704" y="3981536"/>
                <a:ext cx="170640" cy="262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C6BC9F58-9366-47BE-8579-7786C1982A4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84064" y="3963536"/>
                  <a:ext cx="2062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50ED4273-AC18-4DE8-B546-1B1CCBEDBC72}"/>
              </a:ext>
            </a:extLst>
          </p:cNvPr>
          <p:cNvGrpSpPr/>
          <p:nvPr/>
        </p:nvGrpSpPr>
        <p:grpSpPr>
          <a:xfrm>
            <a:off x="8252704" y="3839696"/>
            <a:ext cx="292320" cy="243720"/>
            <a:chOff x="8252704" y="3839696"/>
            <a:chExt cx="29232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6E7B1B06-C347-4C19-AE08-4C5F2E6E2595}"/>
                    </a:ext>
                  </a:extLst>
                </p14:cNvPr>
                <p14:cNvContentPartPr/>
                <p14:nvPr/>
              </p14:nvContentPartPr>
              <p14:xfrm>
                <a:off x="8252704" y="3839696"/>
                <a:ext cx="36000" cy="2437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6E7B1B06-C347-4C19-AE08-4C5F2E6E25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34704" y="3822056"/>
                  <a:ext cx="71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EE41E542-C2C8-4027-88BC-663D9A0D02AF}"/>
                    </a:ext>
                  </a:extLst>
                </p14:cNvPr>
                <p14:cNvContentPartPr/>
                <p14:nvPr/>
              </p14:nvContentPartPr>
              <p14:xfrm>
                <a:off x="8366824" y="3967496"/>
                <a:ext cx="178200" cy="1008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EE41E542-C2C8-4027-88BC-663D9A0D02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48824" y="3949856"/>
                  <a:ext cx="2138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A5A6365E-F804-44A9-A9CE-7CFAA44D6C50}"/>
              </a:ext>
            </a:extLst>
          </p:cNvPr>
          <p:cNvGrpSpPr/>
          <p:nvPr/>
        </p:nvGrpSpPr>
        <p:grpSpPr>
          <a:xfrm>
            <a:off x="9047224" y="2708576"/>
            <a:ext cx="166680" cy="201960"/>
            <a:chOff x="9047224" y="2708576"/>
            <a:chExt cx="16668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07A51E4D-51C8-4864-88D3-427825436F52}"/>
                    </a:ext>
                  </a:extLst>
                </p14:cNvPr>
                <p14:cNvContentPartPr/>
                <p14:nvPr/>
              </p14:nvContentPartPr>
              <p14:xfrm>
                <a:off x="9047224" y="2768336"/>
                <a:ext cx="166680" cy="14220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07A51E4D-51C8-4864-88D3-427825436F5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29224" y="2750696"/>
                  <a:ext cx="202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418971CE-53F5-4F2B-B310-166C75FD4EBA}"/>
                    </a:ext>
                  </a:extLst>
                </p14:cNvPr>
                <p14:cNvContentPartPr/>
                <p14:nvPr/>
              </p14:nvContentPartPr>
              <p14:xfrm>
                <a:off x="9089704" y="2708576"/>
                <a:ext cx="122040" cy="20052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418971CE-53F5-4F2B-B310-166C75FD4EB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72064" y="2690576"/>
                  <a:ext cx="157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CE501FA0-AC18-45FF-A458-5B733A864495}"/>
                    </a:ext>
                  </a:extLst>
                </p14:cNvPr>
                <p14:cNvContentPartPr/>
                <p14:nvPr/>
              </p14:nvContentPartPr>
              <p14:xfrm>
                <a:off x="9122824" y="2864096"/>
                <a:ext cx="360" cy="36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CE501FA0-AC18-45FF-A458-5B733A86449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04824" y="28464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144E1091-8CB3-4EF9-B143-3DD56BDC7EB9}"/>
              </a:ext>
            </a:extLst>
          </p:cNvPr>
          <p:cNvGrpSpPr/>
          <p:nvPr/>
        </p:nvGrpSpPr>
        <p:grpSpPr>
          <a:xfrm>
            <a:off x="8763184" y="3755456"/>
            <a:ext cx="221760" cy="214200"/>
            <a:chOff x="8763184" y="3755456"/>
            <a:chExt cx="22176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A631240D-7CF8-437A-A483-3E5520D2EA69}"/>
                    </a:ext>
                  </a:extLst>
                </p14:cNvPr>
                <p14:cNvContentPartPr/>
                <p14:nvPr/>
              </p14:nvContentPartPr>
              <p14:xfrm>
                <a:off x="8805664" y="3755456"/>
                <a:ext cx="38160" cy="1526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A631240D-7CF8-437A-A483-3E5520D2EA6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87664" y="3737456"/>
                  <a:ext cx="73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23E1C40-45FC-4918-941B-91F8978B64E8}"/>
                    </a:ext>
                  </a:extLst>
                </p14:cNvPr>
                <p14:cNvContentPartPr/>
                <p14:nvPr/>
              </p14:nvContentPartPr>
              <p14:xfrm>
                <a:off x="8763184" y="3950936"/>
                <a:ext cx="221760" cy="1872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23E1C40-45FC-4918-941B-91F8978B64E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45184" y="3933296"/>
                  <a:ext cx="2574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D243F849-1410-4BB4-9BEB-D75792366FD9}"/>
              </a:ext>
            </a:extLst>
          </p:cNvPr>
          <p:cNvGrpSpPr/>
          <p:nvPr/>
        </p:nvGrpSpPr>
        <p:grpSpPr>
          <a:xfrm>
            <a:off x="8778664" y="4112936"/>
            <a:ext cx="215280" cy="163080"/>
            <a:chOff x="8778664" y="4112936"/>
            <a:chExt cx="21528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CADF86D0-D718-4868-AD40-FC725352437C}"/>
                    </a:ext>
                  </a:extLst>
                </p14:cNvPr>
                <p14:cNvContentPartPr/>
                <p14:nvPr/>
              </p14:nvContentPartPr>
              <p14:xfrm>
                <a:off x="8778664" y="4112936"/>
                <a:ext cx="14040" cy="15660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CADF86D0-D718-4868-AD40-FC725352437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60664" y="4094936"/>
                  <a:ext cx="49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24F1996-D0A0-473F-A934-F7B9230F01DB}"/>
                    </a:ext>
                  </a:extLst>
                </p14:cNvPr>
                <p14:cNvContentPartPr/>
                <p14:nvPr/>
              </p14:nvContentPartPr>
              <p14:xfrm>
                <a:off x="8876224" y="4121576"/>
                <a:ext cx="117720" cy="15444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24F1996-D0A0-473F-A934-F7B9230F01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58224" y="4103576"/>
                  <a:ext cx="15336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E3E74654-47B2-447B-8EDC-0DE768044640}"/>
              </a:ext>
            </a:extLst>
          </p:cNvPr>
          <p:cNvGrpSpPr/>
          <p:nvPr/>
        </p:nvGrpSpPr>
        <p:grpSpPr>
          <a:xfrm>
            <a:off x="9226144" y="3864176"/>
            <a:ext cx="167400" cy="115920"/>
            <a:chOff x="9226144" y="3864176"/>
            <a:chExt cx="1674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7216D5EC-50C4-4DAF-8ADA-D0C61D36D17F}"/>
                    </a:ext>
                  </a:extLst>
                </p14:cNvPr>
                <p14:cNvContentPartPr/>
                <p14:nvPr/>
              </p14:nvContentPartPr>
              <p14:xfrm>
                <a:off x="9226144" y="3864176"/>
                <a:ext cx="119160" cy="900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7216D5EC-50C4-4DAF-8ADA-D0C61D36D17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08144" y="3846176"/>
                  <a:ext cx="154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0C695B10-8001-4CD0-8024-3021A466F558}"/>
                    </a:ext>
                  </a:extLst>
                </p14:cNvPr>
                <p14:cNvContentPartPr/>
                <p14:nvPr/>
              </p14:nvContentPartPr>
              <p14:xfrm>
                <a:off x="9243424" y="3940496"/>
                <a:ext cx="150120" cy="3960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0C695B10-8001-4CD0-8024-3021A466F5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25784" y="3922856"/>
                  <a:ext cx="18576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1C96CBB9-7522-486E-BD17-997D195B34AE}"/>
              </a:ext>
            </a:extLst>
          </p:cNvPr>
          <p:cNvGrpSpPr/>
          <p:nvPr/>
        </p:nvGrpSpPr>
        <p:grpSpPr>
          <a:xfrm>
            <a:off x="9582904" y="3619736"/>
            <a:ext cx="779040" cy="380160"/>
            <a:chOff x="9582904" y="3619736"/>
            <a:chExt cx="77904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52912AC7-5F7B-4A90-A38A-1071BBCC0629}"/>
                    </a:ext>
                  </a:extLst>
                </p14:cNvPr>
                <p14:cNvContentPartPr/>
                <p14:nvPr/>
              </p14:nvContentPartPr>
              <p14:xfrm>
                <a:off x="9582904" y="3734576"/>
                <a:ext cx="57240" cy="18216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52912AC7-5F7B-4A90-A38A-1071BBCC06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64904" y="3716576"/>
                  <a:ext cx="92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9D84BFD-13EF-42EF-A4DD-021A1BD5A833}"/>
                    </a:ext>
                  </a:extLst>
                </p14:cNvPr>
                <p14:cNvContentPartPr/>
                <p14:nvPr/>
              </p14:nvContentPartPr>
              <p14:xfrm>
                <a:off x="9715384" y="3736376"/>
                <a:ext cx="131040" cy="14292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9D84BFD-13EF-42EF-A4DD-021A1BD5A83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97744" y="3718736"/>
                  <a:ext cx="166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4963AB8A-5C7D-4C7D-A661-0B35DF979F0E}"/>
                    </a:ext>
                  </a:extLst>
                </p14:cNvPr>
                <p14:cNvContentPartPr/>
                <p14:nvPr/>
              </p14:nvContentPartPr>
              <p14:xfrm>
                <a:off x="10090504" y="3701456"/>
                <a:ext cx="169560" cy="1080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4963AB8A-5C7D-4C7D-A661-0B35DF979F0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72504" y="3683816"/>
                  <a:ext cx="205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6E04997-671A-4C39-8E51-A13BAFF724EB}"/>
                    </a:ext>
                  </a:extLst>
                </p14:cNvPr>
                <p14:cNvContentPartPr/>
                <p14:nvPr/>
              </p14:nvContentPartPr>
              <p14:xfrm>
                <a:off x="10311544" y="3619736"/>
                <a:ext cx="23400" cy="17532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6E04997-671A-4C39-8E51-A13BAFF724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93904" y="3602096"/>
                  <a:ext cx="59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2FCFD011-B95E-43CD-99C6-94DB7186951B}"/>
                    </a:ext>
                  </a:extLst>
                </p14:cNvPr>
                <p14:cNvContentPartPr/>
                <p14:nvPr/>
              </p14:nvContentPartPr>
              <p14:xfrm>
                <a:off x="9585784" y="3944096"/>
                <a:ext cx="776160" cy="5580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2FCFD011-B95E-43CD-99C6-94DB718695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67784" y="3926456"/>
                  <a:ext cx="81180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3AA311DA-374F-4606-ADA8-402A5D2B4A55}"/>
              </a:ext>
            </a:extLst>
          </p:cNvPr>
          <p:cNvGrpSpPr/>
          <p:nvPr/>
        </p:nvGrpSpPr>
        <p:grpSpPr>
          <a:xfrm>
            <a:off x="9886384" y="4122296"/>
            <a:ext cx="253440" cy="228240"/>
            <a:chOff x="9886384" y="4122296"/>
            <a:chExt cx="25344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236B7623-C468-46D9-9416-D4BBAA5D6EE1}"/>
                    </a:ext>
                  </a:extLst>
                </p14:cNvPr>
                <p14:cNvContentPartPr/>
                <p14:nvPr/>
              </p14:nvContentPartPr>
              <p14:xfrm>
                <a:off x="9886384" y="4148576"/>
                <a:ext cx="45000" cy="20196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236B7623-C468-46D9-9416-D4BBAA5D6EE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68384" y="4130576"/>
                  <a:ext cx="80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4E8EC10-9717-4CB0-99E9-81D506A47496}"/>
                    </a:ext>
                  </a:extLst>
                </p14:cNvPr>
                <p14:cNvContentPartPr/>
                <p14:nvPr/>
              </p14:nvContentPartPr>
              <p14:xfrm>
                <a:off x="10012384" y="4122296"/>
                <a:ext cx="127440" cy="19080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4E8EC10-9717-4CB0-99E9-81D506A4749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94744" y="4104656"/>
                  <a:ext cx="16308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042D6503-AD1F-4600-B595-A0BABB9EE588}"/>
              </a:ext>
            </a:extLst>
          </p:cNvPr>
          <p:cNvGrpSpPr/>
          <p:nvPr/>
        </p:nvGrpSpPr>
        <p:grpSpPr>
          <a:xfrm>
            <a:off x="10617184" y="3604616"/>
            <a:ext cx="601560" cy="308520"/>
            <a:chOff x="10617184" y="3604616"/>
            <a:chExt cx="60156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5260BCCB-E0F1-495F-AF63-4878022ACD38}"/>
                    </a:ext>
                  </a:extLst>
                </p14:cNvPr>
                <p14:cNvContentPartPr/>
                <p14:nvPr/>
              </p14:nvContentPartPr>
              <p14:xfrm>
                <a:off x="10617184" y="3778856"/>
                <a:ext cx="100080" cy="36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5260BCCB-E0F1-495F-AF63-4878022ACD3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99544" y="3761216"/>
                  <a:ext cx="135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40A0047F-DB74-4074-B63E-033EAC360C78}"/>
                    </a:ext>
                  </a:extLst>
                </p14:cNvPr>
                <p14:cNvContentPartPr/>
                <p14:nvPr/>
              </p14:nvContentPartPr>
              <p14:xfrm>
                <a:off x="10640224" y="3879656"/>
                <a:ext cx="146160" cy="1440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40A0047F-DB74-4074-B63E-033EAC360C7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22584" y="3862016"/>
                  <a:ext cx="181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1D497681-45CC-44CC-9766-30DF85A2207E}"/>
                    </a:ext>
                  </a:extLst>
                </p14:cNvPr>
                <p14:cNvContentPartPr/>
                <p14:nvPr/>
              </p14:nvContentPartPr>
              <p14:xfrm>
                <a:off x="10992304" y="3604616"/>
                <a:ext cx="110880" cy="19368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1D497681-45CC-44CC-9766-30DF85A2207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74304" y="3586976"/>
                  <a:ext cx="146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97437492-394C-4CD4-99A1-F68F6A9FFAEB}"/>
                    </a:ext>
                  </a:extLst>
                </p14:cNvPr>
                <p14:cNvContentPartPr/>
                <p14:nvPr/>
              </p14:nvContentPartPr>
              <p14:xfrm>
                <a:off x="10914904" y="3886856"/>
                <a:ext cx="303840" cy="2628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97437492-394C-4CD4-99A1-F68F6A9FFAE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97264" y="3868856"/>
                  <a:ext cx="3394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B15DA429-E1D5-448C-A79B-5BFE66F2C918}"/>
              </a:ext>
            </a:extLst>
          </p:cNvPr>
          <p:cNvGrpSpPr/>
          <p:nvPr/>
        </p:nvGrpSpPr>
        <p:grpSpPr>
          <a:xfrm>
            <a:off x="10938304" y="4101416"/>
            <a:ext cx="220680" cy="186480"/>
            <a:chOff x="10938304" y="4101416"/>
            <a:chExt cx="22068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10D8CEFF-112B-41EC-B9AA-BD2C6E7E0447}"/>
                    </a:ext>
                  </a:extLst>
                </p14:cNvPr>
                <p14:cNvContentPartPr/>
                <p14:nvPr/>
              </p14:nvContentPartPr>
              <p14:xfrm>
                <a:off x="10938304" y="4115456"/>
                <a:ext cx="27360" cy="17244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10D8CEFF-112B-41EC-B9AA-BD2C6E7E044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920304" y="4097456"/>
                  <a:ext cx="63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7DF5682-F27C-4930-B880-EA0C6E344A3A}"/>
                    </a:ext>
                  </a:extLst>
                </p14:cNvPr>
                <p14:cNvContentPartPr/>
                <p14:nvPr/>
              </p14:nvContentPartPr>
              <p14:xfrm>
                <a:off x="11041984" y="4101416"/>
                <a:ext cx="117000" cy="15876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7DF5682-F27C-4930-B880-EA0C6E344A3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024344" y="4083776"/>
                  <a:ext cx="1526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112F9C40-9950-47AE-881D-E5E0809AE091}"/>
              </a:ext>
            </a:extLst>
          </p:cNvPr>
          <p:cNvGrpSpPr/>
          <p:nvPr/>
        </p:nvGrpSpPr>
        <p:grpSpPr>
          <a:xfrm>
            <a:off x="8120224" y="4865696"/>
            <a:ext cx="758520" cy="266760"/>
            <a:chOff x="8120224" y="4865696"/>
            <a:chExt cx="75852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E86E0BA1-05AA-42C3-B4D0-EA18982419FD}"/>
                    </a:ext>
                  </a:extLst>
                </p14:cNvPr>
                <p14:cNvContentPartPr/>
                <p14:nvPr/>
              </p14:nvContentPartPr>
              <p14:xfrm>
                <a:off x="8120224" y="4958216"/>
                <a:ext cx="113400" cy="1872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E86E0BA1-05AA-42C3-B4D0-EA18982419F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02224" y="4940216"/>
                  <a:ext cx="149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A0677D44-B0B4-4411-A91A-C4F4F1F1862B}"/>
                    </a:ext>
                  </a:extLst>
                </p14:cNvPr>
                <p14:cNvContentPartPr/>
                <p14:nvPr/>
              </p14:nvContentPartPr>
              <p14:xfrm>
                <a:off x="8139664" y="5011856"/>
                <a:ext cx="207360" cy="4032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A0677D44-B0B4-4411-A91A-C4F4F1F1862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21664" y="4994216"/>
                  <a:ext cx="243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9265BF4C-BF45-48E6-A958-309F7EF61E58}"/>
                    </a:ext>
                  </a:extLst>
                </p14:cNvPr>
                <p14:cNvContentPartPr/>
                <p14:nvPr/>
              </p14:nvContentPartPr>
              <p14:xfrm>
                <a:off x="8419384" y="4893056"/>
                <a:ext cx="150840" cy="12708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9265BF4C-BF45-48E6-A958-309F7EF61E5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01384" y="4875416"/>
                  <a:ext cx="186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A24C1486-7EB5-4CCD-A697-D61424848C80}"/>
                    </a:ext>
                  </a:extLst>
                </p14:cNvPr>
                <p14:cNvContentPartPr/>
                <p14:nvPr/>
              </p14:nvContentPartPr>
              <p14:xfrm>
                <a:off x="8619184" y="4989536"/>
                <a:ext cx="38160" cy="14292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A24C1486-7EB5-4CCD-A697-D61424848C8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601184" y="4971536"/>
                  <a:ext cx="73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C7F6A1C5-0C4F-4403-96CA-1E5BDB51F66B}"/>
                    </a:ext>
                  </a:extLst>
                </p14:cNvPr>
                <p14:cNvContentPartPr/>
                <p14:nvPr/>
              </p14:nvContentPartPr>
              <p14:xfrm>
                <a:off x="8744104" y="4865696"/>
                <a:ext cx="134640" cy="19836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C7F6A1C5-0C4F-4403-96CA-1E5BDB51F66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26104" y="4848056"/>
                  <a:ext cx="17028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upo 233">
            <a:extLst>
              <a:ext uri="{FF2B5EF4-FFF2-40B4-BE49-F238E27FC236}">
                <a16:creationId xmlns:a16="http://schemas.microsoft.com/office/drawing/2014/main" id="{7F2BFD10-BC25-48BB-885A-7DA93CD61FE4}"/>
              </a:ext>
            </a:extLst>
          </p:cNvPr>
          <p:cNvGrpSpPr/>
          <p:nvPr/>
        </p:nvGrpSpPr>
        <p:grpSpPr>
          <a:xfrm>
            <a:off x="540064" y="3970376"/>
            <a:ext cx="1426680" cy="572400"/>
            <a:chOff x="540064" y="3970376"/>
            <a:chExt cx="1426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5D8DEF26-ACD0-44D4-9D28-E309963F11DE}"/>
                    </a:ext>
                  </a:extLst>
                </p14:cNvPr>
                <p14:cNvContentPartPr/>
                <p14:nvPr/>
              </p14:nvContentPartPr>
              <p14:xfrm>
                <a:off x="544024" y="4107536"/>
                <a:ext cx="41040" cy="43524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5D8DEF26-ACD0-44D4-9D28-E309963F11D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6384" y="4089896"/>
                  <a:ext cx="766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A2495ADB-89CB-4F3E-B00E-AA90F0B12806}"/>
                    </a:ext>
                  </a:extLst>
                </p14:cNvPr>
                <p14:cNvContentPartPr/>
                <p14:nvPr/>
              </p14:nvContentPartPr>
              <p14:xfrm>
                <a:off x="540064" y="4070816"/>
                <a:ext cx="227520" cy="23220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A2495ADB-89CB-4F3E-B00E-AA90F0B128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2424" y="4052816"/>
                  <a:ext cx="2631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5CC598E6-C000-4FD1-AA4F-04923A322133}"/>
                    </a:ext>
                  </a:extLst>
                </p14:cNvPr>
                <p14:cNvContentPartPr/>
                <p14:nvPr/>
              </p14:nvContentPartPr>
              <p14:xfrm>
                <a:off x="865864" y="3992696"/>
                <a:ext cx="97920" cy="45684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5CC598E6-C000-4FD1-AA4F-04923A32213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48224" y="3975056"/>
                  <a:ext cx="1335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6AA89140-E899-4ECC-955C-D603C90051C1}"/>
                    </a:ext>
                  </a:extLst>
                </p14:cNvPr>
                <p14:cNvContentPartPr/>
                <p14:nvPr/>
              </p14:nvContentPartPr>
              <p14:xfrm>
                <a:off x="1034344" y="4175576"/>
                <a:ext cx="170640" cy="22500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6AA89140-E899-4ECC-955C-D603C90051C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6344" y="4157576"/>
                  <a:ext cx="206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629C9658-DAFD-4553-B3C5-169FABD94CA6}"/>
                    </a:ext>
                  </a:extLst>
                </p14:cNvPr>
                <p14:cNvContentPartPr/>
                <p14:nvPr/>
              </p14:nvContentPartPr>
              <p14:xfrm>
                <a:off x="1076824" y="4156136"/>
                <a:ext cx="119160" cy="24012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629C9658-DAFD-4553-B3C5-169FABD94C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59184" y="4138496"/>
                  <a:ext cx="1548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54640796-E991-4F37-8F8E-5D9058046255}"/>
                    </a:ext>
                  </a:extLst>
                </p14:cNvPr>
                <p14:cNvContentPartPr/>
                <p14:nvPr/>
              </p14:nvContentPartPr>
              <p14:xfrm>
                <a:off x="1335664" y="4240736"/>
                <a:ext cx="144360" cy="2124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54640796-E991-4F37-8F8E-5D905804625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18024" y="4222736"/>
                  <a:ext cx="180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FF966EEC-3A92-4BDD-ADA4-51ADC910699A}"/>
                    </a:ext>
                  </a:extLst>
                </p14:cNvPr>
                <p14:cNvContentPartPr/>
                <p14:nvPr/>
              </p14:nvContentPartPr>
              <p14:xfrm>
                <a:off x="1376344" y="4340816"/>
                <a:ext cx="146160" cy="3420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FF966EEC-3A92-4BDD-ADA4-51ADC910699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58704" y="4322816"/>
                  <a:ext cx="181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CC544D78-519A-4B6C-B609-A962E1CA3DFB}"/>
                    </a:ext>
                  </a:extLst>
                </p14:cNvPr>
                <p14:cNvContentPartPr/>
                <p14:nvPr/>
              </p14:nvContentPartPr>
              <p14:xfrm>
                <a:off x="1609624" y="4238936"/>
                <a:ext cx="158760" cy="19008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CC544D78-519A-4B6C-B609-A962E1CA3DF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591984" y="4220936"/>
                  <a:ext cx="194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3BD67CE4-AF14-4605-A43B-8B9091F90218}"/>
                    </a:ext>
                  </a:extLst>
                </p14:cNvPr>
                <p14:cNvContentPartPr/>
                <p14:nvPr/>
              </p14:nvContentPartPr>
              <p14:xfrm>
                <a:off x="1842544" y="3970376"/>
                <a:ext cx="124200" cy="46296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3BD67CE4-AF14-4605-A43B-8B9091F9021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24544" y="3952376"/>
                  <a:ext cx="159840" cy="49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0DA8015D-C864-4D05-B75E-ADE0913913F2}"/>
              </a:ext>
            </a:extLst>
          </p:cNvPr>
          <p:cNvGrpSpPr/>
          <p:nvPr/>
        </p:nvGrpSpPr>
        <p:grpSpPr>
          <a:xfrm>
            <a:off x="2164384" y="4108616"/>
            <a:ext cx="536400" cy="218520"/>
            <a:chOff x="2164384" y="4108616"/>
            <a:chExt cx="53640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A932998A-4B2C-42D4-8D04-C15BE428B63C}"/>
                    </a:ext>
                  </a:extLst>
                </p14:cNvPr>
                <p14:cNvContentPartPr/>
                <p14:nvPr/>
              </p14:nvContentPartPr>
              <p14:xfrm>
                <a:off x="2164384" y="4227776"/>
                <a:ext cx="147240" cy="1260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A932998A-4B2C-42D4-8D04-C15BE428B63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46384" y="4209776"/>
                  <a:ext cx="182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6AF12C5E-3310-4024-BE81-83D1198ADE87}"/>
                    </a:ext>
                  </a:extLst>
                </p14:cNvPr>
                <p14:cNvContentPartPr/>
                <p14:nvPr/>
              </p14:nvContentPartPr>
              <p14:xfrm>
                <a:off x="2208664" y="4279616"/>
                <a:ext cx="146160" cy="3960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6AF12C5E-3310-4024-BE81-83D1198ADE8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91024" y="4261976"/>
                  <a:ext cx="181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8808A79B-4B68-4E0C-806F-59848C8FC9DB}"/>
                    </a:ext>
                  </a:extLst>
                </p14:cNvPr>
                <p14:cNvContentPartPr/>
                <p14:nvPr/>
              </p14:nvContentPartPr>
              <p14:xfrm>
                <a:off x="2459944" y="4108616"/>
                <a:ext cx="240840" cy="218520"/>
              </p14:xfrm>
            </p:contentPart>
          </mc:Choice>
          <mc:Fallback xmlns=""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8808A79B-4B68-4E0C-806F-59848C8FC9D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42304" y="4090616"/>
                  <a:ext cx="27648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059CCC1A-B816-4ABD-8C8B-E6258EC916E4}"/>
                  </a:ext>
                </a:extLst>
              </p14:cNvPr>
              <p14:cNvContentPartPr/>
              <p14:nvPr/>
            </p14:nvContentPartPr>
            <p14:xfrm>
              <a:off x="662104" y="5184296"/>
              <a:ext cx="293400" cy="619920"/>
            </p14:xfrm>
          </p:contentPart>
        </mc:Choice>
        <mc:Fallback xmlns=""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059CCC1A-B816-4ABD-8C8B-E6258EC916E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44104" y="5166296"/>
                <a:ext cx="32904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B8ABFFA0-2882-4246-9091-E916B60AC18A}"/>
                  </a:ext>
                </a:extLst>
              </p14:cNvPr>
              <p14:cNvContentPartPr/>
              <p14:nvPr/>
            </p14:nvContentPartPr>
            <p14:xfrm>
              <a:off x="684064" y="5952896"/>
              <a:ext cx="5400" cy="181800"/>
            </p14:xfrm>
          </p:contentPart>
        </mc:Choice>
        <mc:Fallback xmlns=""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B8ABFFA0-2882-4246-9091-E916B60AC18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66424" y="5934896"/>
                <a:ext cx="4104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upo 242">
            <a:extLst>
              <a:ext uri="{FF2B5EF4-FFF2-40B4-BE49-F238E27FC236}">
                <a16:creationId xmlns:a16="http://schemas.microsoft.com/office/drawing/2014/main" id="{6E3A2836-CA7F-48E8-9EDE-483959E3D811}"/>
              </a:ext>
            </a:extLst>
          </p:cNvPr>
          <p:cNvGrpSpPr/>
          <p:nvPr/>
        </p:nvGrpSpPr>
        <p:grpSpPr>
          <a:xfrm>
            <a:off x="634024" y="4804496"/>
            <a:ext cx="226800" cy="178200"/>
            <a:chOff x="634024" y="4804496"/>
            <a:chExt cx="22680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F1DB65F7-DD4D-413E-A825-D71A013EA341}"/>
                    </a:ext>
                  </a:extLst>
                </p14:cNvPr>
                <p14:cNvContentPartPr/>
                <p14:nvPr/>
              </p14:nvContentPartPr>
              <p14:xfrm>
                <a:off x="634024" y="4858136"/>
                <a:ext cx="41040" cy="12456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F1DB65F7-DD4D-413E-A825-D71A013EA34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6024" y="4840496"/>
                  <a:ext cx="76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5AFC1031-1CDA-4327-8693-79FFD7620B93}"/>
                    </a:ext>
                  </a:extLst>
                </p14:cNvPr>
                <p14:cNvContentPartPr/>
                <p14:nvPr/>
              </p14:nvContentPartPr>
              <p14:xfrm>
                <a:off x="753904" y="4804496"/>
                <a:ext cx="106920" cy="15120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5AFC1031-1CDA-4327-8693-79FFD7620B9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35904" y="4786496"/>
                  <a:ext cx="1425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C3DF01A1-E11A-4E70-898E-15B10D4E2609}"/>
                  </a:ext>
                </a:extLst>
              </p14:cNvPr>
              <p14:cNvContentPartPr/>
              <p14:nvPr/>
            </p14:nvContentPartPr>
            <p14:xfrm>
              <a:off x="1202464" y="5219936"/>
              <a:ext cx="11880" cy="138600"/>
            </p14:xfrm>
          </p:contentPart>
        </mc:Choice>
        <mc:Fallback xmlns=""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C3DF01A1-E11A-4E70-898E-15B10D4E260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84464" y="5201936"/>
                <a:ext cx="475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45" name="Entrada de lápiz 244">
                <a:extLst>
                  <a:ext uri="{FF2B5EF4-FFF2-40B4-BE49-F238E27FC236}">
                    <a16:creationId xmlns:a16="http://schemas.microsoft.com/office/drawing/2014/main" id="{5C58BF87-E25C-4B46-BFA1-E2C567255D9A}"/>
                  </a:ext>
                </a:extLst>
              </p14:cNvPr>
              <p14:cNvContentPartPr/>
              <p14:nvPr/>
            </p14:nvContentPartPr>
            <p14:xfrm>
              <a:off x="1117504" y="5452136"/>
              <a:ext cx="190800" cy="46440"/>
            </p14:xfrm>
          </p:contentPart>
        </mc:Choice>
        <mc:Fallback xmlns="">
          <p:pic>
            <p:nvPicPr>
              <p:cNvPr id="245" name="Entrada de lápiz 244">
                <a:extLst>
                  <a:ext uri="{FF2B5EF4-FFF2-40B4-BE49-F238E27FC236}">
                    <a16:creationId xmlns:a16="http://schemas.microsoft.com/office/drawing/2014/main" id="{5C58BF87-E25C-4B46-BFA1-E2C567255D9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99504" y="5434136"/>
                <a:ext cx="2264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AA34680F-6A5D-4E5B-9BD6-87EA60359310}"/>
                  </a:ext>
                </a:extLst>
              </p14:cNvPr>
              <p14:cNvContentPartPr/>
              <p14:nvPr/>
            </p14:nvContentPartPr>
            <p14:xfrm>
              <a:off x="1158904" y="5611976"/>
              <a:ext cx="47880" cy="144000"/>
            </p14:xfrm>
          </p:contentPart>
        </mc:Choice>
        <mc:Fallback xmlns=""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AA34680F-6A5D-4E5B-9BD6-87EA6035931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41264" y="5594336"/>
                <a:ext cx="83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0C3F9FA5-99C0-48BC-BFDC-3DDBFE1C0AAB}"/>
                  </a:ext>
                </a:extLst>
              </p14:cNvPr>
              <p14:cNvContentPartPr/>
              <p14:nvPr/>
            </p14:nvContentPartPr>
            <p14:xfrm>
              <a:off x="1264384" y="5552576"/>
              <a:ext cx="125640" cy="181440"/>
            </p14:xfrm>
          </p:contentPart>
        </mc:Choice>
        <mc:Fallback xmlns=""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0C3F9FA5-99C0-48BC-BFDC-3DDBFE1C0AA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246744" y="5534576"/>
                <a:ext cx="1612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29F95B4E-BEC8-4DAB-B865-956DB689480C}"/>
                  </a:ext>
                </a:extLst>
              </p14:cNvPr>
              <p14:cNvContentPartPr/>
              <p14:nvPr/>
            </p14:nvContentPartPr>
            <p14:xfrm>
              <a:off x="1523224" y="5223176"/>
              <a:ext cx="195840" cy="248040"/>
            </p14:xfrm>
          </p:contentPart>
        </mc:Choice>
        <mc:Fallback xmlns=""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29F95B4E-BEC8-4DAB-B865-956DB689480C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505584" y="5205536"/>
                <a:ext cx="2314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079916BC-706B-47D9-A692-3A8C29E1BE78}"/>
                  </a:ext>
                </a:extLst>
              </p14:cNvPr>
              <p14:cNvContentPartPr/>
              <p14:nvPr/>
            </p14:nvContentPartPr>
            <p14:xfrm>
              <a:off x="1807624" y="5283296"/>
              <a:ext cx="117360" cy="17856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079916BC-706B-47D9-A692-3A8C29E1BE7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789624" y="5265296"/>
                <a:ext cx="15300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8C08DA92-9BFE-4EA4-BE20-3EEE99E6352C}"/>
                  </a:ext>
                </a:extLst>
              </p14:cNvPr>
              <p14:cNvContentPartPr/>
              <p14:nvPr/>
            </p14:nvContentPartPr>
            <p14:xfrm>
              <a:off x="1819144" y="5277176"/>
              <a:ext cx="107640" cy="209160"/>
            </p14:xfrm>
          </p:contentPart>
        </mc:Choice>
        <mc:Fallback xmlns=""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8C08DA92-9BFE-4EA4-BE20-3EEE99E6352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801504" y="5259536"/>
                <a:ext cx="1432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147D017F-EF72-4F18-9541-2BFE3A53AAB2}"/>
                  </a:ext>
                </a:extLst>
              </p14:cNvPr>
              <p14:cNvContentPartPr/>
              <p14:nvPr/>
            </p14:nvContentPartPr>
            <p14:xfrm>
              <a:off x="2057824" y="5352776"/>
              <a:ext cx="155160" cy="145440"/>
            </p14:xfrm>
          </p:contentPart>
        </mc:Choice>
        <mc:Fallback xmlns=""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147D017F-EF72-4F18-9541-2BFE3A53AAB2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040184" y="5335136"/>
                <a:ext cx="1908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AA0B824B-9C72-42EB-ABD6-206B72B79EDC}"/>
                  </a:ext>
                </a:extLst>
              </p14:cNvPr>
              <p14:cNvContentPartPr/>
              <p14:nvPr/>
            </p14:nvContentPartPr>
            <p14:xfrm>
              <a:off x="2578384" y="5203736"/>
              <a:ext cx="54360" cy="220680"/>
            </p14:xfrm>
          </p:contentPart>
        </mc:Choice>
        <mc:Fallback xmlns=""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AA0B824B-9C72-42EB-ABD6-206B72B79ED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560384" y="5185736"/>
                <a:ext cx="90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26671439-B7AD-43E9-91AC-F9081B9954F8}"/>
                  </a:ext>
                </a:extLst>
              </p14:cNvPr>
              <p14:cNvContentPartPr/>
              <p14:nvPr/>
            </p14:nvContentPartPr>
            <p14:xfrm>
              <a:off x="2499904" y="5473016"/>
              <a:ext cx="199440" cy="32400"/>
            </p14:xfrm>
          </p:contentPart>
        </mc:Choice>
        <mc:Fallback xmlns=""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26671439-B7AD-43E9-91AC-F9081B9954F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481904" y="5455016"/>
                <a:ext cx="2350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C78F5675-8704-40EA-ACCD-9CDC9405F28C}"/>
                  </a:ext>
                </a:extLst>
              </p14:cNvPr>
              <p14:cNvContentPartPr/>
              <p14:nvPr/>
            </p14:nvContentPartPr>
            <p14:xfrm>
              <a:off x="2541304" y="5672096"/>
              <a:ext cx="48600" cy="161280"/>
            </p14:xfrm>
          </p:contentPart>
        </mc:Choice>
        <mc:Fallback xmlns=""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C78F5675-8704-40EA-ACCD-9CDC9405F28C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2523664" y="5654096"/>
                <a:ext cx="84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939EB614-F7EB-4BCA-AD8C-68E1C894AE46}"/>
                  </a:ext>
                </a:extLst>
              </p14:cNvPr>
              <p14:cNvContentPartPr/>
              <p14:nvPr/>
            </p14:nvContentPartPr>
            <p14:xfrm>
              <a:off x="2670904" y="5597936"/>
              <a:ext cx="181440" cy="200160"/>
            </p14:xfrm>
          </p:contentPart>
        </mc:Choice>
        <mc:Fallback xmlns=""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939EB614-F7EB-4BCA-AD8C-68E1C894AE4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652904" y="5580296"/>
                <a:ext cx="217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7737735A-4A10-4823-B1FC-14511A28912F}"/>
                  </a:ext>
                </a:extLst>
              </p14:cNvPr>
              <p14:cNvContentPartPr/>
              <p14:nvPr/>
            </p14:nvContentPartPr>
            <p14:xfrm>
              <a:off x="2944504" y="5253776"/>
              <a:ext cx="204480" cy="147240"/>
            </p14:xfrm>
          </p:contentPart>
        </mc:Choice>
        <mc:Fallback xmlns=""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7737735A-4A10-4823-B1FC-14511A28912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926504" y="5236136"/>
                <a:ext cx="2401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519207FF-9BDC-4009-8204-B1F06FBFD4CB}"/>
                  </a:ext>
                </a:extLst>
              </p14:cNvPr>
              <p14:cNvContentPartPr/>
              <p14:nvPr/>
            </p14:nvContentPartPr>
            <p14:xfrm>
              <a:off x="2983024" y="5203376"/>
              <a:ext cx="120240" cy="219600"/>
            </p14:xfrm>
          </p:contentPart>
        </mc:Choice>
        <mc:Fallback xmlns=""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519207FF-9BDC-4009-8204-B1F06FBFD4CB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965384" y="5185376"/>
                <a:ext cx="1558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01EDD7AF-7B47-4CCF-832C-9CD6699B86E5}"/>
                  </a:ext>
                </a:extLst>
              </p14:cNvPr>
              <p14:cNvContentPartPr/>
              <p14:nvPr/>
            </p14:nvContentPartPr>
            <p14:xfrm>
              <a:off x="3514744" y="5111216"/>
              <a:ext cx="39240" cy="668160"/>
            </p14:xfrm>
          </p:contentPart>
        </mc:Choice>
        <mc:Fallback xmlns=""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01EDD7AF-7B47-4CCF-832C-9CD6699B86E5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496744" y="5093216"/>
                <a:ext cx="7488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AFFD83AC-F4A3-41DF-8348-C97C4D56D1CE}"/>
                  </a:ext>
                </a:extLst>
              </p14:cNvPr>
              <p14:cNvContentPartPr/>
              <p14:nvPr/>
            </p14:nvContentPartPr>
            <p14:xfrm>
              <a:off x="3483064" y="5939216"/>
              <a:ext cx="60120" cy="129600"/>
            </p14:xfrm>
          </p:contentPart>
        </mc:Choice>
        <mc:Fallback xmlns=""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AFFD83AC-F4A3-41DF-8348-C97C4D56D1CE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3465064" y="5921216"/>
                <a:ext cx="9576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upo 266">
            <a:extLst>
              <a:ext uri="{FF2B5EF4-FFF2-40B4-BE49-F238E27FC236}">
                <a16:creationId xmlns:a16="http://schemas.microsoft.com/office/drawing/2014/main" id="{9458213C-8D1F-408B-A8A4-8236A84CA27D}"/>
              </a:ext>
            </a:extLst>
          </p:cNvPr>
          <p:cNvGrpSpPr/>
          <p:nvPr/>
        </p:nvGrpSpPr>
        <p:grpSpPr>
          <a:xfrm>
            <a:off x="3564064" y="4721696"/>
            <a:ext cx="283320" cy="168840"/>
            <a:chOff x="3564064" y="4721696"/>
            <a:chExt cx="28332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EEB3C6C1-905F-4C78-8241-4F0FCC17D932}"/>
                    </a:ext>
                  </a:extLst>
                </p14:cNvPr>
                <p14:cNvContentPartPr/>
                <p14:nvPr/>
              </p14:nvContentPartPr>
              <p14:xfrm>
                <a:off x="3564064" y="4723136"/>
                <a:ext cx="41760" cy="153360"/>
              </p14:xfrm>
            </p:contentPart>
          </mc:Choice>
          <mc:Fallback xmlns=""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EEB3C6C1-905F-4C78-8241-4F0FCC17D93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46424" y="4705496"/>
                  <a:ext cx="77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6175B355-6309-4234-AF69-15E4791776ED}"/>
                    </a:ext>
                  </a:extLst>
                </p14:cNvPr>
                <p14:cNvContentPartPr/>
                <p14:nvPr/>
              </p14:nvContentPartPr>
              <p14:xfrm>
                <a:off x="3668464" y="4721696"/>
                <a:ext cx="178920" cy="16884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6175B355-6309-4234-AF69-15E4791776E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650824" y="4704056"/>
                  <a:ext cx="21456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68" name="Entrada de lápiz 267">
                <a:extLst>
                  <a:ext uri="{FF2B5EF4-FFF2-40B4-BE49-F238E27FC236}">
                    <a16:creationId xmlns:a16="http://schemas.microsoft.com/office/drawing/2014/main" id="{0FEB78AB-4715-426E-8034-4C20A3DFBE3B}"/>
                  </a:ext>
                </a:extLst>
              </p14:cNvPr>
              <p14:cNvContentPartPr/>
              <p14:nvPr/>
            </p14:nvContentPartPr>
            <p14:xfrm>
              <a:off x="4069504" y="5362496"/>
              <a:ext cx="124920" cy="8280"/>
            </p14:xfrm>
          </p:contentPart>
        </mc:Choice>
        <mc:Fallback xmlns="">
          <p:pic>
            <p:nvPicPr>
              <p:cNvPr id="268" name="Entrada de lápiz 267">
                <a:extLst>
                  <a:ext uri="{FF2B5EF4-FFF2-40B4-BE49-F238E27FC236}">
                    <a16:creationId xmlns:a16="http://schemas.microsoft.com/office/drawing/2014/main" id="{0FEB78AB-4715-426E-8034-4C20A3DFBE3B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051864" y="5344496"/>
                <a:ext cx="1605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69" name="Entrada de lápiz 268">
                <a:extLst>
                  <a:ext uri="{FF2B5EF4-FFF2-40B4-BE49-F238E27FC236}">
                    <a16:creationId xmlns:a16="http://schemas.microsoft.com/office/drawing/2014/main" id="{D94FEF3A-B2C3-45BF-906E-484E05E9C0C1}"/>
                  </a:ext>
                </a:extLst>
              </p14:cNvPr>
              <p14:cNvContentPartPr/>
              <p14:nvPr/>
            </p14:nvContentPartPr>
            <p14:xfrm>
              <a:off x="4082104" y="5478776"/>
              <a:ext cx="108720" cy="10080"/>
            </p14:xfrm>
          </p:contentPart>
        </mc:Choice>
        <mc:Fallback xmlns="">
          <p:pic>
            <p:nvPicPr>
              <p:cNvPr id="269" name="Entrada de lápiz 268">
                <a:extLst>
                  <a:ext uri="{FF2B5EF4-FFF2-40B4-BE49-F238E27FC236}">
                    <a16:creationId xmlns:a16="http://schemas.microsoft.com/office/drawing/2014/main" id="{D94FEF3A-B2C3-45BF-906E-484E05E9C0C1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064464" y="5461136"/>
                <a:ext cx="144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70" name="Entrada de lápiz 269">
                <a:extLst>
                  <a:ext uri="{FF2B5EF4-FFF2-40B4-BE49-F238E27FC236}">
                    <a16:creationId xmlns:a16="http://schemas.microsoft.com/office/drawing/2014/main" id="{95FF6EB7-0A3C-4FA6-AE5E-81A025D3B537}"/>
                  </a:ext>
                </a:extLst>
              </p14:cNvPr>
              <p14:cNvContentPartPr/>
              <p14:nvPr/>
            </p14:nvContentPartPr>
            <p14:xfrm>
              <a:off x="4513024" y="5185016"/>
              <a:ext cx="21240" cy="289800"/>
            </p14:xfrm>
          </p:contentPart>
        </mc:Choice>
        <mc:Fallback xmlns="">
          <p:pic>
            <p:nvPicPr>
              <p:cNvPr id="270" name="Entrada de lápiz 269">
                <a:extLst>
                  <a:ext uri="{FF2B5EF4-FFF2-40B4-BE49-F238E27FC236}">
                    <a16:creationId xmlns:a16="http://schemas.microsoft.com/office/drawing/2014/main" id="{95FF6EB7-0A3C-4FA6-AE5E-81A025D3B53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495024" y="5167376"/>
                <a:ext cx="568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3C63FE05-EDA6-4FB9-8122-C87B8482F3F1}"/>
                  </a:ext>
                </a:extLst>
              </p14:cNvPr>
              <p14:cNvContentPartPr/>
              <p14:nvPr/>
            </p14:nvContentPartPr>
            <p14:xfrm>
              <a:off x="4349944" y="5507576"/>
              <a:ext cx="345600" cy="20160"/>
            </p14:xfrm>
          </p:contentPart>
        </mc:Choice>
        <mc:Fallback xmlns=""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3C63FE05-EDA6-4FB9-8122-C87B8482F3F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332304" y="5489936"/>
                <a:ext cx="3812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72" name="Entrada de lápiz 271">
                <a:extLst>
                  <a:ext uri="{FF2B5EF4-FFF2-40B4-BE49-F238E27FC236}">
                    <a16:creationId xmlns:a16="http://schemas.microsoft.com/office/drawing/2014/main" id="{C262B5B2-D961-4F2A-80F1-A41B5BDFF5CC}"/>
                  </a:ext>
                </a:extLst>
              </p14:cNvPr>
              <p14:cNvContentPartPr/>
              <p14:nvPr/>
            </p14:nvContentPartPr>
            <p14:xfrm>
              <a:off x="4399264" y="5687576"/>
              <a:ext cx="35280" cy="237960"/>
            </p14:xfrm>
          </p:contentPart>
        </mc:Choice>
        <mc:Fallback xmlns="">
          <p:pic>
            <p:nvPicPr>
              <p:cNvPr id="272" name="Entrada de lápiz 271">
                <a:extLst>
                  <a:ext uri="{FF2B5EF4-FFF2-40B4-BE49-F238E27FC236}">
                    <a16:creationId xmlns:a16="http://schemas.microsoft.com/office/drawing/2014/main" id="{C262B5B2-D961-4F2A-80F1-A41B5BDFF5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381624" y="5669936"/>
                <a:ext cx="709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8D29C541-B317-46B4-8B25-8F7E4190F417}"/>
                  </a:ext>
                </a:extLst>
              </p14:cNvPr>
              <p14:cNvContentPartPr/>
              <p14:nvPr/>
            </p14:nvContentPartPr>
            <p14:xfrm>
              <a:off x="4519864" y="5639696"/>
              <a:ext cx="143280" cy="211680"/>
            </p14:xfrm>
          </p:contentPart>
        </mc:Choice>
        <mc:Fallback xmlns=""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8D29C541-B317-46B4-8B25-8F7E4190F417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502224" y="5622056"/>
                <a:ext cx="1789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B99C6456-683E-440E-AC60-A321350BA2A0}"/>
                  </a:ext>
                </a:extLst>
              </p14:cNvPr>
              <p14:cNvContentPartPr/>
              <p14:nvPr/>
            </p14:nvContentPartPr>
            <p14:xfrm>
              <a:off x="4874824" y="5154416"/>
              <a:ext cx="90360" cy="343800"/>
            </p14:xfrm>
          </p:contentPart>
        </mc:Choice>
        <mc:Fallback xmlns=""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B99C6456-683E-440E-AC60-A321350BA2A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857184" y="5136776"/>
                <a:ext cx="126000" cy="37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upo 290">
            <a:extLst>
              <a:ext uri="{FF2B5EF4-FFF2-40B4-BE49-F238E27FC236}">
                <a16:creationId xmlns:a16="http://schemas.microsoft.com/office/drawing/2014/main" id="{3F3AC00A-A1B6-4478-837C-DA63D15A5CF3}"/>
              </a:ext>
            </a:extLst>
          </p:cNvPr>
          <p:cNvGrpSpPr/>
          <p:nvPr/>
        </p:nvGrpSpPr>
        <p:grpSpPr>
          <a:xfrm>
            <a:off x="5109904" y="5208056"/>
            <a:ext cx="543600" cy="234360"/>
            <a:chOff x="5109904" y="5208056"/>
            <a:chExt cx="54360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8C3D4E3E-026D-4E55-860C-6618407E7D59}"/>
                    </a:ext>
                  </a:extLst>
                </p14:cNvPr>
                <p14:cNvContentPartPr/>
                <p14:nvPr/>
              </p14:nvContentPartPr>
              <p14:xfrm>
                <a:off x="5109904" y="5208056"/>
                <a:ext cx="56160" cy="23436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8C3D4E3E-026D-4E55-860C-6618407E7D5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092264" y="5190056"/>
                  <a:ext cx="918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9D98B94B-DE6D-4C2F-8F9E-3294B808F6D3}"/>
                    </a:ext>
                  </a:extLst>
                </p14:cNvPr>
                <p14:cNvContentPartPr/>
                <p14:nvPr/>
              </p14:nvContentPartPr>
              <p14:xfrm>
                <a:off x="5215744" y="5217416"/>
                <a:ext cx="128160" cy="15732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9D98B94B-DE6D-4C2F-8F9E-3294B808F6D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198104" y="5199416"/>
                  <a:ext cx="163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2DA62D46-D602-4231-BCB3-D1545A8AFB7C}"/>
                    </a:ext>
                  </a:extLst>
                </p14:cNvPr>
                <p14:cNvContentPartPr/>
                <p14:nvPr/>
              </p14:nvContentPartPr>
              <p14:xfrm>
                <a:off x="5400784" y="5239736"/>
                <a:ext cx="252720" cy="16920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2DA62D46-D602-4231-BCB3-D1545A8AFB7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383144" y="5222096"/>
                  <a:ext cx="28836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83" name="Entrada de lápiz 282">
                <a:extLst>
                  <a:ext uri="{FF2B5EF4-FFF2-40B4-BE49-F238E27FC236}">
                    <a16:creationId xmlns:a16="http://schemas.microsoft.com/office/drawing/2014/main" id="{15D9B668-9976-4393-B7B0-2D4E52FEA711}"/>
                  </a:ext>
                </a:extLst>
              </p14:cNvPr>
              <p14:cNvContentPartPr/>
              <p14:nvPr/>
            </p14:nvContentPartPr>
            <p14:xfrm>
              <a:off x="5820544" y="5103296"/>
              <a:ext cx="45720" cy="335160"/>
            </p14:xfrm>
          </p:contentPart>
        </mc:Choice>
        <mc:Fallback xmlns="">
          <p:pic>
            <p:nvPicPr>
              <p:cNvPr id="283" name="Entrada de lápiz 282">
                <a:extLst>
                  <a:ext uri="{FF2B5EF4-FFF2-40B4-BE49-F238E27FC236}">
                    <a16:creationId xmlns:a16="http://schemas.microsoft.com/office/drawing/2014/main" id="{15D9B668-9976-4393-B7B0-2D4E52FEA71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5802544" y="5085296"/>
                <a:ext cx="81360" cy="37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upo 289">
            <a:extLst>
              <a:ext uri="{FF2B5EF4-FFF2-40B4-BE49-F238E27FC236}">
                <a16:creationId xmlns:a16="http://schemas.microsoft.com/office/drawing/2014/main" id="{BA824D22-E8AF-4A8E-82B6-D7D52033A47F}"/>
              </a:ext>
            </a:extLst>
          </p:cNvPr>
          <p:cNvGrpSpPr/>
          <p:nvPr/>
        </p:nvGrpSpPr>
        <p:grpSpPr>
          <a:xfrm>
            <a:off x="6025384" y="5098976"/>
            <a:ext cx="635400" cy="340200"/>
            <a:chOff x="6025384" y="5098976"/>
            <a:chExt cx="63540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F27AC473-6619-488B-97F0-2A2D7660A884}"/>
                    </a:ext>
                  </a:extLst>
                </p14:cNvPr>
                <p14:cNvContentPartPr/>
                <p14:nvPr/>
              </p14:nvContentPartPr>
              <p14:xfrm>
                <a:off x="6025384" y="5228576"/>
                <a:ext cx="129960" cy="127440"/>
              </p14:xfrm>
            </p:contentPart>
          </mc:Choice>
          <mc:Fallback xmlns=""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F27AC473-6619-488B-97F0-2A2D7660A88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007384" y="5210576"/>
                  <a:ext cx="165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F1D31F9D-63E7-4124-B311-FDD8CBCEFC4A}"/>
                    </a:ext>
                  </a:extLst>
                </p14:cNvPr>
                <p14:cNvContentPartPr/>
                <p14:nvPr/>
              </p14:nvContentPartPr>
              <p14:xfrm>
                <a:off x="6409504" y="5098976"/>
                <a:ext cx="103680" cy="22572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F1D31F9D-63E7-4124-B311-FDD8CBCEFC4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91504" y="5080976"/>
                  <a:ext cx="139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DC8DA64F-B6C2-44FC-B1DB-59207BF94B85}"/>
                    </a:ext>
                  </a:extLst>
                </p14:cNvPr>
                <p14:cNvContentPartPr/>
                <p14:nvPr/>
              </p14:nvContentPartPr>
              <p14:xfrm>
                <a:off x="6282424" y="5372936"/>
                <a:ext cx="378360" cy="6624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DC8DA64F-B6C2-44FC-B1DB-59207BF94B8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264784" y="5354936"/>
                  <a:ext cx="4140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upo 288">
            <a:extLst>
              <a:ext uri="{FF2B5EF4-FFF2-40B4-BE49-F238E27FC236}">
                <a16:creationId xmlns:a16="http://schemas.microsoft.com/office/drawing/2014/main" id="{DA402DC0-511F-4F2A-AB5B-BEAAB779AD83}"/>
              </a:ext>
            </a:extLst>
          </p:cNvPr>
          <p:cNvGrpSpPr/>
          <p:nvPr/>
        </p:nvGrpSpPr>
        <p:grpSpPr>
          <a:xfrm>
            <a:off x="6317344" y="5597936"/>
            <a:ext cx="267480" cy="245880"/>
            <a:chOff x="6317344" y="5597936"/>
            <a:chExt cx="26748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4C042F67-80EC-4F05-8E11-EB8E6421D2B1}"/>
                    </a:ext>
                  </a:extLst>
                </p14:cNvPr>
                <p14:cNvContentPartPr/>
                <p14:nvPr/>
              </p14:nvContentPartPr>
              <p14:xfrm>
                <a:off x="6317344" y="5626016"/>
                <a:ext cx="77760" cy="21780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4C042F67-80EC-4F05-8E11-EB8E6421D2B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299344" y="5608016"/>
                  <a:ext cx="113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2042E6E2-D93B-41A2-A450-2461D25C763E}"/>
                    </a:ext>
                  </a:extLst>
                </p14:cNvPr>
                <p14:cNvContentPartPr/>
                <p14:nvPr/>
              </p14:nvContentPartPr>
              <p14:xfrm>
                <a:off x="6402304" y="5597936"/>
                <a:ext cx="182520" cy="188640"/>
              </p14:xfrm>
            </p:contentPart>
          </mc:Choice>
          <mc:Fallback xmlns=""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2042E6E2-D93B-41A2-A450-2461D25C763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84664" y="5580296"/>
                  <a:ext cx="21816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8826A769-CB8C-4AFA-A5DE-CB803A74FA2C}"/>
              </a:ext>
            </a:extLst>
          </p:cNvPr>
          <p:cNvGrpSpPr/>
          <p:nvPr/>
        </p:nvGrpSpPr>
        <p:grpSpPr>
          <a:xfrm>
            <a:off x="6909904" y="5261696"/>
            <a:ext cx="709920" cy="317520"/>
            <a:chOff x="6909904" y="5261696"/>
            <a:chExt cx="7099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2009742E-AF61-4998-9BDB-33B743CAF862}"/>
                    </a:ext>
                  </a:extLst>
                </p14:cNvPr>
                <p14:cNvContentPartPr/>
                <p14:nvPr/>
              </p14:nvContentPartPr>
              <p14:xfrm>
                <a:off x="6909904" y="5294456"/>
                <a:ext cx="99000" cy="17640"/>
              </p14:xfrm>
            </p:contentPart>
          </mc:Choice>
          <mc:Fallback xmlns=""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2009742E-AF61-4998-9BDB-33B743CAF86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891904" y="5276816"/>
                  <a:ext cx="134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E6B8AFCF-DE79-424E-B511-41A7B2DB50DD}"/>
                    </a:ext>
                  </a:extLst>
                </p14:cNvPr>
                <p14:cNvContentPartPr/>
                <p14:nvPr/>
              </p14:nvContentPartPr>
              <p14:xfrm>
                <a:off x="6936904" y="5406776"/>
                <a:ext cx="150120" cy="33480"/>
              </p14:xfrm>
            </p:contentPart>
          </mc:Choice>
          <mc:Fallback xmlns=""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E6B8AFCF-DE79-424E-B511-41A7B2DB50D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19264" y="5388776"/>
                  <a:ext cx="185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5DD7DCC3-CBCA-4881-B0A6-AC8616A5B33B}"/>
                    </a:ext>
                  </a:extLst>
                </p14:cNvPr>
                <p14:cNvContentPartPr/>
                <p14:nvPr/>
              </p14:nvContentPartPr>
              <p14:xfrm>
                <a:off x="7161184" y="5317136"/>
                <a:ext cx="185040" cy="262080"/>
              </p14:xfrm>
            </p:contentPart>
          </mc:Choice>
          <mc:Fallback xmlns=""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5DD7DCC3-CBCA-4881-B0A6-AC8616A5B33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143544" y="5299496"/>
                  <a:ext cx="2206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CD041F8F-8FF1-4B8B-B1EE-B55763B7B94A}"/>
                    </a:ext>
                  </a:extLst>
                </p14:cNvPr>
                <p14:cNvContentPartPr/>
                <p14:nvPr/>
              </p14:nvContentPartPr>
              <p14:xfrm>
                <a:off x="7502104" y="5261696"/>
                <a:ext cx="117720" cy="23688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CD041F8F-8FF1-4B8B-B1EE-B55763B7B94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484104" y="5243696"/>
                  <a:ext cx="15336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246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7F1F6AA-A543-427D-B9B4-0C37F077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68" y="742950"/>
            <a:ext cx="10067477" cy="30437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A8036668-0866-4F25-823D-081D9CD2FB14}"/>
                  </a:ext>
                </a:extLst>
              </p14:cNvPr>
              <p14:cNvContentPartPr/>
              <p14:nvPr/>
            </p14:nvContentPartPr>
            <p14:xfrm>
              <a:off x="6180798" y="1304936"/>
              <a:ext cx="12960" cy="28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A8036668-0866-4F25-823D-081D9CD2FB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2798" y="1287296"/>
                <a:ext cx="48600" cy="38520"/>
              </a:xfrm>
              <a:prstGeom prst="rect">
                <a:avLst/>
              </a:prstGeom>
            </p:spPr>
          </p:pic>
        </mc:Fallback>
      </mc:AlternateContent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063AA6E-F06A-449E-9B1A-DEB7B063A9C1}"/>
              </a:ext>
            </a:extLst>
          </p:cNvPr>
          <p:cNvCxnSpPr/>
          <p:nvPr/>
        </p:nvCxnSpPr>
        <p:spPr>
          <a:xfrm>
            <a:off x="3130475" y="3937299"/>
            <a:ext cx="0" cy="20439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9CB3D3A-2E3B-4F69-A80B-937F1B7C6DDF}"/>
              </a:ext>
            </a:extLst>
          </p:cNvPr>
          <p:cNvCxnSpPr/>
          <p:nvPr/>
        </p:nvCxnSpPr>
        <p:spPr>
          <a:xfrm>
            <a:off x="2420471" y="5776856"/>
            <a:ext cx="434608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6FC53F2-7C54-4FAC-B45F-899065E52D6C}"/>
                  </a:ext>
                </a:extLst>
              </p14:cNvPr>
              <p14:cNvContentPartPr/>
              <p14:nvPr/>
            </p14:nvContentPartPr>
            <p14:xfrm>
              <a:off x="9412264" y="3806936"/>
              <a:ext cx="136800" cy="46008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6FC53F2-7C54-4FAC-B45F-899065E52D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4624" y="3788936"/>
                <a:ext cx="17244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4BAB8126-3D73-4B77-B63D-34CF93ADCEFF}"/>
                  </a:ext>
                </a:extLst>
              </p14:cNvPr>
              <p14:cNvContentPartPr/>
              <p14:nvPr/>
            </p14:nvContentPartPr>
            <p14:xfrm>
              <a:off x="9703504" y="3868496"/>
              <a:ext cx="127080" cy="1872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4BAB8126-3D73-4B77-B63D-34CF93ADCE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85864" y="3850496"/>
                <a:ext cx="162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5431711A-629E-4887-91B6-538738C51EC8}"/>
                  </a:ext>
                </a:extLst>
              </p14:cNvPr>
              <p14:cNvContentPartPr/>
              <p14:nvPr/>
            </p14:nvContentPartPr>
            <p14:xfrm>
              <a:off x="9704584" y="3976136"/>
              <a:ext cx="124920" cy="720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5431711A-629E-4887-91B6-538738C51E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86944" y="3958496"/>
                <a:ext cx="1605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C50D6673-48BB-4366-86E1-368FD3878D64}"/>
              </a:ext>
            </a:extLst>
          </p:cNvPr>
          <p:cNvGrpSpPr/>
          <p:nvPr/>
        </p:nvGrpSpPr>
        <p:grpSpPr>
          <a:xfrm>
            <a:off x="10038304" y="3596336"/>
            <a:ext cx="973440" cy="426240"/>
            <a:chOff x="10038304" y="3596336"/>
            <a:chExt cx="97344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B0146C3-2034-4083-8964-7E2D05958E79}"/>
                    </a:ext>
                  </a:extLst>
                </p14:cNvPr>
                <p14:cNvContentPartPr/>
                <p14:nvPr/>
              </p14:nvContentPartPr>
              <p14:xfrm>
                <a:off x="10038304" y="3914576"/>
                <a:ext cx="164880" cy="3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B0146C3-2034-4083-8964-7E2D05958E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20304" y="3896576"/>
                  <a:ext cx="20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49A8AAE9-1D1F-443F-A5FC-D2EA9652216B}"/>
                    </a:ext>
                  </a:extLst>
                </p14:cNvPr>
                <p14:cNvContentPartPr/>
                <p14:nvPr/>
              </p14:nvContentPartPr>
              <p14:xfrm>
                <a:off x="10254664" y="3846536"/>
                <a:ext cx="248760" cy="1760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49A8AAE9-1D1F-443F-A5FC-D2EA965221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37024" y="3828896"/>
                  <a:ext cx="284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EBE76AC-DD63-4758-937F-580227C565C4}"/>
                    </a:ext>
                  </a:extLst>
                </p14:cNvPr>
                <p14:cNvContentPartPr/>
                <p14:nvPr/>
              </p14:nvContentPartPr>
              <p14:xfrm>
                <a:off x="10349344" y="3818816"/>
                <a:ext cx="129960" cy="1969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EBE76AC-DD63-4758-937F-580227C565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31704" y="3801176"/>
                  <a:ext cx="165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3D76351-8B81-4940-A012-F4D727F5407E}"/>
                    </a:ext>
                  </a:extLst>
                </p14:cNvPr>
                <p14:cNvContentPartPr/>
                <p14:nvPr/>
              </p14:nvContentPartPr>
              <p14:xfrm>
                <a:off x="10656784" y="3799016"/>
                <a:ext cx="48600" cy="1742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3D76351-8B81-4940-A012-F4D727F540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39144" y="3781016"/>
                  <a:ext cx="84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134AB0E-5348-4AC5-8C72-B26547B2C8BF}"/>
                    </a:ext>
                  </a:extLst>
                </p14:cNvPr>
                <p14:cNvContentPartPr/>
                <p14:nvPr/>
              </p14:nvContentPartPr>
              <p14:xfrm>
                <a:off x="10561024" y="3872816"/>
                <a:ext cx="175320" cy="414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134AB0E-5348-4AC5-8C72-B26547B2C8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43384" y="3855176"/>
                  <a:ext cx="210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2C2E2A14-E4C2-485F-8B73-C20F69932E47}"/>
                    </a:ext>
                  </a:extLst>
                </p14:cNvPr>
                <p14:cNvContentPartPr/>
                <p14:nvPr/>
              </p14:nvContentPartPr>
              <p14:xfrm>
                <a:off x="10856944" y="3799016"/>
                <a:ext cx="38880" cy="2116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2C2E2A14-E4C2-485F-8B73-C20F69932E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39304" y="3781016"/>
                  <a:ext cx="74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F1B1C11-9373-4B3C-84DD-CB817B23CAD1}"/>
                    </a:ext>
                  </a:extLst>
                </p14:cNvPr>
                <p14:cNvContentPartPr/>
                <p14:nvPr/>
              </p14:nvContentPartPr>
              <p14:xfrm>
                <a:off x="10752544" y="3596336"/>
                <a:ext cx="259200" cy="1256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F1B1C11-9373-4B3C-84DD-CB817B23CA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34904" y="3578336"/>
                  <a:ext cx="29484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EE56DE08-C90D-4725-91A0-BDB3CA85060B}"/>
                  </a:ext>
                </a:extLst>
              </p14:cNvPr>
              <p14:cNvContentPartPr/>
              <p14:nvPr/>
            </p14:nvContentPartPr>
            <p14:xfrm>
              <a:off x="10739944" y="3291776"/>
              <a:ext cx="183240" cy="16488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EE56DE08-C90D-4725-91A0-BDB3CA85060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722304" y="3274136"/>
                <a:ext cx="218880" cy="20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upo 25">
            <a:extLst>
              <a:ext uri="{FF2B5EF4-FFF2-40B4-BE49-F238E27FC236}">
                <a16:creationId xmlns:a16="http://schemas.microsoft.com/office/drawing/2014/main" id="{39447D0D-3A93-48D2-B172-23852A02D93D}"/>
              </a:ext>
            </a:extLst>
          </p:cNvPr>
          <p:cNvGrpSpPr/>
          <p:nvPr/>
        </p:nvGrpSpPr>
        <p:grpSpPr>
          <a:xfrm>
            <a:off x="10663624" y="2830976"/>
            <a:ext cx="787320" cy="187560"/>
            <a:chOff x="10663624" y="2830976"/>
            <a:chExt cx="78732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A505A15-7150-4A6E-B1F1-C62F98DF3C15}"/>
                    </a:ext>
                  </a:extLst>
                </p14:cNvPr>
                <p14:cNvContentPartPr/>
                <p14:nvPr/>
              </p14:nvContentPartPr>
              <p14:xfrm>
                <a:off x="10663624" y="2891456"/>
                <a:ext cx="261360" cy="10728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A505A15-7150-4A6E-B1F1-C62F98DF3C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45624" y="2873816"/>
                  <a:ext cx="297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B9B024A-14B7-47F6-B527-0EC00C1C7719}"/>
                    </a:ext>
                  </a:extLst>
                </p14:cNvPr>
                <p14:cNvContentPartPr/>
                <p14:nvPr/>
              </p14:nvContentPartPr>
              <p14:xfrm>
                <a:off x="10938304" y="2901536"/>
                <a:ext cx="100800" cy="21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B9B024A-14B7-47F6-B527-0EC00C1C77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920304" y="2883536"/>
                  <a:ext cx="136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81B33A7-2E0E-48D6-8B3C-8D28D9D4CAFC}"/>
                    </a:ext>
                  </a:extLst>
                </p14:cNvPr>
                <p14:cNvContentPartPr/>
                <p14:nvPr/>
              </p14:nvContentPartPr>
              <p14:xfrm>
                <a:off x="10944784" y="2942216"/>
                <a:ext cx="309600" cy="630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81B33A7-2E0E-48D6-8B3C-8D28D9D4CA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27144" y="2924576"/>
                  <a:ext cx="345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79134F9-9AE2-4A5A-A0C8-95296AB8A6D4}"/>
                    </a:ext>
                  </a:extLst>
                </p14:cNvPr>
                <p14:cNvContentPartPr/>
                <p14:nvPr/>
              </p14:nvContentPartPr>
              <p14:xfrm>
                <a:off x="11341144" y="2830976"/>
                <a:ext cx="26640" cy="1724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79134F9-9AE2-4A5A-A0C8-95296AB8A6D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323504" y="2813336"/>
                  <a:ext cx="62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0B96B98-A5D9-453D-A51E-BE12937843D0}"/>
                    </a:ext>
                  </a:extLst>
                </p14:cNvPr>
                <p14:cNvContentPartPr/>
                <p14:nvPr/>
              </p14:nvContentPartPr>
              <p14:xfrm>
                <a:off x="11326744" y="3013856"/>
                <a:ext cx="124200" cy="46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0B96B98-A5D9-453D-A51E-BE12937843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309104" y="2995856"/>
                  <a:ext cx="1598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F98866F4-E0A7-42D1-BF31-B37F35F7B7D9}"/>
                  </a:ext>
                </a:extLst>
              </p14:cNvPr>
              <p14:cNvContentPartPr/>
              <p14:nvPr/>
            </p14:nvContentPartPr>
            <p14:xfrm>
              <a:off x="3100024" y="5263136"/>
              <a:ext cx="60120" cy="7524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F98866F4-E0A7-42D1-BF31-B37F35F7B7D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082384" y="5245496"/>
                <a:ext cx="957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upo 37">
            <a:extLst>
              <a:ext uri="{FF2B5EF4-FFF2-40B4-BE49-F238E27FC236}">
                <a16:creationId xmlns:a16="http://schemas.microsoft.com/office/drawing/2014/main" id="{BCD7A08D-84B6-445D-BA74-EF785F15DC08}"/>
              </a:ext>
            </a:extLst>
          </p:cNvPr>
          <p:cNvGrpSpPr/>
          <p:nvPr/>
        </p:nvGrpSpPr>
        <p:grpSpPr>
          <a:xfrm>
            <a:off x="3699424" y="5883416"/>
            <a:ext cx="248760" cy="191520"/>
            <a:chOff x="3699424" y="5883416"/>
            <a:chExt cx="24876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FD7F971F-D4B4-4AA2-B794-B640ECD23DC1}"/>
                    </a:ext>
                  </a:extLst>
                </p14:cNvPr>
                <p14:cNvContentPartPr/>
                <p14:nvPr/>
              </p14:nvContentPartPr>
              <p14:xfrm>
                <a:off x="3699424" y="5883416"/>
                <a:ext cx="50760" cy="16488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FD7F971F-D4B4-4AA2-B794-B640ECD23D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81424" y="5865416"/>
                  <a:ext cx="86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8950047-76E9-44CD-9403-6FEA8F08A5FC}"/>
                    </a:ext>
                  </a:extLst>
                </p14:cNvPr>
                <p14:cNvContentPartPr/>
                <p14:nvPr/>
              </p14:nvContentPartPr>
              <p14:xfrm>
                <a:off x="3823984" y="5929856"/>
                <a:ext cx="49680" cy="1018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8950047-76E9-44CD-9403-6FEA8F08A5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06344" y="5911856"/>
                  <a:ext cx="85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6002C44E-911C-4D64-9A70-B9953C699605}"/>
                    </a:ext>
                  </a:extLst>
                </p14:cNvPr>
                <p14:cNvContentPartPr/>
                <p14:nvPr/>
              </p14:nvContentPartPr>
              <p14:xfrm>
                <a:off x="3940984" y="6020576"/>
                <a:ext cx="7200" cy="5436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6002C44E-911C-4D64-9A70-B9953C69960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23344" y="6002936"/>
                  <a:ext cx="4284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EFE1A4E2-1404-4E4D-AD72-564BDB7E3767}"/>
              </a:ext>
            </a:extLst>
          </p:cNvPr>
          <p:cNvGrpSpPr/>
          <p:nvPr/>
        </p:nvGrpSpPr>
        <p:grpSpPr>
          <a:xfrm>
            <a:off x="3994264" y="5878016"/>
            <a:ext cx="188640" cy="195120"/>
            <a:chOff x="3994264" y="5878016"/>
            <a:chExt cx="1886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7E78743-F082-4C1E-996D-A05BDDB513A8}"/>
                    </a:ext>
                  </a:extLst>
                </p14:cNvPr>
                <p14:cNvContentPartPr/>
                <p14:nvPr/>
              </p14:nvContentPartPr>
              <p14:xfrm>
                <a:off x="3994264" y="5921576"/>
                <a:ext cx="62640" cy="11772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7E78743-F082-4C1E-996D-A05BDDB513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76264" y="5903576"/>
                  <a:ext cx="98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D3B34A6B-6B7E-462E-885E-3F29534B7F47}"/>
                    </a:ext>
                  </a:extLst>
                </p14:cNvPr>
                <p14:cNvContentPartPr/>
                <p14:nvPr/>
              </p14:nvContentPartPr>
              <p14:xfrm>
                <a:off x="4146184" y="5878016"/>
                <a:ext cx="36720" cy="19512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D3B34A6B-6B7E-462E-885E-3F29534B7F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28184" y="5860376"/>
                  <a:ext cx="72360" cy="2307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C32CA04A-5052-4009-BDBF-AAC58E7E7D0B}"/>
              </a:ext>
            </a:extLst>
          </p:cNvPr>
          <p:cNvCxnSpPr>
            <a:cxnSpLocks/>
          </p:cNvCxnSpPr>
          <p:nvPr/>
        </p:nvCxnSpPr>
        <p:spPr>
          <a:xfrm>
            <a:off x="3130475" y="5263136"/>
            <a:ext cx="480749" cy="487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D4F8642B-DD63-4C23-A640-C42C01D915DD}"/>
                  </a:ext>
                </a:extLst>
              </p14:cNvPr>
              <p14:cNvContentPartPr/>
              <p14:nvPr/>
            </p14:nvContentPartPr>
            <p14:xfrm>
              <a:off x="9384544" y="4469696"/>
              <a:ext cx="209880" cy="34452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D4F8642B-DD63-4C23-A640-C42C01D915D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366904" y="4451696"/>
                <a:ext cx="24552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upo 62">
            <a:extLst>
              <a:ext uri="{FF2B5EF4-FFF2-40B4-BE49-F238E27FC236}">
                <a16:creationId xmlns:a16="http://schemas.microsoft.com/office/drawing/2014/main" id="{01129E5F-C37B-4248-8ED7-2033640FEF0F}"/>
              </a:ext>
            </a:extLst>
          </p:cNvPr>
          <p:cNvGrpSpPr/>
          <p:nvPr/>
        </p:nvGrpSpPr>
        <p:grpSpPr>
          <a:xfrm>
            <a:off x="9784864" y="4575536"/>
            <a:ext cx="134640" cy="108360"/>
            <a:chOff x="9784864" y="4575536"/>
            <a:chExt cx="13464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FC5E0D51-7BC1-4009-B585-4445B9BDFE25}"/>
                    </a:ext>
                  </a:extLst>
                </p14:cNvPr>
                <p14:cNvContentPartPr/>
                <p14:nvPr/>
              </p14:nvContentPartPr>
              <p14:xfrm>
                <a:off x="9802144" y="4575536"/>
                <a:ext cx="85320" cy="212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FC5E0D51-7BC1-4009-B585-4445B9BDFE2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84504" y="4557536"/>
                  <a:ext cx="120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014E707-125D-4EA0-A441-5998CE001AEC}"/>
                    </a:ext>
                  </a:extLst>
                </p14:cNvPr>
                <p14:cNvContentPartPr/>
                <p14:nvPr/>
              </p14:nvContentPartPr>
              <p14:xfrm>
                <a:off x="9784864" y="4665176"/>
                <a:ext cx="134640" cy="1872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014E707-125D-4EA0-A441-5998CE001A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67224" y="4647176"/>
                  <a:ext cx="1702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01C8A75-8357-4540-BE3A-C38DDF5FF686}"/>
              </a:ext>
            </a:extLst>
          </p:cNvPr>
          <p:cNvGrpSpPr/>
          <p:nvPr/>
        </p:nvGrpSpPr>
        <p:grpSpPr>
          <a:xfrm>
            <a:off x="10136584" y="4439816"/>
            <a:ext cx="623160" cy="236160"/>
            <a:chOff x="10136584" y="4439816"/>
            <a:chExt cx="6231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CBA01A0-52EC-417D-8C91-7F072B06482E}"/>
                    </a:ext>
                  </a:extLst>
                </p14:cNvPr>
                <p14:cNvContentPartPr/>
                <p14:nvPr/>
              </p14:nvContentPartPr>
              <p14:xfrm>
                <a:off x="10136584" y="4494536"/>
                <a:ext cx="118440" cy="15948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CBA01A0-52EC-417D-8C91-7F072B0648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18944" y="4476896"/>
                  <a:ext cx="154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BA84C6D0-DA52-4611-B9C4-244972F0865A}"/>
                    </a:ext>
                  </a:extLst>
                </p14:cNvPr>
                <p14:cNvContentPartPr/>
                <p14:nvPr/>
              </p14:nvContentPartPr>
              <p14:xfrm>
                <a:off x="10137664" y="4485176"/>
                <a:ext cx="128880" cy="1908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BA84C6D0-DA52-4611-B9C4-244972F086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20024" y="4467176"/>
                  <a:ext cx="164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BEE7A8B-D57A-4C32-9CC4-3BEFD24214E4}"/>
                    </a:ext>
                  </a:extLst>
                </p14:cNvPr>
                <p14:cNvContentPartPr/>
                <p14:nvPr/>
              </p14:nvContentPartPr>
              <p14:xfrm>
                <a:off x="10406584" y="4530176"/>
                <a:ext cx="136800" cy="1764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BEE7A8B-D57A-4C32-9CC4-3BEFD24214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88584" y="4512536"/>
                  <a:ext cx="172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7406A0A-C9D4-4158-ADCA-CF99C32F5913}"/>
                    </a:ext>
                  </a:extLst>
                </p14:cNvPr>
                <p14:cNvContentPartPr/>
                <p14:nvPr/>
              </p14:nvContentPartPr>
              <p14:xfrm>
                <a:off x="10593424" y="4439816"/>
                <a:ext cx="166320" cy="16524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7406A0A-C9D4-4158-ADCA-CF99C32F591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75424" y="4421816"/>
                  <a:ext cx="2019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BEA8CC75-5858-4A4C-A0A6-3C9ABD671A43}"/>
              </a:ext>
            </a:extLst>
          </p:cNvPr>
          <p:cNvGrpSpPr/>
          <p:nvPr/>
        </p:nvGrpSpPr>
        <p:grpSpPr>
          <a:xfrm>
            <a:off x="9729784" y="5004656"/>
            <a:ext cx="626760" cy="207720"/>
            <a:chOff x="9729784" y="5004656"/>
            <a:chExt cx="62676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8A33BA0-FB54-4132-8350-B0E2B29E8F72}"/>
                    </a:ext>
                  </a:extLst>
                </p14:cNvPr>
                <p14:cNvContentPartPr/>
                <p14:nvPr/>
              </p14:nvContentPartPr>
              <p14:xfrm>
                <a:off x="9729784" y="5073416"/>
                <a:ext cx="261360" cy="13464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8A33BA0-FB54-4132-8350-B0E2B29E8F7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11784" y="5055416"/>
                  <a:ext cx="297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E059583-F304-4EC5-AADC-6D27ADD6DABF}"/>
                    </a:ext>
                  </a:extLst>
                </p14:cNvPr>
                <p14:cNvContentPartPr/>
                <p14:nvPr/>
              </p14:nvContentPartPr>
              <p14:xfrm>
                <a:off x="10041904" y="5076296"/>
                <a:ext cx="87480" cy="187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E059583-F304-4EC5-AADC-6D27ADD6DAB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24264" y="5058656"/>
                  <a:ext cx="123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AA697AC-AB6B-48F0-BDB3-D67033E153FD}"/>
                    </a:ext>
                  </a:extLst>
                </p14:cNvPr>
                <p14:cNvContentPartPr/>
                <p14:nvPr/>
              </p14:nvContentPartPr>
              <p14:xfrm>
                <a:off x="10083664" y="5157296"/>
                <a:ext cx="86400" cy="212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AA697AC-AB6B-48F0-BDB3-D67033E153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65664" y="5139296"/>
                  <a:ext cx="122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546626E-70DC-4EBA-9DA7-3E0CD284C795}"/>
                    </a:ext>
                  </a:extLst>
                </p14:cNvPr>
                <p14:cNvContentPartPr/>
                <p14:nvPr/>
              </p14:nvContentPartPr>
              <p14:xfrm>
                <a:off x="10256824" y="5004656"/>
                <a:ext cx="99720" cy="2077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546626E-70DC-4EBA-9DA7-3E0CD284C79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38824" y="4987016"/>
                  <a:ext cx="1353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B3E4450-FBA7-40C1-B0AC-D688D0ACCA37}"/>
              </a:ext>
            </a:extLst>
          </p:cNvPr>
          <p:cNvGrpSpPr/>
          <p:nvPr/>
        </p:nvGrpSpPr>
        <p:grpSpPr>
          <a:xfrm>
            <a:off x="10894744" y="4818896"/>
            <a:ext cx="889560" cy="260640"/>
            <a:chOff x="10894744" y="4818896"/>
            <a:chExt cx="88956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33B65F9-0E75-4504-A15B-6333898EC5C9}"/>
                    </a:ext>
                  </a:extLst>
                </p14:cNvPr>
                <p14:cNvContentPartPr/>
                <p14:nvPr/>
              </p14:nvContentPartPr>
              <p14:xfrm>
                <a:off x="10894744" y="4853816"/>
                <a:ext cx="181080" cy="2257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33B65F9-0E75-4504-A15B-6333898EC5C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76744" y="4835816"/>
                  <a:ext cx="216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B2F7198-B9BE-449D-BE4B-383E1E03178A}"/>
                    </a:ext>
                  </a:extLst>
                </p14:cNvPr>
                <p14:cNvContentPartPr/>
                <p14:nvPr/>
              </p14:nvContentPartPr>
              <p14:xfrm>
                <a:off x="11194264" y="4925096"/>
                <a:ext cx="147240" cy="795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B2F7198-B9BE-449D-BE4B-383E1E03178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176624" y="4907096"/>
                  <a:ext cx="182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346DBEF0-5D94-4B25-BA90-E788EFB16BF3}"/>
                    </a:ext>
                  </a:extLst>
                </p14:cNvPr>
                <p14:cNvContentPartPr/>
                <p14:nvPr/>
              </p14:nvContentPartPr>
              <p14:xfrm>
                <a:off x="11469664" y="4918976"/>
                <a:ext cx="88200" cy="54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346DBEF0-5D94-4B25-BA90-E788EFB16BF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52024" y="4900976"/>
                  <a:ext cx="123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D9067F5-11B2-4FAA-8A29-81510289086A}"/>
                    </a:ext>
                  </a:extLst>
                </p14:cNvPr>
                <p14:cNvContentPartPr/>
                <p14:nvPr/>
              </p14:nvContentPartPr>
              <p14:xfrm>
                <a:off x="11658304" y="4818896"/>
                <a:ext cx="126000" cy="1630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D9067F5-11B2-4FAA-8A29-81510289086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640664" y="4801256"/>
                  <a:ext cx="16164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63B749FE-0322-4D2A-A7F3-FADAB957D4EB}"/>
                  </a:ext>
                </a:extLst>
              </p14:cNvPr>
              <p14:cNvContentPartPr/>
              <p14:nvPr/>
            </p14:nvContentPartPr>
            <p14:xfrm>
              <a:off x="3084904" y="6266456"/>
              <a:ext cx="72360" cy="5940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63B749FE-0322-4D2A-A7F3-FADAB957D4E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066904" y="6248816"/>
                <a:ext cx="10800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upo 69">
            <a:extLst>
              <a:ext uri="{FF2B5EF4-FFF2-40B4-BE49-F238E27FC236}">
                <a16:creationId xmlns:a16="http://schemas.microsoft.com/office/drawing/2014/main" id="{EE7AD634-E59E-4DF7-9639-B95C27571578}"/>
              </a:ext>
            </a:extLst>
          </p:cNvPr>
          <p:cNvGrpSpPr/>
          <p:nvPr/>
        </p:nvGrpSpPr>
        <p:grpSpPr>
          <a:xfrm>
            <a:off x="2497384" y="6134696"/>
            <a:ext cx="442440" cy="252360"/>
            <a:chOff x="2497384" y="6134696"/>
            <a:chExt cx="44244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18799BEF-CC2F-4CDA-A796-FCE6A92CA7E0}"/>
                    </a:ext>
                  </a:extLst>
                </p14:cNvPr>
                <p14:cNvContentPartPr/>
                <p14:nvPr/>
              </p14:nvContentPartPr>
              <p14:xfrm>
                <a:off x="2497384" y="6202376"/>
                <a:ext cx="55800" cy="1753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18799BEF-CC2F-4CDA-A796-FCE6A92CA7E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79384" y="6184736"/>
                  <a:ext cx="91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A8106C1B-0D2E-40CF-BE2C-3C25DC8278BF}"/>
                    </a:ext>
                  </a:extLst>
                </p14:cNvPr>
                <p14:cNvContentPartPr/>
                <p14:nvPr/>
              </p14:nvContentPartPr>
              <p14:xfrm>
                <a:off x="2598544" y="6208856"/>
                <a:ext cx="58320" cy="9252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A8106C1B-0D2E-40CF-BE2C-3C25DC8278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580544" y="6190856"/>
                  <a:ext cx="93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3BBA2D0-8E8C-4BEE-956A-F336C3A837F7}"/>
                    </a:ext>
                  </a:extLst>
                </p14:cNvPr>
                <p14:cNvContentPartPr/>
                <p14:nvPr/>
              </p14:nvContentPartPr>
              <p14:xfrm>
                <a:off x="2701864" y="6319016"/>
                <a:ext cx="11160" cy="543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3BBA2D0-8E8C-4BEE-956A-F336C3A837F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83864" y="6301016"/>
                  <a:ext cx="46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89D133B-D965-47C4-AE46-887C6945BD48}"/>
                    </a:ext>
                  </a:extLst>
                </p14:cNvPr>
                <p14:cNvContentPartPr/>
                <p14:nvPr/>
              </p14:nvContentPartPr>
              <p14:xfrm>
                <a:off x="2766664" y="6247736"/>
                <a:ext cx="70920" cy="540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89D133B-D965-47C4-AE46-887C6945BD4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48664" y="6229736"/>
                  <a:ext cx="106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A26C35AE-DA4F-4DDF-8C78-2F98FE413F32}"/>
                    </a:ext>
                  </a:extLst>
                </p14:cNvPr>
                <p14:cNvContentPartPr/>
                <p14:nvPr/>
              </p14:nvContentPartPr>
              <p14:xfrm>
                <a:off x="2856304" y="6134696"/>
                <a:ext cx="83520" cy="25236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A26C35AE-DA4F-4DDF-8C78-2F98FE413F3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838664" y="6116696"/>
                  <a:ext cx="119160" cy="28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B96C3C15-6E3C-4893-8B78-3D9EB1C92F0A}"/>
                  </a:ext>
                </a:extLst>
              </p14:cNvPr>
              <p14:cNvContentPartPr/>
              <p14:nvPr/>
            </p14:nvContentPartPr>
            <p14:xfrm>
              <a:off x="4272544" y="5191496"/>
              <a:ext cx="46080" cy="70200"/>
            </p14:xfrm>
          </p:contentPart>
        </mc:Choice>
        <mc:Fallback xmlns=""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B96C3C15-6E3C-4893-8B78-3D9EB1C92F0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254904" y="5173856"/>
                <a:ext cx="817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53A9A049-7F3F-422F-96F1-75741C9D85BA}"/>
                  </a:ext>
                </a:extLst>
              </p14:cNvPr>
              <p14:cNvContentPartPr/>
              <p14:nvPr/>
            </p14:nvContentPartPr>
            <p14:xfrm>
              <a:off x="3569824" y="5791976"/>
              <a:ext cx="14760" cy="1584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53A9A049-7F3F-422F-96F1-75741C9D85B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552184" y="5774336"/>
                <a:ext cx="504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upo 80">
            <a:extLst>
              <a:ext uri="{FF2B5EF4-FFF2-40B4-BE49-F238E27FC236}">
                <a16:creationId xmlns:a16="http://schemas.microsoft.com/office/drawing/2014/main" id="{55806736-FC73-4F3B-8C3A-459900A903FA}"/>
              </a:ext>
            </a:extLst>
          </p:cNvPr>
          <p:cNvGrpSpPr/>
          <p:nvPr/>
        </p:nvGrpSpPr>
        <p:grpSpPr>
          <a:xfrm>
            <a:off x="3211624" y="4942376"/>
            <a:ext cx="1009080" cy="876240"/>
            <a:chOff x="3211624" y="4942376"/>
            <a:chExt cx="1009080" cy="87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969C105-FB1C-4A07-8A40-9D3EEC0B2C77}"/>
                    </a:ext>
                  </a:extLst>
                </p14:cNvPr>
                <p14:cNvContentPartPr/>
                <p14:nvPr/>
              </p14:nvContentPartPr>
              <p14:xfrm>
                <a:off x="3577024" y="5736896"/>
                <a:ext cx="68400" cy="817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969C105-FB1C-4A07-8A40-9D3EEC0B2C7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59024" y="5718896"/>
                  <a:ext cx="104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C981CD83-0C12-409F-B842-8FA2DABFD82B}"/>
                    </a:ext>
                  </a:extLst>
                </p14:cNvPr>
                <p14:cNvContentPartPr/>
                <p14:nvPr/>
              </p14:nvContentPartPr>
              <p14:xfrm>
                <a:off x="3211624" y="5078816"/>
                <a:ext cx="77040" cy="1497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C981CD83-0C12-409F-B842-8FA2DABFD82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193984" y="5061176"/>
                  <a:ext cx="112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0D0C3B06-D85D-4F35-AC1E-F9EDAB12FB3C}"/>
                    </a:ext>
                  </a:extLst>
                </p14:cNvPr>
                <p14:cNvContentPartPr/>
                <p14:nvPr/>
              </p14:nvContentPartPr>
              <p14:xfrm>
                <a:off x="3331504" y="5083136"/>
                <a:ext cx="91800" cy="950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0D0C3B06-D85D-4F35-AC1E-F9EDAB12FB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13504" y="5065496"/>
                  <a:ext cx="127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C9BE3940-DF76-4B64-9A15-F65B04C015C4}"/>
                    </a:ext>
                  </a:extLst>
                </p14:cNvPr>
                <p14:cNvContentPartPr/>
                <p14:nvPr/>
              </p14:nvContentPartPr>
              <p14:xfrm>
                <a:off x="3466504" y="5143256"/>
                <a:ext cx="34200" cy="5868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C9BE3940-DF76-4B64-9A15-F65B04C015C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448504" y="5125616"/>
                  <a:ext cx="69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930B6851-F5B7-4477-A01A-8E8E9E6D806A}"/>
                    </a:ext>
                  </a:extLst>
                </p14:cNvPr>
                <p14:cNvContentPartPr/>
                <p14:nvPr/>
              </p14:nvContentPartPr>
              <p14:xfrm>
                <a:off x="3555424" y="5019056"/>
                <a:ext cx="93240" cy="1173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930B6851-F5B7-4477-A01A-8E8E9E6D806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37424" y="5001056"/>
                  <a:ext cx="128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699D2574-D844-4998-8C2E-556249983F19}"/>
                    </a:ext>
                  </a:extLst>
                </p14:cNvPr>
                <p14:cNvContentPartPr/>
                <p14:nvPr/>
              </p14:nvContentPartPr>
              <p14:xfrm>
                <a:off x="3666664" y="4942376"/>
                <a:ext cx="78840" cy="1411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699D2574-D844-4998-8C2E-556249983F1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48664" y="4924736"/>
                  <a:ext cx="114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11DD505A-2FB5-414A-8B5D-4B0922FED17F}"/>
                    </a:ext>
                  </a:extLst>
                </p14:cNvPr>
                <p14:cNvContentPartPr/>
                <p14:nvPr/>
              </p14:nvContentPartPr>
              <p14:xfrm>
                <a:off x="4184704" y="5772896"/>
                <a:ext cx="2160" cy="21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11DD505A-2FB5-414A-8B5D-4B0922FED17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67064" y="5754896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737B1D15-B801-42F5-B25D-47FB548B3616}"/>
                    </a:ext>
                  </a:extLst>
                </p14:cNvPr>
                <p14:cNvContentPartPr/>
                <p14:nvPr/>
              </p14:nvContentPartPr>
              <p14:xfrm>
                <a:off x="4172464" y="5743376"/>
                <a:ext cx="27360" cy="4392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737B1D15-B801-42F5-B25D-47FB548B36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154464" y="5725376"/>
                  <a:ext cx="63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F2BA2BD0-1E4A-4C9A-9155-6EFA6D9DFE9B}"/>
                    </a:ext>
                  </a:extLst>
                </p14:cNvPr>
                <p14:cNvContentPartPr/>
                <p14:nvPr/>
              </p14:nvContentPartPr>
              <p14:xfrm>
                <a:off x="3605824" y="5722496"/>
                <a:ext cx="33480" cy="5328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F2BA2BD0-1E4A-4C9A-9155-6EFA6D9DFE9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87824" y="5704496"/>
                  <a:ext cx="69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2F2F02D-BCAF-49FD-90B7-F1C2CAA662A4}"/>
                    </a:ext>
                  </a:extLst>
                </p14:cNvPr>
                <p14:cNvContentPartPr/>
                <p14:nvPr/>
              </p14:nvContentPartPr>
              <p14:xfrm>
                <a:off x="3621304" y="5763176"/>
                <a:ext cx="5040" cy="288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2F2F02D-BCAF-49FD-90B7-F1C2CAA662A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03304" y="5745536"/>
                  <a:ext cx="40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E1E17D7E-A04E-418F-9733-A3FAB995620C}"/>
                    </a:ext>
                  </a:extLst>
                </p14:cNvPr>
                <p14:cNvContentPartPr/>
                <p14:nvPr/>
              </p14:nvContentPartPr>
              <p14:xfrm>
                <a:off x="3630664" y="5199776"/>
                <a:ext cx="590040" cy="53244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E1E17D7E-A04E-418F-9733-A3FAB995620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613024" y="5182136"/>
                  <a:ext cx="625680" cy="56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A7F43622-5003-4A2C-BB11-959D7ECFDC49}"/>
              </a:ext>
            </a:extLst>
          </p:cNvPr>
          <p:cNvGrpSpPr/>
          <p:nvPr/>
        </p:nvGrpSpPr>
        <p:grpSpPr>
          <a:xfrm>
            <a:off x="3745864" y="5196176"/>
            <a:ext cx="560880" cy="623160"/>
            <a:chOff x="3745864" y="5196176"/>
            <a:chExt cx="56088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B9DA4946-10E9-4C56-8595-32228D20E361}"/>
                    </a:ext>
                  </a:extLst>
                </p14:cNvPr>
                <p14:cNvContentPartPr/>
                <p14:nvPr/>
              </p14:nvContentPartPr>
              <p14:xfrm>
                <a:off x="3775744" y="5763176"/>
                <a:ext cx="24480" cy="561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B9DA4946-10E9-4C56-8595-32228D20E36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67104" y="5754536"/>
                  <a:ext cx="42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2F7C1A0E-8934-4951-814A-DDAE41DC9BBF}"/>
                    </a:ext>
                  </a:extLst>
                </p14:cNvPr>
                <p14:cNvContentPartPr/>
                <p14:nvPr/>
              </p14:nvContentPartPr>
              <p14:xfrm>
                <a:off x="3813544" y="5591096"/>
                <a:ext cx="45000" cy="1821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2F7C1A0E-8934-4951-814A-DDAE41DC9B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04544" y="5582456"/>
                  <a:ext cx="6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3EAC98E-626A-4862-AEA9-ED8672867F7E}"/>
                    </a:ext>
                  </a:extLst>
                </p14:cNvPr>
                <p14:cNvContentPartPr/>
                <p14:nvPr/>
              </p14:nvContentPartPr>
              <p14:xfrm>
                <a:off x="3745864" y="5666696"/>
                <a:ext cx="73800" cy="1065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3EAC98E-626A-4862-AEA9-ED8672867F7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36864" y="5658056"/>
                  <a:ext cx="91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906AE6B0-6924-4DF0-A793-117F429E8875}"/>
                    </a:ext>
                  </a:extLst>
                </p14:cNvPr>
                <p14:cNvContentPartPr/>
                <p14:nvPr/>
              </p14:nvContentPartPr>
              <p14:xfrm>
                <a:off x="3858904" y="5505776"/>
                <a:ext cx="114480" cy="2271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906AE6B0-6924-4DF0-A793-117F429E887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50264" y="5497136"/>
                  <a:ext cx="132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E5750D4D-9B26-4FAB-85B6-E568E3FFA874}"/>
                    </a:ext>
                  </a:extLst>
                </p14:cNvPr>
                <p14:cNvContentPartPr/>
                <p14:nvPr/>
              </p14:nvContentPartPr>
              <p14:xfrm>
                <a:off x="3956464" y="5383376"/>
                <a:ext cx="96120" cy="38052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E5750D4D-9B26-4FAB-85B6-E568E3FFA87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947824" y="5374376"/>
                  <a:ext cx="1137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B175D514-3183-4DB4-AF8F-7B2332AEB06B}"/>
                    </a:ext>
                  </a:extLst>
                </p14:cNvPr>
                <p14:cNvContentPartPr/>
                <p14:nvPr/>
              </p14:nvContentPartPr>
              <p14:xfrm>
                <a:off x="4140424" y="5196176"/>
                <a:ext cx="11880" cy="55332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B175D514-3183-4DB4-AF8F-7B2332AEB0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31424" y="5187536"/>
                  <a:ext cx="295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9810ABEE-C5A3-4306-B09E-7FD36CD632F1}"/>
                    </a:ext>
                  </a:extLst>
                </p14:cNvPr>
                <p14:cNvContentPartPr/>
                <p14:nvPr/>
              </p14:nvContentPartPr>
              <p14:xfrm>
                <a:off x="4286224" y="5235416"/>
                <a:ext cx="20520" cy="54900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9810ABEE-C5A3-4306-B09E-7FD36CD632F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77224" y="5226776"/>
                  <a:ext cx="381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5F818D8-86CA-470A-A042-D44A8782BDBD}"/>
                    </a:ext>
                  </a:extLst>
                </p14:cNvPr>
                <p14:cNvContentPartPr/>
                <p14:nvPr/>
              </p14:nvContentPartPr>
              <p14:xfrm>
                <a:off x="4200184" y="5314256"/>
                <a:ext cx="30240" cy="38484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5F818D8-86CA-470A-A042-D44A8782BDB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91544" y="5305616"/>
                  <a:ext cx="478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FC8332A5-81D7-43F9-A151-04E60A96DB85}"/>
                    </a:ext>
                  </a:extLst>
                </p14:cNvPr>
                <p14:cNvContentPartPr/>
                <p14:nvPr/>
              </p14:nvContentPartPr>
              <p14:xfrm>
                <a:off x="4049344" y="5333696"/>
                <a:ext cx="69120" cy="2466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FC8332A5-81D7-43F9-A151-04E60A96DB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40704" y="5325056"/>
                  <a:ext cx="8676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3EB49185-C801-4A64-90A6-14C14DEA6A6F}"/>
              </a:ext>
            </a:extLst>
          </p:cNvPr>
          <p:cNvGrpSpPr/>
          <p:nvPr/>
        </p:nvGrpSpPr>
        <p:grpSpPr>
          <a:xfrm>
            <a:off x="4285144" y="5861456"/>
            <a:ext cx="444240" cy="213480"/>
            <a:chOff x="4285144" y="5861456"/>
            <a:chExt cx="44424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9C1D6F6-280A-4CF8-8085-C67454686271}"/>
                    </a:ext>
                  </a:extLst>
                </p14:cNvPr>
                <p14:cNvContentPartPr/>
                <p14:nvPr/>
              </p14:nvContentPartPr>
              <p14:xfrm>
                <a:off x="4285144" y="5861456"/>
                <a:ext cx="73080" cy="18144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9C1D6F6-280A-4CF8-8085-C6745468627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76504" y="5852816"/>
                  <a:ext cx="90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0F3B157-9D0F-495E-9AA6-2A64683F1F38}"/>
                    </a:ext>
                  </a:extLst>
                </p14:cNvPr>
                <p14:cNvContentPartPr/>
                <p14:nvPr/>
              </p14:nvContentPartPr>
              <p14:xfrm>
                <a:off x="4404304" y="5871896"/>
                <a:ext cx="86400" cy="11268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0F3B157-9D0F-495E-9AA6-2A64683F1F3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95304" y="5862896"/>
                  <a:ext cx="104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90CCBB9-1D95-482A-8087-117474E9CADD}"/>
                    </a:ext>
                  </a:extLst>
                </p14:cNvPr>
                <p14:cNvContentPartPr/>
                <p14:nvPr/>
              </p14:nvContentPartPr>
              <p14:xfrm>
                <a:off x="4516264" y="5970176"/>
                <a:ext cx="11880" cy="6984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90CCBB9-1D95-482A-8087-117474E9CAD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07624" y="5961536"/>
                  <a:ext cx="29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AC8D706-39FE-46D9-A162-1B35BC77BD60}"/>
                    </a:ext>
                  </a:extLst>
                </p14:cNvPr>
                <p14:cNvContentPartPr/>
                <p14:nvPr/>
              </p14:nvContentPartPr>
              <p14:xfrm>
                <a:off x="4520224" y="5879096"/>
                <a:ext cx="209160" cy="19584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AC8D706-39FE-46D9-A162-1B35BC77BD6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11224" y="5870096"/>
                  <a:ext cx="2268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AA997E10-D98B-4F51-ABC2-26D03DA09522}"/>
              </a:ext>
            </a:extLst>
          </p:cNvPr>
          <p:cNvGrpSpPr/>
          <p:nvPr/>
        </p:nvGrpSpPr>
        <p:grpSpPr>
          <a:xfrm>
            <a:off x="4376944" y="4965776"/>
            <a:ext cx="469440" cy="288360"/>
            <a:chOff x="4376944" y="4965776"/>
            <a:chExt cx="46944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AC95542F-5392-427C-9E3E-0A990C4F1AF0}"/>
                    </a:ext>
                  </a:extLst>
                </p14:cNvPr>
                <p14:cNvContentPartPr/>
                <p14:nvPr/>
              </p14:nvContentPartPr>
              <p14:xfrm>
                <a:off x="4376944" y="5041376"/>
                <a:ext cx="64080" cy="17784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AC95542F-5392-427C-9E3E-0A990C4F1AF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68304" y="5032736"/>
                  <a:ext cx="81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2CA60B6C-2A50-4B1D-B94F-013BE060179F}"/>
                    </a:ext>
                  </a:extLst>
                </p14:cNvPr>
                <p14:cNvContentPartPr/>
                <p14:nvPr/>
              </p14:nvContentPartPr>
              <p14:xfrm>
                <a:off x="4497904" y="5053616"/>
                <a:ext cx="78840" cy="1267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2CA60B6C-2A50-4B1D-B94F-013BE06017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89264" y="5044976"/>
                  <a:ext cx="96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033A09CE-B9EE-4D1F-B0F3-A9D885BFF806}"/>
                    </a:ext>
                  </a:extLst>
                </p14:cNvPr>
                <p14:cNvContentPartPr/>
                <p14:nvPr/>
              </p14:nvContentPartPr>
              <p14:xfrm>
                <a:off x="4593664" y="5143256"/>
                <a:ext cx="17640" cy="698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033A09CE-B9EE-4D1F-B0F3-A9D885BFF8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584664" y="5134616"/>
                  <a:ext cx="35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81B5197-5559-4E25-876A-E32DA1AC2DFD}"/>
                    </a:ext>
                  </a:extLst>
                </p14:cNvPr>
                <p14:cNvContentPartPr/>
                <p14:nvPr/>
              </p14:nvContentPartPr>
              <p14:xfrm>
                <a:off x="4693384" y="5046776"/>
                <a:ext cx="105840" cy="1029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81B5197-5559-4E25-876A-E32DA1AC2DF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684384" y="5037776"/>
                  <a:ext cx="123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6DE211E1-6107-489C-8E64-FD112C8D0F4C}"/>
                    </a:ext>
                  </a:extLst>
                </p14:cNvPr>
                <p14:cNvContentPartPr/>
                <p14:nvPr/>
              </p14:nvContentPartPr>
              <p14:xfrm>
                <a:off x="4797784" y="4965776"/>
                <a:ext cx="48600" cy="2883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6DE211E1-6107-489C-8E64-FD112C8D0F4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788784" y="4957136"/>
                  <a:ext cx="6624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559BD4C5-13EC-47D1-8FE2-4336189372E8}"/>
              </a:ext>
            </a:extLst>
          </p:cNvPr>
          <p:cNvGrpSpPr/>
          <p:nvPr/>
        </p:nvGrpSpPr>
        <p:grpSpPr>
          <a:xfrm>
            <a:off x="3094264" y="5358176"/>
            <a:ext cx="456480" cy="388080"/>
            <a:chOff x="3094264" y="5358176"/>
            <a:chExt cx="45648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618A35D-6303-4327-8F5C-6F67BC9A8739}"/>
                    </a:ext>
                  </a:extLst>
                </p14:cNvPr>
                <p14:cNvContentPartPr/>
                <p14:nvPr/>
              </p14:nvContentPartPr>
              <p14:xfrm>
                <a:off x="3098224" y="5358176"/>
                <a:ext cx="93240" cy="11700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618A35D-6303-4327-8F5C-6F67BC9A873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089224" y="5349176"/>
                  <a:ext cx="110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4AF858A1-679E-4A8D-A9E8-05C8BC8BD4DE}"/>
                    </a:ext>
                  </a:extLst>
                </p14:cNvPr>
                <p14:cNvContentPartPr/>
                <p14:nvPr/>
              </p14:nvContentPartPr>
              <p14:xfrm>
                <a:off x="3169504" y="5422256"/>
                <a:ext cx="151200" cy="12996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4AF858A1-679E-4A8D-A9E8-05C8BC8BD4D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60864" y="5413616"/>
                  <a:ext cx="168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3D72EEC-3FD1-4719-AFF7-1D3C401D4503}"/>
                    </a:ext>
                  </a:extLst>
                </p14:cNvPr>
                <p14:cNvContentPartPr/>
                <p14:nvPr/>
              </p14:nvContentPartPr>
              <p14:xfrm>
                <a:off x="3094264" y="5499656"/>
                <a:ext cx="299880" cy="24660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3D72EEC-3FD1-4719-AFF7-1D3C401D45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085624" y="5491016"/>
                  <a:ext cx="3175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FC102E8-743D-40C9-A4C5-0B943385281A}"/>
                    </a:ext>
                  </a:extLst>
                </p14:cNvPr>
                <p14:cNvContentPartPr/>
                <p14:nvPr/>
              </p14:nvContentPartPr>
              <p14:xfrm>
                <a:off x="3250864" y="5572736"/>
                <a:ext cx="206280" cy="17352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FC102E8-743D-40C9-A4C5-0B943385281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242224" y="5564096"/>
                  <a:ext cx="223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7FF775F6-AD6C-43AC-A3A2-E3C91B85EC8E}"/>
                    </a:ext>
                  </a:extLst>
                </p14:cNvPr>
                <p14:cNvContentPartPr/>
                <p14:nvPr/>
              </p14:nvContentPartPr>
              <p14:xfrm>
                <a:off x="3455704" y="5629256"/>
                <a:ext cx="95040" cy="9324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7FF775F6-AD6C-43AC-A3A2-E3C91B85EC8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447064" y="5620616"/>
                  <a:ext cx="112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C41B04A-89B4-4749-AA0D-3D16FC4B9245}"/>
                    </a:ext>
                  </a:extLst>
                </p14:cNvPr>
                <p14:cNvContentPartPr/>
                <p14:nvPr/>
              </p14:nvContentPartPr>
              <p14:xfrm>
                <a:off x="3123424" y="5739776"/>
                <a:ext cx="16920" cy="46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C41B04A-89B4-4749-AA0D-3D16FC4B924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114424" y="5731136"/>
                  <a:ext cx="34560" cy="223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0EA09088-2D75-49C1-9C99-A94264E2B6DC}"/>
              </a:ext>
            </a:extLst>
          </p:cNvPr>
          <p:cNvCxnSpPr/>
          <p:nvPr/>
        </p:nvCxnSpPr>
        <p:spPr>
          <a:xfrm flipH="1" flipV="1">
            <a:off x="268941" y="5722496"/>
            <a:ext cx="2854483" cy="619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7045F171-88F0-4CFF-96DA-D27B1B10CF1A}"/>
              </a:ext>
            </a:extLst>
          </p:cNvPr>
          <p:cNvCxnSpPr/>
          <p:nvPr/>
        </p:nvCxnSpPr>
        <p:spPr>
          <a:xfrm>
            <a:off x="4306744" y="5772896"/>
            <a:ext cx="256739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0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E658FAC-2519-41FC-8639-FAF024A4CD3A}"/>
              </a:ext>
            </a:extLst>
          </p:cNvPr>
          <p:cNvGrpSpPr/>
          <p:nvPr/>
        </p:nvGrpSpPr>
        <p:grpSpPr>
          <a:xfrm>
            <a:off x="603064" y="1032776"/>
            <a:ext cx="1213560" cy="446400"/>
            <a:chOff x="603064" y="1032776"/>
            <a:chExt cx="121356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D4BF9816-1CFB-47E3-928C-8420883E1B60}"/>
                    </a:ext>
                  </a:extLst>
                </p14:cNvPr>
                <p14:cNvContentPartPr/>
                <p14:nvPr/>
              </p14:nvContentPartPr>
              <p14:xfrm>
                <a:off x="673624" y="1089296"/>
                <a:ext cx="360" cy="36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D4BF9816-1CFB-47E3-928C-8420883E1B6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5984" y="10716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450793B2-0349-459D-9B49-8816985F83A2}"/>
                    </a:ext>
                  </a:extLst>
                </p14:cNvPr>
                <p14:cNvContentPartPr/>
                <p14:nvPr/>
              </p14:nvContentPartPr>
              <p14:xfrm>
                <a:off x="745624" y="1032776"/>
                <a:ext cx="63000" cy="4464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450793B2-0349-459D-9B49-8816985F83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7624" y="1015136"/>
                  <a:ext cx="986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5BF2357F-C3E4-433E-BEB8-90865107BE06}"/>
                    </a:ext>
                  </a:extLst>
                </p14:cNvPr>
                <p14:cNvContentPartPr/>
                <p14:nvPr/>
              </p14:nvContentPartPr>
              <p14:xfrm>
                <a:off x="603064" y="1058696"/>
                <a:ext cx="235440" cy="6912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5BF2357F-C3E4-433E-BEB8-90865107BE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064" y="1041056"/>
                  <a:ext cx="271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B302D3B-DA36-4B74-B7FB-3187598F26C5}"/>
                    </a:ext>
                  </a:extLst>
                </p14:cNvPr>
                <p14:cNvContentPartPr/>
                <p14:nvPr/>
              </p14:nvContentPartPr>
              <p14:xfrm>
                <a:off x="695944" y="1225736"/>
                <a:ext cx="182160" cy="550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B302D3B-DA36-4B74-B7FB-3187598F26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7944" y="1208096"/>
                  <a:ext cx="217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7BAC49C-4F98-4625-B3F2-2595B61A4FF5}"/>
                    </a:ext>
                  </a:extLst>
                </p14:cNvPr>
                <p14:cNvContentPartPr/>
                <p14:nvPr/>
              </p14:nvContentPartPr>
              <p14:xfrm>
                <a:off x="1000864" y="1079576"/>
                <a:ext cx="130320" cy="3297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7BAC49C-4F98-4625-B3F2-2595B61A4F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3224" y="1061936"/>
                  <a:ext cx="165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D0B8ED0-F156-443A-8D38-866CD12C161B}"/>
                    </a:ext>
                  </a:extLst>
                </p14:cNvPr>
                <p14:cNvContentPartPr/>
                <p14:nvPr/>
              </p14:nvContentPartPr>
              <p14:xfrm>
                <a:off x="1222624" y="1158056"/>
                <a:ext cx="162720" cy="2257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D0B8ED0-F156-443A-8D38-866CD12C16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04984" y="1140056"/>
                  <a:ext cx="198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D571CC74-218F-44AF-83A0-5CFA8917F7C1}"/>
                    </a:ext>
                  </a:extLst>
                </p14:cNvPr>
                <p14:cNvContentPartPr/>
                <p14:nvPr/>
              </p14:nvContentPartPr>
              <p14:xfrm>
                <a:off x="1266184" y="1158056"/>
                <a:ext cx="112320" cy="24804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D571CC74-218F-44AF-83A0-5CFA8917F7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8544" y="1140056"/>
                  <a:ext cx="147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A099A46-F042-4B35-8FEA-B1C0D5757AB7}"/>
                    </a:ext>
                  </a:extLst>
                </p14:cNvPr>
                <p14:cNvContentPartPr/>
                <p14:nvPr/>
              </p14:nvContentPartPr>
              <p14:xfrm>
                <a:off x="1446904" y="1045736"/>
                <a:ext cx="89280" cy="3524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A099A46-F042-4B35-8FEA-B1C0D5757A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29264" y="1028096"/>
                  <a:ext cx="1249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AE9B0796-ABF0-49C7-8D40-757F327C3BF9}"/>
                    </a:ext>
                  </a:extLst>
                </p14:cNvPr>
                <p14:cNvContentPartPr/>
                <p14:nvPr/>
              </p14:nvContentPartPr>
              <p14:xfrm>
                <a:off x="1641304" y="1166696"/>
                <a:ext cx="175320" cy="1515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AE9B0796-ABF0-49C7-8D40-757F327C3B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3664" y="1149056"/>
                  <a:ext cx="21096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F9314AE5-9453-4931-B681-28F50E7A8F5F}"/>
                  </a:ext>
                </a:extLst>
              </p14:cNvPr>
              <p14:cNvContentPartPr/>
              <p14:nvPr/>
            </p14:nvContentPartPr>
            <p14:xfrm>
              <a:off x="2050984" y="1017296"/>
              <a:ext cx="173880" cy="81792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F9314AE5-9453-4931-B681-28F50E7A8F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32984" y="999296"/>
                <a:ext cx="209520" cy="85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1B644BB8-6024-493E-8E0F-4E42A29697CC}"/>
              </a:ext>
            </a:extLst>
          </p:cNvPr>
          <p:cNvGrpSpPr/>
          <p:nvPr/>
        </p:nvGrpSpPr>
        <p:grpSpPr>
          <a:xfrm>
            <a:off x="1883944" y="2065976"/>
            <a:ext cx="520200" cy="184680"/>
            <a:chOff x="1883944" y="2065976"/>
            <a:chExt cx="52020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C53D922-DA9F-433F-B3E8-7E0296574EF7}"/>
                    </a:ext>
                  </a:extLst>
                </p14:cNvPr>
                <p14:cNvContentPartPr/>
                <p14:nvPr/>
              </p14:nvContentPartPr>
              <p14:xfrm>
                <a:off x="1883944" y="2148416"/>
                <a:ext cx="148320" cy="111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C53D922-DA9F-433F-B3E8-7E0296574E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66304" y="2130776"/>
                  <a:ext cx="183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FC05F31-90B4-4FC2-9739-71F7797AA880}"/>
                    </a:ext>
                  </a:extLst>
                </p14:cNvPr>
                <p14:cNvContentPartPr/>
                <p14:nvPr/>
              </p14:nvContentPartPr>
              <p14:xfrm>
                <a:off x="2098864" y="2065976"/>
                <a:ext cx="137880" cy="18468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FC05F31-90B4-4FC2-9739-71F7797AA8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81224" y="2047976"/>
                  <a:ext cx="173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BDDBAD8-7B43-4223-9501-1593EF14D886}"/>
                    </a:ext>
                  </a:extLst>
                </p14:cNvPr>
                <p14:cNvContentPartPr/>
                <p14:nvPr/>
              </p14:nvContentPartPr>
              <p14:xfrm>
                <a:off x="2262664" y="2076416"/>
                <a:ext cx="141480" cy="1551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BDDBAD8-7B43-4223-9501-1593EF14D8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45024" y="2058416"/>
                  <a:ext cx="1771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FE5532E-9E7A-47B7-8E8E-4D0B78AEC57A}"/>
              </a:ext>
            </a:extLst>
          </p:cNvPr>
          <p:cNvGrpSpPr/>
          <p:nvPr/>
        </p:nvGrpSpPr>
        <p:grpSpPr>
          <a:xfrm>
            <a:off x="2377144" y="1127456"/>
            <a:ext cx="1082880" cy="408960"/>
            <a:chOff x="2377144" y="1127456"/>
            <a:chExt cx="108288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472E8A0-5BA9-4E5F-A1D4-EC07D946B507}"/>
                    </a:ext>
                  </a:extLst>
                </p14:cNvPr>
                <p14:cNvContentPartPr/>
                <p14:nvPr/>
              </p14:nvContentPartPr>
              <p14:xfrm>
                <a:off x="2454184" y="1127456"/>
                <a:ext cx="66960" cy="3996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472E8A0-5BA9-4E5F-A1D4-EC07D946B5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36544" y="1109456"/>
                  <a:ext cx="1026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38A34BF-65F8-4E8E-8EA3-3EB6CFB22CE6}"/>
                    </a:ext>
                  </a:extLst>
                </p14:cNvPr>
                <p14:cNvContentPartPr/>
                <p14:nvPr/>
              </p14:nvContentPartPr>
              <p14:xfrm>
                <a:off x="2377144" y="1409336"/>
                <a:ext cx="143280" cy="403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38A34BF-65F8-4E8E-8EA3-3EB6CFB22C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59144" y="1391336"/>
                  <a:ext cx="178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22D8412-620F-4363-8260-F95E974DED7B}"/>
                    </a:ext>
                  </a:extLst>
                </p14:cNvPr>
                <p14:cNvContentPartPr/>
                <p14:nvPr/>
              </p14:nvContentPartPr>
              <p14:xfrm>
                <a:off x="2647504" y="1261376"/>
                <a:ext cx="81720" cy="26208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22D8412-620F-4363-8260-F95E974DED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9864" y="1243736"/>
                  <a:ext cx="117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6666ABA-1B28-442C-852B-9923AA2D8482}"/>
                    </a:ext>
                  </a:extLst>
                </p14:cNvPr>
                <p14:cNvContentPartPr/>
                <p14:nvPr/>
              </p14:nvContentPartPr>
              <p14:xfrm>
                <a:off x="2820664" y="1243376"/>
                <a:ext cx="81720" cy="2631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6666ABA-1B28-442C-852B-9923AA2D84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3024" y="1225376"/>
                  <a:ext cx="1173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A1262F5-ECBD-4155-91D4-6EBA58990021}"/>
                    </a:ext>
                  </a:extLst>
                </p14:cNvPr>
                <p14:cNvContentPartPr/>
                <p14:nvPr/>
              </p14:nvContentPartPr>
              <p14:xfrm>
                <a:off x="2764504" y="1384136"/>
                <a:ext cx="141480" cy="378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A1262F5-ECBD-4155-91D4-6EBA589900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46864" y="1366136"/>
                  <a:ext cx="177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C8392C1-00D0-42F1-8950-AEDB34AFE9D6}"/>
                    </a:ext>
                  </a:extLst>
                </p14:cNvPr>
                <p14:cNvContentPartPr/>
                <p14:nvPr/>
              </p14:nvContentPartPr>
              <p14:xfrm>
                <a:off x="2991664" y="1212056"/>
                <a:ext cx="45360" cy="3243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C8392C1-00D0-42F1-8950-AEDB34AFE9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74024" y="1194056"/>
                  <a:ext cx="81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B0A9346-DDFD-4B5C-982C-3628BF8D108B}"/>
                    </a:ext>
                  </a:extLst>
                </p14:cNvPr>
                <p14:cNvContentPartPr/>
                <p14:nvPr/>
              </p14:nvContentPartPr>
              <p14:xfrm>
                <a:off x="3119464" y="1172096"/>
                <a:ext cx="172440" cy="32544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B0A9346-DDFD-4B5C-982C-3628BF8D10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01824" y="1154456"/>
                  <a:ext cx="2080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3DBF156F-DB58-407A-BB9A-6AFEFAAC9BF9}"/>
                    </a:ext>
                  </a:extLst>
                </p14:cNvPr>
                <p14:cNvContentPartPr/>
                <p14:nvPr/>
              </p14:nvContentPartPr>
              <p14:xfrm>
                <a:off x="3353104" y="1245896"/>
                <a:ext cx="106920" cy="2588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3DBF156F-DB58-407A-BB9A-6AFEFAAC9B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35464" y="1227896"/>
                  <a:ext cx="142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A8A5C5C-7AF1-4C51-82D5-26C9C20A6EB9}"/>
                    </a:ext>
                  </a:extLst>
                </p14:cNvPr>
                <p14:cNvContentPartPr/>
                <p14:nvPr/>
              </p14:nvContentPartPr>
              <p14:xfrm>
                <a:off x="3341584" y="1392776"/>
                <a:ext cx="66960" cy="1584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A8A5C5C-7AF1-4C51-82D5-26C9C20A6E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23944" y="1375136"/>
                  <a:ext cx="1026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E093431-B1BD-4088-8965-E5662890BF46}"/>
              </a:ext>
            </a:extLst>
          </p:cNvPr>
          <p:cNvGrpSpPr/>
          <p:nvPr/>
        </p:nvGrpSpPr>
        <p:grpSpPr>
          <a:xfrm>
            <a:off x="2091664" y="749456"/>
            <a:ext cx="183960" cy="194760"/>
            <a:chOff x="2091664" y="749456"/>
            <a:chExt cx="18396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34AA475-C5B0-489F-A11F-831700996F36}"/>
                    </a:ext>
                  </a:extLst>
                </p14:cNvPr>
                <p14:cNvContentPartPr/>
                <p14:nvPr/>
              </p14:nvContentPartPr>
              <p14:xfrm>
                <a:off x="2127664" y="801296"/>
                <a:ext cx="132120" cy="1126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34AA475-C5B0-489F-A11F-831700996F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09664" y="783656"/>
                  <a:ext cx="167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947A0CA8-DA17-49DC-8AF0-0CBEC5B3C5DA}"/>
                    </a:ext>
                  </a:extLst>
                </p14:cNvPr>
                <p14:cNvContentPartPr/>
                <p14:nvPr/>
              </p14:nvContentPartPr>
              <p14:xfrm>
                <a:off x="2091664" y="749456"/>
                <a:ext cx="183960" cy="1947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947A0CA8-DA17-49DC-8AF0-0CBEC5B3C5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4024" y="731456"/>
                  <a:ext cx="21960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395878C-7079-419E-8F9F-AF4E975AA494}"/>
              </a:ext>
            </a:extLst>
          </p:cNvPr>
          <p:cNvGrpSpPr/>
          <p:nvPr/>
        </p:nvGrpSpPr>
        <p:grpSpPr>
          <a:xfrm>
            <a:off x="3691864" y="1311776"/>
            <a:ext cx="114480" cy="134280"/>
            <a:chOff x="3691864" y="1311776"/>
            <a:chExt cx="1144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7FA1DCD-6FD7-4A69-B7E7-A111EA1BB262}"/>
                    </a:ext>
                  </a:extLst>
                </p14:cNvPr>
                <p14:cNvContentPartPr/>
                <p14:nvPr/>
              </p14:nvContentPartPr>
              <p14:xfrm>
                <a:off x="3700504" y="1311776"/>
                <a:ext cx="103680" cy="2376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7FA1DCD-6FD7-4A69-B7E7-A111EA1BB2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82504" y="1294136"/>
                  <a:ext cx="139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D29C1E6-4375-4CCA-874F-1A57BFF6E60E}"/>
                    </a:ext>
                  </a:extLst>
                </p14:cNvPr>
                <p14:cNvContentPartPr/>
                <p14:nvPr/>
              </p14:nvContentPartPr>
              <p14:xfrm>
                <a:off x="3691864" y="1432736"/>
                <a:ext cx="114480" cy="133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D29C1E6-4375-4CCA-874F-1A57BFF6E6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73864" y="1415096"/>
                  <a:ext cx="15012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94FD3C41-EF6E-4F40-B585-D4FADA73CEAC}"/>
                  </a:ext>
                </a:extLst>
              </p14:cNvPr>
              <p14:cNvContentPartPr/>
              <p14:nvPr/>
            </p14:nvContentPartPr>
            <p14:xfrm>
              <a:off x="4003984" y="1079576"/>
              <a:ext cx="177120" cy="72288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94FD3C41-EF6E-4F40-B585-D4FADA73CEA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85984" y="1061936"/>
                <a:ext cx="212760" cy="75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o 39">
            <a:extLst>
              <a:ext uri="{FF2B5EF4-FFF2-40B4-BE49-F238E27FC236}">
                <a16:creationId xmlns:a16="http://schemas.microsoft.com/office/drawing/2014/main" id="{3140C52F-68DD-4826-9EAF-F06E374DB232}"/>
              </a:ext>
            </a:extLst>
          </p:cNvPr>
          <p:cNvGrpSpPr/>
          <p:nvPr/>
        </p:nvGrpSpPr>
        <p:grpSpPr>
          <a:xfrm>
            <a:off x="3754504" y="2010896"/>
            <a:ext cx="458280" cy="157680"/>
            <a:chOff x="3754504" y="2010896"/>
            <a:chExt cx="45828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5313DE2-39BD-410C-A2DF-18CF7CB32843}"/>
                    </a:ext>
                  </a:extLst>
                </p14:cNvPr>
                <p14:cNvContentPartPr/>
                <p14:nvPr/>
              </p14:nvContentPartPr>
              <p14:xfrm>
                <a:off x="3754504" y="2110976"/>
                <a:ext cx="167760" cy="169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5313DE2-39BD-410C-A2DF-18CF7CB328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36864" y="2093336"/>
                  <a:ext cx="203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AB2A77B-2E4C-43EB-9897-C6A092D4F539}"/>
                    </a:ext>
                  </a:extLst>
                </p14:cNvPr>
                <p14:cNvContentPartPr/>
                <p14:nvPr/>
              </p14:nvContentPartPr>
              <p14:xfrm>
                <a:off x="3937024" y="2027456"/>
                <a:ext cx="137880" cy="14112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AB2A77B-2E4C-43EB-9897-C6A092D4F5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19384" y="2009816"/>
                  <a:ext cx="17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9786810-3D8D-441D-8839-4ADA86494C61}"/>
                    </a:ext>
                  </a:extLst>
                </p14:cNvPr>
                <p14:cNvContentPartPr/>
                <p14:nvPr/>
              </p14:nvContentPartPr>
              <p14:xfrm>
                <a:off x="4071664" y="2010896"/>
                <a:ext cx="141120" cy="1173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9786810-3D8D-441D-8839-4ADA86494C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53664" y="1993256"/>
                  <a:ext cx="17676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92D8E6A7-A6F1-4725-9EA0-C505CA9E8726}"/>
                  </a:ext>
                </a:extLst>
              </p14:cNvPr>
              <p14:cNvContentPartPr/>
              <p14:nvPr/>
            </p14:nvContentPartPr>
            <p14:xfrm>
              <a:off x="4030624" y="809216"/>
              <a:ext cx="103320" cy="13284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92D8E6A7-A6F1-4725-9EA0-C505CA9E872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12984" y="791216"/>
                <a:ext cx="13896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F66428B0-CAD2-413F-B238-CB3CECCCFF7B}"/>
              </a:ext>
            </a:extLst>
          </p:cNvPr>
          <p:cNvGrpSpPr/>
          <p:nvPr/>
        </p:nvGrpSpPr>
        <p:grpSpPr>
          <a:xfrm>
            <a:off x="5847544" y="993896"/>
            <a:ext cx="1342800" cy="901440"/>
            <a:chOff x="5847544" y="993896"/>
            <a:chExt cx="1342800" cy="90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CE8C9DA5-13FD-4978-AC98-0746D3372C12}"/>
                    </a:ext>
                  </a:extLst>
                </p14:cNvPr>
                <p14:cNvContentPartPr/>
                <p14:nvPr/>
              </p14:nvContentPartPr>
              <p14:xfrm>
                <a:off x="5847544" y="993896"/>
                <a:ext cx="143280" cy="6541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CE8C9DA5-13FD-4978-AC98-0746D3372C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29544" y="976256"/>
                  <a:ext cx="17892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B84759FF-EC59-447D-B730-F8807906CCF4}"/>
                    </a:ext>
                  </a:extLst>
                </p14:cNvPr>
                <p14:cNvContentPartPr/>
                <p14:nvPr/>
              </p14:nvContentPartPr>
              <p14:xfrm>
                <a:off x="5890024" y="1704896"/>
                <a:ext cx="151560" cy="1904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B84759FF-EC59-447D-B730-F8807906CC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72024" y="1687256"/>
                  <a:ext cx="187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6915DCD-0D93-46D6-BFB8-7BD460BCA9F9}"/>
                    </a:ext>
                  </a:extLst>
                </p14:cNvPr>
                <p14:cNvContentPartPr/>
                <p14:nvPr/>
              </p14:nvContentPartPr>
              <p14:xfrm>
                <a:off x="6221584" y="1110176"/>
                <a:ext cx="86040" cy="3067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6915DCD-0D93-46D6-BFB8-7BD460BCA9F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03584" y="1092536"/>
                  <a:ext cx="1216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AED6B06-717E-4D3D-B1F8-5EAB2CA14B00}"/>
                    </a:ext>
                  </a:extLst>
                </p14:cNvPr>
                <p14:cNvContentPartPr/>
                <p14:nvPr/>
              </p14:nvContentPartPr>
              <p14:xfrm>
                <a:off x="6202144" y="1272896"/>
                <a:ext cx="138600" cy="741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AED6B06-717E-4D3D-B1F8-5EAB2CA14B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84504" y="1254896"/>
                  <a:ext cx="174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8BBB72FA-AFBB-4F43-9BF2-92160AB4C3A1}"/>
                    </a:ext>
                  </a:extLst>
                </p14:cNvPr>
                <p14:cNvContentPartPr/>
                <p14:nvPr/>
              </p14:nvContentPartPr>
              <p14:xfrm>
                <a:off x="6409144" y="1182176"/>
                <a:ext cx="197640" cy="21528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8BBB72FA-AFBB-4F43-9BF2-92160AB4C3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91144" y="1164536"/>
                  <a:ext cx="2332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696C53A-7DEA-40CB-9716-5D63E79F1DA5}"/>
                    </a:ext>
                  </a:extLst>
                </p14:cNvPr>
                <p14:cNvContentPartPr/>
                <p14:nvPr/>
              </p14:nvContentPartPr>
              <p14:xfrm>
                <a:off x="6512464" y="1130336"/>
                <a:ext cx="217800" cy="24156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696C53A-7DEA-40CB-9716-5D63E79F1DA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94824" y="1112336"/>
                  <a:ext cx="2534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E9572F9B-F2AB-4863-A5A3-73043C4326CF}"/>
                    </a:ext>
                  </a:extLst>
                </p14:cNvPr>
                <p14:cNvContentPartPr/>
                <p14:nvPr/>
              </p14:nvContentPartPr>
              <p14:xfrm>
                <a:off x="6836824" y="1119176"/>
                <a:ext cx="192960" cy="26028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E9572F9B-F2AB-4863-A5A3-73043C4326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19184" y="1101536"/>
                  <a:ext cx="2286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CF4A6F51-22DC-47CA-9875-08DA94387325}"/>
                    </a:ext>
                  </a:extLst>
                </p14:cNvPr>
                <p14:cNvContentPartPr/>
                <p14:nvPr/>
              </p14:nvContentPartPr>
              <p14:xfrm>
                <a:off x="7089544" y="1145816"/>
                <a:ext cx="100800" cy="22032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CF4A6F51-22DC-47CA-9875-08DA943873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71904" y="1128176"/>
                  <a:ext cx="136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9A0F0F8-9733-4517-9D4A-0FC0E332ADB2}"/>
                    </a:ext>
                  </a:extLst>
                </p14:cNvPr>
                <p14:cNvContentPartPr/>
                <p14:nvPr/>
              </p14:nvContentPartPr>
              <p14:xfrm>
                <a:off x="7086664" y="1250936"/>
                <a:ext cx="78840" cy="237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9A0F0F8-9733-4517-9D4A-0FC0E332AD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69024" y="1233296"/>
                  <a:ext cx="1144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B5639B5F-9E32-4E2E-8DE9-C1F54E34DCAC}"/>
              </a:ext>
            </a:extLst>
          </p:cNvPr>
          <p:cNvGrpSpPr/>
          <p:nvPr/>
        </p:nvGrpSpPr>
        <p:grpSpPr>
          <a:xfrm>
            <a:off x="5896864" y="775736"/>
            <a:ext cx="170640" cy="159120"/>
            <a:chOff x="5896864" y="775736"/>
            <a:chExt cx="17064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B0B8B5C2-9A14-4A15-BEDF-686200F6D915}"/>
                    </a:ext>
                  </a:extLst>
                </p14:cNvPr>
                <p14:cNvContentPartPr/>
                <p14:nvPr/>
              </p14:nvContentPartPr>
              <p14:xfrm>
                <a:off x="5896864" y="775736"/>
                <a:ext cx="159840" cy="15912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B0B8B5C2-9A14-4A15-BEDF-686200F6D9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79224" y="758096"/>
                  <a:ext cx="195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B7CA64C9-F040-4EAB-BA67-8A58FAB2EBB2}"/>
                    </a:ext>
                  </a:extLst>
                </p14:cNvPr>
                <p14:cNvContentPartPr/>
                <p14:nvPr/>
              </p14:nvContentPartPr>
              <p14:xfrm>
                <a:off x="5902624" y="798056"/>
                <a:ext cx="164880" cy="1170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B7CA64C9-F040-4EAB-BA67-8A58FAB2EBB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84624" y="780056"/>
                  <a:ext cx="2005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C4558FA-3987-493E-873C-4629D70BF4A7}"/>
              </a:ext>
            </a:extLst>
          </p:cNvPr>
          <p:cNvGrpSpPr/>
          <p:nvPr/>
        </p:nvGrpSpPr>
        <p:grpSpPr>
          <a:xfrm>
            <a:off x="4342384" y="710216"/>
            <a:ext cx="1278000" cy="976680"/>
            <a:chOff x="4342384" y="710216"/>
            <a:chExt cx="1278000" cy="9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FEF4AC2-3946-4C3E-986F-FBF813D16758}"/>
                    </a:ext>
                  </a:extLst>
                </p14:cNvPr>
                <p14:cNvContentPartPr/>
                <p14:nvPr/>
              </p14:nvContentPartPr>
              <p14:xfrm>
                <a:off x="4398184" y="1164176"/>
                <a:ext cx="72720" cy="3096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FEF4AC2-3946-4C3E-986F-FBF813D167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80544" y="1146536"/>
                  <a:ext cx="108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C2ABF7C8-CE8D-4CB1-8CE8-39153C883ACD}"/>
                    </a:ext>
                  </a:extLst>
                </p14:cNvPr>
                <p14:cNvContentPartPr/>
                <p14:nvPr/>
              </p14:nvContentPartPr>
              <p14:xfrm>
                <a:off x="4359664" y="1362176"/>
                <a:ext cx="155880" cy="655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C2ABF7C8-CE8D-4CB1-8CE8-39153C883A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42024" y="1344536"/>
                  <a:ext cx="1915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5B804B3-C531-4E37-9A1F-6C34C21429DA}"/>
                    </a:ext>
                  </a:extLst>
                </p14:cNvPr>
                <p14:cNvContentPartPr/>
                <p14:nvPr/>
              </p14:nvContentPartPr>
              <p14:xfrm>
                <a:off x="4595464" y="1209176"/>
                <a:ext cx="193680" cy="24048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5B804B3-C531-4E37-9A1F-6C34C21429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77824" y="1191536"/>
                  <a:ext cx="229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1DC5DF4-1F9D-47C2-8C5E-9022C94F08B1}"/>
                    </a:ext>
                  </a:extLst>
                </p14:cNvPr>
                <p14:cNvContentPartPr/>
                <p14:nvPr/>
              </p14:nvContentPartPr>
              <p14:xfrm>
                <a:off x="4708504" y="1314656"/>
                <a:ext cx="108720" cy="507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1DC5DF4-1F9D-47C2-8C5E-9022C94F08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90864" y="1296656"/>
                  <a:ext cx="144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36BD962-C3AC-45B7-8B6D-4EB2A8F8CB66}"/>
                    </a:ext>
                  </a:extLst>
                </p14:cNvPr>
                <p14:cNvContentPartPr/>
                <p14:nvPr/>
              </p14:nvContentPartPr>
              <p14:xfrm>
                <a:off x="4867264" y="1121336"/>
                <a:ext cx="55080" cy="2804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36BD962-C3AC-45B7-8B6D-4EB2A8F8CB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49264" y="1103696"/>
                  <a:ext cx="907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2ECE7155-EBF8-425B-90F5-387074CEAC40}"/>
                    </a:ext>
                  </a:extLst>
                </p14:cNvPr>
                <p14:cNvContentPartPr/>
                <p14:nvPr/>
              </p14:nvContentPartPr>
              <p14:xfrm>
                <a:off x="4986064" y="1141136"/>
                <a:ext cx="126000" cy="25524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2ECE7155-EBF8-425B-90F5-387074CEAC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68064" y="1123496"/>
                  <a:ext cx="161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82D4283-3C99-4AAF-9AC0-E5BA65E439CA}"/>
                    </a:ext>
                  </a:extLst>
                </p14:cNvPr>
                <p14:cNvContentPartPr/>
                <p14:nvPr/>
              </p14:nvContentPartPr>
              <p14:xfrm>
                <a:off x="5168944" y="1168496"/>
                <a:ext cx="92160" cy="2185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82D4283-3C99-4AAF-9AC0-E5BA65E439C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50944" y="1150496"/>
                  <a:ext cx="1278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94D40CF-95BE-4E3D-8C21-9D4964422791}"/>
                    </a:ext>
                  </a:extLst>
                </p14:cNvPr>
                <p14:cNvContentPartPr/>
                <p14:nvPr/>
              </p14:nvContentPartPr>
              <p14:xfrm>
                <a:off x="5524624" y="1192616"/>
                <a:ext cx="7200" cy="2847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94D40CF-95BE-4E3D-8C21-9D49644227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06624" y="1174976"/>
                  <a:ext cx="428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12A965E1-BB67-42F6-BF70-C5E0B74E082F}"/>
                    </a:ext>
                  </a:extLst>
                </p14:cNvPr>
                <p14:cNvContentPartPr/>
                <p14:nvPr/>
              </p14:nvContentPartPr>
              <p14:xfrm>
                <a:off x="5433544" y="1352816"/>
                <a:ext cx="186840" cy="3420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12A965E1-BB67-42F6-BF70-C5E0B74E082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15904" y="1334816"/>
                  <a:ext cx="222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CA22ADF7-560B-4E28-B781-03ADE099D9B0}"/>
                    </a:ext>
                  </a:extLst>
                </p14:cNvPr>
                <p14:cNvContentPartPr/>
                <p14:nvPr/>
              </p14:nvContentPartPr>
              <p14:xfrm>
                <a:off x="4342384" y="816056"/>
                <a:ext cx="648000" cy="87084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CA22ADF7-560B-4E28-B781-03ADE099D9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24384" y="798416"/>
                  <a:ext cx="683640" cy="90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1396A80-2095-4767-8565-6B84EBE0E48B}"/>
                    </a:ext>
                  </a:extLst>
                </p14:cNvPr>
                <p14:cNvContentPartPr/>
                <p14:nvPr/>
              </p14:nvContentPartPr>
              <p14:xfrm>
                <a:off x="5130064" y="710216"/>
                <a:ext cx="115200" cy="885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1396A80-2095-4767-8565-6B84EBE0E4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12424" y="692216"/>
                  <a:ext cx="1508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E64F5A66-2175-4612-A909-7E2DBC22CCB1}"/>
              </a:ext>
            </a:extLst>
          </p:cNvPr>
          <p:cNvGrpSpPr/>
          <p:nvPr/>
        </p:nvGrpSpPr>
        <p:grpSpPr>
          <a:xfrm>
            <a:off x="1777744" y="3091256"/>
            <a:ext cx="160560" cy="111240"/>
            <a:chOff x="1777744" y="3091256"/>
            <a:chExt cx="16056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B6C26B94-49CF-4D2E-B84C-DFDDBAB5F385}"/>
                    </a:ext>
                  </a:extLst>
                </p14:cNvPr>
                <p14:cNvContentPartPr/>
                <p14:nvPr/>
              </p14:nvContentPartPr>
              <p14:xfrm>
                <a:off x="1777744" y="3091256"/>
                <a:ext cx="132840" cy="864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B6C26B94-49CF-4D2E-B84C-DFDDBAB5F3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59744" y="3073256"/>
                  <a:ext cx="168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22D6CD6D-1BE9-4086-8AA6-13F9E0A469E9}"/>
                    </a:ext>
                  </a:extLst>
                </p14:cNvPr>
                <p14:cNvContentPartPr/>
                <p14:nvPr/>
              </p14:nvContentPartPr>
              <p14:xfrm>
                <a:off x="1797904" y="3186656"/>
                <a:ext cx="140400" cy="158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22D6CD6D-1BE9-4086-8AA6-13F9E0A469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80264" y="3169016"/>
                  <a:ext cx="1760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4EBC7952-5A7F-42F4-BC80-DB0F88FE5276}"/>
                  </a:ext>
                </a:extLst>
              </p14:cNvPr>
              <p14:cNvContentPartPr/>
              <p14:nvPr/>
            </p14:nvContentPartPr>
            <p14:xfrm>
              <a:off x="2200024" y="2928176"/>
              <a:ext cx="110520" cy="591840"/>
            </p14:xfrm>
          </p:contentPart>
        </mc:Choice>
        <mc:Fallback xmlns=""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4EBC7952-5A7F-42F4-BC80-DB0F88FE527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182384" y="2910536"/>
                <a:ext cx="14616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E7B203E1-1523-4E87-8E30-3FE59DF48F4C}"/>
                  </a:ext>
                </a:extLst>
              </p14:cNvPr>
              <p14:cNvContentPartPr/>
              <p14:nvPr/>
            </p14:nvContentPartPr>
            <p14:xfrm>
              <a:off x="2185624" y="3681656"/>
              <a:ext cx="137160" cy="168120"/>
            </p14:xfrm>
          </p:contentPart>
        </mc:Choice>
        <mc:Fallback xmlns=""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E7B203E1-1523-4E87-8E30-3FE59DF48F4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167624" y="3663656"/>
                <a:ext cx="172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3FFA3F77-409E-4B3E-AF00-6B073078D544}"/>
                  </a:ext>
                </a:extLst>
              </p14:cNvPr>
              <p14:cNvContentPartPr/>
              <p14:nvPr/>
            </p14:nvContentPartPr>
            <p14:xfrm>
              <a:off x="2189584" y="2661056"/>
              <a:ext cx="129960" cy="122040"/>
            </p14:xfrm>
          </p:contentPart>
        </mc:Choice>
        <mc:Fallback xmlns=""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3FFA3F77-409E-4B3E-AF00-6B073078D54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171584" y="2643416"/>
                <a:ext cx="1656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0CABB401-6414-4295-8F97-3AA747651063}"/>
                  </a:ext>
                </a:extLst>
              </p14:cNvPr>
              <p14:cNvContentPartPr/>
              <p14:nvPr/>
            </p14:nvContentPartPr>
            <p14:xfrm>
              <a:off x="2208664" y="2610296"/>
              <a:ext cx="100800" cy="216000"/>
            </p14:xfrm>
          </p:contentPart>
        </mc:Choice>
        <mc:Fallback xmlns=""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0CABB401-6414-4295-8F97-3AA74765106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91024" y="2592296"/>
                <a:ext cx="1364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58E73E76-EC6C-4D73-AB7F-6C503071FB67}"/>
                  </a:ext>
                </a:extLst>
              </p14:cNvPr>
              <p14:cNvContentPartPr/>
              <p14:nvPr/>
            </p14:nvContentPartPr>
            <p14:xfrm>
              <a:off x="3343744" y="3052736"/>
              <a:ext cx="79560" cy="213480"/>
            </p14:xfrm>
          </p:contentPart>
        </mc:Choice>
        <mc:Fallback xmlns=""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58E73E76-EC6C-4D73-AB7F-6C503071FB6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325744" y="3035096"/>
                <a:ext cx="1152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621B4728-B524-4A38-AC14-546195593DBB}"/>
                  </a:ext>
                </a:extLst>
              </p14:cNvPr>
              <p14:cNvContentPartPr/>
              <p14:nvPr/>
            </p14:nvContentPartPr>
            <p14:xfrm>
              <a:off x="3514384" y="3001256"/>
              <a:ext cx="149760" cy="260280"/>
            </p14:xfrm>
          </p:contentPart>
        </mc:Choice>
        <mc:Fallback xmlns=""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621B4728-B524-4A38-AC14-546195593DB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496384" y="2983616"/>
                <a:ext cx="18540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upo 140">
            <a:extLst>
              <a:ext uri="{FF2B5EF4-FFF2-40B4-BE49-F238E27FC236}">
                <a16:creationId xmlns:a16="http://schemas.microsoft.com/office/drawing/2014/main" id="{57BD116B-3C8D-494A-AD2F-13AC21DB98B0}"/>
              </a:ext>
            </a:extLst>
          </p:cNvPr>
          <p:cNvGrpSpPr/>
          <p:nvPr/>
        </p:nvGrpSpPr>
        <p:grpSpPr>
          <a:xfrm>
            <a:off x="4129624" y="3192056"/>
            <a:ext cx="112680" cy="114840"/>
            <a:chOff x="4129624" y="3192056"/>
            <a:chExt cx="11268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43131F11-A51E-48E8-B091-17CBB8AE2039}"/>
                    </a:ext>
                  </a:extLst>
                </p14:cNvPr>
                <p14:cNvContentPartPr/>
                <p14:nvPr/>
              </p14:nvContentPartPr>
              <p14:xfrm>
                <a:off x="4129624" y="3192056"/>
                <a:ext cx="86400" cy="3168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43131F11-A51E-48E8-B091-17CBB8AE20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11624" y="3174056"/>
                  <a:ext cx="1220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658C780-F2CA-4672-9F4E-3F4F4FE7EB6F}"/>
                    </a:ext>
                  </a:extLst>
                </p14:cNvPr>
                <p14:cNvContentPartPr/>
                <p14:nvPr/>
              </p14:nvContentPartPr>
              <p14:xfrm>
                <a:off x="4145104" y="3277016"/>
                <a:ext cx="97200" cy="2988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658C780-F2CA-4672-9F4E-3F4F4FE7EB6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27104" y="3259376"/>
                  <a:ext cx="1328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C10B5DF4-85D5-4B3E-B31D-6C690AE8896A}"/>
              </a:ext>
            </a:extLst>
          </p:cNvPr>
          <p:cNvGrpSpPr/>
          <p:nvPr/>
        </p:nvGrpSpPr>
        <p:grpSpPr>
          <a:xfrm>
            <a:off x="2534464" y="2973536"/>
            <a:ext cx="717840" cy="310680"/>
            <a:chOff x="2534464" y="2973536"/>
            <a:chExt cx="71784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8AB8B73A-AD6C-430F-A689-8082ADCCE3AD}"/>
                    </a:ext>
                  </a:extLst>
                </p14:cNvPr>
                <p14:cNvContentPartPr/>
                <p14:nvPr/>
              </p14:nvContentPartPr>
              <p14:xfrm>
                <a:off x="2534464" y="3013856"/>
                <a:ext cx="77760" cy="2318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8AB8B73A-AD6C-430F-A689-8082ADCCE3A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16824" y="2995856"/>
                  <a:ext cx="113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A2CC42EB-73B1-41A8-8D09-976FB1ED8C2A}"/>
                    </a:ext>
                  </a:extLst>
                </p14:cNvPr>
                <p14:cNvContentPartPr/>
                <p14:nvPr/>
              </p14:nvContentPartPr>
              <p14:xfrm>
                <a:off x="2730664" y="3078656"/>
                <a:ext cx="59400" cy="16920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A2CC42EB-73B1-41A8-8D09-976FB1ED8C2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13024" y="3061016"/>
                  <a:ext cx="95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8B395B38-472D-4E8E-ACC0-11C19C3CDC5D}"/>
                    </a:ext>
                  </a:extLst>
                </p14:cNvPr>
                <p14:cNvContentPartPr/>
                <p14:nvPr/>
              </p14:nvContentPartPr>
              <p14:xfrm>
                <a:off x="2888344" y="3137336"/>
                <a:ext cx="131040" cy="1692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8B395B38-472D-4E8E-ACC0-11C19C3CDC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70704" y="3119336"/>
                  <a:ext cx="166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8C3F6C1-C2F3-4A08-A7D0-C8D966697E6E}"/>
                    </a:ext>
                  </a:extLst>
                </p14:cNvPr>
                <p14:cNvContentPartPr/>
                <p14:nvPr/>
              </p14:nvContentPartPr>
              <p14:xfrm>
                <a:off x="3134944" y="2973536"/>
                <a:ext cx="117360" cy="3106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8C3F6C1-C2F3-4A08-A7D0-C8D966697E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16944" y="2955896"/>
                  <a:ext cx="153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E972C9F3-B9BD-431A-978E-3973385BC64A}"/>
                    </a:ext>
                  </a:extLst>
                </p14:cNvPr>
                <p14:cNvContentPartPr/>
                <p14:nvPr/>
              </p14:nvContentPartPr>
              <p14:xfrm>
                <a:off x="3129904" y="3102416"/>
                <a:ext cx="91080" cy="1944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E972C9F3-B9BD-431A-978E-3973385BC64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12264" y="3084416"/>
                  <a:ext cx="126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F3C2F4DC-9AA7-4D9D-B59D-6BB7FB63E3E3}"/>
                    </a:ext>
                  </a:extLst>
                </p14:cNvPr>
                <p14:cNvContentPartPr/>
                <p14:nvPr/>
              </p14:nvContentPartPr>
              <p14:xfrm>
                <a:off x="2714464" y="3178016"/>
                <a:ext cx="5040" cy="900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F3C2F4DC-9AA7-4D9D-B59D-6BB7FB63E3E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96464" y="3160376"/>
                  <a:ext cx="406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2DF95FF7-B424-43C5-8BD6-63BA0DF05A90}"/>
              </a:ext>
            </a:extLst>
          </p:cNvPr>
          <p:cNvGrpSpPr/>
          <p:nvPr/>
        </p:nvGrpSpPr>
        <p:grpSpPr>
          <a:xfrm>
            <a:off x="3754504" y="3052016"/>
            <a:ext cx="148320" cy="289800"/>
            <a:chOff x="3754504" y="3052016"/>
            <a:chExt cx="14832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AF3927D7-A4C4-4846-8E05-A8D06B7CF845}"/>
                    </a:ext>
                  </a:extLst>
                </p14:cNvPr>
                <p14:cNvContentPartPr/>
                <p14:nvPr/>
              </p14:nvContentPartPr>
              <p14:xfrm>
                <a:off x="3775024" y="3052016"/>
                <a:ext cx="127800" cy="28980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AF3927D7-A4C4-4846-8E05-A8D06B7CF84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57024" y="3034016"/>
                  <a:ext cx="1634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BE7873E8-F2C4-415A-A51B-0C014F6CB355}"/>
                    </a:ext>
                  </a:extLst>
                </p14:cNvPr>
                <p14:cNvContentPartPr/>
                <p14:nvPr/>
              </p14:nvContentPartPr>
              <p14:xfrm>
                <a:off x="3754504" y="3228416"/>
                <a:ext cx="93960" cy="900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BE7873E8-F2C4-415A-A51B-0C014F6CB3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36864" y="3210776"/>
                  <a:ext cx="12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AA847542-E986-4807-8513-2D453E20B9A7}"/>
                    </a:ext>
                  </a:extLst>
                </p14:cNvPr>
                <p14:cNvContentPartPr/>
                <p14:nvPr/>
              </p14:nvContentPartPr>
              <p14:xfrm>
                <a:off x="3834784" y="3247496"/>
                <a:ext cx="360" cy="36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AA847542-E986-4807-8513-2D453E20B9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16784" y="32298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FED522F6-3DDA-47CD-B544-8D27D252E296}"/>
              </a:ext>
            </a:extLst>
          </p:cNvPr>
          <p:cNvGrpSpPr/>
          <p:nvPr/>
        </p:nvGrpSpPr>
        <p:grpSpPr>
          <a:xfrm>
            <a:off x="5015944" y="2879576"/>
            <a:ext cx="597960" cy="362160"/>
            <a:chOff x="5015944" y="2879576"/>
            <a:chExt cx="59796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C8666E8-C13A-43A4-B8F6-48261F090DEC}"/>
                    </a:ext>
                  </a:extLst>
                </p14:cNvPr>
                <p14:cNvContentPartPr/>
                <p14:nvPr/>
              </p14:nvContentPartPr>
              <p14:xfrm>
                <a:off x="5015944" y="3144896"/>
                <a:ext cx="207360" cy="2376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C8666E8-C13A-43A4-B8F6-48261F090DE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998304" y="3127256"/>
                  <a:ext cx="243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79AFDB8A-2F97-4518-9117-322971AE5DE8}"/>
                    </a:ext>
                  </a:extLst>
                </p14:cNvPr>
                <p14:cNvContentPartPr/>
                <p14:nvPr/>
              </p14:nvContentPartPr>
              <p14:xfrm>
                <a:off x="5399704" y="2997296"/>
                <a:ext cx="107640" cy="24444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79AFDB8A-2F97-4518-9117-322971AE5DE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382064" y="2979296"/>
                  <a:ext cx="143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4B22755D-09F5-4304-93AF-CBA49EC8E3F1}"/>
                    </a:ext>
                  </a:extLst>
                </p14:cNvPr>
                <p14:cNvContentPartPr/>
                <p14:nvPr/>
              </p14:nvContentPartPr>
              <p14:xfrm>
                <a:off x="5316904" y="3073616"/>
                <a:ext cx="158760" cy="4392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4B22755D-09F5-4304-93AF-CBA49EC8E3F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98904" y="3055976"/>
                  <a:ext cx="194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DD6C34DC-E167-4A09-A764-4F93608221A9}"/>
                    </a:ext>
                  </a:extLst>
                </p14:cNvPr>
                <p14:cNvContentPartPr/>
                <p14:nvPr/>
              </p14:nvContentPartPr>
              <p14:xfrm>
                <a:off x="5514904" y="2879576"/>
                <a:ext cx="99000" cy="13464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DD6C34DC-E167-4A09-A764-4F93608221A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97264" y="2861576"/>
                  <a:ext cx="13464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051B7516-693D-4390-BF73-B3B2DBD8D7D0}"/>
              </a:ext>
            </a:extLst>
          </p:cNvPr>
          <p:cNvGrpSpPr/>
          <p:nvPr/>
        </p:nvGrpSpPr>
        <p:grpSpPr>
          <a:xfrm>
            <a:off x="5304304" y="3396176"/>
            <a:ext cx="260280" cy="310680"/>
            <a:chOff x="5304304" y="3396176"/>
            <a:chExt cx="26028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5758393C-AB69-4CC1-8768-83710D2B730C}"/>
                    </a:ext>
                  </a:extLst>
                </p14:cNvPr>
                <p14:cNvContentPartPr/>
                <p14:nvPr/>
              </p14:nvContentPartPr>
              <p14:xfrm>
                <a:off x="5304304" y="3396176"/>
                <a:ext cx="260280" cy="3348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5758393C-AB69-4CC1-8768-83710D2B73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286304" y="3378536"/>
                  <a:ext cx="295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BA2ED00-2007-4DDB-9ED0-C93FBA9A32D2}"/>
                    </a:ext>
                  </a:extLst>
                </p14:cNvPr>
                <p14:cNvContentPartPr/>
                <p14:nvPr/>
              </p14:nvContentPartPr>
              <p14:xfrm>
                <a:off x="5399704" y="3529376"/>
                <a:ext cx="100080" cy="17748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BA2ED00-2007-4DDB-9ED0-C93FBA9A32D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82064" y="3511736"/>
                  <a:ext cx="1357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42C4CEF0-37D3-4968-A961-09D8F81241E7}"/>
              </a:ext>
            </a:extLst>
          </p:cNvPr>
          <p:cNvGrpSpPr/>
          <p:nvPr/>
        </p:nvGrpSpPr>
        <p:grpSpPr>
          <a:xfrm>
            <a:off x="4466224" y="2924216"/>
            <a:ext cx="289080" cy="810720"/>
            <a:chOff x="4466224" y="2924216"/>
            <a:chExt cx="289080" cy="81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EEB3271A-0964-43C6-A50F-717FFFF6E2C7}"/>
                    </a:ext>
                  </a:extLst>
                </p14:cNvPr>
                <p14:cNvContentPartPr/>
                <p14:nvPr/>
              </p14:nvContentPartPr>
              <p14:xfrm>
                <a:off x="4633624" y="3039776"/>
                <a:ext cx="121680" cy="29088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EEB3271A-0964-43C6-A50F-717FFFF6E2C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615984" y="3021776"/>
                  <a:ext cx="157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04A51B2D-ED53-4117-A24A-E28B807819F6}"/>
                    </a:ext>
                  </a:extLst>
                </p14:cNvPr>
                <p14:cNvContentPartPr/>
                <p14:nvPr/>
              </p14:nvContentPartPr>
              <p14:xfrm>
                <a:off x="4598344" y="3169376"/>
                <a:ext cx="106560" cy="1332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04A51B2D-ED53-4117-A24A-E28B807819F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80704" y="3151376"/>
                  <a:ext cx="142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247BA317-FF0A-42F8-A8F8-CFF884CC37B6}"/>
                    </a:ext>
                  </a:extLst>
                </p14:cNvPr>
                <p14:cNvContentPartPr/>
                <p14:nvPr/>
              </p14:nvContentPartPr>
              <p14:xfrm>
                <a:off x="4466224" y="2924216"/>
                <a:ext cx="239760" cy="81072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247BA317-FF0A-42F8-A8F8-CFF884CC37B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48224" y="2906216"/>
                  <a:ext cx="275400" cy="84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0231750F-F488-4948-9436-BB31F031F02F}"/>
                  </a:ext>
                </a:extLst>
              </p14:cNvPr>
              <p14:cNvContentPartPr/>
              <p14:nvPr/>
            </p14:nvContentPartPr>
            <p14:xfrm>
              <a:off x="5801824" y="2911256"/>
              <a:ext cx="100080" cy="727200"/>
            </p14:xfrm>
          </p:contentPart>
        </mc:Choice>
        <mc:Fallback xmlns=""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0231750F-F488-4948-9436-BB31F031F02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783824" y="2893256"/>
                <a:ext cx="135720" cy="76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upo 165">
            <a:extLst>
              <a:ext uri="{FF2B5EF4-FFF2-40B4-BE49-F238E27FC236}">
                <a16:creationId xmlns:a16="http://schemas.microsoft.com/office/drawing/2014/main" id="{11524855-6089-48E1-8E02-8CB61D7EE0EE}"/>
              </a:ext>
            </a:extLst>
          </p:cNvPr>
          <p:cNvGrpSpPr/>
          <p:nvPr/>
        </p:nvGrpSpPr>
        <p:grpSpPr>
          <a:xfrm>
            <a:off x="6105664" y="2598056"/>
            <a:ext cx="642960" cy="1194840"/>
            <a:chOff x="6105664" y="2598056"/>
            <a:chExt cx="642960" cy="11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FF9700FC-93EF-4D55-AE9B-51530CACAA98}"/>
                    </a:ext>
                  </a:extLst>
                </p14:cNvPr>
                <p14:cNvContentPartPr/>
                <p14:nvPr/>
              </p14:nvContentPartPr>
              <p14:xfrm>
                <a:off x="6105664" y="2880656"/>
                <a:ext cx="80640" cy="76716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FF9700FC-93EF-4D55-AE9B-51530CACAA9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87664" y="2862656"/>
                  <a:ext cx="11628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A3225914-D75D-4B9C-9A46-4D8B17F044EA}"/>
                    </a:ext>
                  </a:extLst>
                </p14:cNvPr>
                <p14:cNvContentPartPr/>
                <p14:nvPr/>
              </p14:nvContentPartPr>
              <p14:xfrm>
                <a:off x="6324544" y="3575456"/>
                <a:ext cx="84960" cy="21744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A3225914-D75D-4B9C-9A46-4D8B17F044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306544" y="3557456"/>
                  <a:ext cx="120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D0C3FE6B-C905-487E-AA02-64D87AC008AC}"/>
                    </a:ext>
                  </a:extLst>
                </p14:cNvPr>
                <p14:cNvContentPartPr/>
                <p14:nvPr/>
              </p14:nvContentPartPr>
              <p14:xfrm>
                <a:off x="6299704" y="3677336"/>
                <a:ext cx="148320" cy="3672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D0C3FE6B-C905-487E-AA02-64D87AC008A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282064" y="3659336"/>
                  <a:ext cx="183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FD83B316-3518-4813-9717-C05EE3C7546C}"/>
                    </a:ext>
                  </a:extLst>
                </p14:cNvPr>
                <p14:cNvContentPartPr/>
                <p14:nvPr/>
              </p14:nvContentPartPr>
              <p14:xfrm>
                <a:off x="6502024" y="3646016"/>
                <a:ext cx="105840" cy="9000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FD83B316-3518-4813-9717-C05EE3C7546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84024" y="3628016"/>
                  <a:ext cx="141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8C7FBB4D-BCBF-4185-91AC-D1FFB80A0D7A}"/>
                    </a:ext>
                  </a:extLst>
                </p14:cNvPr>
                <p14:cNvContentPartPr/>
                <p14:nvPr/>
              </p14:nvContentPartPr>
              <p14:xfrm>
                <a:off x="6665104" y="3617936"/>
                <a:ext cx="83520" cy="1213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8C7FBB4D-BCBF-4185-91AC-D1FFB80A0D7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47104" y="3600296"/>
                  <a:ext cx="119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09603507-A109-4DE2-B0CE-33E06D60C7D7}"/>
                    </a:ext>
                  </a:extLst>
                </p14:cNvPr>
                <p14:cNvContentPartPr/>
                <p14:nvPr/>
              </p14:nvContentPartPr>
              <p14:xfrm>
                <a:off x="6262264" y="2598056"/>
                <a:ext cx="66960" cy="23400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09603507-A109-4DE2-B0CE-33E06D60C7D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244264" y="2580056"/>
                  <a:ext cx="1026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D3F56AA6-02C2-4872-A098-C5AFA8818EFA}"/>
                    </a:ext>
                  </a:extLst>
                </p14:cNvPr>
                <p14:cNvContentPartPr/>
                <p14:nvPr/>
              </p14:nvContentPartPr>
              <p14:xfrm>
                <a:off x="6220504" y="2720816"/>
                <a:ext cx="148320" cy="4572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D3F56AA6-02C2-4872-A098-C5AFA8818EF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202864" y="2702816"/>
                  <a:ext cx="183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978AC481-E0FF-47A8-A2E5-E995442DF526}"/>
                    </a:ext>
                  </a:extLst>
                </p14:cNvPr>
                <p14:cNvContentPartPr/>
                <p14:nvPr/>
              </p14:nvContentPartPr>
              <p14:xfrm>
                <a:off x="6409144" y="2695256"/>
                <a:ext cx="126000" cy="8028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978AC481-E0FF-47A8-A2E5-E995442DF52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391144" y="2677616"/>
                  <a:ext cx="161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7013D3D-B564-4B8A-93EE-CBF2313F13CE}"/>
                    </a:ext>
                  </a:extLst>
                </p14:cNvPr>
                <p14:cNvContentPartPr/>
                <p14:nvPr/>
              </p14:nvContentPartPr>
              <p14:xfrm>
                <a:off x="6566824" y="2633696"/>
                <a:ext cx="144360" cy="17604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7013D3D-B564-4B8A-93EE-CBF2313F13C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48824" y="2615696"/>
                  <a:ext cx="1800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4C9E801C-457D-492F-A0AE-299E45F15F87}"/>
              </a:ext>
            </a:extLst>
          </p:cNvPr>
          <p:cNvGrpSpPr/>
          <p:nvPr/>
        </p:nvGrpSpPr>
        <p:grpSpPr>
          <a:xfrm>
            <a:off x="7234624" y="2996216"/>
            <a:ext cx="137520" cy="110880"/>
            <a:chOff x="7234624" y="2996216"/>
            <a:chExt cx="13752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3B5F189C-33CE-4C7D-BA40-BE2BF12D79C3}"/>
                    </a:ext>
                  </a:extLst>
                </p14:cNvPr>
                <p14:cNvContentPartPr/>
                <p14:nvPr/>
              </p14:nvContentPartPr>
              <p14:xfrm>
                <a:off x="7251184" y="2996216"/>
                <a:ext cx="86400" cy="720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3B5F189C-33CE-4C7D-BA40-BE2BF12D79C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33184" y="2978576"/>
                  <a:ext cx="122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623D83BD-6066-4DA6-8030-283064D911FA}"/>
                    </a:ext>
                  </a:extLst>
                </p14:cNvPr>
                <p14:cNvContentPartPr/>
                <p14:nvPr/>
              </p14:nvContentPartPr>
              <p14:xfrm>
                <a:off x="7234624" y="3089456"/>
                <a:ext cx="137520" cy="1764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623D83BD-6066-4DA6-8030-283064D911F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16984" y="3071456"/>
                  <a:ext cx="1731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58BB8364-851E-46BB-92DB-7F5AAD4939D5}"/>
              </a:ext>
            </a:extLst>
          </p:cNvPr>
          <p:cNvGrpSpPr/>
          <p:nvPr/>
        </p:nvGrpSpPr>
        <p:grpSpPr>
          <a:xfrm>
            <a:off x="7602904" y="2789216"/>
            <a:ext cx="319320" cy="631080"/>
            <a:chOff x="7602904" y="2789216"/>
            <a:chExt cx="31932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1F7CDAE4-6564-426A-AE4D-D56CD4030B18}"/>
                    </a:ext>
                  </a:extLst>
                </p14:cNvPr>
                <p14:cNvContentPartPr/>
                <p14:nvPr/>
              </p14:nvContentPartPr>
              <p14:xfrm>
                <a:off x="7602904" y="2789216"/>
                <a:ext cx="100800" cy="6310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1F7CDAE4-6564-426A-AE4D-D56CD4030B1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585264" y="2771216"/>
                  <a:ext cx="13644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87BFB707-33A2-4A8F-9A7A-64E2A4B7ACEC}"/>
                    </a:ext>
                  </a:extLst>
                </p14:cNvPr>
                <p14:cNvContentPartPr/>
                <p14:nvPr/>
              </p14:nvContentPartPr>
              <p14:xfrm>
                <a:off x="7801984" y="2857976"/>
                <a:ext cx="120240" cy="20592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87BFB707-33A2-4A8F-9A7A-64E2A4B7ACE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84344" y="2840336"/>
                  <a:ext cx="155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839B00C9-B5B0-487E-9AA6-90040EED3F61}"/>
                    </a:ext>
                  </a:extLst>
                </p14:cNvPr>
                <p14:cNvContentPartPr/>
                <p14:nvPr/>
              </p14:nvContentPartPr>
              <p14:xfrm>
                <a:off x="7798384" y="2833856"/>
                <a:ext cx="118440" cy="21672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839B00C9-B5B0-487E-9AA6-90040EED3F6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80384" y="2815856"/>
                  <a:ext cx="15408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6FED9525-B980-4BB1-9E13-7E80EC0FEC39}"/>
              </a:ext>
            </a:extLst>
          </p:cNvPr>
          <p:cNvGrpSpPr/>
          <p:nvPr/>
        </p:nvGrpSpPr>
        <p:grpSpPr>
          <a:xfrm>
            <a:off x="8118424" y="2676536"/>
            <a:ext cx="822960" cy="780840"/>
            <a:chOff x="8118424" y="2676536"/>
            <a:chExt cx="822960" cy="78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320C736A-904B-4F8E-A7F6-CA0912BA3DEE}"/>
                    </a:ext>
                  </a:extLst>
                </p14:cNvPr>
                <p14:cNvContentPartPr/>
                <p14:nvPr/>
              </p14:nvContentPartPr>
              <p14:xfrm>
                <a:off x="8118424" y="2942216"/>
                <a:ext cx="117000" cy="64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320C736A-904B-4F8E-A7F6-CA0912BA3DE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00424" y="2924576"/>
                  <a:ext cx="152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8A707B87-E831-4941-99EE-E45EF5CBE6B0}"/>
                    </a:ext>
                  </a:extLst>
                </p14:cNvPr>
                <p14:cNvContentPartPr/>
                <p14:nvPr/>
              </p14:nvContentPartPr>
              <p14:xfrm>
                <a:off x="8395624" y="2833856"/>
                <a:ext cx="147240" cy="15516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8A707B87-E831-4941-99EE-E45EF5CBE6B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377984" y="2815856"/>
                  <a:ext cx="182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83CD1ACC-FFF6-43D8-A779-27E18CE52B0A}"/>
                    </a:ext>
                  </a:extLst>
                </p14:cNvPr>
                <p14:cNvContentPartPr/>
                <p14:nvPr/>
              </p14:nvContentPartPr>
              <p14:xfrm>
                <a:off x="8412184" y="2806856"/>
                <a:ext cx="108720" cy="14724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83CD1ACC-FFF6-43D8-A779-27E18CE52B0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394184" y="2788856"/>
                  <a:ext cx="14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A235241A-3BA6-4975-991C-BA2C880AAAF9}"/>
                    </a:ext>
                  </a:extLst>
                </p14:cNvPr>
                <p14:cNvContentPartPr/>
                <p14:nvPr/>
              </p14:nvContentPartPr>
              <p14:xfrm>
                <a:off x="8553304" y="2676536"/>
                <a:ext cx="140400" cy="17244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A235241A-3BA6-4975-991C-BA2C880AAAF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35304" y="2658896"/>
                  <a:ext cx="176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E20426EB-6F60-448C-B6E2-0B9307C2A56B}"/>
                    </a:ext>
                  </a:extLst>
                </p14:cNvPr>
                <p14:cNvContentPartPr/>
                <p14:nvPr/>
              </p14:nvContentPartPr>
              <p14:xfrm>
                <a:off x="8409304" y="3064976"/>
                <a:ext cx="293400" cy="2376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E20426EB-6F60-448C-B6E2-0B9307C2A56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391304" y="3047336"/>
                  <a:ext cx="329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1F7FF534-71C1-4F1B-9A6D-F03EEE7F212C}"/>
                    </a:ext>
                  </a:extLst>
                </p14:cNvPr>
                <p14:cNvContentPartPr/>
                <p14:nvPr/>
              </p14:nvContentPartPr>
              <p14:xfrm>
                <a:off x="8523424" y="3195656"/>
                <a:ext cx="217800" cy="16812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1F7FF534-71C1-4F1B-9A6D-F03EEE7F212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505424" y="3177656"/>
                  <a:ext cx="253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A3463943-053C-4D70-B067-BD5A60733EFF}"/>
                    </a:ext>
                  </a:extLst>
                </p14:cNvPr>
                <p14:cNvContentPartPr/>
                <p14:nvPr/>
              </p14:nvContentPartPr>
              <p14:xfrm>
                <a:off x="8810344" y="2715056"/>
                <a:ext cx="131040" cy="74232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A3463943-053C-4D70-B067-BD5A60733EF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792704" y="2697416"/>
                  <a:ext cx="166680" cy="77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BCA012FA-4EFF-45A8-A8C2-466631537C90}"/>
              </a:ext>
            </a:extLst>
          </p:cNvPr>
          <p:cNvGrpSpPr/>
          <p:nvPr/>
        </p:nvGrpSpPr>
        <p:grpSpPr>
          <a:xfrm>
            <a:off x="10328464" y="1094696"/>
            <a:ext cx="1276920" cy="546840"/>
            <a:chOff x="10328464" y="1094696"/>
            <a:chExt cx="127692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5A081CA-60B1-4D9C-874B-2864381F21D1}"/>
                    </a:ext>
                  </a:extLst>
                </p14:cNvPr>
                <p14:cNvContentPartPr/>
                <p14:nvPr/>
              </p14:nvContentPartPr>
              <p14:xfrm>
                <a:off x="10928224" y="1151576"/>
                <a:ext cx="159120" cy="17208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5A081CA-60B1-4D9C-874B-2864381F21D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910224" y="1133576"/>
                  <a:ext cx="194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76D298C5-E1CD-498E-B5A6-6D8115190BBF}"/>
                    </a:ext>
                  </a:extLst>
                </p14:cNvPr>
                <p14:cNvContentPartPr/>
                <p14:nvPr/>
              </p14:nvContentPartPr>
              <p14:xfrm>
                <a:off x="10904464" y="1094696"/>
                <a:ext cx="212040" cy="24984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76D298C5-E1CD-498E-B5A6-6D8115190BB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886464" y="1076696"/>
                  <a:ext cx="247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9E36E1C-A27B-45B1-B7C5-1B19BE8514C7}"/>
                    </a:ext>
                  </a:extLst>
                </p14:cNvPr>
                <p14:cNvContentPartPr/>
                <p14:nvPr/>
              </p14:nvContentPartPr>
              <p14:xfrm>
                <a:off x="10630864" y="1123856"/>
                <a:ext cx="112320" cy="1267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9E36E1C-A27B-45B1-B7C5-1B19BE8514C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612864" y="1106216"/>
                  <a:ext cx="147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E5BEF539-F209-4D99-88BA-0CBC3E0EF538}"/>
                    </a:ext>
                  </a:extLst>
                </p14:cNvPr>
                <p14:cNvContentPartPr/>
                <p14:nvPr/>
              </p14:nvContentPartPr>
              <p14:xfrm>
                <a:off x="10578664" y="1299896"/>
                <a:ext cx="158760" cy="334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E5BEF539-F209-4D99-88BA-0CBC3E0EF53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560664" y="1281896"/>
                  <a:ext cx="194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452D86C-CEF1-471F-A813-15D33323E484}"/>
                    </a:ext>
                  </a:extLst>
                </p14:cNvPr>
                <p14:cNvContentPartPr/>
                <p14:nvPr/>
              </p14:nvContentPartPr>
              <p14:xfrm>
                <a:off x="10355104" y="1169216"/>
                <a:ext cx="131400" cy="14292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452D86C-CEF1-471F-A813-15D33323E48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337104" y="1151576"/>
                  <a:ext cx="167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97D6FCD-BADD-46B3-A602-485A2186CBE7}"/>
                    </a:ext>
                  </a:extLst>
                </p14:cNvPr>
                <p14:cNvContentPartPr/>
                <p14:nvPr/>
              </p14:nvContentPartPr>
              <p14:xfrm>
                <a:off x="11233144" y="1110176"/>
                <a:ext cx="182160" cy="15012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97D6FCD-BADD-46B3-A602-485A2186CBE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215144" y="1092536"/>
                  <a:ext cx="217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54484F1-F809-487F-A62F-9D2B07E96B8D}"/>
                    </a:ext>
                  </a:extLst>
                </p14:cNvPr>
                <p14:cNvContentPartPr/>
                <p14:nvPr/>
              </p14:nvContentPartPr>
              <p14:xfrm>
                <a:off x="11541304" y="1109096"/>
                <a:ext cx="5760" cy="1746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54484F1-F809-487F-A62F-9D2B07E96B8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523664" y="1091456"/>
                  <a:ext cx="41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A61C450-BE06-4704-99AC-D9E354C59339}"/>
                    </a:ext>
                  </a:extLst>
                </p14:cNvPr>
                <p14:cNvContentPartPr/>
                <p14:nvPr/>
              </p14:nvContentPartPr>
              <p14:xfrm>
                <a:off x="11495944" y="1274696"/>
                <a:ext cx="109440" cy="100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A61C450-BE06-4704-99AC-D9E354C5933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477944" y="1256696"/>
                  <a:ext cx="145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C4372F07-3A24-4C52-B477-FC4557AB7FA7}"/>
                    </a:ext>
                  </a:extLst>
                </p14:cNvPr>
                <p14:cNvContentPartPr/>
                <p14:nvPr/>
              </p14:nvContentPartPr>
              <p14:xfrm>
                <a:off x="10328464" y="1396736"/>
                <a:ext cx="1267560" cy="244800"/>
              </p14:xfrm>
            </p:contentPart>
          </mc:Choice>
          <mc:Fallback xmlns=""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C4372F07-3A24-4C52-B477-FC4557AB7FA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310464" y="1379096"/>
                  <a:ext cx="1303200" cy="28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48A473AA-199C-4AAC-AD12-99B2519C50B1}"/>
                  </a:ext>
                </a:extLst>
              </p14:cNvPr>
              <p14:cNvContentPartPr/>
              <p14:nvPr/>
            </p14:nvContentPartPr>
            <p14:xfrm>
              <a:off x="1267727" y="3289706"/>
              <a:ext cx="350280" cy="13032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48A473AA-199C-4AAC-AD12-99B2519C50B1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258727" y="3281066"/>
                <a:ext cx="367920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906F92B7-1818-4AD3-A2DF-2866A5EA31A9}"/>
                  </a:ext>
                </a:extLst>
              </p14:cNvPr>
              <p14:cNvContentPartPr/>
              <p14:nvPr/>
            </p14:nvContentPartPr>
            <p14:xfrm>
              <a:off x="1455647" y="4374746"/>
              <a:ext cx="212760" cy="37620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906F92B7-1818-4AD3-A2DF-2866A5EA31A9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446647" y="4366106"/>
                <a:ext cx="2304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251599BC-15EE-4558-A315-497822D8D2CE}"/>
                  </a:ext>
                </a:extLst>
              </p14:cNvPr>
              <p14:cNvContentPartPr/>
              <p14:nvPr/>
            </p14:nvContentPartPr>
            <p14:xfrm>
              <a:off x="1745447" y="4390946"/>
              <a:ext cx="164160" cy="2638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251599BC-15EE-4558-A315-497822D8D2CE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1736447" y="4382306"/>
                <a:ext cx="1818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CAF9B10E-63D4-4F5E-972A-5120FC491453}"/>
                  </a:ext>
                </a:extLst>
              </p14:cNvPr>
              <p14:cNvContentPartPr/>
              <p14:nvPr/>
            </p14:nvContentPartPr>
            <p14:xfrm>
              <a:off x="1968647" y="4442426"/>
              <a:ext cx="258840" cy="21024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CAF9B10E-63D4-4F5E-972A-5120FC491453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1960007" y="4433426"/>
                <a:ext cx="2764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76110CB3-D21B-49A8-909F-677A591F05CB}"/>
                  </a:ext>
                </a:extLst>
              </p14:cNvPr>
              <p14:cNvContentPartPr/>
              <p14:nvPr/>
            </p14:nvContentPartPr>
            <p14:xfrm>
              <a:off x="2253407" y="4432706"/>
              <a:ext cx="140040" cy="28728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76110CB3-D21B-49A8-909F-677A591F05CB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2244767" y="4424066"/>
                <a:ext cx="1576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7347F1AB-A966-4AB3-ADBD-12159C4B6F74}"/>
                  </a:ext>
                </a:extLst>
              </p14:cNvPr>
              <p14:cNvContentPartPr/>
              <p14:nvPr/>
            </p14:nvContentPartPr>
            <p14:xfrm>
              <a:off x="2442767" y="4541066"/>
              <a:ext cx="163800" cy="1659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7347F1AB-A966-4AB3-ADBD-12159C4B6F74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2434127" y="4532066"/>
                <a:ext cx="1814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0FF2E02D-63C4-4221-9744-496F0697E13E}"/>
                  </a:ext>
                </a:extLst>
              </p14:cNvPr>
              <p14:cNvContentPartPr/>
              <p14:nvPr/>
            </p14:nvContentPartPr>
            <p14:xfrm>
              <a:off x="2830127" y="4387706"/>
              <a:ext cx="87120" cy="3024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0FF2E02D-63C4-4221-9744-496F0697E13E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2821127" y="4379066"/>
                <a:ext cx="10476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upo 89">
            <a:extLst>
              <a:ext uri="{FF2B5EF4-FFF2-40B4-BE49-F238E27FC236}">
                <a16:creationId xmlns:a16="http://schemas.microsoft.com/office/drawing/2014/main" id="{FC3BCD0F-2DC7-4EF0-A72E-27B371DE6B4B}"/>
              </a:ext>
            </a:extLst>
          </p:cNvPr>
          <p:cNvGrpSpPr/>
          <p:nvPr/>
        </p:nvGrpSpPr>
        <p:grpSpPr>
          <a:xfrm>
            <a:off x="3442127" y="4101506"/>
            <a:ext cx="4861440" cy="2203920"/>
            <a:chOff x="3442127" y="4101506"/>
            <a:chExt cx="4861440" cy="22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5E341764-F5B6-4372-802A-2E59C19CBD18}"/>
                    </a:ext>
                  </a:extLst>
                </p14:cNvPr>
                <p14:cNvContentPartPr/>
                <p14:nvPr/>
              </p14:nvContentPartPr>
              <p14:xfrm>
                <a:off x="4418087" y="4101506"/>
                <a:ext cx="116280" cy="20480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5E341764-F5B6-4372-802A-2E59C19CBD1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409087" y="4092506"/>
                  <a:ext cx="133920" cy="20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3D261F1-2D8E-44B7-83AD-CAB37DDCF66E}"/>
                    </a:ext>
                  </a:extLst>
                </p14:cNvPr>
                <p14:cNvContentPartPr/>
                <p14:nvPr/>
              </p14:nvContentPartPr>
              <p14:xfrm>
                <a:off x="3442127" y="5672546"/>
                <a:ext cx="4861440" cy="2847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3D261F1-2D8E-44B7-83AD-CAB37DDCF66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433127" y="5663906"/>
                  <a:ext cx="4879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4CE42C0-14B3-4149-8506-BD8417E45CD3}"/>
                    </a:ext>
                  </a:extLst>
                </p14:cNvPr>
                <p14:cNvContentPartPr/>
                <p14:nvPr/>
              </p14:nvContentPartPr>
              <p14:xfrm>
                <a:off x="4468487" y="4501106"/>
                <a:ext cx="1331640" cy="129672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4CE42C0-14B3-4149-8506-BD8417E45CD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459847" y="4492466"/>
                  <a:ext cx="1349280" cy="13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0590E14-ADD2-40EE-865D-9D6E09C6750C}"/>
                    </a:ext>
                  </a:extLst>
                </p14:cNvPr>
                <p14:cNvContentPartPr/>
                <p14:nvPr/>
              </p14:nvContentPartPr>
              <p14:xfrm>
                <a:off x="5778527" y="4554746"/>
                <a:ext cx="1781640" cy="12171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0590E14-ADD2-40EE-865D-9D6E09C6750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769527" y="4546106"/>
                  <a:ext cx="1799280" cy="12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9D0170D4-EB37-4ABB-B031-A3A9CABF0B4E}"/>
                    </a:ext>
                  </a:extLst>
                </p14:cNvPr>
                <p14:cNvContentPartPr/>
                <p14:nvPr/>
              </p14:nvContentPartPr>
              <p14:xfrm>
                <a:off x="5690327" y="6126146"/>
                <a:ext cx="194400" cy="17928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9D0170D4-EB37-4ABB-B031-A3A9CABF0B4E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81327" y="6117506"/>
                  <a:ext cx="212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42C52931-C48A-4B90-A88D-0374E01CA25A}"/>
                    </a:ext>
                  </a:extLst>
                </p14:cNvPr>
                <p14:cNvContentPartPr/>
                <p14:nvPr/>
              </p14:nvContentPartPr>
              <p14:xfrm>
                <a:off x="7487447" y="4559066"/>
                <a:ext cx="9720" cy="2487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42C52931-C48A-4B90-A88D-0374E01CA25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478447" y="4550426"/>
                  <a:ext cx="27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4DE91B10-063F-4282-801D-9C796DAC52F3}"/>
                    </a:ext>
                  </a:extLst>
                </p14:cNvPr>
                <p14:cNvContentPartPr/>
                <p14:nvPr/>
              </p14:nvContentPartPr>
              <p14:xfrm>
                <a:off x="7489607" y="5037866"/>
                <a:ext cx="68400" cy="555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4DE91B10-063F-4282-801D-9C796DAC52F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480967" y="5029226"/>
                  <a:ext cx="8604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C0EAA1E7-6D4F-46FF-9DB8-C042EE688E8F}"/>
                    </a:ext>
                  </a:extLst>
                </p14:cNvPr>
                <p14:cNvContentPartPr/>
                <p14:nvPr/>
              </p14:nvContentPartPr>
              <p14:xfrm>
                <a:off x="7507967" y="5925986"/>
                <a:ext cx="248760" cy="2408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C0EAA1E7-6D4F-46FF-9DB8-C042EE688E8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499327" y="5917346"/>
                  <a:ext cx="2664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20E1732-F906-4540-9ED1-D50B3AA8C49B}"/>
                    </a:ext>
                  </a:extLst>
                </p14:cNvPr>
                <p14:cNvContentPartPr/>
                <p14:nvPr/>
              </p14:nvContentPartPr>
              <p14:xfrm>
                <a:off x="5174807" y="5704226"/>
                <a:ext cx="10080" cy="2563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20E1732-F906-4540-9ED1-D50B3AA8C49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165807" y="5695586"/>
                  <a:ext cx="27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B3BFC4C6-9EF7-47F3-8594-B55B0E4A4C6F}"/>
                    </a:ext>
                  </a:extLst>
                </p14:cNvPr>
                <p14:cNvContentPartPr/>
                <p14:nvPr/>
              </p14:nvContentPartPr>
              <p14:xfrm>
                <a:off x="5028287" y="6113186"/>
                <a:ext cx="156240" cy="1303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B3BFC4C6-9EF7-47F3-8594-B55B0E4A4C6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019287" y="6104546"/>
                  <a:ext cx="1738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AD6DA7F-B35F-42FB-8558-E977075F428F}"/>
                    </a:ext>
                  </a:extLst>
                </p14:cNvPr>
                <p14:cNvContentPartPr/>
                <p14:nvPr/>
              </p14:nvContentPartPr>
              <p14:xfrm>
                <a:off x="4969967" y="6053426"/>
                <a:ext cx="224280" cy="2350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AD6DA7F-B35F-42FB-8558-E977075F428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960967" y="6044786"/>
                  <a:ext cx="241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A6466ED8-ED5C-4744-9074-28F9A0E9867E}"/>
                    </a:ext>
                  </a:extLst>
                </p14:cNvPr>
                <p14:cNvContentPartPr/>
                <p14:nvPr/>
              </p14:nvContentPartPr>
              <p14:xfrm>
                <a:off x="5175887" y="5097986"/>
                <a:ext cx="51480" cy="5821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A6466ED8-ED5C-4744-9074-28F9A0E9867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166887" y="5088986"/>
                  <a:ext cx="691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7055ABAF-848E-4992-9931-9E32336F0B89}"/>
                    </a:ext>
                  </a:extLst>
                </p14:cNvPr>
                <p14:cNvContentPartPr/>
                <p14:nvPr/>
              </p14:nvContentPartPr>
              <p14:xfrm>
                <a:off x="4485047" y="4816106"/>
                <a:ext cx="285120" cy="247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7055ABAF-848E-4992-9931-9E32336F0B8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476407" y="4807466"/>
                  <a:ext cx="302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F7C2F1A-C2E0-4FC2-8891-323F07CE0B60}"/>
                    </a:ext>
                  </a:extLst>
                </p14:cNvPr>
                <p14:cNvContentPartPr/>
                <p14:nvPr/>
              </p14:nvContentPartPr>
              <p14:xfrm>
                <a:off x="4451927" y="4891346"/>
                <a:ext cx="320760" cy="2854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F7C2F1A-C2E0-4FC2-8891-323F07CE0B6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442927" y="4882346"/>
                  <a:ext cx="3384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FDE25EB-92D6-4BBA-A79D-2A046E29EA4E}"/>
                    </a:ext>
                  </a:extLst>
                </p14:cNvPr>
                <p14:cNvContentPartPr/>
                <p14:nvPr/>
              </p14:nvContentPartPr>
              <p14:xfrm>
                <a:off x="4503047" y="4960826"/>
                <a:ext cx="387360" cy="3175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FDE25EB-92D6-4BBA-A79D-2A046E29EA4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494047" y="4952186"/>
                  <a:ext cx="4050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AF354D0-A003-46D7-BA35-60CE763C7EB7}"/>
                    </a:ext>
                  </a:extLst>
                </p14:cNvPr>
                <p14:cNvContentPartPr/>
                <p14:nvPr/>
              </p14:nvContentPartPr>
              <p14:xfrm>
                <a:off x="4512767" y="5030306"/>
                <a:ext cx="558720" cy="5360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AF354D0-A003-46D7-BA35-60CE763C7EB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503767" y="5021666"/>
                  <a:ext cx="57636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CC882C1A-2D1C-4E58-80E6-B1C39C5E55E4}"/>
                    </a:ext>
                  </a:extLst>
                </p14:cNvPr>
                <p14:cNvContentPartPr/>
                <p14:nvPr/>
              </p14:nvContentPartPr>
              <p14:xfrm>
                <a:off x="4681607" y="5324066"/>
                <a:ext cx="376560" cy="3344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CC882C1A-2D1C-4E58-80E6-B1C39C5E55E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672967" y="5315066"/>
                  <a:ext cx="394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0507CE8-E359-45DD-8267-A647EA6754F8}"/>
                    </a:ext>
                  </a:extLst>
                </p14:cNvPr>
                <p14:cNvContentPartPr/>
                <p14:nvPr/>
              </p14:nvContentPartPr>
              <p14:xfrm>
                <a:off x="4769807" y="5472746"/>
                <a:ext cx="294480" cy="3294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0507CE8-E359-45DD-8267-A647EA6754F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760807" y="5464106"/>
                  <a:ext cx="312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EEA9CB7-97DE-4527-9E57-A649B97AEF05}"/>
                    </a:ext>
                  </a:extLst>
                </p14:cNvPr>
                <p14:cNvContentPartPr/>
                <p14:nvPr/>
              </p14:nvContentPartPr>
              <p14:xfrm>
                <a:off x="4789967" y="5663546"/>
                <a:ext cx="355320" cy="2361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EEA9CB7-97DE-4527-9E57-A649B97AEF0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781327" y="5654906"/>
                  <a:ext cx="372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E6B268CE-2607-4CA1-92B3-7C5E635A01D2}"/>
                    </a:ext>
                  </a:extLst>
                </p14:cNvPr>
                <p14:cNvContentPartPr/>
                <p14:nvPr/>
              </p14:nvContentPartPr>
              <p14:xfrm>
                <a:off x="4465967" y="5414066"/>
                <a:ext cx="572040" cy="4266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E6B268CE-2607-4CA1-92B3-7C5E635A01D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457327" y="5405066"/>
                  <a:ext cx="5896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C4B4DE5F-250D-4FCE-84FC-E3FAA3993FEE}"/>
                    </a:ext>
                  </a:extLst>
                </p14:cNvPr>
                <p14:cNvContentPartPr/>
                <p14:nvPr/>
              </p14:nvContentPartPr>
              <p14:xfrm>
                <a:off x="4720847" y="5194466"/>
                <a:ext cx="410040" cy="4986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C4B4DE5F-250D-4FCE-84FC-E3FAA3993FE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712207" y="5185466"/>
                  <a:ext cx="4276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F1163CD1-0816-43A7-81CE-56002D7EF8B0}"/>
                    </a:ext>
                  </a:extLst>
                </p14:cNvPr>
                <p14:cNvContentPartPr/>
                <p14:nvPr/>
              </p14:nvContentPartPr>
              <p14:xfrm>
                <a:off x="5112887" y="5628266"/>
                <a:ext cx="12240" cy="2221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F1163CD1-0816-43A7-81CE-56002D7EF8B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103887" y="5619266"/>
                  <a:ext cx="29880" cy="23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940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5B9931F0-CD08-4AD7-AA81-992EDB18FBE7}"/>
              </a:ext>
            </a:extLst>
          </p:cNvPr>
          <p:cNvGrpSpPr/>
          <p:nvPr/>
        </p:nvGrpSpPr>
        <p:grpSpPr>
          <a:xfrm>
            <a:off x="823847" y="481346"/>
            <a:ext cx="876600" cy="319320"/>
            <a:chOff x="823847" y="481346"/>
            <a:chExt cx="87660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36F8E795-8303-48FC-B307-756F8EB0B050}"/>
                    </a:ext>
                  </a:extLst>
                </p14:cNvPr>
                <p14:cNvContentPartPr/>
                <p14:nvPr/>
              </p14:nvContentPartPr>
              <p14:xfrm>
                <a:off x="823847" y="481346"/>
                <a:ext cx="227160" cy="29844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36F8E795-8303-48FC-B307-756F8EB0B05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5847" y="463706"/>
                  <a:ext cx="262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B7AF1245-D894-4EE5-8203-10E60AEAB3DA}"/>
                    </a:ext>
                  </a:extLst>
                </p14:cNvPr>
                <p14:cNvContentPartPr/>
                <p14:nvPr/>
              </p14:nvContentPartPr>
              <p14:xfrm>
                <a:off x="1073687" y="528146"/>
                <a:ext cx="303480" cy="2062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B7AF1245-D894-4EE5-8203-10E60AEAB3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047" y="510146"/>
                  <a:ext cx="339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29BA93C-ECDC-4D9C-A060-FDB3CFBC5623}"/>
                    </a:ext>
                  </a:extLst>
                </p14:cNvPr>
                <p14:cNvContentPartPr/>
                <p14:nvPr/>
              </p14:nvContentPartPr>
              <p14:xfrm>
                <a:off x="1324607" y="524906"/>
                <a:ext cx="151920" cy="2757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29BA93C-ECDC-4D9C-A060-FDB3CFBC56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6967" y="506906"/>
                  <a:ext cx="187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4476752-EC05-40D0-8654-D46386CB3CE4}"/>
                    </a:ext>
                  </a:extLst>
                </p14:cNvPr>
                <p14:cNvContentPartPr/>
                <p14:nvPr/>
              </p14:nvContentPartPr>
              <p14:xfrm>
                <a:off x="1523327" y="493946"/>
                <a:ext cx="177120" cy="2383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4476752-EC05-40D0-8654-D46386CB3C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5687" y="475946"/>
                  <a:ext cx="21276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90D73FA-C2F1-4B1C-8427-2EB16AAD29DD}"/>
                  </a:ext>
                </a:extLst>
              </p14:cNvPr>
              <p14:cNvContentPartPr/>
              <p14:nvPr/>
            </p14:nvContentPartPr>
            <p14:xfrm>
              <a:off x="2148647" y="321866"/>
              <a:ext cx="307800" cy="386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90D73FA-C2F1-4B1C-8427-2EB16AAD29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30647" y="304226"/>
                <a:ext cx="343440" cy="42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57F29C48-321D-4F76-A44A-F15728F8FE72}"/>
              </a:ext>
            </a:extLst>
          </p:cNvPr>
          <p:cNvGrpSpPr/>
          <p:nvPr/>
        </p:nvGrpSpPr>
        <p:grpSpPr>
          <a:xfrm>
            <a:off x="605327" y="1300346"/>
            <a:ext cx="5952240" cy="2794680"/>
            <a:chOff x="605327" y="1300346"/>
            <a:chExt cx="5952240" cy="27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A4B1598B-07F6-4A28-9E22-6BE11BE344C0}"/>
                    </a:ext>
                  </a:extLst>
                </p14:cNvPr>
                <p14:cNvContentPartPr/>
                <p14:nvPr/>
              </p14:nvContentPartPr>
              <p14:xfrm>
                <a:off x="1297967" y="1401146"/>
                <a:ext cx="181800" cy="26938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A4B1598B-07F6-4A28-9E22-6BE11BE344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0327" y="1383506"/>
                  <a:ext cx="217440" cy="27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D77680C-7B5E-4419-8F29-64C0B5FC1FD7}"/>
                    </a:ext>
                  </a:extLst>
                </p14:cNvPr>
                <p14:cNvContentPartPr/>
                <p14:nvPr/>
              </p14:nvContentPartPr>
              <p14:xfrm>
                <a:off x="605327" y="3029426"/>
                <a:ext cx="5952240" cy="4932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D77680C-7B5E-4419-8F29-64C0B5FC1F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7327" y="3011426"/>
                  <a:ext cx="59878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350982C-4033-4BD6-96BF-41779112E9FA}"/>
                    </a:ext>
                  </a:extLst>
                </p14:cNvPr>
                <p14:cNvContentPartPr/>
                <p14:nvPr/>
              </p14:nvContentPartPr>
              <p14:xfrm>
                <a:off x="1391207" y="1958066"/>
                <a:ext cx="1565280" cy="12362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350982C-4033-4BD6-96BF-41779112E9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73567" y="1940426"/>
                  <a:ext cx="1600920" cy="12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8F7AF45-CA42-45B7-8857-459B88A3E4FC}"/>
                    </a:ext>
                  </a:extLst>
                </p14:cNvPr>
                <p14:cNvContentPartPr/>
                <p14:nvPr/>
              </p14:nvContentPartPr>
              <p14:xfrm>
                <a:off x="2929847" y="1332746"/>
                <a:ext cx="1002960" cy="17269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8F7AF45-CA42-45B7-8857-459B88A3E4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12207" y="1315106"/>
                  <a:ext cx="1038600" cy="17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08E23DD-18CF-44A1-BA48-0E20383064B0}"/>
                    </a:ext>
                  </a:extLst>
                </p14:cNvPr>
                <p14:cNvContentPartPr/>
                <p14:nvPr/>
              </p14:nvContentPartPr>
              <p14:xfrm>
                <a:off x="3974207" y="1300346"/>
                <a:ext cx="233280" cy="16898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08E23DD-18CF-44A1-BA48-0E20383064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56567" y="1282706"/>
                  <a:ext cx="268920" cy="17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0296ACC-C043-4CB2-8585-2AE206D5DDBC}"/>
                    </a:ext>
                  </a:extLst>
                </p14:cNvPr>
                <p14:cNvContentPartPr/>
                <p14:nvPr/>
              </p14:nvContentPartPr>
              <p14:xfrm>
                <a:off x="4281647" y="3300866"/>
                <a:ext cx="244440" cy="181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0296ACC-C043-4CB2-8585-2AE206D5DD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63647" y="3283226"/>
                  <a:ext cx="2800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DA68478-C4FE-4F73-9E51-692523BD3D1E}"/>
              </a:ext>
            </a:extLst>
          </p:cNvPr>
          <p:cNvGrpSpPr/>
          <p:nvPr/>
        </p:nvGrpSpPr>
        <p:grpSpPr>
          <a:xfrm>
            <a:off x="3651647" y="1752866"/>
            <a:ext cx="292320" cy="1943280"/>
            <a:chOff x="3651647" y="1752866"/>
            <a:chExt cx="292320" cy="19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3F314FD0-5BC4-42CA-BD0D-F086A84B077D}"/>
                    </a:ext>
                  </a:extLst>
                </p14:cNvPr>
                <p14:cNvContentPartPr/>
                <p14:nvPr/>
              </p14:nvContentPartPr>
              <p14:xfrm>
                <a:off x="3651647" y="1752866"/>
                <a:ext cx="144360" cy="1505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3F314FD0-5BC4-42CA-BD0D-F086A84B07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42647" y="1744226"/>
                  <a:ext cx="162000" cy="15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C691DA4C-5726-41FF-B509-4D0D60C3921D}"/>
                    </a:ext>
                  </a:extLst>
                </p14:cNvPr>
                <p14:cNvContentPartPr/>
                <p14:nvPr/>
              </p14:nvContentPartPr>
              <p14:xfrm>
                <a:off x="3726887" y="3430466"/>
                <a:ext cx="217080" cy="2253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C691DA4C-5726-41FF-B509-4D0D60C392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17887" y="3421826"/>
                  <a:ext cx="234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A9DDEE1-ED0D-49C9-A071-77965ABC2169}"/>
                    </a:ext>
                  </a:extLst>
                </p14:cNvPr>
                <p14:cNvContentPartPr/>
                <p14:nvPr/>
              </p14:nvContentPartPr>
              <p14:xfrm>
                <a:off x="3693407" y="3372146"/>
                <a:ext cx="168120" cy="3240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A9DDEE1-ED0D-49C9-A071-77965ABC21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84407" y="3363506"/>
                  <a:ext cx="18576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30CA6B9-9DE6-47F4-8B80-4904183541F0}"/>
              </a:ext>
            </a:extLst>
          </p:cNvPr>
          <p:cNvGrpSpPr/>
          <p:nvPr/>
        </p:nvGrpSpPr>
        <p:grpSpPr>
          <a:xfrm>
            <a:off x="1423247" y="2270906"/>
            <a:ext cx="1348560" cy="1041840"/>
            <a:chOff x="1423247" y="2270906"/>
            <a:chExt cx="1348560" cy="10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5404FC00-B816-486B-A5F2-D7C0008F9BAB}"/>
                    </a:ext>
                  </a:extLst>
                </p14:cNvPr>
                <p14:cNvContentPartPr/>
                <p14:nvPr/>
              </p14:nvContentPartPr>
              <p14:xfrm>
                <a:off x="1459247" y="2270906"/>
                <a:ext cx="212400" cy="1933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5404FC00-B816-486B-A5F2-D7C0008F9B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50247" y="2262266"/>
                  <a:ext cx="230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13C4BC42-68E4-44E6-94F0-EEA98F735D3A}"/>
                    </a:ext>
                  </a:extLst>
                </p14:cNvPr>
                <p14:cNvContentPartPr/>
                <p14:nvPr/>
              </p14:nvContentPartPr>
              <p14:xfrm>
                <a:off x="1479407" y="2306186"/>
                <a:ext cx="243360" cy="2476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13C4BC42-68E4-44E6-94F0-EEA98F735D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70407" y="2297546"/>
                  <a:ext cx="261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8CBD5D0-27DA-4652-82CB-44A279FE505F}"/>
                    </a:ext>
                  </a:extLst>
                </p14:cNvPr>
                <p14:cNvContentPartPr/>
                <p14:nvPr/>
              </p14:nvContentPartPr>
              <p14:xfrm>
                <a:off x="1492367" y="2432906"/>
                <a:ext cx="289800" cy="2340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8CBD5D0-27DA-4652-82CB-44A279FE50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83727" y="2423906"/>
                  <a:ext cx="307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6A64C9D-6AA0-4001-BE3D-22C4E99B40F4}"/>
                    </a:ext>
                  </a:extLst>
                </p14:cNvPr>
                <p14:cNvContentPartPr/>
                <p14:nvPr/>
              </p14:nvContentPartPr>
              <p14:xfrm>
                <a:off x="1423247" y="2448746"/>
                <a:ext cx="717480" cy="5583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6A64C9D-6AA0-4001-BE3D-22C4E99B40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14247" y="2440106"/>
                  <a:ext cx="7351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BA17BE2-13FB-4DB3-84B0-301495B25905}"/>
                    </a:ext>
                  </a:extLst>
                </p14:cNvPr>
                <p14:cNvContentPartPr/>
                <p14:nvPr/>
              </p14:nvContentPartPr>
              <p14:xfrm>
                <a:off x="1630607" y="2750786"/>
                <a:ext cx="437400" cy="3463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BA17BE2-13FB-4DB3-84B0-301495B259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21967" y="2742146"/>
                  <a:ext cx="455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BE6705E-1F7F-40A8-99D1-8239BAC75977}"/>
                    </a:ext>
                  </a:extLst>
                </p14:cNvPr>
                <p14:cNvContentPartPr/>
                <p14:nvPr/>
              </p14:nvContentPartPr>
              <p14:xfrm>
                <a:off x="1543847" y="2817386"/>
                <a:ext cx="825480" cy="495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BE6705E-1F7F-40A8-99D1-8239BAC759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34847" y="2808386"/>
                  <a:ext cx="8431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CD69A79C-3BFD-4738-97DC-76DEC60D7F47}"/>
                    </a:ext>
                  </a:extLst>
                </p14:cNvPr>
                <p14:cNvContentPartPr/>
                <p14:nvPr/>
              </p14:nvContentPartPr>
              <p14:xfrm>
                <a:off x="1990247" y="2901986"/>
                <a:ext cx="564840" cy="315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CD69A79C-3BFD-4738-97DC-76DEC60D7F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81607" y="2892986"/>
                  <a:ext cx="5824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9F180DE-4851-44B8-9C8B-FC5CA9A29ECD}"/>
                    </a:ext>
                  </a:extLst>
                </p14:cNvPr>
                <p14:cNvContentPartPr/>
                <p14:nvPr/>
              </p14:nvContentPartPr>
              <p14:xfrm>
                <a:off x="2205887" y="2990906"/>
                <a:ext cx="471960" cy="2487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9F180DE-4851-44B8-9C8B-FC5CA9A29E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96887" y="2981906"/>
                  <a:ext cx="489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16B6E0ED-5A3B-41FC-AC5F-D2EEC5DBBDF5}"/>
                    </a:ext>
                  </a:extLst>
                </p14:cNvPr>
                <p14:cNvContentPartPr/>
                <p14:nvPr/>
              </p14:nvContentPartPr>
              <p14:xfrm>
                <a:off x="2638247" y="3163346"/>
                <a:ext cx="133560" cy="154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16B6E0ED-5A3B-41FC-AC5F-D2EEC5DBBD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29247" y="3154346"/>
                  <a:ext cx="1512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EB8A74E1-6B87-4CCD-9361-89AA2C302C75}"/>
              </a:ext>
            </a:extLst>
          </p:cNvPr>
          <p:cNvGrpSpPr/>
          <p:nvPr/>
        </p:nvGrpSpPr>
        <p:grpSpPr>
          <a:xfrm>
            <a:off x="2992487" y="2039786"/>
            <a:ext cx="768240" cy="1197720"/>
            <a:chOff x="2992487" y="2039786"/>
            <a:chExt cx="768240" cy="11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6865B40-E85B-430A-956C-A730725CF8ED}"/>
                    </a:ext>
                  </a:extLst>
                </p14:cNvPr>
                <p14:cNvContentPartPr/>
                <p14:nvPr/>
              </p14:nvContentPartPr>
              <p14:xfrm>
                <a:off x="3346727" y="2039786"/>
                <a:ext cx="250560" cy="2167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6865B40-E85B-430A-956C-A730725CF8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37727" y="2030786"/>
                  <a:ext cx="268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24880E7-950B-4079-97EB-B02A74E3FB55}"/>
                    </a:ext>
                  </a:extLst>
                </p14:cNvPr>
                <p14:cNvContentPartPr/>
                <p14:nvPr/>
              </p14:nvContentPartPr>
              <p14:xfrm>
                <a:off x="3295607" y="2223746"/>
                <a:ext cx="200520" cy="1922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24880E7-950B-4079-97EB-B02A74E3FB5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86607" y="2215106"/>
                  <a:ext cx="218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8E3B669-BF1D-496D-9860-EB6A4BADCF41}"/>
                    </a:ext>
                  </a:extLst>
                </p14:cNvPr>
                <p14:cNvContentPartPr/>
                <p14:nvPr/>
              </p14:nvContentPartPr>
              <p14:xfrm>
                <a:off x="3256007" y="2323466"/>
                <a:ext cx="489960" cy="3420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8E3B669-BF1D-496D-9860-EB6A4BADCF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47367" y="2314826"/>
                  <a:ext cx="5076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1D5E67B-17F4-4814-B722-02AFC4864860}"/>
                    </a:ext>
                  </a:extLst>
                </p14:cNvPr>
                <p14:cNvContentPartPr/>
                <p14:nvPr/>
              </p14:nvContentPartPr>
              <p14:xfrm>
                <a:off x="3065567" y="2531186"/>
                <a:ext cx="443520" cy="3240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1D5E67B-17F4-4814-B722-02AFC48648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56927" y="2522546"/>
                  <a:ext cx="461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70F91F37-9F2F-4F32-8655-79352C943CF2}"/>
                    </a:ext>
                  </a:extLst>
                </p14:cNvPr>
                <p14:cNvContentPartPr/>
                <p14:nvPr/>
              </p14:nvContentPartPr>
              <p14:xfrm>
                <a:off x="2992487" y="2604266"/>
                <a:ext cx="654480" cy="4075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70F91F37-9F2F-4F32-8655-79352C943C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83847" y="2595266"/>
                  <a:ext cx="6721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02EA067E-246D-4088-A3D3-E2DA0091850B}"/>
                    </a:ext>
                  </a:extLst>
                </p14:cNvPr>
                <p14:cNvContentPartPr/>
                <p14:nvPr/>
              </p14:nvContentPartPr>
              <p14:xfrm>
                <a:off x="3078887" y="2836466"/>
                <a:ext cx="681840" cy="4010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02EA067E-246D-4088-A3D3-E2DA009185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69887" y="2827826"/>
                  <a:ext cx="69948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1CCDEDCB-F5F0-49FC-ACA2-E74DA7C7F2C2}"/>
              </a:ext>
            </a:extLst>
          </p:cNvPr>
          <p:cNvGrpSpPr/>
          <p:nvPr/>
        </p:nvGrpSpPr>
        <p:grpSpPr>
          <a:xfrm>
            <a:off x="5677727" y="53666"/>
            <a:ext cx="2407680" cy="1650240"/>
            <a:chOff x="5677727" y="53666"/>
            <a:chExt cx="2407680" cy="165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7AC4228-B37B-4469-82C1-8D1741B6A541}"/>
                    </a:ext>
                  </a:extLst>
                </p14:cNvPr>
                <p14:cNvContentPartPr/>
                <p14:nvPr/>
              </p14:nvContentPartPr>
              <p14:xfrm>
                <a:off x="5680607" y="438866"/>
                <a:ext cx="178200" cy="8989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7AC4228-B37B-4469-82C1-8D1741B6A5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62607" y="421226"/>
                  <a:ext cx="21384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E0B67C9-AB18-4D06-8F1B-D55F93B13E79}"/>
                    </a:ext>
                  </a:extLst>
                </p14:cNvPr>
                <p14:cNvContentPartPr/>
                <p14:nvPr/>
              </p14:nvContentPartPr>
              <p14:xfrm>
                <a:off x="5677727" y="1509506"/>
                <a:ext cx="216720" cy="1944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E0B67C9-AB18-4D06-8F1B-D55F93B13E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9727" y="1491506"/>
                  <a:ext cx="25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2053B49-9BD6-4832-8A01-6EAA9869F9CF}"/>
                    </a:ext>
                  </a:extLst>
                </p14:cNvPr>
                <p14:cNvContentPartPr/>
                <p14:nvPr/>
              </p14:nvContentPartPr>
              <p14:xfrm>
                <a:off x="5723807" y="107306"/>
                <a:ext cx="250200" cy="2034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2053B49-9BD6-4832-8A01-6EAA9869F9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06167" y="89666"/>
                  <a:ext cx="285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9F85492-01FE-424D-BAFC-965732E3037A}"/>
                    </a:ext>
                  </a:extLst>
                </p14:cNvPr>
                <p14:cNvContentPartPr/>
                <p14:nvPr/>
              </p14:nvContentPartPr>
              <p14:xfrm>
                <a:off x="6092807" y="749906"/>
                <a:ext cx="16920" cy="475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9F85492-01FE-424D-BAFC-965732E3037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75167" y="731906"/>
                  <a:ext cx="52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385F99C-73D6-4574-9A61-E1BA64DB46A9}"/>
                    </a:ext>
                  </a:extLst>
                </p14:cNvPr>
                <p14:cNvContentPartPr/>
                <p14:nvPr/>
              </p14:nvContentPartPr>
              <p14:xfrm>
                <a:off x="6129167" y="572786"/>
                <a:ext cx="108720" cy="3844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385F99C-73D6-4574-9A61-E1BA64DB46A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11167" y="554786"/>
                  <a:ext cx="1443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9ECF4567-D8DF-4574-9334-2612527E2EB7}"/>
                    </a:ext>
                  </a:extLst>
                </p14:cNvPr>
                <p14:cNvContentPartPr/>
                <p14:nvPr/>
              </p14:nvContentPartPr>
              <p14:xfrm>
                <a:off x="6129887" y="818306"/>
                <a:ext cx="120600" cy="388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9ECF4567-D8DF-4574-9334-2612527E2E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11887" y="800666"/>
                  <a:ext cx="156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7E336DF3-85DE-4A93-B204-21E52B2D8E39}"/>
                    </a:ext>
                  </a:extLst>
                </p14:cNvPr>
                <p14:cNvContentPartPr/>
                <p14:nvPr/>
              </p14:nvContentPartPr>
              <p14:xfrm>
                <a:off x="6385847" y="677186"/>
                <a:ext cx="126720" cy="2563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7E336DF3-85DE-4A93-B204-21E52B2D8E3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7847" y="659186"/>
                  <a:ext cx="162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481D560-8FB8-4863-98F4-51208A70A8C9}"/>
                    </a:ext>
                  </a:extLst>
                </p14:cNvPr>
                <p14:cNvContentPartPr/>
                <p14:nvPr/>
              </p14:nvContentPartPr>
              <p14:xfrm>
                <a:off x="6527687" y="668546"/>
                <a:ext cx="161280" cy="2433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481D560-8FB8-4863-98F4-51208A70A8C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09687" y="650546"/>
                  <a:ext cx="196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8EE869D4-E267-4288-95C1-BE045AF04122}"/>
                    </a:ext>
                  </a:extLst>
                </p14:cNvPr>
                <p14:cNvContentPartPr/>
                <p14:nvPr/>
              </p14:nvContentPartPr>
              <p14:xfrm>
                <a:off x="6719207" y="570986"/>
                <a:ext cx="88200" cy="3164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8EE869D4-E267-4288-95C1-BE045AF041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01567" y="552986"/>
                  <a:ext cx="1238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60F5B90A-1303-43B8-9379-0A577E036A90}"/>
                    </a:ext>
                  </a:extLst>
                </p14:cNvPr>
                <p14:cNvContentPartPr/>
                <p14:nvPr/>
              </p14:nvContentPartPr>
              <p14:xfrm>
                <a:off x="6874727" y="478466"/>
                <a:ext cx="234360" cy="4078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60F5B90A-1303-43B8-9379-0A577E036A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56727" y="460826"/>
                  <a:ext cx="2700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69B351A3-2D13-4EC0-BAC7-505B211603D4}"/>
                    </a:ext>
                  </a:extLst>
                </p14:cNvPr>
                <p14:cNvContentPartPr/>
                <p14:nvPr/>
              </p14:nvContentPartPr>
              <p14:xfrm>
                <a:off x="7172087" y="544346"/>
                <a:ext cx="108360" cy="3409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69B351A3-2D13-4EC0-BAC7-505B211603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54087" y="526346"/>
                  <a:ext cx="144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D6F577A-70B0-4B7E-9924-33D933A0BDEB}"/>
                    </a:ext>
                  </a:extLst>
                </p14:cNvPr>
                <p14:cNvContentPartPr/>
                <p14:nvPr/>
              </p14:nvContentPartPr>
              <p14:xfrm>
                <a:off x="7152647" y="469106"/>
                <a:ext cx="483840" cy="3261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D6F577A-70B0-4B7E-9924-33D933A0BD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35007" y="451466"/>
                  <a:ext cx="519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598322B-079F-432C-86B8-FFFCCDAAB2B1}"/>
                    </a:ext>
                  </a:extLst>
                </p14:cNvPr>
                <p14:cNvContentPartPr/>
                <p14:nvPr/>
              </p14:nvContentPartPr>
              <p14:xfrm>
                <a:off x="7510127" y="685466"/>
                <a:ext cx="95760" cy="122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598322B-079F-432C-86B8-FFFCCDAAB2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92127" y="667826"/>
                  <a:ext cx="131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672E243-DB46-48F5-A625-6CC2C20A7149}"/>
                    </a:ext>
                  </a:extLst>
                </p14:cNvPr>
                <p14:cNvContentPartPr/>
                <p14:nvPr/>
              </p14:nvContentPartPr>
              <p14:xfrm>
                <a:off x="7807847" y="1342106"/>
                <a:ext cx="88560" cy="1699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672E243-DB46-48F5-A625-6CC2C20A71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89847" y="1324106"/>
                  <a:ext cx="124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A382AA4-5191-4DAD-86E0-28862F43FBD1}"/>
                    </a:ext>
                  </a:extLst>
                </p14:cNvPr>
                <p14:cNvContentPartPr/>
                <p14:nvPr/>
              </p14:nvContentPartPr>
              <p14:xfrm>
                <a:off x="7837367" y="342746"/>
                <a:ext cx="138600" cy="8280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A382AA4-5191-4DAD-86E0-28862F43FB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19727" y="325106"/>
                  <a:ext cx="17424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158C133A-75C6-46BF-A699-633712811D21}"/>
                    </a:ext>
                  </a:extLst>
                </p14:cNvPr>
                <p14:cNvContentPartPr/>
                <p14:nvPr/>
              </p14:nvContentPartPr>
              <p14:xfrm>
                <a:off x="7886327" y="53666"/>
                <a:ext cx="130320" cy="1803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158C133A-75C6-46BF-A699-633712811D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68327" y="35666"/>
                  <a:ext cx="165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A57B8F7-9E7F-4C83-895C-9213546AFFE7}"/>
                    </a:ext>
                  </a:extLst>
                </p14:cNvPr>
                <p14:cNvContentPartPr/>
                <p14:nvPr/>
              </p14:nvContentPartPr>
              <p14:xfrm>
                <a:off x="7876607" y="96506"/>
                <a:ext cx="208800" cy="1267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A57B8F7-9E7F-4C83-895C-9213546AFF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58967" y="78506"/>
                  <a:ext cx="2444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76C98091-B757-4DFB-A51F-B5F625201DA8}"/>
              </a:ext>
            </a:extLst>
          </p:cNvPr>
          <p:cNvGrpSpPr/>
          <p:nvPr/>
        </p:nvGrpSpPr>
        <p:grpSpPr>
          <a:xfrm>
            <a:off x="8185127" y="431666"/>
            <a:ext cx="1405440" cy="462240"/>
            <a:chOff x="8185127" y="431666"/>
            <a:chExt cx="1405440" cy="46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CCBF5AA-525C-45FA-9CA8-10A922D976FA}"/>
                    </a:ext>
                  </a:extLst>
                </p14:cNvPr>
                <p14:cNvContentPartPr/>
                <p14:nvPr/>
              </p14:nvContentPartPr>
              <p14:xfrm>
                <a:off x="8260367" y="500426"/>
                <a:ext cx="107640" cy="39348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CCBF5AA-525C-45FA-9CA8-10A922D976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42367" y="482786"/>
                  <a:ext cx="1432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40E64BF0-2ECD-4AFC-9226-D01CC5926EFF}"/>
                    </a:ext>
                  </a:extLst>
                </p14:cNvPr>
                <p14:cNvContentPartPr/>
                <p14:nvPr/>
              </p14:nvContentPartPr>
              <p14:xfrm>
                <a:off x="8185127" y="765026"/>
                <a:ext cx="196920" cy="795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40E64BF0-2ECD-4AFC-9226-D01CC5926E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67487" y="747026"/>
                  <a:ext cx="232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0995063E-E13B-4461-A505-145FECE44C4B}"/>
                    </a:ext>
                  </a:extLst>
                </p14:cNvPr>
                <p14:cNvContentPartPr/>
                <p14:nvPr/>
              </p14:nvContentPartPr>
              <p14:xfrm>
                <a:off x="8482847" y="619226"/>
                <a:ext cx="89640" cy="2394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0995063E-E13B-4461-A505-145FECE44C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65207" y="601226"/>
                  <a:ext cx="1252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1C1E629E-7F70-4B34-A390-C6358662B877}"/>
                    </a:ext>
                  </a:extLst>
                </p14:cNvPr>
                <p14:cNvContentPartPr/>
                <p14:nvPr/>
              </p14:nvContentPartPr>
              <p14:xfrm>
                <a:off x="8639087" y="588266"/>
                <a:ext cx="159840" cy="2505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1C1E629E-7F70-4B34-A390-C6358662B87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21087" y="570266"/>
                  <a:ext cx="195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F55DC85-3472-4DA4-A05E-5CC8E8EE9FBA}"/>
                    </a:ext>
                  </a:extLst>
                </p14:cNvPr>
                <p14:cNvContentPartPr/>
                <p14:nvPr/>
              </p14:nvContentPartPr>
              <p14:xfrm>
                <a:off x="8831687" y="548306"/>
                <a:ext cx="69480" cy="2692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F55DC85-3472-4DA4-A05E-5CC8E8EE9FB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14047" y="530666"/>
                  <a:ext cx="105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03B80422-D397-4D23-8324-E19FC8815473}"/>
                    </a:ext>
                  </a:extLst>
                </p14:cNvPr>
                <p14:cNvContentPartPr/>
                <p14:nvPr/>
              </p14:nvContentPartPr>
              <p14:xfrm>
                <a:off x="9048767" y="431666"/>
                <a:ext cx="259920" cy="3441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03B80422-D397-4D23-8324-E19FC88154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31127" y="413666"/>
                  <a:ext cx="295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3995E8E-2C9C-45FE-AA13-471670CD9EAC}"/>
                    </a:ext>
                  </a:extLst>
                </p14:cNvPr>
                <p14:cNvContentPartPr/>
                <p14:nvPr/>
              </p14:nvContentPartPr>
              <p14:xfrm>
                <a:off x="9441527" y="513026"/>
                <a:ext cx="123120" cy="25632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3995E8E-2C9C-45FE-AA13-471670CD9E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23887" y="495386"/>
                  <a:ext cx="158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51CD982-77E7-41CE-BC7B-C56C8CA75DD8}"/>
                    </a:ext>
                  </a:extLst>
                </p14:cNvPr>
                <p14:cNvContentPartPr/>
                <p14:nvPr/>
              </p14:nvContentPartPr>
              <p14:xfrm>
                <a:off x="9411647" y="680066"/>
                <a:ext cx="178920" cy="154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51CD982-77E7-41CE-BC7B-C56C8CA75DD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94007" y="662426"/>
                  <a:ext cx="2145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3E118A33-EDF6-4852-AF08-F229BDAA10E8}"/>
              </a:ext>
            </a:extLst>
          </p:cNvPr>
          <p:cNvGrpSpPr/>
          <p:nvPr/>
        </p:nvGrpSpPr>
        <p:grpSpPr>
          <a:xfrm>
            <a:off x="6452447" y="2242106"/>
            <a:ext cx="334800" cy="119160"/>
            <a:chOff x="6452447" y="2242106"/>
            <a:chExt cx="33480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E800AAD9-1BC6-4AF5-91DA-26BA68D4DB2B}"/>
                    </a:ext>
                  </a:extLst>
                </p14:cNvPr>
                <p14:cNvContentPartPr/>
                <p14:nvPr/>
              </p14:nvContentPartPr>
              <p14:xfrm>
                <a:off x="6452447" y="2242106"/>
                <a:ext cx="208800" cy="46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E800AAD9-1BC6-4AF5-91DA-26BA68D4DB2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34807" y="2224106"/>
                  <a:ext cx="244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FB7BC48-ED6D-459A-8D4C-521C8AC61071}"/>
                    </a:ext>
                  </a:extLst>
                </p14:cNvPr>
                <p14:cNvContentPartPr/>
                <p14:nvPr/>
              </p14:nvContentPartPr>
              <p14:xfrm>
                <a:off x="6499967" y="2315906"/>
                <a:ext cx="287280" cy="453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FB7BC48-ED6D-459A-8D4C-521C8AC6107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82327" y="2298266"/>
                  <a:ext cx="3229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AFA4A1BA-942D-483F-B68D-BC2DFA2151EE}"/>
              </a:ext>
            </a:extLst>
          </p:cNvPr>
          <p:cNvGrpSpPr/>
          <p:nvPr/>
        </p:nvGrpSpPr>
        <p:grpSpPr>
          <a:xfrm>
            <a:off x="7090727" y="1625066"/>
            <a:ext cx="270720" cy="1404000"/>
            <a:chOff x="7090727" y="1625066"/>
            <a:chExt cx="270720" cy="14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2DDA281-9EC4-4956-9581-A89F132D1B7A}"/>
                    </a:ext>
                  </a:extLst>
                </p14:cNvPr>
                <p14:cNvContentPartPr/>
                <p14:nvPr/>
              </p14:nvContentPartPr>
              <p14:xfrm>
                <a:off x="7090727" y="1964546"/>
                <a:ext cx="182520" cy="7380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2DDA281-9EC4-4956-9581-A89F132D1B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72727" y="1946906"/>
                  <a:ext cx="21816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F38837D-0AA5-4EDA-837A-4671864F4CDC}"/>
                    </a:ext>
                  </a:extLst>
                </p14:cNvPr>
                <p14:cNvContentPartPr/>
                <p14:nvPr/>
              </p14:nvContentPartPr>
              <p14:xfrm>
                <a:off x="7109087" y="2809826"/>
                <a:ext cx="115560" cy="2192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F38837D-0AA5-4EDA-837A-4671864F4CD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91447" y="2791826"/>
                  <a:ext cx="151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60370432-713C-4570-A55F-AA2362B77733}"/>
                    </a:ext>
                  </a:extLst>
                </p14:cNvPr>
                <p14:cNvContentPartPr/>
                <p14:nvPr/>
              </p14:nvContentPartPr>
              <p14:xfrm>
                <a:off x="7141127" y="1625066"/>
                <a:ext cx="220320" cy="2070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60370432-713C-4570-A55F-AA2362B7773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23487" y="1607066"/>
                  <a:ext cx="25596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4883DD38-9263-4E2B-8190-4DA0F44A4242}"/>
              </a:ext>
            </a:extLst>
          </p:cNvPr>
          <p:cNvGrpSpPr/>
          <p:nvPr/>
        </p:nvGrpSpPr>
        <p:grpSpPr>
          <a:xfrm>
            <a:off x="7681487" y="1854026"/>
            <a:ext cx="1527120" cy="552960"/>
            <a:chOff x="7681487" y="1854026"/>
            <a:chExt cx="1527120" cy="55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4AEF5B00-0EC9-4B41-98B0-968C72EE372F}"/>
                    </a:ext>
                  </a:extLst>
                </p14:cNvPr>
                <p14:cNvContentPartPr/>
                <p14:nvPr/>
              </p14:nvContentPartPr>
              <p14:xfrm>
                <a:off x="7681487" y="2121146"/>
                <a:ext cx="102600" cy="285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4AEF5B00-0EC9-4B41-98B0-968C72EE37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63847" y="2103146"/>
                  <a:ext cx="1382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C901315-8B7C-48E1-9BD5-F7931442DC40}"/>
                    </a:ext>
                  </a:extLst>
                </p14:cNvPr>
                <p14:cNvContentPartPr/>
                <p14:nvPr/>
              </p14:nvContentPartPr>
              <p14:xfrm>
                <a:off x="7923047" y="2106026"/>
                <a:ext cx="47880" cy="2214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C901315-8B7C-48E1-9BD5-F7931442DC4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05407" y="2088026"/>
                  <a:ext cx="83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D6622C41-38BE-45A6-A500-D5DC18AB805B}"/>
                    </a:ext>
                  </a:extLst>
                </p14:cNvPr>
                <p14:cNvContentPartPr/>
                <p14:nvPr/>
              </p14:nvContentPartPr>
              <p14:xfrm>
                <a:off x="8063807" y="2155346"/>
                <a:ext cx="131400" cy="4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D6622C41-38BE-45A6-A500-D5DC18AB80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45807" y="2137346"/>
                  <a:ext cx="16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C9204D59-408C-48B6-95AA-506E753DC771}"/>
                    </a:ext>
                  </a:extLst>
                </p14:cNvPr>
                <p14:cNvContentPartPr/>
                <p14:nvPr/>
              </p14:nvContentPartPr>
              <p14:xfrm>
                <a:off x="8311487" y="1973186"/>
                <a:ext cx="163440" cy="2840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C9204D59-408C-48B6-95AA-506E753DC77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93487" y="1955546"/>
                  <a:ext cx="1990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D72E975-4AE3-46A0-B5BD-E62E644AF4D9}"/>
                    </a:ext>
                  </a:extLst>
                </p14:cNvPr>
                <p14:cNvContentPartPr/>
                <p14:nvPr/>
              </p14:nvContentPartPr>
              <p14:xfrm>
                <a:off x="8258927" y="2124386"/>
                <a:ext cx="238680" cy="626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D72E975-4AE3-46A0-B5BD-E62E644AF4D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41287" y="2106386"/>
                  <a:ext cx="274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3FFD1CE5-1393-4A32-9198-3922492ABEBF}"/>
                    </a:ext>
                  </a:extLst>
                </p14:cNvPr>
                <p14:cNvContentPartPr/>
                <p14:nvPr/>
              </p14:nvContentPartPr>
              <p14:xfrm>
                <a:off x="8571047" y="1933586"/>
                <a:ext cx="90720" cy="3186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3FFD1CE5-1393-4A32-9198-3922492ABE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53407" y="1915586"/>
                  <a:ext cx="1263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F2F73807-5672-4606-AD53-464F454D15E3}"/>
                    </a:ext>
                  </a:extLst>
                </p14:cNvPr>
                <p14:cNvContentPartPr/>
                <p14:nvPr/>
              </p14:nvContentPartPr>
              <p14:xfrm>
                <a:off x="8766887" y="1854026"/>
                <a:ext cx="196200" cy="32328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F2F73807-5672-4606-AD53-464F454D15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49247" y="1836386"/>
                  <a:ext cx="2318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E514B706-62FE-48E5-925A-4198DB82D81D}"/>
                    </a:ext>
                  </a:extLst>
                </p14:cNvPr>
                <p14:cNvContentPartPr/>
                <p14:nvPr/>
              </p14:nvContentPartPr>
              <p14:xfrm>
                <a:off x="9067127" y="1930346"/>
                <a:ext cx="141480" cy="2667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E514B706-62FE-48E5-925A-4198DB82D8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49127" y="1912346"/>
                  <a:ext cx="1771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501B769-1919-4B3F-B38B-25F4773031A4}"/>
                    </a:ext>
                  </a:extLst>
                </p14:cNvPr>
                <p14:cNvContentPartPr/>
                <p14:nvPr/>
              </p14:nvContentPartPr>
              <p14:xfrm>
                <a:off x="9058127" y="2084426"/>
                <a:ext cx="138600" cy="291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501B769-1919-4B3F-B38B-25F4773031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40127" y="2066786"/>
                  <a:ext cx="174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B57007D0-5B06-4F5B-BFE9-367BBA720107}"/>
                  </a:ext>
                </a:extLst>
              </p14:cNvPr>
              <p14:cNvContentPartPr/>
              <p14:nvPr/>
            </p14:nvContentPartPr>
            <p14:xfrm>
              <a:off x="9890447" y="2817386"/>
              <a:ext cx="80280" cy="9396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B57007D0-5B06-4F5B-BFE9-367BBA72010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872807" y="2799386"/>
                <a:ext cx="11592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o 104">
            <a:extLst>
              <a:ext uri="{FF2B5EF4-FFF2-40B4-BE49-F238E27FC236}">
                <a16:creationId xmlns:a16="http://schemas.microsoft.com/office/drawing/2014/main" id="{A190B278-A17F-4335-A37A-AD5E74D95DFC}"/>
              </a:ext>
            </a:extLst>
          </p:cNvPr>
          <p:cNvGrpSpPr/>
          <p:nvPr/>
        </p:nvGrpSpPr>
        <p:grpSpPr>
          <a:xfrm>
            <a:off x="9464207" y="1487906"/>
            <a:ext cx="2310480" cy="1072800"/>
            <a:chOff x="9464207" y="1487906"/>
            <a:chExt cx="2310480" cy="10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AAA8E3D2-6629-42D4-B40D-EE33B3A097AB}"/>
                    </a:ext>
                  </a:extLst>
                </p14:cNvPr>
                <p14:cNvContentPartPr/>
                <p14:nvPr/>
              </p14:nvContentPartPr>
              <p14:xfrm>
                <a:off x="9563207" y="1947626"/>
                <a:ext cx="21600" cy="2995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AAA8E3D2-6629-42D4-B40D-EE33B3A097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45207" y="1929626"/>
                  <a:ext cx="57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7EEB594A-6FAD-4FFB-AC34-BB0C219D6476}"/>
                    </a:ext>
                  </a:extLst>
                </p14:cNvPr>
                <p14:cNvContentPartPr/>
                <p14:nvPr/>
              </p14:nvContentPartPr>
              <p14:xfrm>
                <a:off x="9464207" y="2084426"/>
                <a:ext cx="316080" cy="6372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7EEB594A-6FAD-4FFB-AC34-BB0C219D647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46567" y="2066786"/>
                  <a:ext cx="351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C6056D33-CBEA-4A20-98AD-50546D92197D}"/>
                    </a:ext>
                  </a:extLst>
                </p14:cNvPr>
                <p14:cNvContentPartPr/>
                <p14:nvPr/>
              </p14:nvContentPartPr>
              <p14:xfrm>
                <a:off x="9960647" y="1839266"/>
                <a:ext cx="76320" cy="7214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C6056D33-CBEA-4A20-98AD-50546D92197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43007" y="1821266"/>
                  <a:ext cx="11196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2010F65F-5DCA-4D5B-88D3-B262A7F635F8}"/>
                    </a:ext>
                  </a:extLst>
                </p14:cNvPr>
                <p14:cNvContentPartPr/>
                <p14:nvPr/>
              </p14:nvContentPartPr>
              <p14:xfrm>
                <a:off x="9955967" y="1578986"/>
                <a:ext cx="147960" cy="1202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2010F65F-5DCA-4D5B-88D3-B262A7F635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38327" y="1560986"/>
                  <a:ext cx="183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E77036D0-2B2F-4897-9D77-D07AC444A38E}"/>
                    </a:ext>
                  </a:extLst>
                </p14:cNvPr>
                <p14:cNvContentPartPr/>
                <p14:nvPr/>
              </p14:nvContentPartPr>
              <p14:xfrm>
                <a:off x="9940487" y="1487906"/>
                <a:ext cx="138600" cy="2329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E77036D0-2B2F-4897-9D77-D07AC444A3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22847" y="1470266"/>
                  <a:ext cx="174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EBBDF0D-5C98-4B5D-87FC-2B2BB41EC760}"/>
                    </a:ext>
                  </a:extLst>
                </p14:cNvPr>
                <p14:cNvContentPartPr/>
                <p14:nvPr/>
              </p14:nvContentPartPr>
              <p14:xfrm>
                <a:off x="10256207" y="1955906"/>
                <a:ext cx="64800" cy="1933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EBBDF0D-5C98-4B5D-87FC-2B2BB41EC76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38207" y="1938266"/>
                  <a:ext cx="100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851491C9-3DC3-4671-B0AA-00982ABE52A3}"/>
                    </a:ext>
                  </a:extLst>
                </p14:cNvPr>
                <p14:cNvContentPartPr/>
                <p14:nvPr/>
              </p14:nvContentPartPr>
              <p14:xfrm>
                <a:off x="10477607" y="1903706"/>
                <a:ext cx="99360" cy="2613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851491C9-3DC3-4671-B0AA-00982ABE52A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59967" y="1885706"/>
                  <a:ext cx="135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14414731-9A92-46A5-93ED-098AC5057F82}"/>
                    </a:ext>
                  </a:extLst>
                </p14:cNvPr>
                <p14:cNvContentPartPr/>
                <p14:nvPr/>
              </p14:nvContentPartPr>
              <p14:xfrm>
                <a:off x="10431167" y="2049146"/>
                <a:ext cx="97920" cy="237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14414731-9A92-46A5-93ED-098AC5057F8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13527" y="2031506"/>
                  <a:ext cx="133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101BDC95-AEC8-41FA-B52C-1F7753CFD809}"/>
                    </a:ext>
                  </a:extLst>
                </p14:cNvPr>
                <p14:cNvContentPartPr/>
                <p14:nvPr/>
              </p14:nvContentPartPr>
              <p14:xfrm>
                <a:off x="10684967" y="1990466"/>
                <a:ext cx="137160" cy="219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101BDC95-AEC8-41FA-B52C-1F7753CFD8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66967" y="1972466"/>
                  <a:ext cx="172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0B882767-9EEF-471F-8FCB-BC2081968517}"/>
                    </a:ext>
                  </a:extLst>
                </p14:cNvPr>
                <p14:cNvContentPartPr/>
                <p14:nvPr/>
              </p14:nvContentPartPr>
              <p14:xfrm>
                <a:off x="10840847" y="1921706"/>
                <a:ext cx="158760" cy="1728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0B882767-9EEF-471F-8FCB-BC208196851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23207" y="1904066"/>
                  <a:ext cx="194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1EE59706-A0F0-4D7D-9E88-675F2BDBA04E}"/>
                    </a:ext>
                  </a:extLst>
                </p14:cNvPr>
                <p14:cNvContentPartPr/>
                <p14:nvPr/>
              </p14:nvContentPartPr>
              <p14:xfrm>
                <a:off x="11053967" y="1807226"/>
                <a:ext cx="112320" cy="2480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1EE59706-A0F0-4D7D-9E88-675F2BDBA04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36327" y="1789226"/>
                  <a:ext cx="147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1DED9E2B-4820-4418-A470-85FD9D51FF09}"/>
                    </a:ext>
                  </a:extLst>
                </p14:cNvPr>
                <p14:cNvContentPartPr/>
                <p14:nvPr/>
              </p14:nvContentPartPr>
              <p14:xfrm>
                <a:off x="11301647" y="1748546"/>
                <a:ext cx="206640" cy="2804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1DED9E2B-4820-4418-A470-85FD9D51FF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83647" y="1730906"/>
                  <a:ext cx="24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1643811-CB27-4862-8112-F31D7C834CCF}"/>
                    </a:ext>
                  </a:extLst>
                </p14:cNvPr>
                <p14:cNvContentPartPr/>
                <p14:nvPr/>
              </p14:nvContentPartPr>
              <p14:xfrm>
                <a:off x="11617367" y="1713986"/>
                <a:ext cx="125280" cy="2649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1643811-CB27-4862-8112-F31D7C834CC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99367" y="1695986"/>
                  <a:ext cx="1609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2FD7431B-54E1-49D1-8B27-9B2CEC98B115}"/>
                    </a:ext>
                  </a:extLst>
                </p14:cNvPr>
                <p14:cNvContentPartPr/>
                <p14:nvPr/>
              </p14:nvContentPartPr>
              <p14:xfrm>
                <a:off x="11583887" y="1898306"/>
                <a:ext cx="190800" cy="144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2FD7431B-54E1-49D1-8B27-9B2CEC98B1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566247" y="1880306"/>
                  <a:ext cx="2264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0BF1A8FA-7A72-4062-94BD-13D3BBA0644D}"/>
              </a:ext>
            </a:extLst>
          </p:cNvPr>
          <p:cNvGrpSpPr/>
          <p:nvPr/>
        </p:nvGrpSpPr>
        <p:grpSpPr>
          <a:xfrm>
            <a:off x="6270287" y="3524426"/>
            <a:ext cx="191160" cy="135000"/>
            <a:chOff x="6270287" y="3524426"/>
            <a:chExt cx="19116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978C4F26-72B1-436D-80A9-E64DA0C1EE22}"/>
                    </a:ext>
                  </a:extLst>
                </p14:cNvPr>
                <p14:cNvContentPartPr/>
                <p14:nvPr/>
              </p14:nvContentPartPr>
              <p14:xfrm>
                <a:off x="6270287" y="3524426"/>
                <a:ext cx="127800" cy="46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978C4F26-72B1-436D-80A9-E64DA0C1EE2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52287" y="3506426"/>
                  <a:ext cx="163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6906087-1AB6-426E-A407-84FB155E749C}"/>
                    </a:ext>
                  </a:extLst>
                </p14:cNvPr>
                <p14:cNvContentPartPr/>
                <p14:nvPr/>
              </p14:nvContentPartPr>
              <p14:xfrm>
                <a:off x="6288287" y="3634586"/>
                <a:ext cx="173160" cy="248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6906087-1AB6-426E-A407-84FB155E749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70287" y="3616946"/>
                  <a:ext cx="20880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EAC2E9EE-8F1F-4A0A-A245-19B635EFDADB}"/>
                  </a:ext>
                </a:extLst>
              </p14:cNvPr>
              <p14:cNvContentPartPr/>
              <p14:nvPr/>
            </p14:nvContentPartPr>
            <p14:xfrm>
              <a:off x="6795527" y="3403106"/>
              <a:ext cx="111240" cy="36468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EAC2E9EE-8F1F-4A0A-A245-19B635EFDAD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777527" y="3385466"/>
                <a:ext cx="1468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0996FAC2-026B-4576-BA30-4E5917CF7042}"/>
                  </a:ext>
                </a:extLst>
              </p14:cNvPr>
              <p14:cNvContentPartPr/>
              <p14:nvPr/>
            </p14:nvContentPartPr>
            <p14:xfrm>
              <a:off x="6756287" y="3576986"/>
              <a:ext cx="195840" cy="6048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0996FAC2-026B-4576-BA30-4E5917CF704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738287" y="3558986"/>
                <a:ext cx="2314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1B330A05-E322-4482-9311-ECF03DC40976}"/>
                  </a:ext>
                </a:extLst>
              </p14:cNvPr>
              <p14:cNvContentPartPr/>
              <p14:nvPr/>
            </p14:nvContentPartPr>
            <p14:xfrm>
              <a:off x="7077767" y="3556466"/>
              <a:ext cx="154080" cy="133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1B330A05-E322-4482-9311-ECF03DC4097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059767" y="3538466"/>
                <a:ext cx="1897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F089C8E5-A8AB-40EA-9C31-26C1674037DB}"/>
                  </a:ext>
                </a:extLst>
              </p14:cNvPr>
              <p14:cNvContentPartPr/>
              <p14:nvPr/>
            </p14:nvContentPartPr>
            <p14:xfrm>
              <a:off x="7308887" y="3396986"/>
              <a:ext cx="142200" cy="23760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F089C8E5-A8AB-40EA-9C31-26C1674037D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290887" y="3378986"/>
                <a:ext cx="1778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9CE33CC2-BB15-42C2-9D4E-DD7F00F36840}"/>
                  </a:ext>
                </a:extLst>
              </p14:cNvPr>
              <p14:cNvContentPartPr/>
              <p14:nvPr/>
            </p14:nvContentPartPr>
            <p14:xfrm>
              <a:off x="7515887" y="3331106"/>
              <a:ext cx="147960" cy="14652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9CE33CC2-BB15-42C2-9D4E-DD7F00F3684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498247" y="3313106"/>
                <a:ext cx="183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0AD45E53-CCB9-408D-ACA1-69C71ACFE0BC}"/>
                  </a:ext>
                </a:extLst>
              </p14:cNvPr>
              <p14:cNvContentPartPr/>
              <p14:nvPr/>
            </p14:nvContentPartPr>
            <p14:xfrm>
              <a:off x="7363607" y="3754466"/>
              <a:ext cx="268200" cy="3348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0AD45E53-CCB9-408D-ACA1-69C71ACFE0B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345607" y="3736826"/>
                <a:ext cx="3038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AF2E4D67-B0EE-4ED8-84A7-1752D76D6660}"/>
                  </a:ext>
                </a:extLst>
              </p14:cNvPr>
              <p14:cNvContentPartPr/>
              <p14:nvPr/>
            </p14:nvContentPartPr>
            <p14:xfrm>
              <a:off x="7484927" y="3917186"/>
              <a:ext cx="174240" cy="15264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AF2E4D67-B0EE-4ED8-84A7-1752D76D666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467287" y="3899546"/>
                <a:ext cx="2098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8BE02830-0222-4150-9AFE-C117A8F5BAF9}"/>
                  </a:ext>
                </a:extLst>
              </p14:cNvPr>
              <p14:cNvContentPartPr/>
              <p14:nvPr/>
            </p14:nvContentPartPr>
            <p14:xfrm>
              <a:off x="6647927" y="3368906"/>
              <a:ext cx="216000" cy="89712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8BE02830-0222-4150-9AFE-C117A8F5BAF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629927" y="3351266"/>
                <a:ext cx="251640" cy="9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3467A4C5-1291-4A00-8E88-C7A6707E440E}"/>
                  </a:ext>
                </a:extLst>
              </p14:cNvPr>
              <p14:cNvContentPartPr/>
              <p14:nvPr/>
            </p14:nvContentPartPr>
            <p14:xfrm>
              <a:off x="7910447" y="3319586"/>
              <a:ext cx="60840" cy="62532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3467A4C5-1291-4A00-8E88-C7A6707E440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892447" y="3301946"/>
                <a:ext cx="9648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4798DF2F-F01D-433C-8650-BCC18E033309}"/>
                  </a:ext>
                </a:extLst>
              </p14:cNvPr>
              <p14:cNvContentPartPr/>
              <p14:nvPr/>
            </p14:nvContentPartPr>
            <p14:xfrm>
              <a:off x="8069567" y="3103226"/>
              <a:ext cx="75240" cy="28764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4798DF2F-F01D-433C-8650-BCC18E03330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051927" y="3085226"/>
                <a:ext cx="1108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B44849D9-04D5-4D5E-960A-36BF6B0AAB71}"/>
                  </a:ext>
                </a:extLst>
              </p14:cNvPr>
              <p14:cNvContentPartPr/>
              <p14:nvPr/>
            </p14:nvContentPartPr>
            <p14:xfrm>
              <a:off x="8076767" y="3868226"/>
              <a:ext cx="132120" cy="1836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B44849D9-04D5-4D5E-960A-36BF6B0AAB7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059127" y="3850226"/>
                <a:ext cx="1677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375E202A-C8A3-4D92-B58A-9A7A492AD498}"/>
                  </a:ext>
                </a:extLst>
              </p14:cNvPr>
              <p14:cNvContentPartPr/>
              <p14:nvPr/>
            </p14:nvContentPartPr>
            <p14:xfrm>
              <a:off x="9834647" y="2818466"/>
              <a:ext cx="121680" cy="17064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375E202A-C8A3-4D92-B58A-9A7A492AD49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816647" y="2800826"/>
                <a:ext cx="15732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upo 142">
            <a:extLst>
              <a:ext uri="{FF2B5EF4-FFF2-40B4-BE49-F238E27FC236}">
                <a16:creationId xmlns:a16="http://schemas.microsoft.com/office/drawing/2014/main" id="{9306F119-1D28-463B-B8A4-65D6212D1D9D}"/>
              </a:ext>
            </a:extLst>
          </p:cNvPr>
          <p:cNvGrpSpPr/>
          <p:nvPr/>
        </p:nvGrpSpPr>
        <p:grpSpPr>
          <a:xfrm>
            <a:off x="8665007" y="3257666"/>
            <a:ext cx="867600" cy="1151640"/>
            <a:chOff x="8665007" y="3257666"/>
            <a:chExt cx="867600" cy="11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5BAEF6A6-32E3-4892-98B3-6021542AB74F}"/>
                    </a:ext>
                  </a:extLst>
                </p14:cNvPr>
                <p14:cNvContentPartPr/>
                <p14:nvPr/>
              </p14:nvContentPartPr>
              <p14:xfrm>
                <a:off x="8787047" y="3257666"/>
                <a:ext cx="12960" cy="2739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5BAEF6A6-32E3-4892-98B3-6021542AB7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69407" y="3239666"/>
                  <a:ext cx="486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4C42677B-C964-4E20-912B-48EB0DF203FD}"/>
                    </a:ext>
                  </a:extLst>
                </p14:cNvPr>
                <p14:cNvContentPartPr/>
                <p14:nvPr/>
              </p14:nvContentPartPr>
              <p14:xfrm>
                <a:off x="8665007" y="3444146"/>
                <a:ext cx="195840" cy="334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4C42677B-C964-4E20-912B-48EB0DF203F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47367" y="3426146"/>
                  <a:ext cx="231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F23B6912-ABCC-4099-BF9B-54757EAADF37}"/>
                    </a:ext>
                  </a:extLst>
                </p14:cNvPr>
                <p14:cNvContentPartPr/>
                <p14:nvPr/>
              </p14:nvContentPartPr>
              <p14:xfrm>
                <a:off x="9193487" y="3498506"/>
                <a:ext cx="91440" cy="22896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F23B6912-ABCC-4099-BF9B-54757EAADF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75487" y="3480866"/>
                  <a:ext cx="127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FFA9D573-AFCD-4D55-A3EB-C183E92970EF}"/>
                    </a:ext>
                  </a:extLst>
                </p14:cNvPr>
                <p14:cNvContentPartPr/>
                <p14:nvPr/>
              </p14:nvContentPartPr>
              <p14:xfrm>
                <a:off x="9171167" y="3611186"/>
                <a:ext cx="149040" cy="550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FFA9D573-AFCD-4D55-A3EB-C183E92970E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53527" y="3593186"/>
                  <a:ext cx="184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E1056202-FCFE-4E8E-A9E4-130A4E6CBAEA}"/>
                    </a:ext>
                  </a:extLst>
                </p14:cNvPr>
                <p14:cNvContentPartPr/>
                <p14:nvPr/>
              </p14:nvContentPartPr>
              <p14:xfrm>
                <a:off x="9405887" y="3396626"/>
                <a:ext cx="125280" cy="1868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E1056202-FCFE-4E8E-A9E4-130A4E6CBAE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387887" y="3378986"/>
                  <a:ext cx="160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5DC271B0-5002-4513-8A49-DDC2B7DC69E9}"/>
                    </a:ext>
                  </a:extLst>
                </p14:cNvPr>
                <p14:cNvContentPartPr/>
                <p14:nvPr/>
              </p14:nvContentPartPr>
              <p14:xfrm>
                <a:off x="9133007" y="3837266"/>
                <a:ext cx="330120" cy="741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5DC271B0-5002-4513-8A49-DDC2B7DC69E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15367" y="3819266"/>
                  <a:ext cx="365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050B2F31-8FED-497B-BDF8-2B618286AEC1}"/>
                    </a:ext>
                  </a:extLst>
                </p14:cNvPr>
                <p14:cNvContentPartPr/>
                <p14:nvPr/>
              </p14:nvContentPartPr>
              <p14:xfrm>
                <a:off x="9212927" y="4047866"/>
                <a:ext cx="319680" cy="2084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050B2F31-8FED-497B-BDF8-2B618286AEC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195287" y="4029866"/>
                  <a:ext cx="355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C866DE14-B8D5-4E94-A764-0F70AE0B46C2}"/>
                    </a:ext>
                  </a:extLst>
                </p14:cNvPr>
                <p14:cNvContentPartPr/>
                <p14:nvPr/>
              </p14:nvContentPartPr>
              <p14:xfrm>
                <a:off x="8913767" y="3275666"/>
                <a:ext cx="160200" cy="11336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C866DE14-B8D5-4E94-A764-0F70AE0B46C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95767" y="3258026"/>
                  <a:ext cx="195840" cy="11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978F30A6-F062-4F39-B823-EF28A234762C}"/>
              </a:ext>
            </a:extLst>
          </p:cNvPr>
          <p:cNvGrpSpPr/>
          <p:nvPr/>
        </p:nvGrpSpPr>
        <p:grpSpPr>
          <a:xfrm>
            <a:off x="9810887" y="3261986"/>
            <a:ext cx="734040" cy="889200"/>
            <a:chOff x="9810887" y="3261986"/>
            <a:chExt cx="734040" cy="88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715F50D2-BE4E-46E8-B0F6-5922FD54C6F8}"/>
                    </a:ext>
                  </a:extLst>
                </p14:cNvPr>
                <p14:cNvContentPartPr/>
                <p14:nvPr/>
              </p14:nvContentPartPr>
              <p14:xfrm>
                <a:off x="9810887" y="3614426"/>
                <a:ext cx="236160" cy="302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715F50D2-BE4E-46E8-B0F6-5922FD54C6F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92887" y="3596426"/>
                  <a:ext cx="271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72EA95C4-3325-49C0-9605-8A7526CCC032}"/>
                    </a:ext>
                  </a:extLst>
                </p14:cNvPr>
                <p14:cNvContentPartPr/>
                <p14:nvPr/>
              </p14:nvContentPartPr>
              <p14:xfrm>
                <a:off x="10206167" y="3423626"/>
                <a:ext cx="138600" cy="2941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72EA95C4-3325-49C0-9605-8A7526CCC03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88167" y="3405626"/>
                  <a:ext cx="174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E7E94AA9-A398-49FB-B653-BACC67A4DDE8}"/>
                    </a:ext>
                  </a:extLst>
                </p14:cNvPr>
                <p14:cNvContentPartPr/>
                <p14:nvPr/>
              </p14:nvContentPartPr>
              <p14:xfrm>
                <a:off x="10156127" y="3575906"/>
                <a:ext cx="244440" cy="237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E7E94AA9-A398-49FB-B653-BACC67A4DDE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38127" y="3557906"/>
                  <a:ext cx="280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EFE0F85-DD4E-4D18-B22F-5ECBCF234CDD}"/>
                    </a:ext>
                  </a:extLst>
                </p14:cNvPr>
                <p14:cNvContentPartPr/>
                <p14:nvPr/>
              </p14:nvContentPartPr>
              <p14:xfrm>
                <a:off x="10444127" y="3261986"/>
                <a:ext cx="100800" cy="8892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EFE0F85-DD4E-4D18-B22F-5ECBCF234CD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26487" y="3243986"/>
                  <a:ext cx="136440" cy="9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76A3CC47-E579-48D8-BE26-6B0A31C00BB2}"/>
                  </a:ext>
                </a:extLst>
              </p14:cNvPr>
              <p14:cNvContentPartPr/>
              <p14:nvPr/>
            </p14:nvContentPartPr>
            <p14:xfrm>
              <a:off x="10747967" y="4042106"/>
              <a:ext cx="95760" cy="17928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76A3CC47-E579-48D8-BE26-6B0A31C00BB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0730327" y="4024466"/>
                <a:ext cx="131400" cy="2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upo 147">
            <a:extLst>
              <a:ext uri="{FF2B5EF4-FFF2-40B4-BE49-F238E27FC236}">
                <a16:creationId xmlns:a16="http://schemas.microsoft.com/office/drawing/2014/main" id="{3512C444-B88C-40CC-8689-885DFC3A2677}"/>
              </a:ext>
            </a:extLst>
          </p:cNvPr>
          <p:cNvGrpSpPr/>
          <p:nvPr/>
        </p:nvGrpSpPr>
        <p:grpSpPr>
          <a:xfrm>
            <a:off x="10695407" y="2868866"/>
            <a:ext cx="168480" cy="248760"/>
            <a:chOff x="10695407" y="2868866"/>
            <a:chExt cx="16848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59049603-F47D-4BCE-A9F3-FA183930AC07}"/>
                    </a:ext>
                  </a:extLst>
                </p14:cNvPr>
                <p14:cNvContentPartPr/>
                <p14:nvPr/>
              </p14:nvContentPartPr>
              <p14:xfrm>
                <a:off x="10695407" y="2952746"/>
                <a:ext cx="147960" cy="1364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59049603-F47D-4BCE-A9F3-FA183930AC0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77767" y="2934746"/>
                  <a:ext cx="183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78B176A-D727-4930-B26B-26B6964AA2AA}"/>
                    </a:ext>
                  </a:extLst>
                </p14:cNvPr>
                <p14:cNvContentPartPr/>
                <p14:nvPr/>
              </p14:nvContentPartPr>
              <p14:xfrm>
                <a:off x="10727807" y="2868866"/>
                <a:ext cx="136080" cy="2487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78B176A-D727-4930-B26B-26B6964AA2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9807" y="2850866"/>
                  <a:ext cx="171720" cy="28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B969718C-341D-456B-ABF2-D78CDA698DDB}"/>
                  </a:ext>
                </a:extLst>
              </p14:cNvPr>
              <p14:cNvContentPartPr/>
              <p14:nvPr/>
            </p14:nvContentPartPr>
            <p14:xfrm>
              <a:off x="10790807" y="3282146"/>
              <a:ext cx="20520" cy="45972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B969718C-341D-456B-ABF2-D78CDA698DD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772807" y="3264506"/>
                <a:ext cx="56160" cy="49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upo 159">
            <a:extLst>
              <a:ext uri="{FF2B5EF4-FFF2-40B4-BE49-F238E27FC236}">
                <a16:creationId xmlns:a16="http://schemas.microsoft.com/office/drawing/2014/main" id="{E22CB080-4D03-4D55-8F2C-BE3BD28D8692}"/>
              </a:ext>
            </a:extLst>
          </p:cNvPr>
          <p:cNvGrpSpPr/>
          <p:nvPr/>
        </p:nvGrpSpPr>
        <p:grpSpPr>
          <a:xfrm>
            <a:off x="1552127" y="5045426"/>
            <a:ext cx="1724760" cy="865800"/>
            <a:chOff x="1552127" y="5045426"/>
            <a:chExt cx="1724760" cy="86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A22258D0-EE8D-4EE0-9E50-0615D7166699}"/>
                    </a:ext>
                  </a:extLst>
                </p14:cNvPr>
                <p14:cNvContentPartPr/>
                <p14:nvPr/>
              </p14:nvContentPartPr>
              <p14:xfrm>
                <a:off x="1552127" y="5274746"/>
                <a:ext cx="201600" cy="144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A22258D0-EE8D-4EE0-9E50-0615D716669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34127" y="5256746"/>
                  <a:ext cx="237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5E440D02-1309-40EC-9A4B-426232F82F61}"/>
                    </a:ext>
                  </a:extLst>
                </p14:cNvPr>
                <p14:cNvContentPartPr/>
                <p14:nvPr/>
              </p14:nvContentPartPr>
              <p14:xfrm>
                <a:off x="1611527" y="5396786"/>
                <a:ext cx="151560" cy="313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5E440D02-1309-40EC-9A4B-426232F82F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93887" y="5379146"/>
                  <a:ext cx="187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97BA549D-F966-4611-A15C-D9EC46F35043}"/>
                    </a:ext>
                  </a:extLst>
                </p14:cNvPr>
                <p14:cNvContentPartPr/>
                <p14:nvPr/>
              </p14:nvContentPartPr>
              <p14:xfrm>
                <a:off x="2366447" y="5141906"/>
                <a:ext cx="62280" cy="2462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97BA549D-F966-4611-A15C-D9EC46F3504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48807" y="5124266"/>
                  <a:ext cx="97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DD1824AB-C10E-4555-A1DC-2787EFC0644B}"/>
                    </a:ext>
                  </a:extLst>
                </p14:cNvPr>
                <p14:cNvContentPartPr/>
                <p14:nvPr/>
              </p14:nvContentPartPr>
              <p14:xfrm>
                <a:off x="2522687" y="5280146"/>
                <a:ext cx="183600" cy="165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DD1824AB-C10E-4555-A1DC-2787EFC0644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04687" y="5262146"/>
                  <a:ext cx="219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1EB229B-976A-4941-8819-75BFBBE873D1}"/>
                    </a:ext>
                  </a:extLst>
                </p14:cNvPr>
                <p14:cNvContentPartPr/>
                <p14:nvPr/>
              </p14:nvContentPartPr>
              <p14:xfrm>
                <a:off x="2898887" y="5129306"/>
                <a:ext cx="52920" cy="21348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1EB229B-976A-4941-8819-75BFBBE873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81247" y="5111306"/>
                  <a:ext cx="88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C70460A5-9401-4936-A582-51879605DD58}"/>
                    </a:ext>
                  </a:extLst>
                </p14:cNvPr>
                <p14:cNvContentPartPr/>
                <p14:nvPr/>
              </p14:nvContentPartPr>
              <p14:xfrm>
                <a:off x="2890607" y="5456906"/>
                <a:ext cx="164880" cy="208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C70460A5-9401-4936-A582-51879605DD5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72607" y="5438906"/>
                  <a:ext cx="200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B8251A2C-F929-47FF-A8AE-F0F7D106AFB2}"/>
                    </a:ext>
                  </a:extLst>
                </p14:cNvPr>
                <p14:cNvContentPartPr/>
                <p14:nvPr/>
              </p14:nvContentPartPr>
              <p14:xfrm>
                <a:off x="2889527" y="5602346"/>
                <a:ext cx="165240" cy="2343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B8251A2C-F929-47FF-A8AE-F0F7D106AFB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71887" y="5584706"/>
                  <a:ext cx="200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FE6E32B8-F014-4798-8E97-C3C294AACC92}"/>
                    </a:ext>
                  </a:extLst>
                </p14:cNvPr>
                <p14:cNvContentPartPr/>
                <p14:nvPr/>
              </p14:nvContentPartPr>
              <p14:xfrm>
                <a:off x="2171327" y="5045426"/>
                <a:ext cx="233640" cy="8658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FE6E32B8-F014-4798-8E97-C3C294AACC9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153327" y="5027786"/>
                  <a:ext cx="26928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97B7CD3-89EC-4E87-ACDC-5A0A4CC65A0B}"/>
                    </a:ext>
                  </a:extLst>
                </p14:cNvPr>
                <p14:cNvContentPartPr/>
                <p14:nvPr/>
              </p14:nvContentPartPr>
              <p14:xfrm>
                <a:off x="3142967" y="5050826"/>
                <a:ext cx="133920" cy="8038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97B7CD3-89EC-4E87-ACDC-5A0A4CC65A0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125327" y="5032826"/>
                  <a:ext cx="169560" cy="83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C36BDBAD-59BB-42EF-B1F8-2605033FE06D}"/>
                  </a:ext>
                </a:extLst>
              </p14:cNvPr>
              <p14:cNvContentPartPr/>
              <p14:nvPr/>
            </p14:nvContentPartPr>
            <p14:xfrm>
              <a:off x="3650207" y="5113106"/>
              <a:ext cx="11160" cy="26064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C36BDBAD-59BB-42EF-B1F8-2605033FE06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632207" y="5095106"/>
                <a:ext cx="468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48C9E1AA-62A9-4770-971C-F1B3EAC7596A}"/>
                  </a:ext>
                </a:extLst>
              </p14:cNvPr>
              <p14:cNvContentPartPr/>
              <p14:nvPr/>
            </p14:nvContentPartPr>
            <p14:xfrm>
              <a:off x="3546887" y="5244866"/>
              <a:ext cx="337320" cy="6372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48C9E1AA-62A9-4770-971C-F1B3EAC7596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528887" y="5226866"/>
                <a:ext cx="372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1C999EF5-EBE5-423A-B8E6-AD26AE900199}"/>
                  </a:ext>
                </a:extLst>
              </p14:cNvPr>
              <p14:cNvContentPartPr/>
              <p14:nvPr/>
            </p14:nvContentPartPr>
            <p14:xfrm>
              <a:off x="4244567" y="5043266"/>
              <a:ext cx="155160" cy="18144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1C999EF5-EBE5-423A-B8E6-AD26AE900199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226927" y="5025626"/>
                <a:ext cx="1908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31F279DE-7EE9-4F20-BDF9-F72AF9B4BD9B}"/>
                  </a:ext>
                </a:extLst>
              </p14:cNvPr>
              <p14:cNvContentPartPr/>
              <p14:nvPr/>
            </p14:nvContentPartPr>
            <p14:xfrm>
              <a:off x="4251767" y="5005826"/>
              <a:ext cx="147960" cy="19116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31F279DE-7EE9-4F20-BDF9-F72AF9B4BD9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233767" y="4987826"/>
                <a:ext cx="1836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B208C32B-CDC3-44A2-9A69-55A292D569DA}"/>
                  </a:ext>
                </a:extLst>
              </p14:cNvPr>
              <p14:cNvContentPartPr/>
              <p14:nvPr/>
            </p14:nvContentPartPr>
            <p14:xfrm>
              <a:off x="4486487" y="4881626"/>
              <a:ext cx="168120" cy="14436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B208C32B-CDC3-44A2-9A69-55A292D569D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468487" y="4863626"/>
                <a:ext cx="2037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6DA8D74F-492B-495C-B580-6F79A5DF264E}"/>
                  </a:ext>
                </a:extLst>
              </p14:cNvPr>
              <p14:cNvContentPartPr/>
              <p14:nvPr/>
            </p14:nvContentPartPr>
            <p14:xfrm>
              <a:off x="4204247" y="5367986"/>
              <a:ext cx="366120" cy="4752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6DA8D74F-492B-495C-B580-6F79A5DF264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186247" y="5349986"/>
                <a:ext cx="4017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56EE1C2A-E34E-4349-A390-2AD05ED43745}"/>
                  </a:ext>
                </a:extLst>
              </p14:cNvPr>
              <p14:cNvContentPartPr/>
              <p14:nvPr/>
            </p14:nvContentPartPr>
            <p14:xfrm>
              <a:off x="4323047" y="5546546"/>
              <a:ext cx="207720" cy="19368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56EE1C2A-E34E-4349-A390-2AD05ED4374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305407" y="5528906"/>
                <a:ext cx="2433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2F5DEA87-63F8-423D-821A-B8F6E08DBB33}"/>
                  </a:ext>
                </a:extLst>
              </p14:cNvPr>
              <p14:cNvContentPartPr/>
              <p14:nvPr/>
            </p14:nvContentPartPr>
            <p14:xfrm>
              <a:off x="4946207" y="5267186"/>
              <a:ext cx="149040" cy="3672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2F5DEA87-63F8-423D-821A-B8F6E08DBB3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928207" y="5249546"/>
                <a:ext cx="1846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306EEFDF-970C-4A55-8A89-D6DDD80A9395}"/>
                  </a:ext>
                </a:extLst>
              </p14:cNvPr>
              <p14:cNvContentPartPr/>
              <p14:nvPr/>
            </p14:nvContentPartPr>
            <p14:xfrm>
              <a:off x="5271287" y="5148386"/>
              <a:ext cx="205200" cy="14868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306EEFDF-970C-4A55-8A89-D6DDD80A939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253287" y="5130386"/>
                <a:ext cx="2408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AC5D241E-95F2-48D5-8115-D2D7260F021C}"/>
                  </a:ext>
                </a:extLst>
              </p14:cNvPr>
              <p14:cNvContentPartPr/>
              <p14:nvPr/>
            </p14:nvContentPartPr>
            <p14:xfrm>
              <a:off x="5293607" y="5122466"/>
              <a:ext cx="146880" cy="18900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AC5D241E-95F2-48D5-8115-D2D7260F021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275967" y="5104826"/>
                <a:ext cx="1825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E5286242-B909-4139-BB28-9FE801A097CB}"/>
                  </a:ext>
                </a:extLst>
              </p14:cNvPr>
              <p14:cNvContentPartPr/>
              <p14:nvPr/>
            </p14:nvContentPartPr>
            <p14:xfrm>
              <a:off x="5716607" y="5177186"/>
              <a:ext cx="220680" cy="36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E5286242-B909-4139-BB28-9FE801A097C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698607" y="5159546"/>
                <a:ext cx="2563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upo 182">
            <a:extLst>
              <a:ext uri="{FF2B5EF4-FFF2-40B4-BE49-F238E27FC236}">
                <a16:creationId xmlns:a16="http://schemas.microsoft.com/office/drawing/2014/main" id="{EDD30FF6-64A9-4A92-9F71-A6241A1CCA3C}"/>
              </a:ext>
            </a:extLst>
          </p:cNvPr>
          <p:cNvGrpSpPr/>
          <p:nvPr/>
        </p:nvGrpSpPr>
        <p:grpSpPr>
          <a:xfrm>
            <a:off x="6228527" y="4987466"/>
            <a:ext cx="685440" cy="797400"/>
            <a:chOff x="6228527" y="4987466"/>
            <a:chExt cx="685440" cy="79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786B57C-6BE7-4344-AEB5-003E9515B4E5}"/>
                    </a:ext>
                  </a:extLst>
                </p14:cNvPr>
                <p14:cNvContentPartPr/>
                <p14:nvPr/>
              </p14:nvContentPartPr>
              <p14:xfrm>
                <a:off x="6228527" y="5004746"/>
                <a:ext cx="162720" cy="7801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786B57C-6BE7-4344-AEB5-003E9515B4E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10527" y="4987106"/>
                  <a:ext cx="19836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374536BE-CCA1-4E52-8E91-77A246387F9D}"/>
                    </a:ext>
                  </a:extLst>
                </p14:cNvPr>
                <p14:cNvContentPartPr/>
                <p14:nvPr/>
              </p14:nvContentPartPr>
              <p14:xfrm>
                <a:off x="6677447" y="4987466"/>
                <a:ext cx="54000" cy="2203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374536BE-CCA1-4E52-8E91-77A246387F9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59807" y="4969466"/>
                  <a:ext cx="89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B8009922-9A35-47A0-B424-7B9C33D8F58E}"/>
                    </a:ext>
                  </a:extLst>
                </p14:cNvPr>
                <p14:cNvContentPartPr/>
                <p14:nvPr/>
              </p14:nvContentPartPr>
              <p14:xfrm>
                <a:off x="6615527" y="5250986"/>
                <a:ext cx="240840" cy="280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B8009922-9A35-47A0-B424-7B9C33D8F58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97887" y="5233346"/>
                  <a:ext cx="276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235F7399-9DFC-4E59-8D85-50BC847A71C4}"/>
                    </a:ext>
                  </a:extLst>
                </p14:cNvPr>
                <p14:cNvContentPartPr/>
                <p14:nvPr/>
              </p14:nvContentPartPr>
              <p14:xfrm>
                <a:off x="6702647" y="5395706"/>
                <a:ext cx="211320" cy="2401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235F7399-9DFC-4E59-8D85-50BC847A71C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84647" y="5378066"/>
                  <a:ext cx="24696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A0966A54-2E0A-4589-9FBB-0BB95F6B38DD}"/>
              </a:ext>
            </a:extLst>
          </p:cNvPr>
          <p:cNvGrpSpPr/>
          <p:nvPr/>
        </p:nvGrpSpPr>
        <p:grpSpPr>
          <a:xfrm>
            <a:off x="7216007" y="4845266"/>
            <a:ext cx="1255320" cy="903600"/>
            <a:chOff x="7216007" y="4845266"/>
            <a:chExt cx="1255320" cy="90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C8942CAB-2F86-443B-87C4-EAC6613A68CA}"/>
                    </a:ext>
                  </a:extLst>
                </p14:cNvPr>
                <p14:cNvContentPartPr/>
                <p14:nvPr/>
              </p14:nvContentPartPr>
              <p14:xfrm>
                <a:off x="7216007" y="5179346"/>
                <a:ext cx="360" cy="3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C8942CAB-2F86-443B-87C4-EAC6613A68C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198007" y="51617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B68E091F-4C2F-46CD-A6DC-1375BE8D4450}"/>
                    </a:ext>
                  </a:extLst>
                </p14:cNvPr>
                <p14:cNvContentPartPr/>
                <p14:nvPr/>
              </p14:nvContentPartPr>
              <p14:xfrm>
                <a:off x="7302767" y="5158106"/>
                <a:ext cx="199080" cy="25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B68E091F-4C2F-46CD-A6DC-1375BE8D445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5127" y="5140106"/>
                  <a:ext cx="23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C3C8FE6A-C145-410D-8FFE-0BEEC3D1E4E6}"/>
                    </a:ext>
                  </a:extLst>
                </p14:cNvPr>
                <p14:cNvContentPartPr/>
                <p14:nvPr/>
              </p14:nvContentPartPr>
              <p14:xfrm>
                <a:off x="7671047" y="5023106"/>
                <a:ext cx="136800" cy="1825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C3C8FE6A-C145-410D-8FFE-0BEEC3D1E4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53407" y="5005106"/>
                  <a:ext cx="172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CC5624C9-F737-4BB2-B7C5-8B8FE4429DD7}"/>
                    </a:ext>
                  </a:extLst>
                </p14:cNvPr>
                <p14:cNvContentPartPr/>
                <p14:nvPr/>
              </p14:nvContentPartPr>
              <p14:xfrm>
                <a:off x="7888847" y="4845266"/>
                <a:ext cx="175320" cy="9036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CC5624C9-F737-4BB2-B7C5-8B8FE4429DD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870847" y="4827266"/>
                  <a:ext cx="2109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951DC78-7080-414E-9A68-2EFADB04525C}"/>
                    </a:ext>
                  </a:extLst>
                </p14:cNvPr>
                <p14:cNvContentPartPr/>
                <p14:nvPr/>
              </p14:nvContentPartPr>
              <p14:xfrm>
                <a:off x="8223287" y="5092586"/>
                <a:ext cx="189720" cy="208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951DC78-7080-414E-9A68-2EFADB04525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05647" y="5074946"/>
                  <a:ext cx="225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9A145DCB-70B5-431C-9C3E-A95AE60A1E50}"/>
                    </a:ext>
                  </a:extLst>
                </p14:cNvPr>
                <p14:cNvContentPartPr/>
                <p14:nvPr/>
              </p14:nvContentPartPr>
              <p14:xfrm>
                <a:off x="8299607" y="5207066"/>
                <a:ext cx="171720" cy="122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9A145DCB-70B5-431C-9C3E-A95AE60A1E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81607" y="5189426"/>
                  <a:ext cx="2073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748BB925-F376-4142-9AE2-93FD95094B81}"/>
              </a:ext>
            </a:extLst>
          </p:cNvPr>
          <p:cNvGrpSpPr/>
          <p:nvPr/>
        </p:nvGrpSpPr>
        <p:grpSpPr>
          <a:xfrm>
            <a:off x="8786687" y="4921946"/>
            <a:ext cx="228600" cy="566640"/>
            <a:chOff x="8786687" y="4921946"/>
            <a:chExt cx="22860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3463260-4E1A-4D54-AAB8-BFA48D854A42}"/>
                    </a:ext>
                  </a:extLst>
                </p14:cNvPr>
                <p14:cNvContentPartPr/>
                <p14:nvPr/>
              </p14:nvContentPartPr>
              <p14:xfrm>
                <a:off x="8834207" y="4921946"/>
                <a:ext cx="54000" cy="22032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3463260-4E1A-4D54-AAB8-BFA48D854A4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16567" y="4904306"/>
                  <a:ext cx="89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15583965-370E-47B9-89EE-EDF238EB187F}"/>
                    </a:ext>
                  </a:extLst>
                </p14:cNvPr>
                <p14:cNvContentPartPr/>
                <p14:nvPr/>
              </p14:nvContentPartPr>
              <p14:xfrm>
                <a:off x="8821247" y="5179346"/>
                <a:ext cx="159840" cy="1764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15583965-370E-47B9-89EE-EDF238EB187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03247" y="5161706"/>
                  <a:ext cx="195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F0F441F8-76D9-4ABD-8D39-2E1E5913EC06}"/>
                    </a:ext>
                  </a:extLst>
                </p14:cNvPr>
                <p14:cNvContentPartPr/>
                <p14:nvPr/>
              </p14:nvContentPartPr>
              <p14:xfrm>
                <a:off x="8786687" y="5285906"/>
                <a:ext cx="228600" cy="20268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F0F441F8-76D9-4ABD-8D39-2E1E5913EC0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69047" y="5267906"/>
                  <a:ext cx="2642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22263B08-36D8-41EE-84CB-A35B18DAB329}"/>
              </a:ext>
            </a:extLst>
          </p:cNvPr>
          <p:cNvGrpSpPr/>
          <p:nvPr/>
        </p:nvGrpSpPr>
        <p:grpSpPr>
          <a:xfrm>
            <a:off x="9334247" y="4902866"/>
            <a:ext cx="143280" cy="242280"/>
            <a:chOff x="9334247" y="4902866"/>
            <a:chExt cx="14328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F6DC31EB-452F-4006-A8A5-CF7F2A93BE6B}"/>
                    </a:ext>
                  </a:extLst>
                </p14:cNvPr>
                <p14:cNvContentPartPr/>
                <p14:nvPr/>
              </p14:nvContentPartPr>
              <p14:xfrm>
                <a:off x="9416687" y="4902866"/>
                <a:ext cx="9720" cy="24228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F6DC31EB-452F-4006-A8A5-CF7F2A93BE6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98687" y="4885226"/>
                  <a:ext cx="45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5022CC1-F3CA-4412-8B6F-7FEF401E74C0}"/>
                    </a:ext>
                  </a:extLst>
                </p14:cNvPr>
                <p14:cNvContentPartPr/>
                <p14:nvPr/>
              </p14:nvContentPartPr>
              <p14:xfrm>
                <a:off x="9334247" y="5050826"/>
                <a:ext cx="143280" cy="302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5022CC1-F3CA-4412-8B6F-7FEF401E74C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316607" y="5032826"/>
                  <a:ext cx="1789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891F9A50-7E51-4FCE-9BE3-A6CCCB12C45A}"/>
              </a:ext>
            </a:extLst>
          </p:cNvPr>
          <p:cNvGrpSpPr/>
          <p:nvPr/>
        </p:nvGrpSpPr>
        <p:grpSpPr>
          <a:xfrm>
            <a:off x="9715487" y="4730426"/>
            <a:ext cx="1017360" cy="737280"/>
            <a:chOff x="9715487" y="4730426"/>
            <a:chExt cx="1017360" cy="73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AE5C11CC-5A68-4803-BC2D-2A42C945CD6A}"/>
                    </a:ext>
                  </a:extLst>
                </p14:cNvPr>
                <p14:cNvContentPartPr/>
                <p14:nvPr/>
              </p14:nvContentPartPr>
              <p14:xfrm>
                <a:off x="9728447" y="4901786"/>
                <a:ext cx="140760" cy="1663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AE5C11CC-5A68-4803-BC2D-2A42C945CD6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10807" y="4884146"/>
                  <a:ext cx="176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5B6C8B6F-A23B-4B1A-9D58-1DC8922D9044}"/>
                    </a:ext>
                  </a:extLst>
                </p14:cNvPr>
                <p14:cNvContentPartPr/>
                <p14:nvPr/>
              </p14:nvContentPartPr>
              <p14:xfrm>
                <a:off x="9715487" y="4862186"/>
                <a:ext cx="127800" cy="20160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5B6C8B6F-A23B-4B1A-9D58-1DC8922D904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97487" y="4844546"/>
                  <a:ext cx="163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0CADFAB4-7808-42CF-BBB6-59F358A3DD6C}"/>
                    </a:ext>
                  </a:extLst>
                </p14:cNvPr>
                <p14:cNvContentPartPr/>
                <p14:nvPr/>
              </p14:nvContentPartPr>
              <p14:xfrm>
                <a:off x="9882167" y="4730426"/>
                <a:ext cx="128880" cy="1684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0CADFAB4-7808-42CF-BBB6-59F358A3DD6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64527" y="4712786"/>
                  <a:ext cx="164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8C302832-A740-4417-863E-C86D7E64BA23}"/>
                    </a:ext>
                  </a:extLst>
                </p14:cNvPr>
                <p14:cNvContentPartPr/>
                <p14:nvPr/>
              </p14:nvContentPartPr>
              <p14:xfrm>
                <a:off x="9726287" y="5106626"/>
                <a:ext cx="316080" cy="2268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8C302832-A740-4417-863E-C86D7E64BA2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08287" y="5088626"/>
                  <a:ext cx="351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4251D82A-97C2-4BB1-A0D0-51F4DF5A4E38}"/>
                    </a:ext>
                  </a:extLst>
                </p14:cNvPr>
                <p14:cNvContentPartPr/>
                <p14:nvPr/>
              </p14:nvContentPartPr>
              <p14:xfrm>
                <a:off x="9781727" y="5236586"/>
                <a:ext cx="228240" cy="23112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4251D82A-97C2-4BB1-A0D0-51F4DF5A4E3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63727" y="5218946"/>
                  <a:ext cx="263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091FDD68-7176-4F98-83A1-2F38FA79B2F6}"/>
                    </a:ext>
                  </a:extLst>
                </p14:cNvPr>
                <p14:cNvContentPartPr/>
                <p14:nvPr/>
              </p14:nvContentPartPr>
              <p14:xfrm>
                <a:off x="10211927" y="4958666"/>
                <a:ext cx="182520" cy="468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091FDD68-7176-4F98-83A1-2F38FA79B2F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94287" y="4941026"/>
                  <a:ext cx="218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B4E64A87-599B-4DA7-BB58-F7E7A99B2B18}"/>
                    </a:ext>
                  </a:extLst>
                </p14:cNvPr>
                <p14:cNvContentPartPr/>
                <p14:nvPr/>
              </p14:nvContentPartPr>
              <p14:xfrm>
                <a:off x="10546727" y="4845266"/>
                <a:ext cx="133560" cy="1630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B4E64A87-599B-4DA7-BB58-F7E7A99B2B1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28727" y="4827266"/>
                  <a:ext cx="169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C7B1D66A-2030-47D1-A2B4-13DE0BE6EC7F}"/>
                    </a:ext>
                  </a:extLst>
                </p14:cNvPr>
                <p14:cNvContentPartPr/>
                <p14:nvPr/>
              </p14:nvContentPartPr>
              <p14:xfrm>
                <a:off x="10538447" y="4826906"/>
                <a:ext cx="194400" cy="20160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C7B1D66A-2030-47D1-A2B4-13DE0BE6EC7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20447" y="4809266"/>
                  <a:ext cx="2300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674E763B-D98A-4C8F-87FB-A7F608A42DDD}"/>
              </a:ext>
            </a:extLst>
          </p:cNvPr>
          <p:cNvGrpSpPr/>
          <p:nvPr/>
        </p:nvGrpSpPr>
        <p:grpSpPr>
          <a:xfrm>
            <a:off x="10999247" y="4777586"/>
            <a:ext cx="481320" cy="559800"/>
            <a:chOff x="10999247" y="4777586"/>
            <a:chExt cx="48132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7E0F057F-2728-4052-BAF2-71DC22595F12}"/>
                    </a:ext>
                  </a:extLst>
                </p14:cNvPr>
                <p14:cNvContentPartPr/>
                <p14:nvPr/>
              </p14:nvContentPartPr>
              <p14:xfrm>
                <a:off x="11067287" y="4818266"/>
                <a:ext cx="6480" cy="20700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7E0F057F-2728-4052-BAF2-71DC22595F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49287" y="4800626"/>
                  <a:ext cx="42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F2A30FD8-0AE2-4823-8B86-2E8F558F4C16}"/>
                    </a:ext>
                  </a:extLst>
                </p14:cNvPr>
                <p14:cNvContentPartPr/>
                <p14:nvPr/>
              </p14:nvContentPartPr>
              <p14:xfrm>
                <a:off x="10999247" y="4942466"/>
                <a:ext cx="180360" cy="5076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F2A30FD8-0AE2-4823-8B86-2E8F558F4C1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981247" y="4924826"/>
                  <a:ext cx="216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9B507FA6-1288-49BF-BC9D-E4829683A4CB}"/>
                    </a:ext>
                  </a:extLst>
                </p14:cNvPr>
                <p14:cNvContentPartPr/>
                <p14:nvPr/>
              </p14:nvContentPartPr>
              <p14:xfrm>
                <a:off x="11272127" y="4777586"/>
                <a:ext cx="186120" cy="2059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9B507FA6-1288-49BF-BC9D-E4829683A4C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254127" y="4759946"/>
                  <a:ext cx="221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EFF7411C-072F-4E5C-81B7-87637C38935F}"/>
                    </a:ext>
                  </a:extLst>
                </p14:cNvPr>
                <p14:cNvContentPartPr/>
                <p14:nvPr/>
              </p14:nvContentPartPr>
              <p14:xfrm>
                <a:off x="11338727" y="5101226"/>
                <a:ext cx="141840" cy="2361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EFF7411C-072F-4E5C-81B7-87637C38935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21087" y="5083226"/>
                  <a:ext cx="17748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BE7A70DB-3823-4C46-AF55-6BC61751C62A}"/>
              </a:ext>
            </a:extLst>
          </p:cNvPr>
          <p:cNvGrpSpPr/>
          <p:nvPr/>
        </p:nvGrpSpPr>
        <p:grpSpPr>
          <a:xfrm>
            <a:off x="8320847" y="6090866"/>
            <a:ext cx="228960" cy="81000"/>
            <a:chOff x="8320847" y="6090866"/>
            <a:chExt cx="22896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4779C3F0-CBF4-430E-A8B2-FC7606D55698}"/>
                    </a:ext>
                  </a:extLst>
                </p14:cNvPr>
                <p14:cNvContentPartPr/>
                <p14:nvPr/>
              </p14:nvContentPartPr>
              <p14:xfrm>
                <a:off x="8320847" y="6090866"/>
                <a:ext cx="159840" cy="36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4779C3F0-CBF4-430E-A8B2-FC7606D5569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03207" y="6073226"/>
                  <a:ext cx="19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0C728CF3-D75F-44CB-A1A4-E05A7EBF4D86}"/>
                    </a:ext>
                  </a:extLst>
                </p14:cNvPr>
                <p14:cNvContentPartPr/>
                <p14:nvPr/>
              </p14:nvContentPartPr>
              <p14:xfrm>
                <a:off x="8417327" y="6159626"/>
                <a:ext cx="132480" cy="122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0C728CF3-D75F-44CB-A1A4-E05A7EBF4D8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99687" y="6141626"/>
                  <a:ext cx="1681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upo 226">
            <a:extLst>
              <a:ext uri="{FF2B5EF4-FFF2-40B4-BE49-F238E27FC236}">
                <a16:creationId xmlns:a16="http://schemas.microsoft.com/office/drawing/2014/main" id="{C09E67F1-9AB2-45FB-B174-07293DCD8AF1}"/>
              </a:ext>
            </a:extLst>
          </p:cNvPr>
          <p:cNvGrpSpPr/>
          <p:nvPr/>
        </p:nvGrpSpPr>
        <p:grpSpPr>
          <a:xfrm>
            <a:off x="8792447" y="5863706"/>
            <a:ext cx="408600" cy="687240"/>
            <a:chOff x="8792447" y="5863706"/>
            <a:chExt cx="40860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611B2877-9AA3-4F57-B05E-63F356C97D27}"/>
                    </a:ext>
                  </a:extLst>
                </p14:cNvPr>
                <p14:cNvContentPartPr/>
                <p14:nvPr/>
              </p14:nvContentPartPr>
              <p14:xfrm>
                <a:off x="8847167" y="5947586"/>
                <a:ext cx="136080" cy="18252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611B2877-9AA3-4F57-B05E-63F356C97D2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29527" y="5929586"/>
                  <a:ext cx="171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7B5466EE-DC97-4065-B8CC-F15C3EF18ECF}"/>
                    </a:ext>
                  </a:extLst>
                </p14:cNvPr>
                <p14:cNvContentPartPr/>
                <p14:nvPr/>
              </p14:nvContentPartPr>
              <p14:xfrm>
                <a:off x="8831687" y="5925986"/>
                <a:ext cx="163440" cy="21240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7B5466EE-DC97-4065-B8CC-F15C3EF18EC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14047" y="5908346"/>
                  <a:ext cx="199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5BB19ADB-C168-41AD-B6BB-EF570B41A82C}"/>
                    </a:ext>
                  </a:extLst>
                </p14:cNvPr>
                <p14:cNvContentPartPr/>
                <p14:nvPr/>
              </p14:nvContentPartPr>
              <p14:xfrm>
                <a:off x="9064967" y="5863706"/>
                <a:ext cx="136080" cy="18900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5BB19ADB-C168-41AD-B6BB-EF570B41A82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047327" y="5846066"/>
                  <a:ext cx="171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E8B7457A-1835-4FEF-A8FD-39F93ACCC5E5}"/>
                    </a:ext>
                  </a:extLst>
                </p14:cNvPr>
                <p14:cNvContentPartPr/>
                <p14:nvPr/>
              </p14:nvContentPartPr>
              <p14:xfrm>
                <a:off x="8792447" y="6240986"/>
                <a:ext cx="400320" cy="4104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E8B7457A-1835-4FEF-A8FD-39F93ACCC5E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74807" y="6222986"/>
                  <a:ext cx="435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FE8725D5-2FE8-420E-81C8-E44AB95B310C}"/>
                    </a:ext>
                  </a:extLst>
                </p14:cNvPr>
                <p14:cNvContentPartPr/>
                <p14:nvPr/>
              </p14:nvContentPartPr>
              <p14:xfrm>
                <a:off x="8952287" y="6366986"/>
                <a:ext cx="221760" cy="18396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FE8725D5-2FE8-420E-81C8-E44AB95B31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34287" y="6349346"/>
                  <a:ext cx="25740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72C8D35D-4209-4885-8419-1C788B6B4804}"/>
                  </a:ext>
                </a:extLst>
              </p14:cNvPr>
              <p14:cNvContentPartPr/>
              <p14:nvPr/>
            </p14:nvContentPartPr>
            <p14:xfrm>
              <a:off x="9449807" y="6129386"/>
              <a:ext cx="137160" cy="1116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72C8D35D-4209-4885-8419-1C788B6B480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9432167" y="6111746"/>
                <a:ext cx="17280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upo 225">
            <a:extLst>
              <a:ext uri="{FF2B5EF4-FFF2-40B4-BE49-F238E27FC236}">
                <a16:creationId xmlns:a16="http://schemas.microsoft.com/office/drawing/2014/main" id="{BB921E3F-9AC0-45BA-A257-4EA948425892}"/>
              </a:ext>
            </a:extLst>
          </p:cNvPr>
          <p:cNvGrpSpPr/>
          <p:nvPr/>
        </p:nvGrpSpPr>
        <p:grpSpPr>
          <a:xfrm>
            <a:off x="9791807" y="5850026"/>
            <a:ext cx="950400" cy="289080"/>
            <a:chOff x="9791807" y="5850026"/>
            <a:chExt cx="95040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AABF3B0A-9672-49A2-BCE1-A6AB8CB4B01E}"/>
                    </a:ext>
                  </a:extLst>
                </p14:cNvPr>
                <p14:cNvContentPartPr/>
                <p14:nvPr/>
              </p14:nvContentPartPr>
              <p14:xfrm>
                <a:off x="9791807" y="5959106"/>
                <a:ext cx="180360" cy="18000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AABF3B0A-9672-49A2-BCE1-A6AB8CB4B01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773807" y="5941466"/>
                  <a:ext cx="216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DD412661-9943-4F56-9790-188630AF94B4}"/>
                    </a:ext>
                  </a:extLst>
                </p14:cNvPr>
                <p14:cNvContentPartPr/>
                <p14:nvPr/>
              </p14:nvContentPartPr>
              <p14:xfrm>
                <a:off x="9826367" y="5927066"/>
                <a:ext cx="149400" cy="17280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DD412661-9943-4F56-9790-188630AF94B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08367" y="5909426"/>
                  <a:ext cx="185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BDF6D0BE-FD17-49BF-B1B3-F4E561AB0E76}"/>
                    </a:ext>
                  </a:extLst>
                </p14:cNvPr>
                <p14:cNvContentPartPr/>
                <p14:nvPr/>
              </p14:nvContentPartPr>
              <p14:xfrm>
                <a:off x="10198967" y="5880986"/>
                <a:ext cx="34920" cy="1944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BDF6D0BE-FD17-49BF-B1B3-F4E561AB0E7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181327" y="5863346"/>
                  <a:ext cx="70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81243CBA-7E1F-4C0A-A49A-80A5D46BCE8C}"/>
                    </a:ext>
                  </a:extLst>
                </p14:cNvPr>
                <p14:cNvContentPartPr/>
                <p14:nvPr/>
              </p14:nvContentPartPr>
              <p14:xfrm>
                <a:off x="10152527" y="5976386"/>
                <a:ext cx="161280" cy="313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81243CBA-7E1F-4C0A-A49A-80A5D46BCE8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134887" y="5958386"/>
                  <a:ext cx="196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CE22065F-4F79-46CE-872C-8F9693987FF9}"/>
                    </a:ext>
                  </a:extLst>
                </p14:cNvPr>
                <p14:cNvContentPartPr/>
                <p14:nvPr/>
              </p14:nvContentPartPr>
              <p14:xfrm>
                <a:off x="10551407" y="5850026"/>
                <a:ext cx="40680" cy="23760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CE22065F-4F79-46CE-872C-8F9693987FF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533767" y="5832026"/>
                  <a:ext cx="76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327037DA-5CA4-49B2-B61A-D4EFA8EE62F8}"/>
                    </a:ext>
                  </a:extLst>
                </p14:cNvPr>
                <p14:cNvContentPartPr/>
                <p14:nvPr/>
              </p14:nvContentPartPr>
              <p14:xfrm>
                <a:off x="10494167" y="6064226"/>
                <a:ext cx="248040" cy="176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327037DA-5CA4-49B2-B61A-D4EFA8EE62F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476527" y="6046226"/>
                  <a:ext cx="283680" cy="5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463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8273E42-DC18-4913-BBB0-BAA9B203DC4E}"/>
              </a:ext>
            </a:extLst>
          </p:cNvPr>
          <p:cNvGrpSpPr/>
          <p:nvPr/>
        </p:nvGrpSpPr>
        <p:grpSpPr>
          <a:xfrm>
            <a:off x="882424" y="1610936"/>
            <a:ext cx="1441440" cy="602280"/>
            <a:chOff x="882424" y="1610936"/>
            <a:chExt cx="1441440" cy="60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3E776EBB-BD34-4423-82C8-44358FBDDA14}"/>
                    </a:ext>
                  </a:extLst>
                </p14:cNvPr>
                <p14:cNvContentPartPr/>
                <p14:nvPr/>
              </p14:nvContentPartPr>
              <p14:xfrm>
                <a:off x="1158184" y="1610936"/>
                <a:ext cx="84960" cy="58500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3E776EBB-BD34-4423-82C8-44358FBDDA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0544" y="1593296"/>
                  <a:ext cx="12060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FA178DE8-649F-44D3-96FA-A4F3519457FF}"/>
                    </a:ext>
                  </a:extLst>
                </p14:cNvPr>
                <p14:cNvContentPartPr/>
                <p14:nvPr/>
              </p14:nvContentPartPr>
              <p14:xfrm>
                <a:off x="882424" y="1641536"/>
                <a:ext cx="401400" cy="10296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FA178DE8-649F-44D3-96FA-A4F3519457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4784" y="1623536"/>
                  <a:ext cx="437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65BB69DB-0C2C-4512-A922-C3F6BC0CB382}"/>
                    </a:ext>
                  </a:extLst>
                </p14:cNvPr>
                <p14:cNvContentPartPr/>
                <p14:nvPr/>
              </p14:nvContentPartPr>
              <p14:xfrm>
                <a:off x="1059184" y="1940696"/>
                <a:ext cx="259560" cy="8208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65BB69DB-0C2C-4512-A922-C3F6BC0CB3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1544" y="1922696"/>
                  <a:ext cx="295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809E361-279E-46BC-9FBC-BCC6EE269F2D}"/>
                    </a:ext>
                  </a:extLst>
                </p14:cNvPr>
                <p14:cNvContentPartPr/>
                <p14:nvPr/>
              </p14:nvContentPartPr>
              <p14:xfrm>
                <a:off x="1449064" y="1852856"/>
                <a:ext cx="131040" cy="3178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809E361-279E-46BC-9FBC-BCC6EE269F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31064" y="1834856"/>
                  <a:ext cx="1666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BBB1EAC-6C90-4AEB-865A-4F68BFFF79D7}"/>
                    </a:ext>
                  </a:extLst>
                </p14:cNvPr>
                <p14:cNvContentPartPr/>
                <p14:nvPr/>
              </p14:nvContentPartPr>
              <p14:xfrm>
                <a:off x="1617184" y="1926656"/>
                <a:ext cx="191880" cy="2865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BBB1EAC-6C90-4AEB-865A-4F68BFFF79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99184" y="1909016"/>
                  <a:ext cx="227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8E671AE-A049-418C-8F81-9E92FC5365F5}"/>
                    </a:ext>
                  </a:extLst>
                </p14:cNvPr>
                <p14:cNvContentPartPr/>
                <p14:nvPr/>
              </p14:nvContentPartPr>
              <p14:xfrm>
                <a:off x="1859824" y="1770056"/>
                <a:ext cx="117360" cy="4334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8E671AE-A049-418C-8F81-9E92FC5365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1824" y="1752416"/>
                  <a:ext cx="1530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9FB85CD-6175-40D3-9891-E399B526DC6A}"/>
                    </a:ext>
                  </a:extLst>
                </p14:cNvPr>
                <p14:cNvContentPartPr/>
                <p14:nvPr/>
              </p14:nvContentPartPr>
              <p14:xfrm>
                <a:off x="2148904" y="1858976"/>
                <a:ext cx="174240" cy="2484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9FB85CD-6175-40D3-9891-E399B526DC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0904" y="1840976"/>
                  <a:ext cx="209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99542D1-365D-4A84-99F6-04E5CCDCEBF4}"/>
                    </a:ext>
                  </a:extLst>
                </p14:cNvPr>
                <p14:cNvContentPartPr/>
                <p14:nvPr/>
              </p14:nvContentPartPr>
              <p14:xfrm>
                <a:off x="2162224" y="1976336"/>
                <a:ext cx="161640" cy="403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99542D1-365D-4A84-99F6-04E5CCDCEB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4584" y="1958336"/>
                  <a:ext cx="19728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2913128E-C6A8-401D-84CE-2C3A50892C5A}"/>
                  </a:ext>
                </a:extLst>
              </p14:cNvPr>
              <p14:cNvContentPartPr/>
              <p14:nvPr/>
            </p14:nvContentPartPr>
            <p14:xfrm>
              <a:off x="3716704" y="1156256"/>
              <a:ext cx="180720" cy="19944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2913128E-C6A8-401D-84CE-2C3A50892C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99064" y="1138616"/>
                <a:ext cx="21636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o 16">
            <a:extLst>
              <a:ext uri="{FF2B5EF4-FFF2-40B4-BE49-F238E27FC236}">
                <a16:creationId xmlns:a16="http://schemas.microsoft.com/office/drawing/2014/main" id="{B08BF99B-2411-42EF-9214-F78C8060225A}"/>
              </a:ext>
            </a:extLst>
          </p:cNvPr>
          <p:cNvGrpSpPr/>
          <p:nvPr/>
        </p:nvGrpSpPr>
        <p:grpSpPr>
          <a:xfrm>
            <a:off x="6441904" y="1025936"/>
            <a:ext cx="1062360" cy="303840"/>
            <a:chOff x="6441904" y="1025936"/>
            <a:chExt cx="10623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4E38F2E1-C4C5-4ED4-89A7-7BB57D1807CC}"/>
                    </a:ext>
                  </a:extLst>
                </p14:cNvPr>
                <p14:cNvContentPartPr/>
                <p14:nvPr/>
              </p14:nvContentPartPr>
              <p14:xfrm>
                <a:off x="6450544" y="1063016"/>
                <a:ext cx="243000" cy="2563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4E38F2E1-C4C5-4ED4-89A7-7BB57D1807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32904" y="1045376"/>
                  <a:ext cx="2786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6D70FED-91A3-4D5F-8CEC-6287829E321A}"/>
                    </a:ext>
                  </a:extLst>
                </p14:cNvPr>
                <p14:cNvContentPartPr/>
                <p14:nvPr/>
              </p14:nvContentPartPr>
              <p14:xfrm>
                <a:off x="6441904" y="1025936"/>
                <a:ext cx="251640" cy="3038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6D70FED-91A3-4D5F-8CEC-6287829E32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24264" y="1007936"/>
                  <a:ext cx="287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AD285E4-C2FA-47B8-9EBB-5657E82954A0}"/>
                    </a:ext>
                  </a:extLst>
                </p14:cNvPr>
                <p14:cNvContentPartPr/>
                <p14:nvPr/>
              </p14:nvContentPartPr>
              <p14:xfrm>
                <a:off x="6904144" y="1107656"/>
                <a:ext cx="265320" cy="2113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AD285E4-C2FA-47B8-9EBB-5657E82954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86144" y="1089656"/>
                  <a:ext cx="300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33438AF-52A3-42DF-9782-55D2C873B9AB}"/>
                    </a:ext>
                  </a:extLst>
                </p14:cNvPr>
                <p14:cNvContentPartPr/>
                <p14:nvPr/>
              </p14:nvContentPartPr>
              <p14:xfrm>
                <a:off x="7271344" y="1110896"/>
                <a:ext cx="232920" cy="2008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33438AF-52A3-42DF-9782-55D2C873B9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3704" y="1093256"/>
                  <a:ext cx="26856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3EC6CB9F-C6A0-4B75-91FC-A26F3E38633F}"/>
                  </a:ext>
                </a:extLst>
              </p14:cNvPr>
              <p14:cNvContentPartPr/>
              <p14:nvPr/>
            </p14:nvContentPartPr>
            <p14:xfrm>
              <a:off x="6811624" y="1759616"/>
              <a:ext cx="145440" cy="17532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3EC6CB9F-C6A0-4B75-91FC-A26F3E38633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93624" y="1741976"/>
                <a:ext cx="18108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5657F198-B676-4B38-B3E6-492BD52CD8AC}"/>
              </a:ext>
            </a:extLst>
          </p:cNvPr>
          <p:cNvGrpSpPr/>
          <p:nvPr/>
        </p:nvGrpSpPr>
        <p:grpSpPr>
          <a:xfrm>
            <a:off x="7208704" y="1604096"/>
            <a:ext cx="1214280" cy="367200"/>
            <a:chOff x="7208704" y="1604096"/>
            <a:chExt cx="12142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446CB7A-F518-4031-BEFF-DFCE8CEA78B1}"/>
                    </a:ext>
                  </a:extLst>
                </p14:cNvPr>
                <p14:cNvContentPartPr/>
                <p14:nvPr/>
              </p14:nvContentPartPr>
              <p14:xfrm>
                <a:off x="7612624" y="1675376"/>
                <a:ext cx="182160" cy="2570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446CB7A-F518-4031-BEFF-DFCE8CEA78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94984" y="1657736"/>
                  <a:ext cx="217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260E2B1-D0DF-4F0C-AF0D-E5D2212FC39C}"/>
                    </a:ext>
                  </a:extLst>
                </p14:cNvPr>
                <p14:cNvContentPartPr/>
                <p14:nvPr/>
              </p14:nvContentPartPr>
              <p14:xfrm>
                <a:off x="7586704" y="1622456"/>
                <a:ext cx="185040" cy="2541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260E2B1-D0DF-4F0C-AF0D-E5D2212FC3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68704" y="1604456"/>
                  <a:ext cx="220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694FEE2-E8BF-49CF-AA3C-CB7281F395A4}"/>
                    </a:ext>
                  </a:extLst>
                </p14:cNvPr>
                <p14:cNvContentPartPr/>
                <p14:nvPr/>
              </p14:nvContentPartPr>
              <p14:xfrm>
                <a:off x="7231744" y="1683296"/>
                <a:ext cx="139680" cy="2109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694FEE2-E8BF-49CF-AA3C-CB7281F395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13744" y="1665296"/>
                  <a:ext cx="1753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4410AC2-B403-4E49-B08E-D587C303D5C4}"/>
                    </a:ext>
                  </a:extLst>
                </p14:cNvPr>
                <p14:cNvContentPartPr/>
                <p14:nvPr/>
              </p14:nvContentPartPr>
              <p14:xfrm>
                <a:off x="7208704" y="1943936"/>
                <a:ext cx="199440" cy="273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4410AC2-B403-4E49-B08E-D587C303D5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90704" y="1926296"/>
                  <a:ext cx="235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F508F823-4528-438B-9084-D1187AD7448F}"/>
                    </a:ext>
                  </a:extLst>
                </p14:cNvPr>
                <p14:cNvContentPartPr/>
                <p14:nvPr/>
              </p14:nvContentPartPr>
              <p14:xfrm>
                <a:off x="7925464" y="1604096"/>
                <a:ext cx="171000" cy="2520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F508F823-4528-438B-9084-D1187AD744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07824" y="1586456"/>
                  <a:ext cx="206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3B9E72D-5D70-4F99-B0A6-8B0BCB4724C7}"/>
                    </a:ext>
                  </a:extLst>
                </p14:cNvPr>
                <p14:cNvContentPartPr/>
                <p14:nvPr/>
              </p14:nvContentPartPr>
              <p14:xfrm>
                <a:off x="8271424" y="1630736"/>
                <a:ext cx="151560" cy="2815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3B9E72D-5D70-4F99-B0A6-8B0BCB4724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53784" y="1613096"/>
                  <a:ext cx="18720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823972F-3196-4A66-9FB4-98D51F8F8BA0}"/>
              </a:ext>
            </a:extLst>
          </p:cNvPr>
          <p:cNvGrpSpPr/>
          <p:nvPr/>
        </p:nvGrpSpPr>
        <p:grpSpPr>
          <a:xfrm>
            <a:off x="3535984" y="1720736"/>
            <a:ext cx="935280" cy="359280"/>
            <a:chOff x="3535984" y="1720736"/>
            <a:chExt cx="9352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422F1331-8C6B-4D47-91C3-7421A491793B}"/>
                    </a:ext>
                  </a:extLst>
                </p14:cNvPr>
                <p14:cNvContentPartPr/>
                <p14:nvPr/>
              </p14:nvContentPartPr>
              <p14:xfrm>
                <a:off x="3535984" y="1842416"/>
                <a:ext cx="154080" cy="2343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422F1331-8C6B-4D47-91C3-7421A491793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18344" y="1824416"/>
                  <a:ext cx="189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CDA6875-399B-4B18-8845-961295FE499F}"/>
                    </a:ext>
                  </a:extLst>
                </p14:cNvPr>
                <p14:cNvContentPartPr/>
                <p14:nvPr/>
              </p14:nvContentPartPr>
              <p14:xfrm>
                <a:off x="3555424" y="1841336"/>
                <a:ext cx="140400" cy="23868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CDA6875-399B-4B18-8845-961295FE49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37424" y="1823696"/>
                  <a:ext cx="176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228AC217-A515-40BD-825F-29C8E107C4F9}"/>
                    </a:ext>
                  </a:extLst>
                </p14:cNvPr>
                <p14:cNvContentPartPr/>
                <p14:nvPr/>
              </p14:nvContentPartPr>
              <p14:xfrm>
                <a:off x="3885184" y="1994696"/>
                <a:ext cx="135720" cy="2052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228AC217-A515-40BD-825F-29C8E107C4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67184" y="1976696"/>
                  <a:ext cx="171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0110DC1-D32E-4508-BE25-B7C9DB788439}"/>
                    </a:ext>
                  </a:extLst>
                </p14:cNvPr>
                <p14:cNvContentPartPr/>
                <p14:nvPr/>
              </p14:nvContentPartPr>
              <p14:xfrm>
                <a:off x="4103344" y="1879856"/>
                <a:ext cx="233280" cy="17352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0110DC1-D32E-4508-BE25-B7C9DB78843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5704" y="1861856"/>
                  <a:ext cx="268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5D915CEA-5C06-4AB8-9631-DEB948760171}"/>
                    </a:ext>
                  </a:extLst>
                </p14:cNvPr>
                <p14:cNvContentPartPr/>
                <p14:nvPr/>
              </p14:nvContentPartPr>
              <p14:xfrm>
                <a:off x="4134304" y="1860776"/>
                <a:ext cx="122040" cy="21240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5D915CEA-5C06-4AB8-9631-DEB9487601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16664" y="1842776"/>
                  <a:ext cx="157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4810C6A2-6500-4449-A65E-1A9C55E99E3E}"/>
                    </a:ext>
                  </a:extLst>
                </p14:cNvPr>
                <p14:cNvContentPartPr/>
                <p14:nvPr/>
              </p14:nvContentPartPr>
              <p14:xfrm>
                <a:off x="4325464" y="1720736"/>
                <a:ext cx="145800" cy="1753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4810C6A2-6500-4449-A65E-1A9C55E99E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7464" y="1702736"/>
                  <a:ext cx="181440" cy="21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6ED93766-D3FF-4BD5-BAA9-4ED52E1B374A}"/>
                  </a:ext>
                </a:extLst>
              </p14:cNvPr>
              <p14:cNvContentPartPr/>
              <p14:nvPr/>
            </p14:nvContentPartPr>
            <p14:xfrm>
              <a:off x="4056184" y="2197736"/>
              <a:ext cx="385200" cy="5220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6ED93766-D3FF-4BD5-BAA9-4ED52E1B374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38184" y="2179736"/>
                <a:ext cx="4208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C7CBA2E-5C90-4F81-9FE1-919E15BFF86B}"/>
                  </a:ext>
                </a:extLst>
              </p14:cNvPr>
              <p14:cNvContentPartPr/>
              <p14:nvPr/>
            </p14:nvContentPartPr>
            <p14:xfrm>
              <a:off x="4184704" y="2380256"/>
              <a:ext cx="218880" cy="20196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C7CBA2E-5C90-4F81-9FE1-919E15BFF86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67064" y="2362256"/>
                <a:ext cx="2545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ABFADA2F-C971-4A9F-BE56-5F17478332B2}"/>
              </a:ext>
            </a:extLst>
          </p:cNvPr>
          <p:cNvGrpSpPr/>
          <p:nvPr/>
        </p:nvGrpSpPr>
        <p:grpSpPr>
          <a:xfrm>
            <a:off x="3453904" y="3095936"/>
            <a:ext cx="1405800" cy="794880"/>
            <a:chOff x="3453904" y="3095936"/>
            <a:chExt cx="1405800" cy="79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2F23AD14-12C4-48F8-A4C9-DBC1A144AA6F}"/>
                    </a:ext>
                  </a:extLst>
                </p14:cNvPr>
                <p14:cNvContentPartPr/>
                <p14:nvPr/>
              </p14:nvContentPartPr>
              <p14:xfrm>
                <a:off x="3510064" y="3243176"/>
                <a:ext cx="115560" cy="1875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2F23AD14-12C4-48F8-A4C9-DBC1A144AA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92064" y="3225536"/>
                  <a:ext cx="151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042D1A21-CAD1-4B66-91C7-82DBBE71332B}"/>
                    </a:ext>
                  </a:extLst>
                </p14:cNvPr>
                <p14:cNvContentPartPr/>
                <p14:nvPr/>
              </p14:nvContentPartPr>
              <p14:xfrm>
                <a:off x="3499264" y="3184856"/>
                <a:ext cx="120240" cy="22140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042D1A21-CAD1-4B66-91C7-82DBBE71332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81624" y="3167216"/>
                  <a:ext cx="155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6AF849F-FAAB-4B4C-B92D-898B2A3EB0F2}"/>
                    </a:ext>
                  </a:extLst>
                </p14:cNvPr>
                <p14:cNvContentPartPr/>
                <p14:nvPr/>
              </p14:nvContentPartPr>
              <p14:xfrm>
                <a:off x="3681064" y="3095936"/>
                <a:ext cx="159840" cy="16848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6AF849F-FAAB-4B4C-B92D-898B2A3EB0F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63064" y="3077936"/>
                  <a:ext cx="195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DAEC9B2-5FBB-412A-B93F-0D168716D63B}"/>
                    </a:ext>
                  </a:extLst>
                </p14:cNvPr>
                <p14:cNvContentPartPr/>
                <p14:nvPr/>
              </p14:nvContentPartPr>
              <p14:xfrm>
                <a:off x="3453904" y="3577256"/>
                <a:ext cx="321480" cy="133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DAEC9B2-5FBB-412A-B93F-0D168716D63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35904" y="3559256"/>
                  <a:ext cx="357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2EE7C9CD-46A7-4D8E-ACB0-2C4DE6CA15EC}"/>
                    </a:ext>
                  </a:extLst>
                </p14:cNvPr>
                <p14:cNvContentPartPr/>
                <p14:nvPr/>
              </p14:nvContentPartPr>
              <p14:xfrm>
                <a:off x="3537064" y="3707576"/>
                <a:ext cx="244080" cy="1832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2EE7C9CD-46A7-4D8E-ACB0-2C4DE6CA15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19064" y="3689936"/>
                  <a:ext cx="279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E1F830AA-F256-4D00-905C-F12F629BF882}"/>
                    </a:ext>
                  </a:extLst>
                </p14:cNvPr>
                <p14:cNvContentPartPr/>
                <p14:nvPr/>
              </p14:nvContentPartPr>
              <p14:xfrm>
                <a:off x="3974104" y="3481496"/>
                <a:ext cx="189000" cy="10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E1F830AA-F256-4D00-905C-F12F629BF8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56104" y="3463856"/>
                  <a:ext cx="224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C8157CD6-7F9C-4DF4-A9C0-8FE834F60A2B}"/>
                    </a:ext>
                  </a:extLst>
                </p14:cNvPr>
                <p14:cNvContentPartPr/>
                <p14:nvPr/>
              </p14:nvContentPartPr>
              <p14:xfrm>
                <a:off x="4221424" y="3346856"/>
                <a:ext cx="182160" cy="1846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C8157CD6-7F9C-4DF4-A9C0-8FE834F60A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03784" y="3328856"/>
                  <a:ext cx="217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068EE968-E421-4F5F-BBB0-90B7B4041CF9}"/>
                    </a:ext>
                  </a:extLst>
                </p14:cNvPr>
                <p14:cNvContentPartPr/>
                <p14:nvPr/>
              </p14:nvContentPartPr>
              <p14:xfrm>
                <a:off x="4272544" y="3337136"/>
                <a:ext cx="141480" cy="19260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068EE968-E421-4F5F-BBB0-90B7B4041CF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4904" y="3319496"/>
                  <a:ext cx="177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6474F16D-FAD2-411D-A0F8-B5E4C3A549F9}"/>
                    </a:ext>
                  </a:extLst>
                </p14:cNvPr>
                <p14:cNvContentPartPr/>
                <p14:nvPr/>
              </p14:nvContentPartPr>
              <p14:xfrm>
                <a:off x="4613824" y="3286736"/>
                <a:ext cx="33120" cy="21240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6474F16D-FAD2-411D-A0F8-B5E4C3A549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96184" y="3268736"/>
                  <a:ext cx="68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D3425D5-0268-4B5A-A3EC-C5237E7AB6EF}"/>
                    </a:ext>
                  </a:extLst>
                </p14:cNvPr>
                <p14:cNvContentPartPr/>
                <p14:nvPr/>
              </p14:nvContentPartPr>
              <p14:xfrm>
                <a:off x="4561624" y="3159656"/>
                <a:ext cx="298080" cy="2584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D3425D5-0268-4B5A-A3EC-C5237E7AB6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43984" y="3142016"/>
                  <a:ext cx="33372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1220C7AD-638F-4522-B438-26630AB51BD5}"/>
              </a:ext>
            </a:extLst>
          </p:cNvPr>
          <p:cNvGrpSpPr/>
          <p:nvPr/>
        </p:nvGrpSpPr>
        <p:grpSpPr>
          <a:xfrm>
            <a:off x="7285024" y="3139856"/>
            <a:ext cx="840600" cy="343080"/>
            <a:chOff x="7285024" y="3139856"/>
            <a:chExt cx="84060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4A771C8-8C53-43B3-8A3E-8D90A6698CE2}"/>
                    </a:ext>
                  </a:extLst>
                </p14:cNvPr>
                <p14:cNvContentPartPr/>
                <p14:nvPr/>
              </p14:nvContentPartPr>
              <p14:xfrm>
                <a:off x="7967584" y="3192056"/>
                <a:ext cx="148320" cy="2142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4A771C8-8C53-43B3-8A3E-8D90A6698CE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49584" y="3174056"/>
                  <a:ext cx="183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B90EA59-90E1-4CF2-B6F4-B0584B8F46BD}"/>
                    </a:ext>
                  </a:extLst>
                </p14:cNvPr>
                <p14:cNvContentPartPr/>
                <p14:nvPr/>
              </p14:nvContentPartPr>
              <p14:xfrm>
                <a:off x="7924024" y="3158216"/>
                <a:ext cx="201600" cy="2674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B90EA59-90E1-4CF2-B6F4-B0584B8F46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06024" y="3140216"/>
                  <a:ext cx="237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2A67CF8-B929-485F-BBF4-3345795C6A33}"/>
                    </a:ext>
                  </a:extLst>
                </p14:cNvPr>
                <p14:cNvContentPartPr/>
                <p14:nvPr/>
              </p14:nvContentPartPr>
              <p14:xfrm>
                <a:off x="7580944" y="3139856"/>
                <a:ext cx="201240" cy="2030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2A67CF8-B929-485F-BBF4-3345795C6A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62944" y="3121856"/>
                  <a:ext cx="236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68481B5-CB65-49C6-9688-448F6BDA26C1}"/>
                    </a:ext>
                  </a:extLst>
                </p14:cNvPr>
                <p14:cNvContentPartPr/>
                <p14:nvPr/>
              </p14:nvContentPartPr>
              <p14:xfrm>
                <a:off x="7464664" y="3426776"/>
                <a:ext cx="251640" cy="126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68481B5-CB65-49C6-9688-448F6BDA26C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47024" y="3408776"/>
                  <a:ext cx="287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F1410C7-5631-4CA4-BE67-72854959ABA8}"/>
                    </a:ext>
                  </a:extLst>
                </p14:cNvPr>
                <p14:cNvContentPartPr/>
                <p14:nvPr/>
              </p14:nvContentPartPr>
              <p14:xfrm>
                <a:off x="7285024" y="3263336"/>
                <a:ext cx="88200" cy="21960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F1410C7-5631-4CA4-BE67-72854959AB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67024" y="3245336"/>
                  <a:ext cx="1238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B0BFD9E2-8C59-4488-BCCB-E207EE96865C}"/>
              </a:ext>
            </a:extLst>
          </p:cNvPr>
          <p:cNvGrpSpPr/>
          <p:nvPr/>
        </p:nvGrpSpPr>
        <p:grpSpPr>
          <a:xfrm>
            <a:off x="8363584" y="3167216"/>
            <a:ext cx="440640" cy="252720"/>
            <a:chOff x="8363584" y="3167216"/>
            <a:chExt cx="4406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914434D-7142-4C50-95FE-86DB738AF59D}"/>
                    </a:ext>
                  </a:extLst>
                </p14:cNvPr>
                <p14:cNvContentPartPr/>
                <p14:nvPr/>
              </p14:nvContentPartPr>
              <p14:xfrm>
                <a:off x="8363584" y="3201416"/>
                <a:ext cx="173520" cy="19872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914434D-7142-4C50-95FE-86DB738AF59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45584" y="3183776"/>
                  <a:ext cx="209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1F1007F-4508-4CD2-B47D-F4F5D6665188}"/>
                    </a:ext>
                  </a:extLst>
                </p14:cNvPr>
                <p14:cNvContentPartPr/>
                <p14:nvPr/>
              </p14:nvContentPartPr>
              <p14:xfrm>
                <a:off x="8673184" y="3167216"/>
                <a:ext cx="131040" cy="25272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1F1007F-4508-4CD2-B47D-F4F5D66651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55184" y="3149576"/>
                  <a:ext cx="166680" cy="28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6B8D056A-870D-44B3-87A3-96D51491A347}"/>
                  </a:ext>
                </a:extLst>
              </p14:cNvPr>
              <p14:cNvContentPartPr/>
              <p14:nvPr/>
            </p14:nvContentPartPr>
            <p14:xfrm>
              <a:off x="2622664" y="937016"/>
              <a:ext cx="279360" cy="406980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6B8D056A-870D-44B3-87A3-96D51491A34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05024" y="919376"/>
                <a:ext cx="315000" cy="41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51F92B94-66F5-4DE4-9DD0-0C04BF3148A3}"/>
                  </a:ext>
                </a:extLst>
              </p14:cNvPr>
              <p14:cNvContentPartPr/>
              <p14:nvPr/>
            </p14:nvContentPartPr>
            <p14:xfrm>
              <a:off x="7708384" y="4301576"/>
              <a:ext cx="192600" cy="8460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51F92B94-66F5-4DE4-9DD0-0C04BF3148A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90384" y="4283576"/>
                <a:ext cx="22824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AB06330B-941A-4AFD-8293-71CBABA48CB1}"/>
              </a:ext>
            </a:extLst>
          </p:cNvPr>
          <p:cNvGrpSpPr/>
          <p:nvPr/>
        </p:nvGrpSpPr>
        <p:grpSpPr>
          <a:xfrm>
            <a:off x="4117024" y="4209056"/>
            <a:ext cx="236160" cy="382320"/>
            <a:chOff x="4117024" y="4209056"/>
            <a:chExt cx="2361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F86A04C7-C1AA-4634-B817-BC2F1F5CA3C5}"/>
                    </a:ext>
                  </a:extLst>
                </p14:cNvPr>
                <p14:cNvContentPartPr/>
                <p14:nvPr/>
              </p14:nvContentPartPr>
              <p14:xfrm>
                <a:off x="4239784" y="4209056"/>
                <a:ext cx="16920" cy="3564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F86A04C7-C1AA-4634-B817-BC2F1F5CA3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22144" y="4191416"/>
                  <a:ext cx="525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3C3CAF02-2769-4945-BEC3-E413B339D451}"/>
                    </a:ext>
                  </a:extLst>
                </p14:cNvPr>
                <p14:cNvContentPartPr/>
                <p14:nvPr/>
              </p14:nvContentPartPr>
              <p14:xfrm>
                <a:off x="4117024" y="4568336"/>
                <a:ext cx="236160" cy="2304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3C3CAF02-2769-4945-BEC3-E413B339D4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99384" y="4550696"/>
                  <a:ext cx="271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099DCA9D-67AA-49CD-9D55-2FDBB22E2CE7}"/>
              </a:ext>
            </a:extLst>
          </p:cNvPr>
          <p:cNvGrpSpPr/>
          <p:nvPr/>
        </p:nvGrpSpPr>
        <p:grpSpPr>
          <a:xfrm>
            <a:off x="7553584" y="4199336"/>
            <a:ext cx="874800" cy="478800"/>
            <a:chOff x="7553584" y="4199336"/>
            <a:chExt cx="87480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193C0A7-8BFA-4D5B-A703-8AFC0C9813F5}"/>
                    </a:ext>
                  </a:extLst>
                </p14:cNvPr>
                <p14:cNvContentPartPr/>
                <p14:nvPr/>
              </p14:nvContentPartPr>
              <p14:xfrm>
                <a:off x="7553584" y="4246496"/>
                <a:ext cx="168480" cy="1962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193C0A7-8BFA-4D5B-A703-8AFC0C9813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35944" y="4228856"/>
                  <a:ext cx="204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5C40E0E1-D645-4683-A422-A0FB44BB7BC2}"/>
                    </a:ext>
                  </a:extLst>
                </p14:cNvPr>
                <p14:cNvContentPartPr/>
                <p14:nvPr/>
              </p14:nvContentPartPr>
              <p14:xfrm>
                <a:off x="7575904" y="4224896"/>
                <a:ext cx="147240" cy="23544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5C40E0E1-D645-4683-A422-A0FB44BB7B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58264" y="4207256"/>
                  <a:ext cx="182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441F274-E27A-4192-ACE8-90F67085DED9}"/>
                    </a:ext>
                  </a:extLst>
                </p14:cNvPr>
                <p14:cNvContentPartPr/>
                <p14:nvPr/>
              </p14:nvContentPartPr>
              <p14:xfrm>
                <a:off x="7922944" y="4248656"/>
                <a:ext cx="164880" cy="19224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441F274-E27A-4192-ACE8-90F67085DE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05304" y="4230656"/>
                  <a:ext cx="200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F4DEECEA-16DC-44BE-A1BE-48DED96020E9}"/>
                    </a:ext>
                  </a:extLst>
                </p14:cNvPr>
                <p14:cNvContentPartPr/>
                <p14:nvPr/>
              </p14:nvContentPartPr>
              <p14:xfrm>
                <a:off x="8241904" y="4199336"/>
                <a:ext cx="186480" cy="21564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F4DEECEA-16DC-44BE-A1BE-48DED96020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24264" y="4181336"/>
                  <a:ext cx="222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6B65615-8FBD-454B-8FDC-410C00F499B5}"/>
                    </a:ext>
                  </a:extLst>
                </p14:cNvPr>
                <p14:cNvContentPartPr/>
                <p14:nvPr/>
              </p14:nvContentPartPr>
              <p14:xfrm>
                <a:off x="7867864" y="4457816"/>
                <a:ext cx="251640" cy="2203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6B65615-8FBD-454B-8FDC-410C00F499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0224" y="4440176"/>
                  <a:ext cx="28728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661E9339-F55E-459B-803F-F7781A7708E6}"/>
                  </a:ext>
                </a:extLst>
              </p14:cNvPr>
              <p14:cNvContentPartPr/>
              <p14:nvPr/>
            </p14:nvContentPartPr>
            <p14:xfrm>
              <a:off x="8837344" y="3129416"/>
              <a:ext cx="360" cy="360"/>
            </p14:xfrm>
          </p:contentPart>
        </mc:Choice>
        <mc:Fallback xmlns=""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661E9339-F55E-459B-803F-F7781A7708E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819704" y="311141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A48B26BE-5BE6-4BAA-BA55-9796DD7A72B7}"/>
                  </a:ext>
                </a:extLst>
              </p14:cNvPr>
              <p14:cNvContentPartPr/>
              <p14:nvPr/>
            </p14:nvContentPartPr>
            <p14:xfrm>
              <a:off x="8839504" y="3664016"/>
              <a:ext cx="1440" cy="194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A48B26BE-5BE6-4BAA-BA55-9796DD7A72B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821504" y="3646016"/>
                <a:ext cx="3708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88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8149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13</cp:revision>
  <dcterms:created xsi:type="dcterms:W3CDTF">2020-04-30T23:39:43Z</dcterms:created>
  <dcterms:modified xsi:type="dcterms:W3CDTF">2020-05-01T02:08:14Z</dcterms:modified>
</cp:coreProperties>
</file>