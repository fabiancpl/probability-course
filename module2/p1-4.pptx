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9" r:id="rId3"/>
    <p:sldId id="279" r:id="rId4"/>
    <p:sldId id="290" r:id="rId5"/>
    <p:sldId id="285" r:id="rId6"/>
    <p:sldId id="292" r:id="rId7"/>
    <p:sldId id="293" r:id="rId8"/>
    <p:sldId id="294" r:id="rId9"/>
    <p:sldId id="256" r:id="rId10"/>
    <p:sldId id="262" r:id="rId11"/>
    <p:sldId id="307" r:id="rId12"/>
    <p:sldId id="308" r:id="rId13"/>
    <p:sldId id="309" r:id="rId14"/>
    <p:sldId id="301" r:id="rId15"/>
    <p:sldId id="265" r:id="rId16"/>
    <p:sldId id="269" r:id="rId17"/>
    <p:sldId id="272" r:id="rId18"/>
    <p:sldId id="310" r:id="rId19"/>
    <p:sldId id="306" r:id="rId20"/>
    <p:sldId id="305" r:id="rId21"/>
    <p:sldId id="302" r:id="rId22"/>
    <p:sldId id="311" r:id="rId23"/>
    <p:sldId id="276" r:id="rId24"/>
    <p:sldId id="277" r:id="rId25"/>
    <p:sldId id="296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138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04-23T23:23:23.2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6325 6722 0,'0'-25'31,"25"25"0,0 0-15,74 0 0,50 0-16,74 0 0,50 0 15,-25 0-15,50 0 16,-50 0-16,-50 25 16,-24 0-16,-75 0 15,25-1 1,-99-24-1,24 0 1,1 0 0,49 0-16,0 25 0,50 0 15,-25 0 1,0 25-16,-24-26 16,-51 1-16,26 0 0,-26-25 15,-24 25 1,49-25-16,1 0 15,-1 0-15,25 0 16,25 25-16,-24-1 16,-26 1-16,-24 0 15,-1 0-15,26 0 16,24-1-16,25 1 16,50 0-16,-1-25 15,26 0 1,-26 0-16,-49 0 0,0 0 15,25 0-15,-50 0 16,-24 0 0,-1 0-16,-24 0 0,-1 0 15,1 0-15,0 0 16,24 0 0,1 0-16,-1 0 0,0 0 15,-49 0-15,0 0 16,0 0-1,0 0-15,-25-25 32,0 0-17,0 1 1,24-1 0,-24 0-16,0 0 15,0-24-15,0 24 16,0-50-16,-49 1 15,-1 24-15,1 1 16,-26-26 0,-24 26-16,0-26 0,-25 26 15,49-1-15,-24 25 16,49 0 0,1 1-16,-1 24 0,1-25 15,-1 25-15,-24 0 16,24 0-16,-49 0 15,24 0 1,1 0-16,-1 0 0,1 0 16,0 0-16,24 0 15,0 0-15,1 0 16,-1 0-16,-24 0 16,-1 0-1,1 0-15,0 0 0,-1 0 16,26 0-1,-26 0-15,1-25 16,-1 25-16,-24 0 16,0 0-16,-25 0 15,-223-25 1,173 0-16,0-24 16,75 24-16,0 0 15,-25 0 1,49 1-16,1-1 0,0 0 15,-26 25-15,-24-25 16,0 0 0,25 25-16,-25 0 0,50-24 15,-26 24-15,26-25 16,-25 25 0,0 0-16,-1 0 0,26 0 15,0 0-15,24 0 16,0 0-16,1 0 15,-1 0 1,1 0 0,-26 0-1,-74 49-15,0 1 0,-24 24 16,24-24 0,50-25-16,0 0 0,49-25 15,25 24 1,0-24-16,25 25 31,-24 0-15,24 0-1,-25 0-15,0 24 16,0 1-16,25-1 16,-25 1-16,1 74 15,24-74 1,0-1-1,0-24-15,0 0 0,0 25 16,24-26 0,26 1-1,49 0-15,-24 0 0,-1 0 16,-24-25-16,24 49 16,0-24-16,1 0 15,49-25-15,-50 25 16,50-1-16,25-24 15,-25 0 1,50 0-16,-50 25 16,25-25-16,-25 25 0,24 0 15,-48-25 1,73 25-16,-24-25 16,-25 0-16,0 0 15,25 0-15,-50 0 16,25 0-16,-25 0 15,75 0-15,-25 0 16,-25 0-16,0 0 16,50 0-1,-1 0-15,51 0 0,48 0 16,1 0-16,-25 0 16,-25 0-1,-24 0-15,-25 0 0,-26 0 16,-48 0-16,-51 0 15,1 0 1,-25 0 0,-1 0-1,1 0 1,0 0 0,49 0-16,-24-25 0,24 0 15,75-49 1,-74 49-1,-50 0-15,-1 0 16,26 0-16,-25 25 16,0 0-1,-25-24-15,0-1 16,-25 25-16,0-25 16,-49 0-1,-50-24-15,-25-1 0,-50 0 16,1 25-1,-50-24-15,25 49 0,24 0 16,1 0-16,24 0 16,50 0-16,-25 0 15,25 0-15,25 0 16,0 0-16,24 0 16,26 0-16,-26 0 15,26 0-15,-100 0 16,74 0-1,1-25-15,-25 25 16,0-25-16,-1 0 16,-24 25-16,25-24 15,0-1-15,24 25 16,-73-50 0,24 1-16,0 24 0,-50-50 15,25 26 1,-25-1-16,1-24 15,24 24-15,25 1 16,25-1-16,-50 25 16,50 25-16,0 0 15,24 0-15,1 0 16,24 0-16,0-25 16,26 25-1,-26 0 1,25 0-1,-24 0 1,24 0-16,-25 0 0,25 0 16,-24 0-16,24 0 15,-25 0 1,50 25 46,0 50-30,0-1-32,0 0 15,0 1-15,0 24 16,0-49-16,0 24 16,25-24-16,50-1 15,49 1 1,49-25-16,-49-1 0,50-24 15,24 0 1,1 0-16,24 0 0,25 0 16,-99 0-16,25 0 15,-1 0 1,-123 0-16,-25-24 16,-1 24-16,-24-25 31,-24 25-16,-76-50 1,-73 25-16,-249-74 16,199 74-1,-50 1 1,50-1-16,24 25 0,26 0 16,73 0-1,51 0-15,24 0 0,25 25 47,0-1-31,0 1-16,25 25 15,74-25-15,25 24 16,25-24-16,25 0 16,74 0-1,-199-25-15,-24 0 16,0 0-16,-25-25 31,-75-25-15,-24 25-16,-25 1 0,-124 24 15,50 0 1,-1 0-16,26 24 0,73 1 16,51 0-16,-1 0 15,25 0 1,25-50 140,-24 0-140,-1 0-1,25 0 1,0 1 0,372-51-1,-99 26 1,198-1-1,-273 25-15,-74 0 16,-24 1-16,-76 24 16,1 0 15,0 0-15,0 0 15,0 0-16,99 0 1,49 0-16,274 24 31,-174-24-31,-50 25 16,-49 0-16,-50 0 16,-75 0-16,-24-25 15,0 0-15,-25 24 16,25-24-1,-25 25 1,0 25 0,-50-25-1,0-1 1,-49 1-16,-74 25 16,-26-1-16,-74 1 15,-297 25 1,272-75-16,100 0 15,24 0-15,75 0 16,24 0 0,51 0-16,48 0 93,26 0-77,49 0-16,100 0 16,49 0-16,198 0 15,-198 49 1,-74-24-16,-1-25 16,100 25-1,-124-25-15,124 0 16,-99 0-1,-1 0 1,26 0-16,-1 0 0,-49 0 16,-50 0-1,25 0-15,-49 0 0,-1 0 16,75 0 0,-75 0-16,1 0 15,-1 0-15,-24 0 16,-1 0-16,-24 0 15,0 0-15,0 0 16,124 0 0,-50 0-1,25-25 1,25 0-16,-75 25 0,-24-25 16,-26 25-1,-24-24 1,-49-1 15,-1 0-15,-49 25-16,-50-25 0,-74 0 15,0 25 1,24 0-16,50 0 0,50 0 16,74 0-16,1 0 15,-1 0 1,25-25-1,-25 25-15,-49-24 16,-1 24 0,-74-50-16,-24 0 0,-26 26 15,-49-51-15,25 50 16,-273-24 0,297 49-16,1 0 15,49 0 1,-24 0-16,49 0 0,-25-25 15,25 25 1,0 0-16,-25-25 16,-25 0-16,75 25 15,25-24-15,-1-1 16,75 0 62,25 0-62,25 25-16,98 0 15,51 0-15,123 0 16,100-25-16,694-49 16,-694 49-1,-124 0-15,-75 25 16,-74 0-16,-50 0 15,-74 0 1,-1 0-16,1 0 0,0 0 16,0 0-1,0 0 1,-1 0-16,1 25 0,0-25 16,0 0-16,24 25 15,-24 0 1,25-25-16,-25 25 15,24-1-15,1 1 16,24 0-16,-24 0 16,0 0-16,-26-25 15,51 49 1,-26-24-16,1 0 0,0 0 16,-1-1-16,26 1 15,24 0-15,-50 0 16,1-25-16,0 0 15,-26 25 1,1-25-16,0 24 16,-25 1-1,99 25 1,-49-1-16,0-49 16,-26 25-16,-24 0 15,25-25-15,-25-25 94,0 0-78,-49-24-1,-1-1-15,-49-24 16,-149-75-1,74 75-15,0 24 16,-24-24 0,-1 24-16,26 25 0,-1 0 15,50 25-15,25-24 16,-25 24-16,25 0 16,-25 0-1,-50 0-15,-24 0 0,-1 0 16,1 0-16,-25 0 15,-125 0 1,199 0-16,-24 0 16,-1 0-16,50 0 15,-25 0-15,0 0 16,1 0-16,-26 0 16,25 0-16,-24 0 15,-1 0-15,50 0 16,25 0-1,-1 0-15,-24 0 0,25 0 16,25 0 0,-1 0-16,1 0 15,0 0-15,24 0 16,25 0-16,0 0 16,1 0-1,-1 24 1,0 1-1,-25 25-15,1 24 16,-1-24-16,50 24 16,-49-24-16,49-1 15,-25 26-15,25-26 16,0 1-16,0-25 16,0 0-16,0 24 15,25-24 1,49 0-16,25 0 0,50 0 15,49-25-15,299 0 16,-249 0 0,272-125-1,-321 76-15,74-100 16,-199 124 0,-49 0-1,-25-24-15,0 24 31,-50-25-31,26 26 16,-1 24-16,0-25 16,-25 25-1,26 0 1,-1 0-16,0 0 16,-25 0-16,-49 0 15,0 74 1,24 1-1,26-1 1,24-49 0,0-25 46,0 0-46,1 0-16,-51 0 15,26 0 1,-26 0-16,1 0 16,24 0-1,50-25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39.9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16420 15221 91 0,'0'0'0'15,"0"0"0"-15,0 0 85 16,0 0 250-16,0 0-64 15,0 0 2-15,0 0 17 16,82-8-62-16,-71 8-75 0,4 0-6 16,6 0-13-1,5 0 17-15,6-4-54 0,3-1-21 16,3-8-39-16,-2 8-19 16,-7-4-11-16,-9 4-6 15,-6 3 1-15,-10 0-1 16,-4 2 0-16,0 0 0 15,0 0 0-15,-12 4 8 16,-9 11 53-16,-6 7-26 16,-7 9-15-16,-1-5-9 15,2 6 1-15,8-5 3 16,7-4-15-16,9-1-1 16,9-6-2-16,0-2 2 0,11-5 10 15,11-3 4 1,7-6-5-16,5 0-3 0,-1-7 8 15,-2-9-14-15,-8 2 5 16,-10-4-4-16,-13 6 0 16,0 1-1-16,-15 6-25 15,-21 1 20-15,-9 4 5 16,-7 0 12-16,2 0 0 16,0 9-6-16,11 11-6 15,10 1 0-15,15 3-7 16,11 4 4-16,3 0-10 15,21-6 13-15,14-2 11 16,8-8-11-16,-1-12 0 16,2 0-53-16,-3-13 15 0,-7-13 38 15,-10-6 8-15,-13 6-7 16,-11-6 11-16,0 6 10 16,-18 3-2-16,-13 5-19 15,-5 6 15-15,-4 10-10 16,3 2-6-16,3 0 0 15,10 14 0-15,8 2 0 16,16 2-16-16,0 1-7 16,24-5 17-16,10-7-28 15,3-2-58-15,-6 0-65 16,-6-5 74-16,-13 0 66 16,-12 0 3-16,0 0 17 15,-29 0-3-15,-10 0 21 0,-1 0 25 16,1 0 7-1,10 0-15-15,17 0-38 0,12 0-16 16,0 0-331-16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41.1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21624 15298 1348 0,'0'0'179'0,"0"0"-165"16,-125-4 90-16,81 4 24 0,11 17-80 16,8 9 46-16,11 15 3 15,10 10-26-15,4 4-21 16,2 6-16-16,23-8-6 16,8-4-16-16,8-13-3 15,7-14-6-15,4-15 12 16,4-7-14-16,-8-7 8 15,-5-21-8-15,-16-12-1 16,-14-1 1-16,-13-3 9 16,0 0-1-16,-25 9 56 15,-10 3 11-15,-7 15-14 16,-10 11-2-16,-1 6-36 16,-1 0-5-16,5 18-9 0,7 8 1 15,10 6-11-15,13 3-1 16,17-2 1-16,2 1-4 15,19-7-2-15,26-8-2 16,11-10 7-16,9-9 0 16,-3 0-11-16,-6-13-1 15,-18-6-2-15,-16-12 13 16,-20 4 2-16,-2-5 1 16,-29 2 0-16,-16 4 40 15,-3 7-8-15,-2 13-3 16,4 6-8-16,10 10-12 15,10 26-10-15,10 8 0 0,11 11-2 16,5-1 1-16,13-1-7 16,21-9-35-16,15-13 7 15,9-16-20-15,4-15 13 16,-4-15-8-16,-11-23 42 16,-20-12 9-16,-20-4 0 15,-7-4 26-15,-27 5 46 16,-14 13 12-16,-1 12-32 15,-1 15-25-15,8 13-27 16,4 0-5-16,14 27-87 16,7 5-279-16,10-6-1256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54.3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6294 15357 644 0,'0'0'881'0,"0"0"-766"0,0 0-66 16,0 0 198-16,0 0-74 16,0 0-96-16,-69-13-36 15,72 13-16-15,15 0-5 16,3 2 6-16,6 9 5 15,7 2-23-15,9 0 23 16,17 4-31-16,15-2 33 16,33-6 10-16,31 3-9 15,35-2-16-15,9 2 3 16,-4-2 1-16,-17-2-1 16,-15-2 1-16,1-1-21 15,-3 2 22-15,-25-2-23 16,-26 0 6-16,-34 3-6 0,-20-4 6 15,-9 2-6-15,-4 1-5 16,-7-2 5-16,-13-5 0 16,-5 4 10-16,-2-4-9 15,0 0 35-15,0 0 3 16,0 0 16-16,0 0-13 16,0 0-5-16,0 0 4 15,-15-4-13-15,-8 0-19 16,-10-2-2-16,-10 2-10 15,-12-4 4-15,-13 4-1 16,-9-2 0-16,-31 3 0 16,-27 3 0-16,-35 0-1 15,-8 0-6-15,9 0-14 0,19 0 20 16,21 0-32-16,20 0 27 16,19 0-20-16,22 0 17 15,5 0 2-15,-3-5-1 16,-6-1-1-16,1 0-7 15,19 4 10-15,21-5 6 16,22 0-18-16,9-1 6 16,40 0-35-16,45-1 30 15,46-8 17-15,43 8 5 16,22 0-5-16,-1 7 0 16,-15 2 0-16,-20 0-1 15,-6 2 4-15,-13 10-4 0,-30-4 2 16,-24 2 4-16,-25-5-5 15,-6 4 0-15,0-1 2 16,2 2-2-16,-2 2 0 16,-14-5 10-16,-13 0-18 15,-7-7 9-15,-4 0-2 16,-2 0 2-16,-1 0 10 16,5 0-11-16,7-10 1 15,4-1-1-15,5 0 1 16,-5 3-2-16,-2 2-2 15,-9 4-6-15,-9 2 9 16,-4 0 0-16,-4 0-6 16,-3 0 6-16,0 0 0 0,2 0 1 15,4 0-1 1,1 0 1-16,-1 0-4 0,-1 0 4 16,0 0-1-16,-5 0 0 15,0 0-9-15,-5 0 6 16,-24 0 3-16,-13 0 9 15,-16 0-9-15,-13 0 0 16,-10 0 10-16,-4 0-22 16,-2 0 2-16,3-2-22 15,8-1-17-15,16 3 28 16,15 0 20-16,21 0-8 16,22 0 9-16,4 0-72 15,44 5 54-15,43 3 7 16,48 0 11-16,37-4 1 15,7 3 8-15,-33-7-8 0,-43 0 14 16,-47 0-2-16,-22 3-1 16,-9-3 7-16,-14 0-13 15,-13 4 15-15,-5 0 61 16,-41 0-5-16,-18 2-47 16,-19-1-6-16,-11-4-5 15,-9 1-17-15,-3 0 1 16,-2-2 4-16,6 0-14 15,15 0-5-15,18 0 0 16,28 0 12-16,33-4-7 16,12-9-10-16,66-12-22 15,47-5 39-15,7 0 0 16,-11 6-1-16,-26 3 5 0,-42 10-13 16,-22 2 11-16,-23 0-2 15,-42 6 18-15,-91 3 0 16,-79 0-8-16,-29 12-9 15,7 1-1-15,62-1 6 16,74-8-20-16,42 0 20 16,30 0-7-16,15 0 1 15,11-4-6-15,13 0-103 16,63 0 12-16,57 0 54 16,50-18 30-16,18-5 12 15,-33 6 1-15,-60 2 4 16,-58 12-3-16,-44 3 13 0,-6 0-8 15,-66 3 19 1,-79 20 70-16,-80 9-37 0,-28 0-38 16,15-2-19-16,73-11-2 15,78-14 11-15,45-3-10 16,30-2 0-16,12 0 0 16,10 0-24-16,54-2-36 15,55-18-4-15,41-6-77 16,-15 0-249-16,-27 2-755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06:41.2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context xml:id="ctx1">
      <inkml:inkSource xml:id="inkSrc39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23T23:07:44.623"/>
    </inkml:context>
  </inkml:definitions>
  <inkml:trace contextRef="#ctx0" brushRef="#br0">2554 1055 899 0,'0'0'120'0,"0"0"-60"0,0 0 46 0,0 0 29 0,0 0 10 0,0 0-51 0,27-37 18 16,-27 37 17-16,0 0 11 15,0 0-9-15,0 0-25 16,0 0-6-16,0 0-30 15,0 0-11-15,-4-2 2 16,-7 1 13-16,-1-4-40 16,-1 1-7-16,-1 3-15 0,3-3 6 15,1 1 3-15,-2-1 0 16,1 0-8-16,-1 2-12 16,-3-2 20-16,-3 3-21 15,1 1 7-15,-2 0-6 16,2 0 7-16,-1 0-7 15,0 0 0-15,0 0 5 16,-4 0-4-16,-3 5-4 16,-2 12-1-16,-2 5 2 15,0 3 1-15,3 1 0 16,4 1 0-16,6-5 0 16,3-4 0-16,4-3-1 0,2-2 1 15,2-1 0 1,5-3-6-16,0-2 2 0,0-2 3 15,0 0-10-15,0-1 2 16,0-4 8-16,14 0-14 16,4 0 15-16,8 0 0 15,8 0 21-15,3 0-20 16,8 4-1-16,3 15 0 16,-2 6-1-16,3 11 1 15,-4 10 6-15,-2 2-4 16,-8 7-1-16,-4-1 6 15,-6-1-7-15,-10-2 10 16,-6 2-10-16,-9-6 24 0,0-1 29 16,0-2-8-1,-11-3-18-15,-5-6-2 0,-1-4 1 16,-4-4-4-16,-1-4 5 16,-4-5-6-16,-9-6 27 15,0-4-23-15,-5-6-2 16,0-2-4-16,-1 0-2 15,6-17-10-15,2 2-1 16,6-2 0-16,7 3-5 16,4-2-1-16,5 0-1 15,4 1 1-15,3-5-18 16,2-3-36-16,2-1-22 16,0-3-50-16,16-2-50 15,23-12-121-15,-3 7-295 16,-1 3-943-16</inkml:trace>
  <inkml:trace contextRef="#ctx0" brushRef="#br0" timeOffset="293.62">2817 1504 1362 0,'0'0'403'0,"0"0"-314"15,0 0 25-15,0 0 118 16,0 0-47-16,42 109-45 16,-28-72-6-16,-1 5-31 0,1 0-17 15,-1 1-37-15,-2-6-25 16,3-4-10-16,-3-3-14 16,-1-6 1-16,0-8 5 15,-1-3-12-15,-3-6-3 16,-2-2-27-16,2-3-28 15,-4-2-51-15,-2 0-74 16,0-14-190-16,0-6-799 0</inkml:trace>
  <inkml:trace contextRef="#ctx0" brushRef="#br0" timeOffset="458.66">2788 1485 2076 0,'0'0'135'16,"0"0"-90"-16,0 0-45 15,0 0-68-15,0 0-313 16,0 0-720-16</inkml:trace>
  <inkml:trace contextRef="#ctx0" brushRef="#br0" timeOffset="1126">3434 1484 1612 0,'0'0'228'15,"0"0"-132"-15,0 0 154 16,0 0-104-16,0 0-89 15,0 0-35-15,-131 64 9 16,115-22 11-16,5 7 5 16,5 4 1-16,6 1-23 15,0-4 6-15,15-6-25 16,14-7 3-16,7-11-8 16,7-8 0-16,-2-9-1 0,2-9-4 15,-3 0 4 1,-9-23 0-16,-4-5 18 0,-12-4 1 15,-5-2 6-15,-10-4-13 16,0-1-3 0,-5 1-3-16,-13-1 30 0,-2 7 10 15,3 6-22-15,-1 5-6 16,5 5-10-16,3 9 36 16,6 5-26-16,4 2-18 15,0 11-13-15,6 21 7 16,19 20 6-16,4 15 0 15,4 14 0-15,3 10 1 16,-5 5-2-16,-4 2 9 16,-7-1-7-16,-7-6 26 15,-5-4 15-15,-8-10 0 16,0-11 4-16,0-12 4 16,-17-8 13-16,0-8-2 0,-1-10-22 15,-5-8 16-15,1-6-22 16,-4-9-4-16,-5-5-16 15,-8 0-1-15,-1 0-10 16,-4-3-1-16,1-8 7 16,1-1-7-16,7 0-1 15,1-3-2-15,8-7 1 16,5-4-29-16,5-8-33 16,10-7-49-16,6-5-44 15,6-34 3-15,21 12-100 16,0 0-506-16</inkml:trace>
  <inkml:trace contextRef="#ctx0" brushRef="#br0" timeOffset="1689.1">3823 1578 1790 0,'0'0'217'15,"0"0"-165"-15,10 120 57 16,11-52 88-16,6 4-55 16,-1 0 13-16,-1-6-62 15,-3-17-50-15,-6-9-7 16,-3-13-18-16,-7-15-11 16,-4-9 2-16,-2-3 5 0,0-12 17 15,0-23-16-15,0-11-2 16,0-9-11-16,-2-8 1 15,0 5-2-15,2 7-2 16,0 12-20-16,0 17-3 16,8 18 13-16,15 4 0 15,8 34 11-15,6 19 0 16,1 9 22-16,-3 8 5 16,-6-6-6-16,-6-9-15 15,-8-9 2-15,-7-19-2 16,-2-8-5-16,-6-14 11 15,0-5-6-15,0-7 28 0,0-28-34 16,-8-13 0 0,4-14-8-16,4-8 7 0,0 2-6 15,2 7 7-15,16 15 0 16,5 17-2-16,6 17 1 16,2 12 1-16,5 10 3 15,-3 25 27-15,0 14 6 16,-2 2-6-16,-6-1-11 15,-2-1-11-15,-6-7-8 16,1-8 0-16,-1-6-66 16,20-12-74-16,-4-7-340 15,3-9-557-15</inkml:trace>
  <inkml:trace contextRef="#ctx0" brushRef="#br0" timeOffset="2079.8">4955 1682 1945 0,'0'0'315'0,"0"0"-225"15,0 0 26-15,-148-34 4 16,111 34-72-16,1 0-27 16,3 26-5-16,2 17 6 15,8 15-4-15,10 9 9 16,13 5 3-16,5-3-12 15,28-11-1-15,18-14-16 16,8-18 4-16,3-14-5 16,-5-12-23-16,-8-2-60 0,-11-24 4 15,-15-9 19 1,-17-4 25-16,-6-9 34 0,0-2 1 16,-19-1 46-16,-2 12 70 15,3 8 44-15,9 16-15 16,5 15-39-16,4 0-79 15,2 34-18-15,21 16-2 16,8 11 7-16,2 9-11 16,5-7-3-16,2-5-27 15,11-1-127-15,-11-17-218 16,-9-14-1545-16</inkml:trace>
  <inkml:trace contextRef="#ctx0" brushRef="#br0" timeOffset="2627.6">6545 1648 1662 0,'0'0'565'0,"0"0"-493"15,0 0 88-15,-141-70-29 16,101 61 9-16,1 9-43 16,8 5-51-16,4 29-45 15,10 20 8-15,6 15-8 16,11 9-1-16,3-4 0 16,32-8-1-16,13-18-5 15,15-16 6-15,7-20 0 16,3-12-2-16,-4-4 1 0,-7-24 0 15,-15-10 0-15,-16-6 2 16,-18-6 13-16,-13-4-4 16,-13-1-9-16,-24 1 40 15,-8 6-7-15,-4 12-6 16,2 10-27-16,5 14-2 16,7 8 1-16,5 4-42 15,14 13-83-15,8 13-170 16,8-7-521-16</inkml:trace>
  <inkml:trace contextRef="#ctx0" brushRef="#br0" timeOffset="3140.53">6718 1849 1572 0,'0'0'232'16,"0"0"-46"-16,0 0 154 15,22 110-120-15,-6-72-122 16,2-1-65-16,-2-2-17 0,-3-5-7 16,-2-3-9-16,2-8 0 15,0-5-37-15,14-14-146 16,-2 0-345-16,-2-18-496 0</inkml:trace>
  <inkml:trace contextRef="#ctx0" brushRef="#br0" timeOffset="3411.09">6939 1296 1662 0,'0'0'592'0,"0"0"-440"0,0 0 51 15,0 0 1-15,69 113-77 16,-38-48-31-16,-2 7-2 16,0 2-46-16,-6-6-23 15,-2-5-25-15,0-13 0 16,-1-13-72-16,0-11-59 15,7-13-88-15,-7-9-443 16,-5-4-714-16</inkml:trace>
  <inkml:trace contextRef="#ctx0" brushRef="#br0" timeOffset="3949.07">7519 1511 1714 0,'0'0'225'0,"0"0"-41"15,-70 121 85-15,55-59-131 16,8 2-77-16,7-3-24 15,13-11 0-15,23-14-28 16,9-18 11-16,5-14-19 0,2-4-2 16,-2-24-3-16,-9-10-16 15,-12-7 4-15,-12-5 11 16,-15-5 4-16,-2-4 2 16,-10 6-1-16,-11 2 9 15,0 13 59-15,3 9 10 16,5 13-5-16,9 12-16 15,4 0-57-15,0 23-3 16,17 33 3-16,19 38-2 16,9 37 11-16,-6 12-9 15,-10-2 0-15,-13-32 8 16,-11-37 4-16,-5-20 7 16,0-10 7-16,-5 0 11 0,-13 0 24 15,-9-2-2-15,-6-11 20 16,-5-15-23-16,-1-12 3 15,-4-2-20-15,3-15-18 16,0-17-21-16,7-6-15 16,4-9-67-16,10-31-56 15,9 11-49-15,4 2-368 0</inkml:trace>
  <inkml:trace contextRef="#ctx0" brushRef="#br0" timeOffset="4316.85">8034 1766 1580 0,'0'0'288'0,"0"0"-159"16,0 0 129-16,0 0-65 15,127-98-129-15,-110 78-15 16,-5 2 36-16,-8 1 0 15,-4 2-21-15,0-2 15 16,-14 5 0-16,-1-2-50 16,-3 5-7-16,-2 2-22 15,0 7 12-15,-3 0-12 16,-4 27 1-16,2 20 0 0,-2 13 6 16,8 10 4-1,13 1-5-15,6-2-6 0,6-10 4 16,26-13-10-16,11-15-1 15,7-16-16-15,6-12-37 16,6-3-8-16,5-18-89 16,22-28-84-16,-17 3-348 15,-17-1-752-15</inkml:trace>
  <inkml:trace contextRef="#ctx0" brushRef="#br0" timeOffset="4758.74">8312 1330 1842 0,'0'0'575'0,"0"0"-512"16,0 0 151-16,0 0-17 0,0 0-155 15,0 0-33-15,0 0 39 16,71 204 16-16,-24-96 3 16,-7-10 14-16,-6-15-55 15,-12-27-5-15,1-3-15 16,-4-2-1-16,-7-21-5 15,-10-16-8-15,-2-14 2 16,0 0 6-16,-12-28 8 16,-3-8-7-16,1-9 10 15,10-4-11-15,4-4-1 16,6-3-11-16,29 2 12 16,9 7-15-16,7 10-21 15,2 16 3-15,-3 16 10 16,-3 5 22-16,-9 31-17 15,-9 15 17-15,-12 10 2 0,-12 6 13 16,-5-1 0-16,-14 0 22 16,-17-9 19-16,-11-4 10 15,-7-12 11-15,2-8-15 16,2-13-7-16,8-12-46 16,10-3-8-16,8-14-2 15,15-18-88-15,11-32-82 16,19 6-96-16,6 3-639 0</inkml:trace>
  <inkml:trace contextRef="#ctx0" brushRef="#br0" timeOffset="4970.08">9201 1947 2158 0,'0'0'528'0,"0"0"-297"16,0 0-23-16,-56-105-82 15,50 59-68-15,2-2 2 16,1 5-23-16,3 4-29 16,0 9-8-16,0 4-23 15,0 6-35-15,23 4-78 16,42-3-72-16,-3 6-268 16,2 3-882-16</inkml:trace>
  <inkml:trace contextRef="#ctx0" brushRef="#br0" timeOffset="5301.57">9594 1499 2094 0,'0'0'380'0,"0"0"-71"15,-154 15-77-15,94 14-114 16,8 16-88-16,10 17 12 16,15 10-12-16,17 7-4 15,10-6-20-15,23-8-1 16,31-19-5-16,13-22-20 15,11-22-23-15,1-4-35 16,-11-34-24-16,-14-12-19 16,-16-8 64-16,-18-11 57 15,-15 1 8-15,-5 3 56 0,0 6 53 16,-8 17 50 0,-1 14-10-16,5 14-43 0,4 12-69 15,0 0-45-15,13 24 3 16,16 15-3-16,2 10 0 15,6 6-19-15,-6-4-112 16,-4 7-111-16,-12-13-212 16,-11-13-1071-16</inkml:trace>
  <inkml:trace contextRef="#ctx0" brushRef="#br0" timeOffset="5790.71">6580 1030 1073 0,'0'0'1372'0,"0"0"-1171"15,0 0-74-15,0 0-14 16,0 0-73-16,0 0-19 15,-29 118-21-15,25-47-23 0,2-11-297 16,-4-12-1537-16</inkml:trace>
  <inkml:trace contextRef="#ctx0" brushRef="#br1" timeOffset="20682.25">11132 2252 560 0,'0'0'978'16,"0"0"-778"-16,0 0 52 16,0 0-39-16,0 0-65 0,0 0-79 15,27-6-17-15,6 2 49 16,12 1-2-16,10 2-29 15,12-2-45-15,9 2-7 16,4-2-11-16,3 2 1 16,-3 1-7-16,-7 0 0 15,-6 0 1-15,-11 0-2 16,-9 0 1-16,-9 0 5 16,-11 0-6-16,-8 0 1 15,-7-3 7-15,-6 0 14 16,-1-1 42-16,-5-1 17 15,0 2-8-15,0-3-11 16,0-6-32-16,0-2-5 16,-9-7-24-16,-9 0 8 15,-1-6-7-15,-6 1 5 0,-2 1-1 16,-2-1 5-16,-2-3 5 16,2 0-10-16,0-6 3 15,6-5-7-15,6-5 5 16,7-6-7-16,10-8 0 15,0 3-2-15,8 0-5 16,16 8 5-16,2 5 1 16,9 8 0-16,-2 3-2 15,2 4-3-15,1 3 3 16,2 7 1-16,-1 4-7 16,2 8 9-16,-6 6-6 15,-2 0-1-15,-4 8 5 0,-5 15-3 16,-4 2 4-16,-2 4 2 15,-3 3-2-15,-4 1 1 16,-3 4 0-16,0-1-1 16,-4 2 0-16,-2 1 0 15,0 2 0-15,0 1 1 16,0 0 0-16,-2 0-3 16,-6 2 9-16,2 1-6 15,-1 2 1-15,1 2 9 16,1-3-9-16,-2 1-1 15,5-4 1-15,-3-4 0 16,5-5-1-16,0-4 7 16,0-6-14-16,0-5 8 0,0-4-1 15,9-7 0-15,3-2 0 16,1-3 2-16,7-3 8 16,5 0 11-16,6 0-4 15,0-7 4-15,3-6-20 16,-5-1 11-16,-3 2-12 15,-1 0 0-15,-3 4-39 16,-2 3-41-16,7-4-74 16,-8 2-182-16,2-1-1033 0</inkml:trace>
  <inkml:trace contextRef="#ctx0" brushRef="#br1" timeOffset="21388.34">13444 1608 1560 0,'0'0'320'0,"0"0"-185"16,0 0 128-16,17 160-48 15,-5-90-90-15,3-1-46 16,1-5-22-16,-1-8-13 0,1-10-29 15,-3-10 1-15,-1-10-15 16,-6-6-1-16,1-9 0 16,-5-6 7-16,-2-5 2 15,0 0 20-15,0-18 39 16,0-14-41-16,-7-9-12 16,3-14-15-16,4-3 13 15,0-2-13-15,2 4 0 16,19 6 2-16,-2 9-1 15,6 14-1-15,2 13-1 16,-1 14-5-16,1 0 6 16,0 25-1-16,-3 11 2 15,-2 7 9-15,-1 1-9 0,-4-1 7 16,-1 0-8-16,-1-1 0 16,-1-6-7-16,-1-2-37 15,1-7-63-15,11-12-147 16,-4-7-377-16,2-8-644 0</inkml:trace>
  <inkml:trace contextRef="#ctx0" brushRef="#br1" timeOffset="21680.6">14069 1851 1758 0,'0'0'209'0,"0"0"-106"16,-19 120 168-16,19-62-113 15,4 0-102-15,23-7-38 16,15-13 18-16,8-15-10 0,5-12-3 16,4-11-11-16,-5-9-7 15,-8-19-5-15,-11-6-8 16,-10-1 8-16,-17-2 0 16,-8 1 10-16,0 0 17 15,-17 2 50-15,-12 3 6 16,-6 2-10-16,-2 5-31 15,2 6-18-15,3 4-24 16,10 4 0-16,11 6-57 16,9 1-139-16,2 1-627 0</inkml:trace>
  <inkml:trace contextRef="#ctx0" brushRef="#br1" timeOffset="22042.62">14661 1907 687 0,'0'0'1238'0,"0"0"-1098"16,0 0 96-16,104 139-46 15,-63-93-111-15,-1-5-49 16,-5-5-24-16,-2-9 6 0,-6-13-10 16,-2-14-2-16,-2 0 0 15,-6-21 0-15,1-13 6 16,-7-6 20-16,-2 0 66 16,-6-1 28-16,-3 2-10 15,0 0-20-15,0 4-9 16,0 3-50-16,0 2-31 15,-5 6-3-15,-2 3-51 16,5 9-107-16,0 2-427 0</inkml:trace>
  <inkml:trace contextRef="#ctx0" brushRef="#br1" timeOffset="22411.26">15171 1879 2259 0,'0'0'150'0,"0"0"-91"15,0 0 47-15,-49 123-79 16,61-76-26-16,30-4 15 16,16-5-14-16,6-15-4 15,5-12-8-15,-7-11-26 16,-8-5-28-16,-18-21-6 15,-18-6 49-15,-18-6 21 16,0-2 45-16,-16 2 60 0,-6 4 85 16,2 8 8-16,4 8-20 15,9 7-64-15,3 11-61 16,4 0-53-16,0 0-2 16,0 18-4-16,4 7 6 15,10 1-1-15,1 0 0 16,6-3-8-16,3-3-71 15,18-8-71-15,-6-7-130 16,-1-5-647-16</inkml:trace>
  <inkml:trace contextRef="#ctx0" brushRef="#br1" timeOffset="22650.47">15797 1720 2074 0,'0'0'258'0,"0"0"-168"16,0 0 127-16,0 0-127 16,-125 48-65-16,110 3 6 15,9 7 14-15,6 0-7 16,0-2-3-16,11-4-23 16,18-8 14-16,10-5-17 15,15-10 12-15,9-8-21 16,5-9-17-16,22-12-128 15,-16 0-395-15,-18-11-697 0</inkml:trace>
  <inkml:trace contextRef="#ctx0" brushRef="#br1" timeOffset="22831.37">16212 1905 2111 0,'0'0'504'15,"0"0"-360"-15,0 0-13 16,0 0-90-16,0 0-31 15,0 0-4-15,0 0 1 16,4 97-6-16,6-74-2 16,-1-2-13-16,-1-4-67 15,6-17-114-15,-3 0-376 16,-2-8-393-16</inkml:trace>
  <inkml:trace contextRef="#ctx0" brushRef="#br1" timeOffset="23003.34">16203 1373 2453 0,'0'0'301'15,"0"0"-168"-15,0 0-39 16,0 0-73-16,0 0-21 16,0 0-21-16,29 111-61 15,1-53-120-15,-7-10-384 16,-2-11-562-16</inkml:trace>
  <inkml:trace contextRef="#ctx0" brushRef="#br1" timeOffset="23378.51">16515 1813 1677 0,'0'0'246'15,"0"0"-163"-15,-44 119 391 16,37-52-282-16,7 3-92 16,0-4-44-16,22-10-23 15,14-9-15-15,9-15-3 0,9-17-14 16,0-12 5-1,5-3 0-15,-6-20-6 0,-9-14 8 16,-9-9-7-16,-16-7 31 16,-7-4 35-16,-12-4 18 15,0-2-25-15,-14 4 8 16,-15 6-20-16,-4 11-48 16,-14 16-5-16,-11 13-82 15,-47 15-79-15,11 22-310 16,7 2-1337-16</inkml:trace>
  <inkml:trace contextRef="#ctx0" brushRef="#br1" timeOffset="36469.39">17830 2328 1776 0,'0'0'275'16,"0"0"-217"-16,-6 102 116 15,-15-42-11-15,-2 5-35 16,-4-6-42-16,-4-5-19 16,1-7-22-16,4-13-18 15,7-12-18-15,6-14-9 16,7-10-34-16,6-20-143 0,0-8-617 0</inkml:trace>
  <inkml:trace contextRef="#ctx0" brushRef="#br1" timeOffset="36858.68">18515 1351 1684 0,'0'0'250'16,"0"0"-80"-16,0 0 186 16,11 134-122-16,-11-47-86 15,0 0-51-15,2 2-25 16,3 1-19-16,4-18-29 15,4 3 2-15,3-14-26 16,-1-10 9-16,-1-13-9 16,-1-9 2-16,-1-12-2 15,-6-7-20-15,1-5-34 0,-7-5-32 16,0 0-4-16,0-29-55 16,0-5-372-16,0-2-325 0</inkml:trace>
  <inkml:trace contextRef="#ctx0" brushRef="#br1" timeOffset="37917.24">17948 1474 765 0,'0'0'341'15,"0"0"-62"-15,0 0-69 16,0 0-30-16,0 0-63 15,0 0-27-15,0 0 23 0,121-11-4 16,-36-6-6 0,39-12-9-16,34-5-23 0,-8 2-31 15,-32 8-13 1,-44 12-15-16,-36 7-2 0,-3 5-9 16,-1-3 3-16,-5 1-4 15,-9 2-1-15,-9 0-26 16,-9 0 2-16,-2 0-5 15,0 0-51-15,-22 0-177 16,-7 0-223-16,-3 2-436 0</inkml:trace>
  <inkml:trace contextRef="#ctx0" brushRef="#br1" timeOffset="38212.05">18164 1895 823 0,'0'0'177'15,"0"0"104"-15,117-14 82 16,-45-8-49-16,11-9-52 15,9-1-92-15,-5 0-44 16,-9 2-72-16,-17 6-32 16,-17 8-16-16,-17 7-6 15,-11 4-6-15,-8 5-92 0,-6 0-228 16,-2 10-513-16</inkml:trace>
  <inkml:trace contextRef="#ctx0" brushRef="#br1" timeOffset="56026.7">19745 2014 1600 0,'0'0'225'15,"0"0"-174"-15,0 0-7 16,0 0 10-16,128-26-33 16,-93 14-8-16,-4-5-12 15,-6 0 11-15,-10 2-4 16,-10-2 10-16,-5 2 31 15,-7 3 66-15,-18 3 9 0,-4 7-14 16,-2 2-21-16,-2 14-42 16,2 18-12-16,4 15-18 15,5 7-8-15,10 4 5 16,10 0 7-16,2-4-11 16,23-12 5-16,19-9-8 15,14-15 1-15,8-12-1 16,8-6-7-16,33-32-65 15,-21-7-396-15,-15-1-825 0</inkml:trace>
  <inkml:trace contextRef="#ctx0" brushRef="#br1" timeOffset="56326.6">20388 1791 1525 0,'0'0'208'15,"0"0"-148"-15,0 0-7 16,0 0 20-16,64 110-35 16,-17-79-16-16,2 4-12 15,-5 0 40-15,-7 2 29 16,-12-1-1-16,-8-2 23 16,-11-5 3-16,-6-5 34 15,0-6 9-15,-27-2-14 16,-6-2-60-16,-5-4-27 15,-2-6-16-15,4-2-13 16,7-2-8-16,9 0-9 0,6-2-30 16,8-5-50-1,6 5-68-15,4 0-337 0,12 1-619 0</inkml:trace>
  <inkml:trace contextRef="#ctx0" brushRef="#br1" timeOffset="56688.54">21294 1746 1726 0,'0'0'313'0,"0"0"-94"0,0 0 16 16,0 0-127-16,0 0-72 15,0 0 1-15,0 0 2 16,3 123-23-16,33-97 2 16,4 0-12-16,-5 2 5 15,-2 2-2-15,-6 2 1 16,-8 3-4-16,-9-1 1 16,-10-1 25-16,0-3 33 15,-6-2 16-15,-19-1-27 16,0-10-3-16,-1-2-24 15,4-7-15-15,4-8-3 0,3 0-9 16,1-11-24 0,3-20-84-16,4 1-119 0,2-1-537 0</inkml:trace>
  <inkml:trace contextRef="#ctx0" brushRef="#br1" timeOffset="56868.3">21647 1842 2029 0,'0'0'360'0,"0"0"-149"16,0 0 64-16,11 129-105 15,-6-79-98-15,1 0-48 16,5-8-18-16,1-7-6 0,-1-10-52 16,11-17-99-1,-2-8-189-15,0 0-612 0</inkml:trace>
  <inkml:trace contextRef="#ctx0" brushRef="#br1" timeOffset="57318.68">21975 1770 1657 0,'0'0'676'0,"0"0"-544"16,0 0 38-16,0 0-55 15,-112 140-66-15,112-99-18 16,31-4-14-16,10-4-1 16,7-13-2-16,4-15-1 0,-1-5-4 15,-4-7-9-15,-10-23-53 16,-12-6-59-16,-11-5 16 16,-10 4 67-16,-4 5 29 15,0 7 20-15,0 11 71 16,0 13 12-16,0 1-60 15,2 22-43-15,16 22 0 16,0 18 9-16,-2 10 3 16,-5 9 30-16,-7-4 21 15,-4-2-4-15,0-7-12 16,-11-10 4-16,-9-10 16 16,-7-8-13-16,-8-9-1 0,-3-9-27 15,-5-11 13-15,-1-8-15 16,6-3-3-16,2-3-13 15,7-13-7-15,9-6-1 16,4-7-15-16,10-3-81 16,6-29-67-16,16 3-97 15,8 1-750-15</inkml:trace>
  <inkml:trace contextRef="#ctx0" brushRef="#br1" timeOffset="57806.56">22405 1849 2058 0,'0'0'255'16,"0"0"-157"-1,47 102 171-15,-21-54-76 0,3 2-114 16,-4-7-48-16,-5-9-22 16,-9-10-8-16,-7-12 0 15,-4-10-1-15,0-2 6 16,-15-14 5-16,-3-17-4 15,3-8 8-15,6-4 4 16,9-1 16-16,0 4 13 16,9 8-36-16,17 9-11 15,8 16-1-15,6 7-2 16,-1 16-5-16,0 21 7 16,-8 10 1-16,-6 1 0 15,-10-4 1-15,-6-8 4 16,-2-10-6-16,-7-14 0 0,0-12 0 15,0 0 12-15,0-30-9 16,0-16-3-16,0-16-15 16,4-8 15-16,16-2 0 15,9 8-1-15,10 17-4 16,2 21 5-16,1 22 0 16,-1 6 4-16,-5 35 19 15,-7 7 29-15,-7 6 13 16,-4-1-21-16,-4-4-17 15,-2-11-26-15,-1-10-1 16,3-11-40-16,6-13-111 16,-2-7-110-16,4-11-615 0</inkml:trace>
  <inkml:trace contextRef="#ctx0" brushRef="#br1" timeOffset="58120.6">23474 1717 2049 0,'0'0'548'0,"0"0"-360"16,0 0-33-16,-137 31-69 16,112 12-52-16,9 11-13 15,14 10 13-15,2 3-7 16,14-9-9-16,19-7-17 16,7-18-1-16,5-18-22 15,-3-15-50-15,-4-10-28 0,-9-28-42 16,-9-13 26-1,-14-7 83-15,-3-1 33 0,-3 6 70 16,0 13 96-16,0 17 10 16,0 14-54-16,0 9-103 15,2 21-17-15,12 21-3 16,-1 12 1-16,3 4 0 16,-5 0-55-16,-5 6-108 15,-4-15-403-15,-2-18-834 0</inkml:trace>
  <inkml:trace contextRef="#ctx0" brushRef="#br1" timeOffset="58594.52">24672 1696 1918 0,'0'0'357'0,"0"0"-267"0,0 0 44 16,0 0-71-16,0 0-62 16,0 0 28-16,-60 120-10 15,93-87-3-15,5 7-5 16,-1 6 31-16,-5 4 22 16,-5 4 1-16,-9-1-18 15,-10-2 8-15,-8-5 18 16,0-9 20-16,-22-7-11 15,-14-8-8-15,-3-8-5 16,-9-10-28-16,4-4-11 16,4-3-12-16,11-19-12 15,13-3-6-15,14-8-60 16,13-21-65-16,20 10-124 0,6 0-644 16</inkml:trace>
  <inkml:trace contextRef="#ctx0" brushRef="#br1" timeOffset="58886.48">25117 1777 1847 0,'0'0'774'16,"0"0"-617"-16,0 0-11 16,0 0-62-16,-106 140-65 15,108-96-11-15,33-3 1 16,17-4-8-16,8-11 15 15,7-14-15-15,-5-12 14 16,-10 0-14-16,-15-8 10 0,-12-15-2 16,-16-6 7-16,-9-5 19 15,-5 0 43-15,-21-1 0 16,-8 4-23-16,-1 0-12 16,1 7-31-16,5 2-12 15,7 0-7-15,11-11-75 16,4 4-133-16,7 3-438 0</inkml:trace>
  <inkml:trace contextRef="#ctx0" brushRef="#br1" timeOffset="59262.56">25395 1523 1903 0,'0'0'715'0,"0"0"-608"0,0 0 39 15,57 171 48-15,-23-92-98 16,-1 0-46-16,1-1-28 15,-10-15-12-15,-6-10-10 16,-10-14-7-16,-5-15-41 16,-3-12-30-16,0-12 6 15,0 0 47-15,-9-20 24 16,7-10 2-16,2-7 15 16,2-4-9-16,22 3-5 15,10 6-2-15,6 7 0 16,5 16-1-16,-3 9-14 15,-4 7 14-15,-9 24-15 0,-14 5 16 16,-15 3 0 0,0-4 14-16,-22 1 52 15,-14-3 21-15,-3-12-17 0,-7-7-16 16,4-12 0-16,5-2-18 16,3-8-13-16,10-16-23 15,12-4-45-15,12-21-97 16,18 10-84-16,11 0-694 0</inkml:trace>
  <inkml:trace contextRef="#ctx0" brushRef="#br1" timeOffset="59636.28">26308 2166 2340 0,'0'0'514'0,"0"0"-290"15,0 0-44-15,-53-103-114 16,48 69-44-16,5 0-12 16,0 4-10-16,0 2-23 15,5 1-17-15,15 3-56 16,11 2-30-16,13 0-19 16,12 6 12-16,2 3 38 15,0 2 55-15,-11 5 23 16,-14 1 5-16,-13-4 6 15,-13 0 6-15,-7-1 131 16,-5-1 6-16,-21 5-12 16,-6 6-39-16,-1 5-36 0,4 26-41 15,14 15 0-15,15 9-8 16,4 1 0-16,30-7-1 16,12-8 1-16,5-13-2 15,-1-14-29-15,23-14-93 16,-15-11-134-16,0-12-693 0</inkml:trace>
  <inkml:trace contextRef="#ctx1" brushRef="#br1">4539 14808 0,'0'25'79,"0"0"-64,0 0 1</inkml:trace>
  <inkml:trace contextRef="#ctx0" brushRef="#br1" timeOffset="75638.6">27382 2104 1460 0,'0'0'269'0,"0"0"9"16,0 0 82-16,0 0-177 15,158-12-60-15,-93 9-1 16,3-1-26-16,-2 4-30 15,-3 0-18-15,-3 0-24 16,-4 0-15-16,-6 0 2 16,-2-2-10-16,-11-1 0 15,-10-4 5-15,-14 5-4 16,-5 0 10-16,-8-2 1 0,0-1 26 16,-12-4 6-16,-10-8-34 15,-5-3-5-15,-4-6 0 16,2-1-6-16,-2-7-1 15,2 0 0-15,4-3 1 16,5 2-1-16,9 1 1 16,7-1 1-16,4 2-1 15,11-10-1-15,22-1-14 16,12-4 7-16,6 2-1 16,-2 5 9-16,-2 11-1 15,-9 12 0-15,-3 10 0 16,-1 8-13-16,3 0 14 15,4 12-7-15,1 11 7 0,-4 9 0 16,-7 6 0 0,-11 8-9-16,-13 6 9 0,-7 2 1 15,0 0 0-15,-2-5 5 16,-9-8-6-16,-1-9 0 16,3-8 1-16,5-8-1 15,2 0 0-15,2-7-1 16,0-1 1-16,0 0-1 15,0-2 1-15,0 0 0 16,2-4 1-16,5 0 7 16,7-2 14-16,3 0 23 15,3 0 0-15,3 0-19 0,0 0-10 16,0 0-8 0,2-6-7-16,-5-4-1 0,0 2-25 15,-2-4-74-15,11-5-85 16,-4 6-161-16,-2-1-558 0</inkml:trace>
  <inkml:trace contextRef="#ctx0" brushRef="#br1" timeOffset="75768.47">29012 2007 411 0,'0'0'0'0</inkml:trace>
  <inkml:trace contextRef="#ctx0" brushRef="#br1" timeOffset="78320.03">29068 1893 598 0,'0'0'284'16,"0"0"-6"-16,0 0-38 0,0 0-99 16,0 0-55-1,0 0-17-15,0 0 4 0,0-2 0 16,0 2-7-16,0 0 8 15,0 0 29-15,0 0 1 16,0 0-22-16,0 0-20 16,0 0 6-16,0 0 5 15,0 0 0-15,0 0-5 16,0 0 2-16,0 0 11 16,0 0-14-16,0 0 3 15,0 0-25-15,0 0-17 16,2 7-11-16,3 9-17 15,-1 12-6-15,-4 11 6 16,-2 14 6-16,-34 5 0 0,-24 5-3 16,-54 16-3-16,12-17-147 15,7-16-671-15</inkml:trace>
  <inkml:trace contextRef="#ctx0" brushRef="#br1" timeOffset="80222.06">2298 3258 1657 0,'0'0'579'15,"0"0"-511"-15,-116 84 64 16,71-44-57-16,12-4-18 15,13-3-39-15,13-11-18 16,7-7-11-16,14-4 11 16,21-3 0-16,7-4 0 15,7 2 2-15,3 6-2 16,-1 5 0-16,-4 10 1 0,-5 7-2 16,-11 2 2-16,-11 5-1 15,-15 0 1-15,-5 1 18 16,-20 1 41-16,-18-5 58 15,-6-2-11-15,-2-11-28 16,7-10-17-16,7-13-24 16,10-2-14-16,11-20-24 15,9-12-15-15,2-8-72 16,15-23-103-16,14 9-191 16,0 4-494-16</inkml:trace>
  <inkml:trace contextRef="#ctx0" brushRef="#br1" timeOffset="80390.35">2811 3531 2011 0,'0'0'492'0,"0"0"-195"15,0 0-82-15,0 0-85 16,0 132-70-16,0-102-34 16,13-2-26-16,12-6 0 15,4-6-62-15,17-16-101 16,-5 0-178-16,-8-5-738 0</inkml:trace>
  <inkml:trace contextRef="#ctx0" brushRef="#br1" timeOffset="80628.57">3439 3491 1654 0,'0'0'1050'0,"0"0"-959"15,0 0-70-15,0 0 2 16,14 118-22-16,3-74-1 16,-1 1-45-16,-3-8-172 15,-7-5-163-15,2-10-152 16,-6-9-127-16,0-10 416 16,-2-3 243-16,0 0 136 15,0-30-29-15,0 2-107 16,0-6-354-16</inkml:trace>
  <inkml:trace contextRef="#ctx0" brushRef="#br1" timeOffset="81040.17">3629 3374 825 0,'0'0'294'0,"0"0"-62"16,0 0 59-16,0 0-80 16,0 0-25-16,-128 140-9 15,115-91-11-15,7 3-30 16,6-5-46-16,0-6-37 16,21-9-23-16,10-8-3 15,8-5-9-15,1-9 6 16,2-5-15-16,1 0-9 15,-1-5-8-15,12 0-148 16,-10-14-322-16,-8-6-377 0</inkml:trace>
  <inkml:trace contextRef="#ctx0" brushRef="#br1" timeOffset="81671.28">3889 3483 1672 0,'0'0'622'0,"0"0"-567"16,0 0 152-16,14 121-50 16,12-77-83-16,11-4-12 15,0-8-25-15,5-10-16 16,-1-12-9-16,-3-10 0 16,-3 0-12-16,-8-21 0 15,-7-12-7-15,-9-8-59 0,-9-3-38 16,-2 0 7-16,0 4 70 15,0 8 27 1,-6 14 77-16,4 10 46 0,2 8-40 16,0 2-74-16,4 25-8 15,13 14 6-15,6 5 22 16,-1 2-8-16,-1-3-2 16,-2-9-10-16,-5-9-3 15,-5-13-6-15,-5-9 1 16,-4-5 8-16,0-15-9 15,0-20-35-15,0-10 4 16,0-5 23-16,0 2 8 16,0 8 0-16,4 16 0 15,17 16-11-15,3 8-4 16,5 24-5-16,3 21 19 0,-8 4-4 16,-4 3 5-16,-4-3 0 15,-10-11 0-15,-1-12 0 16,-5-13 0-16,0-10 0 15,0-3 8-15,0-29 3 16,0-14-10-16,0-15 6 16,8-4 8-16,10 4 61 15,5 7 12-15,4 18-35 16,2 18-10-16,-1 15-19 16,-1 15 0-16,-2 23 0 15,-7 13 17-15,-5 5-15 16,-7-4-11-16,2-3-13 15,-4-15-2-15,2-12-34 0,21-22-125 16,2-17-152 0,3-14-1109-16</inkml:trace>
  <inkml:trace contextRef="#ctx0" brushRef="#br1" timeOffset="82076.39">5089 3396 2186 0,'0'0'351'0,"0"0"-241"15,0 131 111-15,2-53-91 16,9 8-63-16,3 3 7 16,1-6-28-16,1-14-26 15,-7-13-20-15,-3-16-2 16,-6-18-65-16,0-17-59 16,-13-5 20-16,-11-18-140 15,-6-17-240-15,-1-7 156 0,0-2 305 16,4-4 25-16,3-6 508 15,11-8-207-15,13-9-137 16,0-5-95-16,33 2-52 16,18 8-8-16,9 14-9 15,7 18 0-15,-4 22-7 16,-5 12 7-16,-16 7 15 16,-13 26 13-16,-18 7 65 15,-11 6 39-15,-7-2-21 16,-22-1-45-16,-6-8-23 15,1-5-27-15,3-5-14 16,2-11-2-16,2-5-60 0,5-3-57 16,-3-4-46-16,1-2-67 15,4 0-254-15,7-2-271 0</inkml:trace>
  <inkml:trace contextRef="#ctx0" brushRef="#br1" timeOffset="82273.67">5356 3275 2367 0,'0'0'556'0,"0"0"-451"15,0 0 46-15,0 0-25 16,0 0-63-16,134 134-35 16,-115-81-22-16,-7-6 3 0,-10-3-9 15,-2-5-21-15,0-13-76 16,0-5-113-16,-4-10-285 15,4-8-1119-15</inkml:trace>
  <inkml:trace contextRef="#ctx0" brushRef="#br1" timeOffset="82556.63">5756 3605 1532 0,'0'0'729'15,"0"0"-528"-15,0 0 106 16,0 0-168-16,79-106-100 15,-56 82-21-15,-8 2-11 16,-6 4 4-16,-9 1 2 0,0 2 23 16,-13 1 6-1,-11 2 12-15,-3 4-2 0,-2 8-23 16,0 0-5-16,6 15-11 16,3 24-13-16,7 11 1 15,7 8 14-15,6 3-7 16,0-10-7-16,21-6 4 15,8-16-4-15,4-12-1 16,6-17 0-16,17-21-36 16,-12-19-114-16,-6-6-359 0</inkml:trace>
  <inkml:trace contextRef="#ctx0" brushRef="#br1" timeOffset="82701.28">6179 3331 2049 0,'0'0'723'16,"0"0"-556"-16,0 0-71 16,0 0-96-16,0 0-9 15,0 0-196-15,0 0-559 0</inkml:trace>
  <inkml:trace contextRef="#ctx0" brushRef="#br1" timeOffset="82812.63">6335 3677 1969 0,'0'0'486'16,"0"0"-290"-16,0 0-21 16,0 0-175-16,0 0-67 0,0 0-1403 15</inkml:trace>
  <inkml:trace contextRef="#ctx0" brushRef="#br1" timeOffset="85053.5">2240 4807 1655 0,'0'0'674'0,"0"0"-545"16,0 0 124-16,0 0-142 15,0 0-84-15,0 0 3 16,-14 107 34-16,14-60-13 16,0-3-11-16,0-6-4 15,16-6-26-15,7-8 2 16,3-10-11-16,0-6 5 15,3-8-6-15,-2 0-70 0,-4-12-82 16,-5-26-126-16,-7 4-299 16,-7-3-479-16</inkml:trace>
  <inkml:trace contextRef="#ctx0" brushRef="#br1" timeOffset="85188.3">2086 4606 1073 0,'0'0'1061'0,"0"0"-954"16,0 0-88-16,0 0-19 0,0 0-780 15</inkml:trace>
  <inkml:trace contextRef="#ctx0" brushRef="#br1" timeOffset="85452.4">2577 4489 1936 0,'0'0'218'0,"0"0"-3"16,151 91-35-16,-89 3-107 15,-20 7 13-15,-19-5 16 16,-23-8-4-16,-6-22-17 15,-21 1-18-15,-5 0-20 0,1-15-16 16,4-16-15 0,5-13-12-16,2-14-6 0,-4-9-104 15,3-13-265-15,4-8-1552 0</inkml:trace>
  <inkml:trace contextRef="#ctx0" brushRef="#br1" timeOffset="86486.53">3181 5104 1290 0,'0'0'218'16,"0"0"-87"-16,0 0 76 16,164 5-69-16,-99-5 45 15,2 0-17-15,-4 0-70 16,-3 0-48-16,-9 0-29 16,-6 0-12-16,-8 0 5 0,-5 0-12 15,-12 0 1-15,-7 0 0 16,-9 0 5-16,-4 0 0 15,0 0 30-15,0 0 50 16,-2-2-48-16,-11-6-22 16,-1-4-16-16,1-2 9 15,-5-2-8-15,3-4 0 16,-6-4-1-16,1-1 2 16,3-4 5-16,1 0-7 15,5-1 6-15,7 2-5 16,4-2 3-16,0 2-4 15,15-2 0-15,12 0-1 0,6 2 1 16,0 2-1-16,-2 8 0 16,-4 4 1-16,-2 5-2 15,-7 6 1-15,2 3-8 16,0 0 9-16,3 10-6 16,4 10 6-16,-1 4 0 15,0 4-1-15,-5 2 1 16,-5 0 0-16,-10 5 0 15,-4-3 1-15,-2 3 0 16,0 0 0-16,-6 1 6 16,-8 0-7-16,5-4 0 15,1-4 1-15,2-3 7 16,4-6-8-16,0-5 1 0,2-3 1 16,0-4 4-1,0-3 28-15,0 2 8 0,4-4 1 16,10 0 0-16,5-2 10 15,4 0-7-15,8 0-11 16,1-4-16-16,-1-4-18 16,-4 1 4-16,-5 0-4 15,-1 3 4-15,-4-2-5 16,1 0-6-16,5 0-46 16,14-6-98-16,-3 0-222 15,-1 0-900-15</inkml:trace>
  <inkml:trace contextRef="#ctx0" brushRef="#br1" timeOffset="88627.09">5019 4682 678 0,'0'0'354'0,"0"0"21"15,0 0-87-15,0 0-110 16,0 0-8-16,0 0 16 16,0 0-32-16,0-4 8 15,0 2-45-15,0-3-45 16,0 2-17-16,-6-3-21 15,-3 0-8-15,-5 2-8 16,-1-2 8-16,-5 2-12 16,-3 2 2-16,-3 0 11 15,2 0 15-15,-5 2-12 16,2 0-13-16,0 0-7 16,0 9-9-16,0 12-1 0,0 9 0 15,6 10-1-15,2 4 2 16,11 4 0-16,8-4-1 15,0-2 1-15,8-6-1 16,17-5 0-16,4-7 0 16,0-6 0-16,2-4 0 15,0-8-1-15,3-3 1 16,-1-3-28-16,0 0-42 16,1-3-66-16,-7-11-70 15,-5-10-138-15,-7 4-146 16,-7 0-315-16</inkml:trace>
  <inkml:trace contextRef="#ctx0" brushRef="#br1" timeOffset="88815.77">4755 4881 889 0,'0'0'516'0,"0"0"-336"15,0 0 156-15,0 0-111 16,0 0-123-16,0 0 11 15,0 0 17-15,95-7-55 16,-48 0-40-16,2-4-23 16,18-3-12-16,-14 3-361 15,-6 1-751-15</inkml:trace>
  <inkml:trace contextRef="#ctx0" brushRef="#br1" timeOffset="89075.88">5438 4534 1874 0,'0'0'274'0,"0"0"-117"16,0 0-16-16,0 0-42 16,0 0 37-16,43 146-4 15,-32-90-39-15,-2-1-32 16,-1-5-28-16,0-9-21 15,-2-7-11-15,-1-9 8 16,-3-12-9-16,0-6 0 16,-2-7-32-16,4 0-28 0,2-26-105 15,0-2-377-15,-4-2-390 16</inkml:trace>
  <inkml:trace contextRef="#ctx0" brushRef="#br1" timeOffset="89303.51">5383 4514 1385 0,'0'0'288'16,"0"0"-100"-16,0 0 157 16,0 0-178-16,0 0-94 15,149-43 22-15,-106 42-35 0,-8 1-41 16,-3-3-6-1,-5 3-7-15,-8 0-6 0,-5 0-87 16,-8 0-238-16,-6 0-293 16,0 0-792-16</inkml:trace>
  <inkml:trace contextRef="#ctx0" brushRef="#br1" timeOffset="89474.22">5484 4700 380 0,'0'0'887'0,"0"0"-633"16,0 0 64-16,0 0-71 16,0 0-65-16,0 0-86 15,118 14-56-15,-90-20-28 0,-3 1-12 16,-5 0-64-16,-7 3-274 16,-6 0-725-16</inkml:trace>
  <inkml:trace contextRef="#ctx0" brushRef="#br1" timeOffset="103200.68">9382 4475 1829 0,'0'0'399'0,"0"0"-170"15,0 0-20-15,0 0-139 16,0 0-57-16,0 0 50 16,-7 141-18-16,7-89-17 0,0-3-12 15,0-5-4-15,0-9-6 16,5-7-4-16,8-7 4 15,5-8-6-15,0-4 6 16,2-8-6-16,2-1 0 16,-1-3-50-16,2-41-77 15,-4 1-190-15,-7-3-488 0</inkml:trace>
  <inkml:trace contextRef="#ctx0" brushRef="#br1" timeOffset="103335.72">9375 4368 1258 0,'0'0'694'0,"0"0"-614"15,0 0 3-15,0 0-83 16,0 0-655-16</inkml:trace>
  <inkml:trace contextRef="#ctx0" brushRef="#br1" timeOffset="103552.34">9710 4613 1382 0,'0'0'200'16,"0"0"-18"-16,0 0 134 16,0 104-149-16,13-71-94 15,3-3-13-15,3-3-26 16,2-8-17-16,1-7-8 0,5-9 1 15,2-3-10-15,4-10-21 16,1-39-164-16,-7 3-320 16,-12-2-555-16</inkml:trace>
  <inkml:trace contextRef="#ctx0" brushRef="#br1" timeOffset="103680.52">9674 4409 1640 0,'0'0'221'16,"0"0"-164"-16,0 0-57 0,0 0-98 16,0 0-708-16</inkml:trace>
  <inkml:trace contextRef="#ctx0" brushRef="#br1" timeOffset="103920">10044 4187 1540 0,'0'0'198'0,"0"0"54"16,0 0-4-16,98 155-64 16,-82-81-19-16,-7 6 6 15,-9-4-41-15,0-8-54 16,0-8-50-16,-2-10-13 0,-7-9-13 15,-3-9-7-15,-13-5-107 16,4-6-419-16,-6-10-1082 0</inkml:trace>
  <inkml:trace contextRef="#ctx0" brushRef="#br1" timeOffset="115421.26">11919 4245 1588 0,'0'0'546'16,"0"0"-389"0,0 0-37-16,0 0-58 0,-2 116 50 15,-10-40 13-15,-5 11-6 16,-1 2-13-16,-3-6-37 16,4-7-18-16,3-14-32 15,6-14-10-15,3-12-3 16,1-12-5-16,4-9 0 15,0-13 5-15,0-2 8 16,0-6-1-16,0-22 0 16,0-13-13-16,4-10-6 15,5-7 0-15,3 0 6 16,-2-3-1-16,3 1-1 16,1 2-4-16,1 3-4 0,1 4 10 15,0 7-6-15,-3 11 6 16,-2 11 1-16,1 12 5 15,-1 10-6-15,4 0-11 16,5 24 11-16,5 12 1 16,2 13 32-16,-2 4 8 15,-4 5-4-15,-3-1-19 16,-3-3 3-16,2-5-13 16,-7-6-8-16,-3-5 2 15,0-3-2-15,-5-8 0 16,-2-1-17-16,0-3-38 15,0-7-49-15,0-4-29 16,0-10-73-16,0-2-311 0,-2 0-64 0</inkml:trace>
  <inkml:trace contextRef="#ctx0" brushRef="#br1" timeOffset="115594.49">11874 4814 1294 0,'0'0'321'0,"0"0"-122"16,0 0 170-16,0 0-254 16,0 0-59-16,0 0-17 15,0 0 1-15,170-39-31 16,-72 7-9-16,-16 6-360 16,-4 1-1223-16</inkml:trace>
  <inkml:trace contextRef="#ctx0" brushRef="#br1" timeOffset="115849.26">12788 4483 1677 0,'0'0'259'0,"0"0"-127"16,0 0 156-16,0 0-146 15,-123 45-78-15,96-7-18 16,4 9 17-16,0 6-4 15,7 1 13-15,12-2-38 0,4-8-4 16,6-7-22 0,28-9-2-16,9-10-6 0,8-10-6 15,4-8-30-15,5 0-56 16,8-21-121-16,-18-2-279 16,-14-2-148-16</inkml:trace>
  <inkml:trace contextRef="#ctx0" brushRef="#br1" timeOffset="116038.53">12474 4763 1408 0,'0'0'399'0,"0"0"-81"16,0 0-99-16,0 0-50 15,0 0-28-15,174-5-80 16,-105-10-29-16,-2 1-17 15,15-10-15-15,-17 1-301 16,-16 5-819-16</inkml:trace>
  <inkml:trace contextRef="#ctx0" brushRef="#br1" timeOffset="116278.54">13194 4467 1798 0,'0'0'345'0,"0"0"-171"0,0 0 86 15,9 115-59-15,-1-63-73 16,4 5-54-16,-1-6-38 16,4-2-35-16,1-9 14 15,-3-6-15-15,1-8-8 16,-5-8-46-16,-1-14-109 15,0-4-222-15,-4 0-295 0</inkml:trace>
  <inkml:trace contextRef="#ctx0" brushRef="#br1" timeOffset="116466.34">13130 4449 514 0,'0'0'1135'15,"0"0"-929"-15,0 0 64 16,0 0-115-16,153-32-68 16,-102 27-44-16,-8-2-27 15,-8 5-16-15,-3 2-12 16,-10 0-248-16,-9 0-429 0</inkml:trace>
  <inkml:trace contextRef="#ctx0" brushRef="#br1" timeOffset="116629.13">13254 4666 1635 0,'0'0'243'0,"0"0"-87"0,0 0 39 16,0 0-65-16,0 0-84 16,156-12-30-16,-118 4-16 15,-3-2-57-15,-8-1-427 16,-8 6-979-16</inkml:trace>
  <inkml:trace contextRef="#ctx0" brushRef="#br1" timeOffset="120211.27">14237 4620 1333 0,'0'0'289'0,"0"0"42"16,0 0-52-16,0 0-131 0,0 0-52 16,0 0 14-16,0 0-20 15,0 0-7-15,0 2-4 16,-2 0-4-16,2-2-29 15,-2 1-4-15,2-1-6 16,-2 3-11-16,2-3-11 16,0 2-8-16,0-2-5 15,13 2 9-15,11-2 1 16,10 0 7-16,5 0 10 16,11 0-16-16,4 0 2 15,8 0-13-15,2 0 0 16,5 0 0-16,5 0 5 15,4 0-6-15,9 0 1 0,9 0 3 16,3-4 2 0,1 1-6-16,-5 2 0 0,-12 1 0 15,-16 0-1-15,-18 0 1 16,-16 0 0-16,-15 0 0 16,-7 0 1-16,-4 0-1 15,-3 0 0-15,-2 0 0 16,1 0 0-16,-3 0-1 15,0 0 0-15,0 0-4 16,0 0 5-16,0 0-2 16,0 0-13-16,0 0-45 15,0-2-77-15,0-7-75 16,0 2-325-16,-3-3-611 0</inkml:trace>
  <inkml:trace contextRef="#ctx0" brushRef="#br1" timeOffset="120579.43">15269 4432 1575 0,'0'0'254'0,"0"0"64"16,0 0 15-16,0 0-211 15,0 0-101-15,0 0-20 16,0 0-1-16,44 7 54 15,-9 5-5-15,0 3-25 16,-2-1-16-16,-3 3-2 0,-8 2-6 16,-5 1 0-16,-6-1 2 15,-3 4 4-15,-8-1-5 16,0 3 6-16,0 2-6 16,-14 3 16-16,-8 0 31 15,-5 0-8-15,-2 0 0 16,0-2-29-16,0-4 1 15,0 1-12-15,2-3 6 16,0-1-6-16,0 0 0 16,5 1-9-16,5-4-42 15,6-4-87-15,6-6-133 16,5-8-414-16</inkml:trace>
  <inkml:trace contextRef="#ctx0" brushRef="#br1" timeOffset="121119.15">16206 4430 1932 0,'0'0'259'16,"0"0"-176"-16,0 0 59 15,-29 144-18-15,24-70-25 0,1 2 31 16,2-4-12-16,2-12-57 16,0-9-38-16,0-16-14 15,0-12-1-15,0-12-7 16,0-8 9-16,0-3 3 15,0-14 42-15,0-21-20 16,0-13-18-16,0-11-16 16,0-6 0-16,0-5-1 15,0 2 1-15,0 3-2 16,8 6 2-16,1 14 1 0,2 15-1 16,-2 14 28-1,0 16-7-15,5 0-16 0,5 25-6 16,4 11 9-16,4 7 2 15,0 3 1-15,0 0 4 16,-4-1-16-16,0-9 2 16,-3-4-1-16,-5-8 0 15,-1-6-1-15,-3-6-11 16,0-2-46-16,-4-4-54 16,0 2-44-16,-7 9-146 15,0-3-245-15,-5-3-500 0</inkml:trace>
  <inkml:trace contextRef="#ctx0" brushRef="#br1" timeOffset="121285.58">16160 4900 1480 0,'0'0'838'0,"0"0"-671"16,0 0 149-16,0 0-165 15,0 0-123-15,0 0-8 16,0 0-20-16,135-90-51 15,-73 50-103-15,-13 4-160 16,-6 2-421-16</inkml:trace>
  <inkml:trace contextRef="#ctx0" brushRef="#br1" timeOffset="121578.42">16725 4291 1400 0,'0'0'308'0,"0"0"-80"16,0 0 165-16,0 0-170 15,-131-10-82-15,104 25-42 16,2 10-39-16,7 9-4 16,7 6-5-16,9 0-22 15,2 0-19-15,6-8 10 16,17-3-13-16,6-10 8 15,4-7 1-15,3-5-8 16,1-7-8-16,2 0 0 16,-3 0-34-16,-1-4-71 0,7-11-70 15,-9 3-170 1,-6 3-433-16</inkml:trace>
  <inkml:trace contextRef="#ctx0" brushRef="#br1" timeOffset="123559.59">17595 4543 1455 0,'0'0'347'0,"0"0"-207"16,0 0 219-16,0 0-154 15,0 0-102-15,0 0-53 16,-119-62 16-16,84 62-23 16,-4 4 5-16,-3 20-3 15,2 9-8-15,0 7-10 16,6 8-11-16,10 6 8 16,9-2-15-16,12 0 3 0,3-7-12 15,18-10 2 1,18-7-1-16,8-10 5 0,10-7-6 15,0-11-17 1,-2 0-58-16,-4-12-81 0,-6-19-166 16,-13 7-321-16,-11 0-562 0</inkml:trace>
  <inkml:trace contextRef="#ctx0" brushRef="#br1" timeOffset="123734.61">17327 4816 1579 0,'0'0'325'16,"0"0"148"-16,0 0-217 16,0 0-131-16,0 0-80 0,0 0 25 15,0 0-15-15,147-29-40 16,-84 5-15-16,26-13-73 16,-18 5-272-16,-13 4-611 0</inkml:trace>
  <inkml:trace contextRef="#ctx0" brushRef="#br1" timeOffset="123965.99">18135 4481 2309 0,'0'0'313'0,"0"0"-208"15,0 0 23-15,0 0-5 0,-6 155-37 16,4-95-5-16,0-6-28 15,2-6-35-15,0-10-11 16,0-9-5-16,0-10-2 16,0-7-11-16,4-5-59 15,6-7-71-15,5-19-93 16,1-10-336-16,-5-10-934 0</inkml:trace>
  <inkml:trace contextRef="#ctx0" brushRef="#br1" timeOffset="124147.52">18049 4417 1719 0,'0'0'480'0,"0"0"-339"16,0 0 113-16,0 0-125 0,0 0-54 16,165-10-44-16,-111 10-11 15,-8 9-20-15,-7-2-9 16,-14 4-111-16,-8-4-434 15,-13 0-642-15</inkml:trace>
  <inkml:trace contextRef="#ctx0" brushRef="#br1" timeOffset="124311.07">18131 4638 1827 0,'0'0'321'0,"0"0"-144"16,0 0 6-16,0 0-63 0,0 0-47 15,130-4-44-15,-84-5-17 16,-6 4-12-16,1-2-39 16,-14 7-288-16,-10-3-734 0</inkml:trace>
  <inkml:trace contextRef="#ctx0" brushRef="#br1" timeOffset="128290.26">20037 4497 770 0,'0'0'522'0,"0"0"-175"15,0 0 127-15,0 0-195 16,0 0-60-16,0 0-85 16,-8 17-76-16,-2 5-49 15,-3 9 15-15,-2 10 16 16,-1 5-6-16,5-2-13 16,4-2-13-16,7-4-2 15,0-9-6-15,3-8 3 16,16-8-3-16,8-12-16 15,0-1-63-15,6-37-109 16,-8-5-317-16,-10-4-275 0</inkml:trace>
  <inkml:trace contextRef="#ctx0" brushRef="#br1" timeOffset="128416.95">20000 4339 1582 0,'0'0'301'0,"0"0"-126"15,0 0 69-15,0 0-244 16,0 0-139-16,0 0-530 0</inkml:trace>
  <inkml:trace contextRef="#ctx0" brushRef="#br1" timeOffset="128636.66">20256 4467 1288 0,'0'0'180'0,"0"0"27"16,0 0 21-16,-9 117-36 16,9-77-61-16,0-5-19 15,0 0-30-15,0-7-27 16,11-7-31-16,3-6-10 16,1-9-2-16,5-6-12 15,3 0-46-15,10-44-160 16,-6 0-160-16,-8-2-569 0</inkml:trace>
  <inkml:trace contextRef="#ctx0" brushRef="#br1" timeOffset="128772.03">20205 4349 1249 0,'0'0'722'15,"0"0"-593"-15,0 0 61 16,0 0-190-16,0 0-290 15,0 0-727-15</inkml:trace>
  <inkml:trace contextRef="#ctx0" brushRef="#br1" timeOffset="129260.82">20525 4596 588 0,'0'0'1058'16,"0"0"-927"-16,0 0 65 16,-22 124-27-16,22-88-98 15,0-5-37-15,14-9-15 16,8-7-4-16,4-8 2 16,3-7-2-16,2-7-15 15,-2-19-133-15,-2-29-115 16,-8 8-387-16,-11-1-648 0</inkml:trace>
  <inkml:trace contextRef="#ctx0" brushRef="#br1" timeOffset="129401.52">20446 4437 1788 0,'0'0'224'16,"0"0"-102"-16,0 0-122 15,0 0-163-15,113-63-1001 0</inkml:trace>
  <inkml:trace contextRef="#ctx0" brushRef="#br1" timeOffset="129642.48">20780 4137 1413 0,'0'0'218'0,"0"0"65"15,0 0-17-15,102 147-77 16,-83-77-40-16,-9 8-47 16,-10-1-12-16,0 1-53 15,-6-3-20-15,-15-5-17 16,-14 17-35-16,2-20-211 0,-3-6-477 15</inkml:trace>
  <inkml:trace contextRef="#ctx0" brushRef="#br1" timeOffset="131975.51">21603 4263 1765 0,'0'0'487'0,"0"0"-349"16,0 0-80-16,0 0 15 15,0 102 52-15,0-40-24 16,-6 4-32-16,0 1-26 15,-3-7-12-15,3-6-17 16,1-11-2-16,0-8-11 16,1-12 0-16,2-6 5 15,2-13-4-15,-2-4 13 16,-1-1 16-16,1-24 26 16,-2-13-46-16,2-8-1 15,2-10-10-15,0-2-1 16,0-3 1-16,6 6 0 15,10-1 0-15,-1 10-1 16,4 3 1-16,-2 7 0 16,3 10 1-16,-2 6 5 0,0 8 6 15,0 8-2-15,4 4-4 16,0 4 5-16,7 17-5 16,-2 11-5-16,-2 5 7 15,-4 5-7-15,-2 4 0 16,-3 2 6-16,-1 2-7 15,-1-1 0-15,-1-5 0 16,0-6 0-16,0-6-1 16,0-6 1-16,-1-5-8 15,-1-10-46-15,-2-5-32 0,0-6-79 16,-5 0-118-16,-1-17-313 16,-3-2-896-16</inkml:trace>
  <inkml:trace contextRef="#ctx0" brushRef="#br1" timeOffset="132134.65">21690 4601 1768 0,'0'0'629'0,"0"0"-437"16,0 0-73-16,0 0-53 16,0 0-34-16,133-35-32 15,-75 19-54-15,17 2-145 16,-14 2-348-16,-12 5-943 0</inkml:trace>
  <inkml:trace contextRef="#ctx0" brushRef="#br1" timeOffset="132607.19">22282 4632 1553 0,'0'0'362'16,"0"0"-196"-16,0 0-19 15,0 0-82-15,0 0-34 16,0 0 1-16,0 0 57 15,94-116 41-15,-90 96-18 16,-2 4-14-16,-2 2-20 16,2 4-8-16,-2 3-22 15,0 6-13-15,0 1-20 16,0 0-15-16,0 0-28 16,2 13 27-16,2 6 1 0,0 5 0 15,0 0 2 1,3 0-1-16,-1-2 0 0,2 0-1 15,-4-5 1-15,0-2-1 16,1-1 0-16,-5-2 0 16,0 2-1-16,0-4-15 15,0 3-8-15,-7-6-2 16,-5 1 13-16,2-4 12 16,1 0 1-16,-3-1 1 15,1 0-1-15,3-3 9 16,-2 2-9-16,4 0 6 15,3-2-5-15,1 2 10 16,2-2 2-16,0 0-1 16,0 0-4-16,0 0-8 15,9 0 6-15,9 0-6 0,5 0 0 16,6-2-33-16,17-12-124 16,-6 2-376-16,-4 0-518 0</inkml:trace>
  <inkml:trace contextRef="#ctx0" brushRef="#br1" timeOffset="132750.31">22685 4682 1413 0,'0'0'402'0,"0"0"-159"15,0 0-80-15,0 0-37 16,0 0-34-16,0 0-53 16,0 0-30-16,0 67-9 15,2-53-18-15,8-2-333 0,-1-7-559 0</inkml:trace>
  <inkml:trace contextRef="#ctx0" brushRef="#br1" timeOffset="132944.84">22909 4659 1597 0,'0'0'623'16,"0"0"-435"-16,0 0-65 16,0 0-38-16,0 0-85 0,0 0-201 15,0 0-391-15</inkml:trace>
  <inkml:trace contextRef="#ctx0" brushRef="#br1" timeOffset="133074.5">22909 4659 821 0,'113'21'1136'0,"-113"-21"-744"16,2 0-150-16,5 0-72 16,6 0-126-16,14-18-44 15,0-2-353-15,-2 2-783 0</inkml:trace>
  <inkml:trace contextRef="#ctx0" brushRef="#br1" timeOffset="133193.29">23189 4648 1652 0,'0'0'609'0,"0"0"-348"0,0 0-32 16,0 0-100-16,0 0-116 16,0 0-13-16,0 0-334 15,71-42-700-15</inkml:trace>
  <inkml:trace contextRef="#ctx0" brushRef="#br1" timeOffset="133389.25">23607 4630 2205 0,'0'0'318'0,"0"0"-242"0,0 0-13 16,0 0-10-16,0 0-30 16,0 0-13-16,-79 133-10 15,54-101-1-15,-6 7-107 16,10-6-230-16,2-9-395 0</inkml:trace>
  <inkml:trace contextRef="#ctx0" brushRef="#br1" timeOffset="135385.37">24436 4281 836 0,'0'0'207'0,"0"0"37"15,0 0 83-15,0 0-41 16,0 0-44-16,0 0-20 16,0 0-42-16,-3-56-52 15,-7 52-20-15,-6 1-36 16,-7 2-24-16,-8 1-18 16,-5 0-18-16,-8 12 10 15,-5 9-2-15,-1 13-4 0,6 1-10 16,7 3 8-16,8 5-14 15,15-6 0-15,9 0-1 16,5-4-1-16,11-4 2 16,18-5-6-16,5-4 6 15,6-7 1-15,0 0 9 16,3-6-10-16,-3-4-25 16,-3-3-46-16,-3 0-54 15,-3-8-70-15,-2-22-151 16,-11 2-179-16,-7 2-1094 0</inkml:trace>
  <inkml:trace contextRef="#ctx0" brushRef="#br1" timeOffset="135559.31">24143 4480 1617 0,'0'0'374'15,"0"0"-181"-15,0 0-29 16,0 0-92-16,0 0 43 15,116 0-41-15,-56-14-35 16,3-4-29-16,17-13-10 16,-15 5-237-16,-11 2-465 0</inkml:trace>
  <inkml:trace contextRef="#ctx0" brushRef="#br1" timeOffset="135814.54">24982 4100 1842 0,'0'0'541'15,"0"0"-382"-15,0 0-49 16,0 0-58-16,0 0 32 16,-7 103 25-16,3-56-18 15,-1 4-18-15,2-5-31 16,3-4-30-16,0-6 0 15,0-8-12-15,0-7-1 16,0-12-55-16,8-9-56 0,-2-13-37 16,3-16-168-1,-5-5-468-15</inkml:trace>
  <inkml:trace contextRef="#ctx0" brushRef="#br1" timeOffset="136008.53">24841 4118 1640 0,'0'0'382'15,"0"0"-228"-15,0 0-31 16,0 0-30-16,120-23-37 16,-77 19-36-16,-5 0-6 15,-7 1-14-15,2-5-33 16,-8 5-279-16,-8-4-517 0</inkml:trace>
  <inkml:trace contextRef="#ctx0" brushRef="#br1" timeOffset="136173.54">24971 4303 1038 0,'0'0'281'16,"0"0"-40"-16,0 0 5 15,0 0-130-15,0 0-83 16,149-7-33-16,-115 0-13 16,-7 2-539-16</inkml:trace>
  <inkml:trace contextRef="#ctx0" brushRef="#br1" timeOffset="139350.56">25773 4347 1475 0,'0'0'568'15,"0"0"-373"-15,0 0-1 16,0 0-92-16,0 0-38 15,0 0 0-15,125 0 55 16,-63 0-29-16,5 0-42 0,-5-5-32 16,-6-4-10-16,-7 1-1 15,-11 2-5-15,-7-2-23 16,-10-7-108-16,-8 3-231 16,-9-5-338-16</inkml:trace>
  <inkml:trace contextRef="#ctx0" brushRef="#br1" timeOffset="139627.37">26097 4195 1773 0,'0'0'707'15,"0"0"-469"-15,0 0-75 16,0 0-66-16,0 0-46 16,112 4-25-16,-62 2 1 15,-3 6-25-15,-7 4-1 0,-9 4-1 16,-13 2 0-16,-9 2 0 15,-9 2 0-15,0 0 2 16,-29 0 7-16,-9 2 3 16,-2 1-6-16,-2-4 4 15,8-3-10-15,10-1 0 16,7-9-1-16,11-6-14 16,6-6-42-16,0 0-46 15,41-11-114-15,-1-9-312 16,4 1-357-16</inkml:trace>
  <inkml:trace contextRef="#ctx0" brushRef="#br1" timeOffset="140099.31">26814 4002 1913 0,'0'0'258'0,"0"0"-206"16,0 0 152-16,-5 157-72 0,5-93-24 15,0-3 6-15,16-3-30 16,8-5-36-16,8-9-26 15,6-9-8-15,6-7-1 16,3-9 7-16,7-6-5 16,-1-5 0-16,-4-7-14 15,-5-1 9-15,-7 0-8 16,-8-9 5-16,-8-11 15 16,-4-11 14-16,-7-9 2 15,-5-8 2-15,-5-10-2 16,0-8-5-16,-15-6 10 15,-6 0-23-15,-1 4-13 16,4 9-6-16,2 12 10 0,8 8-11 16,-1 13 0-1,7 10 0-15,0 4-14 0,2 6-49 16,0 6-91-16,4 0-153 16,7 0-690-16</inkml:trace>
  <inkml:trace contextRef="#ctx0" brushRef="#br1" timeOffset="140702.78">26765 5111 1677 0,'0'0'517'0,"0"0"-268"15,0 0-97-15,0 0-108 16,0 0 19-16,0 102 25 16,0-51-21-16,0 2-10 15,0-2-14-15,0-3-34 0,0-6 0 16,0-8-7-1,5-8 4-15,5-6-5 0,6-10-1 16,4-8 0-16,2-2-30 16,3-8-58-16,0-38-142 15,-8 3-345-15,-9-1-768 0</inkml:trace>
  <inkml:trace contextRef="#ctx0" brushRef="#br1" timeOffset="140881.87">26747 5041 1614 0,'0'0'642'0,"0"0"-457"0,0 0-68 16,0 0-91-16,0 0-26 15,0 0-70-15,141-34-294 16,-112 27-770-16</inkml:trace>
  <inkml:trace contextRef="#ctx0" brushRef="#br1" timeOffset="141045.44">27037 5167 1659 0,'0'0'354'16,"0"0"-163"-16,0 0 6 0,0 0-134 15,0 0-63-15,129-31-43 16,-95 22-269-16,-12 3-347 0</inkml:trace>
  <inkml:trace contextRef="#ctx0" brushRef="#br1" timeOffset="141212.99">27052 5363 1706 0,'0'0'401'0,"0"0"-206"16,0 0-13-16,0 0-118 15,137-47-64-15,-79 29-30 0,-14 4-208 16,-11 4-378-16</inkml:trace>
  <inkml:trace contextRef="#ctx0" brushRef="#br1" timeOffset="141435.87">27480 5101 662 0,'0'0'135'0,"0"0"-50"16,0 0-23-16,0 0-62 0,0 0-142 16,0 0-22-16,0 0-60 15</inkml:trace>
  <inkml:trace contextRef="#ctx0" brushRef="#br1" timeOffset="143441.6">27594 4932 914 0,'0'0'606'16,"0"0"-272"-16,0 0 3 16,0 0-141-16,0 0-109 15,0 0 19-15,-6 95 17 16,4-49 13-16,-1 5-19 0,-1 0-29 16,-1-2-39-16,0-6-20 15,1-6-13-15,0-9-5 16,2-9-10-16,0-7 1 15,2-5-2-15,0-3-16 16,0-4-44-16,0 0-61 16,-10-2-97-16,-1-10-296 15,0-2-708-15</inkml:trace>
  <inkml:trace contextRef="#ctx0" brushRef="#br1" timeOffset="144199.34">26774 3355 107 0,'0'0'1081'0,"0"0"-824"16,-9 112 43-16,7-62 5 15,2-1-126-15,0-8-82 16,0-9-45-16,9-8-12 16,9-11 0-16,1-13 15 15,6 0 42-15,2-19-42 16,0-11-22-16,-6-5 3 16,0-6 16-16,-7 3-4 0,-8 4 22 15,-4 4 6-15,-2 6 2 16,0 6-20-16,-8 3-20 15,-11 5-29-15,-3 5-9 16,0-1-20-16,-2 4-66 16,-1 2-39-16,9 0-81 15,5 0-395-15,9-5-837 0</inkml:trace>
  <inkml:trace contextRef="#ctx0" brushRef="#br1" timeOffset="144431.44">26774 3355 1737 0,'151'136'261'16,"-153"-120"-80"0,2 2 94-16,0 0-171 0,25-4-27 15,13-8-10-15,9-6-13 16,6 0-15-16,-2-8-14 16,-9-13-7-16,-11-6 27 15,-12-4 24-15,-15-4 7 16,-4-1-42-16,0 2-22 15,-13 5-10-15,-10 10-2 16,-8 9-27-16,-45 10-99 16,9 0-148-16,-1 13-818 0</inkml:trace>
  <inkml:trace contextRef="#ctx0" brushRef="#br1" timeOffset="146556.84">28024 3999 1145 0,'0'0'398'0,"0"0"-115"16,0 0 79-16,0 0-127 15,0 0-74-15,0 0-64 0,-4-17-65 16,-3 51-21-16,-9 18 51 16,-5 11 58-16,-8 5-12 15,0-3-34-15,0-4-41 16,8-9-18-16,11-9-9 15,2-15-5-15,8-10-1 16,0-10 1-16,0-8 6 16,3 0-7-16,12-21 15 15,4-11-15-15,2-8 0 16,0-6 0-16,-3-5-17 16,-3-4 7-16,1-1-11 15,-5 4 10-15,2 5-4 16,-2 11 9-16,-2 8 5 0,-2 14 1 15,0 8-1 1,0 6-8-16,3 0-5 0,9 18 9 16,2 11 5-16,4 5 1 15,-3 4 18-15,1-1-17 16,-6 2 5-16,-3-3-6 16,-5-4 0-16,-5-1 5 15,-2-8-6-15,0 0 0 16,-2-8 0-16,2-1-1 15,-2-2-7-15,0-4-26 16,0 1-90-16,0-8-157 16,-10-1-290-16,-3 0-209 0</inkml:trace>
  <inkml:trace contextRef="#ctx0" brushRef="#br1" timeOffset="146722.15">27984 4342 1793 0,'0'0'514'0,"0"0"-293"16,0 0 38-16,0 0-184 16,0 0-54-16,0 0-6 15,0 0-15-15,152-63-124 16,-87 31-168-16,-14 6-389 16,-9 2-946-16</inkml:trace>
  <inkml:trace contextRef="#ctx0" brushRef="#br1" timeOffset="146901.93">28488 4154 1373 0,'0'0'252'16,"0"0"-35"-16,0 0 155 15,0 0-202-15,0 123-66 0,0-97-32 16,0-4-30-16,0-5-9 16,7-5-18-16,10-7 4 15,4-1-2-15,6-4-17 16,0 0-20-16,6-21-136 15,-8-2-313-15,-10-5-788 0</inkml:trace>
  <inkml:trace contextRef="#ctx0" brushRef="#br1" timeOffset="147046.4">28497 4041 1910 0,'0'0'312'16,"0"0"-201"-16,0 0 88 15,0 0-199-15,0 0-205 16,0 0-182-16,156-33-877 0</inkml:trace>
  <inkml:trace contextRef="#ctx0" brushRef="#br1" timeOffset="147277.31">29061 3932 1874 0,'0'0'293'16,"0"0"-41"-16,0 0-46 16,-136 61-104-16,103-17-16 0,6 0-14 15,11-3-30-15,12 0-29 16,4-9-2-16,13-9-10 16,21-6 7-16,8-7-8 15,7-6 0-15,7-4-80 16,-5 0-88-16,5-28-101 15,-13 2-216-15,-18-1-324 0</inkml:trace>
  <inkml:trace contextRef="#ctx0" brushRef="#br1" timeOffset="147436.44">28917 4096 1073 0,'0'0'395'0,"0"0"-7"15,0 0 112-15,0 0-316 0,0 0-84 16,0 0-57-16,0 0 33 15,48 7 0-15,28-22-52 16,6-5-24-16,30-23-83 16,-21 6-238-16,-18-1-717 0</inkml:trace>
  <inkml:trace contextRef="#ctx0" brushRef="#br1" timeOffset="147646.34">29645 3721 1891 0,'0'0'526'16,"0"0"-471"-16,0 0 198 16,0 121-94-16,0-68-65 0,0 0-9 15,0-2-25-15,7-9-30 16,2-7-24-16,-1-8-5 16,4-9-1-16,-1-7-34 15,1-9-69-15,3-2-34 16,3-24-47-16,-3-12-292 15,-6-4-460-15</inkml:trace>
  <inkml:trace contextRef="#ctx0" brushRef="#br1" timeOffset="147817.81">29523 3699 502 0,'0'0'1271'16,"0"0"-886"-16,0 0-206 0,0 0-66 15,146-33-58-15,-86 24-34 16,-4 2-15-16,-11 5-6 16,-11-3-60-16,-15 3-434 15,-9 2-495-15</inkml:trace>
  <inkml:trace contextRef="#ctx0" brushRef="#br1" timeOffset="147961.18">29658 3884 529 0,'0'0'1128'0,"0"0"-954"16,0 0 154-16,0 0-86 16,0 0-52-16,0 0-117 15,143 14-57-15,-90-28-16 0,-10 4-203 16,-12-1-438-16</inkml:trace>
  <inkml:trace contextRef="#ctx0" brushRef="#br1" timeOffset="160101.4">2336 6374 1633 0,'0'0'338'16,"0"0"-218"-16,0 0 145 15,-137-50-130-15,91 47 9 16,-3 3-34-16,-4 9-53 16,-3 29-3-16,-2 21-10 15,-2 31 3-15,12-3-4 16,15 8-10-16,16-3-24 15,17-20 11-15,6-1-19 16,28-17-1-16,8-11 1 16,7-17-1-16,5-14 0 15,-4-9-40-15,2-3-38 16,-3-6-46-16,0-29-117 0,-14 3-409 16,-12-2-931-16</inkml:trace>
  <inkml:trace contextRef="#ctx0" brushRef="#br1" timeOffset="160282.5">1785 6909 2090 0,'0'0'253'0,"0"0"39"16,0 0-90-16,0 0-156 0,0 0-45 15,0 0 17 1,179-53-18-16,-95 29-36 0,34-6-146 15,-25 7-118-15,-12 3-359 16</inkml:trace>
  <inkml:trace contextRef="#ctx0" brushRef="#br1" timeOffset="160543.49">2647 6659 1689 0,'0'0'253'0,"0"0"-138"16,12 112 105-16,3-46-42 16,-4 13-70-16,-3 4-26 15,-8-2 14-15,0 0-8 0,0-13-17 16,-14-10-41 0,-4-10 6-16,-4-12-9 0,-1-8-13 15,1-12-5-15,-4-8 0 16,-1-8 9-16,-2-10-8 15,0-24-10-15,-2-49-115 16,6 9-195-16,5 5-525 0</inkml:trace>
  <inkml:trace contextRef="#ctx0" brushRef="#br1" timeOffset="160680.84">2566 6595 1385 0,'0'0'0'16,"0"0"-339"-16</inkml:trace>
  <inkml:trace contextRef="#ctx0" brushRef="#br1" timeOffset="161467.64">2897 6798 2067 0,'0'0'240'16,"0"0"-59"-16,0 0-69 15,157-53-41-15,-113 39-43 16,-11 3-22-16,-6 2 8 16,-11 3-14-16,-9 3 1 0,-7-4 19 15,0 3 13-15,-12-2 2 16,-17 5 6-16,-9 1 20 15,-6 0-3-15,-3 3-11 16,5 18-19-16,1 9-10 16,10 7-17-16,9 10 7 15,11 5-8-15,8-2 9 16,3-2-3-16,17-9 0 16,18-12-5-16,7-13 1 15,10-14-2-15,3-2-33 16,-1-30-76-16,-10-10-103 15,-13-10-309-15,-10-7-16 0,-15 1-14 16,-6 7 460 0,0 10 91-16,0 15 675 0,-4 16-139 15,4 10-278-15,0 6-188 16,0 22-44-16,2 8 48 16,9 8 2-16,3 3 14 15,-1-5-16-15,1-8-21 16,-6-6-26-16,1-12-8 15,-5-6-18-15,-4-10 0 16,0 0 19-16,0-14-20 16,0-14-15-16,0-8-8 15,-2-2 22-15,2-1 1 16,0 6-1-16,5 8 1 0,15 13 0 16,5 9 0-1,1 3-11-15,6 14 10 0,-3 12-8 16,-5 6 9-16,-6 0 0 15,-7-3 0-15,-4-4 0 16,-7-9 11-16,0-8-10 16,0-8 1-16,0 0 16 15,0-18 9-15,0-16-20 16,-2-10-4-16,2-9 4 16,0 3 1-16,15 4 43 15,10 12-18-15,4 14-12 16,0 14-12-16,2 6-3 15,-4 17-6-15,-3 17 1 16,-4 4 26-16,-4 1 3 16,-5-2-9-16,-3-7-21 0,2-8 0 15,-2-6 0-15,15-16-69 16,-4 0-185-16,6-6-841 0</inkml:trace>
  <inkml:trace contextRef="#ctx0" brushRef="#br1" timeOffset="161903.84">4052 6687 2162 0,'0'0'287'15,"0"0"-186"-15,0 0 61 16,-26 153-33-16,26-84-29 16,0 10-37-16,0 2-5 0,0-4-42 15,0-8-7-15,0-14 0 16,-8-10-9-16,-7-18-6 15,-3-12-52-15,-4-12 16 16,-2-3 16-16,-1-25 17 16,0-19-4-16,5-14 13 15,5-12 9-15,10-11 35 16,5-5 11-16,13-3-22 16,32 6-22-16,14 8-11 15,9 17-1-15,1 20-10 16,-4 21 11-16,-14 17-12 15,-15 0 10-15,-16 27-5 16,-16 7 7-16,-4 2 10 0,-20 1 41 16,-15-4 12-16,-3-4-21 15,-2-9-17-15,4-7-11 16,7-4-13-16,3-9 1 16,5 0-2-16,3 0-9 15,3 0-51-15,3 0-24 16,6 0-39-16,6 0-70 15,0 0-438-15,16-2-574 0</inkml:trace>
  <inkml:trace contextRef="#ctx0" brushRef="#br1" timeOffset="162136.51">4409 6476 1594 0,'0'0'1095'16,"0"0"-983"-16,0 0-76 16,0 0 73-16,31 107 30 15,-9-51-40-15,-1 0-36 16,-4-2-32-16,-1-7-16 16,-3-9-15-16,1-11-29 15,-1-8-92-15,16-19-92 16,-2-2-435-16,-3-20-748 0</inkml:trace>
  <inkml:trace contextRef="#ctx0" brushRef="#br1" timeOffset="162345.34">4647 6742 1930 0,'0'0'323'0,"0"0"-170"0,-17 116 68 16,17-68-85-16,13-6-57 15,22-14-21-15,10-16-2 16,8-12 13-16,3-10-20 15,-2-24-18-15,-12-8-30 16,-13-6 10-16,-11-3-2 16,-11 4-3-16,-7 2-6 15,-5 9-6-15,-22 10-33 16,-41 16-70-16,3 7-146 16,-5 3-559-16</inkml:trace>
  <inkml:trace contextRef="#ctx0" brushRef="#br1" timeOffset="164635.72">6296 6735 1423 0,'0'0'498'0,"0"0"-204"15,0 0 11-15,0 0-153 16,0 0-74-16,0 0 2 16,0 0 23-16,135 67-26 15,-52-49-19-15,6-1 0 16,2-5-17-16,-5-5-17 16,-7-5-6-16,-13-2-18 15,-16 0 11-15,-19 0-11 16,-14 0-6-16,-7 0 6 15,-10-2 1-15,0-5 11 16,0-2-4-16,-16-6-8 0,-5-7 0 16,-5-2 1-1,0-3-1-15,1-5 6 0,0-1-6 16,5-5 1-16,7 0 0 16,9-2 0-16,4-2-1 15,10-1-6-15,24 4-3 16,11 5 1-16,5 3 7 15,2 14 0-15,-3 8 0 16,-7 9-9-16,-6 16 2 16,-7 25 7-16,-13 13-4 15,-12 8 5-15,-4 6 0 16,-11 2 1-16,-13-4 5 16,-5-6-4-16,4-7-2 15,7-9 1-15,5-13 1 16,6-6-1-16,7-9 0 0,0-6-1 15,0-4 2-15,2-2-2 16,11-2 21-16,8-2 3 16,4 0 6-16,8 0-11 15,2-5-2-15,3-2-11 16,1-1-6-16,-8 0-1 16,-5 0-44-16,-2 0-35 15,-1-4-62-15,12-14-78 16,-1-1-323-16,-3-1-626 0</inkml:trace>
  <inkml:trace contextRef="#ctx0" brushRef="#br1" timeOffset="164854.5">7634 6627 1974 0,'0'0'308'0,"0"0"-141"16,0 0-20-16,0 0-74 16,0 0-28-16,118 0-20 15,-71 0-23-15,-5 0-2 16,-10 0-41-16,-16 0-188 16,-10 0-305-16,-6 6-282 0</inkml:trace>
  <inkml:trace contextRef="#ctx0" brushRef="#br1" timeOffset="164987.57">7714 6805 1453 0,'0'0'350'0,"0"0"-84"16,0 0 34-16,0 0-152 15,0 0-61-15,0 0 26 16,0 0-55-16,108-2-33 16,-26-34-25-16,-10 2-213 15,-10 0-448-15</inkml:trace>
  <inkml:trace contextRef="#ctx0" brushRef="#br1" timeOffset="165385.14">8510 6240 948 0,'0'0'1065'16,"0"0"-938"-16,0 0 209 15,0 0-239-15,0 0-69 16,0 0 8-16,0 144 28 16,0-67 52-16,0 1 4 15,0-4-39-15,-15-12-34 16,1-13-24-16,5-16-22 16,3-12 11-16,2-15-12 15,4-6 15-15,0-9 9 16,0-19-16-16,0-10-8 15,17 0-9-15,3 6-7 0,3 17-7 16,2 15-11-16,-4 7 3 16,0 35 30-16,-6 18 0 15,-8 10 1-15,-7 5 1 16,0-3 5-16,-2-6-5 16,-10-12 0-16,1-9 7 15,5-14-8-15,1-11-63 16,2-9-255-16,3-10-611 0</inkml:trace>
  <inkml:trace contextRef="#ctx0" brushRef="#br1" timeOffset="168466.59">9523 6545 469 0,'0'0'551'0,"0"0"-266"16,0 0-52-16,0 0-118 15,0 0-75-15,0 0-24 0,0 0-15 16,8 0 8-16,-5 0-9 15,-3 0 20-15,0 0-9 16,0 0 6-16,0 0-15 16,0 0-1-16,0 0 2 15,0 0-2-15,0 0 12 16,0 0 65-16,0 0 42 16,0 0 4-16,0 0-28 15,0 0-43-15,0 0-14 16,0 0-10-16,0 0 1 0,0 0 15 15,0 0 5 1,0 0 3-16,0 0-18 0,0 0-7 16,0 0-19-16,0 0 0 15,0 0-9-15,0 0 2 16,0 0-1-16,0 0 0 16,0 0 7-16,0 0-8 15,0 0 6-15,0 0-6 16,0 0 9-16,0 0-8 15,0 0 11-15,0 0-11 16,0 0 1-16,0 0-1 16,0 0 0-16,0 0 1 15,0 0-2-15,0 0 7 16,0 0-6-16,0 0 4 16,0-4-4-16,0 2 0 0,2-3 1 15,-2 5-1-15,0 0-1 16,0 0 0-16,0 0-1 15,0 0 0-15,0 0-1 16,0 0-16-16,0 0 1 16,0 0-4-16,0-2 6 15,0 2 0-15,6-5-82 16,2 1-224-16,-2-2-603 0</inkml:trace>
  <inkml:trace contextRef="#ctx0" brushRef="#br1" timeOffset="169741.12">9484 6328 907 0,'0'0'366'16,"0"0"-189"-16,0 0 118 16,5 107-80-16,8-47 6 15,0 10-59-15,6 1-55 16,-1 4-39-16,-1-7-41 16,-1-7-6-16,-3-11-20 15,-1-12 10-15,-6-13-10 16,-4-11 0-16,-2-9 5 0,0-5 11 15,0-2 27-15,0-24-26 16,-6-9-3-16,6-6-9 16,0-7 21-16,15 2-18 15,21 1 4-15,9 10-12 16,3 8 1-16,2 15-2 16,-5 12 1-16,-10 2 0 15,-11 23-1-15,-10 8 14 16,-14 4-2-16,0 0 32 15,-25-1 30-15,-8-5-1 16,-1-5-34-16,3-10-17 16,4-8-13-16,5-8 2 15,5 0 6-15,0-6-17 16,5-11-25-16,4 2-31 16,6-1-25-16,2 0-96 0,5 4-205 15,10 0-530-15</inkml:trace>
  <inkml:trace contextRef="#ctx0" brushRef="#br1" timeOffset="169936.37">10169 6793 1618 0,'0'0'234'0,"0"0"-25"16,0 0 128-16,-16 121-193 15,12-82-90-15,4-4-35 16,0-3-9-16,-3-2-10 0,-1 4-23 16,-2-10-231-16,-3-5-449 0</inkml:trace>
  <inkml:trace contextRef="#ctx0" brushRef="#br1" timeOffset="172182.06">10534 6613 789 0,'0'0'168'0,"0"0"-68"15,0 0 37-15,0 0-76 16,0 0-16-16,0 0 116 16,0 0 5-16,9-2-22 15,-9 2-34-15,0 0-30 16,0 0 9-16,0 0-13 16,0 0 11-16,0 0 7 15,0-2 25-15,0 0-32 16,0-4-14-16,0 2-19 0,0-1-15 15,0 0-11-15,-2 1-7 16,-9 2 4-16,-5-1-19 16,-1 3 2-16,-8 0-8 15,-2 12 1-15,0 15 11 16,5 6-11-16,5 12 7 16,8 3-2-16,9-2-5 15,0-3 0-15,24-7-1 16,14-9 1-16,6-13 0 15,4-3-1-15,-4-11-12 16,1 0-34-16,10-6-91 16,-12-10-210-16,-6 0-419 0</inkml:trace>
  <inkml:trace contextRef="#ctx0" brushRef="#br1" timeOffset="172384.51">10978 6875 2357 0,'0'0'340'0,"0"0"-262"16,0 0-11-16,-49 111-38 15,22-59-29-15,-8 25-8 16,3-14-204-16,8-8-601 0</inkml:trace>
  <inkml:trace contextRef="#ctx0" brushRef="#br1" timeOffset="174095.56">11467 6645 1151 0,'0'0'385'16,"0"0"-59"-16,0 0-23 0,0 0-84 15,0 0-39-15,0 0-73 16,-114-21-32-16,68 21-1 16,0 0-18-16,2 9-9 15,1 8-14-15,10 6-7 16,4 9-17-16,8 5-9 15,13 3 0-15,8 6-1 16,0-4 1-16,22-5-18 16,16-6-22-16,7-13-27 15,1-14-11-15,-1-4-65 16,4-20-156-16,-14-11-239 16,-8-3-298-16</inkml:trace>
  <inkml:trace contextRef="#ctx0" brushRef="#br1" timeOffset="174284.25">11363 6288 1249 0,'0'0'293'16,"0"0"53"-16,0 0 45 15,0 0-130-15,0 0-141 16,0 0-77-16,0 0 47 16,39 94-23-16,-22-34-34 15,-3 3-20-15,-1-7-5 16,-4-2-8-16,3-6-15 15,0 2-94-15,2-11-207 16,-1-16-447-16</inkml:trace>
  <inkml:trace contextRef="#ctx0" brushRef="#br1" timeOffset="174659.74">11830 6291 1896 0,'0'0'262'0,"0"0"-189"16,0 0 121-16,-58 144-58 15,48-79-54-15,10 1-40 16,0-7-8-16,10-11-16 0,9-12-7 15,2-12-10-15,-3-10 1 16,-3-9-2-16,-3-5 0 16,-6 0 7-16,-1-7 4 15,-5 4 0-15,0 3-11 16,0 3 12-16,-13 34-11 16,-6 17 8-16,5 14-8 15,8 6 1-15,6 2-2 16,0-8 0-16,18-12 0 15,13-15-61-15,-4-17-252 16,-5-14-481-16</inkml:trace>
  <inkml:trace contextRef="#ctx0" brushRef="#br1" timeOffset="180520.57">14335 6162 1751 0,'0'0'529'0,"0"0"-381"15,0 0 23-15,0 0-125 16,0 0 12-16,0 157 54 15,6-77-36-15,2 6-4 16,-2-5-21-16,-1-8-3 16,1-9-27-16,2-10-8 0,-2-11-11 15,1-9-1-15,-1-12 0 16,-2-6-1-16,1-6-2 16,-5-6-35-16,0-4-17 15,0 0-25-15,0-23-87 16,0-26-141-16,0 2-267 15,0 0-478-15</inkml:trace>
  <inkml:trace contextRef="#ctx0" brushRef="#br1" timeOffset="180754.79">14125 6152 129 0,'0'0'1526'16,"0"0"-1327"-16,0 0 38 16,0 0-89-16,121-56-49 15,-63 42-28-15,0 4-25 16,-4 0-36-16,-8 3-1 16,-8 5-9-16,-6 1 0 15,1-1-141-15,-10 0-332 16,-8-3-756-16</inkml:trace>
  <inkml:trace contextRef="#ctx0" brushRef="#br1" timeOffset="180934.69">14279 6488 377 0,'0'0'1041'16,"0"0"-780"-16,0 0 221 15,0 0-338-15,168-43-60 16,-108 21-51-16,11 2-33 16,-13 3-70-16,-15 8-536 0</inkml:trace>
  <inkml:trace contextRef="#ctx0" brushRef="#br1" timeOffset="184088.52">15198 6689 1921 0,'0'0'347'15,"0"0"-142"-15,0 0-49 16,0 0-108-16,131-68-32 16,-89 51-5-16,-8 8-11 15,-10 3-18-15,-16 6-117 16,-8 0-246-16,0 1-426 0</inkml:trace>
  <inkml:trace contextRef="#ctx0" brushRef="#br1" timeOffset="184237.28">15229 6840 1600 0,'0'0'351'16,"0"0"-108"-16,0 0-81 15,0 0-122-15,0 0-22 16,158-62-18-16,-111 43-1 16,13 0-140-16,-13 0-358 15,-9 3-555-15</inkml:trace>
  <inkml:trace contextRef="#ctx0" brushRef="#br1" timeOffset="184657.33">15958 6125 1545 0,'0'0'293'0,"0"0"-58"16,0 0-61-16,0 0-112 16,0 0 25-16,-11 145 21 15,4-85-20-15,1-1-9 16,-1-7-42-16,5-10-14 0,0-12-22 16,2-11 10-1,0-8-10-15,0-11-1 0,2 0 1 16,13-11 17-16,5-8-3 15,0-1-13-15,0 6-2 16,-1 11-12-16,-4 3-7 16,-4 31 8-16,-8 21 5 15,-3 18 6-15,-12 14 6 16,-15 5 12-16,-4-3-5 16,2-10 12-16,9-18-13 15,6-16-10-15,8-20-1 16,6-16-1-16,0-6-22 15,22-42-167-15,7-4-363 16,3-5-306-16</inkml:trace>
  <inkml:trace contextRef="#ctx0" brushRef="#br1" timeOffset="187757.99">16671 6409 1132 0,'0'0'290'16,"0"0"-115"-16,0 0 117 15,0 0-93-15,0 0-36 16,0 0 2-16,0 0-26 15,-69-46-76-15,47 86-15 16,-7 16 4-16,2 10-9 0,5 6-9 16,13-4-7-1,9-5-4-15,9-16-7 0,29-8 7 16,14-19 11-16,8-14-4 16,4-6-9-16,-4-12-9 15,-9-14 0-15,-14-6-6 16,-16-3 9-16,-11-1-8 15,-10-4 2-15,-3 0 2 16,-21-1-10-16,-9 4 8 16,-4 1 4-16,-3 5-8 15,-2 11-5-15,-1 7 0 16,4 7-9-16,3 6 8 16,7 0-6-16,6 0-47 15,15 0-68-15,8 0-181 16,6 0-377-16,17-8-752 0</inkml:trace>
  <inkml:trace contextRef="#ctx0" brushRef="#br1" timeOffset="187968.86">16752 6009 1570 0,'0'0'599'0,"0"0"-528"15,0 0 29-15,-16 201 37 16,-11-57-14-16,-4 9-10 16,2-27-29-16,9-35-39 15,12-37-44-15,2-10-1 0,2 22-29 16,2-10-191 0,0-8-464-16</inkml:trace>
  <inkml:trace contextRef="#ctx0" brushRef="#br1" timeOffset="188215.66">17135 6682 2027 0,'0'0'318'16,"0"0"-192"-16,-45 132 104 15,8-63-151-15,-17 40-77 16,10-19-2-16,7-13-600 0</inkml:trace>
  <inkml:trace contextRef="#ctx0" brushRef="#br1" timeOffset="190431.61">17566 6319 1947 0,'0'0'498'0,"0"0"-363"15,0 0 26-15,0 0-19 16,50 123-7-16,-36-50-29 16,-7 4-40-16,-7 1 0 15,0-8-30-15,0-12-18 16,-7-14-8-16,3-14-4 0,2-14-4 15,-2-14-1-15,4-2 27 16,0-29-14-16,0-12-13 16,6-8-1-16,13-1-6 15,6 14-15-15,-3 16 11 16,1 18-12-16,-6 6-1 16,-3 34 22-16,-12 14 1 15,-2 13 3-15,0 1-3 16,-16-4 1-16,1-10-1 15,6-12 0-15,9-18-47 16,0-16-118-16,38-19-83 16,4-22-207-16,0-3-748 0</inkml:trace>
  <inkml:trace contextRef="#ctx0" brushRef="#br1" timeOffset="190903.27">17980 6266 2008 0,'0'0'362'0,"0"0"-186"16,0 0-48-16,4 102 45 15,10-28-46 1,-3 15-48-16,-2 1 0 0,-2-3-26 16,-3-16-28-16,0-13-19 15,3-17 0-15,-3-19-6 16,4-16-11-16,-4-6-16 16,0-14 18-16,5-24 9 15,0-11-14-15,7-4 13 16,8-2-5-16,5 7 5 15,7 14-6-15,4 14 5 16,-5 15 1-16,-6 5-11 16,-6 27 1-16,-17 15 11 15,-6 10 17-15,-4 3 5 16,-23-4 7-16,-6-5-8 0,-1-9-8 16,5-10-12-16,7-16 8 15,7-11-9-15,6 0-33 16,9-24-92-16,9-20-126 15,17 3-289-15,1 8-401 0</inkml:trace>
  <inkml:trace contextRef="#ctx0" brushRef="#br1" timeOffset="191241.47">18667 6280 2237 0,'0'0'271'0,"0"0"-68"0,-61 102-51 15,53-56-52-15,8-3-40 16,2-9-37-16,17-10-9 16,4-10-3-16,-7-11-11 15,-3-3 12-15,-7 0-11 16,-1 0 22-16,-2-5-18 15,-3 5-5-15,0 0-8 16,0 28-10-16,0 20 18 16,-10 17 0-16,4 10 1 15,6 2-1-15,0-7 0 16,6-10 0-16,15-13-1 0,-1-18-26 16,13-17-73-1,-9-10-227-15,1-2-471 0</inkml:trace>
  <inkml:trace contextRef="#ctx0" brushRef="#br1" timeOffset="191520.13">19516 6733 1793 0,'0'0'877'0,"0"0"-739"16,0 0-26-16,-114 107-34 15,62-33-36-15,2 6-42 16,5 18 0-16,16-22-126 15,11-17-590-15</inkml:trace>
  <inkml:trace contextRef="#ctx0" brushRef="#br1" timeOffset="193472.73">19964 6154 1825 0,'0'0'320'16,"0"0"-131"-16,0 0-30 15,0 0-82-15,0 0-40 16,0 0 45-16,29 142 16 15,-16-71-23-15,-2 3-12 16,-4-4-29-16,0-10-16 16,-5-7-9-16,-2-12-3 15,0-9 0-15,0-9-6 16,0-15 8-16,0-8-8 0,0 0 20 16,0-26-13-16,9-9-7 15,2-1 0-15,2 6 10 16,3 10-10-16,0 14-8 15,-6 6-4-15,2 20-3 16,-8 18 15-16,-1 6 1 16,-3 3 0-16,0-1 1 15,0-9-2-15,0-8-1 16,4-13-113-16,21-8-401 16,4-8-358-16</inkml:trace>
  <inkml:trace contextRef="#ctx0" brushRef="#br1" timeOffset="194071.43">20853 6459 221 0,'0'0'1592'0,"0"0"-1122"0,0 0-255 16,0 0-63-16,-127-32-40 15,96 32-48-15,0 22-45 16,0 8-2-16,4 4-1 16,7 2 2-16,9-4 0 15,11-2-5-15,0-5-11 16,25-8-2-16,12-3 20 15,5-4-10-15,1-3 1 16,-1-6-11-16,-2-1-11 16,-1 0-86-16,9-12-107 15,-5-6-369-15,-8-1-742 0</inkml:trace>
  <inkml:trace contextRef="#ctx0" brushRef="#br1" timeOffset="194268.9">21393 6557 2213 0,'0'0'320'0,"0"0"-226"16,0 0 37-16,0 0-43 16,0 0-53-16,-36 106-18 15,36-84-17-15,0-4 0 16,0 3-106-16,0-5-213 15,0-7-565-15</inkml:trace>
  <inkml:trace contextRef="#ctx0" brushRef="#br1" timeOffset="194583.84">21848 6353 598 0,'0'0'1102'15,"0"0"-945"-15,0 0 122 16,-135-32-86-16,98 32-61 16,6 9-80-16,-1 19-20 15,8 13 5-15,6 2 9 16,9 3-4-16,9-3 13 0,0-9-19 15,27-10-17 1,12-9-3-16,9-15 1 0,3 0-17 16,-4 0-93-16,-4-21-112 15,-4-25-97-15,-10 6-173 16,-10-7-211-16</inkml:trace>
  <inkml:trace contextRef="#ctx0" brushRef="#br1" timeOffset="194756.37">21869 6020 848 0,'0'0'824'15,"0"0"-259"-15,0 0-227 16,0 0-107-16,0 0-120 16,0 0-80-16,0 0 61 0,-29 110 2 15,29-44-30-15,3 2-28 16,6-6-12-16,2-7-22 16,5-11-2-16,5-10-53 15,18-14-100-15,-6-11-233 16,-4-9-638-16</inkml:trace>
  <inkml:trace contextRef="#ctx0" brushRef="#br1" timeOffset="195055.72">22282 6113 1145 0,'0'0'1283'0,"0"0"-1139"0,0 0-46 16,-139 121 7-16,116-60-13 15,13-3-43-15,10-7-29 16,10-8-20-16,19-16-8 16,0-11 8-16,-3-7-34 15,-4-9-33-15,-10 0 44 16,-8 0 16-16,-4 0 5 16,0 6 2-16,0 9 9 15,-14 8 14-15,-1 12-4 16,4 6-13-16,6 3 2 15,5 1-8-15,0-4 0 16,14-6-1-16,22-9-65 16,-7-8-453-16,0-10-668 0</inkml:trace>
  <inkml:trace contextRef="#ctx0" brushRef="#br1" timeOffset="197098.52">22538 6764 1906 0,'0'0'288'15,"0"0"-217"-15,0 0-6 16,0 0 107-16,-17 106-11 16,6-62-88-16,4-2-40 15,4-8-27-15,3-10-6 16,10-10-105-16,9-8-360 16,4-6-523-16</inkml:trace>
  <inkml:trace contextRef="#ctx0" brushRef="#br1" timeOffset="197766.06">22824 6589 1631 0,'0'0'362'15,"0"0"-248"-15,0 0-10 16,0 0-16-16,0 0-18 16,164 15-39-16,-105-10-19 15,-10 5-7-15,-9 0-5 16,-13 4 0-16,-7-2 0 15,-9-4-1-15,-7-1 1 0,-2-4 0 16,-2-3 22-16,0 0 64 16,0 0 50-16,-8-8-72 15,-8-8-36-15,0-6-17 16,0-4 12-16,-1-6-2 16,5-8-4-16,4-6-17 15,8-2-5-15,0-1-2 16,2 5 7-16,20 9-1 15,7 6 2-15,5 7-1 16,1 10 0-16,-1 8 0 16,-7 4 0-16,-3 2-6 15,-8 22 4-15,-7 10-10 16,-7 7 12-16,-2 2 6 0,-2 1 14 16,-14 0-8-16,-1-5 0 15,-2-5-11-15,6-1-1 16,2-7 1-16,4 1-1 15,5-5 1-15,2-2 16 16,0-4 12-16,2-6-5 16,16-4 9-16,11-6 3 15,7 0 0-15,4 0-15 16,-3-6-5-16,-5-2-5 16,-6 2-11-16,-3 3 0 15,-3-2 0-15,-2-1-36 16,11-12-140-16,-5 1-426 0,-1-4-1174 15</inkml:trace>
  <inkml:trace contextRef="#ctx0" brushRef="#br1" timeOffset="198111.25">24083 5985 2107 0,'0'0'309'16,"0"0"-234"-16,0 0 26 16,0 0 34-16,-86 155-23 15,78-101-54-15,8-6-16 0,0-10-19 16,19-9-14-16,5-12-9 16,0-9 9-16,1-8-9 15,-7 0-41-15,-5 0-5 16,-9 0 16-16,-4 0 9 15,0 8-6-15,-15 20 17 16,-10 13 10-16,1 15 21 16,2 11-21-16,8 6 14 15,10-5-14-15,4-5 1 16,9-13-1-16,15-14-5 16,24-16-28-16,-11-12-232 15,-3-8-551-15</inkml:trace>
  <inkml:trace contextRef="#ctx0" brushRef="#br1" timeOffset="210960.89">23472 5835 1731 0,'0'0'320'0,"0"0"-98"15,0 0 34-15,0 0-113 16,0 0-65-16,0 0-46 15,-8-26-23-15,8 26 6 16,-5 0 9-16,1 16 33 16,-8 6 19-16,-1 6-11 15,-3 2-3-15,-1 0-23 16,-1-2-12-16,5-3-9 16,1-7-1-16,6-7-16 0,1-4 1 15,5-6 7-15,0-1 0 16,0 0 7-16,0 0-4 15,0 0 11-15,-2 3-16 16,2-3-5-16,0 0-1 16,0 0 0-16,0 0 8 15,0 0 0-15,0 0 5 16,0 0 14-16,0-3 11 16,0-5-24-16,0 0 12 15,0-2-5-15,11-4-10 16,9-5-6-16,11-6-6 15,14-7 0-15,6-2-2 16,7-2 2-16,-2 0-8 16,-2 3 7-16,1-2-40 15,5-3-56-15,31-23-64 0,-14 8-114 16,-9 0-629-16</inkml:trace>
  <inkml:trace contextRef="#ctx0" brushRef="#br1" timeOffset="-204413.51">11870 3928 620 0,'0'0'290'16,"0"0"-13"-16,0 0-29 16,0 0-50-16,0 0-111 15,0 0-50-15,0-19-21 16,0 16 13-16,0 3 49 16,0 0 29-16,0 0-3 15,0 0-19-15,-2 3-46 16,-5 9-31-16,-3 2 6 15,2 1-13-15,-1-1 12 16,3-2-7-16,4-6-5 16,2-4 0-16,0 1 5 0,0-3 1 15,0 0 4-15,0 0 12 16,0 0 8-16,0 0 2 16,0 0-24-16,0-3-4 15,0 1-4-15,0 2-1 16,0-2 1-16,0 2-1 15,0 0 0-15,0 0-10 16,0 0 1-16,0 0-26 16,0 10 35-16,0 4 0 15,0 2 0-15,0-2 1 16,0-3 0-16,0-6-1 16,0 0-1-16,0-5-9 15,0 0-3-15,0 0 13 0,6 0 2 16,3 0 11-16,5-9-13 15,3-7 6-15,8-8-6 16,8-8-53-16,14-10-77 16,8-10-24-16,11-4-16 15,27-21 16-15,-18 14-77 16,-14 8-507-16</inkml:trace>
  <inkml:trace contextRef="#ctx0" brushRef="#br1" timeOffset="-202764.85">16125 4461 864 0,'0'0'108'0,"0"0"-107"16,0 0-1-16,0 0 0 16,0 0-21-16,0 0-258 0</inkml:trace>
  <inkml:trace contextRef="#ctx0" brushRef="#br1" timeOffset="-202606.51">16592 4132 525 0,'0'0'0'0</inkml:trace>
  <inkml:trace contextRef="#ctx0" brushRef="#br1" timeOffset="-198986.44">16870 5729 628 0,'0'0'291'0,"0"0"-153"16,0 0 66-16,0 0-68 15,0 0-63-15,0 0-11 16,-2 0 33-16,2 0 2 16,0 0 23-16,0 0-14 0,0 0-7 15,-2 0-31 1,2 0-33-16,0 0-35 0,0 0-19 15,0 6 0-15,0 4 17 16,0 2 2-16,-2 1 1 16,-2-1 5-16,4-1-6 15,0-3 0-15,0-6-1 16,0-2-67-16,10 0-110 16,12-12 160-16,14-22 18 15,10-14-11-15,52-55-42 16,-11 10-269-16,-4 6-254 0</inkml:trace>
  <inkml:trace contextRef="#ctx0" brushRef="#br1" timeOffset="-195426.51">23089 7258 1277 0,'0'0'210'0,"0"0"-124"16,0 0 26-16,0 0-62 15,0 0-50-15,0 0 34 16,3 21 65-16,-3-13 5 0,0-6-6 15,10-2-48 1,22-4 5-16,39-38-21 0,47-35-34 16,45-32-20-16,-16 8-144 15,-26 13-443-15</inkml:trace>
  <inkml:trace contextRef="#ctx0" brushRef="#br1" timeOffset="-191420.31">17790 5905 861 0,'0'0'222'15,"0"0"-3"-15,0 0-45 16,0 0-94-16,0 0-58 16,0 0 13-16,7-8-22 15,-7 8-3-15,0 0 4 16,0 0 8-16,0 0 15 16,0 0-27-16,0 0-9 15,0 8 4-15,0 4 10 16,0 3-14-16,0-1 6 15,0-5-7-15,0-5 0 0,12-4 0 16,17 0 18-16,13-15-4 16,16-16-14-16,33-28-64 15,-10 6-275-15,-15 2-546 0</inkml:trace>
  <inkml:trace contextRef="#ctx0" brushRef="#br1" timeOffset="-187913.89">9411 6174 361 0,'0'0'253'0,"0"0"112"16,0 0-52-16,0 0-87 16,0 0-107-16,0 0-84 15,160-117-35-15,-106 88-77 16,6-2-654-16</inkml:trace>
  <inkml:trace contextRef="#ctx0" brushRef="#br1" timeOffset="-182464.3">20143 6747 857 0,'0'0'359'16,"0"0"-153"-16,0 0-25 15,0 0-87-15,0 0-49 16,0 0-44-16,-4 0-1 0,4 2-6 15,0 8 6-15,0 10 1 16,-2 6 36-16,0 11-6 16,0 4-21-16,2 4 7 15,0-1-15-15,0-2 7 16,0-6-9-16,10-4 1 16,-4-4 9-16,3-6-9 15,-3-4 11-15,-2-7 0 16,4-6-12-16,-2-3 0 15,7-2-10-15,3-2 10 16,-3-10-494-16</inkml:trace>
  <inkml:trace contextRef="#ctx0" brushRef="#br1" timeOffset="-163574.84">20897 5738 1200 0,'0'0'195'15,"0"0"-62"-15,0 0 108 16,0 0-60-16,0 0-48 16,0 0-116-16,39-39 28 15,-39 62 19-15,0 4 8 16,0-6 1-16,0-2-32 16,0-5-14-16,0-6-20 15,2-2 8-15,7-2 3 16,9-4-5-16,9 0-2 15,15-4 1-15,33-29-12 16,66-44-17-16,-14 2-164 16,0-9-323-16</inkml:trace>
  <inkml:trace contextRef="#ctx0" brushRef="#br1" timeOffset="-152906">18178 7256 1303 0,'0'0'289'0,"0"0"-203"16,0 0 226-16,0 0-95 15,0 0-107-15,-11 0-60 16,11 0 11-16,0 0 14 16,0 0 15-16,-3 0 8 15,3 0-14-15,0 0-16 16,0 0-17-16,-2 0-11 16,2 0-11-16,-2 0-5 0,0 0 3 15,0 0 1-15,-2 0 6 16,-1 0-17-16,1 0 2 15,0 0-17-15,0 0 5 16,4 0-5-16,0 0-2 16,0 0 0-16,0 0-31 15,0 0-32-15,10-7-51 16,7-6-184-16,8 1-383 0</inkml:trace>
  <inkml:trace contextRef="#ctx0" brushRef="#br1" timeOffset="-152350.22">21096 7249 2177 0,'0'0'267'15,"0"0"-166"-15,0 0 22 0,0 0-68 16,0 0-55-16,0 0-3 16,0 0-10-16,-4 0-11 15,0 8-15-15,1-4-83 16,1 0-179-16,2 1-258 15,-3-5-806-15</inkml:trace>
  <inkml:trace contextRef="#ctx0" brushRef="#br1" timeOffset="-150646.12">23372 6694 651 0,'0'0'232'0,"0"0"-177"0,0 0-55 16,0 0-234-16</inkml:trace>
  <inkml:trace contextRef="#ctx0" brushRef="#br1" timeOffset="-52866.86">2275 8261 1914 0,'0'0'378'0,"0"0"-121"16,0 0 22-16,0 0-182 15,0 0-70-15,-8 113 49 16,8-5 6-16,0 2 1 15,0-9-38-15,0-15-8 0,0-28-19 16,0 6-3-16,0 0-15 16,6-12 2-16,3-8-1 15,-3-13-1-15,2-9-1 16,-4-10-45-16,1-10 1 16,-5-2-63-16,0-14-28 15,0-40-161-15,-7 1-462 16,-7 1-784-16</inkml:trace>
  <inkml:trace contextRef="#ctx0" brushRef="#br1" timeOffset="-52656.32">2041 8369 1532 0,'0'0'691'16,"0"0"-606"-16,0 0 39 15,0 0-11-15,141-27-36 16,-83 17-45-16,-2 1-10 16,-8 1-21-16,-7 3-1 15,-8-2-6-15,-6 7-154 16,-12 0-357-16,-10 0-242 0</inkml:trace>
  <inkml:trace contextRef="#ctx0" brushRef="#br1" timeOffset="-52498.39">2242 8682 462 0,'0'0'1085'16,"0"0"-940"-16,0 0 143 0,0 0-107 15,0 0-14 1,0 0-35-16,0 0-37 0,143 18-62 16,-94-33-8-16,13 1-25 15,-13 4-96-15,-11 3-695 0</inkml:trace>
  <inkml:trace contextRef="#ctx0" brushRef="#br1" timeOffset="-50359.61">3624 8860 1553 0,'0'0'193'0,"0"0"-34"16,0 0 14-16,0 0-65 16,0 0 33-16,145-11-41 15,-98-1-35-15,-7 0-25 16,-9-2-13-16,-6-3-17 16,-10 4-1-16,-5-3 2 15,-10 2-2-15,0 2 4 16,-21 4-4-16,-10 1 18 15,-7 7-27-15,0 0 17 0,0 9 15 16,5 14 15-16,6 8-20 16,10 5-2-1,9 4-10-15,8-2-15 0,8 0 0 16,23-8 3-16,11-6-3 16,9-10 1-16,7-6-1 15,0-8-21-15,26-12-104 16,-12-12-444-16,-12-4-555 0</inkml:trace>
  <inkml:trace contextRef="#ctx0" brushRef="#br1" timeOffset="-50066.43">4296 8596 1553 0,'0'0'335'0,"0"0"-261"16,0 0 70-16,0 0-87 15,73 133 16-15,-29-99 5 16,-1-4-35-16,-6 0-6 16,-10-2-15-16,-8 0 8 15,-15 0-12-15,-4 2 47 16,-10 0 7-16,-17-2-4 16,-4-1-4-16,-2-8-9 15,0-7-25-15,1-8-16 16,8-4 7-16,6 0-20 15,10-18-2-15,8-2-35 16,0 3-52-16,31-6-96 16,7 9-364-16,-1 0-213 0</inkml:trace>
  <inkml:trace contextRef="#ctx0" brushRef="#br1" timeOffset="-49482.25">5251 8586 1724 0,'0'0'513'0,"0"0"-470"0,0 0 157 16,-24 114-66-16,42-70-68 15,22-6-13-15,11-9-2 16,7-12-26-16,3-12-25 16,-7-5 15-16,-6 0-15 15,-13-18 2-15,-10-8-2 16,-14-7-2-16,-9-4-8 16,-2-4-2-16,0 5 5 15,-11 7 7-15,2 6 18 16,5 17-3-16,4 6 12 15,0 10-19-15,0 24-8 16,13 13 6-16,3 4 10 0,-1 4-4 16,1-8-5-16,-3-6 2 15,-4-13-9-15,-4-12 0 16,-3-10 7-16,-2-6-2 16,0-8 5-16,0-22-3 15,-2-12-6-15,-5-6 0 16,5-4 5-16,2 2-5 15,0 8-1-15,6 10 1 16,12 11 15-16,3 16-15 16,3 5 3-16,-2 1-3 15,-2 24-1-15,-1 5 0 16,-4 3 1-16,-2 1 7 16,-4 1-8-16,0-5 0 0,0-6-8 15,0-2-5 1,6 0-134-16,1-7-335 0,-1-3-390 0</inkml:trace>
  <inkml:trace contextRef="#ctx0" brushRef="#br1" timeOffset="-49075.88">6176 8566 1809 0,'0'0'229'0,"0"0"22"16,0 0-66-16,-131 70-96 0,104-21-45 16,12 2 35-16,11 0-20 15,4-5-19-15,17-7-29 16,18-16-10-16,8-9 17 15,4-12-9-15,-5-2 3 16,-4-8-6-16,-9-18-7 16,-12-6 1-16,-5-8 0 15,-10-7 0-15,-2 1 8 16,0 7 15-16,0 6 36 16,0 15 15-16,0 11-21 15,0 7-47-15,0 0 0 0,13 20-6 16,6 9 0-1,-1 5-1-15,3 4-12 0,8 11-87 16,-6-9-266-16,-5-8-613 0</inkml:trace>
  <inkml:trace contextRef="#ctx0" brushRef="#br1" timeOffset="-48527.23">7129 8478 1910 0,'0'0'274'0,"0"0"-102"16,0 0-42-16,0 0-44 15,158 44-22-15,-103-6-28 16,-10 6-5-16,-14 4 20 16,-11-2-12-16,-13-1 10 15,-7-7 3-15,-5-4 25 16,-22-10-28-16,-8-3-12 15,-5-12-10-15,-3-6-6 0,3-3 0 16,1-17 15-16,-2-15-13 16,3-10-13-16,5-6-1 15,2-4-3-15,10-1-1 16,13 3-5-16,8 0 0 16,4 2 0-16,29 0 5 15,19 2 3-15,6 4-1 16,6 5 17-16,-1 5-15 15,-7 10 21-15,-14 9-30 16,-13 4 0-16,-7 6-1 16,-9 3 0-16,-1 0-21 15,-3 3-29-15,-1 11-54 0,15 16-102 16,-3-5-524-16,-1-2-672 16</inkml:trace>
  <inkml:trace contextRef="#ctx0" brushRef="#br1" timeOffset="-48315.76">7721 8698 1813 0,'0'0'377'15,"0"0"-233"-15,0 0 125 16,0 0-173-16,0 0-76 15,0 0-7-15,118-41-13 16,-73 31-14-16,22-6-152 0,-11 2-381 16,-6 1-808-16</inkml:trace>
  <inkml:trace contextRef="#ctx0" brushRef="#br1" timeOffset="-47905.58">8491 8536 1854 0,'0'0'360'15,"0"0"115"-15,-116 0-302 16,76 21-52-16,5 4-36 16,14 6-4-16,11 5-49 0,10-3-13 15,2 0-18-15,27-8 6 16,14-7-6-16,9-11-1 15,1-7 3-15,-4-2-3 16,-5-21-7-16,-13-2-11 16,-10-5 18-16,-7-3 10 15,-10 5-8-15,-4 2-1 16,0 10 14-16,0 8 36 16,0 8 5-16,0 0-42 15,0 18 1-15,0 21-9 16,-4 8 5-16,1 8 26 15,3-3-16-15,0-9-12 16,0-8-7-16,0-12-2 16,5-12-6-16,1-11-29 0,1 0-51 15,1-14-45-15,-5-48-120 16,-3 4-551-16,0-7-1102 0</inkml:trace>
  <inkml:trace contextRef="#ctx0" brushRef="#br1" timeOffset="-47754.37">8428 8233 2083 0,'0'0'466'16,"0"0"-328"-16,0 0 77 15,0 0-113-15,0 0-50 16,0 0-46-16,0 0-6 0,73 97-14 16,-25-67-123-1,-8-7-448-15,-7-2-1444 0</inkml:trace>
  <inkml:trace contextRef="#ctx0" brushRef="#br1" timeOffset="-47267.51">8916 8631 1787 0,'0'0'373'0,"0"0"-274"16,0 0 155-16,0 0-169 16,0 0-33-16,0 0 31 0,-69 130-34 15,95-92-13-15,13-9-35 16,1-10 11-16,4-13 3 16,-5-6-6-16,-8-10-8 15,-12-19 0-15,-7-10-1 16,-12-3 1-16,0-1-2 15,-4 10 2-15,-10 7 11 16,3 13-10-16,7 13 18 16,4 0-20-16,0 32-8 15,0 16 8-15,15 15 1 16,3 11 19-16,-1 0-19 16,-3-2 34-16,-7-3-23 15,-7-11 19-15,0-10 4 16,-16-8 24-16,-10-10-11 15,-5-9 0-15,-4-14-9 0,6-7-10 16,5 0 4-16,6-10-33 16,7-8 6-16,7 0-6 15,4-1-28-15,0 4-38 16,0-2-38-16,15-2-48 16,1 0-194-16,-1 4-369 0</inkml:trace>
  <inkml:trace contextRef="#ctx0" brushRef="#br1" timeOffset="-46994.28">8657 8395 1350 0,'0'0'358'0,"0"0"-265"16,0 0 8-16,0 0-1 16,16 127-15-16,-11-57 5 15,-1 33-64-15,0-19-26 16,-1-12-295-16</inkml:trace>
  <inkml:trace contextRef="#ctx0" brushRef="#br1" timeOffset="-46433.2">9235 8695 1437 0,'0'0'285'16,"0"0"-184"-16,0 0 16 0,129-32-30 15,-82 11-1-15,-9 6-29 16,-12 1-15-16,-12 4-25 16,-11 3 57-16,-3 5 74 15,-10 2-30-15,-17 0-66 16,-1 9-22-16,-3 15-9 16,4 6-6-16,7 8-5 15,9 0-9-15,11-1 0 16,0-6 10-16,17-9-10 15,19-10 1-15,11-10 10 16,9-2-12-16,2-12-76 16,11-32-151-16,-18 2-392 15,-13-1-767-15</inkml:trace>
  <inkml:trace contextRef="#ctx0" brushRef="#br1" timeOffset="-45615.16">9670 8296 1631 0,'0'0'526'0,"0"0"-449"15,0 0 123-15,2 102-22 16,13-32-35-16,6 10-44 16,3 4-7-16,-2-4-24 15,-2-11-33-15,1-17-20 16,-8-13-9-16,-3-18-6 16,-4-11 0-16,-6-10-1 15,0-2 1-15,0-25-8 16,0-8-12-16,0-5 18 15,0-1-5-15,8 5 7 0,19 9 0 16,7 5-6 0,5 8 5-16,2 14-3 0,-3 0-3 15,-11 27 7-15,-14 16-1 16,-13 5-6-16,0 3 7 16,-32-5 47-16,-5-2 16 15,-6-15-3-15,3-9-33 16,5-11 2-16,8-9-28 15,8-15 17-15,9-21-18 16,10-10-15-16,0-5-46 16,16 5-31-16,15 11 3 15,9 10-124-15,6 15-35 16,3 10 37-16,5 0 44 0,-2 10 64 16,-10 7 71-1,-9-3 32-15,-15-4 40 0,-9-3 140 16,-7-4 66-16,-2-3-2 15,0 0-73-15,0-15-55 16,0-10-89-16,0-10-20 16,0-4-6-16,0-2 11 15,16 3-11-15,4 4-1 16,6 6-29-16,6 7-74 16,1 2-58-16,2 9-97 15,-1 4-210-15,-5 4-52 16,-9 2 366-16,-9 0 154 15,-11 0 95-15,0 0 295 16,-15 10 127-16,-12 8-248 0,-6 10-64 16,2 8-50-16,2 10-62 15,8 8-12-15,12 2-44 16,9-1-22-16,7-4-14 16,20-12-1-16,10-11 0 15,4-12-12-15,1-14-24 16,-2-2-30-16,-3-18 29 15,-12-18-12-15,-6-8 49 16,-9-4 0-16,-4 2 12 16,-6 7 16-16,0 13 20 15,0 12 13-15,0 14-29 16,2 0-32-16,4 31-7 16,3 10 6-16,-5 10-6 0,-2-1-18 15,-2 9-79-15,0-12-211 16,-6-13-781-16</inkml:trace>
  <inkml:trace contextRef="#ctx0" brushRef="#br1" timeOffset="-45170.4">11676 8404 557 0,'0'0'1199'0,"0"0"-1073"15,0 0 163-15,0 0-156 16,0 0-49-16,-33 141-42 16,70-94-22-16,3 8 1 15,-6 1-20-15,-10-1 33 16,-13 1-4-16,-11-10 62 0,0-5 18 16,-13-10-4-1,-14-4-31-15,-2-8-17 0,-4-14-25 16,2-5-9-16,4 0 18 15,4-24-27-15,10-3-15 16,9-2-3-16,4 0-14 16,0 4-72-16,40-9-74 15,-2 8-342-15,2-2-466 0</inkml:trace>
  <inkml:trace contextRef="#ctx0" brushRef="#br1" timeOffset="-44871.14">11959 8557 1850 0,'0'0'322'0,"0"0"-127"0,0 0 65 15,-13 133-115-15,15-79-62 16,22-5-41-16,15-11-30 16,7-12-3-16,8-14 0 15,1-12 3-15,-4 0 1 16,-8-20-4-16,-14-8 6 15,-16-6-1-15,-13-4 14 16,0-4 17-16,-15 1 1 16,-14 3 13-16,-5 4-14 15,1 6-8-15,-1 7-28 16,8 4-1-16,3 11-8 16,7 6-24-16,8 0-83 15,8 26-87-15,0 2-346 0,4-3-444 16</inkml:trace>
  <inkml:trace contextRef="#ctx0" brushRef="#br1" timeOffset="-44451.49">12366 8247 2041 0,'0'0'332'16,"0"0"-255"-16,0 0-8 15,0 0 23-15,37 167 8 16,-15-82 10-16,-4 6-23 16,-3-6-27-16,-8-13-54 15,-5-17 13-15,-2-14-18 16,0-17-2-16,0-17-4 0,0-7 5 16,-7-14 31-16,3-21-29 15,4-13 11-15,0-5-12 16,22 4 12-16,14 2-12 15,5 13-1-15,3 14 0 16,-2 16 0-16,-4 4-10 16,-7 22 10-16,-11 17-1 15,-13 5-8-15,-7 3 8 16,-9-2 2-16,-22-5 6 16,-11-8 32-16,-6-11 6 0,4-7-26 15,4-14 1 1,9 0-2-16,13-14-17 0,16-11-1 15,2-9-75-15,33-14-55 16,5 7-390-16,5 5-370 0</inkml:trace>
  <inkml:trace contextRef="#ctx0" brushRef="#br1" timeOffset="-44075.74">12889 8831 1547 0,'0'0'555'0,"0"0"-182"15,0 0-55-15,0 0-150 16,0 0-87-16,0 0-41 16,0 0-40-16,-29-116 24 15,29 67-24-15,0 5-9 0,0 2-9 16,11 8-16 0,5 8-44-16,5 5-26 0,4 10 19 15,4 5 38-15,4 2 47 16,7 4 0-16,3 0 6 15,-1 0-5-15,-4 0 9 16,-11 0-1-16,-13 0 5 16,-14 0 8-16,0 10-6 15,-17 6 50-15,-9 12-29 16,-6 10 5-16,1 12-30 16,8 8 8-16,9 3 7 15,9-7-13-15,5-8-14 16,15-11-2-16,22-14 2 0,3-13-12 15,4-8-27 1,9-20-80-16,-10-12-142 0,-7-5-418 16</inkml:trace>
  <inkml:trace contextRef="#ctx0" brushRef="#br1" timeOffset="-43467.98">13811 8689 1455 0,'0'0'524'15,"0"0"-358"-15,0 0 61 16,0 0-54-16,175 9-103 16,-94-9-45-16,4 0-10 15,-9 0-6-15,-9-5 55 16,-13-6 0-16,-14 4 3 16,-13-4-33-16,-12-1-2 15,-10 2-10-15,-5-4 7 0,0-1-22 16,-10-4 10-16,-9-5 4 15,-6-1-6-15,3-9 37 16,3-7-25-16,6-2 0 16,5-1-20-16,6 1 8 15,2 4-14-15,0 8 0 16,21 3-1-16,8 5 1 16,8 7-2-16,0 7-2 15,1 4 2-15,-2 5 1 16,-10 0 0-16,-5 22-9 15,-15 10-5-15,-6 11 2 16,0 7 4-16,-22 0 8 16,-3 0 0-16,3-4 5 15,2-4 4-15,7-4-9 16,6-4 0-16,5-3 0 16,2-8 0-16,0-7 0 15,20-7 4-15,5-9-4 0,8 0 6 16,5-7-6-16,13-12-75 15,-7 1-121-15,-8 5-713 0</inkml:trace>
  <inkml:trace contextRef="#ctx0" brushRef="#br1" timeOffset="-43347.32">14943 8770 2417 0,'0'0'467'16,"0"0"-387"-16,0 0-80 0,0 0-22 15,0 0-1791-15</inkml:trace>
  <inkml:trace contextRef="#ctx0" brushRef="#br1" timeOffset="-27844.4">1910 11122 1175 0,'0'0'287'0,"0"0"-189"0,0 0 91 16,118 55 73-16,-72-55-41 16,4 0-69-16,-1-20-37 15,-5-10-22-15,-4-10-26 16,-1-10-31-16,-8-11-14 15,-9-9 4-15,-6-8 2 16,-14-3-4-16,-2-2-6 16,-13-1-17-16,-21-3 4 15,-4-1 1-15,-2 2 0 16,3 3-5-16,7 13 5 16,10 14-4-16,9 18-1 15,9 12 5-15,2 12-4 16,2 6-2-16,22 8 0 0,15 0 1 15,17 22 19-15,10 22 11 16,23 34-12-16,20 31-8 16,9 25-1-16,-12-6-9 15,-31-24 10-15,-30-29-10 16,-23-17-1-16,-6 10 0 16,-8 6 1-16,-8 7 1 15,-6-7-1-15,-30-12 10 16,-9-8-10-16,-3-17 4 15,3-12-4-15,7-21 9 16,5-4 32-16,6-32-8 16,6-16-24-16,9-8-10 15,9 1 0-15,3 4 0 0,3 13 1 16,19 7 0 0,4 15 5-16,5 9-6 0,3 7-10 15,-4 0-7-15,-2 15 1 16,-2 7-32-16,6 9-91 15,-6-7-463-15,-7-8-1056 0</inkml:trace>
  <inkml:trace contextRef="#ctx0" brushRef="#br1" timeOffset="-27077.71">3196 10814 1564 0,'0'0'639'0,"0"0"-556"16,0 0-12 0,0 0 34-16,0 0-59 0,0 0-13 15,130-14 10-15,-88 2-22 16,-2 2-13-16,-7 2-1 15,-2 6-7-15,-2 2-92 16,-6 0-284-16,-13 4-411 0</inkml:trace>
  <inkml:trace contextRef="#ctx0" brushRef="#br1" timeOffset="-26935.01">3359 11037 1287 0,'0'0'401'0,"0"0"-257"0,0 0 55 15,0 0-44 1,134-20-103-16,-79 7-36 0,14 6-16 16,-13 3-141-16,-16 1-443 15</inkml:trace>
  <inkml:trace contextRef="#ctx0" brushRef="#br1" timeOffset="-24518.37">4346 10196 1390 0,'0'0'272'16,"0"0"4"-16,0 0 18 16,0 0-174-16,0 0-103 15,0 0 104-15,60 159 23 16,-35-73-16-16,-5 4-16 16,-7-2-40-16,-4-6-20 15,-4-11-32-15,-5-13 2 16,0-11-21-16,0-15 16 15,0-15-16-15,0-11 4 16,0-6 7-16,0-6 10 16,-3-21-15-16,-1-12-7 15,4-2-10-15,0 6 4 16,4 11 6-16,17 18-11 16,3 6-2-16,7 32 13 15,-1 22-1-15,-8 15 2 0,-13 7 6 16,-9 6 2-16,0-4-2 15,-11-8 7-15,-7-12-13 16,-1-13-2-16,9-17 1 16,3-13-2-16,7-7 1 15,0-8-26-15,0 0-59 16,0 0-82-16,13 0-131 16,8 0-162-16,-1-9-314 0</inkml:trace>
  <inkml:trace contextRef="#ctx0" brushRef="#br1" timeOffset="-23984.54">5178 10575 1189 0,'0'0'287'15,"0"0"-56"-15,0 0 80 16,0 0-103-16,0 0-109 15,-94 107-16-15,94-54 26 16,0 5-32-16,5 3 5 16,14 2 9-16,8-5-36 15,11-10-13-15,9-7-3 16,13-18 1-16,11-14-1 16,8-9-13-16,0-18-16 15,-2-16 10-15,-11-7-14 16,-14-7 5-16,-19 2-11 15,-20 1 11-15,-13 3 16 16,0 6 18-16,-26-1 12 0,-17 9-24 16,-10-1-8-16,-10 6-25 15,-8 6 6-15,0 7-6 16,2 4 0-16,8 6-7 16,15 0 1-16,13 0-40 15,14 0-71-15,19-3-63 16,0-2-409-16,3-4-764 0</inkml:trace>
  <inkml:trace contextRef="#ctx0" brushRef="#br1" timeOffset="-23765.27">5367 10247 147 0,'0'0'1714'0,"0"0"-1444"16,0 0-108-16,0 0-71 15,-4 174 87-15,-12-44-20 16,1-4-18-16,-1-23-53 16,7-35-41-16,7-19-29 15,0 2-9-15,0 4-8 16,0 3-45-16,2-4-119 16,0-14-512-16,0-15-964 0</inkml:trace>
  <inkml:trace contextRef="#ctx0" brushRef="#br1" timeOffset="-23577.21">6041 10975 1773 0,'0'0'296'15,"0"0"45"-15,0 0-120 16,-42 124-130-16,17-75-67 15,-2 10-24-15,-15 27-70 16,8-14-516-16,0-5-821 0</inkml:trace>
  <inkml:trace contextRef="#ctx0" brushRef="#br1" timeOffset="-21192.45">6558 10423 1139 0,'0'0'304'16,"0"0"-61"-16,0 0 22 15,0 0-51-15,91-104-63 16,-71 101-68-16,-2 3-49 16,2 31 14-16,-5 17 56 15,-1 12-6-15,-10 10-19 16,-4 2-12-16,0-1-31 0,0-4-8 16,-2-12-14-16,0-9-5 15,0-14-8-15,2-10 1 16,0-12 6-16,0-10-7 15,4 0 7-15,5-10-2 16,-3-9-4-16,2 2-1 16,-4 5 1-16,-2 10-2 15,0 2-1-15,-2 20-17 16,3 20 18-16,-1 10 1 16,0 4 0-16,8 1 4 15,0-7-5-15,5-10 11 16,8-12-10-16,4-10 0 15,2-10-1-15,0-6-9 16,-2 0-73-16,-8 0-133 16,-5 0-304-16,-10 0-427 0</inkml:trace>
  <inkml:trace contextRef="#ctx0" brushRef="#br1" timeOffset="-20614.31">6965 10435 1430 0,'0'0'316'0,"0"0"-89"0,0 0 98 16,0 0-223-16,0 0-29 16,0 0 62-16,108 152-28 15,-77-79-13-15,-4 2-17 16,-5-5-18-16,-7-7-35 16,-1-9 3-16,-3-12-25 15,-2-12-1-15,-3-9 0 16,-1-13 8-16,-5-8-8 15,0 0 17-15,0-15 3 16,0-10-20-16,0-10 3 16,0-3-2-16,0-1-2 15,11-4 0-15,16 1 0 16,9 3 0-16,6 7 0 0,5 13-1 16,-5 12-8-16,-1 7 8 15,-8 19 0-15,-6 17-8 16,-12 8 15-16,-11 4-7 15,-4 2 2-15,-8-4 12 16,-21-6-5-16,-3-6-1 16,-1-8-1-16,2-11-5 15,4-11 13-15,7-4-14 16,4 0-2-16,8-16-42 16,6-4-16-16,2-1-49 15,6 2-59-15,32-13-147 16,-1 3-236-16,-3 5-561 0</inkml:trace>
  <inkml:trace contextRef="#ctx0" brushRef="#br1" timeOffset="-20268.52">7862 10367 1737 0,'0'0'300'0,"0"0"-223"16,0 0 189-16,-38 121-66 16,28-66-57-16,4-1-26 15,4-3-14-15,2-13-43 0,0-12-41 16,18-10-11-16,7-12 5 16,4-4-1-16,-1-4-12 15,-8-10 0-15,-6 0-19 16,-10 6 18-16,-4 8-7 15,0 0-4-15,-20 26 11 16,-2 14-5-16,0 9 6 16,6 8 2-16,7 1-2 15,9-4 0-15,2-7-1 16,27-11-42-16,27-12-44 16,-7-10-170-16,-4-6-425 0</inkml:trace>
  <inkml:trace contextRef="#ctx0" brushRef="#br1" timeOffset="-20057.55">8459 11004 1290 0,'0'0'1021'15,"0"0"-904"-15,0 0 129 16,-18 103-109-16,0-53-85 16,-8 22-52-16,4-14-52 15,-3-6-586-15</inkml:trace>
  <inkml:trace contextRef="#ctx0" brushRef="#br1" timeOffset="-14960.6">8786 10337 1676 0,'0'0'353'16,"0"0"-273"-16,0 0 79 15,21 146 43-15,-13-74-86 16,0 4-2-16,-6-1-9 16,-2-7-20-16,0-8-40 15,0-8-21-15,-6-13 0 16,-2-14-8-16,2-11-9 15,3-14-6-15,3 0 17 16,0-21-9-16,0-16-9 16,9-6-7-16,9-2 6 15,7 11-10-15,-1 18 5 16,-4 16 0-16,-6 18-3 16,-7 35 9-16,-7 17 1 0,0 7 6 15,-14 1-5-15,3-9 11 16,7-20-13-16,4-17-9 15,33-32-76-15,11 0-231 16,1-20-715-16</inkml:trace>
  <inkml:trace contextRef="#ctx0" brushRef="#br1" timeOffset="-13316.51">9623 10768 1128 0,'0'0'333'0,"0"0"-81"16,0 0 58-16,-131 28-100 15,90-8-50-15,5 6-44 16,5 4-45-16,11 7-17 16,7 0 13-16,8 2-4 15,5-3-34-15,7-5-1 16,18-2-27-16,8-7 16 15,5-6-16-15,5-6 0 16,-1-8-1-16,16-2-151 16,-9-4-366-16,-9-10-385 0</inkml:trace>
  <inkml:trace contextRef="#ctx0" brushRef="#br1" timeOffset="-13149.78">9851 11051 1595 0,'0'0'538'0,"0"0"-444"16,0 0 231-16,0 0-192 16,0 117-77-16,0-92-33 15,0-1-13-15,8-2-10 16,12-1-34-16,0-8-158 16,-2-5-417-16</inkml:trace>
  <inkml:trace contextRef="#ctx0" brushRef="#br1" timeOffset="-12661.59">10428 10904 189 0,'0'0'1160'0,"0"0"-812"16,0 0-5-16,0 0-77 16,-116-7-94-16,80 24-64 15,-2 12-39-15,0 11-25 0,7 4-15 16,8 4 24-16,13-1-12 16,10-6-16-16,0-11-14 15,29-9-10-15,6-14-1 16,9-7-7-16,1 0-111 15,-1-20-103-15,-5-8-93 16,-10-6-38-16,-9-6 4 16,-9-8 79-16,-6-10 245 15,-5-10 24-15,0-6 137 16,-14-3 49-16,-1 6-2 16,1 18 164-16,1 17-10 15,4 16-67-15,5 16-101 16,4 4-84-16,0 9-68 0,4 23 3 15,11 11 9 1,3 5-12-16,2 4-4 0,-2-2-14 16,0 0 0-16,-5-6-27 15,5 0-93-15,-2-9-402 16,-5-14-823-16</inkml:trace>
  <inkml:trace contextRef="#ctx0" brushRef="#br1" timeOffset="-12310.32">10894 10597 1139 0,'0'0'580'15,"0"0"-362"-15,0 0 110 16,0 0-147-16,0 0-38 15,-75 138 25-15,75-80-65 16,0-7-49-16,12-9-30 16,8-11-12-16,0-12-12 15,-4-9 2-15,-9-6 5 16,-5-4-6-16,-2 0-1 16,-2 0-4-16,-17 0-4 15,-2 7-2-15,-2 21 10 16,5 14 0-16,9 9 0 15,7 10 1-15,2-3 5 0,11-4-6 16,14-8-14-16,19-11-108 16,-6-13-233-16,-2-15-402 0</inkml:trace>
  <inkml:trace contextRef="#ctx0" brushRef="#br1" timeOffset="-11334.04">11467 11155 1132 0,'0'0'348'16,"0"0"-90"-16,0 0 92 15,0 0-150-15,0 0-124 16,0 0-39-16,0 0-15 16,-7-4 42-16,4 4 45 15,1 0-18-15,2 2-21 16,-2-2 1-16,2 0-8 16,-3 0-27-16,1 0-11 15,0 0-16-15,2 0 2 16,-2 0-10-16,2 0 0 15,0-2 0-15,0-1 7 16,0 2-7-16,0-3 0 0,0 3-1 16,0-5 1-1,0 5-2-15,0 1-7 0,0 0 7 16,0 0-7-16,0 0 7 16,0 0-8-16,-6 0 8 15,-6 4 1-15,-1 2 1 16,4-3 9-16,2-3-10 15,2 0 9-15,5 0-3 16,0 0 1-16,0 0-7 16,0 0 1-16,0 0-1 15,0 0-7-15,0 13-4 16,0 6 11-16,0 8 3 16,0 6-3-16,0 6 24 15,-15 1-4-15,-3-1-8 16,-7 1-11-16,2-2-1 0,-6-2-7 15,-14 12-81-15,7-10-396 16,1-6-862-16</inkml:trace>
  <inkml:trace contextRef="#ctx0" brushRef="#br1" timeOffset="-8984.65">11930 10386 1475 0,'0'0'675'0,"0"0"-563"0,0 0-78 16,0 0 101-16,38 119 5 16,-22-55-40-16,-6 5 1 15,-1-1-22-15,-4-4 0 16,-5-10-37-16,0-10-13 16,0-13-11-16,0-12-5 15,0-12-12-15,0-7 11 16,0-4 7-16,0-23-13 15,0-4-5-15,0 0-1 16,0 6 0-16,11 14 0 16,0 11-6-16,1 23 0 0,-4 43 6 15,-3 7 0-15,-5 13 10 16,0 1 5-16,-3-21-7 16,-3-6-8-16,6-20-2 15,0-22-42-15,25-28-91 16,6-22-174-16,2-10-574 0</inkml:trace>
  <inkml:trace contextRef="#ctx0" brushRef="#br1" timeOffset="-7242.8">12944 10776 1431 0,'0'0'322'16,"0"0"-152"-16,0 0 153 15,0 0-108-15,-123-22-116 16,86 29-38-16,-1 20-4 0,5 9 1 16,4 8-17-16,10 0-10 15,13 1-13-15,6-5-8 16,11-7-4-16,25-6-5 16,13-11-1-16,6-8-26 15,26-8-124-15,-14 0-314 16,-9-12-332-16</inkml:trace>
  <inkml:trace contextRef="#ctx0" brushRef="#br1" timeOffset="-6926.64">13325 10578 1820 0,'0'0'237'16,"0"0"-150"-16,0 0 93 15,0 0-97-15,-29 128-35 16,34-102-35-16,19-11 2 16,5-8-14-16,5-7 8 15,-5 0-9-15,-7-16-30 16,-9-1 24-16,-11-1 6 16,-2 11 8-16,0 7-7 15,-15 2 17-15,-3 35-12 16,-7 30 14-16,4 40 12 15,5 1 35-15,7-10-24 16,9-16-21-16,9-30-6 16,22-4-16-16,23-8-1 0,-6-16-233 15,-7-20-625-15</inkml:trace>
  <inkml:trace contextRef="#ctx0" brushRef="#br1" timeOffset="-6519.73">14075 11029 2134 0,'0'0'511'16,"0"0"-444"-16,0 0 38 0,0 0 40 15,-45 130-67-15,5-70-43 16,-18 18-35-16,8-14-101 16,6-13-711-16</inkml:trace>
  <inkml:trace contextRef="#ctx0" brushRef="#br1" timeOffset="-4170.33">14565 10495 1744 0,'0'0'377'0,"0"0"-286"15,0 0 60-15,0 0 17 16,35 138-52-16,-30-82-4 15,-1-5-51-15,-4-1-9 16,0-8-22-16,0-9-17 16,0-8-4-16,0-9 2 15,-9-12-4-15,3-4 8 16,-4 0 2-16,2-13-16 16,3-6-2-16,3 6 0 15,2 11 1-15,0 2-7 0,0 14-5 16,0 27 11-16,-10 22 1 15,-15 15 12-15,-9 6-12 16,-4-1 2-16,9-8-2 16,14-21-68-16,23-28-184 15,26-17-289-15,9-9-81 0</inkml:trace>
  <inkml:trace contextRef="#ctx0" brushRef="#br1" timeOffset="-2984.9">14862 10455 1452 0,'0'0'662'0,"0"0"-415"16,0 0-35-16,0 0-121 16,0 0-3-16,26 128 27 0,0-54-19 15,1 11-33 1,0-3-2-16,-2-4-28 0,-8-8-8 16,-1-7-7-16,-7-13-6 15,-5-10-4-15,-4-8-8 16,0-12 6-16,0-6-6 15,0-11 9-15,-2-3-8 16,-11 0 22-16,-5-19-16 16,3-9 0-16,3-9-7 15,10-9 0-15,2-1-1 16,16 1-1-16,19 1 1 16,7 11-6-16,6 13 5 15,-4 10-2-15,-3 11 4 16,-8 0-1-16,-6 20 1 15,-12 9 0-15,-8 1 11 0,-7 2 1 16,0 0 0 0,-24 2 7-16,-10-2-17 0,-7-4 13 15,2-3-14-15,1-12 0 16,5-5 1-16,10-8-2 16,7 0-41-16,7 0-41 15,9-12-47-15,7-12-116 16,22 0-444-16,2 2-976 0</inkml:trace>
  <inkml:trace contextRef="#ctx0" brushRef="#br1" timeOffset="-2774.29">15575 11025 1262 0,'0'0'602'0,"0"0"-375"15,0 0 20-15,0 0 7 16,0 0-83-16,10 111-74 16,-10-76-39-16,0-3-28 15,0-4-29-15,-4-6-1 16,0-3-118-16,2-10-501 16,2-5-1018-16</inkml:trace>
  <inkml:trace contextRef="#ctx0" brushRef="#br1" timeOffset="-1460.67">16440 10696 1275 0,'0'0'312'15,"0"0"-154"-15,0 0 113 16,0 0-51-16,0 0-78 16,-137-14-23-16,91 28-24 15,-5 8-35-15,-3 7-19 0,0 8-6 16,8 3-4-16,5 1-6 15,17 0-10-15,13-1 3 16,11-7-5-16,14-8-12 16,27-8 11-16,13-11-6 15,9-6-6-15,-3 0-16 16,-2-12-71-16,-10-10-44 16,-9-7-31-16,-12-9-7 15,-10-11 36-15,-8-14 49 16,-9-11-2-16,0-11 70 15,0-5 8-15,-13 1 8 16,-2 12 34-16,1 15 133 16,3 19 67-16,1 22 6 15,8 21-59-15,2 6-133 16,0 34-29-16,4 18 47 0,10 14 9 16,-1 6-35-16,1-1-10 15,-1-5-17-15,1-8-13 16,3-11-8-16,4-10-71 15,14-16-103-15,-4-13-394 16,1-14-1008-16</inkml:trace>
  <inkml:trace contextRef="#ctx0" brushRef="#br1" timeOffset="-1138.48">16783 10372 2192 0,'0'0'273'0,"0"0"-211"16,0 0 56-16,-40 123-14 15,35-68-43-15,5-4-28 16,0-7-16-16,12-9-16 16,7-14-1-16,6-10 0 15,-3-11-43-15,1 0-57 16,-10-9 7-16,-5-5 1 15,-8 7 92-15,0 7 6 16,-2 0 57-16,-13 30-32 16,-3 14 5-16,3 14 17 15,5 5-6-15,10-1-3 0,0-8-20 16,14-12-24-16,36-16-39 16,-8-14-125-16,-3-12-542 0</inkml:trace>
  <inkml:trace contextRef="#ctx0" brushRef="#br1" timeOffset="-470.22">17425 10904 856 0,'0'0'561'16,"0"0"-229"-16,0 0 31 16,0 0-62-16,0 0-112 15,0 0-73-15,0 0 52 16,2 117-50-16,-11-65-33 16,-7-3-28-16,1-3-30 15,-1-5-19-15,1-4-8 16,-8-6-29-16,-12 2-111 15,2-8-384-15,4-9-1352 0</inkml:trace>
  <inkml:trace contextRef="#ctx0" brushRef="#br1" timeOffset="1399.71">17886 10805 523 0,'0'0'1253'0,"0"0"-933"0,0 0-157 15,0 0-4-15,0 0-91 16,0 0-31-16,0 0 20 16,141 2 5-16,-93-2-14 15,0-2 3-15,-11 2-36 16,-6 0-5-16,-2 0-4 16,-2 0 0-16,-4-3-4 15,-6 1-1-15,-5 0 5 16,-8 0-6-16,-4 2 13 15,0-3-5-15,0-4 32 16,-4-1-10-16,-8-3-17 16,-3-7-1-16,-1-1 11 0,-1-3-11 15,1 0-6 1,0-2-5-16,3 0 10 0,2-3 2 16,4 1-13-16,5-4 27 15,2-1-13-15,0-5-4 16,20-3-4-16,11 1 8 15,7-1 18-15,9 2 3 16,0 3 8-16,-1 6-19 16,-5 8-4-16,-10 7-11 15,-7 13-9-15,-4 0 6 16,-4 9-3-16,2 12-3 16,-4 8 10-16,-4 3-4 15,-3 2-4-15,-7 0 1 16,0-1-2-16,0 2-1 15,-7 1 2-15,-11-2 5 0,1 0 2 16,-1-1-1 0,5-8 1-16,3-2-8 0,4-7 11 15,3-4-10-15,1-3-4 16,2-2 0-16,0-2 1 16,0 0 2-16,0-1 0 15,0 0 8-15,0 0-9 16,0-1 1-16,14-3 0 15,8 0 20-15,7 0 6 16,8 0 4-16,4 0-10 16,-3 0-4-16,-5-6-16 15,-2 5 5-15,-6-3-6 0,-2 2-5 16,-6 0 5 0,-3-3-1-16,-3 4 1 0,-1-3-42 15,2 0-43-15,5-2-59 16,24-11-82-16,-3 2-549 15,2-1-1095-15</inkml:trace>
  <inkml:trace contextRef="#ctx0" brushRef="#br1" timeOffset="1849.62">19358 9833 1513 0,'0'0'748'0,"0"0"-610"15,0 0-54-15,0 0 80 16,-54 120-43-16,45-55-26 15,7 3-22-15,2-4 16 16,0-6-48-16,15-10-15 16,10-11-19-16,2-11 4 15,2-10-10-15,-4-12 8 16,-2-4 0-16,-4 0-9 16,-6-14 0-16,-6-2-8 0,-5 4 7 15,-2 8-10-15,0 4 10 16,-7 14-11-16,-13 26 7 15,-4 18 5-15,-1 10 1 16,6 10 17-16,7 2-7 16,12-5-11-16,0-9 1 15,24-10-2-15,8-13-50 16,10-15-118-16,-9-13-450 16,-8-11-1303-16</inkml:trace>
  <inkml:trace contextRef="#ctx0" brushRef="#br1" timeOffset="16139.48">18038 9818 1367 0,'0'0'267'16,"0"0"-63"-16,0 0 53 15,0 0-70-15,0 0-103 16,0 0-24-16,0-15-8 16,0 15 29-16,0 11 15 15,0 5-16-15,0 3-17 0,0 4-3 16,0 0-11-16,-7 0-31 15,1-2 16-15,1-9-23 16,5-1 16-16,0-9-27 16,0-2 24-16,0-6-6 15,15-20 30-15,14-13-30 16,9-5-18-16,12-5 0 16,8-6-7-16,13-3-4 15,7-2-59-15,40-26-36 16,-20 16-231-16,-15 8-853 0</inkml:trace>
  <inkml:trace contextRef="#ctx0" brushRef="#br1" timeOffset="29471.39">5227 11679 514 0,'0'0'182'16,"0"0"-60"-16,0 0 150 16,0 0-49-16,0 0-13 0,0 0-58 15,24-61-60-15,-24 61-38 16,0 0-22-16,0 0-17 15,0 0-15-15,0 0 12 16,0 0-11-16,0 0 11 16,0 0-3-16,0 4 7 15,0 10-7-15,-6 6 1 16,2 3-3-16,-2-2-6 16,4 0-1-16,2-5 6 15,0-6-6-15,0-4 1 16,0-3 11-16,0-1-12 15,0-2 1-15,0 3 5 16,0-1-6-16,0-2 2 16,0 0-2-16,16-7 10 0,13-23 6 15,18-14-16-15,44-42-89 16,-8 10-139-16,-11 4-918 16</inkml:trace>
  <inkml:trace contextRef="#ctx0" brushRef="#br1" timeOffset="33983.45">18544 11358 461 0,'0'0'912'0,"0"0"-784"16,0 0 0-1,0 0 75-15,0 0-83 0,0 0-61 16,-38 7 21-16,33 4-2 15,1 3-10-15,-1-3-16 16,1 0-15-16,2-5-12 16,2-6-10-16,0 0 21 15,18-13 8-15,26-20 12 16,21-16-56-16,51-39-118 16,-12 12-159-16,-12 4-523 0</inkml:trace>
  <inkml:trace contextRef="#ctx0" brushRef="#br1" timeOffset="36410.55">7216 11951 738 0,'0'0'584'15,"0"0"-519"-15,0 0 20 16,0 0 96-16,0 0-79 15,0 0-40-15,13-62 12 16,-11 60-13-16,0 2-22 16,-2 0-5-16,0 17-14 15,0 4 79-15,0 5-18 16,0-1-16-16,0-5-43 16,0-11-6-16,0-9-15 15,9-4 0-15,27-46 30 16,8-14-31-16,12-16-177 15,15-22-77-15,-19 32-40 0,-11 11-727 16</inkml:trace>
  <inkml:trace contextRef="#ctx0" brushRef="#br1" timeOffset="38969.67">9727 11676 1185 0,'0'0'256'0,"0"0"-190"16,0 0 51-16,0 0-52 15,0 0-28-15,0 0-18 16,-2 18 25-16,2-2 17 16,0-1 20-16,-2 0-26 15,-3 1 15-15,3-1 26 16,-2-3-50-16,2-6 26 15,2-2-14-15,0-4-5 0,0 0-11 16,0 0-7-16,17-17 19 16,12-5-42-16,10-6-12 15,7-4-80-15,32-20-83 16,-9 11-218-16,-8-2-754 0</inkml:trace>
  <inkml:trace contextRef="#ctx0" brushRef="#br1" timeOffset="46195.68">12572 11608 1245 0,'0'0'225'16,"0"0"-146"-16,0 0-18 15,0 0-38-15,0 0-13 16,0 0-8-16,-5 51 28 0,5-28 2 16,-4 3 25-16,2-1-22 15,0-5-5-15,0-6-19 16,2-6 7-16,0-8-17 15,4 0 12-15,23-21 18 16,13-15-18-16,11-14-13 16,38-34-55-16,-13 11-80 15,-10 4-568-15</inkml:trace>
  <inkml:trace contextRef="#ctx0" brushRef="#br1" timeOffset="52712.78">15664 11566 778 0,'0'0'127'0,"0"0"-80"15,0 0-46-15,0 0 27 16,0 0 31-16,0 0-28 0,2 52 12 16,-2-37 40-16,0-6 12 15,0-3-38-15,0-4 30 16,0 0-10-16,0 0-10 15,0 3-28-15,0-4-7 16,-2 3-7-16,2 0-9 16,0-1 1-16,0-3-11 15,0 0 23-15,0 0-4 16,0 0 80-16,0 0-39 16,0-7-44-16,0-1-11 15,0 2-4-15,0 0-6 16,0 2-1-16,0 0 3 15,0-2 6-15,0 2-17 16,4-4 8-16,10-4 0 16,5-2-1-16,13-9 1 0,11-3 0 15,38-25-22 1,-4 5-242-16,-13-2-965 0</inkml:trace>
  <inkml:trace contextRef="#ctx0" brushRef="#br1" timeOffset="59445.03">15443 10154 553 0,'0'0'277'15,"0"0"-222"-15,0 0-43 16,0 0-4-16,0 0-7 15,0 0 0-15,-27 107 0 16,25-91-1-16,2-8 0 16,23-8 4-16,10-12-18 15,11-18-246-15</inkml:trace>
  <inkml:trace contextRef="#ctx0" brushRef="#br1" timeOffset="113173.2">7299 9918 570 0,'0'0'136'15,"0"0"31"-15,0 0 40 16,0 0 43-16,0 0-105 16,0 0-46-16,8-6-17 15,-8 6-34-15,0 0-7 16,2 0-2-16,-2 0 15 15,0 0-14-15,0 0-21 16,2 0-19-16,0 6 0 16,1 8 0-16,-1 5 12 15,-2 2 1-15,0 1-7 16,0-2 2-16,0 0-7 16,0-4 5-16,0-4-6 15,0-5 1-15,0-2-1 0,8-5 0 16,17-2-9-1,18-24 2-15,17-12-24 0,61-40-108 16,-13 9-202-16,-10 4-175 16</inkml:trace>
  <inkml:trace contextRef="#ctx0" brushRef="#br1" timeOffset="115073.9">12697 9956 907 0,'0'0'162'0,"0"0"82"16,0 0-181-16,0 0-39 15,0 0 40-15,0 0 39 16,0 101-27-16,0-72-28 16,0-7-30-16,0-3 2 15,0-10-10-15,0-1 2 16,0-5-5-16,11-3-1 15,11-5 26-15,11-19-16 16,19-16-5-16,28-18-11 0,5-2 1 16,40-19-1-1,-23 12-128-15,-37 20-973 0</inkml:trace>
  <inkml:trace contextRef="#ctx0" brushRef="#br1" timeOffset="128782.42">2369 12647 1787 0,'0'0'313'0,"0"0"-201"0,0 0-65 15,0 176 143-15,0-43-38 16,-2-5-12-16,-5-23-33 16,3-36-14-16,-1-20-32 15,0-1-28-15,-1 1-17 16,0-3 7-16,1-17-14 16,1-15 0-16,-1-14 3 15,0-4 37-15,-3-32 40 16,-3-18-70-16,-3-16-5 15,1-15-13-15,1-5 7 16,6 0-8-16,6 8 0 16,0 12-6-16,8 17 5 0,11 19 1 15,3 18-11-15,3 16 10 16,1 9-16-16,5 24 16 16,1 17-4-16,1 8 4 15,3 7 2-15,2 0-1 16,1-7 0-16,7-11 0 15,-5-9 7-15,2-9-6 16,-5-15 3-16,-5-9-3 16,-4-5 0-16,-4-8 6 15,-3-20 14-15,-8-9-12 16,-6-8-1-16,-8-3 1 16,0-2-3-16,-4 3 5 15,-16 4-11-15,-4 5 0 16,-1 2-11-16,5 5-49 0,15-3-115 15,5 8-152-15,0 8-1013 16</inkml:trace>
  <inkml:trace contextRef="#ctx0" brushRef="#br1" timeOffset="129054.33">2986 13060 1633 0,'0'0'227'0,"0"0"155"16,-33 154-187-16,33-93-73 15,0-7-68-15,27-12-26 16,14-9 0-16,7-16-1 16,6-15-9-16,-1-2-3 0,-4-14-8 15,-8-14 8-15,-18-7-6 16,-9-2 33-16,-12 0 36 16,-2 2 20-16,-8 1-10 15,-17 5-10-15,-4 3-36 16,-4 4-27-16,2 6-15 15,4 7-13-15,6 2-57 16,15 3-69-16,6 3-115 16,0-1-521-16</inkml:trace>
  <inkml:trace contextRef="#ctx0" brushRef="#br1" timeOffset="129564.71">3954 12930 1783 0,'0'0'44'0,"0"0"67"16,0 0-71-16,0 0 12 16,-27 102-13-16,47-59 89 15,3 0 39-15,-2 1-29 16,-5-1-23-16,-7-8-10 15,-7-3-26-15,-2-4 4 16,0-7-12-16,-6-5-24 16,-11-7-7-16,-2-9 2 15,-3 0-17-15,2-3-11 16,4-11-1-16,3-1-13 0,6 1-1 16,7 5-26-16,0-2-47 15,12 3-42-15,25 1-2 16,15-4-52-16,12-1 4 15,10-4-40-15,0 0 97 16,-6-3 100-16,-12-1 9 16,-14-3 11-16,-15 1-1 15,-13 2 34-15,-14 4 137 16,0 1 10-16,-12 6-37 16,-12 5-62-16,-3 4-5 15,-1 0-44-15,-1 18-22 16,2 12-12-16,6 8-3 15,9 5-5-15,12 0 5 0,0-1-6 16,23-6-6-16,43-7-63 16,-6-13-111-16,-5-6-469 0</inkml:trace>
  <inkml:trace contextRef="#ctx0" brushRef="#br1" timeOffset="129895.16">5171 13084 1861 0,'0'0'221'0,"0"0"46"15,0 0-123-15,0 0-9 16,-105 105-63-16,105-60-26 16,0-3-7-16,23-2-27 15,10-10-11-15,9-9-1 16,37-21-46-16,-13 0-151 0,-5-12-492 15</inkml:trace>
  <inkml:trace contextRef="#ctx0" brushRef="#br1" timeOffset="130475.75">5503 13075 1967 0,'0'0'506'15,"0"0"-411"-15,0 0 11 16,0 0 50-16,-44 123-48 15,50-91-68-15,23-6-8 16,11-3-5-16,3-11-10 16,1-8-17-16,-3-4 0 15,-3-7-59-15,-7-18-42 16,-6-12-5-16,-8-7 14 16,-5-2-24-16,-6 6 74 0,-4 12 42 15,-2 12 133 1,0 12 17-16,0 4-90 0,2 12-58 15,7 20 14-15,1 9 14 16,3 2 7-16,-1-1-14 16,2-6 4-16,-5-10-18 15,-5-8-3-15,1-11-6 16,-3-7 6-16,1-5-6 16,1-20-6-16,3-13-30 15,1-3 10-15,6 1 26 16,-3 6-1-16,2 8-5 15,-1 14 5-15,-1 10-7 0,0 2-7 16,2 8 9-16,3 15 6 16,-5-3-5-16,-2-3 5 15,-3-5 0-15,2-10 0 16,0-2-9-16,1-8-6 16,7-18-19-16,-1-3 20 15,3-4 14-15,-3 8 8 16,-3 8 53-16,-3 11 17 15,0 6-31-15,2 2-47 16,4 19 18-16,1 4 6 16,0 1-9-16,0-6-13 15,1-4-1-15,3-8-1 16,14-8-76-16,-5-20-202 0,-5-6-762 16</inkml:trace>
  <inkml:trace contextRef="#ctx0" brushRef="#br1" timeOffset="130840.78">6386 12985 1913 0,'0'0'235'0,"0"0"104"16,0 0-191-16,-3 163-37 16,-1-90-59-16,4 1-22 15,0 0-15-15,0-8-9 16,14-10 1-16,1-13 5 16,-1-16-6-16,-7-15-6 15,-7-12 7-15,0-4-1 16,-12-28 12-16,-10-12-17 15,0-12 11-15,3-4 23 0,11-5 52 16,8 2-22 0,18-2-39-16,28 3-26 0,19 4 0 15,7 11-15-15,1 15-20 16,-8 18 14-16,-14 14-1 16,-20 11 15-16,-18 24-5 15,-13 10 12-15,-11 3 6 16,-24 1 24-16,-8-5 31 15,-1-8-14-15,2-10 1 16,1-11-15-16,8-12-9 16,2-3-24-16,4-11 0 15,9-12-122-15,16-28-56 16,2 7-395-16,0 0-914 0</inkml:trace>
  <inkml:trace contextRef="#ctx0" brushRef="#br1" timeOffset="131013.69">6616 12746 1237 0,'0'0'1279'16,"0"0"-1132"-16,0 0 19 15,42 130 49-15,-26-60-94 16,-5 0-83-16,-5-4-26 16,-3-10-12-16,-3-10-1 15,0-12-98-15,13-26-71 16,0-8-434-16,5 0-699 0</inkml:trace>
  <inkml:trace contextRef="#ctx0" brushRef="#br1" timeOffset="131230.37">6954 13159 1498 0,'0'0'197'0,"0"0"204"0,0 0-158 16,0 0 1-16,0 0-95 16,0 0-13-16,0 0-18 15,25-95-20-15,-50 95-42 16,-4 0-19-16,-4 20-14 15,4 17-10-15,6 10-12 16,17 7 0-16,6 4 5 16,14-4 0-16,21-5-5 15,7-14-1-15,6-20 0 16,0-15-54-16,14-22-42 16,-10-18-161-16,-12-5-740 0</inkml:trace>
  <inkml:trace contextRef="#ctx0" brushRef="#br1" timeOffset="132042.73">9155 13309 1699 0,'0'0'216'0,"0"0"28"0,0 0-21 16,0 0-13-16,158 34-57 15,-93-43-29-15,-3-14-51 16,-6-12-41-16,-8-4-31 16,-9-16 14-16,-12-11-9 15,-10-7 3-15,-10-11-9 16,-7 4 2-16,0 10 4 16,-3 12 6-16,-14 12 43 15,-1 9 5-15,1 8 3 16,3 7-8-16,5 10-8 15,7 8 5-15,2 4-34 16,4 0-18-16,27 16-5 16,9 12 5-16,12 7 8 15,4 8-8-15,0 6 0 16,-2 9 0-16,-2 8 0 0,-3 9 0 16,-7 6-13-16,-6 9 7 15,-7 5-3-15,-11-6-5 16,-11-4-5-16,-7-11-2 15,-2-13 12-15,-19-15-3 16,-6-14 5-16,1-15-5 16,2-8-5-16,-1-9 17 15,7-3 9-15,5-18-3 16,6-8-5-16,7-2-1 16,0-6 0-16,13 4 0 15,12-1-8-15,4 2-4 16,6 11-22-16,5 3-17 15,3 8-42-15,17 6-24 0,-11 4-432 16,-10 0-1256-16</inkml:trace>
  <inkml:trace contextRef="#ctx0" brushRef="#br1" timeOffset="132626.51">11145 13101 33 0,'0'0'2041'16,"0"0"-1812"-16,0 0-71 0,0 0-88 15,-4 113 75-15,22-43-53 16,4 3-35-16,-2-5-30 16,-2-14-6-16,-5-16-15 15,-4-16 3-15,-7-15-9 16,-2-7 18-16,0-15 9 16,-6-23-17-16,-3-16-2 15,5-6-8-15,4-7 3 16,8 6-3-16,26 10-3 15,5 15 3-15,6 20 16 16,-3 16 2-16,-6 11 0 16,-7 33 2-16,-11 9-7 15,-9 10 2-15,-7-1-9 16,-2-4 3-16,2-9-9 16,8-17 0-16,5-13-1 0,39-19-102 15,-3-10-214-15,2-18-454 16</inkml:trace>
  <inkml:trace contextRef="#ctx0" brushRef="#br1" timeOffset="132904.79">11883 13152 2134 0,'0'0'253'0,"0"0"-27"16,-53 131-123-16,37-56 24 15,12 4-72-15,4-8-25 16,10-10-17-16,25-25-13 15,9-14 6-15,5-18-6 0,0-4 15 16,-4-27-14-16,-8-13 0 16,-12-11-1-16,-16-3 2 15,-9 2 5-15,0 2 17 16,-25 7 45-16,-6 8 19 16,-5 9-34-16,3 7-31 15,4 11-23-15,6 8-6 16,10 0-56-16,13 21-120 15,5 3-459-15,17-4-984 0</inkml:trace>
  <inkml:trace contextRef="#ctx0" brushRef="#br1" timeOffset="133220.51">12810 13430 1810 0,'127'-26'241'16,"0"1"37"-16,-6 3-189 16,-45 8-64-16,-41 5-25 15,-10-4-11-15,-14-1 11 16,-11-6 19-16,-11 1 87 16,-30 5 55-16,-3 4-39 15,-3 10-34-15,7 0-49 16,7 28-25-16,8 14-14 15,12 11 6-15,9 5-5 16,4-4-1-16,11-8 9 16,22-10-7-16,10-10 8 0,7-12-4 15,9-11-6-15,23-11-127 16,-13-19-355-16,-11-8-1179 0</inkml:trace>
  <inkml:trace contextRef="#ctx0" brushRef="#br1" timeOffset="133439.29">13693 13136 2011 0,'0'0'261'0,"0"0"-103"15,0 0-51-15,0 0-43 16,-11 152 17-16,20-89-35 16,-3 1 19-16,-6-8-8 15,0-7-28-15,-2-12-13 0,-11-9-4 16,-5-9-5-1,1-11-5-15,-4-8-2 0,1 0-37 16,-5-5-92-16,-8-17-192 16,6 6-267-16,3 4-605 0</inkml:trace>
  <inkml:trace contextRef="#ctx0" brushRef="#br1" timeOffset="134054.79">14407 13168 1991 0,'0'0'236'15,"0"0"-28"-15,-14 123-97 16,18-71 17-16,25-8-50 16,14-10-47-16,4-18 0 15,2-16-16-15,-7 0-1 16,-7-30-14-16,-8-10-10 0,-11-8-4 15,-7-5 3 1,-9 4 11-16,0 4 0 0,0 11 12 16,0 17 48-16,0 10 8 15,0 7-50-15,14 22-10 16,1 22-8-16,5 13 16 16,0 11 4-16,-4-1-14 15,-5 0 7-15,-2-13-12 16,-4-13 8-16,-3-14-9 15,-2-17 0-15,0-10 1 16,0-2 20-16,0-30-20 16,0-16 5-16,4-11-4 15,13-6-2-15,10 2-1 0,4 15 1 16,-2 19 15-16,-4 14 12 16,0 15-14-16,-5 11-13 15,-5 21 1-15,-1 6 4 16,-5 2-5-16,0-2 0 15,-3-8-8-15,10-11-58 16,49-14-94-16,-3-5-431 16,14 0-713-16</inkml:trace>
  <inkml:trace contextRef="#ctx0" brushRef="#br1" timeOffset="134369.07">15510 13101 2004 0,'0'0'273'0,"0"0"22"16,-125 7-179-16,80 21-19 16,14 12-37-16,14 6-30 15,17 0 8-15,0-2 10 16,33-7-9-16,16-11-18 16,6-14-12-16,-1-12-3 15,-4 0-6-15,-15-27-33 16,-10-7 5-16,-12-1 20 15,-9 2 8-15,-4 7 20 16,0 8 51-16,0 12 7 16,0 6-15-16,0 0-63 15,0 24-17-15,0 12 17 16,7 5 2-16,9-1-2 0,6-6-24 16,34-16-71-16,-8-10-171 15,11-8-482-15</inkml:trace>
  <inkml:trace contextRef="#ctx0" brushRef="#br1" timeOffset="134670.01">16469 13075 1759 0,'0'0'390'0,"0"0"-267"16,0 0 147-16,0 0-178 15,0 0 9-15,-103 109-13 0,111-61 21 16,15 8-26 0,2 2-22-16,-7 0-30 0,-5-7-14 15,-13-7-1-15,0-9 4 16,-13-5 10-16,-14-12 16 16,-4-8-11-16,0-10-16 15,4 0 1-15,9-10-20 16,13-17-21-16,5-5-83 15,11-8-69-15,47-22-328 16,-4 8-172-16,0 6-748 0</inkml:trace>
  <inkml:trace contextRef="#ctx0" brushRef="#br1" timeOffset="134805.57">16731 13207 1802 0,'0'0'564'0,"0"0"-288"15,0 0-32-15,0 0-56 16,7 114-119-16,-2-78-38 15,2-2-25-15,6-7-6 16,27-6-72-16,-2-10-132 16,4-11-658-16</inkml:trace>
  <inkml:trace contextRef="#ctx0" brushRef="#br1" timeOffset="135232.25">17195 13114 2109 0,'0'0'298'0,"0"0"-39"16,0 0-148-16,0 0-71 15,0 0-9-15,-82 103-13 16,86-62 7-16,25-2-1 16,9-10-23-16,4-9-1 15,1-11-10-15,-3-9-67 16,-11-6-44-16,-7-20 39 15,-11-4 39-15,-7-2 29 16,-4 5 14-16,0 10 73 16,0 10 76-16,0 7-61 15,0 8-76-15,0 28-11 16,8 19-1-16,0 15 9 16,-3 8 6-16,-5-1-3 0,0 1-1 15,-11-10 1-15,-12-8 13 16,-3-12 32-16,-6-11-12 15,3-16-5-15,-2-9 1 16,0-12 20-16,4 0-7 16,2-21-24-16,10-11-14 15,9-6-16-15,6 1-42 16,0-4-57-16,40-12-41 16,2 9-149-16,-2 3-541 0</inkml:trace>
  <inkml:trace contextRef="#ctx0" brushRef="#br1" timeOffset="135683.34">17695 13162 1825 0,'0'0'227'0,"0"0"79"16,8 104-52-16,-1-56-101 15,-2-5-83-15,-3-8-47 16,-2-12-13-16,0-11-8 15,0-12 7-15,0 0 8 16,5-23 3-16,1-16-20 16,5-10-11-16,5 1 10 15,4 6-4-15,2 10 5 16,3 14-1-16,1 16 0 0,-1 2-10 16,-2 26 3-16,-8 11 8 15,-4 5 0-15,-6-5 18 16,-5-2-5-16,0-14 8 15,0-6-12-15,0-13-1 16,0-2 4-16,0-18 0 16,2-16-12-16,9-10-21 15,9-2 20-15,0 4 1 16,2 8 12-16,-1 11 12 16,-4 17 6-16,-1 6-23 15,-3 17-1-15,-1 20 2 16,-4 4 1-16,-3 1-8 15,1-7 8-15,-2-3-9 16,6-15 0-16,19-17-32 16,-5 0-155-16,12-6-457 0</inkml:trace>
  <inkml:trace contextRef="#ctx0" brushRef="#br1" timeOffset="135989.54">18535 13118 1928 0,'0'0'484'15,"0"0"-283"-15,0 0 21 16,-140 44-142-16,106-1-33 16,12 6-7-16,11 6-7 15,11-4-5-15,0-7-14 16,17-15-14-16,16-12-7 16,6-17 6-16,1-3-13 0,0-26-17 15,-9-14 19-15,-9-6-3 16,-5 2 15-16,-9 5 0 15,-6 10 42-15,0 9 31 16,-2 12 5-16,0 8-14 16,5 3-64-16,1 14-26 15,6 16 26-15,-1 7 1 16,5 1-1-16,-1-2-24 16,12-2-114-16,-2-10-395 15,-3-13-994-15</inkml:trace>
  <inkml:trace contextRef="#ctx0" brushRef="#br1" timeOffset="136627.91">20006 13026 1568 0,'0'0'352'0,"0"0"44"16,-114 0-197-16,56 24-82 15,-2 13-32-15,7 6-31 16,12 6 3-16,20 1-9 16,21-4-32-16,6-7-13 15,38-7 3-15,14-11-2 0,9-13 7 16,-5-8-11-16,-8-4-22 16,-16-21-5-16,-13-9 27 15,-11-6-1-15,-10-2 1 16,-4 5 1-16,0 6 18 15,0 9 20-15,0 8 6 16,0 9 3-16,0 2-20 16,0 3-13-16,0 0-15 15,0 0 0-15,0 0-8 16,0 0 1-16,0 0-20 0,0 0-46 16,0 0-48-16,11 4-170 15,0 0-283-15,2 3-478 16</inkml:trace>
  <inkml:trace contextRef="#ctx0" brushRef="#br1" timeOffset="137492.82">19957 13072 1498 0,'0'0'524'16,"0"0"-415"-16,0 0-55 16,0 0 2-16,0 0 32 15,29 145-49-15,-18-96-21 16,-4-1-17-16,2-5-1 16,7-1-152-16,-3-11-176 15,1-11-799-15</inkml:trace>
  <inkml:trace contextRef="#ctx0" brushRef="#br1" timeOffset="137754.57">20149 12719 1793 0,'0'0'235'0,"0"0"-21"16,0 0-88-16,0 0-107 16,0 0-10-16,-2 109-9 15,0-44-53-15,-4-12-237 16,4-9-604-16</inkml:trace>
  <inkml:trace contextRef="#ctx0" brushRef="#br1" timeOffset="138018.29">20450 12781 1824 0,'0'0'203'0,"0"0"27"15,0 112-12-15,0-51-29 16,0 5-82-16,0-6-56 0,7-2-30 16,3-10-14-1,2-5-7-15,-1-11-12 0,5-5-89 16,-3-8-206-16,2-12-396 0</inkml:trace>
  <inkml:trace contextRef="#ctx0" brushRef="#br1" timeOffset="153173.28">20922 13116 101 0,'0'0'1446'16,"0"0"-1254"-16,0 0 114 16,0 0-97-16,0 0-92 15,0 0 45-15,-4-27-8 16,-5 27-41-16,-7 0-67 16,-1 1-28-16,-4 19-7 15,6 3-11-15,4 8 5 16,8 3-4-16,3 0-1 15,3-1 1-15,19-5 0 16,5-7 0-16,6-4 0 0,-1-11-1 16,-1-6-33-16,-7-3-3 15,-8-20 28-15,-7-9 8 16,-9-5 0-16,0 2 7 16,-3 4 23-16,-8 9 36 15,3 10-2-15,3 10 9 16,5 2-62-16,0 19-4 15,0 20-13-15,13 14 12 16,1 7-6-16,-1 6 0 16,-4-2 1-16,-9-2-1 15,0-8 1-15,-11-6-1 16,-18-7 8-16,-9-12 8 16,-3-3 26-16,-1-9 15 15,3-9-12-15,5-6-1 16,7-2-19-16,5-7-7 0,9-16-18 15,8-7-38-15,5-31-88 16,22 5-141-16,7 2-597 0</inkml:trace>
  <inkml:trace contextRef="#ctx0" brushRef="#br1" timeOffset="153812.06">21146 13136 1773 0,'0'0'374'0,"0"0"-84"16,0 0-121-16,156-54-117 16,-98 42-31-16,-8 2-10 15,-9 0-11-15,-17 3 11 0,-12 4-10 16,-12-1 25 0,0-3 104-16,0 7-40 0,-17-3-38 15,-4 3-3-15,-4 0-22 16,-2 17-10-16,0 10-4 15,7 4-12-15,9 6 1 16,9-1-1-16,2-3-2 16,23-8 1-16,12-8 0 15,9-13-15-15,1-4-64 16,-1-16-65-16,-8-21-130 16,-9-13-107-16,-9-11 15 15,-7-8-9-15,-7-3 236 16,0 10 139-16,2 15 343 0,-4 17 203 15,2 20-209 1,3 10-154-16,4 10-125 0,5 28 20 16,2 12 21-16,-1 11-47 15,-1 5-9-15,-3-1-23 16,-6-6-10-16,-5-7-10 16,-2-12 0-16,0-14 0 15,0-13 2-15,0-13 5 16,-2 0-1-16,2-25-6 15,0-7-18-15,11-6 17 16,18 1-3-16,7 4 3 16,6 9 1-16,1 9-1 15,-6 15 0-15,-3 0-6 16,-14 15 5-16,-13 19-4 0,-7 6 6 16,-21 6 15-16,-16 0 14 15,-11-5-13-15,2-7-7 16,1-12 2-16,7-10-5 15,9-12 3-15,10 0-8 16,14-19-1-16,14-30-81 16,22 3-145-16,5 3-542 0</inkml:trace>
  <inkml:trace contextRef="#ctx0" brushRef="#br1" timeOffset="153986.29">22055 13283 1287 0,'0'0'744'0,"0"0"-281"15,0 0-115-15,0 0-121 0,0 0-83 16,0 0-73 0,0 0-41-16,7-61-23 0,8 33-7 15,5 0-1-15,1 4-7 16,0 3-76-16,24-11-66 16,-5 5-147-16,7 3-623 0</inkml:trace>
  <inkml:trace contextRef="#ctx0" brushRef="#br1" timeOffset="154285.35">22683 12997 1846 0,'0'0'642'0,"0"0"-290"15,-122 0-118-15,75 9-103 16,4 11-59-16,10 14-39 16,8 10-27-16,8 8 7 15,13 4-13-15,4-3-12 0,15-11-5 16,22-15-25-16,6-15-24 15,2-12-57-15,0-9-29 16,-10-26-38-16,-6-4 140 16,-8 2 50-16,-11 9 86 15,-3 9 90-15,-7 8 35 16,0 9-43-16,0 2-76 16,0 0-68-16,0 18-22 15,0 8-4-15,0 4 2 16,0 5-1-16,0-3-70 0,0 0-116 15,0-6-148 1,-9-10-1196-16</inkml:trace>
  <inkml:trace contextRef="#ctx0" brushRef="#br0" timeOffset="176381.95">6694 11410 1117 0,'0'0'401'16,"0"0"-155"-16,0 0-5 16,0 0-88-16,0 0-67 15,0 0-35-15,0 0-2 16,0 9 2-16,0-5 20 15,9-1 31-15,6-2-32 16,5-1-17-16,9 0-19 16,7 0-3-16,7 0-7 0,3 0 1 15,6 0-13-15,3-1-1 16,8-2-5-16,6 2-6 16,6 1 6-16,8 0-5 15,2 0 1-15,4 0-2 16,-4 0 8-16,-6 0-8 15,-7 0 1-15,-14 0-1 16,-11 0 2-16,-14 0-1 16,-10 0 0-16,-10 0 6 15,-4 0 7-15,-2 0 32 16,-3 0 11-16,-4 0-3 16,0 0-5-16,0 0-16 0,0 0-9 15,0 1 4-15,0-1 8 16,0 0-13-16,0 0 4 15,0 0-8-15,0 0 8 16,0 0-13-16,0 0-2 16,0 0-4-16,0 0-7 15,0 0 7-15,0 0-7 16,0 0 5-16,0 0-6 16,0 0-6-16,0 0-11 15,0 0-82-15,0 0-121 16,-2 0-661-16</inkml:trace>
  <inkml:trace contextRef="#ctx0" brushRef="#br0" timeOffset="177363.62">12474 11419 1290 0,'0'0'232'16,"0"0"-130"-16,0 0 130 16,0 0-104-16,0 0-77 15,0 0-32-15,0 0-9 16,-9 0 8-16,9 0 10 16,0 0 31-16,0 4-2 15,5-1-6-15,17 1 34 16,14 0 10-16,10-2-10 15,12 1-33-15,7 0-24 16,6-1-16-16,7 0 2 16,7 0-14-16,27-2 12 15,-10 2-11-15,7-2 7 16,-6 1-8-16,-27-1 0 0,-7 3 6 16,-25-1-4-16,-19 0 24 15,-15-2 10-15,-8 0 63 16,-2 0 2-16,0 0 6 15,0 0-18-15,0 0-47 16,0 0-31-16,0 0-10 16,0 0 5-16,0 0-6 15,0 0 0-15,0 0-9 16,0 0 0-16,0 0-58 16,0 0-69-16,0 0-187 15,8 0-441-15</inkml:trace>
  <inkml:trace contextRef="#ctx0" brushRef="#br1" timeOffset="212938.67">15392 10305 504 0,'0'0'226'0,"0"0"-68"15,0 0 54-15,0 0 53 16,0 0-62-16,29-12-39 15,-27 12-9-15,-2 0-20 16,0 0-5-16,0 0-12 16,0 0-48-16,0 0-32 15,0 0-29-15,0 0 2 16,0 0-10-16,0 0 6 0,0 0-7 16,0 0 1-16,0 0-1 15,0 0 1-15,0 0-1 16,0 0-15-16,0 0-41 15,0 0-61-15,0 0-7 16,0 4-49-16,14-2-33 16,-1-2-168-16,0 0-497 0</inkml:trace>
  <inkml:trace contextRef="#ctx0" brushRef="#br1" timeOffset="213322.74">16027 10162 914 0,'0'0'170'0,"0"0"-125"16,0 0-7-16,0 0 117 15,0 0-54-15,0 0-33 16,0 0 17-16,0 0 17 15,0 0 3-15,0 0 16 16,0 0-18-16,0 0-14 16,0 0-11-16,0 0-25 15,0 0-10-15,0 0-21 16,0 0-5-16,0 0-3 16,0 0-3-16,0 0-10 15,0 0 5-15,0 0-5 16,0 0-1-16,0 0 7 0,0 0-6 15,0 0 4-15,0 0-4 16,0 0 6-16,0 0-7 16,0 0-144-16,0 0-120 15,0-8-474-15</inkml:trace>
  <inkml:trace contextRef="#ctx0" brushRef="#br1" timeOffset="-107248.64">2400 14969 1283 0,'0'0'589'0,"0"0"-511"16,0 0 91-16,0 0 6 0,0 0-107 15,0 0 7 1,134-51 30-16,-105 86 25 0,-9 7-41 16,-11 3-17-16,-9 2 1 15,0-5-22-15,-15 1-21 16,-15-7-17-16,1-8-2 16,-2-14-5-16,2-12 1 15,2-2 10-15,5-22-6 16,5-17-6-16,5-7-5 15,12 2 0-15,0-2 6 16,14 11-1-16,13 14-5 16,-1 13-1-16,-2 8-9 15,-3 17 1-15,-15 15 7 16,-6 11 4-16,-2 1 17 16,-23 1 2-16,-1-8-6 0,-1-10-5 15,5-9 1-15,4-10-5 16,0-8 15-16,4-4-2 15,4-22-19-15,5-11-1 16,5-7-4-16,0-2 5 16,18 7 0-16,13 0 0 15,5 15 0-15,-2 9 0 16,-5 15 0-16,-10 0-9 16,-7 15 3-16,-12 13 6 15,0 7 24-15,-16 4-2 16,-11-7-4-16,0-4-12 15,5-7 3-15,6-12-7 16,6-9 11-16,3 0 31 0,4-9-20 16,3-14-24-1,0 1-7-15,7 0 7 0,13 8-6 16,2 6 6-16,1 8-8 16,0 0-2-16,-6 4 2 15,-9 14 7-15,-4 4 1 16,-4 0 6-16,0 1 11 15,-17-5-17-15,5-4 6 16,0-11 0-16,3-3 1 16,3-3 8-16,-2-20-15 15,4 0-15-15,4-2 9 16,0 5 5-16,12 6 0 16,9 8-5-16,6 6-3 15,2 0 8-15,-4 0 0 0,-5 17 1 16,-13 0 7-16,-7 1 18 15,0 5 0-15,-19-1 5 16,-4-8-3-16,-4-6-15 16,4-8 5-16,3 0-10 15,5-8 0-15,3-10-7 16,10-7-18-16,2 4-33 16,0-6-52-16,43-7-66 15,-3 7-76-15,5-2-490 0</inkml:trace>
  <inkml:trace contextRef="#ctx0" brushRef="#br1" timeOffset="-105747.48">3564 14552 1311 0,'0'0'355'15,"0"0"-155"-15,0 0 182 16,0 0-148-16,0 0-104 16,0 0-4-16,0 0-11 15,0-18-31-15,0 18-14 0,0 0-9 16,0 0-25 0,-3 0 0-16,3 0-15 0,0 0-7 15,-2 0-14-15,2 9 0 16,0 6 0-16,0 2 1 15,0 6 1-15,0 5-1 16,0 4 8-16,0 6-8 16,0 0 7-16,0 0-7 15,0 2 5-15,0-1-5 16,0-2 0-16,0 2 1 16,0-4-2-16,2 0 2 15,3 1-2-15,-2-3 1 0,-1 6 0 16,0-8 5-16,-2-2-6 15,2 1 0 1,3-4 0-16,-3-2 0 0,2 1 0 16,-4-4 0-16,0 4 2 15,0-7-2-15,0 5 0 16,0-6 1-16,0-3 0 16,0 0 0-16,0-1 5 15,0-2-6-15,0 4 0 16,0-6 0-16,0 3 1 15,0 2 0-15,0-3-1 16,0 1 0-16,0-9 0 16,0 2-1-16,0 0 0 15,0-5-7-15,0 4 8 16,4 0-2-16,4-2 2 0,-2 5-1 16,1-2 1-16,4 1 0 15,0 1 2-15,4-2-2 16,4 4 1-16,3-9 9 15,2 4-9-15,3-3 5 16,2 3-5-16,2-4 8 16,0 0-9-16,0 0 0 15,1 0 0-15,1 0 0 16,0 0 5-16,-2 0-5 16,-2 0 0-16,-6 0-6 15,-7 0 5-15,-9 0 1 16,-3 0 1-16,-2 0 0 15,-2 0 4-15,0 0 1 0,0 0 4 16,0 0 4 0,0 0 7-16,0 0-3 0,0 0-12 15,0 0 0-15,0 0-6 16,2 0-7-16,-2 0-37 16,4 0-64-16,10 0-112 15,-3-5-237-15,3 1-742 0</inkml:trace>
  <inkml:trace contextRef="#ctx0" brushRef="#br1" timeOffset="-99737.06">4627 15147 1513 0,'0'0'344'0,"0"0"44"15,0 0 4-15,0 0-183 16,0 0-103-16,0 0-51 15,-11 12-25-15,11-8-22 16,0 1 6-16,9 0 1 16,5 4 17-16,8-5-16 15,6 0 1-15,11-4-4 16,5 0-4-16,1 0-9 16,-1 0-4-16,-6-3-76 0,-5-2-90 15,-6-2-131-15,-9 4-312 16,-7 1-671-16</inkml:trace>
  <inkml:trace contextRef="#ctx0" brushRef="#br1" timeOffset="-99518.29">4753 15473 567 0,'0'0'1105'16,"0"0"-972"-16,0 0 77 0,0 0 3 16,0 0-98-16,0 0-38 15,135 11-54-15,-102-11-23 16,12-2-38-16,-9-4-440 16,-7 3-805-16</inkml:trace>
  <inkml:trace contextRef="#ctx0" brushRef="#br1" timeOffset="-94606.45">5762 14708 1109 0,'0'0'377'0,"0"0"-178"0,0 0-55 16,0 0-64-16,0 0-2 15,0 0 83-15,9 131-3 16,-7-79-38-16,0 2-23 15,2-8-27-15,-2-3-20 16,-2-4-2-16,0-3-11 16,0-4 1-16,0-8-18 15,0-3 1-15,0-3-19 16,-4-10 7-16,2-2-8 16,0-6 14-16,2 0 12 15,0-9 2-15,0-5-15 16,0 5-14-16,0-2 0 0,6 9-6 15,15 2 5-15,6 9-5 16,2 13 6-16,0 10-1 16,-7 8 1-16,-7 4 1 15,-8-1-1-15,-7 9 2 16,0-9-2-16,0-7 11 16,-7-6-11-16,3-9 0 15,4-14-77-15,0-7-193 16,11 0-329-16,3-7-824 0</inkml:trace>
  <inkml:trace contextRef="#ctx0" brushRef="#br1" timeOffset="-73491.29">6593 14834 1437 0,'0'0'208'0,"0"0"-57"16,0 116 214-16,0-55-155 15,0 3-51-15,0 2-49 16,0-12-25-16,0-5-28 16,0-9-27-16,0-8-8 15,0-14-20-15,-2-8 17 16,-2-8-18-16,2-2 25 0,-5-9 21 16,3-12-26-16,1-1-13 15,3 4-8-15,0 5-14 16,0 13 14-16,7 0 1 15,8 21 6-15,1 15 29 16,-5 4-19-16,-7 6 16 16,-2 2 2-16,-2-8-14 15,0-4-13-15,0-5-8 16,0-9 0-16,5-7-40 16,7-2-35-16,7-5-79 15,26-8-185-15,-5 0-309 16,3-4-742-16</inkml:trace>
  <inkml:trace contextRef="#ctx0" brushRef="#br1" timeOffset="-72629.2">7601 14829 1820 0,'0'0'389'0,"0"0"-185"16,0 0 13-16,0 0-85 16,-59 107-44-16,53-46-23 15,6 3-29-15,0-10-19 16,6-6-16-16,15-17-1 16,1-7 0-16,3-14-44 15,-1-8-39-15,-6-2-16 16,-4 0 32-16,-7 0 48 15,-7 0 13-15,0 0 12 16,0 15 3-16,-17 16 40 16,4 9 11-16,0 4 8 0,8 0-30 15,5-2-16-15,0-6-21 16,5-6-1-16,15-8-22 16,11-13-119-16,-2-4-364 15,-4-5-367-15</inkml:trace>
  <inkml:trace contextRef="#ctx0" brushRef="#br1" timeOffset="-72448.06">8032 15611 182 0,'0'0'2013'0,"0"0"-1785"16,0 0-145-16,0 0 18 15,-29 116-101-15,29-76-13 16,2-8-170-16,4-6-540 0</inkml:trace>
  <inkml:trace contextRef="#ctx0" brushRef="#br1" timeOffset="-71901.01">8277 14930 1517 0,'0'0'380'16,"0"0"-293"-16,4 103 86 16,9-35 84-16,3 8-80 15,-1 1-37-15,-1-6 4 16,-3-13-77-16,-5-17-36 16,2-11-22-16,-6-16 0 0,-2-9-9 15,0-5 1 1,0-15-1-16,0-19-11 0,6-7 4 15,5 0-8-15,10 1 13 16,8 1-18-16,4 16 20 16,5 4 1-16,-1 16 5 15,-3 3-6-15,-8 8-7 16,-7 18-1-16,-15 12 8 16,-4 2 51-16,-11 4 6 15,-18 0 4-15,-4-8-27 16,0-6-13-16,-2-6-12 15,11-10-1-15,2-7-1 16,8-7 1-16,3 0-8 16,7 0-2-16,2 0-10 15,2-9-70-15,0-4-36 0,15-14-96 16,7 5-462-16,-1 0-648 16</inkml:trace>
  <inkml:trace contextRef="#ctx0" brushRef="#br1" timeOffset="-71405.22">8080 15025 1435 0,'0'0'311'16,"0"0"-178"-16,0 0 19 16,0 0 106-16,9 116-98 15,2-62-54-15,0-4-30 16,1-5-31-16,-1-10-25 0,-3-9-9 16,-1-7-10-16,-4-6 5 15,-1-10-3-15,0 1 3 16,-2 1-7-16,2 4 1 15,-2 9 0-15,3 1 0 16,1 6 0-16,2 3 1 16,1-2 0-16,5-3-1 15,3-5-57-15,9-9-132 16,1-4-323-16,-2-1-547 0</inkml:trace>
  <inkml:trace contextRef="#ctx0" brushRef="#br1" timeOffset="-70990.69">8792 15049 1737 0,'0'0'500'15,"0"0"-402"-15,0 0 177 16,0 0-110-16,-81 105-74 0,81-73-57 16,11-10-23-16,18-4-10 15,0-4-1-15,0-10 0 16,-9-3-43-16,-9-1 17 15,-9 0 26-15,-2 5 8 16,0 3-7-16,0 10 22 16,0 4 9-16,0 12 9 15,0 12 4-15,0 0-24 16,5 6-1-16,17-8-19 16,7-2-2-16,2-11-20 15,17-17-80-15,-11-10-439 16,-8-4-852-16</inkml:trace>
  <inkml:trace contextRef="#ctx0" brushRef="#br1" timeOffset="-70646.04">9288 14788 2105 0,'0'0'246'15,"0"0"-73"-15,-60 116 73 0,49-61-147 16,9-3-65 0,2-9-22-16,7-10-12 0,10-13-20 15,3-8-21-15,-7-4-47 16,-3 1 31-16,-10 6 20 15,0 16 37-15,0 8 3 16,-12 19 85-16,6 7 7 16,6 0-28-16,0-1-37 15,8-15-21-15,15-6-9 16,15-15-31-16,-9-10-114 16,-5-10-652-16</inkml:trace>
  <inkml:trace contextRef="#ctx0" brushRef="#br1" timeOffset="-44323.7">11540 14575 1751 0,'0'0'351'0,"0"0"-91"16,0 0 5-16,0 0-204 15,0 0-6-15,8 191 60 16,-2-88-31-16,-4-10 6 16,-2-8-13-16,0-25-27 15,0 5-7-15,0 7-42 16,0-12 25-16,0-2-25 16,0-5 0-16,0-6 0 15,0-10 6-15,-5-7-7 0,2-12 0 16,1-8-6-16,2-6-47 15,-2-4 5-15,-4-31-74 16,-1-5-159-16,1-4-596 0</inkml:trace>
  <inkml:trace contextRef="#ctx0" brushRef="#br1" timeOffset="-44008.39">11266 14726 978 0,'0'0'694'0,"0"0"-524"16,0 0 304-16,0 0-360 15,0 0-39-15,0 0 16 16,145-35-25-16,-85 16-22 16,2 3-14-16,-2 0-13 15,-2 2-16-15,-2 2-1 16,-3 2-50-16,-1 4-165 16,4 2-55-16,-17 4-283 15,-12 0-576-15</inkml:trace>
  <inkml:trace contextRef="#ctx0" brushRef="#br1" timeOffset="-43790.04">11377 15163 1285 0,'0'0'225'15,"0"0"15"-15,0 0 66 16,0 0-172-16,0 0 5 16,127 12-69-16,-73-19-70 15,39-11-70-15,-13 1-475 0,-1 3-1021 0</inkml:trace>
  <inkml:trace contextRef="#ctx0" brushRef="#br1" timeOffset="-43443.61">12354 15119 1579 0,'0'0'376'16,"0"0"-126"-16,0 0 48 16,0 0-145-16,0 0-63 15,0 0-66-15,0 0 4 16,147-7-27-16,-105 2 3 15,-5 3-4-15,-2-2-117 16,-9 4-157-16,-6 0-330 16,-14 0-854-16</inkml:trace>
  <inkml:trace contextRef="#ctx0" brushRef="#br1" timeOffset="-43295.41">12418 15348 1633 0,'0'0'272'15,"0"0"-139"-15,0 0 161 16,0 0-119-16,0 0-123 16,147 0-52-16,-93-6-150 15,-14-4-400-15,-11 6-640 0</inkml:trace>
  <inkml:trace contextRef="#ctx0" brushRef="#br1" timeOffset="-41557.04">13020 14682 1635 0,'0'0'241'16,"0"0"-117"-16,0 0 27 16,0 0-81-16,17 106-13 15,-3-29 31-15,-5 8 3 16,-5-2 17-16,-4-15 9 15,0-1-41-15,0-14-12 16,0-12-40-16,0-17-2 16,-6-8-14-16,-3-7 2 15,0-8 0-15,-4-1 4 16,0-4-2-16,-3-13-12 16,5 2 3-16,6 1-3 15,5 14-8-15,0 0-4 16,13 32 0-16,14 48 12 0,-4 40 11 15,-8 5-1-15,-5-13-8 16,-10-18 2-16,0-18-4 16,0-9-143-16,-4-18-1093 0</inkml:trace>
  <inkml:trace contextRef="#ctx0" brushRef="#br1" timeOffset="-38667.1">13776 15141 1106 0,'0'0'259'15,"0"0"-109"-15,0 0 143 16,0 0-90-16,0 0-60 16,0 0 6-16,-103-22-20 15,79 22-40-15,-5 10-34 0,0 15 12 16,0 8-22-16,4 10 11 16,9 6-26-16,12 6 7 15,4-3-7-15,6-2-3 16,23-13-5-16,10-8-4 15,3-11-3-15,7-8-13 16,0-10 10-16,2 0-6 16,-3-10 1-16,-6-11-6 15,-7-12 10-15,-10-1-11 16,-10-6 6-16,-10-2 0 16,-5 0-6-16,-9 4 9 15,-15 4-7-15,-3 7 4 16,-2 5 0-16,2 7-6 15,0 2 0-15,2 4 1 16,5 4-1-16,5-3 0 0,1 7-1 16,1 1-52-16,2 0-71 15,2 0-215-15,2 0-321 0</inkml:trace>
  <inkml:trace contextRef="#ctx0" brushRef="#br1" timeOffset="-38404.2">13855 14819 1493 0,'0'0'303'16,"0"0"-100"-16,0 0 42 15,0 0-135-15,0 0-72 16,-23 131 50-16,5-56 47 15,-3 13-22-15,-3 3 13 16,0-7-46-16,-1-6-32 16,7-12-42-16,7-11 7 15,7-13-13-15,4-10-47 16,0-13-147-16,0-6-575 0</inkml:trace>
  <inkml:trace contextRef="#ctx0" brushRef="#br1" timeOffset="-38104.42">14293 15526 1332 0,'0'0'274'15,"0"0"-45"-15,0 0 134 16,0 107-86-16,0-67-127 0,-4-4-64 16,-8-1-51-16,1-4-7 15,3-7-21-15,3 2-7 16,5-14-174-16,0-1-487 0</inkml:trace>
  <inkml:trace contextRef="#ctx0" brushRef="#br1" timeOffset="-37195.23">14569 15436 1250 0,'0'0'386'16,"0"0"-199"-16,0 0-32 15,0 0-49-15,0 0-77 16,141-10-20-16,-88 10 6 16,1 0-14-16,-5 0 10 0,-5 6-10 15,-6 3 11-15,-7-2-11 16,-11-1-1-16,-9-2-1 15,-6 0-1-15,-5-4 2 16,0 0 30-16,-5 0 116 16,-10 0-70-16,-8-4-30 15,-1-8-37-15,-2-4 0 16,-1 4-3-16,4-6 6 16,5 1 2-16,7-4 13 15,7 1-21-15,4-6 3 16,0 0-4-16,4-1-4 15,15 4 7-15,2-5-8 16,6 2 2-16,2-1-2 0,4 0 0 16,3 0 0-1,3 5-7-15,-6 0 6 0,-6 8-4 16,-6 4-1-16,-2 6 6 16,-9 4-1-16,4 0-13 15,-3 7 13-15,3 8-5 16,-1 3 5-16,-2 4 0 15,1 2 2-15,-6 2-2 16,-2-1 7-16,-4 5-7 16,0-4 1-16,0 6 0 15,-4-6 0-15,-5 1 0 16,2-4 0-16,0 0 1 0,3-6-1 16,0-1 1-16,2-4-2 15,0-5 1 1,2 2 0-16,0-5 1 0,0-2 5 15,0 0-6-15,0 1 28 16,0 0 26-16,4 1 6 16,4 1 2-16,4-5-2 15,3 5 10-15,4-3-28 16,0-2-2-16,4 0-16 16,-1 0-1-16,3 0-13 15,2 0-9-15,-1-4 0 16,-2 1-1-16,3 3-1 15,-4 0-86-15,-1 0-81 16,7 0-106-16,-7 0-273 16,-2 0-174-16</inkml:trace>
  <inkml:trace contextRef="#ctx0" brushRef="#br1" timeOffset="-37001.06">15782 15484 1162 0,'0'0'196'16,"0"0"22"-16,0 0 47 15,0 0-126-15,0 0-82 16,0 0 1-16,-25 117 12 16,12-98-34-16,-13 15-36 15,1-11-106-15,2 0-259 0</inkml:trace>
  <inkml:trace contextRef="#ctx0" brushRef="#br1" timeOffset="-21269.38">6973 14650 1054 0,'0'0'306'0,"0"0"-197"15,0 0 86-15,0 0-55 16,0 0-41-16,0 0 5 16,26-46 53-16,-26 43-6 15,0 3-7-15,0 0-33 16,0 0-51-16,0 0-36 16,0 0-24-16,0 0-11 15,0 15 11-15,3 2 7 16,-3 2-7-16,0 1 1 15,0-6 14-15,0-4-7 16,0-2 11-16,2-8-19 0,4 0 24 16,9-4-14-16,10-22 38 15,14-15-27-15,11-17-21 16,35-34-25-16,-12 13-278 16,-7 7-1330-16</inkml:trace>
  <inkml:trace contextRef="#ctx0" brushRef="#br1" timeOffset="-19079.68">15969 14945 1485 0,'0'0'255'0,"0"0"-156"16,0 0 64-16,0 0-86 16,0 0-18-16,0 0 58 15,123 52 7-15,-109-6-12 0,-10 6 26 16,-4 3-40 0,0-5-22-16,-10-5-41 0,-3-2-10 15,0-11-11-15,2-6-7 16,4-12-1-16,3-12-5 15,4-2 22-15,0-11-14 16,0-15-8-16,6 3-1 16,7 5 5-16,-1 10-5 15,-3 8-16-15,-3 22 10 16,-2 22 6-16,-4 14 9 16,0 4-8-16,0-2 7 15,-6-3-7-15,2-17-1 16,4-8 0-16,0-10 0 15,4-15-8-15,29-7-107 16,-4 0-148-16,0-3-492 0</inkml:trace>
  <inkml:trace contextRef="#ctx0" brushRef="#br1" timeOffset="-18374.41">16935 14962 1862 0,'0'0'240'15,"0"0"31"-15,-32 109-45 16,30-68-115-16,2-8-70 16,9-8-9-16,16-13-24 15,-1-8 4-15,0-4-12 0,-4 0-18 16,-8-9-24-16,-8 0 38 15,-4 0-2-15,0 5 12 16,0 4-12-16,-9 8 4 16,-2 19 2-16,2 13 13 15,5 9 16-15,4 2-15 16,0-3-8-16,17-11-6 16,15-8 0-16,17-11-44 15,-7-7-247-15,-7-8-367 0</inkml:trace>
  <inkml:trace contextRef="#ctx0" brushRef="#br1" timeOffset="-18163.07">17556 15570 2292 0,'0'0'276'16,"0"0"-85"-16,0 0-102 15,-82 179-89-15,39-112-311 16,-7-2-1287-16</inkml:trace>
  <inkml:trace contextRef="#ctx0" brushRef="#br1" timeOffset="-2720.06">7222 15266 743 0,'0'0'934'15,"0"0"-767"-15,0 0 71 16,0 0-18-16,0 0-80 15,0 0-36-15,-62-30-2 16,55 26 9-16,0 0-32 16,-2 2-3-16,-2 2-19 0,-3 0-18 15,-3 0-23 1,-5 0-2-16,-5 7-8 0,0 12-4 16,0-1 9-16,5 6-11 15,4 7 3-15,3 1-1 16,3 6-2-16,8 8 0 15,4 1 2-15,0-1-2 16,9-5 2-16,13-11 10 16,7-8 3-16,5-12-3 15,1-10-6-15,1 0 10 16,-5 0-8-16,-4-14 5 16,-9 2-11-16,-7 2-2 15,-4 2-24-15,-3 3-21 16,3-3-52-16,4-2-109 15,-2 1-365-15,-2 0-560 0</inkml:trace>
  <inkml:trace contextRef="#ctx0" brushRef="#br1" timeOffset="8281.65">16646 15182 1174 0,'0'0'274'0,"0"0"-88"0,0 0 65 16,0 0-100-16,0 0-42 16,0 0 30-16,-50-14 19 15,48 14-38-15,2 0-6 16,0 0-38-16,0 0-21 15,-2 0-27-15,-4 0-11 16,-2 0-11-16,-7 0 3 16,-4 0-2-16,-3 5 7 15,-3 8 11-15,3-4-4 16,2 9-2-16,-3 2-13 16,4 9-5-16,1 3 0 15,3 2-1-15,3 1 1 16,8 2 0-16,4-8-1 0,0-4-3 15,14-6 3 1,9-4 1-16,6-4 5 0,3-8 0 16,-6-1 0-16,-1-2-4 15,-4 0-1-15,-6 0 5 16,1 0-6-16,-1-5 0 16,-3 0-17-16,-4-1 8 15,-1 2 8-15,-5 2-9 16,-2 2-87-16,0 0-161 15,0 0-425-15,0 0-1073 0</inkml:trace>
  <inkml:trace contextRef="#ctx0" brushRef="#br1" timeOffset="13523.66">17953 14985 1408 0,'0'0'333'16,"0"0"-185"-16,0 0-5 16,0 0 68-16,18 106-58 15,-9-52 17-15,-2 5-47 16,-3-1-27-16,-4-8-28 16,0-2-28-16,0-8-22 0,-2-8-3 15,-10-6-2-15,2-8-11 16,1-12 7-16,2-6 0 15,7 0 4-15,0-16-8 16,0-2-5-16,0 2-10 16,7 10 2-16,4 6-2 15,2 15 0-15,-6 24 10 16,-7 7 0-16,0 12 1 16,0-1 5-16,-9-3-5 15,2-14-1-15,7-12-10 16,2-24-166-16,21-4-207 15,4-9-726-15</inkml:trace>
  <inkml:trace contextRef="#ctx0" brushRef="#br1" timeOffset="14191.82">18261 15054 1475 0,'0'0'344'0,"0"0"-182"16,0 0 41-16,0 0-14 16,11 114-27-16,4-50-40 15,3 6-19-15,-2-2-28 16,-1-2-39-16,-2-12-17 15,-1-6-13-15,-3-7-1 16,-5-13-4-16,0-6 0 16,-4-9 0-16,0-4 5 0,0-6-6 15,0-3 6-15,0 0 6 16,0-9-3-16,0-11-1 16,-4-4-7-16,4-7 8 15,0-1-9-15,16-4 0 16,13 2-1-16,11 7 0 15,5 8 0-15,1 5-1 16,-6 14-4-16,-5 0 0 16,-14 14 6-16,-5 10-5 15,-11 6 5-15,-5-2 1 16,0 2 18-16,-9-2 8 16,-14-3 12-16,-4-5-8 15,-6-2-10-15,-5-6-12 0,0-4-8 16,2-2 6-16,5-6-7 15,9 0 0-15,7-10-36 16,8-6-64-16,7-11-109 16,9 8-465-16,13 2-775 0</inkml:trace>
  <inkml:trace contextRef="#ctx0" brushRef="#br1" timeOffset="14440.87">18903 15593 1438 0,'0'0'307'0,"0"0"-36"15,0 0 105-15,0 0-217 16,-2 119-107-16,0-96-38 15,-1-5-3-15,0-4-11 16,3-4-52-16,0-6-139 16,0-4-179-16,0 0-570 0</inkml:trace>
  <inkml:trace contextRef="#ctx0" brushRef="#br1" timeOffset="15086.69">19549 15444 1232 0,'0'0'360'16,"0"0"-93"-16,0 0 63 15,0 0-141-15,0 0-92 0,0 0-38 16,-135-52-1-16,104 52-19 16,-2 0-8-16,2 14 12 15,2 10-4-15,3 8 3 16,4 10-3-16,3 6 7 15,11-4-3-15,8 2-14 16,0-5-20-16,20-7 0 16,16-14-8-16,8-4-1 15,3-11 0-15,2-5-12 16,-4 0-44-16,-6 0-32 16,-3-13-1-16,-7-1 7 15,-2-8-18-15,-7-1 39 0,-7-9 27 16,-1-3 24-1,-8-9 1-15,-4-5-10 0,0-1 1 16,0-8 11-16,-12-3 7 16,0 2 7-16,-4 6 33 15,5 12 84-15,0 9-2 16,4 10-8-16,0 8-5 16,5 7-19-16,2 7-21 15,0 0-49-15,0 22-19 16,2 17-1-16,5 11 24 15,0 8 9-15,-1 4 0 16,3-4-18-16,3-3-14 16,5-12-1-16,3-2-18 0,14-18-65 15,-5-7-133 1,0-11-551-16</inkml:trace>
  <inkml:trace contextRef="#ctx0" brushRef="#br1" timeOffset="15475.89">20089 15089 1631 0,'0'0'328'0,"0"0"-196"15,0 0 207-15,-67 139-145 0,47-69-33 16,4-5-37-16,9 1-32 16,7-15-56-16,0-11-19 15,16-15-11-15,11-13-6 16,2-12 0-16,2 0-24 16,-7-17-7-16,-3-7-5 15,-11-4 13-15,-4 6 11 16,-6 10 12-16,0 12-15 15,-16 0 6-15,-9 28 9 16,-2 14 1-16,0 13 14 16,10 3 9-16,8 0 3 15,9-4-20-15,0-13-7 16,24-6-18-16,3-12-185 0,-5-14-772 16</inkml:trace>
  <inkml:trace contextRef="#ctx0" brushRef="#br1" timeOffset="25644.89">20443 15683 836 0,'0'0'377'0,"0"0"-278"15,0 0 29-15,0 0 110 16,0 0-70-16,0 0-54 16,-5 0 14-16,5 0 3 15,0 0-20-15,0 0-31 16,0 0-21-16,0 0-5 16,0 0-20-16,0 0-16 15,0 0-3-15,0 0 12 16,0 0 31-16,0 0 7 15,0 0-2-15,0 0-17 16,0-6-23-16,2-6-22 0,8 6 0 16,1 1-1-1,2 5-1-15,3 0-6 0,-5 32 4 16,-4 9 3-16,-7 9 9 16,-12 10 3-16,-25 4-4 15,-17 3-8-15,-35 13-83 16,13-18-420-16,12-16-1289 0</inkml:trace>
  <inkml:trace contextRef="#ctx0" brushRef="#br1" timeOffset="27017.98">8152 14740 669 0,'0'0'392'16,"0"0"-258"-16,0 0 23 16,0 0 71-16,0 0-71 15,0 0-66-15,0 0-4 16,0 0 9-16,0 0-8 0,0 0-46 15,0 0-37 1,0 2-5-16,0 8-15 0,0 0 15 16,0 3 1-16,0 0 0 15,0-3 0-15,0 3 0 16,2-5 1-16,0-2-1 16,3-1 0-16,-1-2-1 15,7-3-34-15,18-8-68 16,-2-20-113-16,-1-7-397 0</inkml:trace>
  <inkml:trace contextRef="#ctx0" brushRef="#br1" timeOffset="29529.9">20897 15133 1610 0,'0'0'324'16,"0"0"-158"-16,0 0 60 15,0 0-107-15,0 0 32 16,0 0-11-16,104 143-25 16,-80-89-30-16,-11 4-14 15,-8 0-19-15,-5-4-10 16,0-7-12-16,-3-10-5 0,-10-6-14 16,4-13 1-16,0-9-11 15,1-9 10-15,-1 0 4 16,1-13-5-16,2-13-8 15,6 2-1-15,0-3-1 16,0 13 0-16,6 10 0 16,8 4-17-16,-1 11 11 15,-1 19 6-15,-5 10 0 16,-7 4 1-16,0 2 0 16,-3 2 0-16,-13 3-1 15,-1 0-1-15,1-11-65 16,7-3-44-16,16-24-100 15,20-4-378-15,10-9-470 0</inkml:trace>
  <inkml:trace contextRef="#ctx0" brushRef="#br1" timeOffset="30153.41">21422 15150 1753 0,'0'0'323'0,"0"0"-137"15,0 0-39-15,0 0-19 16,9 120 0-16,-1-53-16 0,0 4-18 15,-4 3-6 1,-2-4-31-16,0-7-27 0,0-15-13 16,1-11-8-16,-1-14-1 15,0-9-8-15,-2-10 6 16,0-4 3-16,0-4 16 16,0-21-16-16,0-10-7 15,9-5-1-15,7-1-1 16,13 6 0-16,6 3-6 15,5 10 5-15,5 9-4 16,-5 13 5-16,-5 0-8 16,-6 26 7-16,-12 6 0 15,-13 12 1-15,-4-2 1 0,-11 3 11 16,-20-5 6 0,-10-5-12-16,-1-9 1 0,-1-6-7 15,3-13-16-15,5-7-56 16,6-18-58-16,8-8-215 15,11-6-625-15</inkml:trace>
  <inkml:trace contextRef="#ctx0" brushRef="#br1" timeOffset="30611.87">22124 15066 1825 0,'0'0'258'0,"0"0"-114"15,0 0 74-15,0 0-86 16,-9 139-56-16,9-81 23 16,3-1-20-16,7-8-45 15,5-14-22-15,4-13-11 16,1-7 12-16,-3-15-7 0,-1 0 6 16,-5-19-11-1,-9-3 14-15,-2 5-9 0,-2 4-4 16,-20 12-2-16,-2 1-2 15,-5 17-5-15,4 19 6 16,3 8 1-16,9 6 0 16,13-1 0-16,0 1 0 15,13-6 0-15,16 0-1 16,2-2-25-16,4 10-87 16,-6-16-221-16,-4 0-473 0</inkml:trace>
  <inkml:trace contextRef="#ctx0" brushRef="#br1" timeOffset="30890.02">22777 15683 2063 0,'0'0'382'16,"0"0"-278"-16,0 0 70 16,-22 119-34-16,-14-59-71 15,-13 5-53-15,-42 30-16 0,10-19-212 16,4-6-1246-16</inkml:trace>
  <inkml:trace contextRef="#ctx0" brushRef="#br1" timeOffset="-211219.34">13618 3735 371 0,'0'0'604'16,"0"0"-255"-16,0 0 42 15,0 0-57-15,0 0-75 16,0 0-98-16,-23-1-39 16,21 1-41-16,2 0-35 15,-2 0-25-15,-2 0-14 16,-2 0-2-16,0 1 2 16,-1 6-2-16,3-3 1 15,0-1-6-15,2-3 0 16,-1 3 24-16,0-3 19 15,3 0 11-15,-2 0-3 0,2 0-24 16,0 0 10 0,0 0-35-16,0 0 29 0,0 0-13 15,0 0 0-15,0 0-11 16,0 0 10-16,0 0-5 16,0 0-11-16,0 0 5 15,0 0 2-15,0 0-16 16,-13 0-4-16,-3 4-67 15,-15 2-282-15</inkml:trace>
  <inkml:trace contextRef="#ctx0" brushRef="#br1" timeOffset="-205544.37">8348 14870 881 0,'0'0'129'0,"0"0"-80"15,0 0 87-15,0 0-78 16,0 0-39-16,0 0-3 16,-38-31-16-16,38 25 9 15,-4 2-8-15,-2 0-1 16,0-2 2-16,-1 2-2 15,3 0-19-15,0-7-19 16,2 4-43-16,0-2 33 0,-2 1 48 16,2 2 0-16,2 2 20 15,-2-4 18-15,2 4 37 16,0 2 47-16,0-1 36 16,0 3-22-16,0 0-37 15,0 0-16-15,-2 0-14 16,0 0-5-16,-3 0-4 15,-1 5 21-15,-3 11-9 16,2 2 11-16,-2 1-27 16,5-10-8-16,0 4-24 15,1-12-8-15,3 2 3 16,0-3-7-16,0 0 21 16,-2-3 25-16,2-11-3 15,0 0-37-15,-2 0-2 16,2 2-6-16,0 6 10 0,0 2-2 15,0 0-6-15,0 4-4 16,0 0-2-16,0 0-12 16,0 4 2-16,0 10 4 15,0 3 1-15,-3-3 7 16,3 0-2-16,0-9-6 16,0-2 0-16,0-2 1 15,0-1-1-15,0 0 6 16,0 0-6-16,0 0 7 15,14 0 10-15,6-9-7 16,2-5-2-16,7-9 2 16,4-3-9-16,25-19-1 15,-8 7-122-15,-4-1-456 0</inkml:trace>
  <inkml:trace contextRef="#ctx0" brushRef="#br1" timeOffset="-201012.85">23123 15129 1448 0,'0'0'347'16,"0"0"-88"-16,0 0 109 16,0 0-209-16,0 0-106 15,0 0 98-15,37 71-27 16,-30-26-28-16,-1 1-13 16,-3 0-23-16,-3-5-28 15,3-10-19-15,-3-4-3 16,2-9-9-16,0-10 4 15,0-8 1-15,0 0-3 16,3-21-1-16,3-5-1 0,2-6-1 16,1-1-1-1,-1 11 1-15,0 14-2 0,-3 8 2 16,-3 5-26-16,-2 30 25 16,-2 5 1-16,0 6 0 15,0 7 0-15,0 0 8 16,-2 0-8-16,2 1 0 15,0-1 1-15,0 2 0 16,13-11-2-16,7 0 2 16,1-12-1-16,3-6 0 15,-2-3-26-15,-2-14-47 16,-1 0-6-16,-7-9-35 0,-1 0-137 16,-6 0-402-16</inkml:trace>
  <inkml:trace contextRef="#ctx0" brushRef="#br1" timeOffset="-197185.43">23981 15441 461 0,'0'0'410'16,"0"0"-228"-16,0 0 73 15,0 0 9-15,0 0-40 16,0 0 1-16,0 0 37 15,-7-26-67-15,-2 19-45 16,-4 5-18-16,-10 2-64 0,-4 0-27 16,-6 3-25-16,-7 18 0 15,-2 7-14-15,1 4 5 16,8 7 2-16,11-2-8 16,13 2 3-16,9-6 7 15,9-2-12-15,20-5 2 16,2-9 7-16,5-6-8 15,-2-3-36-15,-5-8-55 16,0 0-88-16,8-4-141 16,-6-11-306-16,-2-2-703 0</inkml:trace>
  <inkml:trace contextRef="#ctx0" brushRef="#br1" timeOffset="-196994.87">24217 15601 1023 0,'0'0'737'16,"0"0"-591"-16,0 0 222 16,-37 102-134-16,29-68-149 15,6-4-35-15,0-4-38 16,2-8-6-16,0-4-6 16,0-6-30-16,8-8-147 15,6 0-329-15,4-12-639 0</inkml:trace>
  <inkml:trace contextRef="#ctx0" brushRef="#br1" timeOffset="-196523.2">24757 15388 1305 0,'0'0'248'16,"0"0"-13"-16,0 0 49 16,0 0-145-16,-128 34-48 15,97 2 35-15,4 5-49 16,8 8-4-16,5-1 5 0,12 1-29 16,2-8-25-1,16-10-15-15,19-11 9 0,9-8-5 16,8-12-10-16,-1 0-3 15,-6-14-57-15,-7-16-92 16,-14-6-8-16,-10-13 30 16,-14-10 92-16,0-15 35 15,0-9 3-15,-18-1 13 16,2 4-2-16,0 13 83 16,1 18 43-16,6 16 12 15,0 17-5-15,7 14-12 16,2 2-75-16,0 18-45 0,0 18 14 15,0 12 7 1,9 7 6-16,-3 3-28 16,4 2 10-16,-2-4-24 0,3-2 0 15,7-10-13-15,22 2-64 16,-1-14-141-16,1-14-515 0</inkml:trace>
  <inkml:trace contextRef="#ctx0" brushRef="#br1" timeOffset="-196222.88">25206 15218 1776 0,'0'0'292'16,"0"0"-228"-16,0 0 176 16,0 0-110-16,-60 110-63 0,58-68-13 15,2 3-23-15,0-14-20 16,0-4-4-16,10-12-5 15,-4-4-2-15,1-8 15 16,-5-3 9-16,-2 0-3 16,0 0-14-16,0 6-7 15,0 10-14-15,-5 12 14 16,-3 7 18-16,6 5-2 16,2 2 12-16,0-2-20 15,4-8-8-15,13 2 0 16,1 20-68-16,-2-9-294 15,-7-6-338-15</inkml:trace>
  <inkml:trace contextRef="#ctx0" brushRef="#br1" timeOffset="-195913.85">25565 15875 1309 0,'0'0'1185'15,"0"0"-1040"-15,0 0 10 16,-89 142-19-16,60-81-103 16,-6 3-33-16,-41 34-30 15,4-13-280-15,-3-13-1194 0</inkml:trace>
  <inkml:trace contextRef="#ctx0" brushRef="#br1" timeOffset="-191133.05">22764 5329 903 0,'0'0'0'0</inkml:trace>
  <inkml:trace contextRef="#ctx0" brushRef="#br1" timeOffset="-181629.98">26022 15173 166 0,'0'0'1670'16,"0"0"-1466"-16,0 0 100 15,0 0-99-15,0 0-152 16,0 0-5-16,-2 103 26 15,4-47 5-15,5 0-22 16,-2-3-3-16,-3-10-24 0,-2-5-8 16,0-3-8-1,0-13-8-15,0-13-3 0,0-4 3 16,0-5 6-16,-4 0-11 16,-1-23 13-16,3-4-13 15,2 0-1-15,0 10 0 16,11 2-1-16,7 15-5 15,0 10-3-15,-5 30 7 16,-6 13 4-16,-7 14 2 16,0 6-3-16,-5-1 14 15,-10-6-14-15,3-8-1 16,3-8 0-16,3-6-8 16,6-7-62-16,0-11-270 15,0-12-726-15</inkml:trace>
  <inkml:trace contextRef="#ctx0" brushRef="#br1" timeOffset="-181014.07">26722 15436 413 0,'0'0'407'0,"0"0"-263"16,0 0 121-16,0 0-32 15,0 0-55-15,0 0 55 16,0 0-23-16,-35-53-30 16,14 48-31-16,-4 5-43 15,-4 0-51-15,-5 12-5 16,0 13-27-16,3 6 2 16,2 5 8-16,7 2-8 15,10 4 10-15,10 3-13 16,2-5-6-16,14 0-10 15,13-4 3-15,2-6-3 16,0-8-3-16,-3-4-3 16,3-4 6-16,4-10-6 15,4-4-17-15,3 0-34 16,4 0-120-16,9-21-157 0,-7 1-192 16,-13 3-617-16</inkml:trace>
  <inkml:trace contextRef="#ctx0" brushRef="#br1" timeOffset="-180819.25">27042 15727 1393 0,'0'0'188'0,"0"0"58"15,0 0-76 1,0 0-98-16,0 102-50 0,0-76-15 15,0 0-7-15,0-1-11 16,2-13-197-16,9-7-711 0</inkml:trace>
  <inkml:trace contextRef="#ctx0" brushRef="#br1" timeOffset="-179663.79">27387 15213 1169 0,'0'0'280'0,"0"0"-77"15,0 0 196-15,0 0-158 16,0 0-160-16,0 0-52 15,0 0 51-15,14 89 7 16,1-29-27-16,-1 2-3 16,-6-4-29-16,-1-6-4 15,-1-11-17-15,-4-13-6 16,4-8 8-16,-4-10-8 0,-2-6 5 16,0-4 1-1,0-4 18-15,0-18-23 0,0-2 4 16,0-2-6-16,4-1 0 15,9 1-1-15,12 2-9 16,6 2-29-16,7 6-3 16,2 11 22-16,-4 5 0 15,-5 0 19-15,-6 21-9 16,-12 4 9-16,-9 4-4 16,-4 3 5-16,-6-1 7 15,-23-5 13-15,-7-2 21 16,-4-2-11-16,-1-12-6 15,4-2-8-15,8-8 7 16,8 0-12-16,11 0-11 16,7-8-54-16,3-2-49 0,16-12-224 15,10 4-215-15,3 3-582 16</inkml:trace>
  <inkml:trace contextRef="#ctx0" brushRef="#br1" timeOffset="-179287.62">28002 15145 1861 0,'0'0'236'15,"0"0"-80"-15,0 0 57 16,0 0-129-16,0 0-46 15,-34 121-11-15,34-93-25 16,3-6 5-16,13-8-7 16,-1-7 0-16,3-7-15 15,0 0 5-15,-3-21-2 16,-1 3 11-16,-3-1 1 16,-9 6 1-16,-2 10-1 15,0 3-7-15,-4 25-7 16,-12 19 14-16,1 10 6 15,3 8 20-15,10-2-25 16,2-3 12-16,0-7-11 0,9-11 5 16,9-10-7-1,4-9-24-15,-4-6-276 0,-3-12-276 0</inkml:trace>
  <inkml:trace contextRef="#ctx0" brushRef="#br1" timeOffset="-171925.29">18579 15605 508 0,'0'0'641'16,"0"0"-622"-16,0 0-6 16,0 0-26-16,0 0-63 15,0 0-769-15</inkml:trace>
  <inkml:trace contextRef="#ctx0" brushRef="#br1" timeOffset="-166880.35">28515 15731 1255 0,'0'0'257'0,"0"0"-2"16,0 0 87-16,0 0-159 16,0 0-40-16,0 0 1 15,9 0-85-15,-9 0-18 16,0 0 0-16,0 0 20 16,0 0-11-16,0 0-5 15,0-4-4-15,-7-4-20 16,2-2-10-16,3 1-2 15,0 0 3-15,2-2-2 16,0 10 5-16,0 1 3 16,0 1-18-16,-2 28 1 15,-11 11 2-15,-12 10-2 16,-12 6 8-16,-13-2-9 16,-35 5-9-16,14-15-54 15,2-12-604-15</inkml:trace>
  <inkml:trace contextRef="#ctx0" brushRef="#br1" timeOffset="-69682.39">16355 14815 1590 0,'0'0'311'16,"0"0"-223"-16,0 0 72 15,0 0-14-15,0 0-58 16,0 14-36-16,0-14-8 15,0 1-19-15,0-1-8 16,0 0-17-16,-4 9-1 16,-8-2-218-16,1 0-540 0</inkml:trace>
  <inkml:trace contextRef="#ctx0" brushRef="#br1" timeOffset="-69013.98">21310 15066 2102 0,'0'0'145'0,"0"0"-61"15,0 0-84-15,0 0 62 16,0 0-62-16,0 0-256 16,0 0-405-16</inkml:trace>
  <inkml:trace contextRef="#ctx0" brushRef="#br1" timeOffset="-66146.61">28927 15078 1802 0,'0'0'310'0,"0"0"-32"15,0 0 91-15,0 0-215 16,0 0-88-16,0 0-54 16,0 0 12-16,54 51-2 15,-50 2 26-15,-4-3-6 16,0 6 10-16,0 0-16 15,-11 2-9-15,-7 2 2 16,-2-2-11-16,1-3 4 16,-2-5-22-16,3-6 12 15,5-13-11-15,4-10 0 16,2-7 0-16,3-12 1 16,1-2 11-16,1 0 6 15,-2-2 34-15,-3-16-37 0,0 1 1 16,1-10-17-16,1 5 0 15,5-2-1-15,0 2-5 16,2 4 5-16,17 1 1 16,0 4 0-16,4 3-12 15,-3 10 12-15,3 0-18 16,-6 14 17-16,-1 18-10 16,-5 12 10-16,-5 2 1 15,-4 9 0-15,-2 4 0 16,0-5 0-16,0 4 0 15,0-10 0-15,0 3-1 16,-2-5 1-16,0-2-1 16,0-4-11-16,2-4-8 0,0-6-50 15,0-8-47 1,0-8-34-16,8-5-131 0,6-9-477 0</inkml:trace>
  <inkml:trace contextRef="#ctx0" brushRef="#br1" timeOffset="-64908.64">29852 15620 1043 0,'0'0'198'0,"0"0"27"15,0 0 9-15,0 0-122 16,0 0-27-16,0 0 25 16,0 0-9-16,-13-82 54 15,2 68-10-15,-3 2-48 16,-3 0-18-16,-3 6-41 15,-7-1-12-15,0 7-19 16,0 0 14-16,-2 0-12 16,0 3 18-16,2 15-5 15,6 4 1-15,2 9 2 16,9 1-12-16,5 2 0 0,5 0-12 16,0-4 10-1,11-2-5-15,9-6 3 0,0-5-8 16,5-5 0-16,-1-5-1 15,5-5-28-15,2-2-48 16,-2 0-69-16,-4-9-24 16,-5-3-58-16,-9-11 3 15,-2-17-12-15,-5 8-52 16,-2-2-306-16</inkml:trace>
  <inkml:trace contextRef="#ctx0" brushRef="#br1" timeOffset="-64638.93">29859 15078 1016 0,'0'0'251'0,"0"0"40"15,0 0 26-15,0 0-68 16,0 0-18-16,0 0-110 16,0 0-61-16,32-49 16 15,-30 103 43-15,-2 8-15 16,0 6-31-16,0 5-23 15,-5-2-23-15,-2-6-12 16,5-5-14-16,2-4 9 16,0-11-10-16,0-8 0 15,0-6-9-15,0-5-35 0,0-3-87 16,12-11-161 0,1-3-337-16,3-9-756 0</inkml:trace>
  <inkml:trace contextRef="#ctx0" brushRef="#br1" timeOffset="-64215.74">30258 15159 818 0,'0'0'1058'16,"0"0"-947"-16,0 0 124 16,0 0-4-16,-78 143-92 0,58-85-35 15,9-9-25-15,9 4-40 16,2-15-30-16,2-4 4 16,18-11-11-16,-1-14 10 15,4-5 0-15,-3-4-3 16,1-4-9-16,-8-14-22 15,-5 4 2-15,-8 0 5 16,0 10 3-16,-4 4-1 16,-18 0 7-16,-8 27 6 15,1 9 0-15,4 5 7 16,4 8-1-16,10-1-6 16,11-7 0-16,0 0 0 0,13-3-8 15,6-1 2 1,-2-5-13-16,3-2-151 0,-5-9-294 15,-1-7-700-15</inkml:trace>
  <inkml:trace contextRef="#ctx0" brushRef="#br1" timeOffset="-53150.77">19007 14700 15 0,'0'0'566'0,"0"0"-228"15,0 0 175-15,0 0-20 16,0 0-167-16,0 0-39 15,-2 12-86-15,2-16-80 16,-2-10-50-16,-2 4-23 16,-1 0-33-16,3 4-9 15,2 0-6-15,0 0-78 16,13 2-213-16,8 2-498 0</inkml:trace>
  <inkml:trace contextRef="#ctx0" brushRef="#br1" timeOffset="-52647.76">21747 14950 2011 0,'0'0'0'16,"0"0"-169"-16,0 0-1044 0</inkml:trace>
  <inkml:trace contextRef="#ctx0" brushRef="#br1" timeOffset="-51058.27">19028 14672 1458 0,'0'0'223'0,"0"0"-180"16,0 0 55-16,0 0 9 15,0 0-64-15,0 0-33 16,0 0-1-16,0 0-8 15,0 0 0-15,2 0-1 16,0 0-41-16,13 0-75 16,1 0-193-16,2 0-562 0</inkml:trace>
  <inkml:trace contextRef="#ctx0" brushRef="#br1" timeOffset="-39419.99">30709 15047 15 0,'0'0'311'0,"0"0"-282"16,0 0-29-16,0 0-7 15,0 0-231-15</inkml:trace>
  <inkml:trace contextRef="#ctx0" brushRef="#br1" timeOffset="-37785.32">30769 14668 730 0,'0'0'152'0,"0"0"-57"16,0 0 164-16,0 0-69 15,0 0-14-15,0 0 24 16,0 0-8-16,-37-4-18 15,37-1-45-15,4 2-60 16,0-3-40-16,2 1-16 0,3 0-1 16,0-2-3-1,2 7-8-15,-2-5 5 0,0 5-6 16,-4 0 0-16,-1 0-8 16,-2 0 8-16,-2 8 0 15,3 6 1-15,-3 4 5 16,0-2 19-16,0 4 11 15,0-2 3-15,0 2-8 16,-7-1-7-16,0-1 13 16,0 3-7-16,-1 4 7 15,-3 1 2-15,-3 2 0 16,3 2-2-16,-3 6-15 16,3-6-5-16,3 3-11 15,2-7 4-15,6 1-8 16,0-5 5-16,0-10 2 0,0 0-9 15,0 0 1-15,0-6 8 16,0 1-8-16,0-2-1 16,0-1 0-16,4 0 6 15,4-2-1-15,-1 1 1 16,-3-2 1-16,0-1-6 16,-4 0 7-16,2 0-2 15,-2 0 3-15,0 0 9 16,4 0 4-16,-2 0-2 15,2-4-20-15,0-2 2 16,3-6-1-16,-5 7 0 16,0-6-1-16,0 5 1 15,-2 0-1-15,0 2 0 0,0 2-6 16,0 0-16-16,0 2 22 16,0 0 3-16,0 0 4 15,-2 0-5-15,-2 0-1 16,-3 0-1-16,-3 0 1 15,0 0 0-15,-3 0 0 16,1 4-1-16,2 4 0 16,1 0-1-16,-1 3 1 15,2 1-1-15,-1 3 1 16,0 2 1-16,2 1 0 16,-2 1-1-16,1 2 1 15,1-2 0-15,2 3 10 0,1 1-11 16,1-1 0-1,3 0 1-15,0 4 0 0,0-3 13 16,0 2-8-16,7 3-5 16,0 2 0-16,-2 4 4 15,1 4-4-15,-2 3 0 16,1 0-1-16,-3 2 6 16,2 3-6-16,-1-6 0 15,-3 1 0-15,0-2 1 16,0-3 0-16,-9-4-1 15,-4-2 2-15,-1-7 7 16,-3-5 0-16,-2-5-1 16,0 1-1-16,-6-1-6 0,3-4 16 15,-3 0 2 1,2-6-4-16,4 2 9 0,1-5-7 16,3 0 4-16,3-8-9 15,1-6-5-15,7 0-7 16,0-3-6-16,4 4-9 15,0-1-12-15,0 1-21 16,0 4-21-16,0-3-25 16,0 5-54-16,6 0-37 15,0 7-178-15,1 0-232 16,-5 0-239-16</inkml:trace>
  <inkml:trace contextRef="#ctx0" brushRef="#br1" timeOffset="-36145.32">18426 16058 814 0,'216'34'0'0,"0"2"-796"0</inkml:trace>
  <inkml:trace contextRef="#ctx0" brushRef="#br1" timeOffset="-31709.94">2980 15651 502 0,'0'0'124'0,"0"0"-83"0,0 0 89 16,0 0 5-16,0 0-44 15,0 0 38-15,91 86-22 16,-68-65-21-16,-3-2 2 15,-1 1-5-15,0 4-29 16,0 3 4-16,1-6 6 16,-1 5-11-16,-2 2-1 15,-1-6 4-15,-1 4-17 16,-3-7-15-16,-1-1-4 16,0 0-11-16,-4-6-1 15,2-2-6-15,-3 0 7 16,-2-2-9-16,1-4 1 15,-2-4 5-15,-3 0-4 16,2 0 15-16,0 0 11 0,2 0 47 16,3 0-6-16,7 0-28 15,3-8-14-15,4-2-11 16,0 2-4-16,4-2-11 16,4 5 5-16,0 2-6 15,4 3 6-15,-2 0-6 16,1 0 0-16,-1 0 0 15,-2 0 1-15,-2 12-1 16,-3 2-1-16,-1 9 0 16,-4-6 1-16,2 7 1 15,-5-2-1-15,-3 0 0 16,0 0 0-16,-4-4 0 16,0-4 0-16,-3 2 1 0,-1-6 0 15,0-6 0 1,-3 1 0-16,-2-4 0 0,2 1 0 15,-2-2 0-15,0 0 10 16,0 0 3-16,0 0 67 16,0 0 29-16,0-8-48 15,0-4-35-15,0-2-16 16,0-8-3-16,0 3-7 16,0-2 0-16,0 3 0 15,0 4 0-15,5 0 0 16,-1 0 0-16,2 2-1 15,4 3 0-15,1-4 0 16,2 3-5-16,3 2 4 0,-1 2 1 16,3 2-1-1,0-1-1-15,0 5-5 0,0 0 6 16,-1 0 0-16,4 5 0 16,1 1 0-16,0 6 0 15,0-6 0-15,-4 2 1 16,0-4 0-16,-4 1 0 15,-4-5 0-15,2 0 0 16,1 0 1-16,0-9 0 16,1-9 6-16,-3-1-7 15,3-2 1-15,-6 3-1 16,-1-1 1-16,-3 5 0 0,-2 2 1 16,-2 7-1-1,0 1-1-15,0 0-29 16,0-1-75-16,-4-2-87 0,-11-4-91 15,1 8-321-15,1-8-525 0</inkml:trace>
  <inkml:trace contextRef="#ctx0" brushRef="#br1" timeOffset="-26955.7">6516 15218 1092 0,'0'0'0'0,"0"0"-633"15,0 0 608-15,129 148 25 16,-102-96 32-16,-12 6-2 15,-15 23-17-15,-20-11-13 16,-13-6-24-16</inkml:trace>
  <inkml:trace contextRef="#ctx0" brushRef="#br1" timeOffset="-26019.6">5851 16583 1625 0,'0'0'310'0,"0"0"-130"0,0 0 147 16,0 0-166-16,0 0-112 16,0 0-30-16,18 112 93 15,-11-28-2-15,2 25-27 16,-5-10-4-16,-4-2-27 15,0 2-14-15,0-15-23 16,0 0-9-16,0-8-6 16,0-13 1-16,2-17-1 15,0-24-25-15,-2-14-75 16,5-34-2-16,-3-19-189 16,-2-5-555-16</inkml:trace>
  <inkml:trace contextRef="#ctx0" brushRef="#br1" timeOffset="-25778.25">5436 16714 1677 0,'0'0'225'0,"0"0"-160"15,0 0-15-15,156-51-17 16,-71 29-4-16,2 5 23 16,-9 8-30-16,-11 6-22 15,-18 3 0-15,-14 0-100 0,-12 3-177 16,-15 6-386-16</inkml:trace>
  <inkml:trace contextRef="#ctx0" brushRef="#br1" timeOffset="-25590.19">5592 17080 1470 0,'0'0'224'0,"0"0"-155"16,0 0 193-16,0 0-65 16,0 0-77-16,0 0-54 15,164 16-26-15,-106-23-26 16,-8 2-14-16,6 5-133 0,-16 0-362 15,-4 0-933-15</inkml:trace>
  <inkml:trace contextRef="#ctx0" brushRef="#br1" timeOffset="-25156.69">6825 17154 1553 0,'0'0'641'0,"0"0"-568"15,0 0-51-15,0 0 13 16,127-3-2-16,-85-1-15 15,-5-5-5-15,-11 4-5 16,-8 0-2-16,-10-3 4 16,-5 3 11-16,-3 1 25 15,0-1-2-15,-7 2-20 16,-10 3 13-16,-8 0-10 16,-2 0-14-16,-4 12 2 15,-2 15-4-15,2 8-1 16,2 7 4-16,8 2 12 15,10 4 10-15,11 3 0 0,0-12-18 16,23-3-9-16,15-9-2 16,6-10-6-16,12-17-1 15,24-3-70-15,-11-21-272 16,-11-7-770-16</inkml:trace>
  <inkml:trace contextRef="#ctx0" brushRef="#br1" timeOffset="-24847.33">7340 17040 1560 0,'0'0'222'0,"0"0"-156"0,0 0 4 16,0 0 34-16,5 102 38 15,19-65-18-15,1 3 16 16,-6 4-15-16,-5 0-24 15,-11 0-22-15,-3-4 16 16,-3 1-25-16,-19-9-23 16,-5-6-29-16,-2-8-6 15,0-13-2-15,0-5 1 16,4 0-4-16,4-1-6 16,5-12-1-16,7 4-21 15,7-3-29-15,2-2-81 16,21-13-231-16,14 5-254 15,2 4-506-15</inkml:trace>
  <inkml:trace contextRef="#ctx0" brushRef="#br1" timeOffset="-24463.8">8356 17070 1595 0,'0'0'207'0,"0"0"-123"16,0 0 150-16,0 0-114 16,-113 81-49-16,110-63-42 0,3-1 4 15,10 9 23-15,17-1-7 16,4 5-16-16,0-4 1 15,-4 2 5-15,-8 2-12 16,-7-2 1-16,-12 2 14 16,0 2 38-16,-16-6 26 15,-13-3-18-15,0-5-32 16,2-9-32-16,2-9-7 16,6 0-5-16,7-18-12 15,6-8-9-15,6-6-46 16,0 0-82-16,14-8-175 15,7 4-363-15,4 5-791 0</inkml:trace>
  <inkml:trace contextRef="#ctx0" brushRef="#br1" timeOffset="-24322.17">8518 17195 1866 0,'0'0'252'0,"0"0"-162"15,0 0 130-15,0 0-68 16,15 107-88-16,-9-84-46 15,4-5-18-15,7-6-29 16,-1-10-354-16,1-2-536 0</inkml:trace>
  <inkml:trace contextRef="#ctx0" brushRef="#br1" timeOffset="-23865.61">8873 17133 1290 0,'0'0'753'0,"0"0"-666"16,0 0 3-16,0 0 73 15,-124 40-83-15,119-13-31 16,5 8 21-16,5-7 10 16,22 2-37-16,8-7-25 15,8-14-4-15,-1-5-14 16,-7-4-11-16,-5 0-134 15,-12-18-8-15,-7-3 60 16,-7-2 53-16,-4 5 39 16,0 0 1-16,0 10 34 15,0 8 43-15,0 0-27 0,0 0-44 16,4 14-5-16,6 16 10 16,3 14 14-16,1 7 0 15,-1 7 2-15,-5 0 3 16,-6-5-6-16,-2 0 8 15,0-7 7-15,-13-6 31 16,-7-6 11-16,-2-12-21 16,-4-4-2-16,-1-8 2 15,-2-6-23-15,2-4-18 16,2 0-9-16,6-18-10 16,5-4-32-16,9-10-58 15,5-21-91-15,21 4-354 0,5 1-118 16</inkml:trace>
  <inkml:trace contextRef="#ctx0" brushRef="#br1" timeOffset="-23414.72">9246 17173 1570 0,'0'0'201'0,"0"0"-140"16,0 0 74-16,49 129 35 15,-35-92-65-15,-6-7-65 16,-3-8-19-16,-5-7-11 16,0-12 0-16,0-3 13 0,0 0 23 15,0-22 14 1,-5-8-15-16,3 2-32 0,2 1-1 16,0 10-4-16,13 7 4 15,12 5-12-15,2 5 0 16,0 0-1-16,-3 15 1 15,-6 7-1-15,-9-4 1 16,-4 0 0-16,-5-4 2 16,0-6 5-16,0-4 0 15,0-4 7-15,0-4 23 16,0-22 2-16,0-6-26 16,8 0-12-16,10 1 4 15,4 10-4-15,7 7-1 16,0 10 0-16,0 4 0 15,-4 0-1-15,-5 0 1 0,-5 12 0 16,-3 2-2-16,-3-4 1 16,1 2-6-16,19-7-30 15,-2-5-345-15,2 0-540 0</inkml:trace>
  <inkml:trace contextRef="#ctx0" brushRef="#br1" timeOffset="-23097.34">10071 17154 1618 0,'0'0'256'0,"0"0"-174"0,0 0 125 16,0 0-42-16,-136 55-73 16,120-20-34-16,10 6 6 15,6-5-13-15,6 0-20 16,26-10-12-16,7-12-1 15,9-14-6-15,-4 0-12 16,-7-28-40-16,-7-8-131 16,-14-7-93-16,-10 2 149 15,-4 9 115-15,-2 6 115 16,0 12 92-16,0 6-43 16,5 8-87-16,11 0-66 15,3 4-4-15,10 14-7 16,12 8-128-16,-10-6-490 15,-4-4-762-15</inkml:trace>
  <inkml:trace contextRef="#ctx0" brushRef="#br1" timeOffset="-22481.71">11471 17106 1743 0,'0'0'259'0,"0"0"-189"15,0 0 117-15,0 0-80 0,0 0-31 16,-108 135-23-16,111-99-4 16,23-6-28-1,15-8-6-15,5-15-3 0,2-7-12 16,-11 0-52-16,-8-25 34 16,-16-1 10-16,-10-6 8 15,-3-2 9-15,-3 6 1 16,-12 6 62-16,1 7 65 15,4 8 27-15,5 2-70 16,3 5-59-16,2 0-35 16,0 14 0-16,0 7 14 15,2 2-13-15,7 4 8 16,-3-5-8-16,4-1-1 0,-1 2 0 16,-1-9-49-1,6-5-59-15,19-9-70 0,-4 0-335 16,1-9-382-16</inkml:trace>
  <inkml:trace contextRef="#ctx0" brushRef="#br1" timeOffset="-22288.4">11765 16772 2041 0,'0'0'485'0,"0"0"-375"15,0 0 8-15,0 0-60 16,0 0 62-16,80 134-29 15,-55-76-33-15,-3-2-26 16,0-6-22-16,-2-1-10 16,1-12-1-16,-2-2-46 0,20-17-71 15,-6-4-168-15,0-14-420 16</inkml:trace>
  <inkml:trace contextRef="#ctx0" brushRef="#br1" timeOffset="-21852.47">12366 16968 1030 0,'0'0'1079'15,"0"0"-918"-15,0 0-57 16,-137 8 62-16,119 15-88 16,9 16-29-16,9 7 4 15,0 8 40-15,13 3-35 0,18-8-19 16,10-3-17-16,3-20-11 15,-1-9-2-15,-5-14-9 16,-7-3-19-16,-11-20-36 16,-9-19 11-16,-5-1 19 15,-6-2 24-15,0 8 1 16,0 10 0-16,0 7 35 16,0 12 8-16,0 5-22 15,7 4-21-15,11 19-2 16,5 18 2-16,0 13 6 15,-2 11-4-15,-9 7 11 16,-10 3 8-16,-2-2 11 0,0-8 1 16,-14-10 8-1,-1-20 4-15,-4-12-22 0,1-9-8 16,1-14 9-16,-6-3 15 16,3-26-24-16,5-8-15 15,6-10-54-15,9-25-61 16,15 13-153-16,10 7-540 0</inkml:trace>
  <inkml:trace contextRef="#ctx0" brushRef="#br1" timeOffset="-21176.43">12839 17191 1534 0,'0'0'203'0,"0"0"-144"15,0 0-8-15,123-53-26 16,-79 35-3-16,-5-4-21 16,-12-2-1-16,-17-2-55 15,-10 4 55-15,0 0 39 16,-18 5 109-16,-6 6 60 16,-2 11-41-16,-1 0-72 15,4 14-56-15,8 18-26 16,3 3 5-16,10 4 15 15,2-2 1-15,7-1-9 16,17-10-5-16,10-9-11 16,3-12 1-16,2-5-10 15,-4-12-5-15,-8-16-124 0,-9-16-144 16,-13-9 9-16,-5-5 31 16,0 4 95-16,-10 10 138 15,-3 8 141-15,7 22 168 16,4 9-1-16,2 5-191 15,0 23-83-15,15 21 42 16,10 7-1-16,1 10-11 16,1 2-21-16,-7-1-20 15,-2-12-11-15,-9-10-11 16,-5-13 11-16,-2-15-11 16,0-12 0-16,-2 0 30 15,0-25-7-15,0-11-16 0,8-5-7 16,7-5 0-16,5 3 6 15,9 6-6-15,4 8 0 16,3 6 0-16,-1 13-1 16,-3 10 0-16,-3 4-11 15,-7 28 5-15,-11 9 6 16,-11 7 0-16,-2 1 29 16,-29-4 31-16,-7-6 11 15,-6-7-24-15,3-9-16 16,6-19-17-16,6-4-4 15,8-4-10-15,10-28 0 16,11-3-63-16,0 0-58 16,38-9-118-16,7 12-383 15,-3 9-422-15</inkml:trace>
  <inkml:trace contextRef="#ctx0" brushRef="#br1" timeOffset="-21009.97">13684 17267 67 0,'0'0'1167'16,"0"0"-547"-16,0 0-146 15,0 0-154-15,0 0-129 16,0 0-117-16,0 0-50 16,-29-94-13-16,40 58-11 15,14 5-22-15,4-1-65 16,2 6-55-16,19-2-158 16,-11 7-240-16,3 2-646 0</inkml:trace>
  <inkml:trace contextRef="#ctx0" brushRef="#br1" timeOffset="-20726.72">14094 16968 702 0,'0'0'172'0,"0"0"185"0,0 0 312 16,0 0-278-16,0 0-118 16,0 0-119-16,-120 80-50 15,96-35-42-15,12 4-18 16,12 0-20-16,5-9-10 16,24-8-7-16,9-14-7 15,4-9 7-15,0-9-7 16,-9-23-29-16,-3-13-26 15,-12-12 21-15,-7 2 20 16,-4-2 14-16,-5 11 18 16,-2 16 61-16,2 2 28 15,-2 15-12-15,2 4-56 0,3 0-39 16,6 12-11-16,2 13 11 16,3 9 0-1,0-2-37-15,-6-1-81 0,-5 6-138 16,-5-7-402-16,0-12-451 0</inkml:trace>
  <inkml:trace contextRef="#ctx0" brushRef="#br1" timeOffset="-20231.07">15412 17034 1881 0,'0'0'304'0,"0"0"-183"16,0 0 116-16,0 0-136 16,0 0-56-16,0 0-44 0,0 0 15 15,-47 32 2-15,80-5-1 16,1 4-2-16,-5 1-5 15,-11 3 8-15,-12-3 7 16,-6-6 20-16,0 0-3 16,-20-8-8-16,-11 0-13 15,-5-13-7-15,-1-5-1 16,-1 0-4-16,9-5 0 16,9-11-9-16,13-2-6 15,7-1-87-15,42-16-198 16,7 7-284-16,7 2-429 0</inkml:trace>
  <inkml:trace contextRef="#ctx0" brushRef="#br1" timeOffset="-19682.51">15911 17016 1532 0,'0'0'739'0,"0"0"-531"15,0 0-97-15,-125 32-21 16,103-1-29-16,13 9-27 15,9-5-1-15,0 2-9 16,21-9-8-16,12-12-8 16,9-7 8-16,3-9 5 15,-1 0-21-15,-4-13 0 16,-9-18-44-16,-8-4 3 0,-12-11 6 16,-8-3 33-1,-3 5 2-15,0 8 16 0,0 14 65 16,-3 12 46-16,3 10-40 15,0 0-63-15,0 15-17 16,11 20 1-16,10 9 4 16,-2 7-3-16,-1 0 0 15,-5-5-3-15,-3-5-6 16,-8-12 1-16,0-9-1 16,-2-15 0-16,0-5 0 15,0-10 5-15,2-17-4 16,5-12 0-16,6-1-1 15,9 3-13-15,12 1 7 0,11 9 4 16,3 5 2 0,4 13-7-16,-3 9 5 0,-11 0-8 15,-11 26 1-15,-19 6-3 16,-8 4 6-16,-8 1 6 16,-24-4 2-16,-8-8 11 15,0-4-5-15,-2-16 1 16,6-5 12-16,5 0-6 15,9 0-5-15,8-14-10 16,14-4-10-16,9-13-98 16,23 8-386-16,1-3-444 0</inkml:trace>
  <inkml:trace contextRef="#ctx0" brushRef="#br1" timeOffset="-19322.6">16930 17299 1677 0,'0'0'391'16,"0"0"-129"-16,0 0 95 16,0 0-144-16,0 0-124 15,0 0-65-15,-38-116-14 16,38 84-9-16,5 1-1 16,8 4-38-16,9 0-43 15,12 6-37-15,6-2 1 16,9 5 14-16,-3 8 55 15,-3 3 48-15,-12 7 11 16,-16 0-1-16,-12 0-9 0,-3 12 44 16,-20 9 37-16,-9 7 13 15,-2 4-17-15,8 8-13 16,15-6-18-16,8 3-26 16,8-5-5-16,30-11-4 15,9-2-3-15,7-15-7 16,-5-4-2-16,-4-4-24 15,-10-18-78-15,3-14-67 16,-11 4-168-16,0 6-374 0</inkml:trace>
  <inkml:trace contextRef="#ctx0" brushRef="#br1" timeOffset="-18707.41">17784 17154 1423 0,'0'0'389'15,"0"0"-158"-15,0 0 44 16,0 0-77-16,0 0-89 16,158 0-72-16,-73 0 77 15,2 0-61-15,-5 0-33 16,-8 0-13-16,-14 7-5 15,-8-3 4-15,-15-4-5 16,-12 4 0-16,-12-4 5 16,-9 0-4-16,-4 0 11 15,0 0 8-15,0-4 27 0,-2-14-29 16,-9-5-11 0,2 2-2-16,0-8-5 0,3-5 0 15,1-2 0-15,3 0 0 16,2 0 0-16,0-1 7 15,7 4-8-15,19 1 0 16,16 4 0-16,14 2-2 16,15 12-4-16,3 1 5 15,-5 13 1-15,-17 0-7 16,-19 18-16-16,-18 9-2 16,-15 1 13-16,0 6 10 15,-11-2 1-15,-9-2 0 16,1 2 1-16,0-2 0 0,-1-2 0 15,5 2 0 1,-1-2 0-16,3-1 0 0,2-9 1 16,6-5-1-16,5-4 0 15,0-5 1-15,16-4 10 16,13 0-10-16,6 0 20 16,1 0 2-16,-3 0-7 15,-8 0-14-15,-2 0-2 16,-8 0-22-16,-4 0-41 15,-2 0-98-15,-5 0-225 16,1 0-505-16</inkml:trace>
  <inkml:trace contextRef="#ctx0" brushRef="#br1" timeOffset="81283.17">22643 14506 309 0,'0'0'562'16,"0"0"-418"-16,0 0 78 16,0 0 18-16,0 0-120 15,0 0-56-15,-2-4-38 16,2 4-1-16,-2 4-18 0,0 14 6 16,-2 4-11-16,-4 7 5 15,-1 6-6-15,1 5 0 16,-4-4 6-16,3 4-6 15,3-8 0-15,2-2-1 16,4-6-1-16,0-6-83 16,0-7-80-16,0-9 49 15,6-2-11-15,1 0 74 16,-3-14 32-16,-2-8 20 16,0-2 0-16,1-2 9 15,2-5-9-15,1-4-27 16,3-2-3-16,9-19-111 15,-1 10-67-15,-3 6-49 0</inkml:trace>
  <inkml:trace contextRef="#ctx0" brushRef="#br1" timeOffset="84046.15">16388 14734 730 0,'0'0'545'16,"0"0"-456"-16,0 0 14 15,0 0 71-15,0 0-72 16,0 117-13-16,-2-110 36 16,0 0 4-16,2-7 73 15,0 0 6-15,0-22-72 16,0-5-83-16,0-1-18 15,2 1-20-15,3 6-3 0,-3 11 2 16,-2 2 2-16,0 8 5 16,0 0-20-16,0 0-2 15,0 18-9-15,0 4 10 16,-7 4 1-16,3-2 5 16,0 1-5-16,-2-5 8 15,2-5 9-15,-2 4 1 16,1-1 7-16,-1 3-25 15,-2-1 18-15,4 1-16 16,0-4 6-16,1-8-9 16,3-3 2-16,0-6 8 15,0 0 4-15,0-15 25 16,0-6-29-16,9-1 9 0,1-5-18 16,3 1 2-1,3 3-3-15,7-9-6 0,14-3-9 16,11-6-60-16,15-8-43 15,46-13-108-15,-13 8-150 16,-7 10-731-16</inkml:trace>
  <inkml:trace contextRef="#ctx0" brushRef="#br1" timeOffset="126945.87">11482 16808 980 0,'0'0'301'0,"0"0"-181"0,0 0 37 16,0 0 5 0,0 0-66-16,0 0-51 0,-20-10-45 15,13 10 0-15,-2 6 2 16,-4 10 21-16,-1 6 6 15,-1-2 17-15,1 1-4 16,6-9-13-16,3-1-7 16,3-2-20-16,0-9 16 15,2 0-10-15,0 0 9 16,0 0 11-16,0-5-5 16,4-10-16-16,3 3-6 15,1-2 4-15,-3 1-4 0,2 5-2 16,-3 2-30-16,3-2-38 15,2-1-7-15,2 0 2 16,0 1-44-16,0 8-9 16,-4 0-128-16,-4 0-355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31:14.8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1019 1299 1033 0,'0'0'534'0,"0"0"-471"15,0 0-4-15,0 0 32 16,0 0 48-16,0 0-35 16,81 28-31-16,-74-16 17 0,-4 0 18 15,-3 2-27-15,-3 1 8 16,-17 0-1-16,-9 2-43 16,0-6-24-16,5-3-10 15,1-8 7-15,10 0-9 16,5-5 11-16,0-16-7 15,8-7-1-15,0 0-5 16,5 0-6-16,15 5-1 16,5 6 0-16,1 9-1 15,1 8-5-15,0 0 5 16,-3 6 1-16,-8 13 0 16,-7 2 0-16,-9 4 0 15,0 0 11-15,-11 1-11 0,-7-2 9 16,-2-4-8-16,4-6 6 15,1-9-6-15,-1-5 14 16,3-5-3-16,1-18-10 16,4-9 2-16,5-5-2 15,3-1 1-15,0 8-3 16,5 6-1-16,13 7-5 16,1 14 6-16,4 3-1 15,-5 0 1-15,-1 14 0 16,-10 7 1-16,-7 5 20 15,0-1-6-15,-4 1 10 16,-14-2-2-16,0-4-8 16,3-6-14-16,3-6 10 0,4-8-1 15,-3 0 3 1,-1-13-2-16,1-12-11 0,5-3 7 16,0-2-6-16,6 2-1 15,0 9 0-15,17 4-1 16,7 9-8-16,3 6 9 15,0 0 0-15,-5 12 0 16,-6 6 6-16,-12 4-6 16,-4 5 15-16,0-1-2 15,-18 1 8-15,-4-3-12 16,2-5-7-16,5-8-1 16,1-9 8-16,5-2 5 15,0-2-8-15,2-17-2 16,5-8-4-16,2 4 0 15,0 1-1-15,0 6-1 0,12 7-5 16,5 7 1 0,5 2 4-16,-6 0 2 0,-3 14 0 15,-10 4 18-15,-3 2 33 16,0-3 4-16,-5-5-20 16,-4-5-20-16,2-5-3 15,3-2 0-15,-5 0 0 16,1-7-12-16,-4-5-1 15,-1-2-9-15,1 2-64 16,1 1-44-16,11 4-103 16,0 5-455-16,0 0-1275 0</inkml:trace>
  <inkml:trace contextRef="#ctx0" brushRef="#br0" timeOffset="1275.67">1919 1764 1300 0,'0'0'350'16,"0"0"-175"0,0 0 33-16,0 0-95 0,0 0-36 15,0 0 26-15,136-30 15 16,-71 22-16-16,1 4-19 16,5 4-33-16,1 0-22 15,-3 4-16-15,0 8-3 16,-2-2-2-16,-9 0-7 15,-5-4 6-15,-10-2-5 16,-9-4 7-16,-11 0-7 16,-4-2 9-16,-9-12 2 15,0-2 35-15,-4 0 3 16,-3 1 2-16,-3 0-6 0,0 1-8 16,0 0-13-16,-9 0-19 15,-7 2 3-15,-1 0-9 16,-4 1 2-16,-1-1-2 15,-1-3 1-15,2-2 0 16,0-4 0-16,1-4 1 16,5-6-1-16,1-5-1 15,7-3 0-15,7-1-1 16,0 0 1-16,5 1 0 16,17 0-2-16,7 3 2 15,2 2-1-15,5 8 0 16,3 6 0-16,-2 10-6 15,1 10 7-15,2 0-1 16,-2 8-7-16,0 15 8 16,-5 7 1-16,-4 2-1 0,-6 5 0 15,-6-1 0 1,-3 0 0-16,-8 0 0 0,-1 0 0 16,-3 1 0-16,-2 0 0 15,0 2 0-15,0-4 0 16,-2 4 6-16,-5-3-6 15,-1 0 0-15,0-2 1 16,4-3-1-16,0-4 0 16,4-7-4-16,0-2 4 15,0-5 0-15,0-3 0 16,0-3 0-16,13 0-1 16,3-3 1-16,2-4 0 0,6 0 11 15,2 0 2-15,3-2 8 16,-2-9-9-16,0 1-3 15,-4 5-9-15,-4-2 0 16,-5 3 0-16,-1 4-1 16,-3 0-7-16,0 0-39 15,13 0-58-15,-4 0-133 16,4 0-448-16</inkml:trace>
  <inkml:trace contextRef="#ctx0" brushRef="#br0" timeOffset="1705.17">3624 1417 1446 0,'0'0'275'16,"0"0"75"-16,0 0-102 15,0 0-140-15,0 0-53 16,0 0 2-16,0 0-25 16,153-15-17-16,-112 4-7 15,-3 0-8-15,-5 7-49 16,-8 1-268-16,-14 3-337 0</inkml:trace>
  <inkml:trace contextRef="#ctx0" brushRef="#br0" timeOffset="1892.17">3706 1678 1247 0,'0'0'190'16,"0"0"-3"-16,0 0 72 15,0 0-66-15,121-19-111 16,-76 6-40-16,-5 3-26 16,-7 4-14-16,-2 6-2 15,-8 0-274-15,-10 0-837 0</inkml:trace>
  <inkml:trace contextRef="#ctx0" brushRef="#br0" timeOffset="7891.06">4776 1037 925 0,'0'0'368'16,"0"0"-120"-16,0 0-75 0,0 0 4 16,0 0 25-16,0 0-41 15,-23-5-35-15,19 5-22 16,-2 0-17-16,-1 0-36 15,-1 9-29-15,-2 10-16 16,4 11 9-16,-1 9-6 16,5 7 5-16,2 8-13 15,0 6 15-15,0 2-2 16,0 3-1-16,0-4 4 16,0-4-10-16,0-11 4 15,2-13-10-15,-2-8 0 16,0-13-1-16,0-6 6 0,0-6 7 15,0 0 8 1,0 0-6-16,0-8-14 0,-4-4-1 16,2 0-6-16,2 1 4 15,0 8 2-15,17 3-7 16,6 0 2-16,1 24 5 16,-1 13 1-16,-4 12-1 15,-7 8 5-15,-8 1-4 16,-4 2 3-16,0-6-3 15,0-10-2-15,0-8 1 16,-4-12 0-16,2-10-53 16,2-10-117-16,0-4-154 15,11 0-2-15,2-6-479 0</inkml:trace>
  <inkml:trace contextRef="#ctx0" brushRef="#br0" timeOffset="8762.74">5515 1427 624 0,'0'0'308'0,"0"0"-30"0,0 0 10 16,0 0-91-1,0 0-53-15,0 0-32 0,0 0 0 16,-6-25 0-16,2 21 14 15,-2-1-6-15,-1 0-9 16,-1-2-32-16,-4 2-28 16,1 0-16-16,-5 2-17 15,-1 3-4-15,-4 0-8 16,-1 0 3-16,-2 0 0 16,-3 9 3-16,-2 7-6 15,2 10-6-15,0 6 0 16,5 11 1-16,7 5-1 15,3 4 1-15,10 0 6 16,2-4-7-16,0-4 0 16,20-7 0-16,9-11 0 0,7-8 1 15,4-13-1-15,5-5 11 16,-3 0-11-16,1-18 1 16,-8-4-1-16,-6-2 0 15,-6-2 6-15,-10-3-4 16,-9-3-1-16,-4-3 5 15,0 1 5-15,0-1-11 16,-2 1 10-16,-7 7 10 16,-3 3 8-16,4 7 11 15,1 8 1-15,1 4 13 16,4 3 0-16,2 2-18 16,0 0-35-16,0 16-1 15,0 13 1-15,0 5 12 0,2 5-1 16,4 0 7-16,1-1-17 15,1-4 6-15,2-2-7 16,-1-1-5-16,-1-8-47 16,13 0-75-16,-3-10-157 15,-1-2-486-15</inkml:trace>
  <inkml:trace contextRef="#ctx0" brushRef="#br0" timeOffset="8965.1">5999 1760 1739 0,'0'0'251'0,"0"0"10"15,0 0-58 1,0 0-116-16,-14 133-49 0,14-94-26 16,0 2-1-16,0-5-11 15,0-2 6-15,0-8-6 16,11-8-31-16,2-6-213 15,2-10-402-15</inkml:trace>
  <inkml:trace contextRef="#ctx0" brushRef="#br0" timeOffset="9451.65">6163 1226 1490 0,'0'0'224'0,"0"0"-3"16,0 0-88-16,0 0 37 15,0 0-9-15,71 155-24 16,-46-88-26-16,-5 1-33 16,-3-8-38-16,2-4-22 15,-3-10-9-15,-3-10-8 16,-5-7 5-16,-1-14 1 15,-2-5-7-15,-3-8 0 16,-2-2 14-16,0-4 11 16,0-16-13-16,7-9-6 15,1-6-6-15,11-1-1 0,5 3-5 16,2 1 1-16,6 11 4 16,0 9 1-16,-1 10-6 15,-5 2-1-15,-4 2 6 16,-6 19 1-16,-7 2 1 15,-9 5 14-15,0 0 9 16,-4 4 8-16,-19-2-5 16,-2-2-12-16,2-6-9 15,0-7-5-15,5-6-1 16,3-6 1-16,3-3 5 16,3 0-6-16,3 0-13 15,6 0-57-15,0-21-102 16,15 6-437-16,7-3-727 0</inkml:trace>
  <inkml:trace contextRef="#ctx0" brushRef="#br0" timeOffset="9684.99">6939 1664 1729 0,'0'0'535'15,"0"0"-382"-15,0 0-18 16,0 0 33-16,0 0-45 16,18 125-58-16,-16-86-20 0,-2-3-19 15,0-5-17 1,0-8-8-16,0-6-1 0,0-10-18 16,0-2-107-16,0-5-351 15,0 0-510-15</inkml:trace>
  <inkml:trace contextRef="#ctx0" brushRef="#br0" timeOffset="10046.1">7496 1463 1418 0,'0'0'215'16,"0"0"51"-16,0 0-69 16,0 0-109-16,-122 17-47 15,95 7 27-15,2 10-7 16,8 8 0-16,7 5 40 15,10 2 9-15,0 1 2 16,12-3-57-16,15-7-28 16,4-8-17-16,5-6-4 15,1-13-6-15,1-4-30 16,0-9-136-16,15-2-149 16,-10-15-276-16,-5-2-577 0</inkml:trace>
  <inkml:trace contextRef="#ctx0" brushRef="#br0" timeOffset="10258.2">7944 1702 1622 0,'0'0'364'16,"0"0"-238"-16,0 0 112 15,0 0-78-15,7 111-81 16,-3-75-41-16,-4-1-15 0,0 2-16 15,0-5 1 1,0-2-8-16,0-6 0 0,7 0-39 16,0-9-249-16,6-6-518 0</inkml:trace>
  <inkml:trace contextRef="#ctx0" brushRef="#br0" timeOffset="10630.43">8676 1516 1448 0,'0'0'310'15,"0"0"-140"-15,0 0 114 16,0 0-141-16,-119-40-97 16,88 40-13-16,-2 0 5 15,-1 16-27-15,3 12-2 16,7 7 8-16,7 2 15 16,13 5-4-16,4-2 5 15,0 0-5-15,16-8-16 16,11-5-5-16,4-11-6 15,7-9 13-15,2-7-14 16,5 0-29-16,-1 0-148 0,8-19-157 16,-13-3-197-16,-12 0-267 15</inkml:trace>
  <inkml:trace contextRef="#ctx0" brushRef="#br0" timeOffset="10886.54">8720 1157 100 0,'0'0'1568'16,"0"0"-1209"-16,0 0-13 16,0 0-107-16,0 0-62 15,0 0-68-15,0 0-77 16,-29-60-22-16,38 102 17 16,-2 10 27-16,-1 12 7 15,-4 6-1-15,1-2-34 16,-1-1-14-16,0-4-11 0,5-6 6 15,2-3-7-15,2-8-6 16,0-6-51-16,0-9-61 16,10-14-96-16,-6-7-466 15,1-8-558-15</inkml:trace>
  <inkml:trace contextRef="#ctx0" brushRef="#br0" timeOffset="11270.39">9101 1197 1437 0,'0'0'221'0,"0"0"59"16,0 0-80-16,0 0-55 15,-37 108-8-15,37-62 10 16,0-2-72-16,10-8-47 16,13-9-8-16,6-11-13 15,0-9 2-15,0-7 0 16,-5 0-9-16,-8-5-11 16,-7-6-3-16,-9 4 12 15,0 5 2-15,-7 2-24 0,-16 7 19 16,-3 27 5-16,2 11 0 15,3 11 0-15,13 5 0 16,8 0 0-16,0-4-8 16,6-10-2-16,28-8-103 15,-5-16-126-15,-2-8-259 0</inkml:trace>
  <inkml:trace contextRef="#ctx0" brushRef="#br0" timeOffset="16244.22">12224 960 1731 0,'0'0'309'16,"0"0"-109"-16,0 0-111 15,0 0-49-15,0 0 105 16,0 0-33-16,0 79-26 16,0-58-7-16,3-3-31 15,-1-6-6-15,-2-3-14 16,0-6-10-16,2 0 0 15,-2-3 5-15,0 0 19 16,2 0 25-16,-2-6-19 16,0-10-29-16,0-7-8 0,0 2-10 15,0-3 8-15,0 2-8 16,0-1 11-16,0 3 6 16,0 2 8-16,0 4-1 15,0 5 11-15,0 3 2 16,0 5-3-16,0-1-8 15,0 2-21-15,0 0-6 16,0 0-8-16,0 2-3 16,0 14 6-16,0 6 5 15,0 7 1-15,0 3 11 16,0 4-10-16,0 3-1 16,0 2 6-16,0 1-7 15,0 0 1-15,0 0-1 0,0-1 1 16,0-4-1-1,0 0 1-15,0-6 0 0,2-1-1 16,3-3 0-16,1-6 0 16,4 0 0-16,-4-5 1 15,3-2-1-15,-3-2 0 16,2-3 0-16,-4 0 0 16,2-2 0-16,1 0 0 15,-1 0 0-15,4 0 1 16,-4-3-1-16,3-3 0 15,3-1 1-15,-1 0 0 16,7 0 5-16,1 0-5 16,6 0 4-16,0 0-4 15,2 0 4-15,-3-5-5 16,-2-2 0-16,-4 2 1 0,-5 1-1 16,-1-1-2-16,-4 5 2 15,-1 0-6-15,-3 0 4 16,4 0-11-16,-4 0-41 15,0 0-46-15,7-3-47 16,20-14-52-16,0 2-329 16,3-3-730-16</inkml:trace>
  <inkml:trace contextRef="#ctx0" brushRef="#br0" timeOffset="16493.2">13016 1226 1179 0,'0'0'528'16,"0"0"-322"-16,0 0-78 15,0 0-55-15,0 0-27 16,0 0-21-16,0 0-15 15,71 7-10-15,-44-7-96 16,8 0-159-16,-6 0-421 16,-4 0-419-16</inkml:trace>
  <inkml:trace contextRef="#ctx0" brushRef="#br0" timeOffset="16672.53">13103 1430 806 0,'0'0'681'16,"0"0"-476"-16,0 0-12 16,0 0-50-16,0 0-37 15,0 0-66-15,0 0-19 16,89 0-21-16,-36-9-55 16,-8 2-184-16,-5-2-404 0</inkml:trace>
  <inkml:trace contextRef="#ctx0" brushRef="#br0" timeOffset="17130.07">13716 970 1483 0,'0'0'331'0,"0"0"-242"15,0 0 23 1,0 0 76-16,0 157-86 0,0-99-31 16,4 2-1-16,0-6 19 15,-2-9-30-15,-2-8-20 16,0-9-18-16,0-6-5 15,0-7-4-15,0-10-11 16,0-3 17-16,0-2-6 16,-2 0 18-16,-2-9-15 15,0-5-8-15,4 0-6 16,0 5-1-16,0 5 0 16,0 4-9-16,10 6-6 15,7 23 10-15,-2 10 5 16,-1 10 0-16,-6 5 1 15,-1 2 0-15,-7 0-1 0,0-5 0 16,0-7-58-16,2 7-182 16,-2-10-265-16,2-10-470 0</inkml:trace>
  <inkml:trace contextRef="#ctx0" brushRef="#br0" timeOffset="19578.37">14710 983 1360 0,'0'0'244'0,"0"0"-148"15,0 0 211-15,-7 112-55 16,4-68-91-16,-1 0-39 15,2-8-42-15,2-8-29 16,-2-6-17-16,2-10-10 16,-2-4-16-16,0-8 5 15,-5 0 7-15,0 0 11 16,-2-5-15-16,0-10-5 16,5 1-10-16,2 2 1 0,2 7-2 15,0 5-2-15,13 0 1 16,5 19 1-16,1 15 9 15,0 8 5-15,-8 6 2 16,-7 2-4-16,-4-1 0 16,0-6-6-16,0-4-6 15,-7-9 2-15,-1-9-2 16,3-7-11-16,1-5-45 16,4-3-53-16,0 0-97 15,0-2-108-15,11 0 13 16,9-1 25-16,-2-3-363 0</inkml:trace>
  <inkml:trace contextRef="#ctx0" brushRef="#br0" timeOffset="20238.23">15414 1257 1243 0,'0'0'295'16,"0"0"-104"-16,0 0 111 16,0 0-72-16,0 0-120 15,0 0-21-15,0 0-12 16,-134-63-20-16,112 63-10 16,-4 0-5-16,-1 5-9 15,-2 17-14-15,2 9-1 16,6 8-7-16,8 5 8 15,11 1 11-15,2-4-14 16,9-4-2-16,22-6-14 16,7-6 0-16,5-9 6 0,1-8 2 15,-3-7-8-15,-4-1 2 16,-6 0-2-16,-8-16-7 16,-6-3 7-16,-5-9 0 15,-8-2 6-15,-1-7-6 16,-3-1 1-16,0 4 5 15,0 7 5-15,-7 4 15 16,2 9 13-16,0 5 24 16,3 8 1-16,2 1-56 15,0 4-8-15,0 16 0 16,0 10 15-16,5 4 9 16,6 4-10-16,0-1-5 0,3-5-8 15,1-2 5 1,1-9-6-16,-3-2-8 0,3-8-57 15,2-2-107-15,6-9-187 16,-3 0-288-16,-6-2-608 0</inkml:trace>
  <inkml:trace contextRef="#ctx0" brushRef="#br0" timeOffset="20592.36">15762 1097 1600 0,'0'0'389'0,"0"0"-108"16,0 0 70-16,0 0-176 15,0 0-138-15,0 0-19 16,0 0 25-16,-40 97-2 16,40-53-23-16,0-5-12 15,0-3-5-15,15-7-1 16,3-10 0-16,5-9-12 15,-6-5-67-15,3-5 1 16,-7 0-3-16,-1-5 35 16,-5-5 42-16,-5 3 4 15,-2 7 21-15,0 0-21 16,0 9-2-16,-9 19 2 16,-1 7 8-16,2 4-7 15,6 2 0-15,2-4-1 16,0 0 0-16,10-4-56 0,7-7-306 15,1-9-370-15</inkml:trace>
  <inkml:trace contextRef="#ctx0" brushRef="#br0" timeOffset="20757.22">16232 1792 2039 0,'0'0'319'15,"0"0"-202"-15,0 0-7 16,0 0-72-16,-26 129-38 16,26-79-161-16,0-10-363 15,0-8-933-15</inkml:trace>
  <inkml:trace contextRef="#ctx0" brushRef="#br0" timeOffset="23190.39">17043 860 1927 0,'0'0'302'0,"0"0"-160"16,0 0-69-16,0 0 3 15,0 0 68-15,-8 142-19 16,8-85-41-16,0-7-2 16,0-6-34-16,4-8-18 15,-2-10-18-15,0-8 0 16,-2-6-11-16,0-10 1 16,0-2 13-16,-8 0 1 15,-3-12-5-15,-1-6-11 16,3 2 11-16,7 4-11 0,2 8 0 15,0 4-12-15,5 14-15 16,11 26 27-16,-1 10 1 16,-1 12 11-16,-4 3-3 15,-5-5 0-15,-3-6-8 16,0-8-1-16,-2-14 0 16,0-13-67-16,10-19-154 15,-2-7-330-15,3-15-269 0</inkml:trace>
  <inkml:trace contextRef="#ctx0" brushRef="#br0" timeOffset="23700.17">17416 960 1674 0,'0'0'285'0,"0"0"10"16,0 0-90-16,0 0-147 16,0 0 24-16,58 142 71 15,-31-64-44-15,-3 9-21 0,-2-3-23 16,-3-9-34-16,-4-16-21 15,-4-14-1-15,-2-15-8 16,-5-14 0-16,-1-14 1 16,-3-2 11-16,0-16 7 15,0-14-19-15,0-6-1 16,0-4 1-16,12 3-1 16,11 1 0-16,4 4-1 15,8 6-10-15,1 8 11 16,0 10 0-16,-7 8-15 15,-5 4 14-15,-8 23-1 16,-11 6 2-16,-5 4 1 16,-5-2 8-16,-19-3-3 0,-3-5-5 15,0-5 6 1,0-8-7-16,5-6-1 0,2-7-14 16,2-1-12-16,3 0-64 15,12-5-99-15,3-8-340 16,0 1-759-16</inkml:trace>
  <inkml:trace contextRef="#ctx0" brushRef="#br0" timeOffset="23894.71">17987 1434 205 0,'0'0'1639'0,"0"0"-1405"16,0 0 142-16,0 0-142 15,13 109-108-15,-9-74-79 0,3-3-29 16,-5-3-12 0,-2 0-6-16,0-3-56 0,0-3-148 15,0-9-411-15,0-9-809 0</inkml:trace>
  <inkml:trace contextRef="#ctx0" brushRef="#br0" timeOffset="24202.55">18482 1201 1018 0,'0'0'509'15,"0"0"-281"-15,0 0 42 16,0 0-38-16,-129 62-82 16,112-24-31-16,13 5-18 15,4 2 9-15,0 0-43 16,21-5-35-16,4-6-17 16,10-7-5-16,0-7-10 15,5-13-15-15,25-7-191 16,-12 0-332-16,-3-10-579 0</inkml:trace>
  <inkml:trace contextRef="#ctx0" brushRef="#br0" timeOffset="24577.55">18899 947 1605 0,'0'0'336'0,"0"0"142"16,0 0-358-16,0 0-81 15,0 0 31-15,-31 117 16 16,25-57 1-16,4 1-16 16,2-7-29-16,0-8-22 0,10-14-14 15,7-10-1-15,1-12-5 16,2-10-11-16,0 0-26 15,-4-10-54-15,-7-8 9 16,-5 2 50-16,-4 9 31 16,0 5-24-16,-13 2 19 15,-3 14-3-15,-1 23 3 16,3 11 6-16,7 8 12 16,7 7-6-16,0-1-6 15,5-8 0-15,26-4-4 16,-4-18-233-16,-3-13-376 0</inkml:trace>
  <inkml:trace contextRef="#ctx0" brushRef="#br0" timeOffset="25584.02">19298 844 1294 0,'0'0'254'16,"0"0"-113"-16,0 0 156 15,0 0-71-15,0 0-152 16,0 0-12-16,0 0 20 16,33-42-7-16,-24 42-18 15,-3 0-35-15,4 0-8 0,-4 10-13 16,3 12 5-16,-3 9-5 15,-4 6 9-15,2 5-1 16,-4 0-3-16,0 0 3 16,0 1-2-16,0-4 10 15,0-1-7-15,6 3 7 16,0-4-7-16,3-4 0 16,-2-3-4-16,2-6 1 15,-2-7-7-15,-1-10 0 16,1-5 1-16,0-2 7 15,4 0 11-15,0-16-13 16,-2-6-6-16,0 0 0 0,-3 0 0 16,-4 4 1-16,-2 5-1 15,0 0 0-15,0 5 0 16,-8 6-15-16,-5 2 0 16,-3 0 14-16,0 20-1 15,3 9 2-15,4 15 0 16,7 4 2-16,2 6-2 15,0-1 2-15,4 2-1 16,11-4 0-16,4-2 6 16,-6-1-7-16,-2 0 0 15,-4 2 0-15,-7-1 0 16,0-1 0-16,0-6 0 16,-9-10 0-16,0-8 0 0,-2-10 1 15,0-10-1-15,-18-4-99 16,2-4-149-16,0-8-340 0</inkml:trace>
  <inkml:trace contextRef="#ctx0" brushRef="#br0" timeOffset="29288.22">1377 3342 1674 0,'0'0'589'0,"0"0"-337"16,0 0 29-16,0 0-158 16,0 0-83-16,0 0 38 15,24 100 30-15,-10-37-9 16,-1 9-30-16,-4 8-17 16,-2 22-6-16,-4-7-8 15,-1 1-7-15,0-4-10 16,0-17-6-16,2-3-6 15,1-12-3-15,-1-16-6 16,0-14 0-16,-1-11-6 16,0-14-33-16,-1-5-26 15,0 0-38-15,2-5-66 16,1-28-106-16,-1 8-365 16,0-4-365-16</inkml:trace>
  <inkml:trace contextRef="#ctx0" brushRef="#br0" timeOffset="29619.2">1341 3398 469 0,'0'0'853'0,"0"0"-548"16,0 0 84-16,0 0-150 0,0 0-135 15,0 0-24-15,0 0 84 16,38 0-30-16,-7 0-28 16,6 0-35-16,0 0-29 15,-1 0-27-15,1 0-3 16,-1 0-10-16,0 0-2 15,0 0-108-15,-5-3-160 16,0 3-105-16,-10 0-188 16,-11 0-368-16</inkml:trace>
  <inkml:trace contextRef="#ctx0" brushRef="#br0" timeOffset="29859.36">1524 3759 367 0,'0'0'1015'16,"0"0"-748"-16,0 0 228 16,0 0-262-16,0 0-90 15,0 0-73-15,0 0-33 16,127-10-25-16,-100 4-5 15,4 1-6-15,16-9-1 16,-5-1-131-16,-6 2-563 0</inkml:trace>
  <inkml:trace contextRef="#ctx0" brushRef="#br0" timeOffset="30423.36">2360 3932 599 0,'0'0'518'0,"0"0"-342"16,0 0 113-16,0 0-150 15,121 0-79-15,-96 0-38 16,-4 0-7-16,2 0-15 16,-3 0-40-16,-9 0-490 0</inkml:trace>
  <inkml:trace contextRef="#ctx0" brushRef="#br0" timeOffset="30594.98">2465 4163 1393 0,'0'0'257'0,"0"0"-84"16,0 0 154-16,0 0-137 15,0 0-117-15,134-42-42 16,-88 20-13-16,17-9-18 15,-14 5-6-15,-7 2-334 0</inkml:trace>
  <inkml:trace contextRef="#ctx0" brushRef="#br0" timeOffset="31129.07">2895 3392 1160 0,'0'0'305'0,"0"0"-118"15,0 0-93-15,0 0 46 0,43 117 9 16,-19-34-22-16,-4 1-36 16,-2 7-33-16,-5 5 3 15,-3-18-17-15,-6 4-21 16,-4-14-10-16,0-14-4 16,-4-14 7-16,-12-14-5 15,3-12 9-15,-3-10-8 16,3-4 11-16,1 0-4 15,1-16 42-15,5-5 3 16,3 0-28-16,3 0-27 16,0 5-8-16,7 4 4 15,12 8-5-15,8 4-8 0,8 9 2 16,0 23 5-16,-2 14 1 16,-6 13-1-16,-7 10 1 15,-9 5 6-15,-6-1 2 16,-5-3-8-16,0-7 8 15,0-12-8-15,0-7 0 16,0-9 0-16,0-6-2 16,-5-9-194-16,-2-7-605 0</inkml:trace>
  <inkml:trace contextRef="#ctx0" brushRef="#br0" timeOffset="33325.87">3760 4016 1202 0,'0'0'185'16,"0"0"13"-16,0 0 67 16,0 0-124-16,0 0-56 15,0 0 8-15,-22 26-33 16,15-8 5-16,1 10 12 16,-2 6-23-16,4 8-7 15,2 3-1-15,2 3 2 16,0-2-2-16,6-7-6 15,17-4-17-15,6-5-4 16,8-10-4-16,6-4 1 0,6-8 2 16,5-8-1-1,-1 0 6-15,1-3-6 0,-1-20-4 16,-2-2-5-16,-5-7 2 16,-13 3-9-16,-12-1 10 15,-9 2 45-15,-12 0 22 16,0 1-6-16,-14 1-18 15,-13-1-8-15,-4 0-10 16,-4 3-15-16,-7 5-13 16,-3 0-2-16,-6 8-5 15,2 2 0-15,5 7 1 16,5 2-2-16,15 0 0 16,6 0-7-16,9 0-44 0,7 6-76 15,2 13-34 1,0-3-293-16,0-1-209 0</inkml:trace>
  <inkml:trace contextRef="#ctx0" brushRef="#br0" timeOffset="33686.25">4201 3762 476 0,'0'0'1061'0,"0"0"-885"16,0 0 58-16,0 0-139 16,0 0-80-16,0 0-14 15,0 0 45-15,-2 112 20 16,-9-52 15-16,-2 10 10 15,-9 7-26-15,-3 1 30 16,-4-2-9-16,-2-6-22 16,4-8-25-16,4-9-21 15,6-10-12-15,1-9 1 16,5-7-2-16,3-5-5 16,-4-4-38-16,1 4-98 15,0-4-187-15,6-6-301 0</inkml:trace>
  <inkml:trace contextRef="#ctx0" brushRef="#br0" timeOffset="33934.83">4596 4525 1086 0,'0'0'339'0,"0"0"-176"15,0 0 189-15,-9 123-213 16,5-89-88-16,2-2-34 0,-3-4-9 16,3-2-8-16,0-7-74 15,0-10-309-15</inkml:trace>
  <inkml:trace contextRef="#ctx0" brushRef="#br0" timeOffset="34776.37">4935 4393 920 0,'0'0'143'15,"0"0"109"-15,0 0-43 16,0 0-97-16,149 32-29 15,-108-27 53-15,-2-1-43 16,-3-3-12-16,-7 1-42 16,-7-2-20-16,-7 2-12 15,-3 0-6-15,-5 0 1 0,-3 1-2 16,-4-1 0 0,0-2 1-16,0 0 11 0,0 0 20 15,0 0 49-15,0-11-39 16,-9-5-7-16,-1-2 11 15,-2-2-13-15,1-4 4 16,2-2-7-16,2-2-8 16,5-2-7-16,2-2 11 15,0 2-8-15,0-3-6 16,18-1-3-16,5 1-2 16,6-4-1-16,2 3-5 15,-2 2 5-15,2 6-5 16,-5 9 38-16,-1 5 4 0,-3 5-19 15,1 5-15 1,0 2-8-16,2 0 0 0,-2 7-1 16,-1 7 1-16,-2 6-1 15,-6 3 0-15,-8 4-1 16,-4 2-30-16,-2 1 1 16,0 3 17-16,0-3 11 15,-11-2 2-15,0 0 0 16,0 0 0-16,2-1 0 15,-3-1 0-15,4-1 0 16,-3 1 1-16,-1 1 6 16,2-1-4-16,1-5-2 15,1-1 16-15,6-5 5 16,2-8-2-16,0 0-19 16,0-6 20-16,2 2 1 0,12-3 26 15,7 0 13-15,-2 0-19 16,4 0-15-16,-1 0-8 15,-2-7-7-15,-2 1-4 16,-5 3-8-16,1-2 0 16,-3 3-1-16,0 0-86 15,7-1-92-15,-4-4-173 16,1 0-403-16</inkml:trace>
  <inkml:trace contextRef="#ctx0" brushRef="#br0" timeOffset="35009.37">6038 4405 573 0,'0'0'822'16,"0"0"-709"-16,0 0 152 16,0 0-104-16,0 0-75 15,0 0 84-15,0 0-21 16,-42 92-42-16,26-69-27 15,3-1-38-15,-5 2-32 16,0 2-10-16,1 2-9 16,-10 8-230-16,4-6-311 15,4-6-921-15</inkml:trace>
  <inkml:trace contextRef="#ctx0" brushRef="#br0" timeOffset="40824.01">6585 3759 983 0,'0'0'368'16,"0"0"-113"-16,0 0 127 16,0 0-84-16,0 0-91 15,0 0-68-15,0-7-76 16,0 22-54-16,4 16 4 15,7 11 43-15,5 10 2 16,2 9-13-16,-1 0-17 16,4-1-9-16,-4-3-4 15,1-8-4-15,-3-6-10 16,-3-7 5-16,-1-6-5 16,-5-8 1-16,-1-3 5 0,-5-7-7 15,0-7 2 1,0-1-1-16,0-1 8 0,0-2-1 15,0-1 1-15,0 0 6 16,0 0 10-16,0 0 0 16,0-4-13-16,-5-5 2 15,1-2-14-15,4-3 1 16,0 0-1-16,0 0 0 16,0 2-1-16,14 5 0 15,5 1-6-15,2 6-1 16,1 0 2-16,3 15-2 15,-1 9 7-15,-2 10 2 16,-4 4-1-16,-7 7 1 16,-4-2 4-16,-5 0-5 15,-2-6 0-15,0-5 0 16,0-3 0-16,0-8 0 0,0-1-12 16,0-9-65-16,5-1-64 15,8-8-109-15,-2-2-250 16,1 0-171-16</inkml:trace>
  <inkml:trace contextRef="#ctx0" brushRef="#br0" timeOffset="41650.25">7394 4124 933 0,'0'0'336'15,"0"0"-43"-15,0 0-35 16,0 0-117-16,0 0-26 16,0 0-16-16,0 0-16 0,-62-51-9 15,50 49-19-15,-1-1-23 16,-3 1 2-16,1 2-2 16,-1 0-4-16,3 0-10 15,-1 7 0-15,1 3 2 16,-1 3-9-16,3 5-5 15,0 5-5-15,2 3 5 16,4 2 21-16,1 4 18 16,4 2 10-16,0 2-15 15,0-1 0-15,14-2-20 16,1-1-7-16,6-4-4 16,2-6-3-16,4-6-5 15,4-8 1-15,1-8 11 16,-3 0-5-16,0 0-1 15,-7-8 1-15,-4-3 2 0,-5-3-9 16,-4-3 8 0,-2 0-2-16,-4-2-1 0,-3-3 2 15,0-4-7-15,0-2 17 16,0-2 0-16,-8 0 12 16,-3 0-10-16,-2 2 4 15,2 4 8-15,0 6 10 16,2 4-1-16,2 4-8 15,2 2-2-15,3 5-10 16,2 3 6-16,0 0-27 16,0 0-5-16,0 8-13 15,0 13 17-15,9 4 1 0,5 8 1 16,-1 1 5 0,3-1-6-16,-1 4 6 0,1-3-6 15,-3 2 0-15,-1-2 1 16,-1 0-2-16,-3 1 1 15,4-5 0-15,-3-2 0 16,-1-8-20-16,2-5-34 16,-4-7-66-16,3-8-66 15,7 0-141-15,-3-13-231 16,1-6-642-16</inkml:trace>
  <inkml:trace contextRef="#ctx0" brushRef="#br0" timeOffset="42160.4">7884 3780 942 0,'0'0'647'0,"0"0"-512"15,0 0 184-15,0 0-141 16,0 0-123-16,0 0 19 16,-49 112 42-16,49-58-23 0,0-1-9 15,11-6-44-15,5-6-13 16,2-10-18-16,-1-8-2 15,-1-10-5-15,-5-4-1 16,0-8 7-16,-2-1-8 16,0 0-3-16,-2-1 2 15,-5-9 1-15,-2 2-15 16,0 4 14-16,0 4-9 16,0 0 9-16,-13 4 0 15,-1 19-7-15,1 12 8 16,0 5-6-16,3 10 6 15,6-1 0-15,4 4 10 0,0-5-10 16,9-6-1 0,11-7 1-16,3-9 0 0,1-6-10 15,-2-4-148-15,7 3-169 16,-6-4-208-16,-7-3-574 0</inkml:trace>
  <inkml:trace contextRef="#ctx0" brushRef="#br0" timeOffset="44173.77">8488 4575 1106 0,'0'0'490'16,"0"0"-369"-16,0 0 44 15,0 0-58-15,0 0-59 16,0 0-29-16,3 0-7 16,-3 0 14-16,0 3 63 15,0-1 45-15,0 0-9 0,0-2-36 16,0 2-18-16,0-2-13 16,0 0-4-1,0 2-20-15,0-2-7 0,0 0-11 16,0 0-4-16,0 0-6 15,2 0 6-15,-2 1 2 16,0 4-2-16,2 7-11 16,-2 6 0-16,0 12 15 15,0 9-2-15,-20 8 8 16,-14 7-17-16,-49 35-5 16,8-16-171-16,-8-7-1095 0</inkml:trace>
  <inkml:trace contextRef="#ctx0" brushRef="#br0" timeOffset="48620.33">9179 3898 916 0,'0'0'237'0,"0"0"-85"15,0 0 87-15,0 0-140 16,0 0-48-16,0 0 38 15,-7-26 19-15,7 26 31 16,0-2 37-16,0 2-18 16,0-2-50-16,0 0-48 15,0 2-17-15,0 0-21 16,0 0-4-16,0 0-6 16,0 0 1-16,0 0-11 15,0 2-2-15,5 12 1 16,6 6 0-16,4 4 11 15,-1 5-11-15,-1 0 11 0,-4 5-6 16,-2 3 12-16,-2 0 6 16,-3 3 24-16,-2 3-11 15,0-3-9-15,0 0-11 16,0-6-11-16,-4-2 1 16,-1-8-7-16,0-8 1 15,3-3 1-15,-2-10 7 16,1-1-2-16,-1-2 9 15,0 0-4-15,-3-2-4 16,2-12 2-16,1-2-9 16,4-1 0-16,0 0-1 15,0 5 0-15,18 7-7 16,7 5 6-16,-2 5-8 16,6 25 9-16,-4 13-1 0,-5 8 1 15,-7 7 6-15,-5 1-5 16,-6-5 0-16,-2-8-1 15,0-10 0-15,0-8-3 16,4-12-153-16,1-8-454 16,-1-8-653-16</inkml:trace>
  <inkml:trace contextRef="#ctx0" brushRef="#br0" timeOffset="59250.21">9681 3912 882 0,'0'0'908'16,"0"0"-762"-16,0 0 360 16,0 0-327-16,0 0-129 0,0 0-4 15,37 116 66-15,-5-45-26 16,-1 3-9-16,-6-2-29 16,-7-4-25-16,-3-6 0 15,-3-7-16-15,-6-10 2 16,1-6-9-16,-5-10 1 15,-2-8 1-15,0-10-1 16,0-4 8-16,0-7-7 16,0 0 23-16,0-8-7 15,-7-14-9-15,1-9-8 16,4-2-1-16,2-2 0 16,8 5-6-16,19 7 0 0,4 6 5 15,3 8 1 1,-3 6-8-16,-4 3 8 0,0 0-2 15,-8 6 1-15,-1 12-5 16,-7 4 6-16,-9 7 2 16,-2 5 11-16,-6 0 22 15,-21 2-5-15,-2-2 0 16,2-8-21-16,5-8-3 16,4-8-5-16,7-10 13 15,2 0-10-15,-2 0-4 16,2-13-30-16,2 1-16 15,0 3-16-15,3-2-22 16,2 0-22-16,2-11-88 16,0 1-348-16,11 2-495 0</inkml:trace>
  <inkml:trace contextRef="#ctx0" brushRef="#br0" timeOffset="59496.68">10358 4412 1495 0,'0'0'367'15,"0"0"-38"-15,0 0-46 16,0 0-88-16,0 0-39 16,27 134-47-16,-23-96-25 15,-4-4-36-15,2-2-30 0,-2-6-2 16,0-4-16-1,0-6 0-15,0-4 0 0,0-6-73 16,0-6-101-16,0 0-336 16,5-8-506-16</inkml:trace>
  <inkml:trace contextRef="#ctx0" brushRef="#br0" timeOffset="59857.93">10856 4250 1367 0,'0'0'343'0,"0"0"-71"16,0 0 65-16,0 0-126 15,0 0-116-15,0 0-38 16,0 0-16-16,-126 13-21 16,109 11 2-16,3 8 9 15,3 4 7-15,7 2-5 16,4 1-1-16,0-5-20 16,13-8-6-16,12-9-5 15,6-6 7-15,4-7-1 0,0-4-7 16,-2 0 0-1,-2-8-45-15,2-11-109 0,-6 2-306 16,-7 3-485-16</inkml:trace>
  <inkml:trace contextRef="#ctx0" brushRef="#br0" timeOffset="60044.54">11110 4470 1577 0,'0'0'270'15,"0"0"64"-15,0 0-56 16,0 0-147-16,22 108-76 16,-11-80-35-16,-2 0-8 15,-2 0-5-15,-3-4-6 0,1-2-1 16,5-4-121-16,0-6-440 16,1-8-700-16</inkml:trace>
  <inkml:trace contextRef="#ctx0" brushRef="#br0" timeOffset="60570.46">11596 4309 766 0,'0'0'781'0,"0"0"-611"15,0 0 231 1,0 0-150-16,-119-34-147 0,97 34-37 16,2 6-16-16,2 20-27 15,5 9 5-15,4 6 15 16,6 3 0-16,3-4-17 16,10-5 0-16,14-9-17 15,10-12 2-15,6-8-11 16,2-6 13-16,3 0-14 15,-5-9-77-15,-7-9-72 16,-6 1-86-16,-9-4-8 16,-9-1 49-16,-9-4-15 15,0-6 65-15,-2-8-62 16,-14-10-16-16,-4-8 95 16,0-6 127-16,2-6 78 0,2 6 198 15,3 7 98-15,6 15 121 16,1 14-203-16,3 14-54 15,3 12-66-15,0 2-88 16,0 28-83-16,13 23 0 16,8 18 27-16,-1 11-8 15,2 4 2-15,-2-1-11 16,-2-9-4-16,-3-8-7 16,-1-9 0-16,-1-15-43 15,14-20-113-15,-2-14-422 16,-4-8-634-16</inkml:trace>
  <inkml:trace contextRef="#ctx0" brushRef="#br0" timeOffset="60916.25">12153 4018 1986 0,'0'0'327'16,"0"0"-204"-16,0 0 58 15,0 0-121-15,0 0 1 16,-47 146 12-16,47-87-19 16,5-5-13-16,15-10-18 15,6-10-13-15,3-12-9 16,-2-11 5-16,-3-11-6 16,-3 0-33-16,-8-7 14 0,-7-11-14 15,-3 0-4-15,-3 6 17 16,0 10 19-16,-16 2-10 15,-6 11 11-15,-3 21 1 16,3 7 6-16,6 7-1 16,6 2 0-16,10-3-6 15,0-5-6-15,4-7 5 16,34-6-1-16,-5-11-180 16,0-8-497-16</inkml:trace>
  <inkml:trace contextRef="#ctx0" brushRef="#br0" timeOffset="61074.68">12547 4698 1829 0,'0'0'303'16,"0"0"9"-16,-29 114-148 16,18-58-108-16,3 3-56 15,-8 19-3-15,3-14-309 16,-3-9-799-16</inkml:trace>
  <inkml:trace contextRef="#ctx0" brushRef="#br0" timeOffset="65686.02">13009 4087 146 0,'0'0'862'0,"0"0"-606"16,0 0 66-16,0 0 1 16,0 0-51-16,38-105-56 15,-23 105-44-15,3 17-108 16,3 26-25-16,0 20 49 0,0 12-5 15,-3 6-11-15,-5 0-33 16,-2-7-14-16,-7-9-13 16,-1-10-3-16,-3-11-7 15,0-11 8-15,0-16-10 16,-3-9 1-16,-4-8 10 16,-1 0 8-16,-1-18-17 15,2-9-1-15,7-2-1 16,0 1 0-16,0 8-6 15,12 8-3-15,7 12 7 16,-1 0-13-16,-4 21 9 16,-5 18 6-16,-7 7 2 15,-2 3-1-15,0-3 0 16,0-11 0-16,0-7-1 16,4-12-27-16,19-16-148 0,-4-4-461 15,2-15-983-15</inkml:trace>
  <inkml:trace contextRef="#ctx0" brushRef="#br0" timeOffset="66211.02">13504 4146 1416 0,'0'0'563'0,"0"0"-381"16,0 0-28-16,0 0 52 16,31 103-47-16,-18-47-19 15,-3 4-28-15,0-4-41 16,-1-3-35-16,1-11-20 15,-2-8-6-15,1-9-10 16,-3-8 1-16,0-8 0 16,-4-2-1-16,0-7-13 15,-2 0 7-15,0-7 4 16,4-12-7-16,3-8 3 0,9-7 0 16,5 1-3-1,11-2 8-15,3 9 0 0,2 8-1 16,-2 9 2-16,-4 9-8 15,-6 0 2-15,-8 23 5 16,-5 7 1-16,-12 5 15 16,0-2 10-16,-7 3 9 15,-19-3-14-15,-7-3-4 16,-2-4-7-16,-1-8-7 16,5-6-1-16,9-10-1 15,7-2-41-15,6 0-62 16,9-16-87-16,0-1-327 15,11-3-273-15</inkml:trace>
  <inkml:trace contextRef="#ctx0" brushRef="#br0" timeOffset="66407.53">14088 4509 1031 0,'0'0'855'0,"0"0"-616"16,0 0 235-16,0 0-328 15,14 119-67-15,-6-79-34 16,-1 0-30-16,-1-2-5 16,1-4-9-16,-2-4-1 15,-1-7-32-15,7-10-172 16,1-6-446-16,1-7-759 0</inkml:trace>
  <inkml:trace contextRef="#ctx0" brushRef="#br0" timeOffset="66774.39">14447 4354 1378 0,'0'0'380'0,"0"0"-209"0,0 0 59 16,0 0-131-16,0 0-63 15,0 0-17-15,0 0 37 16,-123 107 33-16,119-71 23 16,4-1-53-16,0-3-26 15,11-9-19-15,13-2-2 16,5-7 13-16,3-8 5 15,1-4-5-15,0-2-16 16,-2 0-9-16,-2 0-6 16,-6-2-100-16,-4-6-127 15,6-6-106-15,-4 1-191 16,-3 0-750-16</inkml:trace>
  <inkml:trace contextRef="#ctx0" brushRef="#br0" timeOffset="67210.36">14962 3987 1681 0,'0'0'356'15,"0"0"-169"-15,0 0-5 16,0 0-32-16,-45 101-15 16,34-50-19-16,7-3-21 15,4-9-27-15,0-4-32 0,10-12-21 16,15-8 1 0,4-7-1-16,2-8 0 0,-4 0-9 15,-7 0 1-15,-7-6-6 16,-6 1 8-16,-5 0-8 15,-2 5-1-15,0 0-12 16,-11 0-3-16,-7 22 8 16,1 7-1-16,3 12 8 15,5 6-1-15,7 1 1 16,2-2-2-16,0-3-3 16,20-9 4-16,2-3-4 15,1-9-8-15,-3-5-58 0,5-2-120 16,-10-5-282-16,-1-1-106 15</inkml:trace>
  <inkml:trace contextRef="#ctx0" brushRef="#br0" timeOffset="70130.73">15684 4550 1422 0,'0'0'479'15,"0"0"-218"-15,0 0-33 16,0 0-124-16,0 0-62 0,0 0-7 16,13 0 3-16,-9-4 29 15,1 0 27-15,2 0 0 16,-2 0-12-16,-3-1-19 15,2 4-11-15,-2-2-25 16,0 3-12-16,0 0-15 16,3-1 6-16,2-2-6 15,2 2 6-15,-3-2-5 16,3 2 5-16,-4 1-5 16,2 0 0-16,-3 0-1 15,0 0-1-15,1 0 0 0,-3 13 0 16,-2 6 0-1,0 8 1-15,-15 8 1 0,-19 7 5 16,-13 9-6-16,-55 30-49 16,11-10-180-16,1-10-731 0</inkml:trace>
  <inkml:trace contextRef="#ctx0" brushRef="#br0" timeOffset="79088.25">16515 4030 1517 0,'0'0'366'0,"0"0"-27"15,0 0-55-15,0 0-147 16,0 0-114-16,0 0-10 16,54 111 3-16,-39-53 61 15,-1 2-15-15,-8-8-9 16,-3-4-21-16,-3-7-11 16,0-6-10-16,-9-3-2 15,-9-3-2-15,5-9-6 16,-1-8 4-16,5-8-4 0,3-4 9 15,2 0-1 1,-2-7-3-16,6-2-6 0,0 0-1 16,3 9-8-16,15 0-3 15,6 17 6-15,-1 14 0 16,-6 12 6-16,-5 5 0 16,-8-2 1-16,-4-4-1 15,0-8 0-15,0-10-13 16,0-18-123-16,0-6-239 15,0 0-376-15</inkml:trace>
  <inkml:trace contextRef="#ctx0" brushRef="#br0" timeOffset="79605.17">17126 4200 1026 0,'0'0'352'0,"0"0"-115"16,0 0 1-16,0 0-33 15,0 0-83-15,-118 87-38 0,111-37 14 16,5 6-19-16,2 0 4 16,4-8-22-16,23-11-33 15,7-14-10-15,11-14 6 16,1-9-15-16,1-4 10 16,-5-22-19-16,-11-4 0 15,-10-5-22-15,-13-1-48 16,-8 1 28-16,0-2 35 15,-10 5 7-15,-6 4 16 16,0 9 58-16,5 5 11 16,4 7 27-16,3 7-3 15,0 0-56-15,1 21-46 16,3 6 13-16,0 7-2 0,0 2-2 16,0 0-9-16,0-2-6 15,3-4-1-15,5-2 0 16,1-8 0-16,5-1-61 15,10-5-153-15,-2-6-535 16,1-6-721-16</inkml:trace>
  <inkml:trace contextRef="#ctx0" brushRef="#br0" timeOffset="79786.34">17614 4566 1677 0,'0'0'334'16,"0"0"-92"-16,0 0-15 15,0 0-71-15,0 114-87 0,-2-84-42 16,0 2-17-16,2-4 4 16,0-3-14-16,0-6-19 15,0-7-100 1,24-12-246-16,5 0-162 0,3-12-659 16</inkml:trace>
  <inkml:trace contextRef="#ctx0" brushRef="#br0" timeOffset="80303.63">17987 4238 933 0,'0'0'352'16,"0"0"-40"-16,0 0-45 15,0 0-41-15,0 0-76 16,-114 3-61-16,94 20-39 16,-1 12-5-16,4 8 5 15,5 4 16-15,8 3-14 16,4 0-14-16,0-5-18 16,14-12-5-16,11-10-14 15,6-12 7-15,4-8-8 16,3-3 0-16,-5-4-20 15,-2-16-66-15,-8-5 1 0,-8-9-16 16,-7-2-14 0,-8-6 51-16,0-6 29 0,-12-2 32 15,-8-6 3-15,-2 0 12 16,-1-4 8-16,6 1 20 16,1 5 36-16,3 12 42 15,6 12 31-15,2 14-14 16,5 11-15-16,0 5-53 15,0 17-66-15,7 19 0 16,9 12 17-16,2 6 0 16,-1 4 2-16,2-3 1 15,0-9-9-15,-1-4-12 16,5-10 0-16,1-6-21 16,18-12-181-16,-6-9-539 0,-3-5-1031 15</inkml:trace>
  <inkml:trace contextRef="#ctx0" brushRef="#br0" timeOffset="80679.25">18357 3970 1896 0,'0'0'283'0,"0"0"-188"16,0 0 68-16,0 0-15 15,-67 143-35-15,67-97-54 0,0-5-27 16,0-8-12-16,15-7-7 16,8-10-5-16,2-7-7 15,0-6 10-15,-2-3-10 16,-3 0 2-16,-5-8-3 16,-5-1-7-16,-6 2 0 15,-4 7 6-15,0 0-13 16,0 10-5-16,-8 20 10 15,-2 9 9-15,2 5 0 16,5 4 2-16,3-2 6 16,0-6-8-16,7-5 0 15,11-10 0-15,4-7 0 16,-2-3-7-16,0-8-43 0,2-2-189 16,-4 2-246-16,-5-5-604 15</inkml:trace>
  <inkml:trace contextRef="#ctx0" brushRef="#br0" timeOffset="81011.36">18932 4601 2163 0,'0'0'267'16,"0"0"-151"-16,-87 142-21 16,20-57-58-16,11-13-37 15,5-15-325-15</inkml:trace>
  <inkml:trace contextRef="#ctx0" brushRef="#br0" timeOffset="93438.68">7334 3807 500 0,'0'0'1692'16,"0"0"-1487"-16,0 0-79 16,0 0-9-16,0 0-30 15,0 0-22-15,0 0-33 16,0 0-32-16,0 0 5 16,0 0-5-16,0-2-70 15,8-5-146-15,1-3-550 0</inkml:trace>
  <inkml:trace contextRef="#ctx0" brushRef="#br0" timeOffset="93949.96">10835 3775 2261 0,'0'0'250'0,"0"0"-186"15,0 0-64-15,0 0-236 16,0 0-1165-16</inkml:trace>
  <inkml:trace contextRef="#ctx0" brushRef="#br0" timeOffset="98655.39">5637 3546 861 0,'0'0'183'0,"0"0"-69"0,0 0 60 15,0 0-5-15,0 0-56 16,0 0-20-16,0-17-21 16,0 17-33-16,0 0-26 15,0 0-11-15,0 2 4 16,0 10 1-16,0 5-7 15,0 6 15-15,0 1-9 16,0-2-5-16,0-3 9 16,0-12-10-16,9-7 0 15,18-2-16-15,35-50-26 16,-6 0-208-16,-5-2-411 0</inkml:trace>
  <inkml:trace contextRef="#ctx0" brushRef="#br0" timeOffset="104392.17">19454 3843 1674 0,'0'0'310'16,"0"0"-252"-16,35 150 116 15,-19-65-4-15,1 8-38 16,-6-17-51-16,-1 0-23 0,-4-10-12 16,-1-14-24-1,-5-12-1-15,0-10-6 0,0-7 7 16,0-11-7-16,0-6 5 15,0-6-7-15,-5 0 14 16,-3-4 34-16,-2-20-35 16,3-7-11-16,5-1-14 15,2 5 4-15,0 9-5 16,2 11-2-16,12 7-20 16,4 21 16-16,-2 19 5 15,-5 10 1-15,-7 5 0 16,-4 4 1-16,0-1 5 15,0-8-6-15,-11-1 1 0,-3-9-1 16,3-4-42 0,3-7-102-16,8-4-150 0,0-9-366 15,15-11-600-15</inkml:trace>
  <inkml:trace contextRef="#ctx0" brushRef="#br0" timeOffset="105011.31">20216 4296 758 0,'0'0'395'0,"0"0"-79"16,0 0-19-16,0 0-53 16,0 0-47-16,0 0-56 15,0 0-30-15,-92-33-22 16,70 33-32-16,-5 4-25 15,0 20 12-15,3 10-12 16,2 8-6-16,4 7-7 0,7-2 6 16,9-4-13-1,2-7-10-15,8-8-2 0,21-8 1 16,7-12 7-16,5-6-7 16,-2-2 22-16,-1-4-17 15,-9-14-2-15,-6-3-3 16,-6-2-1-16,-8-5 1 15,-4-8 5-15,-5-2 0 16,0-5-6-16,0 3 7 16,-2 7-6-16,-5 6 8 15,2 9 26-15,3 10 42 16,0 8-6-16,2 0-59 16,0 10-12-16,0 16 0 15,0 8 12-15,2 4 3 16,7 0 4-16,0 1-11 0,0-6-1 15,0-3-7-15,0-2 1 16,-1-5-1-16,1-5-40 16,9 0-87-16,1-6-336 15,-4-6-369-15</inkml:trace>
  <inkml:trace contextRef="#ctx0" brushRef="#br0" timeOffset="105223.21">20588 4630 418 0,'0'0'1342'0,"0"0"-1131"16,0 0 0-16,0 0 7 16,0 0-100-16,0 131-67 15,0-101-36-15,0-5 1 16,-5 0-16-16,1-1-67 15,0-8-274-15,2-8-517 0</inkml:trace>
  <inkml:trace contextRef="#ctx0" brushRef="#br0" timeOffset="105754.82">20874 4157 1813 0,'0'0'245'0,"0"0"-28"16,0 0-28-16,0 0-131 16,0 0 12-16,0 0 26 15,8 152-28-15,-8-98 13 16,0 3-30-16,0-7-29 15,0-4-4-15,0-10-17 16,0-6 5-16,0-12-5 16,2-5 5-16,1-10-5 0,-1-3 5 15,-2 0 14-15,4-6 71 16,0-14-37-16,8-4-47 16,5-6-2-16,8 0-5 15,6 2 0-15,7 1-2 16,3 8 2-16,-1 4-2 15,-5 11 1-15,-4 4-10 16,-6 3 1-16,-5 16 9 16,-5 5-4-16,-7 5 5 15,-6-1 1-15,-2-2 10 16,-2-2-2-16,-21 0 18 16,-6-4 1-16,-4-5-2 15,0 0-13-15,1-7-12 16,6-6 10-16,5-2-10 15,6 0 7-15,6 0-8 0,4-2-34 16,5-6-46-16,9-2-47 16,13 0-140-16,7 0-533 0</inkml:trace>
  <inkml:trace contextRef="#ctx0" brushRef="#br0" timeOffset="106012.24">21622 4538 1729 0,'0'0'381'0,"0"0"-265"0,0 0 101 16,0 0-21-1,0 0-49-15,0 133-75 0,-4-101-20 16,-3-3-29-16,-1 0-14 15,-2-6 0-15,4-2-9 16,-1-5-33-16,3-6-109 16,4-10-156-16,0 0-304 15,6 0-433-15</inkml:trace>
  <inkml:trace contextRef="#ctx0" brushRef="#br0" timeOffset="108789.16">22095 4257 750 0,'0'0'300'15,"0"0"-80"-15,0 0-6 16,0 0-78-16,0 0-61 16,0 0-32-16,0 0-8 15,7-7-2-15,-7 7 43 16,0 0 23-16,2-1 36 15,-2-1-21-15,0 0-46 16,0 2 19-16,0-2 10 0,0 0-22 16,-2-1-43-16,-14 3-16 15,-2 0-15-15,-4 0 5 16,-3 0-6-16,1 9 6 16,-1 8-3-16,5 6-3 15,3 7 0-15,3 7 0 16,10 0 0-16,4-1 1 15,0 0-1-15,2-6 0 16,18-7 5-16,5-5-4 16,8-10-1-16,9-4 9 15,5-4-9-15,4 0-29 16,9-10-200-16,-13-5-297 16,-9 0-579-16</inkml:trace>
  <inkml:trace contextRef="#ctx0" brushRef="#br0" timeOffset="109149.86">22505 3944 1403 0,'0'0'390'15,"0"0"-198"-15,0 0-97 16,0 0 9-16,-42 116 29 15,29-58-61-15,7-1-41 16,6-6-11-16,0-7-9 0,10-11-9 16,10-8 10-16,2-11-12 15,3-7 7-15,-3-7 2 16,-4 0-9-16,-4-2-15 16,-8-10-5-16,-6 2 14 15,0 6 5-15,-4 4 0 16,-15 4-8-16,-1 25 9 15,-2 6 9-15,6 11-3 16,6 2-6-16,10 5 0 16,0-3 0-16,6-2-13 15,32 4-152-15,-5-12-127 16,-2-10-532-16</inkml:trace>
  <inkml:trace contextRef="#ctx0" brushRef="#br0" timeOffset="109660.52">23020 4567 1606 0,'0'0'548'0,"0"0"-289"16,0 0-58-16,0 0-117 15,0 0-76-15,0 0 1 16,0 0 49-16,-29 119 23 16,0-73-32-16,-9 4-25 15,-10 1-24-15,-37 23-23 16,10-14-248-16,4-7-1057 0</inkml:trace>
  <inkml:trace contextRef="#ctx0" brushRef="#br0" timeOffset="112117.46">23684 4000 1355 0,'0'0'320'15,"0"0"-247"-15,0 0-19 16,23 134 42-16,-15-63-30 16,-3 1-13-16,0-4-12 15,-5-8-7-15,0-7-12 16,0-9 28-16,-8-10 31 15,-7-8-14-15,-3-10-24 0,5-7-20 16,1-6-2 0,6-3-2-16,-1 0 1 0,7-15 15 15,0-5-11-15,0 3-17 16,7 0-7-16,7 12-9 16,3 5-6-16,-1 5 6 15,-1 22 3-15,-3 7 6 16,-10 8 1-16,-2 2 9 15,0-2-9-15,0-2 0 16,0-6-1-16,0-9-280 16,0-15-558-16</inkml:trace>
  <inkml:trace contextRef="#ctx0" brushRef="#br0" timeOffset="112681.07">24331 4480 818 0,'0'0'370'0,"0"0"-83"0,0 0-40 15,0 0-90 1,0 0-63-16,0 0-53 0,-130 29-18 16,111 8-10-16,1 4-1 15,5 4 5-15,5-3 19 16,8-6-14-16,0-8-10 16,21-12-8-16,10-9 3 15,2-7 5-15,7 0 27 16,-1-15-25-16,-6-7-14 15,-6-4-15-15,-8-1-42 16,-5-8 8-16,-10-1 28 16,-4-9 20-16,0-3 1 15,0-6 1-15,-16-6 11 0,1-2 23 16,-3 1 43 0,5 0 24-16,-1 5 20 0,8 8 23 15,1 11 1 1,5 14-37-16,0 12-34 0,0 11-29 15,0 16-44-15,11 25-2 16,1 13 9-16,-6 8 0 16,-4 4-3-16,1-2-5 15,-3-6 5-15,4-7-6 16,3-9 0-16,2-13-47 16,18-10-101-16,0-12-221 15,-1-7-508-15</inkml:trace>
  <inkml:trace contextRef="#ctx0" brushRef="#br0" timeOffset="113071.17">24654 4211 1555 0,'0'0'195'16,"0"0"-35"-16,0 0 49 15,-40 140-86-15,36-91-23 16,4-1-3-16,0-11-54 16,4-6-9-16,13-11-24 15,6-13 1-15,4-7 8 16,0 0-4-16,-3-7-8 0,-2-13 5 16,-8 0-3-1,-10-1-7-15,-2 7 8 0,-2 9 0 16,0 5 19-16,-4 5-29 15,-12 23 0-15,-1 15 0 16,0 5 24-16,9 6-12 16,4-4 0-16,4-4-11 15,0-6 0-15,12-5 5 16,7-7-5-16,-1-3-2 16,-1 1-9-16,1-1-63 15,0 5-121-15,-4-7-154 16,-4-4-330-16</inkml:trace>
  <inkml:trace contextRef="#ctx0" brushRef="#br0" timeOffset="117110.96">7407 5235 189 0,'0'0'876'0,"0"0"-774"0,0 0-62 16,0 0-20-16,0 0-11 16,0 0 4-16,0-10 36 15,0 10 117-15,0 0 80 16,0 0 35-16,0 0-42 15,0 0-80-15,0 0-51 16,0 0-50-16,2 0-30 16,2 0-26-16,1 0 11 15,4 0 1-15,2 0 26 16,2 6-4-16,5 3 5 16,3 0-6-16,0 1-3 15,4 2-8-15,4 1-9 16,2-1 5-16,0-4-14 0,1 0 4 15,3 0-8 1,6 1 7-16,7 2-3 0,10 0 26 16,10 4 36-16,12 1-41 15,7 0-5-15,11 0-13 16,3-2 10-16,5-1-5 16,1-4-8-16,2 1-6 15,1 0 6-15,-6 2-5 16,-1 2 5-16,-5 3 0 15,-4 0-6-15,-3 1 10 16,-2-2-9-16,0-2 0 16,-1-1-1-16,1-1 8 0,-2 0-8 15,-1-3 9 1,1-1 0-16,0 1-1 0,0-1-2 16,2-3-6-16,21 0 0 15,23-3-1-15,25-2 1 16,10 0-1-16,-10 0 1 15,-20 0-1-15,-20 0 1 16,-17 0 1-16,-17 0 0 16,-16 2 4-16,-4-2-4 15,14 0-1-15,13 0 0 16,12 0 7-16,-1-10-7 16,0-4 0-16,-3-1 0 15,-5 1-1-15,-7 0 0 16,-5 2 2-16,-8-1-2 15,-3 1 1-15,-7-5 0 0,-1 0 0 16,-3-4 1-16,-4 1 0 16,-9 3-1-16,-5 3 1 15,-11 3 0-15,-6 5-2 16,-5 4 1-16,-2 0 0 16,2-2 0-16,3 0 0 15,5-6 1-15,10-2 0 16,11-4 0-16,7-2 0 15,6-2-1-15,-2 0 1 16,-8 4-1-16,-13 6 0 16,-12-1 0-16,-8 6 0 15,-6-3 1-15,0 0 5 16,3-5-5-16,2 1-1 0,1 0 0 16,-3 0 1-1,-1 2-1-15,-1 2 1 0,-1-1-1 16,-1 0 1-16,3-1-1 15,3 1 0-15,2-7 0 16,4 5 1-16,1-4-2 16,-2 2 1-16,-2 1 0 15,-5 5 0-15,-5 0 0 16,-3 5-1-16,-6 0 1 16,-2 2 0-16,0 0-1 15,0 0 1-15,0 0-2 16,0 0 1-16,-8 11-17 15,-7 6 18-15,-5 7 0 0,-3 5 0 16,0 0 0 0,2-3 1-16,3-3-1 0,5-7 0 15,4-6 0-15,5-2 1 16,2-7 6-16,2-1-7 16,0 0 11-16,0 0-4 15,0 0 7-15,0 0 11 16,0-14 13-16,0-7-26 15,0-6-11-15,0-4 7 16,-3-1-7-16,-2-1-1 16,1 8 1-16,-5 2 8 15,5 7 3-15,0 6 5 16,-1 4 2-16,5 3-1 16,0 3-18-16,0 0-5 0,0 0-7 15,0 15-2-15,5 3 13 16,8 4 2-16,3 0-2 15,-1 0 2-15,5-5-1 16,2-1 0-16,0-7 0 16,-3-2 1-16,-6-4 0 15,-5-1-1-15,-5-2 0 16,-3 2 7-16,0-2-6 16,0 0 5-16,0 2-6 15,-13 1 0-15,-6 2 0 16,2 2 0-16,1-2 1 15,5 0-1-15,5-4-1 16,1 2-6-16,5-3 5 0,0 0-14 16,5 0 0-16,12 0 10 15,3 0 6-15,-1 0-1 16,-4 0-10-16,-4 0 10 16,-6 0-13-16,-3 0 4 15,-2 0 1-15,0 0 8 16,0 0 1-16,0 0 0 15,0 0 0-15,-10 1-49 16,-3 3-149-16,-3 0-678 0</inkml:trace>
  <inkml:trace contextRef="#ctx0" brushRef="#br0" timeOffset="118266.86">7262 5249 1219 0,'0'0'326'0,"0"0"-179"16,0 0-110-16,0 0 30 16,0 0 79-16,0 0-8 15,85 117-38-15,-72-88-7 16,-2-8-26-16,-2-7-38 15,-2-3-14-15,0-10-9 16,-5-1 13-16,0 0 1 16,1-8 18-16,-1-14-20 15,-2-4-4-15,0-6-6 16,0 2 22-16,0-1-8 16,-12 9 20-16,1 5 18 0,2 5-4 15,3 3 14 1,4 7-10-16,-1 0-12 0,3 2-29 15,0 0-19-15,7 0-7 16,17 0 7-16,10 0 6 16,4 0-6-16,0 0 12 15,-3 0-12-15,-2 0 1 16,-8-1 0-16,-7 1-1 16,-9 0-6-16,-5 10 5 15,-4 8 0-15,0 4 1 16,-8 2 0-16,-8-2 0 15,0 2 6-15,-4 0-6 16,-5-1 0-16,4 0 0 16,-4-3 1-16,5-5-1 15,7-4 0-15,3-8 1 0,10-3 1 16,0-5 11 0,0-16-13-16,16-8-7 0,-1 0 5 15,-1 4 2-15,-5 4 0 16,-7 6 1-16,-2 5 5 15,0 2-6-15,0 4 0 16,-6 2-9-16,-3 2 8 16,-1 0-57-16,-5 4-84 15,2 10-162-15,-1 4-344 0</inkml:trace>
  <inkml:trace contextRef="#ctx0" brushRef="#br0" timeOffset="129779.34">7322 3793 902 0,'0'0'305'15,"0"0"-60"-15,0 0-95 16,0 0-61-16,0 0-51 16,0 0-22-16,0 0-10 15,0 0 1-15,2 0 3 16,-2 3 81-16,0-3 36 15,0 0 38-15,0 2-22 16,0-2-32-16,0 0-25 16,0 0-31-16,2 0-15 15,-2 0-16-15,3 0 9 0,0 0 3 16,3 0 4-16,7-5 8 16,3-10-19-16,8-9-6 15,3 0-13-15,2-3 4 16,0 5-8-16,-2 3 10 15,0 2-7-15,-5 1 5 16,3 2-7-16,4-2 0 16,2-2-1-16,9-4-4 15,8-3-1-15,4 0 5 16,6-3 1-16,2 2-6 16,2 1 10-16,1 0 16 15,-1 1-3-15,5-5-6 16,7 1-8-16,7-5 14 0,7-4-3 15,24-9 7-15,24-3-10 16,22-6-6-16,-13 8-6 16,-26 11 0-16,-33 12 3 15,-17 4-1-15,29-6 5 16,36-6-13-16,40-6 9 16,11 2 0-16,-9 6 5 15,-7 4-1-15,-14 4 13 16,0 0-2-16,8 2-8 15,-1 0-1-15,6-3-9 16,6 1 11-16,9-2-8 16,6 1 0-16,2 0 1 15,-3 2 0-15,-8 0-2 16,-6 3-7-16,-2 4 5 16,-7 4-6-16,-5 2 6 0,-3 4-5 15,-3 3 6-15,-1 1-5 16,-3 0 4-16,-8 0 1 15,-6 0-6-15,-5 1-1 16,1 7 0-16,0 0 0 16,-1-2 0-16,0 3 0 15,-5-4 0-15,-20 6-1 16,-16-1 1-16,-22-1 0 16,-3 5 0-16,11 2 1 15,7 7 0-15,8 0 0 16,-3 5 6-16,-2 0-7 15,1 3 0-15,2-4 0 0,7 0-2 16,0-1 1 0,-2 1 0-16,-10 0 0 0,-6 1 0 15,-11 1 1-15,-5 1 0 16,-4-2-1-16,-4-1 1 16,0 2 0-16,-6-2 0 15,-1-2 6-15,-9 3-5 16,-2 2-1-16,-7 0 0 15,-3 4 0-15,-1 1 0 16,0-2-5-16,0 2 5 16,-2-6 0-16,2 1 1 15,-2-3-1-15,-6-4-1 16,-1-5-1-16,-5-1 1 0,-4-7 1 16,-3-2-5-16,-4-4 5 15,3-4 1-15,-3 0 0 16,0 0 6-16,0 0-5 15,0 0 4-15,0 0-5 16,0 0 4-16,0 0-4 16,0 0-2-16,0 0 1 15,0 0-1-15,0 0-19 16,0 0-5-16,0 0-2 16,0 0-3-16,0 0-6 15,0-4 8-15,0-4 7 16,0-4 3-16,0-3 12 15,0 4-1-15,0 0 7 16,0 4 2-16,2 2 5 16,-2 2-5-16,0 3 11 0,0 0-11 15,0 0-2-15,0 0-1 16,0 0-22-16,0 8 11 16,-9 7 8-16,-5 6 4 15,-1-1 1-15,1 0 10 16,3-4-5-16,7-6-5 15,-1-4 0-15,5-4-1 16,0-2 15-16,0 0 0 16,0 0 11-16,0-14-2 15,0-4-14-15,0 0-8 16,0-3-1-16,0 6 1 16,0 1-1-16,0 4 0 0,0 3-1 15,0 3 0-15,3 4 0 16,1 0-11-1,5 0-5-15,4 0 14 0,7 11 2 16,5 0 0-16,6 2 1 16,-2-3 0-16,-2 0 6 15,-4-4-7-15,-13-3-1 16,-5 4-8-16,-5-3 3 16,0 2 6-16,-15 2 0 15,-8-1 9-15,-2-2-8 16,1 1 9-16,3-5-9 15,6 4 3-15,-1-5-4 16,3 2-1-16,2 0 0 16,-5 2 0-16,-1-3-8 15,-6 2-68-15,-22-3-72 0,5 0-116 16,3 0-526-16</inkml:trace>
  <inkml:trace contextRef="#ctx0" brushRef="#br0" timeOffset="138969.28">11324 3774 1079 0,'0'0'245'15,"0"0"19"-15,0 0-81 16,0 0-109-16,0 0-45 16,16-8 37-16,-3-2 51 15,5 0 3-15,-1-2-21 16,-1-1-12-16,1 4-26 15,0-2 0-15,0 1-12 0,5-1-23 16,7-2 3-16,9-4-7 16,7 0-3-16,9-1-5 15,1-2 4-15,5 0 0 16,0 2 8-16,-2 0 0 16,-2 4-11-16,-4 3-5 15,-2 4-9-15,-2 2 6 16,3 3-7-16,2 1 2 15,7-1-1-15,8 2 0 16,5 0 0-16,7 0 0 16,2 0 0-16,3 10-1 15,0 4 2-15,4 2-1 16,1 2 0-16,-1 2 0 16,0 0 0-16,-2 2 1 15,-10 0-1-15,-10 1 0 0,-15-4 0 16,-17-1 0-16,-10 0-1 15,-14-4 0-15,-4-3 0 16,-5-1 1-16,-2-5 5 16,0 0 18-16,0-3-6 15,0 0-8-15,0-2-2 16,0 1-8-16,3-1 6 16,-3 0-6-16,0 0 6 15,0 0-5-15,0 0 8 16,0 0-8-16,0 0 0 0,0 0 0 15,0 0-1 1,0 0 1-16,0 0 0 0,0 0 11 16,0 0-12-16,0 0 2 15,0 0-2-15,0 0 0 16,0 0-34-16,0 0-21 16,0 0 10-16,0 0 17 15,0 0 20-15,0 0 8 16,2 0 0-16,2 0 1 15,-2-1 0-15,0-3 0 16,0 1 0-16,-2 1 6 16,0 2 16-16,0 0-14 15,0 0-9-15,0 7-1 0,-8 9 1 16,-3 0 10 0,-1 0-1-16,1-3-2 0,5-1-6 15,4-7 0-15,-1-4 1 16,3-1 5-16,0 0 13 15,0 0 7-15,0-6-8 16,0-9-11-16,0 5 1 16,0 0 2-16,0 6 13 15,0 4 11-15,0 0-19 16,0 0-16-16,0 0-10 16,0 0 10-16,5 0-6 15,-3 0 6-15,2 0 1 16,-4 2-1-16,0 5-36 15,-18 0-301-15,-6 1-928 0</inkml:trace>
  <inkml:trace contextRef="#ctx0" brushRef="#br0" timeOffset="139682.07">11361 3756 851 0,'0'0'681'16,"0"0"-439"-16,0 0 20 15,0 0-183-15,0 0-52 16,0 0 47-16,0 0-2 15,41 68-42-15,-35-54-8 16,-3-2 9-16,-1-6 4 16,-2 1 1-16,0-7-12 15,0 0 1-15,0 0 49 16,0 0 17-16,0 0 0 16,-7-13-57-16,-2 3-17 15,2 0 19-15,3 4 16 0,2 4-12 16,0 2-14-16,2 0-22 15,-3 0-4-15,1 6-10 16,-4 8 9-16,-4 4 1 16,-3 2 1-16,-1 0 0 15,1 1-1-15,-1-7-11 16,6 1-60-16,-1-3-91 16,7-7-139-16,2-2-182 15,0-1-254-15</inkml:trace>
  <inkml:trace contextRef="#ctx0" brushRef="#br0" timeOffset="149209.57">11243 3834 227 0,'0'0'616'15,"0"0"-369"-15,0 0-44 0,0 0-76 16,0 0 4-16,0 0-39 16,5 0-49-16,-5 0-22 15,2 0-8-15,-2 0 38 16,0 0 59-16,3 0 14 16,-3 0 5-16,0 0-12 15,0 0-31-15,0 0-11 16,0 0-27-16,0 0-7 15,0 0-17-15,0 0-4 16,2 0-1-16,-2 0 2 16,2-3-2-16,0 0-8 15,0-1 6-15,0 0 0 16,1 0 4-16,-3 2-12 0,2-2 0 16,2-1-2-16,0 2-6 15,4-3 8-15,-2-2-8 16,3 0 0-16,-1-1 0 15,0 4 8-15,-4-2-8 16,-2 5 17-16,1 1-6 16,-3 1 2-16,0 0-1 15,2 0-3-15,-2-2 7 16,2 0-11-16,2-1 0 16,1 0-6-16,-2 0 6 15,1-1-6-15,-4 3 7 16,2 1 4-16,-2 0 1 15,0 0 3-15,2-3-8 16,3 2 5-16,1-3-11 16,4-5 1-16,0 1-2 0,1 1 1 15,1-1 1-15,-3 1 0 16,-1 1-1-16,4 1 0 16,-3-2 13-16,1 0-13 15,2-2 13-15,5-3-7 16,4 0-1-16,4-3-5 15,1 1 0-15,2-1 0 16,2 3 0-16,-6-2 4 16,1 4-4-16,-3-2-1 15,1 2 0-15,-6 0 1 16,-1 0-1-16,-1 1 1 16,4 2 0-16,-2 0 0 0,3-2 0 15,7 1-1-15,7-4 0 16,8-2 0-16,9-4 0 15,11-4 1-15,5 1-1 16,0 0 0-16,-4 5 0 16,-6 0 1-16,-7 4-1 15,-3 2 0-15,-1-1 0 16,1 0 1-16,6-1-1 16,13-3 1-16,7-1-1 15,7 2 1-15,8 1 1 16,0 2 4-16,-3 1-6 15,-7 5 1-15,-3-1 0 16,0 5 0-16,-2-3 0 0,3 2 0 16,1-2 0-16,6 1 0 15,0 3-1-15,-3 0 0 16,-2 0 0-16,-7 0 0 16,-6 5 0-16,-5 4 0 15,-4 2 0-15,2 1 0 16,0 0 0-16,6 0 0 15,5-2 0-15,5 2 1 16,4 0 0-16,2 0-1 16,1 2 0-16,-6 3 1 15,-6-2-1-15,-6 2 0 16,-8-2 1-16,-5 1-1 16,1 1 0-16,-2-6 0 15,4 3 0-15,1-1 6 16,4 2-6-16,-5 2 0 0,3 0-6 15,-5 4 6 1,1 2 0-16,1-4 0 0,5 1 0 16,2-2-1-16,8-3 2 15,0-2-1-15,6 0 0 16,-2 2 0-16,-6 2 4 16,-6 3-4-16,-9-1 0 15,-10 1-1-15,-12 1 1 16,-8-4-2-16,-2 2 1 15,-3-1 0-15,1-2 0 16,6 1 1-16,6 0 0 16,2 0 1-16,4 4-1 0,5-1 2 15,1 4-2-15,1-2 1 16,-2 0-1-16,-9-3 0 16,-6-6 0-16,-7-3 1 15,-12-6-1-15,-1-2 0 16,-3 0 6-16,-2-2 0 15,0 0 7-15,2 0 14 16,-2 0-8-16,0 0-7 16,0 0-10-16,0 0 6 15,0 0-7-15,0 0-2 16,0 0 1-16,0-6-6 16,0 2-6-16,0-4-7 15,0-4-4-15,0-1-4 0,0-4 2 16,4 2-1-1,2 6 19-15,-4 1 7 0,-2 4 0 16,0 2-6-16,0 2 6 16,0 0-8-16,0 0-8 15,-2 9 1-15,-10 8 14 16,-3 7 1-16,1-2-1 16,1 0 1-16,2-5 9 15,4-8-2-15,4-3-6 16,1-6 7-16,2 0 5 15,0 0 5-15,0-4 18 16,0-14-7-16,2-5-19 16,10-3-9-16,-3 3 0 15,-1 3 0-15,-1 5 10 16,-2 8-2-16,-3 3 3 0,0 4-11 16,1 0-1-16,3 0-8 15,3 11 1-15,5 4 7 16,3 3 0-16,-1 2 1 15,-1-2 0-15,-3-2 0 16,-6-2 0-16,-1-1-1 16,-5-6-1-16,0 1 1 15,0-4 7-15,0 0-7 16,-3-2 1-16,-3-2 0 16,-6 4-1-16,-5 1 0 0,-6 0-44 15,-6 4-62 1,-15 3-167-16,3-4-383 15,2 0-961-15</inkml:trace>
  <inkml:trace contextRef="#ctx0" brushRef="#br0" timeOffset="172491.45">19779 3601 317 0,'0'0'87'0,"0"0"-50"16,0 0 28-16,0 0 46 16,31 3-23-16,-22-3-29 15,2 0-14-15,3 1 6 16,-1-1 18-16,5 0-14 16,3 0 7-16,6 0-16 15,5 0-27-15,1 0-1 16,1-1 8-16,2-2-6 0,-3 1-10 15,-2 2 0 1,0 0 3-16,-2-2 22 0,0 2 8 16,-2 0 14-16,4-2 11 15,1-1 15-15,1 3-28 16,3-3-17-16,-1 1-6 16,3 0-13-16,0 2-5 15,0-2-5-15,-3 0 1 16,-1 1-4-16,-3-2 3 15,-4 1 0-15,-5 0-9 16,-4 0 15-16,-2 0-14 16,-3 0 10-16,-2 1 19 15,-2-5 8-15,-2 5-5 16,-3-3 15-16,1 0 4 16,-3-1-11-16,0 0-16 0,1-2-16 15,-1-4 7-15,0 1-16 16,-2-3 6-16,2 1 4 15,0 0-10-15,0-1 6 16,3-1 3-16,-1 0 8 16,3 0-2-16,0-2 1 15,2 0-10-15,-1-1 6 16,2 4-11-16,1-1 0 16,-5 2 0-16,4 2 0 15,-4 1 0-15,1 4-1 16,-3-2 6-16,2 3-6 15,0 0 0-15,-2 2 0 16,0 1 0-16,1-2-1 0,-1 3 0 16,0 0 0-16,2 0-7 15,-4 0-1-15,-2 0-1 16,2 0 9-16,-2 0-8 16,0 0 7-16,0 0 1 15,0 0 0-15,0 6-8 16,0-2 9-16,0 3 0 15,0 1 1-15,0 0 0 16,0 2 0-16,-4 0 0 16,-2 1 0-16,4 0 6 15,2-2-7-15,0 0 1 16,0-1-1-16,0-1 0 16,0 2 0-16,0 3 1 15,0 1 0-15,0-2-1 0,2 1 1 16,4 0 0-16,0-1 0 15,-2-2 0-15,3-1-1 16,1-2 0-16,4 0 0 16,-1-4 6-16,3 2-6 15,1-2 1-15,-1-1 0 16,1 2 1-16,-2 0-2 16,3-2 2-16,2-1-2 15,2 0 2-15,0 2-1 16,5-2-1-16,0 2 1 15,3 0 0-15,1 0 0 0,2 0 0 16,3 1-1 0,2-3 0-16,3 0 1 0,1 0 0 15,7 0 0-15,0 0 5 16,2 0-6-16,-4 0 1 16,-3 0-1-16,-6 0 0 15,-5 0 0-15,-4 0 0 16,0 0 0-16,0 0 0 15,2 3 0-15,0-3 0 16,4 2 1-16,0-2-1 16,3 0 1-16,-1 0 0 15,3 0 0-15,-2 0-1 16,0 0 0-16,-1 0 1 16,-1 0-1-16,-5 0 1 15,-7 0-1-15,-4 0 0 0,-9 2 0 16,-2 0 0-1,-5 1-9-15,0 2 8 0,0 4 1 16,0 8-1-16,0 5 0 16,3 3 1-16,2 1 0 15,-3 5 0-15,3-4 0 16,-3-5 0-16,1-5 0 16,-1-2 0-16,1-7 1 15,-5-4 0-15,2-4 0 16,-2 0 6-16,0 0 9 15,0 0 14-15,2-4-21 16,-2-14-9-16,0 0-93 0,0 0-299 16</inkml:trace>
  <inkml:trace contextRef="#ctx0" brushRef="#br0" timeOffset="195409.26">25310 4694 1292 0,'0'0'606'0,"0"0"-133"16,0 0-207-16,0 0-62 16,0 0-65-16,0 0-30 15,37 26-40-15,-37-22-25 16,0 2-20-16,0-2-9 16,0 2-6-16,0 0-2 15,0-2 8-15,-6-2-7 16,1-2 7-16,0 0-2 15,1 0 8-15,4 0-3 0,0-10 0 16,0-2-17 0,0 4 11-16,0 0-5 0,12 6-7 15,-2 2-1-15,-1 0-13 16,-2 0 14-16,-4 0-12 16,-3 2 4-16,0 4 7 15,0 3 1-15,-10-2 10 16,-5 3 2-16,-1-4-4 15,3-2-7-15,-1-4 13 16,5 0-8-16,3 0 9 16,4-10-8-16,0-7-7 15,2-6-1-15,0 3-7 0,12 0 8 16,9 6 0-16,-1 4-1 16,-2 8 1-16,-2 2 0 15,-6 0-14-15,-3 14 14 16,-7 6 0-16,0 4 8 15,-7 4 10-15,-17 0 7 16,-5 0-11-16,-3 0-13 16,1-4-1-16,2 0-12 15,8-3-102-15,-4 3-112 16,7-6-259-16,7-7-1059 0</inkml:trace>
  <inkml:trace contextRef="#ctx0" brushRef="#br0" timeOffset="-157625.42">7216 3942 538 0,'0'0'609'15,"0"0"-507"-15,0 0-36 16,0 0-16-16,0 0-26 15,0 0-11-15,6 0-13 16,3 0-18-16,-1 0-82 16,0-7-208-16</inkml:trace>
  <inkml:trace contextRef="#ctx0" brushRef="#br0" timeOffset="-155276.98">17556 3817 819 0,'0'0'216'0,"0"0"-70"16,0 0 52-16,0 0-41 15,0 0-65-15,0 0-62 16,0 0-30-16,0 7-7 15,0-1-207-15,-4-2-705 0</inkml:trace>
  <inkml:trace contextRef="#ctx0" brushRef="#br0" timeOffset="-149247.34">25026 3830 1318 0,'0'0'297'0,"0"0"-84"16,0 0 46-16,0 0-121 15,0 0-58-15,0 0 19 16,0 0-12-16,94-45-13 15,-79 44-1-15,4 1 13 16,-6 0-23-16,-3 0-24 0,2 1-12 16,-5 10-8-16,-3 0 6 15,0 4-4-15,-4 3-4 16,0 5 2-16,0-2 2 16,0 4-7-16,0 1 4 15,0 6 3-15,-4-3-6 16,-3 5 2-16,1 2-9 15,0 1 11-15,-4-1-4 16,3 2 3-16,-1-2-6 16,-2-2-1-16,4 3-4 15,-1-4-1-15,3-1-4 16,2-2-1-16,0-2 10 16,2-1-11-16,0-5 8 15,0-4-1-15,0-3 4 16,0 0-10-16,0-3 8 0,0 0-9 15,6-2 0-15,3 0 9 16,3-3-8-16,-2 2 13 16,3-6-13-16,1 0 10 15,-3-3-5-15,3 0 6 16,-5 0 1-16,-3 0 7 16,0-10 1-16,-3 0-11 15,-3-1-9-15,0 1 0 16,0 2 6-16,0 1-7 15,0 0 8-15,0 4-8 16,-5-2 6-16,3 2-5 16,2 0 1-16,-2 3-2 15,2 0 0-15,-2 0-12 0,0 0-9 16,-5 9 11-16,-2 5 9 16,-2 6 1-16,-2 1 0 15,1 4 1-15,3 1 0 16,1 0 0-16,0-1 4 15,4 2-5-15,0-1 0 16,4 2 0-16,0 2 5 16,0 2-5-16,0 0 1 15,0 1-1-15,0-1 0 16,0-1 0-16,0 1 0 16,2 3 1-16,8-1-1 15,-2 1 0-15,1 0-1 0,-7 0 1 16,-2-1 0-16,0-3 1 15,0-1 0-15,-13-4-1 16,-5-1 6-16,-2-5-6 16,0-2 3-16,-5-4 4 15,1-2 5-15,-1-7-3 16,-1 0 5-16,1-5 10 16,1 0 7-16,1 0-4 15,4-5-10-15,0-4-2 16,3-1-14-16,5 0 6 15,3 2-7-15,-2 1-18 16,-1 2-85-16,-11 3-80 16,0 2-122-16,0 0-526 0</inkml:trace>
  <inkml:trace contextRef="#ctx0" brushRef="#br0" timeOffset="-89586.84">2329 6779 310 0,'0'0'96'0,"0"0"-63"15,0 0-10-15,0 0-17 16,0 0 2-16,0 0-8 16,0 111 1-16,0-94 1 15,-2 3 5-15,-8 6-6 16,4-3-1-16,0-5-10 0</inkml:trace>
  <inkml:trace contextRef="#ctx0" brushRef="#br0" timeOffset="-88641.94">2144 6287 1585 0,'0'0'244'16,"0"0"15"-16,0 0 88 16,0 0-92-16,0 0-64 15,11-103-76-15,-9 103-75 16,5 14-16-16,2 24-17 16,2 36 74-16,-2 39-3 15,-9 27 2-15,0 8-13 0,-5-10-6 16,-10-34-17-16,1-32-13 15,6-17 17-15,3-8-19 16,-2 3-2-16,1 0-21 16,-1 0 6-16,3-12 3 15,-1-13 1-15,3-5-14 16,0-11 4-16,2-3-5 16,0-4 0-16,0-2 11 15,0 0-11-15,0 0 19 16,0 0-20-16,0 0 6 15,0 0-5-15,2 0 5 16,13 0-5-16,8 0 18 0,4 0 17 16,2 0-15-16,0 0-7 15,-2 0-13-15,-6 0 5 16,2 0-5-16,-5-2-1 16,-5 2-10-16,1 0-28 15,-3 0-41-15,4-1-37 16,3-4-28-16,7-4-55 15,35-18-48-15,-4 1-361 16,-3 0-571-16</inkml:trace>
  <inkml:trace contextRef="#ctx0" brushRef="#br0" timeOffset="-88327.27">3067 6798 1765 0,'0'0'508'0,"0"0"-340"15,0 0 131-15,0 0-160 16,0 0-81-16,0 0-34 15,0 0 10-15,104 2-11 16,-59-2-11-16,-3 0-6 16,-1-2 1-16,-10 0-7 15,-2 2-21-15,-9 0-62 0,-2 0-142 16,-10 0-268-16,-3 4-83 16,-5 1-941-16</inkml:trace>
  <inkml:trace contextRef="#ctx0" brushRef="#br0" timeOffset="-88116.69">3049 7092 1015 0,'0'0'694'16,"0"0"-565"-16,0 0 188 16,0 0-51-16,0 0-124 15,0 0 6-15,0 0-39 16,118 30-35-16,-73-30-23 0,-7 0-37 15,-7-2-13 1,-7 2-1-16,-3 0 0 0,8 0-145 16,-8 0-346-16,0 0-280 0</inkml:trace>
  <inkml:trace contextRef="#ctx0" brushRef="#br0" timeOffset="-84941.53">4157 6324 1733 0,'0'0'346'15,"0"0"-115"-15,0 0 73 0,0 0-80 16,0 0-138-16,0 0-44 16,0 0 17-16,73 68 36 15,-59-6-11-15,-5 9-6 16,-5 5-21-16,-4 0-3 16,0 1-17-16,0-6-10 15,-11-6 2-15,-5-5-19 16,1-10 5-16,1-8-9 15,1-12 2-15,2-7-7 16,2-12 6-16,0-9-1 16,-2-2 8-16,-5-4 4 15,1-16-17-15,-1-5 14 16,7-6-15-16,7-1 0 0,2 6-7 16,9 9-1-16,18 8-5 15,6 9-4-15,3 4 7 16,-5 26-2-16,-4 12 12 15,-11 8-4-15,-10 7 3 16,-6 1 2-16,0 0-1 16,-22-5 1-16,-3-2-1 15,0-5-52-15,4-7-59 16,2-7-52-16,13-6-54 16,6-10-312-16,15-9-229 15,10-4-607-15</inkml:trace>
  <inkml:trace contextRef="#ctx0" brushRef="#br0" timeOffset="-84468.08">5079 6527 1829 0,'0'0'315'16,"0"0"-191"-16,0 0 36 16,0 0 24-16,23 122-62 0,-21-68-16 15,-2-3-10-15,0-5-24 16,0-6-36-16,-4-8-22 15,-3-9 4-15,3-9-16 16,-1-5 8-16,0-9-8 16,3 0 14-16,2-2 5 15,0-16-12-15,0 0-9 16,0-1 0-16,7 10-1 16,4 9-8-16,0 0 8 15,1 22-11-15,-1 18 12 16,-7 8 7-16,-2 8 17 15,-2 0-9-15,0-2-7 16,0-7-7-16,0-11-1 0,0-9 0 16,0-8-1-16,0-9-44 15,40-10-69-15,-3 0-117 16,2-4-494-16</inkml:trace>
  <inkml:trace contextRef="#ctx0" brushRef="#br0" timeOffset="-83987.33">5760 6752 1515 0,'0'0'281'0,"0"0"-44"15,0 0 112-15,0 0-174 16,-118 32-98-16,93 9 4 16,2 12 26-16,6 7-29 15,5-2-35-15,12-4-22 16,0-5-12-16,19-12-9 16,10-10 8-16,6-12-8 15,1-11 0-15,1-4-8 16,0-9-43-16,-6-19-38 15,-6-7-13-15,-6-6 28 16,-5 0-4-16,-8 3 78 16,-6 10 2-16,0 7 60 0,0 12 86 15,0 9-5-15,0 0-65 16,0 12-46-16,0 18 12 16,0 7 33-16,0 4-23 15,0 6-26-15,0-4-5 16,0-3-23-16,0-1 16 15,5-10-16-15,-1-2 0 16,3-8-18-16,0-4-70 16,17-10-86-16,-2-2-171 15,3-3-538-15</inkml:trace>
  <inkml:trace contextRef="#ctx0" brushRef="#br0" timeOffset="-83610.97">6292 6711 1835 0,'0'0'317'0,"0"0"-119"16,0 0 22-16,0 0-85 15,0 0-26-15,-62 118-19 16,62-79-42-16,0-7-26 15,9-5-14-15,9-10 1 16,4-5-8-16,-1-10 10 16,-2-2-11-16,-3 0 0 0,-7-2-6 15,-5-6-6 1,-4 4 11-16,0 4 0 0,0 0 1 16,-13 18-6-16,-7 14 6 15,-3 11 14-15,6 8-3 16,5 2 5-16,10-2-16 15,2-5 0-15,0-7 0 16,20-9 0-16,3-9-8 16,21-7-140-16,-6-7-337 15,-2-5-512-15</inkml:trace>
  <inkml:trace contextRef="#ctx0" brushRef="#br0" timeOffset="-83454.33">6788 7429 1773 0,'0'0'614'16,"0"0"-536"-16,0 0 129 15,0 0-125-15,0 0-67 16,-101 127-15-16,69-91-231 16,-3-4-934-16</inkml:trace>
  <inkml:trace contextRef="#ctx0" brushRef="#br0" timeOffset="-81269.29">7436 6497 1594 0,'0'0'264'0,"0"0"-122"15,0 122 238-15,0-59-146 16,0 0-70-16,0-3-45 16,0-5-26-16,0-8-29 15,0-6-13-15,0-11-30 16,0-8 0-16,0-8-15 16,0-12 6-16,0-2 0 15,-4-5 15-15,-1-16-17 0,3-7-9 16,2 2 2-1,0 6-1-15,0 10-4 0,13 10-7 16,0 6 2-16,1 30-1 16,-5 16 8-16,-9 10 6 15,0 8 8-15,-7-2-5 16,-11-5-3-16,-1-11 0 16,0-7-5-16,6-12-2 15,4-6-4-15,7-12-38 16,2-6-71-16,0-6-60 15,38-3-79-15,-2 0-293 16,-1-2-363-16</inkml:trace>
  <inkml:trace contextRef="#ctx0" brushRef="#br0" timeOffset="-80767.36">7991 6665 2011 0,'0'0'304'0,"0"0"-178"16,0 0 48-16,43 133-6 0,-22-53-71 15,2 7-22 1,-3 2 6-16,-7-7-29 15,-3-14-24-15,-4-11-27 0,-4-19 13 16,-2-12-8-16,0-14 0 16,0-10-6-16,0-2 18 15,0-6 4-15,0-19-14 16,0-4-2-16,3-10-6 16,14-1 3-16,10-1-2 15,9 2-2-15,4 9 0 16,0 12 0-16,-3 16-10 15,-5 2 2-15,-10 22 2 16,-8 13 6-16,-14 4 1 16,0 4 0-16,-16-3 15 15,-15-7 10-15,-5-4 8 0,-1-7-7 16,0-8-5-16,6-8-15 16,9-6 1-16,6 0 7 15,8-13-14-15,8-4-27 16,0-1-69-16,8 2-39 15,33-10-107-15,-3 6-401 16,-3-1-505-16</inkml:trace>
  <inkml:trace contextRef="#ctx0" brushRef="#br0" timeOffset="-80571.38">8662 7231 1692 0,'0'0'535'0,"0"0"-254"15,0 0-26 1,0 0-101-16,9 118-49 0,-9-84-41 16,0-4-33-16,-9-4-20 15,2-7-5-15,3-6-6 16,4-5-39-16,0-8-91 16,0 0-174-16,4-1-427 0</inkml:trace>
  <inkml:trace contextRef="#ctx0" brushRef="#br0" timeOffset="-80233.03">9199 6964 1382 0,'0'0'284'0,"0"0"-34"16,0 0 49-16,0 0-131 15,0 0-58-15,0 0 15 16,-127 124-9-16,113-80-7 16,4-1-37-16,7-7-35 15,3-7-22-15,9-6-6 16,18-7-7-16,11-8 13 15,7-4-14-15,-1-4-1 0,-1 0-13 16,-8 0-74-16,-6 0-80 16,2 0-124-16,-10-9-252 15,-4 0-545-15</inkml:trace>
  <inkml:trace contextRef="#ctx0" brushRef="#br0" timeOffset="-80066.04">9492 7249 1573 0,'0'0'234'16,"0"0"148"-16,0 0-79 16,0 0-152-16,0 108-66 15,-3-79-53-15,1-4-19 16,-3-3-11-16,5-3-2 0,0-7-96 16,2-6-272-1,10-6-202-15</inkml:trace>
  <inkml:trace contextRef="#ctx0" brushRef="#br0" timeOffset="-79513.86">10162 7086 1525 0,'0'0'223'0,"0"0"-118"16,0 0 188-16,0 0-121 0,-124-55-78 15,93 55-12-15,-1 23-17 16,1 15-6-16,4 9 16 16,9 3-7-16,9-3 6 15,9-4-36-15,0-7-6 16,11-9-21-16,16-6 7 15,6-9-12-15,3-4 6 16,5-8-5-16,-1 0-6 16,-3-4-1-16,-3-15-20 15,-5-10-4-15,-7-6 6 16,-9-8 18-16,-3-11 2 16,-10-6 7-16,0-7 4 0,0-1 22 15,0 2 5-15,0 2 11 16,0 4 31-16,0 5-25 15,0 9-7-15,0 10-8 16,0 9 6-16,2 16-4 16,4 11-1-16,1 2-43 15,5 30-3-15,-4 16 2 16,3 15 2-16,-4 9 10 16,0 4-10-16,-3-2 0 15,3-6 0-15,-1-8-1 16,2-9-7-16,0-15-53 15,3-12-93-15,16-19-107 16,0-5-422-16,0 0-744 0</inkml:trace>
  <inkml:trace contextRef="#ctx0" brushRef="#br0" timeOffset="-79183.34">10773 6709 1892 0,'0'0'510'16,"0"0"-418"-16,0 0 30 16,0 0 6-16,0 0 5 15,-83 127-64-15,77-73-33 16,6-4-24-16,0-6 0 16,0-8-11-16,13-11 0 15,3-11 0-15,-3-9-1 16,-4-5-16-16,-2 0-13 0,-5 0 5 15,-2 0 6-15,0 2 8 16,-9 16-11-16,-9 11 11 16,3 11 8-16,1 4 1 15,6 4 0-15,8-2 1 16,0-4-1-16,0-6 1 16,15-10-8-16,16-10-135 15,0-7-235-15,-2-9-511 0</inkml:trace>
  <inkml:trace contextRef="#ctx0" brushRef="#br0" timeOffset="-78649.23">11366 6485 690 0,'0'0'855'16,"0"0"-556"-1,0 0 93-15,0 0-113 0,0 0-51 16,0 0-128-16,0 0-66 16,-38 35 63-16,23 16 15 15,1 7-19-15,3-2-30 16,9-3-37-16,2-7-5 16,2-13-20-16,15-8 10 15,4-11-10-15,-1-10 10 16,-3-4-5-16,-1 0-6 15,-5-13-8-15,-1 3-10 16,-10 5 11-16,0 5-13 16,-3 5-1-16,-19 32 6 0,-7 16 14 15,-4 14-1-15,4 9 2 16,6 4-1-16,12-6 0 16,11-9-7-16,0-14-2 15,5-8 4-15,14-13-84 16,8-8-91-16,18-12-146 15,-5-3-323-15,-5-7-726 0</inkml:trace>
  <inkml:trace contextRef="#ctx0" brushRef="#br0" timeOffset="-78332.41">11928 7002 1000 0,'0'0'910'15,"0"0"-631"-15,0 0-156 16,0 0-23-16,0 0-36 16,0 0-44-16,118-10-9 15,-82 4-11-15,-1 2-10 0,-6 0-176 16,-11 2-135-16,-9 0-455 16</inkml:trace>
  <inkml:trace contextRef="#ctx0" brushRef="#br0" timeOffset="-78191.59">11883 7275 1192 0,'0'0'193'0,"0"0"-97"16,0 0 38-16,0 0-92 16,159 14-42-16,-115-10-198 15,-7-2-907-15</inkml:trace>
  <inkml:trace contextRef="#ctx0" brushRef="#br0" timeOffset="-72701.58">14503 7291 1685 0,'0'0'202'16,"0"0"-137"-16,0 0 40 15,0 0 95-15,0 0-13 16,158-24-81-16,-94-14-53 16,3-13-22-16,-3-5-8 15,-6-9-7-15,-8-4-7 0,-10-5 3 16,-11-3-5-16,-9 1 5 16,-11 2-4-16,-9 4 7 15,0 10 3-15,0 8 32 16,-5 8-8-16,-3 8 0 15,1 7-8-15,2 10-1 16,3 7 8-16,2 5-22 16,0 7-10-16,7 0-9 15,21 12-6-15,17 21 6 16,7 14 0-16,1 18 2 16,-2 12-1-16,-3 10 3 15,-11 1-2-15,-1 1 1 16,-9-5-2-16,-7-6-1 0,-9-4 0 15,-11-5 2 1,0-9 4-16,-13-11-5 0,-14-6 7 16,-2-9-8-16,-2-10 9 15,4-12-9-15,4-9 9 16,3-3 3-16,5-12 5 16,-1-15-11-16,3-1 0 15,6 0 0-15,3 2 6 16,4 6 10-16,0 4-16 15,0 4-1-15,17 2-5 16,8 6-1-16,6 1-10 16,7 3 10-16,0 0-15 0,7 7-41 15,4 8-31 1,4-1-63-16,38-1-51 0,-12-5-288 16,-6-7-348-16</inkml:trace>
  <inkml:trace contextRef="#ctx0" brushRef="#br0" timeOffset="-72497.81">16045 7048 1994 0,'0'0'309'15,"0"0"-193"-15,0 0-29 16,0 0-30-16,132-37-26 15,-81 26-14-15,-5 1-17 0,-12 2 0 16,-16 8-172-16,-14 0-320 16,-4 0-369-16</inkml:trace>
  <inkml:trace contextRef="#ctx0" brushRef="#br0" timeOffset="-72356.08">16085 7257 1232 0,'0'0'294'16,"0"0"-138"-16,0 0 63 15,0 0-71-15,0 0-18 16,0 0-9-16,0 0-58 16,154 34-42-16,-100-44-21 15,-12 2-38-15,-18 2-454 0</inkml:trace>
  <inkml:trace contextRef="#ctx0" brushRef="#br0" timeOffset="-70937.98">16950 6295 1618 0,'0'0'348'15,"0"0"-102"-15,0 0-109 0,0 0-55 16,-20 133 60-16,20-54-40 15,0 11-23-15,0 4 1 16,5 1-32-16,5-7-11 16,-5-6-16-16,-5-7 3 15,0-10-7-15,-5-7-1 16,-16-9-7-16,-6-12 0 16,0-7-1-16,0-15-7 15,2-9 11-15,5-6 0 16,5 0 6-16,6-10-12 15,4-1 1-15,5 2-1 16,0 9-6-16,0 0-6 16,2 20-12-16,8 20 18 0,-6 16 0 15,-4 12 9 1,0 8-8-16,-22 2-1 0,-10 0 0 16,-14 17-30-16,5-21-180 15,8-13-906-15</inkml:trace>
  <inkml:trace contextRef="#ctx0" brushRef="#br0" timeOffset="-68631.2">17597 6858 500 0,'0'0'652'0,"0"0"-432"15,0 0-31-15,0 0 28 16,0 0-29-16,0 0-65 16,0 0-17-16,-77-16 0 15,67 37 13-15,-4 14-8 16,1 11-17-16,2 10-12 15,1 6-46-15,8 3-9 0,2-5-13 16,0-11 3 0,19-6-16-16,5-14 0 0,7-6 17 15,7-9 8-15,0-6 24 16,5-7-14-16,-4-1-12 16,-1 0-9-16,-2-5 11 15,-10-16 4-15,-3-2 8 16,-12-12 22-16,-9-6-3 15,-2-7 3-15,-4-6-13 16,-19-1-8-16,-6 3-16 16,-4 6 0-16,-3 4-13 15,1 10-1-15,4 6-8 16,4 8-1-16,6 6 0 16,6 5 1-16,7 4-2 15,0 1-4-15,2 2-13 0,-3 0-48 16,0 0-13-16,-2 8-31 15,4 1-30-15,7 2-144 16,0-3-412-16,2-6-330 0</inkml:trace>
  <inkml:trace contextRef="#ctx0" brushRef="#br0" timeOffset="-68325.49">17770 6717 1159 0,'0'0'304'0,"0"0"-118"16,0 0-6-16,0 0-95 15,0 0-48-15,0 0 103 16,0 0 56-16,2 119-16 15,-11-60-66-15,-13 8-32 16,-9 11-10-16,-9 6-5 16,-4 3-22-16,-6-5-17 15,8-8-19-15,4-6-9 16,11-8-39-16,3 5-161 16,6-19-424-16,7-12-1046 0</inkml:trace>
  <inkml:trace contextRef="#ctx0" brushRef="#br0" timeOffset="-67843.13">18225 7337 884 0,'0'0'771'0,"0"0"-459"16,0 0-33-16,0 0-123 0,0 0-100 15,0 0 12-15,0 0 48 16,-55 110-62-16,30-72-29 16,5-2-23-16,5-5-2 15,9-5-100-15,6-8-359 16,0-12-272-16</inkml:trace>
  <inkml:trace contextRef="#ctx0" brushRef="#br0" timeOffset="-67040.83">18463 7200 1654 0,'0'0'311'16,"0"0"-170"-16,0 0-11 15,0 0-80-15,0 0-29 16,0 0 11-16,125 22 16 16,-73-11 8-16,-3 1-7 15,-5-1-22-15,-6-6-26 0,-5 1 7 16,-6-3-8-1,-7 2 6-15,-3-5-6 0,-9 2 1 16,-4-2 5-16,-1 0 2 16,-3 0 17-16,0 0-9 15,0-12-7-15,0-6-8 16,-5-5 11-16,-5-2-12 16,-4-3 1-16,-1-1 12 15,-2 2 16-15,-1-2-7 16,3 3 0-16,4 3 26 15,4-3-6-15,7 1 10 16,0-3-26-16,0 0-13 16,20-2-12-16,5 2 5 15,2 2-6-15,2 4 0 16,-2 5-1-16,-1 6 1 0,-4 3-1 16,-1 4 1-1,-2 4-1-15,-1 0-11 0,0 0 10 16,0 12-4-16,-2 4 0 15,-3 4 6-15,-7 4-8 16,-6 2 8-16,0 6 0 16,0 0 1-16,-13 4-1 15,-5 2 6-15,1-1-6 16,-1-2 1-16,2 0 0 16,5-3-1-16,0-2 5 15,4-7-4-15,3 0 4 16,2-9-5-16,2-2 6 15,0-3-6-15,0-6 0 16,0 1 1-16,0-2 5 16,9 0 16-16,8-1 17 0,5-1 10 15,3 0-22-15,2 0-9 16,-2 0-10-16,-2 0-8 16,0 0-1-16,-1 0-23 15,-3 0-97-15,7 0-142 16,-6 0-393-16,-2 0-613 0</inkml:trace>
  <inkml:trace contextRef="#ctx0" brushRef="#br0" timeOffset="-66866.19">19402 7275 1657 0,'0'0'278'0,"0"0"-194"15,0 0 89-15,0 0-6 16,0 0-51-16,-19 106-73 15,-2-74-28-15,-1 2-15 16,-3 0-2-16,-19 21-171 16,6-9-306-16,-1-4-860 0</inkml:trace>
  <inkml:trace contextRef="#ctx0" brushRef="#br0" timeOffset="-64450.8">5777 6573 819 0,'0'0'168'0,"0"0"-118"16,0 0-50-16,0 0-48 16,0 0-92-16,0 0-274 0</inkml:trace>
  <inkml:trace contextRef="#ctx0" brushRef="#br0" timeOffset="-63212.47">19931 6645 780 0,'0'0'407'15,"0"0"-66"-15,0 0-103 0,0 0-36 16,0 0-1 0,0 0-39-16,0 0-53 0,48-14-62 15,-25 42 19-15,2 12 5 16,-8 10-11-16,-5 6-4 16,-8 4 8-16,-4 2-20 15,0-7-14-15,-7-3-10 16,-9-8-9-16,3-7-3 15,-1-10-7-15,6-8 0 16,1-12-1-16,3-7 12 16,-1 0 3-16,5-11-2 15,0-12-12-15,0-1 5 16,0 4-6-16,16 4-9 16,1 11 9-16,3 5-1 15,-1 15-7-15,-4 23 1 16,-6 13 7-16,-6 7 0 15,-3 2 1-15,0-4 0 0,-6-4 5 16,-2-10-5-16,1-8-1 16,3-10-1-16,4-7-47 15,0-12-75-15,0-5-126 16,4-4-46-16,11-10-297 0</inkml:trace>
  <inkml:trace contextRef="#ctx0" brushRef="#br0" timeOffset="-62694.49">20594 6847 1222 0,'0'0'305'0,"0"0"-103"16,0 0-35-16,0 0-111 15,0 0-24-15,0 0-1 16,-122 149 15-16,111-95 38 16,2-1-4-16,9-7-22 0,0-6-29 15,11-12-7 1,16-12-8-16,8-13 0 0,1-3 4 15,3-9-10-15,-8-15-2 16,-8-6-6-16,-6-7-1 16,-9-4-45-16,-8-4-19 15,0-1 36-15,0 4 29 16,0 12 0-16,0 12 21 16,0 13 47-16,0 5-46 15,0 18-21-15,0 15 17 16,0 9 36-16,4 4 8 15,2-2 9-15,-2-2-20 16,0-5-20-16,1-8-17 16,-1-5-8-16,0-5 1 15,1-5-7-15,0-6 0 0,1-3-7 16,3-5-90 0,14 0-117-16,-1-13-111 0,2-4-466 0</inkml:trace>
  <inkml:trace contextRef="#ctx0" brushRef="#br0" timeOffset="-62311.82">21076 6689 1011 0,'0'0'503'16,"0"0"-391"-16,0 0 25 15,0 0-58-15,0 0-46 16,0 0 51-16,-71 131-25 16,64-79-4-16,7 0 10 15,0-4-36-15,0-9-18 16,16-8 2-16,8-9-4 16,1-9-8-16,0-10-1 15,-4-3-40-15,-5 0-36 16,-5-2 30-16,-9-4 23 15,-2 6 23-15,0 0 0 16,-4 12-12-16,-11 22 5 16,-3 9 1-16,5 7 6 15,5 2 7-15,8-2-7 16,0-6 0-16,25-8-9 0,6-2 8 16,14-3-35-1,-5-6-189-15,-7-5-473 0</inkml:trace>
  <inkml:trace contextRef="#ctx0" brushRef="#br0" timeOffset="-60592.32">21778 7308 789 0,'0'0'362'0,"0"0"-97"16,0 0-22-16,0 0-36 16,0 0-17-16,0 0-1 15,0 0-32-15,0-13-7 16,0 13-56-16,-2 0-35 15,-7 7-29-15,-6 12 16 16,-8 11 35-16,-10 8-30 0,-5 6-27 16,-2 4-23-16,2 0-1 15,5 2-12-15,10-11-217 16,8-15-698-16</inkml:trace>
  <inkml:trace contextRef="#ctx0" brushRef="#br0" timeOffset="-57402.39">22347 6565 1676 0,'0'0'201'16,"0"0"-148"-16,0 132 117 15,0-59-67-15,0 4 27 16,2-3-23-16,-2-3-52 16,0-13-25-16,0-9-9 15,0-16-8-15,0-11-7 16,0-12 1-16,0-10 2 16,0 0 23-16,0-10 2 15,-2-13-15-15,2-5-8 16,0 2-4-16,2 3-6 0,18 9 1 15,3 14-2-15,0 0-1 16,2 26 0-16,-7 12-3 16,-7 11 4-16,-9-2 1 15,-2 0 7-15,0-9-8 16,-4-7 3-16,-7-7-2 16,-1-4-1-16,6-9 0 15,2-1-72-15,2-5-124 16,2 0-60-16,2-5-77 15,14 0-373-15,3 0-187 0</inkml:trace>
  <inkml:trace contextRef="#ctx0" brushRef="#br0" timeOffset="-56855.26">22859 6587 1746 0,'0'0'316'0,"0"0"-224"16,0 0 11-16,5 126 54 15,-3-51-16-15,-2 9-41 16,0-3-11-16,4 0-32 15,4-11-17-15,0-10-13 0,3-12-16 16,-1-11-10-16,-4-16 12 16,-2-6-13-16,-1-9 1 15,-3-6 8-15,0 0 14 16,0 0 32-16,0-14-26 16,0-7-11-16,0-11-12 15,0 0-6-15,13-3 0 16,7 0 1-16,7 3-1 15,6 6 0-15,3 8-2 16,2 9 2-16,-2 9 0 16,-7 0 0-16,-8 13 0 15,-7 17 1-15,-7 5 6 16,-7 0-6-16,0 2-1 0,-15-2 8 16,-14-4 7-16,-10-3-14 15,-3-4 9-15,-7-4-9 16,5-6 4-16,4-4-5 15,9-6-2-15,10-4 2 16,9 0-10-16,8 0-35 16,4-11-63-16,16-10-221 15,13 3-299-15,-2-3-650 0</inkml:trace>
  <inkml:trace contextRef="#ctx0" brushRef="#br0" timeOffset="-56641.79">23497 7245 1746 0,'0'0'338'16,"0"0"-35"-16,0 0-87 16,0 0-133-16,-58 116-41 15,54-94-23-15,4-6-8 16,0-2-11-16,0-6-30 15,4-8-207-15,10 0-367 16,-1 0-563-16</inkml:trace>
  <inkml:trace contextRef="#ctx0" brushRef="#br0" timeOffset="-56298.66">23867 6958 831 0,'0'0'621'16,"0"0"-396"-16,0 0 19 15,0 0-50-15,0 0-50 16,0 0-87-16,0 0-20 15,-102 32 37-15,81 6 30 16,6 3-18-16,3 0-40 0,10-1-13 16,2-8-32-16,0-3 18 15,23-9-1-15,6-8 3 16,2-6-7-16,4-6-14 16,-1 0-78-16,1 0-63 15,8-18-140-15,-9-1-268 16,-8 2-375-16</inkml:trace>
  <inkml:trace contextRef="#ctx0" brushRef="#br0" timeOffset="-56147.69">24068 7207 1026 0,'0'0'278'16,"0"0"32"-16,0 0 29 16,0 0-94-16,0 109-48 0,0-85-111 15,0 1-49 1,-2-4-24-16,2-4-13 0,0 0 0 15,4-8-215-15,9-3-384 16</inkml:trace>
  <inkml:trace contextRef="#ctx0" brushRef="#br0" timeOffset="-55606.65">24605 7096 863 0,'0'0'714'15,"0"0"-584"-15,0 0 80 16,0 0-32-16,-116-22-66 15,92 36-61-15,-1 16-6 16,4 9 38-16,4 3 4 16,9-1-27-16,4-4-17 15,4-7-3-15,8-9-12 16,19-9 14-16,4-3-18 16,2-9-8-16,3 0 2 15,-3-2-16-15,-6-17-2 0,-2-6-12 16,-8-8-23-16,-3-16 7 15,-3-11 27-15,-3-15 0 16,-2-5 1-16,-2-2 1 16,-4 5 0-16,0 18 11 15,0 14 54-15,0 19 38 16,0 17 4-16,0 9-23 16,0 0-66-16,4 25-17 15,1 13 11-15,-1 8-2 16,2 7-10-16,4 1 6 15,-4 0-6-15,3-4 0 16,-5-4-1-16,4-5-45 16,-6-3-46-16,-2 4-92 15,0-10-284-15,0-10-169 0</inkml:trace>
  <inkml:trace contextRef="#ctx0" brushRef="#br0" timeOffset="-55261.47">25125 6735 1795 0,'0'0'321'0,"0"0"-227"16,0 0 7-16,0 0-8 16,-32 107-44-16,32-66-25 0,0 3-15 15,13-11 1 1,6-7-8-16,-2-10 6 0,-1-7-7 15,-5-9 0-15,-7 0 8 16,0 0 0-16,-4-5-3 16,0 5-6-16,0 0-3 15,-13 10-6-15,-9 22 8 16,-3 8 2-16,4 8 4 16,5 1-5-16,7-5 1 15,9-3-7-15,0-6 12 16,2-5-13-16,11-4 7 15,1-6-77-15,1-2-202 16,-1-6-217-16,-3-3-707 0</inkml:trace>
  <inkml:trace contextRef="#ctx0" brushRef="#br0" timeOffset="-55133.46">25191 7610 1166 0,'0'0'356'16,"0"0"-356"-16,0 0-507 0</inkml:trace>
  <inkml:trace contextRef="#ctx0" brushRef="#br0" timeOffset="-54607.47">25381 7495 1654 0,'0'0'556'0,"0"0"-297"16,0 0-40-16,0 0-110 15,0 0-55-15,0 0 8 0,0 0-9 16,-175 113-26-16,102-65-18 16,-27 22-9-16,18-12-96 15,13-9-567-15</inkml:trace>
  <inkml:trace contextRef="#ctx0" brushRef="#br0" timeOffset="-40270.58">25455 6462 861 0,'0'0'283'16,"0"0"-48"-16,0 0 16 16,0 0-92-16,0 0-117 15,0 0-21-15,64-30-1 16,-42 25 21-16,-4 1 71 16,-7 2-4-16,-7-1-35 15,-1 3-35-15,-1 0-20 16,-2 0-18-16,3 7 0 15,-1 7 1-15,-2 6 10 16,0 6-4-16,0 2 21 16,0 5-1-16,-7 6 25 0,-9 3-12 15,-2 1-11 1,1 0 17-16,-2 1-8 0,7 1-4 16,3-1-10-16,4-2-6 15,5 0-7-15,0-2 1 16,0-2-6-16,0-1 0 15,0-5 3-15,0-3-8 16,0-1 10-16,0-3-10 16,0-3 6-16,0-6-6 15,0-4 7-15,9-4-8 16,6-8 12-16,6 0 4 16,1 0 2-16,-2-8 2 15,-2-6-14-15,-5-3 14 16,-1 3 15-16,-6-1 1 15,-2 0-20-15,-4 1-5 0,3 0-10 16,-3 3 0-16,0 0 1 16,0 4-2-16,0 0 0 15,0 6 0-15,0 1-18 16,-16 0 1-16,-2 0 17 16,-4 3-6-16,0 5 5 15,2 2 1-15,1 3-1 16,2-1 1-16,3 1 0 15,1 4 0-15,-1 1 0 16,1 0 0-16,3 1 0 16,0 2 1-16,4-2-1 15,1 2 0-15,1 0 6 0,0 2-6 16,-2 0 0-16,4 2-2 16,-4-1 2-16,1-1 0 15,-1 2 0-15,-3 2 0 16,-2-4 1-16,-2 4 3 15,1-4-3-15,-1 0-2 16,-3-4 2-16,1 0 0 16,-1-6 5-16,-4-1-5 15,-4 1-1-15,-3-4 1 16,-2 0 7-16,0-1 1 16,2-2-8-16,2-2-1 15,6 0 1-15,0-2 0 16,4-2-1-16,-3 0 0 15,-17 0-57-15,3-9-238 16,1 0-784-16</inkml:trace>
  <inkml:trace contextRef="#ctx0" brushRef="#br0" timeOffset="-29874.5">2207 9448 1940 0,'0'0'329'0,"0"0"-163"16,0 0 59-16,0 0-112 16,0 0-83-16,0 0-17 15,64 60 14-15,-41-9 55 16,-2 12 2-16,-5 9 1 0,-7 9-32 16,-5 5-11-16,-4 3-9 15,0-3-9-15,-4-2-6 16,-5-8-5-16,1-9 2 15,2-11-7-15,6-12 3 16,0-12-10-16,0-9 5 16,3-9-6-16,11-2 9 15,3-7 1-15,3-3 2 16,7-2 12-16,4 0 1 16,5 0 5-16,1-12-21 15,2 3 3-15,-1-3-11 16,-5-1 4-16,-2 3-5 15,-4 0-7-15,-4-1-37 0,-4 0-63 16,22-17-73-16,-6 4-161 16,-1-2-720-16</inkml:trace>
  <inkml:trace contextRef="#ctx0" brushRef="#br0" timeOffset="-29617.44">3100 9872 1506 0,'0'0'540'0,"0"0"-376"15,0 0-22-15,0 0-58 16,0 0-56-16,114 0-17 15,-70 0-1-15,1 0-10 16,-5 0-9-16,-2 0-204 16,-14 0-255-16,-7 6-574 0</inkml:trace>
  <inkml:trace contextRef="#ctx0" brushRef="#br0" timeOffset="-29416.47">3191 10215 1667 0,'0'0'269'0,"0"0"-190"16,0 0 92-16,0 0-43 15,0 0-52-15,0 0-33 16,0 0-14-16,139 52-5 16,-110-52-15-16,-2 0-8 15,-5 0-1-15,4 0-205 16,-7 1-312-16,-6-1-864 0</inkml:trace>
  <inkml:trace contextRef="#ctx0" brushRef="#br0" timeOffset="-23008.8">4510 9382 1512 0,'0'0'353'16,"0"0"-168"-16,0 0 100 0,0 0-188 15,0 0-60 1,39 124 52-16,-18-43 20 0,-8 12 11 16,-7-1-21-16,-6-3-30 15,0-6-23-15,-6-13-5 16,-10-12-13-16,-2-12-3 16,0-8-14-16,3-12 4 15,-1-10-9-15,5-7 4 16,3-9-1-16,0 0 32 15,4-26-1-15,4-11-26 16,0-3-8-16,0 5-6 16,16 9 0-16,1 17-2 15,-1 9-10-15,-1 26 2 0,-5 24 9 16,-10 15 2 0,0 9-1-16,-18 3 0 0,-9 0 7 15,-2-9-7-15,2-10 0 16,7-9-6-16,7-9-19 15,13-13-94-15,13-15-114 16,21-7-455-16,1-5-1249 0</inkml:trace>
  <inkml:trace contextRef="#ctx0" brushRef="#br0" timeOffset="-22521.19">5536 9513 1974 0,'0'0'293'15,"0"0"-225"-15,0 0 156 16,0 152-77-16,0-86-36 16,-2 1-34-16,0-5-14 15,-2-8-34-15,2-12-11 16,-3-13-12-16,1-10-5 0,2-12 1 16,2-7 16-16,0 0 5 15,0-26-12-15,0-6-3 16,13-2-7-16,3 7 11 15,1 11-12-15,-1 16-8 16,-3 2-8-16,-1 32 15 16,-10 16 1-16,-2 10 9 15,0 7 17-15,-20-2-16 16,-5-4 7-16,2-8-17 16,6-7 7-16,1-13-7 15,5-8 0-15,5-12-9 16,6-5-67-16,0-8-114 15,21 0-140-15,10-2-308 16,4-10-554-16</inkml:trace>
  <inkml:trace contextRef="#ctx0" brushRef="#br0" timeOffset="-22077.74">6225 9842 1655 0,'0'0'281'0,"0"0"-127"16,0 0 214-16,0 0-222 16,-120-23-91-16,89 51 0 15,0 15 27-15,2 6-22 0,6 4-7 16,12-2-6-1,11-2-23-15,0-10-8 0,19-14-8 16,14-10 1-16,7-15-8 16,2 0 14-16,-2-21-15 15,-4-11-7-15,-9-10 1 16,-8-2 6-16,-5 0 0 16,-5 6 6-16,-5 10-2 15,-2 12 26-15,-2 12 30 16,0 4-29-16,0 10-23 15,0 22 17-15,0 12 41 16,0 6-1-16,0 4-25 0,0-2-16 16,0-6-23-16,0-3 0 15,0-11-1-15,6-6-45 16,19-18-94-16,0-6-102 16,0-2-618-16</inkml:trace>
  <inkml:trace contextRef="#ctx0" brushRef="#br0" timeOffset="-21567.16">6680 9549 1557 0,'0'0'290'15,"0"0"-70"-15,0 0-58 16,0 0-26-16,0 0 60 0,-46 150-49 16,32-92-36-1,8-1-32-15,6-10-37 0,0-6-29 16,4-9-5-16,14-15-7 16,-1-6 0-16,-1-11-1 15,0 0-9-15,-5-6 3 16,-4-9-12-16,-7 6 11 15,0 9-2-15,0 0 0 16,-18 9 0-16,-5 22 9 16,-3 8 2-16,4 5-1 15,3 2 6-15,9-3-6 16,5-1-2-16,5-4-7 16,7 3-43-16,11-12-228 15,1-7-566-15</inkml:trace>
  <inkml:trace contextRef="#ctx0" brushRef="#br0" timeOffset="-21384.97">6954 10432 1532 0,'0'0'725'0,"0"0"-627"15,0 0 91-15,0 0-63 16,-58 103-83-16,50-74-25 15,1-6-18-15,7 1-103 16,0-7-358-16,0-9-686 0</inkml:trace>
  <inkml:trace contextRef="#ctx0" brushRef="#br0" timeOffset="-20906.09">7612 9557 1380 0,'0'0'513'15,"0"0"-413"-15,0 0-33 0,0 0 123 16,0 0-9-16,-6 123-46 16,-4-74-14-16,-5-1-13 15,-1-2-55-15,1-8-31 16,1-7-11-16,5-9-4 16,5-12 2-16,4-10-8 15,0 0 21-15,2-12-9 16,15-12 1-16,2 0-14 15,1 6 0-15,0 9-1 16,-2 9-7-16,-5 19-4 16,-4 27 12-16,-9 14-1 15,0 10-6-15,-7 2 7 16,-13-1 0-16,0-11 0 0,3-14 0 16,5-13 0-1,8-14 0-15,4-15-87 0,0-4-10 16,22-28-180-16,7-4-368 15,0-1-653-15</inkml:trace>
  <inkml:trace contextRef="#ctx0" brushRef="#br0" timeOffset="-20396.91">8142 9919 1894 0,'0'0'321'15,"0"0"-129"-15,0 0 16 16,-114 25-123-16,86 7-30 15,8 12 18-15,6 5-20 16,14 4-21-16,0 0-14 16,14-7-4-16,19-11-13 15,9-12 17-15,3-13-16 16,4-10-4-16,-6-2-19 16,-6-24-16-16,-3-13 9 0,-7-12 14 15,-3-14 13-15,-3-10 1 16,-4-10 0-16,1 0 1 15,-5 5 12-15,-4 10 12 16,-4 12 50-16,-5 15 10 16,0 14 27-16,0 14-25 15,0 15-17-15,0 3-53 16,0 33-16-16,-2 16 11 16,-3 17-11-16,-2 8 11 15,3 8-12-15,0-5 0 16,4-5-18-16,0-12-64 15,6-3-74-15,14-19-168 16,0-19-819-16</inkml:trace>
  <inkml:trace contextRef="#ctx0" brushRef="#br0" timeOffset="-20051.14">8902 9726 1594 0,'0'0'712'16,"0"0"-628"-16,0 0 85 16,0 0-15-16,-122 81-66 15,97-27-7-15,10 4 7 16,9-3-43-16,6-7-26 0,2-13-11 16,17-8-1-16,6-15-6 15,2-12-1-15,-3 0-21 16,-5-12-14-16,-6-8 14 15,-11 4-1-15,-2 11 22 16,0 5 8-16,-23 7-8 16,-6 32 2-16,-2 16 17 15,0 11 16-15,9 9-14 16,6-5-11-16,14-7-8 16,2-14-2-16,2-14-9 15,40-22-30-15,-1-9-112 16,-1-4-457-16</inkml:trace>
  <inkml:trace contextRef="#ctx0" brushRef="#br0" timeOffset="-19344.66">9446 9479 1472 0,'0'0'333'0,"0"0"-58"16,0 0 55-16,0 0-204 15,0 0-86-15,0 0-23 16,0 0 5-16,92-101 15 16,-76 101 6-16,-7 8-35 0,-5 24 8 15,-4 12 35 1,0 11 28-16,-13 3-16 0,-5 3 1 16,3-6-34-16,1-3-18 15,9-8-11-15,5-10 0 16,0-8 9-16,3-12-9 15,13-7 5-15,5-7-5 16,2-7-1-16,-3-14-3 16,-5-5-15-16,-5 1 0 15,-8 10 0-15,-2 8 9 16,-5 7-10-16,-19 14 18 16,-13 26-5-16,-4 20 6 0,-4 9 1 15,7 12 19 1,7-2-7-16,11-3-2 0,13-8-10 15,7-8 0-15,0-11 8 16,5-5-7-16,8-7 2 16,1-5-4-16,-3-3-1 15,9-5-76-15,-3-5-159 16,2-12-713-16</inkml:trace>
  <inkml:trace contextRef="#ctx0" brushRef="#br0" timeOffset="-12125.42">11662 9597 1590 0,'0'0'345'16,"0"0"-104"-16,0 0-126 15,0 0-37-15,0 0 104 16,21 150 11-16,-11-78-47 16,-3 7-23-16,0-1-41 15,-2-2-25-15,-3-4-18 16,-2-3-21-16,0-9-4 0,0-4-14 16,0-10 11-1,0-10-11-15,0-9 1 0,0-13-1 16,0-7-1-16,-2-7-40 15,2 0-11-15,-2-12-51 16,-3-41-150-16,0 5-397 16,-2-1-425-16</inkml:trace>
  <inkml:trace contextRef="#ctx0" brushRef="#br0" timeOffset="-11899.54">11569 9673 1222 0,'0'0'526'0,"0"0"-372"15,0 0 51-15,0 0-7 16,141-28-78-16,-93 24-61 16,-1-1-37-16,-5 5-11 15,-8-3-11-15,-10 3-1 16,-8 0-64-16,-11 0-196 15,-3 3-244-15,-2 6-700 0</inkml:trace>
  <inkml:trace contextRef="#ctx0" brushRef="#br0" timeOffset="-11742.89">11734 9927 325 0,'0'0'932'15,"0"0"-684"-15,0 0 36 0,0 0-63 16,0 0-81-16,0 0 4 15,0 0-65-15,121 67-52 16,-77-67-16-16,9-4-11 16,-11-4-117-16,-6-2-400 0</inkml:trace>
  <inkml:trace contextRef="#ctx0" brushRef="#br0" timeOffset="-11419.74">12295 9950 1532 0,'0'0'341'15,"0"0"-99"-15,0 0-44 16,0 0-135-16,0 0-34 16,121-11-28-16,-83 8-2 15,-5 3-25-15,-6 0-242 0,-7 0-279 16,-13 0-503-16</inkml:trace>
  <inkml:trace contextRef="#ctx0" brushRef="#br0" timeOffset="-11246.38">12387 10072 400 0,'0'0'889'16,"0"0"-538"-16,0 0-3 16,0 0-59-16,0 0-118 15,0 0-34-15,0 0-41 16,14 80-5-16,23-78-56 15,8-2-9-15,4 0-20 16,7 0-6-16,23-5-127 16,-11-9-427-16,-5-4-611 0</inkml:trace>
  <inkml:trace contextRef="#ctx0" brushRef="#br0" timeOffset="-10818.3">13116 9465 1594 0,'0'0'242'0,"0"0"-151"15,0 0 164-15,0 132-69 0,4-61-42 16,3 4-2-16,0 3-10 15,-3-6-40-15,-2-5-43 16,-2-9-30-16,0-12-11 16,0-9 0-16,-2-10-7 15,-4-13-2-15,-2-9 7 16,2-5-6-16,2-5 9 16,-1-15-2-16,5-1-5 15,0 4 4-15,0 7-6 16,11 10 0-16,5 0-2 15,1 30 1-15,0 16 1 16,-7 14 1-16,-5 7 16 16,-5 1 2-16,0-4-8 0,0-6-5 15,-9-10-6 1,3-8 0-16,1-5-5 0,5-7-46 16,0-10-210-16,13-6-611 0</inkml:trace>
  <inkml:trace contextRef="#ctx0" brushRef="#br0" timeOffset="-10150.65">13738 9865 1315 0,'0'0'219'0,"0"0"61"15,0 0-65-15,0 0-7 16,0 0-83-16,0 0-70 15,0 0-35-15,-76 27 27 16,56 13 44-16,2 8 0 16,4 4 3-16,10 0-6 15,4-1-41-15,7-4-12 16,22-5-14-16,11-8-8 16,11-7-4-16,3-11-7 15,4-8 10-15,-5-8-12 16,-4 0 7-16,-8-12-6 15,-10-12 14-15,-6-9-15 16,-10-4 6-16,-9-4-4 0,-6-1 17 16,0 2 5-16,-9 3-5 15,-13 2 32-15,-5 3-30 16,-2 4 2-16,5 6-22 16,0 6 9-16,1 8-10 15,6 4-12-15,-1 4-11 16,-1 0-50-16,4 0-81 15,1 4-212-15,6-2-525 0</inkml:trace>
  <inkml:trace contextRef="#ctx0" brushRef="#br0" timeOffset="-9901.74">14044 9597 1213 0,'0'0'481'0,"0"0"-425"16,0 0 69-16,-37 129 70 16,-3-37-36-16,-2-4-11 15,-5 8-5-15,5 3-70 16,11-19-73-16,6 26-2 15,9-26-265-15,12-17-378 0</inkml:trace>
  <inkml:trace contextRef="#ctx0" brushRef="#br0" timeOffset="-9595.46">14416 10256 1234 0,'0'0'728'0,"0"0"-630"15,0 0 56-15,0 0 65 16,-42 104-141-16,30-71-39 16,3-3-33-16,5-6-6 15,4-4-163-15,0-6-378 16,15-7-906-16</inkml:trace>
  <inkml:trace contextRef="#ctx0" brushRef="#br0" timeOffset="-8934.88">14714 10164 1219 0,'0'0'256'0,"0"0"-149"16,0 0 70-16,0 0-104 16,117 18-45-16,-82-4-3 15,-2-3 10-15,-1-1-10 16,-8-5-10-16,-4-1-6 16,-4-1-2-16,-5-3 0 15,-7 0 8-15,0 0 1 0,-4 0 7 16,0-8-4-16,0-6 15 15,0-3 35-15,-2 0 1 16,-4-6 16-16,-3 0-33 16,2-6-12-16,3 0-17 15,-3-2-5-15,4-1-2 16,3 0-2-16,0-1 4 16,0 4 8-16,12-2 4 15,12 1-7-15,5 7-14 16,8 1-10-16,0 3 6 15,1 7-6-15,-3 6 0 16,-4 6 0-16,-6 0-1 0,-2 3-14 16,-8 16 15-1,-6 8-6-15,-4 4 0 0,-5 3 5 16,0 5-5-16,-14-1 6 16,-8-1 1-16,-2 4 7 15,-1-3-8-15,7-4 1 16,3-2-1-16,8-3 1 15,5-7 7-15,2-5-8 16,0-3 21-16,0-3 7 16,11-3 26-16,7-4 28 15,6 0-26-15,7-4-35 16,0 0-15-16,0 0-6 16,-2 0-73-16,5 0-107 15,-8-2-157-15,-3-4-504 0</inkml:trace>
  <inkml:trace contextRef="#ctx0" brushRef="#br0" timeOffset="-8752.83">15539 10263 1585 0,'0'0'485'15,"0"0"-308"-15,0 0 2 16,0 0 44-16,0 0-121 15,-40 134-55-15,11-101-47 16,-20 16-22-16,7-9-191 16,1-8-622-16</inkml:trace>
  <inkml:trace contextRef="#ctx0" brushRef="#br0" timeOffset="-6554.68">16252 9749 1288 0,'0'0'238'0,"0"0"-83"16,0 0-71-16,0 0 86 15,60 153-12-15,-50-83 10 16,-10 1-46-16,0 1-1 16,0-12-39-16,-2-11-34 15,-8-8-12-15,1-13-18 16,5-10-1-16,0-13-6 16,2-5 8-16,2 0 1 15,0-15 1-15,0-7-11 16,0-3-10-16,0 7 12 15,2 11-12-15,8 7 0 16,-1 15-18-16,1 28 10 16,-6 10 8-16,-4 6 6 15,0-1-4-15,-6-4 5 16,-6-12-6-16,5-10 4 0,5-11-5 16,2-13-6-16,23-8-86 15,12-22-201-15,5-5-524 0</inkml:trace>
  <inkml:trace contextRef="#ctx0" brushRef="#br0" timeOffset="-6096.54">16918 9968 1222 0,'0'0'312'0,"0"0"-63"16,0 0 6-16,0 0-145 15,0 0-21-15,-139 82 14 16,112-34-29-16,6 6-2 16,13-1-7-16,8-5-8 15,2-10-17-15,29-10-10 16,9-14-11-16,9-14-1 15,3 0 1-15,-6-19-19 16,-6-13 0-16,-11-6-4 16,-11-3-13-16,-7-2-13 15,-9 7 30-15,-2 8 0 0,0 12 8 16,0 12 33-16,0 4-27 16,0 13-13-16,0 18-1 15,0 9 27-15,0 5-5 16,0 1 8-16,8-3-15 15,7-6-2-15,5-8-1 16,5-15-11-16,4-5 7 16,6-9-8-16,3 0-94 15,14-34-228-15,-10 1-358 16,-9 2-699-16</inkml:trace>
  <inkml:trace contextRef="#ctx0" brushRef="#br0" timeOffset="-5774.53">17534 9806 1512 0,'0'0'322'0,"0"0"-17"15,0 0-101-15,0 0-142 16,0 0 49-16,-60 108 2 16,48-60-47-16,6-4-26 15,6-7-11-15,0-8-13 16,16-11-6-16,3-7 2 15,6-11 3-15,-4 0-7 16,-4-5-8-16,-3-9 0 16,-8 1 0-16,-6 10-9 0,0 3-11 15,-2 10 1 1,-18 22 18-16,0 16 0 0,-2 8 1 16,3 5 1-16,11-1 9 15,8-7-10-15,0-9 0 16,15-10 0-16,37-13-19 15,-5-9-200-15,-1-10-496 0</inkml:trace>
  <inkml:trace contextRef="#ctx0" brushRef="#br0" timeOffset="-5218.45">18064 10401 1597 0,'0'0'296'0,"0"0"-181"16,0 0 101-16,0 0 12 0,-29 118-84 16,0-69-68-16,-4-3-42 15,-7 6-34-15,7-15-77 16,6-8-746-16</inkml:trace>
  <inkml:trace contextRef="#ctx0" brushRef="#br0" timeOffset="-1177.89">18687 9784 606 0,'0'0'804'0,"0"0"-603"16,0 0 54-16,0 0-124 0,0 0 37 15,0 0 13-15,64 148-63 16,-57-90 1-16,-7 2-23 16,0-4-28-16,0-6-29 15,0-6-12-15,0-11-11 16,0-10-7-16,-4-9-1 16,1-9-2-16,3-5 10 15,0 0 14-15,0-19 10 16,0-6-25-16,0-1-15 15,16 10-6-15,0 13 6 16,-1 3-2-16,-1 35-6 16,-6 12 7-16,-8 13 2 15,0 3 9-15,-4-3-9 0,-16-6 12 16,2-11-12 0,4-9-1-16,8-12 0 0,6-20-88 15,22-2-454-15,5 0-746 0</inkml:trace>
  <inkml:trace contextRef="#ctx0" brushRef="#br0" timeOffset="-232.08">19226 9803 1385 0,'0'0'311'15,"0"0"224"-15,0 0-315 16,0 0-105-16,0 0-73 15,0 0 59-15,2 175 8 16,5-91-51-16,-5 6-6 16,1-3-13-16,-3-12-21 15,0-8-4-15,0-18-8 16,0-10-6-16,0-18 8 0,0-8-8 16,0-13 7-16,0 0 13 15,0-15-6-15,0-16-13 16,0-5 1-16,12-4-2 15,9-2-2-15,10 4-4 16,13 4-5-16,8 7 0 16,2 16 11-16,-6 8 1 15,-7 3-1-15,-14 17-6 16,-12 13 0-16,-15 2 6 16,0 0 1-16,-11-2 12 15,-18-4 2-15,-4-8 3 16,-8-4-8-16,5-9-1 15,1-5-9-15,8 0 9 16,10-3-9-16,9-13-16 16,8-4-63-16,21-14-145 0,14 3-475 15,6 4-408-15</inkml:trace>
  <inkml:trace contextRef="#ctx0" brushRef="#br0" timeOffset="-45.64">19817 10263 1731 0,'0'0'306'16,"0"0"-35"-16,0 0-148 15,0 0 2-15,0 0-30 16,-16 109-50-16,11-82-21 16,3-1-18-16,0-4-6 0,2-4-5 15,2-2-167-15,14-7-355 16,2-4-505-16</inkml:trace>
  <inkml:trace contextRef="#ctx0" brushRef="#br0" timeOffset="345.72">20218 10244 1114 0,'0'0'307'0,"0"0"-19"16,0 0-99-16,0 0-75 15,0 0 12-15,-120 55-39 16,101-28 11-16,8 4-15 16,5-2-13-16,6 0-12 15,0-3-20-15,13-3-20 16,10-4 3-16,1-5-21 16,1-4-6-16,4-6-131 0,0-4-118 15,0 0-62 1,2-1-35-16,5-19-45 0,-7 6 23 15,-6-1-122-15</inkml:trace>
  <inkml:trace contextRef="#ctx0" brushRef="#br0" timeOffset="714.8">20675 10337 1575 0,'0'0'184'15,"0"0"-13"-15,0 0 40 16,0 0-51-16,-69 120-40 16,53-87-70-16,3-1-27 15,1-6-22-15,8-5-1 0,4-8 0 16,0-5-268-16,0-8-539 15</inkml:trace>
  <inkml:trace contextRef="#ctx0" brushRef="#br0" timeOffset="1207.73">20989 10229 1107 0,'0'0'545'16,"0"0"-409"-16,0 0 125 0,0 0-159 16,-113 39-59-16,80 2-12 15,1 3 10-15,3 4 5 16,9 0 16-16,11-7 14 15,9-4-31-15,0-9-16 16,29-10-17-16,9-9 27 16,8-9-20-16,1 0-19 15,-2-18-47-15,-5-9 19 16,-8-7-14-16,-6-8 17 16,-8-10 25-16,-4-8 1 15,-6-8 5-15,-6-1 8 16,-2 6 45-16,0 3 29 15,0 11 21-15,0 8 0 0,0 14-44 16,0 11-14-16,0 11 3 16,0 5-38-16,0 27-15 15,5 17 3-15,-1 10-3 16,-2 8-1-16,-2-2 1 16,0-2 7-16,0-5-8 15,0-11-3-15,0-8-53 16,2-10-226-16,10-12-612 0</inkml:trace>
  <inkml:trace contextRef="#ctx0" brushRef="#br0" timeOffset="1569.46">21622 9972 2032 0,'0'0'248'16,"0"0"-76"-16,0 0-99 16,0 0-36-16,0 0 28 15,-87 145 7-15,80-84-11 16,5-3-13-16,2-7-25 16,0-10-22-16,7-9 11 15,2-15-12-15,-2-11-27 16,-3-6-17-16,-2 0 36 0,-2-4-20 15,0-3-4 1,0 7 18-16,-13 0-1 0,-11 19 14 16,-5 20 1-16,2 14 6 15,2 10 1-15,12 1 3 16,11 0-8-16,2-8-1 16,0-8-1-16,25-12-46 15,-4-16-430-15,0-12-759 0</inkml:trace>
  <inkml:trace contextRef="#ctx0" brushRef="#br0" timeOffset="1824.38">21908 10724 2278 0,'0'0'263'0,"0"0"-226"16,0 0 7-16,-114 98-18 15,49-34-26-15,10-7-95 16,5-11-624-16</inkml:trace>
  <inkml:trace contextRef="#ctx0" brushRef="#br0" timeOffset="7478.21">22810 9930 967 0,'0'0'781'0,"0"0"-638"16,0 0 53-16,0 0-76 0,0 0 84 15,25 160-57-15,-21-84-46 16,-4 2-32-16,0-1-4 16,-11-9-33-16,-9-13-14 15,0-10-3-15,2-12-14 16,3-12 16-16,6-11-11 15,6-10 5-15,3 0 3 16,0-19-1-16,19-10-13 16,10 3-1-16,2 6 0 15,2 10 0-15,-4 10 1 16,-8 12-13-16,-9 22 12 16,-12 10 1-16,0 4 8 15,-6 1-7-15,-12-8 7 0,5-6-7 16,9-12-1-16,12-18-117 15,19-5-548-15,9-2-468 0</inkml:trace>
  <inkml:trace contextRef="#ctx0" brushRef="#br0" timeOffset="7905.3">23535 10357 1172 0,'0'0'645'0,"0"0"-531"0,0 0 270 16,-132-12-240-16,101 22-95 15,4 16-31-15,5 6-6 16,9 2 1-16,6 2 0 16,7-2 8-16,0-5-3 15,29-7-17-15,9-8 26 16,8-11-12-16,4-3-9 15,1-3-6-15,-9-24-76 16,-6-11-49-16,-11-14 45 16,-9-28 52-16,-10-4 22 15,-6-7 6-15,0 3 18 16,0 28 87-16,-14 9 78 16,3 20 2-16,3 23-50 15,0 8-53-15,2 16-61 0,-1 24-2 16,1 14 22-16,2 6-4 15,4 5-19-15,0-5-17 16,0-6 8-16,4-12-9 16,11-10-13-16,5-12-74 15,26-14-75-15,-5-6-185 16,-1 0-522-16</inkml:trace>
  <inkml:trace contextRef="#ctx0" brushRef="#br0" timeOffset="8213.26">24083 10014 1850 0,'0'0'314'0,"0"0"-167"15,0 0-4-15,0 0-46 0,-98 122-39 16,94-77-30-16,4-7-7 16,8-6-21-16,21-13 9 15,5-8 12-15,-1-11-21 16,-4 0-11-16,-6-16-4 15,-7-9 5-15,-5 2-14 16,-9 4 24-16,-2 11 0 16,0 8 1-16,-19 17-1 15,-9 23 0-15,-6 12 9 16,1 9-7-16,6 2-2 16,7-3 1-16,12-8 0 15,8-7-1-15,0-10 0 16,28-8-89-16,3-12-385 15,3-10-582-15</inkml:trace>
  <inkml:trace contextRef="#ctx0" brushRef="#br0" timeOffset="8356.62">24384 10715 1847 0,'0'0'243'16,"0"0"-157"-16,-77 107-38 15,34-39-48-15,11-12-90 16,3-8-1079-16</inkml:trace>
  <inkml:trace contextRef="#ctx0" brushRef="#br0" timeOffset="12957.29">25002 10024 9 0,'0'0'1462'15,"0"0"-1246"-15,0 0 282 16,0 0-262-16,0 0-68 15,0 0-75-15,40-54-34 16,-18 115 25-16,-6 12-4 16,-8 12-24-16,-8-1-4 15,0-6-15-15,-6-11-20 16,-12-14-1-16,2-13-15 16,1-9 2-16,1-12 3 0,6-11-8 15,3-6 4 1,5-2-1-16,0-10-1 0,3-14-1 15,14 0-18-15,5 4 8 16,1 8 4-16,2 12 6 16,-6 0 0-16,-5 24-2 15,-5 10 3-15,-9 5 9 16,0 2 3-16,0-3-4 16,-5-1-7-16,3-9-1 15,2-8-32-15,29-13-138 16,11-4-216-16,7-3-479 0</inkml:trace>
  <inkml:trace contextRef="#ctx0" brushRef="#br0" timeOffset="13354.94">25671 10273 1365 0,'0'0'317'16,"0"0"-54"-16,0 0 121 16,0 0-225-16,0 0-105 15,-130 38 30-15,101 8-5 16,7 4-3-16,8 0-17 16,14-5-13-16,0-10-22 15,29-11-17-15,12-12 19 16,3-10-14-16,3-2-12 0,-2-18-44 15,-10-14-45-15,-8-10 25 16,-9-9 22-16,-7-2 31 16,-7 0 11-16,-2 14 54 15,-2 13 58-15,0 16 18 16,0 10-65-16,0 17-56 16,-4 22-3-16,-2 5 12 15,-1 2-7-15,5-4-11 16,2-5 0-16,0-10-20 15,24-5-83-15,5-10-186 16,-2-7-663-16</inkml:trace>
  <inkml:trace contextRef="#ctx0" brushRef="#br0" timeOffset="13506.53">26005 10537 1728 0,'0'0'293'15,"0"0"97"-15,0 0-134 16,-22 103-99-16,19-75-80 15,3-4-48-15,0-6-29 16,16-6-35-16,20-12-169 16,-3 0-442-16,-1-19-769 0</inkml:trace>
  <inkml:trace contextRef="#ctx0" brushRef="#br0" timeOffset="13867.54">26234 10062 2096 0,'0'0'326'0,"0"0"-177"16,0 0 62-16,-25 109-40 16,23-45-44-16,2 6-64 15,0-6-14-15,0-8-35 16,0-12-10-16,0-11-4 16,0-16-19-16,0-11-55 15,2-6 7-15,15-6 25 16,7-20-12-16,12-8 20 15,6-2 20-15,5 2 14 16,-1 8 2-16,-5 10 22 16,-8 14 15-16,-6 2-8 15,-14 15-4-15,-8 14 18 16,-5 3-5-16,-11 2-11 0,-18-4 4 16,-5-4-20-16,-1-3 1 15,2-7-7-15,4-9-1 16,8-3-5-16,5-4-1 15,12 0-3-15,4-11-98 16,7-5-98-16,15-1-635 0</inkml:trace>
  <inkml:trace contextRef="#ctx0" brushRef="#br0" timeOffset="14032.06">26741 10489 1930 0,'0'0'335'0,"0"0"168"0,0 0-351 16,-3 130-83 0,1-89-41-16,2-7-28 0,0-4-12 15,0-10-122-15,9-8-418 16,7-10-829-16</inkml:trace>
  <inkml:trace contextRef="#ctx0" brushRef="#br0" timeOffset="14317.27">27195 10294 1490 0,'0'0'258'0,"0"0"240"15,0 0-254-15,0 0-112 16,-127 45-30-16,107-5 19 16,5 4-50-16,12 0-27 15,3-1-29-15,7-7-2 16,22-7-2-16,7-8-11 16,8-11-17-16,28-10-98 15,-10-2-185-15,-6-15-486 0</inkml:trace>
  <inkml:trace contextRef="#ctx0" brushRef="#br0" timeOffset="14699.35">27871 10002 1844 0,'0'0'368'0,"0"0"-236"16,0 0 154-16,0 0-166 16,0 0-19-16,-117 94 4 15,109-52-17-15,6-2-36 16,2-6-17-16,4-6-25 16,16-10 11-16,5-9-13 0,-1-8-1 15,-4-1-1 1,-4 0-6-16,-7-7-26 0,-9 0-4 15,0 7 9-15,-9 0 11 16,-15 21 4-16,-5 18 5 16,0 12 1-16,4 9 1 15,10 4 17-15,7-2-9 16,8-5-1-16,0-10-8 16,12-8 0-16,5-12-19 15,14-13-128-15,-4-9-445 16,-4-5-1325-16</inkml:trace>
  <inkml:trace contextRef="#ctx0" brushRef="#br0" timeOffset="20058.18">5873 10668 761 0,'0'0'304'15,"0"0"21"-15,0 0-48 16,0 0-98-16,0 0-70 16,0 0-30-16,-7 4-26 15,7 0-22-15,25-3 9 16,17-1 13-16,21 0-53 16,57 0-69-16,-13 0-273 0,-11-1-853 15</inkml:trace>
  <inkml:trace contextRef="#ctx0" brushRef="#br0" timeOffset="20659.5">8042 10760 1365 0,'0'0'161'0,"0"0"-140"0,0 0 30 15,0 0-51 1,167 7-14-16,-113-4-659 0</inkml:trace>
  <inkml:trace contextRef="#ctx0" brushRef="#br0" timeOffset="23248.7">16997 10645 411 0,'0'0'114'0,"0"0"10"15,0 0-83-15,129-5-41 16,-71 5-15-16,-13 0-25 16,-3 0-244-16</inkml:trace>
  <inkml:trace contextRef="#ctx0" brushRef="#br0" timeOffset="25552.27">28423 10770 1262 0,'0'0'856'0,"0"0"-655"16,0 0 257-16,0 0-330 15,0 0-89-15,0 0-24 16,0 0 0-16,-75 58 21 16,46-18-5-16,-5 2-29 15,8-2 5-15,3-5-7 16,12-5-79-16,11-15-174 16,18-6-414-16,8-9-946 0</inkml:trace>
  <inkml:trace contextRef="#ctx0" brushRef="#br0" timeOffset="26046.72">29224 9922 1575 0,'0'0'291'16,"0"0"-38"-16,0 0-133 0,0 0-77 15,-20 121 112-15,13-54 13 16,3 5-49-16,0-3-31 15,-4-6-17-15,4-17-43 16,-1-11-16-16,-1-12 1 16,2-9-5-16,-2-7 2 15,4-7-8-15,2 0 23 16,0-9 50-16,0-18-36 16,8-4-27-16,5-4-12 15,3 12-2-15,-3 14 1 16,-5 9-12-16,0 20 7 15,-8 22 4-15,0 9 4 16,-2 7 5-16,-19 1-7 16,1-4 5-16,-1-9-4 0,4-8-1 15,6-9 0-15,6-8-45 16,5-10-133-16,23-11-372 16,3 0-458-16</inkml:trace>
  <inkml:trace contextRef="#ctx0" brushRef="#br0" timeOffset="26496.98">29792 10239 1597 0,'0'0'241'16,"0"0"157"-16,0 0-234 16,0 0-114-16,0 0-32 15,-118 68 2-15,94-18-10 16,6 4 26-16,11-1 19 16,7-7-21-16,0-10-18 15,23-11-4-15,6-9-3 16,4-11 2-16,0-5-11 15,-4-9-3-15,-4-17-44 16,-6-9-21-16,-5-6 46 16,-7-3 11-16,-5 0 11 0,-2 6 42 15,0 9 79-15,0 10 29 16,0 13-38-16,0 6-53 16,-2 6-59-16,-5 24 9 15,3 10-9-15,-1 4 9 16,3 2-8-16,2 0 6 15,0-6-7-15,0-1 0 16,9-5-60-16,6-8-194 16,6-10-644-16</inkml:trace>
  <inkml:trace contextRef="#ctx0" brushRef="#br0" timeOffset="26678.34">30009 10619 808 0,'0'0'1268'16,"0"0"-1122"-16,0 0 139 16,0 0-162-16,0 0-73 15,-12 116-31-15,8-87-6 16,2-5-13-16,2-2-1 16,0-8-209-16,0-8-586 0</inkml:trace>
  <inkml:trace contextRef="#ctx0" brushRef="#br0" timeOffset="27173.87">30499 10345 1317 0,'0'0'248'16,"0"0"-63"-16,0 0 48 15,0 0-128-15,-134-8-43 16,94 43 33-16,2 8-27 16,9 6 4-16,9 2 2 15,16-2-29-15,4-7-21 16,6-6-3-16,23-12-10 0,7-10 0 15,2-10-11-15,2-4-33 16,-4-12-68-16,-7-18-111 16,-7-15 53-16,-7-10 98 15,-5-28 43-15,-6-2 18 16,-2-2 24-16,-2-2 41 16,0 29 142-16,0 8 18 15,0 21-18-15,0 16-23 16,0 15-82-16,0 6-89 15,0 32-12-15,0 20 15 16,0 12 14-16,0 7 15 16,0-3-24-16,0-7-8 15,2-14-11-15,7-11-2 16,7-10-36-16,28-16-90 16,-1-9-341-16,3-7-531 0</inkml:trace>
  <inkml:trace contextRef="#ctx0" brushRef="#br0" timeOffset="27489.6">30909 10142 1952 0,'0'0'247'16,"0"0"-27"-16,0 0-89 16,0 0-19-16,-123 126-39 15,104-80-18-15,9 0-28 16,10-11-17-16,0-12 2 15,12-4-11-15,10-12-1 0,0-7 0 16,-2 0-12-16,-4 0-3 16,-10-12 13-16,-3 3-4 15,-3 7 6-15,0 2-1 16,-20 4-1-16,-7 26 2 16,-2 10 0-16,2 13 6 15,8 0-5-15,9 0 9 16,10-7-9-16,0-6 0 15,6-12-1-15,29-12-27 16,-2-10-336-16,-4-6-596 0</inkml:trace>
  <inkml:trace contextRef="#ctx0" brushRef="#br0" timeOffset="27850.05">31025 10922 1250 0,'0'0'1056'0,"0"0"-935"15,0 0 211-15,-121 95-218 16,66-48-71-16,-37 34-43 15,13-11-31-15,4-8-659 0</inkml:trace>
  <inkml:trace contextRef="#ctx0" brushRef="#br0" timeOffset="41272.41">11577 11339 1288 0,'0'0'723'0,"0"0"-482"16,0 0-138-16,0 0 90 15,32 103-39-15,-19-39-28 16,-4 2-25-16,-5 0-17 15,-4-4-41-15,0-8-22 16,-6-7-1-16,-9-14-19 16,-1-7 13-16,5-14-12 15,1-12 5-15,6-7 7 16,4-25-14-16,0-8-6 16,10 1-9-16,11 11 13 15,6 19-6-15,0 10 7 0,-5 57-3 16,-13 13 4-16,-9 15 2 15,0 6 11-15,-18-16-5 16,-4 0 5-16,6-15-13 16,12-17 0-16,4-18-74 15,18-12-227-15,4-11-725 0</inkml:trace>
  <inkml:trace contextRef="#ctx0" brushRef="#br0" timeOffset="46971.25">12266 11596 879 0,'0'0'962'0,"0"0"-653"16,0 0 6-16,0 0-139 15,0 0-100-15,0 0 37 16,17 133 4-16,-11-60-14 15,-2 4-45-15,-4-6-1 16,0-10-43-16,0-11 1 16,0-11-15-16,0-10 17 15,0-11-16-15,0-10 0 0,0-8 9 16,0 0-1-16,0-22-1 16,13-10-7-16,16-8-2 15,12 2 1-15,1 4 0 16,3 12-6-16,-3 14 4 15,-9 8-4-15,-8 8 5 16,-10 21 0-16,-9 6 1 16,-6 5 3-16,-19 3-2 15,-18-3 10-15,-6-3-10 16,-4-4 14-16,4-10-14 16,8-8 5-16,10-11-5 0,12-4-1 15,11-10-9-15,2-14-92 16,40-17-51-16,3 8-178 15,1 3-424-15</inkml:trace>
  <inkml:trace contextRef="#ctx0" brushRef="#br0" timeOffset="47159.71">12808 12071 1491 0,'0'0'325'16,"0"0"72"-16,0 0-45 15,0 0-125-15,0 115-131 16,-4-79-22-16,-6-2-50 16,4-6-10-16,2-7-14 15,4-6-57-15,0-13-160 0,10-2-486 16,6 0-811-16</inkml:trace>
  <inkml:trace contextRef="#ctx0" brushRef="#br0" timeOffset="47442.41">13261 11825 1356 0,'0'0'285'15,"0"0"193"-15,0 0-255 0,0 0-33 16,-123 12-92-16,96 14 0 15,5 8-16-15,7 2-20 16,5 0-28-16,10 0-16 16,0-2-10-16,10-4-7 15,14-3-2-15,2-8 9 16,8-5-17-16,2-5-37 16,6-9-83-16,21 0-178 15,-12-12-262-15,-7-4-492 0</inkml:trace>
  <inkml:trace contextRef="#ctx0" brushRef="#br0" timeOffset="47818.46">13729 11511 1729 0,'0'0'312'15,"0"0"-88"-15,0 0-12 16,0 0-83-16,-87 136-66 16,76-78 29-16,6-2-40 15,5-5-13-15,3-6-37 16,21-13 5-16,5-14-7 16,3-12-24-16,-1-6-61 15,-4-4-31-15,-10-14 55 16,-8 2 25-16,-6 4 36 15,-3 9 9-15,0 3 19 0,-19 19-10 16,-1 15 21-16,-2 8 7 16,2 4-24-16,9-1-4 15,9-6-17-15,2-5 3 16,9-6-4-16,18-5-7 16,2-6-59-16,10 5-63 15,-5-5-264-15,-7-3-555 0</inkml:trace>
  <inkml:trace contextRef="#ctx0" brushRef="#br0" timeOffset="160105.2">14328 11269 1341 0,'0'0'192'0,"0"0"-99"16,0 0 139-1,0 0-107-15,0 0-85 0,0 0 31 16,79 12 71-16,-75 32 35 15,-4 10-34-15,0 9-36 16,2 3-35-16,1-2-11 16,1 0-15-16,2-10-22 15,4-5-4-15,1-15-20 16,2-13 11-16,3-13-2 16,4-8-4-16,-3-8 7 15,2-21 1-15,-9-3-4 16,-5-3-1-16,-5 9-8 0,0 10 0 15,-15 14 2 1,-6 2 4-16,-3 26 15 0,-3 23-21 16,0 15 7-16,5 12-7 15,2 10 5-15,7 0-4 16,3-1-1-16,10-7 2 16,0-12 7-16,2-10-18 15,12-11 0-15,1-12-5 16,-1-8-40-16,-3-6-61 15,-2 8-177-15,-4-5-366 16,-3-3-1047-16</inkml:trace>
  <inkml:trace contextRef="#ctx0" brushRef="#br0" timeOffset="178305.39">14700 12332 1505 0,'0'0'230'0,"0"0"-69"15,0 0 110-15,0 0-154 16,0 0-77-16,0 0 0 15,0 0 16-15,52-12 5 16,-50 12 3-16,-2 5-10 16,0 0 4-16,0 4-24 15,-8-4-9-15,-4-1-5 16,3-1-8-16,5-3-3 16,4 0 4-16,0-5 5 0,0-11-6 15,15-2-12 1,8-1 1-16,1 8-1 0,-1 5 1 15,-6 6-1-15,-5 0-8 16,-8 20 7-16,-4 4 0 16,0 2 0-16,-20 0 1 15,-5-6 0-15,1-3 21 16,6-10-9-16,2-7 5 16,10 0 4-16,3-4 1 15,3-16 0-15,0-1-11 16,9-2-11-16,7 7 1 15,-3 6-1-15,-1 6-9 16,-4 4 8-16,-3 0 0 16,-3 2-7-16,-2 8 8 15,0 0 0-15,0-2-1 0,0-2 0 16,-9-2 1-16,5-4-43 16,2 0-205-16,2 0-517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43:47.3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2953 11328 1644 0,'0'0'213'15,"0"0"149"-15,0 0-90 16,0 0-131-16,0 0-5 15,0 0-45-15,-4 5 13 16,4-1-19-16,0-2-20 16,6-2-34-16,-2 0-5 15,2 0-5-15,-4 0-3 0,0 0 21 16,-2 0-5 0,0-9 13-16,0-3-28 0,0-5 2 15,0 1-11-15,-7-2 11 16,-9-2-15-16,-4 2-5 15,-2-2 0-15,-2 2 0 16,-1 2-2-16,-2 2 8 16,0 1-8-16,3 7 1 15,0 0 0-15,1 5-7 16,1 1 5-16,-1 0-7 16,-1 10 8-16,-2 8 0 15,-1 8-5-15,2 4-1 16,2 4 7-16,6 9-1 15,5 3-8-15,6 5 9 16,6 6-2-16,0 4 1 0,0 6 1 16,14 3 0-16,3 0-1 15,4-1 7-15,3-5-12 16,5-10 7-16,0-8-2 16,5-8 1-16,3-10 0 15,3-8 4-15,1-6-2 16,1-8 5-16,-2-2-7 15,-5-4 19-15,-1 0-18 16,-5 0-1-16,-7-2 1 16,-4-6-1-16,-3 0 0 15,1 2-42-15,2 0-62 16,20-3-81-16,-4-2-131 16,1 1-604-16</inkml:trace>
  <inkml:trace contextRef="#ctx0" brushRef="#br0" timeOffset="362.22">3569 11514 1731 0,'0'0'294'15,"0"0"25"-15,0 0-79 16,0 0-173-16,0 0 12 15,0 0-49-15,0 0-2 16,148 15-22-16,-109-12 0 16,-4 1-6-16,-1-2-70 15,-1 3-223-15,-8-2-273 16,-10 1-499-16</inkml:trace>
  <inkml:trace contextRef="#ctx0" brushRef="#br0" timeOffset="548.73">3640 11814 1530 0,'0'0'400'15,"0"0"-156"-15,0 0 107 16,0 0-219-16,0 0-24 16,0 0-17-16,0 0-45 15,102 17-34-15,-61-17-12 16,14-15-49-16,-10-3-209 15,-5 0-494-15</inkml:trace>
  <inkml:trace contextRef="#ctx0" brushRef="#br0" timeOffset="842.94">4342 11047 1515 0,'0'0'271'16,"0"0"4"-16,0 0-114 16,0 0-80-16,0 0 87 0,8 116-27 15,0-70-13 1,-4 0-74-16,-2-8-33 0,1-3-12 15,-1-8-8-15,-2-6-1 16,2-7-59-16,4-11-135 16,-1-3-408-16,0 0-502 0</inkml:trace>
  <inkml:trace contextRef="#ctx0" brushRef="#br0" timeOffset="992.55">4506 11113 1605 0,'0'0'291'16,"0"0"-127"-16,0 0 134 0,0 0-191 16,-13 142-51-1,11-92-38-15,2 14-18 0,0-11-172 16,0-11-540-16</inkml:trace>
  <inkml:trace contextRef="#ctx0" brushRef="#br0" timeOffset="2350.15">5519 11069 1287 0,'0'0'168'0,"0"0"63"15,0 0-61-15,-114 24-85 16,83-4-3-16,4 6 7 16,5 0-37-16,9 3 14 15,4 3-4-15,7-1-26 16,2 1-11-16,0-2-23 16,15-2 12-16,10-2-13 0,6 1-1 15,6 0 17-15,4 0 2 16,1 4-13-16,-2 1-5 15,-5 3 1-15,-5 5 7 16,-12 4-18-16,-12 2 18 16,-6 1 0-16,0 0 4 15,-22-2 26-15,-2-3 2 16,-7-8-1-16,0-6-8 16,-1-10-9-16,-2-8 0 15,3-8-14-15,-2-2 6 16,4 0-8-16,3-14-1 15,3-4-5-15,7 0-1 16,5-2-1-16,9 0-49 0,2 1-28 16,19-8-130-1,16 6-280-15,0 3-512 0</inkml:trace>
  <inkml:trace contextRef="#ctx0" brushRef="#br0" timeOffset="2823.89">6096 11423 1590 0,'0'0'280'16,"0"0"-67"-16,0 0 14 0,0 0-150 15,-126 21-19 1,103 13-10-16,5 8-2 0,5 7 12 15,4 4-5-15,9-2 1 16,0-2-29-16,11-8 10 16,18-13-26-16,9-10-1 15,7-15 4-15,3-3 5 16,-3-5-7-16,-5-22 2 16,-9-6-12-16,-10-7 0 15,-13-7-7-15,-8-3-8 16,0 4 6-16,-10 8 9 15,-7 12 10-15,2 8 10 0,6 10 39 16,4 8 6 0,3 0-28-16,2 14-20 0,0 16 4 15,0 10 46 1,7 8-21-16,4 5-10 0,5-2-21 16,0-5-1-16,1-5-14 15,-1-7 0-15,-1-12 0 16,-1-6-59-16,-1-10-29 15,1-6-62-15,3-12-111 16,-1-14-297-16,-7-6-723 0</inkml:trace>
  <inkml:trace contextRef="#ctx0" brushRef="#br0" timeOffset="3066.8">6413 11159 502 0,'0'0'1633'0,"0"0"-1345"16,0 0-56-16,0 0-44 16,0 108-7-16,0-50-58 15,0 7-21-15,0-4-42 16,4-4-23-16,5-5-25 16,2-6-11-16,-2-5-1 15,0-6-13-15,-4-3-30 16,3-3-55-16,3-9-35 15,16-16-88-15,0-4-382 16,-2-2-178-16</inkml:trace>
  <inkml:trace contextRef="#ctx0" brushRef="#br0" timeOffset="3231.07">6745 11613 1790 0,'0'0'356'15,"0"0"13"-15,0 0-149 16,0 0-45-16,0 0-91 15,0 0-26-15,16 122-48 16,-10-101-1-16,-1-2-9 16,1-7-25-16,10-12-83 15,-3 0-165-15,-1-4-389 0</inkml:trace>
  <inkml:trace contextRef="#ctx0" brushRef="#br0" timeOffset="3484.31">7004 11650 1748 0,'0'0'332'0,"0"0"153"16,0 0-380-16,0 0-17 15,13 117-24-15,-13-93-27 16,0-8-20-16,0-9-7 16,0-7-1-16,0 0 54 15,0-9 7-15,-7-13-58 16,1-3 10-16,1-3-7 15,5-2-10-15,0-2-5 16,0-1-1-16,0-1-12 16,13 1-18-16,3 5-61 15,13 6-102-15,-3 10-309 16,-1 3-1002-16</inkml:trace>
  <inkml:trace contextRef="#ctx0" brushRef="#br0" timeOffset="3950.56">8051 11436 175 0,'0'0'1485'15,"0"0"-1263"1,0 0 277-16,-116-6-375 0,85 27-42 16,0 16 24-16,4 7-28 15,7 8-10-15,6 2-2 16,12-2-17-16,2-7-30 16,10-9-19-16,13-13 0 15,9-8 0-15,2-13 0 16,-1-2 0-16,1-10-13 15,-5-15-8-15,-6-4 14 16,-6-10 7-16,-7-1 1 16,-2-2-1-16,-6 2 1 15,-2 9 14-15,2 8-2 16,-2 13 52-16,2 10-30 16,3 0-35-16,3 14 6 0,6 14 5 15,1 6 7-15,1 4-11 16,-1-1-6-16,1-2-1 15,2-6-20-15,18-5-77 16,-5-9-242-16,1-6-893 0</inkml:trace>
  <inkml:trace contextRef="#ctx0" brushRef="#br0" timeOffset="4332.31">9159 11442 1691 0,'0'0'247'16,"0"0"237"-16,0 0-279 16,0 0-111-16,-116-19-22 15,87 35-3-15,0 16-1 16,2 7-3-16,7 6 23 0,9 4-33 16,11-3-11-16,0-3-29 15,16-7-12-15,15-7-3 16,7-8 0-16,4-9-15 15,3-6-49-15,-1-6-57 16,19-4-180-16,-12-14-443 16,-11-6-680-16</inkml:trace>
  <inkml:trace contextRef="#ctx0" brushRef="#br0" timeOffset="4513.56">9407 11497 773 0,'0'0'1261'16,"0"0"-781"-16,0 0-224 15,0 0-154-15,0 0-83 0,0 0 18 16,0 0-1 0,10 113-21-16,-3-71-1 0,0-1-14 15,-2-8-9-15,-1-6-54 16,2-12-86-16,3-15-170 16,1 0-253-16,-4-17-1159 0</inkml:trace>
  <inkml:trace contextRef="#ctx0" brushRef="#br0" timeOffset="4656.37">9384 11369 1920 0,'0'0'260'16,"0"0"-58"-16,0 0-202 0,0 0-19 15,0 0-310-15,0 0-558 16</inkml:trace>
  <inkml:trace contextRef="#ctx0" brushRef="#br0" timeOffset="4964.81">9888 11522 1380 0,'0'0'227'0,"0"0"77"0,0 0-14 16,0 0-195-16,-134 14-29 15,105 14 1-15,2 6-4 16,8 4 39-16,7 2 25 16,10-4-53-16,2-4-20 15,14-5-37-15,17-7-8 16,6-6 7-16,5-7-15 15,-1-3 5-15,-1-1-6 16,0-3-68-16,11 0-92 16,-11-10-198-16,-1-5-430 0</inkml:trace>
  <inkml:trace contextRef="#ctx0" brushRef="#br0" timeOffset="5196.95">10142 11253 2102 0,'0'0'273'16,"0"0"59"-16,0 0-232 15,0 0-52-15,0 0 41 16,27 130 22-16,-23-62-23 16,-2 10-14-16,-2-6-43 15,0-1-9-15,0-10-22 16,0-14-6-16,5-8-46 15,4-15-62-15,11-24-78 16,0 0-545-16,-2-9-730 0</inkml:trace>
  <inkml:trace contextRef="#ctx0" brushRef="#br0" timeOffset="5517.6">10497 11485 1713 0,'0'0'301'0,"0"0"-86"16,0 0 123-16,-54 128-179 16,54-79-60-16,0-1-39 15,9-5-28-15,15-7-24 16,8-11-2-16,-1-10-5 16,4-13 13-16,-1-2-13 15,-5-17 20-15,-5-12-14 0,-5-5 2 16,-13-5-7-16,-6 0 26 15,0 1 1-15,-9 1-3 16,-11 5 9-16,-3 6-19 16,2 8 4-16,0 6-20 15,5 6-1-15,6 6-11 16,1 0-25-16,5 0-53 16,4 13-110-16,4 0-442 15,9-5-630-15</inkml:trace>
  <inkml:trace contextRef="#ctx0" brushRef="#br0" timeOffset="5901.96">10929 11532 2049 0,'0'0'232'0,"0"0"60"15,0 0-117-15,27 108-75 16,-12-62-20-16,3-2-42 15,0-6-14-15,-2-8-15 16,2-12-5-16,1-11 2 16,6-7 8-16,4-2-1 15,0-21-4-15,-4-2 8 16,-5-8-16-16,-7 0 10 16,-7-6-11-16,-3-1 16 15,-3-4-5-15,0 3 2 16,0 2-12-16,0 11 6 15,0 8-5-15,2 12-2 16,3 8-15-16,-1 0-21 16,3 12 30-16,2 16 6 0,-1 6-1 15,0 2 1-15,-2-2-1 16,-2-4 0-16,1-2-5 16,3-7-31-16,19-3-77 15,0-7-264-15,0-4-687 0</inkml:trace>
  <inkml:trace contextRef="#ctx0" brushRef="#br0" timeOffset="6488">11778 11568 1242 0,'0'0'663'0,"0"0"-451"16,0 0 179-16,0 0-184 16,0 0-98-16,0 0-45 15,0 0-16-15,-124-57-18 16,92 82 10-16,3 7-11 16,5 6-7-16,11 4 2 15,5-1-18-15,8-5-2 16,0-7-4-16,19-8 0 15,10-11-9-15,2-8 9 16,4-2-1-16,-4-4-26 16,-4-16-10-16,-4-4 4 15,-8-5 15-15,-3-1-20 0,-6 2 37 16,-4 2 1 0,0 8 8-16,-2 6 25 0,3 8 28 15,-1 4-24-15,0 0-37 16,5 22 1-16,0 11 9 15,2 6 16-15,-3 4-17 16,4-1-8-16,-4-6-1 16,3-6 0-16,-1-7-57 15,4-16-125-15,-3-5-546 16,-3-2-1154-16</inkml:trace>
  <inkml:trace contextRef="#ctx0" brushRef="#br0" timeOffset="6923.34">12922 11260 1363 0,'0'0'789'15,"0"0"-557"-15,0 0 135 16,0 0-259-16,0 0-47 16,0 0 42-16,9 156 3 15,-3-84-40-15,1 2-31 16,-2-6-19-16,-1-5-15 16,-1-13 2-16,-1-13-3 15,2-8-25-15,5-15-89 16,29-14-76-16,-4-11-306 15,3-12-301-15</inkml:trace>
  <inkml:trace contextRef="#ctx0" brushRef="#br0" timeOffset="7200.14">13249 11508 1622 0,'0'0'326'16,"0"0"-142"-16,0 0 105 15,0 0-151-15,-21 116-32 16,21-76-36-16,8-6-30 15,21-7-27-15,9-12 5 16,5-11-3-16,-1-4 8 16,-5-1-11-16,-10-21 0 15,-13-3 26-15,-9-3-2 16,-5 0 17-16,-7-2-25 16,-13 4 11-16,-5 0-12 15,0 6-8-15,6 2-13 0,3 6-6 16,9 1-1-16,7 6-36 15,0-2-74-15,27-4-156 16,9 1-524-16,1 0-366 0</inkml:trace>
  <inkml:trace contextRef="#ctx0" brushRef="#br0" timeOffset="7434.95">13581 11485 1287 0,'0'0'222'0,"0"0"264"16,0 0-252-16,0 0-49 15,66 123-25-15,-42-87-46 16,-4 2-50-16,-7-2-36 0,-6-3-6 16,-7-5-20-16,0-5 19 15,-14-4-8-15,-10-6 4 16,-2-1-16-16,-1-11 11 16,2-1-12-16,5 0-6 15,5 0-104-15,5-4-173 16,6-6-245-16,4-7-246 15,0 3 19-15,0 3 455 0</inkml:trace>
  <inkml:trace contextRef="#ctx0" brushRef="#br0" timeOffset="8342.94">11484 11522 1033 0,'0'0'245'0,"0"0"-173"16,0 0 1-16,0 0 1 16,-7 116 14-16,7-78-2 15,5 0-40-15,-1-4-11 16,-2-6 4-16,-2-7-4 15,0-4-9-15,0-5-17 0,0-1 5 16,0-8-14-16,-2-3-34 16,-2-3-147-16,1-13-596 0</inkml:trace>
  <inkml:trace contextRef="#ctx0" brushRef="#br0" timeOffset="8537.69">11493 11305 1916 0,'0'0'365'16,"0"0"-113"-16,0 0-88 0,0 0-118 16,0 0-46-1,0 0-33-15,0 0-87 0,3 14-250 16,5 0-394-16</inkml:trace>
  <inkml:trace contextRef="#ctx0" brushRef="#br0" timeOffset="9536.15">14536 11135 1582 0,'0'0'541'16,"0"0"-218"-16,0 0-99 0,0 0-170 16,0 0-3-16,17 170 23 15,-5-83 8-15,1 1-25 16,3-4-31-16,-1-6-1 15,-1-12-25-15,-3-13 1 16,-3-16 0-16,0-14-1 16,-6-15-4-16,0-8 4 15,-2-13-1-15,0-18-9 16,0-10 3-16,0-5-8 16,-6 2 15-16,-15 3 0 15,-6 3 1-15,-2 6-1 16,-4 9 0-16,-2 11 0 15,-1 8-2-15,-3 4 2 0,8 10 0 16,2 19-2 0,10 4 7-16,9 6-6 0,10 5 2 15,0-7 6-15,16 0-7 16,13-9-6-16,7-6 6 16,8-7-1-16,5-2-35 15,28-12-166-15,-15-1-362 16,-6 0-929-16</inkml:trace>
  <inkml:trace contextRef="#ctx0" brushRef="#br0" timeOffset="9874.28">14986 11510 1810 0,'0'0'371'0,"0"0"-155"16,0 0 41-16,0 0-181 15,-122 86-22-15,112-32-3 16,10 4 0-16,0-1-20 16,12-8 0-16,15-10-25 15,6-17-4-15,7-14 5 16,2-8 5-16,3-18 8 16,-7-14-20-16,-9-7 0 15,-9-1 0-15,-11 0 12 16,-9 2-11-16,0 4 34 15,-18 5-2-15,-6 2-3 16,-3 7 0-16,0 6-29 0,5 5 13 16,1 4-14-16,4 5-8 15,3 0-44-15,14 17-60 16,0 3-206-16,5-3-666 0</inkml:trace>
  <inkml:trace contextRef="#ctx0" brushRef="#br0" timeOffset="10384.04">15396 11615 1809 0,'0'0'235'16,"0"0"142"-16,0 0-99 0,-2 125-156 15,4-89-56 1,7-5-33-16,-2-9-24 0,-5-8-5 15,-2-8-2-15,0-6-2 16,0 0 13-16,0-16 4 16,-6-15-16-16,3-4 11 15,3-7-12-15,0-1 0 16,3 5 0-16,16 8-3 16,6 8 3-16,6 10 10 15,0 12 3-15,1 2-13 16,-3 26-1-16,-9 10 0 15,-7 7 0-15,-7 2 1 16,-6-4 1-16,0-7 8 16,0-9-8-16,0-13-1 15,-4-14 0-15,2 0 1 0,-2-20-1 16,4-15-1-16,0-9 0 16,0-5 1-16,6 1 9 15,14 5-8-15,5 8 9 16,4 13-8-16,-2 13 20 15,-3 9-7-15,-2 3 7 16,-1 25 26-16,-6 8 0 16,-3 2-4-16,-4 0-19 15,1-1-8-15,-1-7-17 16,6-6-9-16,15-6-73 16,-2-9-126-16,0-6-652 0</inkml:trace>
  <inkml:trace contextRef="#ctx0" brushRef="#br0" timeOffset="10556.94">16257 11502 2335 0,'0'0'389'0,"0"0"-208"16,0 0 1-16,0 0-69 16,0 112-64-16,0-72 1 15,0-5-40-15,0-7-10 16,5-6-81-16,12-8-95 15,-1-9-121-15,-3-5-577 0</inkml:trace>
  <inkml:trace contextRef="#ctx0" brushRef="#br0" timeOffset="10909.95">16549 11532 1874 0,'0'0'233'0,"0"0"51"16,0 0-32-16,-7 108-153 16,7-66-16-16,0-2-21 15,0-6-42-15,0-7-1 16,0-12-18-16,0-6-1 16,0-9 1-16,0 0 17 15,-4-14-11-15,0-12 4 16,4-6-4-16,0-5 2 15,12 1 48-15,11 0 0 0,2 8 12 16,-4 6-9 0,2 12-6-16,-5 10-33 0,-3 2-20 15,-1 28 0-15,-5 8 9 16,-5 6 1-16,-4 2-10 16,0-5-2-16,4-7-60 15,19-12-85-15,-1-11-197 16,7-8-1026-16</inkml:trace>
  <inkml:trace contextRef="#ctx0" brushRef="#br0" timeOffset="11346.26">17155 11552 599 0,'0'0'1539'0,"0"0"-1254"15,0 0 38-15,-116 14-185 16,92 14-100-16,10 6 13 15,8 5-9-15,6-6-3 16,0-3-20-16,13-12-13 16,11-8-6-16,3-10 9 15,2 0 6-15,-4-10-15 16,-3-13-12-16,-6-6-13 16,-6-3-5-16,-2 1-1 15,-4-1 24-15,-4 11 7 16,2 5 7-16,1 12 8 0,1 4-6 15,2 6-9 1,6 29-6-16,1 11 6 0,-2 14 27 16,-4 4 12-16,-5-1-5 15,-2-4 1-15,0-11-4 16,-11-10 8-16,-9-9 3 16,-4-10-16-16,-3-7-1 15,0-5-9-15,-2-7 5 16,4 0-20-16,6 0 10 15,3-11-11-15,5-2-29 16,11-4-45-16,0-3-58 16,27-22-88-16,10 3-495 15,1-2-793-15</inkml:trace>
  <inkml:trace contextRef="#ctx0" brushRef="#br0" timeOffset="11609.41">17396 11642 1739 0,'0'0'257'16,"0"0"129"-16,0 0-114 16,8 131-171-16,17-99-64 15,11-12-19-15,4-14 8 16,0-6-11-16,-4-6-6 16,-7-18-8-16,-11-2 11 15,-7-2-4-15,-7 2 9 16,-4-1 28-16,0 1 14 15,-15 2-7-15,-5 2-15 16,-3 4-8-16,4 4-19 0,3 4-10 16,7 5-24-16,9 5-62 15,0 0-130-15,0 0-536 0</inkml:trace>
  <inkml:trace contextRef="#ctx0" brushRef="#br0" timeOffset="11869.59">17828 11575 1962 0,'0'0'229'0,"0"0"-66"0,0 0 16 16,27 105-110-1,-11-64-44-15,-3-1-18 0,-11-3 6 16,-2-1-12-16,0-3 15 15,-23-7 22-15,0-6 25 16,-4-3-26-16,2-10-19 16,5-7-6-16,7 0-11 15,6-7-1-15,7-25-72 16,11 6-199-16,10 0-530 0</inkml:trace>
  <inkml:trace contextRef="#ctx0" brushRef="#br0" timeOffset="12496.07">18201 11099 1242 0,'0'0'761'15,"0"0"-529"-15,0 0 129 16,0 0-212-16,0 0-42 15,0 0 25-15,-20 127-41 16,20-81-49-16,0-4-25 16,0-9-17-16,4-4 0 15,5-12-76-15,7-10-108 16,-1-7-547-16,-1 0-1251 0</inkml:trace>
  <inkml:trace contextRef="#ctx0" brushRef="#br0" timeOffset="12613.98">18355 11187 2009 0,'0'0'315'0,"0"0"-135"16,0 0-3-16,0 0-114 15,-16 118-63-15,9-69-48 16,1-5-653-16</inkml:trace>
  <inkml:trace contextRef="#ctx0" brushRef="#br0" timeOffset="21541.09">2890 13266 745 0,'0'0'377'16,"0"0"119"-16,0 0-236 16,0 0-36-16,0 0-8 15,0 0-38-15,-17-27-46 16,15 25-6-16,-1 2-25 16,1 0-55-16,2 0-32 15,0 12-14-15,0 11 0 16,0 12 0-16,0 7 17 15,0 6 2-15,7 5-2 0,-2 0 2 16,-1 1-18 0,0-4 22-16,-4-2-16 0,0-3 4 15,0-7-11-15,0-2 8 16,0-8-7-16,0-5 7 16,-6-4-6-16,4-5-2 15,-3-4 8-15,3 0-7 16,-3-2-1-16,3-2 0 15,-1 0 1-15,3 0-1 16,-2-1 0-16,0 0 1 16,2-1-1-16,-2 2 0 15,0-1 8-15,2-2-8 16,0 1 0-16,0 1 0 16,0 0-6-16,0-3 6 15,4 3-1-15,12-3 1 0,11-2 36 16,6 0 7-16,5 0 8 15,0 0-21-15,-1-2 5 16,-8-3-19-16,-4 3-4 16,-4 0-11-16,-4 2-1 15,1 0-1-15,-3 0 1 16,3 0 0-16,1 0-39 16,0 0-42-16,4 0-60 15,3 0-29-15,19-5-136 16,-5-4-287-16,-4 1-399 0</inkml:trace>
  <inkml:trace contextRef="#ctx0" brushRef="#br0" timeOffset="21887.3">3804 13469 1245 0,'0'0'581'0,"0"0"-429"15,0 0 142-15,0 0-218 16,0 0-20-16,0 0-7 16,0 0-7-16,106 16-20 15,-69-16-7-15,1 0-5 16,-3 0-10-16,2 0-121 16,-10 0-213-16,-12 0-360 0</inkml:trace>
  <inkml:trace contextRef="#ctx0" brushRef="#br0" timeOffset="22052.55">3934 13733 1018 0,'0'0'708'0,"0"0"-563"16,0 0 203-16,0 0-231 15,0 0-49-15,0 0-55 16,150-7-13-16,-95 2-171 15,-6 5-517-15</inkml:trace>
  <inkml:trace contextRef="#ctx0" brushRef="#br0" timeOffset="22533.73">4741 12683 1774 0,'0'0'343'16,"0"0"-207"-16,0 0-4 16,0 0-83-16,0 0 20 15,0 0-8-15,37 131-43 16,-25-98 2-16,-3-4-20 16,-3-4 0-16,2-6-16 15,0-7-185-15,1-8-360 16,-5-4-1185-16</inkml:trace>
  <inkml:trace contextRef="#ctx0" brushRef="#br0" timeOffset="22683.25">4915 12751 1746 0,'0'0'274'16,"0"0"-89"-16,0 0 46 15,0 103-145-15,4-66-53 16,9-1-33-16,12 8-46 15,-3-7-252-15,-6-9-548 0</inkml:trace>
  <inkml:trace contextRef="#ctx0" brushRef="#br0" timeOffset="23808.74">8308 13036 1612 0,'0'0'349'0,"0"0"-21"15,0 0-151-15,0 0-66 16,0 0 11-16,0 0-26 16,17 116-24-16,-10-82-53 15,-2-2 3-15,1-1-21 16,1-8-1-16,9 2-66 15,-1-10-228-15,-1-6-403 0</inkml:trace>
  <inkml:trace contextRef="#ctx0" brushRef="#br0" timeOffset="23957.62">8564 13046 1866 0,'0'0'317'0,"0"0"-217"16,0 0 78-16,0 0-82 15,20 118-75-15,-3-77-21 16,20 5-43-16,-6-9-287 16,-5-9-656-16</inkml:trace>
  <inkml:trace contextRef="#ctx0" brushRef="#br0" timeOffset="24791.92">12275 13309 1455 0,'0'0'306'16,"0"0"-114"-16,0 0 273 16,-115-56-315-16,78 52-55 15,0 4 7-15,1 0-35 0,3 19-21 16,0 18-12-16,1 9 7 16,8 7-5-16,3 8-6 15,13-4 5-15,8-8-24 16,0-8-2-16,24-13-9 15,16-14 0-15,10-13 5 16,2-1-5-16,0-17-11 16,-5-14-32-16,-13-7 30 15,-10-6 2-15,-13-5 10 16,-9-4 2-16,-2 1 5 16,0 4 9-16,-6 8 37 15,-6 10-4-15,6 7 20 0,1 10-16 16,3 8-14-16,2 5-38 15,0 0-2 1,9 20 2-16,7 13 3 0,1 7 21 16,-1 6-10-16,-3 2 3 15,-3-4-16-15,-2-6-1 16,-1-6 0-16,-1-8-4 16,2-7-38-16,0-5-58 15,1-7-38-15,9-5-82 16,-1 0-355-16,0 0-128 0</inkml:trace>
  <inkml:trace contextRef="#ctx0" brushRef="#br0" timeOffset="25046.98">12480 12968 2097 0,'0'0'467'15,"0"0"-369"-15,0 0 93 16,0 0-49-16,0 0-6 16,65 148-49-16,-47-80-31 15,-7 4-4-15,-1-2-37 16,-6-7-2-16,0-9-4 16,3-9-9-16,-3-13-24 15,5-6-52-15,2-8-68 0,14-9-68 16,-3 0-347-1,0-8-690-15</inkml:trace>
  <inkml:trace contextRef="#ctx0" brushRef="#br0" timeOffset="25470.18">13735 12809 1713 0,'0'0'323'0,"0"0"138"15,0 0-301-15,0 0-127 16,0 0 22-16,-35 116 27 16,26-45-3-16,0 5-14 15,9 2-25-15,0-2 11 16,11-5-26-16,18-13 1 16,4-9-19-16,3-14-1 15,-1-9-5-15,-2-10 1 16,-5-6-1-16,1-8 0 0,-2-2-1 15,2 0-50-15,-3 0-12 16,-1-4-42-16,0-4-48 16,-6 3-107-16,-3-4-274 0</inkml:trace>
  <inkml:trace contextRef="#ctx0" brushRef="#br0" timeOffset="25887.64">14277 13343 314 0,'0'0'1508'15,"0"0"-1335"-15,0 0 211 16,0 0-262-16,0 0-80 15,0 0-28-15,159-56 0 16,-117 40-13-16,-7-1 8 16,-8 2-8-16,-8-2 6 15,-13 3-7-15,-6-1 8 16,0 1-7-16,-14-1 10 16,-7 3 2-16,-9 5-12 15,4 4 16-15,-1 3-1 16,2 3 2-16,5 16-6 15,2 11 10-15,8 6 13 16,2 9-1-16,8 1 12 0,0 0-11 16,10-9-8-1,13-4-27-15,9-11 0 0,8-10-1 16,7-10-35-16,29-2-110 16,-11-18-390-16,-10-4-490 0</inkml:trace>
  <inkml:trace contextRef="#ctx0" brushRef="#br0" timeOffset="26449.69">14966 13101 1892 0,'0'0'477'0,"0"0"-257"15,-133-3 5-15,85 18-155 16,13 14-15-16,8 11-4 15,12 10-6-15,12 5-14 16,3-3 5-16,12-8-25 16,23-9-10-16,9-14 0 15,8-15 11-15,4-6-12 16,-5-10-5-16,-4-21-40 16,-12-6 1-16,-10-4 15 15,-9-1 4-15,-8 5 7 16,-3 8 18-16,-5 9 5 15,2 11 16-15,0 9-5 16,6 0-16-16,0 23-14 16,3 12 14-16,3 6 2 0,1 4 5 15,-1-3 1-15,-3-6 2 16,-3-8-10-16,-3-12 0 16,-3-9 5-16,-2-7-4 15,0 0 15-15,0-12-3 16,0-20-12-16,5-7-1 15,4-6-1-15,4-1 1 16,7 5 9-16,5 6 29 16,4 9-23-16,2 12 24 15,0 13-17-15,2 1-5 16,-1 23-10-16,-3 13 20 16,-7 6-12-16,-9 0 6 15,-4-3-9-15,-7-5-11 0,-2-8-1 16,0-6-3-1,0-10-36-15,-2-6-82 0,-13-4-29 16,3-12-230-16,-1-5-531 0</inkml:trace>
  <inkml:trace contextRef="#ctx0" brushRef="#br0" timeOffset="26633.91">14984 12883 2118 0,'0'0'246'15,"0"0"-133"-15,0 0-66 16,0 0-47-16,0 0-281 16,0 0-915-16</inkml:trace>
  <inkml:trace contextRef="#ctx0" brushRef="#br0" timeOffset="27510.06">16272 13200 221 0,'0'0'1391'15,"0"0"-1184"-15,0 0 140 16,0 0-166-16,0 0-124 16,-116 5-37-16,112 34 6 15,4 10-15-15,0 7 17 16,2-4-4-16,21-8 3 16,3-10-27-16,10-16 0 15,4-12 25-15,3-6 4 16,-1-14-13-16,-5-16-15 0,-8-11-1 15,-13-5-28-15,-9-7-3 16,-7-8 19-16,0-1 12 16,-9 2 1-16,-3 8 29 15,2 14 70-15,1 14 4 16,2 14 4-16,4 10-52 16,3 0-41-16,0 26-13 15,0 14-3-15,0 12 2 16,6 4-1-16,9 0 1 15,7-3 7-15,10-11-8 16,5-12 0-16,13-14 7 16,0-12-7-16,4-4-1 0,-5-15-42 15,-9-14 8 1,-13-7-3-16,-14-5 18 0,-8 4 7 16,-5 6 13-16,0 9 6 15,-16 12 16-15,-2 10 16 16,-1 5-38-16,-2 27 8 15,4 9-7-15,5 12-1 16,8 5 6-16,4-2 12 16,6-5-10-16,17-10-7 15,6-10 1-15,4-8-2 16,3-11-24-16,26-8-94 16,-8-4-233-16,-7 0-716 0</inkml:trace>
  <inkml:trace contextRef="#ctx0" brushRef="#br0" timeOffset="28396.29">18096 12846 1358 0,'0'0'380'0,"0"0"-91"15,0 0 78-15,0 0-194 16,0 0-73-16,0 0-16 15,0 0-13-15,-29-47-29 16,24 45 4-16,-1 1-4 16,-6 1-9-16,-1 0 2 15,-9 0-19-15,-5 0 14 16,-2 5-29-16,-5 8 22 16,1 3-2-16,2 4-6 15,2 6-8-15,4 6 7 16,6 4-13-16,0 5 8 15,7 6 11-15,2 3-20 0,8 1 13 16,2-2-13-16,7-1 5 16,17 1-5-16,9-5-1 15,6-7 0-15,3-6 1 16,1-7 1-16,1-12 5 16,0-9-12-16,-1-3-2 15,-5-3-4-15,-7-17-7 16,-2-6 18-16,-9-4-6 15,-5 0 7-15,-5 0 1 16,-8 0-1-16,-2 1 6 16,0 4-6-16,0 0 0 15,-2 5 0-15,-12 6 7 16,1 2-7-16,-3 4 0 16,1 4-3-16,-3 4 3 0,-3 0 0 15,0 0-7-15,-4 4 1 16,2 6 5-16,1 0 1 15,3 1 1-15,2-4 0 16,9-1 0-16,3-4-1 16,5 0-5-16,0-2 5 15,0 0 20-15,7 0-20 16,13-5 21-16,2-7-21 16,7 0 12-16,0-2-12 15,2 7 1-15,-2 2-1 16,-4 5 0-16,0 0-1 15,-5 0-8-15,-7 17 9 16,-4 7-28-16,-5 7 27 0,-4 2 2 16,0 2 2-16,0-1-3 15,0-4-2-15,0-6-22 16,0-6-39-16,0-6-61 16,25-4-185-16,-1-6-338 15,-1-2-548-15</inkml:trace>
  <inkml:trace contextRef="#ctx0" brushRef="#br0" timeOffset="28981.67">18660 13307 1470 0,'0'0'262'15,"0"0"297"-15,0 0-367 16,-2 116-93-16,2-89-42 16,0-4-32-16,0-11-16 15,0-8 2-15,0-4 3 16,0 0 13-16,-2-20-3 15,-6-8-11-15,2-4-12 0,4-8 19 16,2 0-8 0,0-1-12-16,4 6-2 0,14 4-48 15,2 12-47-15,0 5 0 16,0 7 32-16,0 7 49 16,5 0 16-16,4 0 0 15,6 0 7-15,8 4 10 16,1-4 2-16,-1 0-10 15,-10 0-2-15,-8 0-1 16,-14 0 3-16,-7-4 24 16,-4 2 20-16,0 1 38 15,-6-2-56-15,-12 3-17 16,-5 0-17-16,1 0 9 16,-4 15-1-16,1 6 4 15,2 7-3-15,2 8-9 0,2 4 36 16,7 2-7-16,4 1 1 15,8-7-17-15,0-8-14 16,16-5-1-16,9-14 1 16,6-5 0-16,20-4-64 15,-4-4-163-15,-9-10-488 0</inkml:trace>
  <inkml:trace contextRef="#ctx0" brushRef="#br0" timeOffset="29409.36">19350 13293 1267 0,'0'0'583'0,"0"0"-445"15,0 0 214-15,0 0-209 16,0 0-108-16,0 0-35 16,0 0-80-16,-2 0 4 0,2 0 56 15,0 0 20 1,0-5 11-16,0 0 63 0,0-2 24 15,0 2 33-15,0-1 9 16,0 2 3-16,0 4-62 16,0 0-58-16,0 5-23 15,0 17 0-15,0 4 0 16,0 6 7-16,0-3-8 16,0-3 1-16,0-4-34 15,21 0-107-15,-1-8-473 16,2-4-713-16</inkml:trace>
  <inkml:trace contextRef="#ctx0" brushRef="#br0" timeOffset="29739.94">19794 13017 1505 0,'0'0'281'16,"0"0"-130"-16,0 0 352 15,-58-108-323-15,50 92-38 16,1 11-10-16,3 5-49 16,-1 12-71-16,0 25 0 15,3 22 12-15,-4 13 25 16,1 10 9-16,-4 7-14 0,2-3 8 15,-1-7-20 1,3-10-8-16,1-15-24 0,4-12 6 16,0-15-6-16,0-11-38 15,6-16-91-15,7 0-136 16,-1-7-554-16</inkml:trace>
  <inkml:trace contextRef="#ctx0" brushRef="#br0" timeOffset="29905.35">19696 13377 1857 0,'0'0'626'0,"0"0"-563"16,0 0 72-16,0 0-135 16,130-44-196-16,-43 37-130 15,-12 4-152-15,-1-1-1069 0</inkml:trace>
  <inkml:trace contextRef="#ctx0" brushRef="#br0" timeOffset="30121.26">20392 13016 1719 0,'0'0'392'0,"0"0"-179"15,0 0 30-15,0 0-110 16,0 0-93-16,0 0-25 15,0 0 16-15,-60 97 37 0,53-26-13 16,0 8-9-16,3-5-14 16,1-7-10-16,3-9-21 15,0-15-1-15,0-14-41 16,0-14-231-16,0-10-706 0</inkml:trace>
  <inkml:trace contextRef="#ctx0" brushRef="#br0" timeOffset="30258.43">20236 13392 2189 0,'0'0'376'0,"0"0"-112"15,0 0-129-15,0 0-135 16,0 0-34-16,113 0-21 0,-39 0-239 16,-7 0-322-16</inkml:trace>
  <inkml:trace contextRef="#ctx0" brushRef="#br0" timeOffset="30513.4">21319 13066 1572 0,'0'0'674'16,"0"0"-521"-16,0 0 89 16,0 0-57-16,0 0-66 0,0 141-45 15,0-104-40-15,0-5-31 16,0-8-3-16,20-13-105 16,1-10-186-16,-4-1-544 0</inkml:trace>
  <inkml:trace contextRef="#ctx0" brushRef="#br0" timeOffset="30647.9">21533 13101 2199 0,'0'0'298'0,"0"0"-42"0,0 0-98 16,0 0-99 0,-5 125-50-16,5-79-9 0,0-7-163 15,0-13-533-15</inkml:trace>
  <inkml:trace contextRef="#ctx0" brushRef="#br0" timeOffset="31039.49">22010 12726 1237 0,'0'0'585'0,"0"0"-482"15,0 0 386-15,0 0-427 16,0 0-35-16,0 0-8 16,0 0-10-16,-2 92-8 15,2-63 0-15,0 10-1 16,0-9-25-16,0-9-525 0</inkml:trace>
  <inkml:trace contextRef="#ctx0" brushRef="#br0" timeOffset="31218.14">22155 12733 62 0,'0'0'2248'0,"0"0"-1957"16,0 0-115-16,0 0-43 15,0 0-66-15,5 143-56 0,-5-96-11 16,0 4-12 0,0 7-109-16,-9-12-265 0,-3-10-545 0</inkml:trace>
  <inkml:trace contextRef="#ctx0" brushRef="#br0" timeOffset="74041.03">3339 15262 750 0,'0'0'126'16,"0"0"35"-16,0 0 106 15,0 0-87-15,0 0-17 16,0 0 50-16,60-8 20 0,-58 4-28 16,0 2-17-16,-2-2-23 15,0 4-45-15,0-4-41 16,0 0-20-16,-4 0-33 16,-5 2 4-16,-5-2-8 15,-1-1-2-15,-1 2 1 16,-1 3 1-16,-3 0 3 15,-3 0-19-15,0 0 3 16,2 8-9-16,-2 2 0 16,3 4 0-16,1 6 0 15,2 1 0-15,2 8 0 16,4-1-2-16,4 7-1 16,3 0 3-16,4 1 0 0,0-2 1 15,0-2-1-15,6 0 0 16,15-5 1-16,3-5-1 15,8-4 7-15,1-4-6 16,0-9 8-16,1-1-9 16,-3-1 6-16,-2-3-6 15,-7 0 8-15,-2 0-8 16,-2 0 0-16,-3 0-1 16,3-3-27-16,3-2-33 15,0-5-56-15,20-6-88 16,-5-2-332-16,-1 4-451 0</inkml:trace>
  <inkml:trace contextRef="#ctx0" brushRef="#br0" timeOffset="74386.45">3920 15258 1654 0,'0'0'304'16,"0"0"-17"-16,0 0-56 0,0 0-158 15,0 0-11-15,0 0 10 16,0 0-40-16,108 0-5 16,-73-8-25-16,3 2 11 15,-2 2-13-15,-3 4-86 16,-2 0-167-16,-4 0-133 16,-9 0-198-16,-7 4-572 0</inkml:trace>
  <inkml:trace contextRef="#ctx0" brushRef="#br0" timeOffset="74604.1">4047 15476 1382 0,'0'0'226'0,"0"0"-61"15,0 0 36-15,0 0-62 16,0 0-1-16,0 0 11 15,0 0-37-15,85 28-28 16,-51-28-50-16,1 0-19 16,2 0-15-16,2 0-128 15,-10 0-243-15,-6 0-411 0</inkml:trace>
  <inkml:trace contextRef="#ctx0" brushRef="#br0" timeOffset="77930.38">4745 15258 1267 0,'0'0'184'15,"0"0"191"-15,0 0-109 16,0 0-101-16,0 0-45 16,0 0 2-16,125-88-39 15,-87 77-2-15,-2 6-35 16,-3 5-22-16,-6 0-17 15,-2 0 1-15,-10 16-8 16,-6 0 1-16,-6 6 0 16,-3 2 0-16,-8 2 6 15,-13 2-6-15,-6 2 6 0,-2 0-6 16,0-2 14-16,4-2-6 16,5-4 3-16,7-3 0 15,2-6 0-15,6-1 0 16,0-2-11-16,5-2 24 15,0-2-5-15,0-2 9 16,0 1-2-16,16-5 23 16,4 0 5-16,2 0-4 15,3 0-20-15,0-5-16 16,-4 1-7-16,0 1 1 16,-1 0-15-16,-3 1 6 15,6 0-11-15,2 2-41 16,4-4-26-16,24-10-64 0,-6 6-152 15,-4-5-517-15</inkml:trace>
  <inkml:trace contextRef="#ctx0" brushRef="#br0" timeOffset="78336.59">5497 15078 1045 0,'0'0'489'16,"0"0"-364"-16,0 0 171 15,0 0-171-15,0 0-66 0,0 0 41 16,0 0-16 0,-83 63 22-16,83-41 5 0,0 1-29 15,2-5-16-15,18-1-1 16,7-8 7-16,11-3-24 15,3-6-1-15,1 0-20 16,-5 0-4-16,-8-8-17 16,-6-2 9-16,-10-4 3 15,-6-4 29-15,-5 2 12 16,-2-3-5-16,0 1-9 16,-7 4-30-16,-8-4-1 15,-3 4-13-15,0 0-1 16,0 7 0-16,3 2 0 15,1 5-24-15,1 0-53 16,-1 0-65-16,-1 8-137 0,3 6-433 16,6 0-817-16</inkml:trace>
  <inkml:trace contextRef="#ctx0" brushRef="#br0" timeOffset="78687.45">5490 15272 1401 0,'0'0'186'0,"0"0"152"16,0 0-152-16,0 0-86 15,0 0 8-15,-54 130-4 16,54-102-39-16,0 0-1 0,21-6-7 16,8-3 17-1,6-14 8-15,9-5-9 0,4 0-31 16,-2-17-27-16,-3-8-9 15,-8 4 3-15,-8-11-9 16,-6 9 0-16,-11-1 11 16,-7 4-4-16,-3 3 29 15,0 0 26-15,-9 7-21 16,-11-2-14-16,-3 5-26 16,-4 4-1-16,3 3-2 15,0 0-5-15,1 3-23 16,5 8-13-16,3 4-38 15,15 5-100-15,0-3-345 16,0-8-346-16</inkml:trace>
  <inkml:trace contextRef="#ctx0" brushRef="#br0" timeOffset="78997.13">6354 15003 1958 0,'0'0'272'0,"0"0"50"16,0 0-118-16,0 0-153 16,0 0-27-16,0 0 85 15,-112 147 6-15,64-79-7 0,2-2-12 16,1 0-36-16,5-7-32 15,11-6-4-15,4-11-24 16,9-8 0-16,8-11 0 16,3-14-16-16,1 0-54 15,4-9-55-15,0-9-53 16,0-13-371-16,0-2-932 0</inkml:trace>
  <inkml:trace contextRef="#ctx0" brushRef="#br0" timeOffset="79253.09">6036 15124 2004 0,'0'0'280'16,"0"0"47"-16,0 0-108 16,0 0-149-16,0 0-43 15,0 0-3-15,0 0-14 16,23-12 14-16,-23 15-13 15,0 1-8-15,0-4-2 16,0 0-1-16,0 0 13 16,0 0 11-16,0 0-24 15,0-6 0-15,0 0-42 16,8 4-89-16,5-2-234 16,1 4-624-16</inkml:trace>
  <inkml:trace contextRef="#ctx0" brushRef="#br0" timeOffset="79573.38">6286 15502 1530 0,'0'0'238'0,"0"0"-130"16,0 0 33-16,0 0-27 15,0 0 16-15,0 0 54 16,0 0-76-16,8 0-5 16,2-3-8-16,-1-2-28 15,-3 5-38-15,-2 0-7 0,-2 0-16 16,-2 0 2 0,0 5-8-16,0 0 31 0,-10 3 26 15,1-4-27-15,3 0-6 16,2-4-23-16,2 0-1 15,2 0-7-15,-4 0-95 16,0 0-141-16,-1 0-474 0</inkml:trace>
  <inkml:trace contextRef="#ctx0" brushRef="#br0" timeOffset="82142.17">7320 15066 123 0,'0'0'1540'16,"0"0"-1258"-16,0 0 49 16,0 0-104-16,0 0-118 15,0 0-23-15,20 0-26 16,-11 17 25-16,0 5 0 15,2 5-6-15,-4 9-24 16,-1 4-16-16,-4 6-3 16,-2 2-16-16,0 0 5 15,0 2-19-15,0-9 8 0,0-2-7 16,-2-7 2 0,0-10-9-16,2-8 2 0,0-1-1 15,0-12 1-15,0 2 7 16,0-3-8-16,2 0 6 15,12 0 6-15,3 0 20 16,4 0-13-16,4 0-8 16,1-3-12-16,-2-2 1 15,1 0-1-15,0 1-16 16,1 3-18-16,3-1-65 16,20-5-46-16,-8 3-200 15,-2-1-611-15</inkml:trace>
  <inkml:trace contextRef="#ctx0" brushRef="#br0" timeOffset="82456.93">8036 15248 1521 0,'0'0'598'0,"0"0"-369"0,0 0 44 16,0 0-117-16,0 0-77 15,0 0-30-15,120-12-27 16,-80 8-1-16,-4 0-21 15,-3 2 0-15,-6 2-88 16,-7 0-124-16,-9 0-155 16,-5 0-351-16</inkml:trace>
  <inkml:trace contextRef="#ctx0" brushRef="#br0" timeOffset="82630.62">8121 15430 1279 0,'0'0'239'0,"0"0"-42"0,0 0 29 16,0 0-95 0,0 0 13-16,0 0 14 0,0 0-73 15,129 24-61-15,-98-24-24 16,11 0-15-16,-11 0-290 16,-4 0-444-16</inkml:trace>
  <inkml:trace contextRef="#ctx0" brushRef="#br0" timeOffset="85120.8">9143 15263 867 0,'0'0'618'0,"0"0"-442"16,0 0 331 0,0 0-290-16,0 0-50 0,0 0 11 15,0 0-70-15,10-23-53 16,5 13-22-16,8 1 3 16,6-3-14-16,4 3-5 15,2-4-8-15,1 8-3 16,-1 5-5-16,-6 0-1 15,-2 0 1-15,-4 4-1 16,-6 14 6-16,-3 4-6 16,-8 6 0-16,-1 6 0 15,-5 3 2-15,0 7 4 16,0 2-5-16,-5-3 18 16,-1-1-17-16,0-2 13 15,1-1-3-15,2-11-2 0,3-8-10 16,0-6 0-1,0-4 0-15,0-10 0 0,0 3 0 16,0-3 0-16,0 0-1 16,0 0-22-16,0 0-2 15,0 0-30-15,-4-16-146 16,-5-2-347-16,-2 1-279 0</inkml:trace>
  <inkml:trace contextRef="#ctx0" brushRef="#br0" timeOffset="85309.73">9249 15508 1642 0,'0'0'378'0,"0"0"-97"15,0 0 23 1,0 0-131-16,0 0-73 0,0 0-30 16,0 0-29-16,153-54-25 15,-92 36-7-15,-1 0-9 16,-2 2-24-16,17-3-140 15,-17 6-185-15,-4 3-389 0</inkml:trace>
  <inkml:trace contextRef="#ctx0" brushRef="#br0" timeOffset="85566.2">10333 15066 1088 0,'0'0'1088'16,"0"0"-951"-16,0 0 38 16,0 0-5-16,0 0-51 15,-71 124-3-15,42-74-15 16,-2 1-10-16,4 0-22 16,3-10-29-16,4-6-23 15,6-7-16-15,6-8-1 16,1-6-17-16,1-7-68 15,-8-7-114-15,5 0-432 16,-3-11-1043-16</inkml:trace>
  <inkml:trace contextRef="#ctx0" brushRef="#br0" timeOffset="85721.61">9999 15204 2208 0,'0'0'305'15,"0"0"-95"-15,0 0-51 16,0 0-139-16,0 0-20 16,0 0-112-16,0 0-254 15,95 17-476-15</inkml:trace>
  <inkml:trace contextRef="#ctx0" brushRef="#br0" timeOffset="85887.32">10318 15487 1846 0,'0'0'387'0,"0"0"105"0,0 0-267 16,0 0-95-16,0 0-73 15,0 0-37-15,0 0-20 16,11 1-30-16,-11-1-88 16,0-4-230-16,0 2-562 0</inkml:trace>
  <inkml:trace contextRef="#ctx0" brushRef="#br0" timeOffset="87650.74">13143 15159 882 0,'0'0'243'15,"0"0"-66"-15,0 0 39 16,0 0-105-16,0 0-12 16,0 0 50-16,0 0-5 15,2-22 8-15,-2 17-10 0,0-2-35 16,-5 6-45-16,-5-4-5 16,-6 1-5-16,-3 2-5 15,0 2-6-15,-4 0-13 16,-1 0-9-16,-1 0-7 15,-1 2 3-15,-1 7-9 16,3 0 13-16,1 8-10 16,3 1 3-16,2 8-4 15,2 1 1-15,5 10 1 16,3-4-1-16,4 6 3 16,4-6-12-16,0-1 14 15,15-5-2-15,9-3 37 0,10-8-10 16,5-2 0-16,7-8-12 15,-2-6-5-15,3 0-9 16,-1 0-5-16,-1 0-7 16,-5-2-1-16,-2-5 9 15,-5-4-9-15,-2-3 0 16,-2 7-33-16,-2-8-20 16,-2 7-76-16,13-2-148 15,-5 6-441-15,-2 2-570 0</inkml:trace>
  <inkml:trace contextRef="#ctx0" brushRef="#br0" timeOffset="88177.22">14052 15499 1109 0,'0'0'261'0,"0"0"25"15,0 0-62-15,0 0-95 16,0 0 28-16,0 0 10 16,0 0-32-16,-47-77-27 15,40 59-2-15,1-3-28 16,2-2-7-16,2-5-21 15,-1 0-12-15,3 0-14 0,0-4 2 16,3 1-10-16,9 4-8 16,7 0-5-16,2 4-3 15,4 2 0-15,0 3-1 16,-3 8-1-16,-2 2 2 16,0 8 0-16,-2 0 1 15,0 10 0-15,2 10 0 16,0 7-1-16,-2 2 10 15,0 6-10-15,-5 1 0 16,1 4 1-16,-8 0 0 16,3-6 0-16,-5-1-1 15,0 2 1-15,2-9 0 0,-2-2-1 16,0-2 0-16,1 0-1 16,-1-10-39-16,-2 2-54 15,2-4-87-15,0-1-51 16,0-5-114-16,-2-4-266 15,5 0-412-15</inkml:trace>
  <inkml:trace contextRef="#ctx0" brushRef="#br0" timeOffset="88741.11">14763 15043 1280 0,'0'0'340'15,"0"0"-96"-15,0 0 34 16,0 0-148-16,0 0-56 15,0 0 26-15,0 0 4 16,29 76-17-16,-27-48-3 16,-2 7 1-16,0-4-33 15,0 4-23-15,0-4-15 0,-2-2-12 16,0-3 9 0,0 0-10-16,2-8 3 0,0-4-3 15,0-2 0-15,0-1 0 16,0-4 10-16,0-3-10 15,6 2 17-15,4-2 18 16,-2 1-10-16,3 0-4 16,3-3-10-16,1 4 0 15,-1-6-5-15,1 0 13 16,-1 0-2-16,1 0 4 16,1 0-4-16,-3 0-4 15,1 0-4-15,1 0-10 16,-4 0 9-16,3 0-9 15,-3 0 1-15,0 0-1 0,-2 0-1 16,0 0-29-16,2 0-23 16,0 0-17-16,4 0-50 15,10-10-92-15,-5 2-326 16,1-6-294-16</inkml:trace>
  <inkml:trace contextRef="#ctx0" brushRef="#br0" timeOffset="89056.17">15715 15101 413 0,'0'0'1464'16,"0"0"-1192"-16,0 0 105 15,0 0-155-15,0 0-141 16,0 0-33-16,0 0-23 16,69-4-7-16,-42 4-8 15,-2 4-10-15,-4 0-54 16,0-4-134-16,-7 7-123 15,-6-4-243-15,-6 6-348 0</inkml:trace>
  <inkml:trace contextRef="#ctx0" brushRef="#br0" timeOffset="89251.19">15666 15350 1403 0,'0'0'288'0,"0"0"17"16,0 0 72-16,0 0-184 16,0 0-120-16,0 0-48 15,139 7-10-15,-116-7-15 16,0 0-63-16,-9 0-299 16,-3 0-645-16</inkml:trace>
  <inkml:trace contextRef="#ctx0" brushRef="#br0" timeOffset="90946.9">16592 15145 1553 0,'0'0'279'16,"0"0"-187"-16,0 0 81 15,126-56-108-15,-88 42-36 16,-2 5-21-16,-10 0 1 16,-7 3-9-16,-9 4 10 15,-7 0-9-15,-3 2 25 0,0 0 25 16,-13 0 12-16,-10 0-37 16,-6 0-24-16,0 4 8 15,-4 11-8-15,2-2 8 16,-3 5-9-16,1 4 8 15,0 0-8-15,6 0 0 16,4 1 0-16,9-4 0 16,8-3 5-16,6-1-5 15,0-7 0-15,16-7 9 16,11-1 11-16,4 0-15 16,2 0-5-16,3 0 0 15,1 0 0-15,-3 0 0 16,-3 7-1-16,-4 4 2 0,-9 5-1 15,-7-1-1 1,-7 3 0-16,-4 2 1 0,-2 5-1 16,-20-4 9-16,-5 1 8 15,-4-4 22-15,-2 0 27 16,1 0-28-16,4-10-9 16,3-2-14-16,7-1 1 15,3-5-10-15,3 0 3 16,5 0-9-16,1-7-24 15,6-1-87-15,0-9-202 16,6-2-161-16,13 3-486 0</inkml:trace>
  <inkml:trace contextRef="#ctx0" brushRef="#br0" timeOffset="91271.97">17576 14846 1839 0,'0'0'241'15,"0"0"-65"-15,0 0 49 16,-60 142-100-16,31-87-33 15,0 3 41-15,0-9-51 16,4-8-31-16,6-2-25 0,1-11-10 16,9-7-10-16,3-2 0 15,3-13-6-15,0 1-25 16,1-6-52-16,-2-1-90 16,-7 0-142-16,-1 0-367 15,-1 0-847-15</inkml:trace>
  <inkml:trace contextRef="#ctx0" brushRef="#br0" timeOffset="91452.3">17233 15089 1870 0,'0'0'504'0,"0"0"-349"0,0 0 7 16,0 0-111-16,0 0-35 15,0 0-16-15,0 0-91 16,119 35-367-16,-90-23-394 0</inkml:trace>
  <inkml:trace contextRef="#ctx0" brushRef="#br0" timeOffset="91601.18">17670 15383 2067 0,'0'0'548'0,"0"0"-447"16,0 0 56-16,0 0-93 16,0 0-64-16,0 0-94 0,0 0-258 15,-2 0-801-15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45:24.5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11012 4200 895 0,'0'0'583'15,"0"0"-498"-15,-141-59 92 16,79 36-105-16,1 4 41 15,1-2-16-15,0 5 14 16,2 0-2-16,-2 4-2 16,0 3-21-16,-3 9-3 15,-6 0-30-15,-5 13-17 16,-10 23 7-16,-25 22-22 16,-34 27 13-16,-28 29 8 15,-10 14 1-15,9 9-4 0,18 3-7 16,14-2 5-16,2 15 0 15,5 14 5-15,7 13-22 16,15 6 10-16,20 1-17 16,19 3 8-16,23-3-11 15,18 5 10-15,13 9-14 16,14 6 1-16,4 10 3 16,0 8-9-16,0 8 7 15,0 4-7-15,0-1 8 16,0 3-8-16,22 1 13 15,24-5-7-15,28-2 7 16,22-2 1-16,25-3 0 16,24-3 7-16,15 1-10 0,14 1 21 15,11-7-32 1,4-5 6-16,17-10-6 0,12-15 11 16,16-14-4-16,26-16 5 15,21-25-2-15,27-23-5 16,22-21 11-16,9-19-17 15,13-14 18-15,-2-13-7 16,-5-16-10-16,-4-11 0 16,-11-18 8-16,-2-6-1 15,-4-34 7-15,-8-24-15 16,-4-16 1-16,-16-12 12 16,-15-8-11-16,-20-11 13 15,-24-7-2-15,-30-7-13 16,-24-5-3-16,-27-10 3 0,-21-12 0 15,-16-17 1-15,-12-11 5 16,-13-10-5-16,-15-6 16 16,-11-4-15-16,-15-4 11 15,-13-7-5-15,-16-10-8 16,-14-8-1-16,-10-3 1 16,-10-8 0-16,-30-1 1 15,-18-6 10-15,-13-11-11 16,-16-12-2-16,-15-2-6 15,-16-1 8-15,-19 7 0 16,-16 15 0-16,-26 11 0 16,-23 6-7-16,-26 13 1 15,-28 6-29-15,-25 14 5 0,-17 17-22 16,-22 13 3-16,-3 18-32 16,-4 25-23-16,-1 31 7 15,2 37-5-15,1 33-28 16,2 27-133-16,84 18-321 15,40 20-611-15</inkml:trace>
  <inkml:trace contextRef="#ctx0" brushRef="#br0" timeOffset="1576.17">20631 4200 1435 0,'0'0'195'16,"0"0"-108"-16,0 0-42 0,0 0-21 16,0 0 15-16,-128-36 64 15,97 29 53-15,-9 0-7 16,-6 2-41-16,-12 2-28 15,-10 2-28-15,-12 1 15 16,-9 0-37-16,-23 0 4 16,-25 12 0-16,-35 2-4 15,-11 1-3-15,2 2 4 16,5 1-1-16,11 3 0 16,-9 8 10-16,-9 0-8 15,-6 5-2-15,-3 1-16 16,5 3 1-16,2 8-14 0,2 4 11 15,0 11-2-15,3 7 4 16,-1 10 14 0,0 8-16-16,3 8 9 0,3 8-19 15,7 7 5-15,8 15-6 16,4 18 0-16,4 11 0 16,3 13 14-16,6 6-8 15,5 8 2-15,2 6 6 16,0 5-15-16,6 7 17 15,8 8-17-15,15 3 0 16,18 2-10-16,15-1 10 16,14-1 0-16,13 5 0 15,12 5 7-15,8 8-6 16,7 5-1-16,11-1 4 16,7-1-10-16,2-5 12 0,21-9-12 15,27-3 12-15,18 0-4 16,21-5-2-16,21-9 0 15,19-9 0-15,20-13 1 16,22-20 5-16,20-5-5 16,21-16 11-16,20-12-11 15,17-9 20-15,19-13-12 16,10-10 2-16,14-12-10 16,15-14 20-16,9-20-1 15,19-16-19-15,12-17 7 16,10-13-7-16,6 0 11 15,-2-14 0-15,-12-12-11 16,-6-11 5-16,-13-7 5 16,-5-14-2-16,-11-13-9 0,-11-10 3 15,-4-19 3-15,-14-16-7 16,-9-17 2-16,-15-12 10 16,-16-11-11-16,-25-14 0 15,-22-17-1-15,-22-12 1 16,-18-14 8-16,-13-11-7 15,-12-8 14-15,-13-11 0 16,-15-12 9-16,-16-11-24 16,-18-7 11-16,-16-5-11 15,-14 0 8-15,-15 6 5 16,-19-3-2-16,-5-1-11 16,-12-5 1-16,-23-6 10 0,-13 7-3 15,-12 3 13 1,-17 6-21-16,-26 12-1 0,-24 17 1 15,-31 17 0-15,-30 27 0 16,-30 24-14-16,-27 26 4 16,-20 32-44-16,-20 38-15 15,-16 36-12-15,-19 38-24 16,-21 22-44-16,78 24-179 16,30 12-818-16</inkml:trace>
  <inkml:trace contextRef="#ctx0" brushRef="#br0" timeOffset="3705.73">10773 2501 1385 0,'0'0'262'0,"0"0"-38"16,0 0 24-16,0 0-63 15,0 0-46-15,0 0-42 16,-40-45-23-16,13 45-20 16,-8 0 14-16,-8 0-1 15,-3 2-22-15,-2 10-7 16,1 4-25-16,-1 4 5 15,-4 6-6-15,2 5 3 16,0 3-9-16,3 3-5 16,7 4 1-16,9 3-1 0,6 6 5 15,8 8-6-15,5 3 10 16,8 2-8-16,4 0 5 16,2-5-5-16,18-6 8 15,12-8-4-15,5-7 17 16,8-10 1-16,10-7 5 15,11-9 4-15,5-10-9 16,4-1 12-16,1-6-21 16,0-10 2-16,-7 0-17 15,-8 0 1-15,-11 4-1 16,-7 6-37-16,1 6-97 16,-10 0-158-16,-5 2-509 0</inkml:trace>
  <inkml:trace contextRef="#ctx0" brushRef="#br0" timeOffset="4765.57">23258 2680 1202 0,'0'0'344'16,"0"0"48"-16,0 0-49 15,0 0-128-15,0 0-74 16,0 0-27-16,0 0-35 16,7-12-12-16,-5 12-33 15,3 9-17-15,0 15-11 16,-1 8 13-16,-2 10 7 16,0 10-14-16,-2 4 1 15,0 7-13-15,0 3 15 16,0 2-14-16,0 2 7 15,0-3-7-15,-2 0 8 0,0-4-3 16,0-5 4-16,-3-7-9 16,3-5-1-16,-3-5 3 15,3-4-2-15,0-8-1 16,2-7 0-16,0-5 2 16,0-6-2-16,0-4 1 15,0-3-1-15,11-3 6 16,7-1 6-16,9 0-6 15,4 0 15-15,6 0-20 16,6-4 5-16,-1 0-6 16,3 4 5-16,-5 0-5 15,-2 0 0-15,-3 0 0 16,-6 8 0-16,-2 5-1 0,-2-1-2 16,-3 0-3-16,-1-3 0 15,-4 4-6-15,-3-1-18 16,-1-2-31-16,-4 2-43 15,7 4-105-15,-3-3-352 16,1-1-264-16</inkml:trace>
  <inkml:trace contextRef="#ctx0" brushRef="#br0" timeOffset="6822.3">4253 760 1333 0,'0'0'317'0,"0"0"-155"16,0 0-26-16,0 0-41 16,0 0-4-16,0 0 17 15,82-22-32-15,-38 14-20 16,8-2-10-16,6-2-33 16,4 2-1-16,3 1-9 15,-3 5-2-15,-1 3 6 16,-1 1-7-16,2 0 1 15,5-3-1-15,24-2 6 16,-2-2 9-16,12 0 36 16,4 0-35-16,-10 7-6 15,13 0-8-15,-4 0-1 16,2 0 7-16,20 0-7 0,28 9-1 16,35-2 0-16,12 2 2 15,-5-4-2-15,-13-1 2 16,-20 3-2-16,-7 0 1 15,-2 2 1-15,-2-1 4 16,-3 2-6-16,3-2 0 16,3 1 0-16,12 0 1 15,1-1 0-15,-2 1-1 16,2 2 1-16,-1-2 0 16,1 3-1-16,-2-1 0 15,0 3 0-15,-4-2 0 0,-2 4 1 16,-1-2-1-1,-1 2 0-15,-4-2 1 0,-7 2 0 16,-4 1-1-16,-5-2 0 16,-1 5 1-16,0-2-1 15,8 2 0-15,5-1-1 16,8-4-14-16,8-2 15 16,13-4 0-16,6 0 0 15,5-4 0-15,4 2 1 16,-3-2-1-16,4 2-4 15,2 1 4-15,7-3 0 16,12 6 1-16,12-5-1 16,9 2 0-16,7 0 2 15,1 0-1-15,-2 1-1 0,2 4 0 16,3 1 0-16,3 2 0 16,1 0 0-16,5 3 1 15,6-5 0-15,8 3-1 16,13-1 0-16,11 4 0 15,2-2 0-15,-2 4 4 16,-5 2-4-16,-5 5 0 16,0-1 0-16,5 2 0 15,3 2 0-15,0-2 0 16,4 4 0-16,0 2 1 16,4 0-1-16,0 6 0 15,-3 2 5-15,-4 4-4 16,-8-1-2-16,-3-3-7 0,2-2-2 15,3-3-2 1,-1 2 9-16,-3 1 2 0,-8 2 0 16,-11 5 1-16,-6-3-14 15,-6 0 14-15,-5-2 0 16,-7-2 9-16,-7-2-9 16,-4-1 1-16,-3-4-1 15,3 2-2-15,5-5 2 16,14 3 6-16,-2 2 7 15,-4-2-13-15,-12 0 9 16,-21-3-9-16,-20-2 0 16,-28-7-1-16,-39-2 1 15,-34-7 0-15,-29-5 0 16,9-7-70-16,-15 3-298 16,-5-5-545-16</inkml:trace>
  <inkml:trace contextRef="#ctx0" brushRef="#br0" timeOffset="11140.02">27156 2784 765 0,'0'0'245'0,"0"0"-136"16,0 0 70-16,0 0 0 0,0 0 35 16,0 0 24-1,-23-3 25-15,23 1-53 0,0 2-33 16,0 0-51-16,0 0-36 16,0 0-35-16,0 0-23 15,0 5-26-15,0 12-6 16,0 9 9-16,0 10-2 15,0 6 10-15,2 4-17 16,2 5 18-16,1 2-4 16,3 2 11-16,2 1-2 15,1 4 1-15,1 5-9 16,-6 0 1-16,-4 9-7 16,-2 5-9-16,0 4 16 0,-16 23-15 15,-9 18 0 1,4-12 5-16,0-12 3 0,1-16-9 15,5-13 1-15,-5 7 0 16,-5 14 12-16,-6 15 10 16,-9 19-13-16,-12 20 14 15,-3 8-12-15,-1-7 3 16,5-11-13-16,7-11 4 16,7 5-5-16,6-1-1 15,7-1 1-15,0 1 1 16,3-1 16-16,-3 3-18 15,-1 10 15-15,-3 3-7 16,-7 4 4-16,0 6-11 16,-1 1 5-16,5 7-5 15,4 0-1-15,8-4 0 0,1 0 0 16,2-1 0-16,3 4 1 16,-3 7 5-16,1 2-5 15,-6 5 0-15,2 7 0 16,-2 5-1-16,-1 1 0 15,2 1 0-15,4-8-6 16,8 3 13-16,6-2-7 16,2-3 0-16,0 2 6 15,10 5-6-15,3-2-1 16,1-2-5-16,-5-6 4 16,-7-6-4-16,-2-6 12 15,0-6-4-15,0-5-2 0,0-11 5 16,4-6-5-16,6-2-6 15,3-9 2-15,-5-25 4 16,4-20 0-16,-5-26 0 16,-1-6-4-16,4 6 11 15,-4 9-13-15,-1 1 8 16,-3-4-2-16,-2-10 1 16,0-7 5-16,0-9-6 15,0-9 0-15,-5-4 0 16,-1-6 5-16,2-2-6 15,-2-5 2-15,2 2-2 16,2-2 1-16,0 1 0 16,0 3 0-16,2 0 0 0,0 1 0 15,0-5 1-15,0-2-2 16,0-4 3-16,0-2-4 16,0 0-8-16,0 0 1 15,0 0-11-15,0 0-22 16,0-4-40-16,0-4-30 15,-17 4-75-15,-2-1-390 16,-3 4-838-16</inkml:trace>
  <inkml:trace contextRef="#ctx0" brushRef="#br0" timeOffset="12904.41">4425 912 1408 0,'0'0'271'0,"0"0"-77"16,0 0 105-16,0 0-107 16,0 0-25-16,0 0-27 15,0 0-60-15,-25-28-35 16,25 28-24-16,-2 0 4 0,2 10-23 16,0 10 5-16,0 6 4 15,0 8 5-15,0 7 2 16,0 3 10-16,6 7-2 15,-1 3-7-15,-5 8 4 16,0 3-22-16,0 7 20 16,-7 4-13-16,-6 6 4 15,-1 7 0-15,1 15-1 16,4 22 1-16,2 25-11 16,3 6 5-16,0-12-5 15,-1-14 21-15,-1-21-21 16,-4-3 5-16,-1-3-5 15,-5 5 10-15,-1 2-10 16,-6 12 8-16,1 6-3 16,-5 9-4-16,-2 7 17 0,-4 14-18 15,-1 16 9-15,-1-1-10 16,-1 5 9-16,7-7-3 16,7-6 2-16,11 1-7 15,11-1 1-15,0 3 8 16,4 7-10-16,7 11 0 15,-1 4-2-15,-8 7 2 16,-2 6 0-16,0 1 1 16,-2 6 0-16,-4 5-1 15,6 5 1-15,0-3 0 16,6-2-1-16,15-7 5 16,4 2-7-16,2-2 3 15,0 7-2-15,-5 9 2 0,-4 4 1 16,-5 3-2-16,-4 1-1 15,-5-1 1-15,1-8 0 16,-3-3-3-16,3-2 13 16,2-7-16-16,3-3 6 15,7-3 0-15,-2-5-6 16,1-4 6-16,-3 3 2 16,-3-1-2-16,0 5 1 15,1 1 1-15,-3-6-3 16,9-7 1-16,1-7 0 15,1-9 0-15,6-4 0 16,-3-5 1-16,-2-5 0 0,-6 1-1 16,-6-3 2-16,-5-10-4 15,-3-10 4 1,0-29-3-16,0-26 2 0,0-27 8 16,2-11-8-16,4-2-1 15,4-7 0-15,-2-8-2 16,1-21-23-16,-1-9-32 15,2-5-24-15,3-21-113 16,18-24-157-16,1 3-302 16,-6 6-1031-16</inkml:trace>
  <inkml:trace contextRef="#ctx0" brushRef="#br0" timeOffset="14323.88">4661 13864 1827 0,'0'0'233'15,"0"0"-89"-15,0 0 9 16,0 0-79-16,0 0 6 15,0 0-10-15,113-62-14 16,-77 48-5-16,4 0-18 0,4-2-12 16,10 0-2-1,11 0-17-15,11-2 13 0,28-4-13 16,35-2 4-16,30-2 18 16,18-3 14-16,-2 7-10 15,-5 3-12-15,1 0-2 16,9 3-14-16,8-4 1 15,12 0 10-15,6 0-12 16,4-1 2-16,4 1 0 16,-2 3-1-16,1 3 2 15,-4 2 4-15,0 4-6 16,-3 0 5-16,4-3-4 16,6 0-1-16,5-4 0 15,8 0 0-15,6-2 0 16,2 2 0-16,1 3 0 0,-5 3 1 15,-7 8-1-15,-4-3 2 16,-5 1-4-16,-1-2 7 16,3-4-6-16,7-6 2 15,5-4-2-15,4 2 2 16,-2-2-1-16,-6 7 0 16,-9 4 0-16,-12 4-1 15,-10 4 7-15,-3-2-2 16,-2 1-4-16,7-6 0 15,4-5-8-15,10 0 8 16,5-3 0-16,3 4 1 16,-3 5 0-16,1 0 0 0,-8 3-1 15,2 3 6-15,5 0-17 16,9 0 12-16,9 0-2 16,9 0 2-16,7 0 7 15,2 0-8-15,2 0 0 16,1 0 0-16,-3 12 1 15,4-1 2-15,0 1-1 16,3 0-2-16,4-1 0 16,3 3 2-16,6-5-2 15,5 6 0-15,0 0-1 16,-3 4 1-16,-7 1 0 16,-8 2 9-16,-5 2-15 15,3 2 12-15,-3 0-12 0,0 2 12 16,-2-4-5-1,0 2 0-15,-4-4-1 0,1-2-2 16,-3 4 2-16,-10-3 0 16,-6 2 6-16,-11 3-3 15,-12-2-3-15,-10 0-1 16,-10-4 1-16,-7 1 0 16,-5-4 0-16,-13 2 0 15,-9 1 1-15,-37-4 8 16,-34-2-9-16,-31-5 1 15,-17 2-2-15,-7-1 1 16,-9-2-1-16,-5 0-1 16,-12-4 1-16,-10-4 0 15,0 4 1-15,-2-4 8 16,0 0-7-16,0 0 7 0,0 0-7 16,2 0 14-1,0 0-4-15,3-4-4 0,1-4-6 16,2 1 1-16,2 0 7 15,3-1-3-15,6 2-9 16,1-2 4-16,1-1-1 16,0 1 0-16,-3 3 1 15,-1-2 0-15,-1 2-1 16,-3 1 0-16,1-3 1 16,-3 6-2-16,-4-3 6 15,-3 4-5-15,-4 0 0 16,0-5 1-16,0 5 0 0,0 0 5 15,0-1-5-15,0 1 10 16,0-4 16-16,0 0-27 16,3-3 11-16,-1 0-10 15,0-4-1-15,3-4 1 16,-3-3 8-16,0-9 3 16,-2-8 6-16,0-3 3 15,0-13-20-15,0-7 8 16,0-8 0-16,0-2-7 15,-2-5-2-15,0-3 5 16,2 1-5-16,-2 0 0 16,2 2-1-16,0 11 2 15,0 10-2-15,-3 11-13 0,1 15-38 16,-3 13-122 0,1 9-475-16</inkml:trace>
  <inkml:trace contextRef="#ctx0" brushRef="#br0" timeOffset="16876.14">10688 7117 1101 0,'0'0'271'0,"0"0"-172"15,0 0-24-15,0 0-41 16,0 0-21-16,0 0-13 15,0 0-186-15</inkml:trace>
  <inkml:trace contextRef="#ctx0" brushRef="#br0" timeOffset="29417.45">15267 8101 909 0,'0'0'616'16,"0"0"-326"-16,0 0-11 15,0 0-104-15,0 0-70 16,0 0-10-16,31 0-17 0,-16-2 38 16,1-2-22-16,1 2-36 15,0 2-24-15,3 0-28 16,7 0 9-16,6-3-14 16,5 2 7-16,2-5-7 15,-5 1 6-15,-6-2-7 16,-8 1 1-16,-7 5-1 15,-8-2 0-15,-4 0-27 16,-2 3-83-16,0 0-97 16,0-1-275-16,0-3-8 15,0 0-164-15</inkml:trace>
  <inkml:trace contextRef="#ctx0" brushRef="#br0" timeOffset="30207.7">15194 8119 590 0,'0'0'112'0,"0"0"53"15,0 0 7-15,0 0-23 16,0 0 39-16,-23 121-34 16,21-98-11-16,-2 2-51 15,1-7-32-15,3-2-27 0,0-6 5 16,0-5-20-16,0-2 0 16,0-1-8-16,0-2 21 15,0 0 47-15,7 0 6 16,2 0-45-16,4-2-20 15,3-6-4-15,2-4-14 16,6-1 13-16,1 2-14 16,1-2 8-16,-1 4-7 15,-2 0-1-15,-8 5 9 16,-1 3 1-16,-1 1 6 16,0 0-5-16,3 0 2 15,2 3-13-15,-1 8 11 0,4 3-10 16,-4 4-2-1,-3 1-7-15,-4 3-4 0,-7 3 12 16,-3 1 13-16,0-4 5 16,0-1-6-16,-7-2 6 15,-1-3-12-15,-4-2 3 16,3-2-9-16,-2 0 15 16,-3-4-15-16,2 2 9 15,-7-4 0-15,2 2-9 16,-6-4 28-16,1 1 6 15,3-2 14-15,-2-3-15 16,3 2-7-16,5-2-9 16,-3 2-11-16,3 0 0 15,-1 3-5-15,1-4 9 16,-3 1-9-16,5-2 9 0,-2 0-10 16,1 0 13-16,4 0-11 15,-1 0-1-15,2 0 4 16,0 0-5-16,1 0 0 15,-1-2 2-15,1-4-2 16,-2 2 1-16,2 1 2 16,-1-2-2-16,1 1-2 15,4 2 0-15,0 2-5 16,2 0-49-16,0 0-121 16,0 0-111-16,0 0-567 0</inkml:trace>
  <inkml:trace contextRef="#ctx0" brushRef="#br0" timeOffset="30898.39">16192 8093 1181 0,'0'0'291'0,"0"0"72"0,0 0-61 16,0 0-101-16,0 0-100 15,0 0-55-15,0 0-21 16,-9 2 18-16,-8 18 70 16,-8 6-23-16,-4 8-10 15,-6 6-14-15,-4 6-23 16,1 4-17-16,-2 0-11 15,3 1 19-15,-2-5-17 16,6 0 2-16,2-5-12 16,4-6 7-16,5-7-7 15,2-4-1-15,4-6-6 16,7-5 0-16,1-5 11 16,3-4-10-16,3-4-2 0,-1 0 1 15,1 0 0-15,2 0-34 16,0-11-29-16,0-3-55 15,0-1-63-15,0-10-123 16,0 5-58-16,5 0-151 0</inkml:trace>
  <inkml:trace contextRef="#ctx0" brushRef="#br0" timeOffset="31147.04">15859 8115 1144 0,'0'0'601'0,"0"0"-265"16,0 0 21-16,0 0-179 16,0 0-66-16,0 0-75 15,0 0-26-15,12-20-11 16,-12 20-19-16,0 0-56 15,0 0-101-15,0 16-68 16,0-3-116-16,0 2-479 0</inkml:trace>
  <inkml:trace contextRef="#ctx0" brushRef="#br0" timeOffset="31407.58">15936 8511 506 0,'0'0'177'0,"0"0"-41"15,0 0-13-15,0 0-9 16,0 0-19-16,0 0 37 15,0 0 25-15,0 0-50 0,0 0-59 16,0 0-48 0,0 3-89-16,0 1-282 0</inkml:trace>
  <inkml:trace contextRef="#ctx0" brushRef="#br0" timeOffset="33467.11">16063 8700 738 0,'0'0'190'16,"0"0"41"-16,0 0-70 16,0 0-70-16,0 0 18 0,0 0 79 15,-9-7-39-15,20-1-20 16,-2 1-9-16,-2 4-18 16,-3 1-31-16,-2 2-37 15,-2 0-23-15,0 5 37 16,0 7-2-16,0 5-39 15,-6-5 10-15,-4 0-16 16,2-4 12-16,3-4-12 16,3-4 5-16,2 0 7 15,0 0 10-15,0 0 0 16,0-3 10-16,0-4 10 16,0 3-12-16,0-1 1 15,0 3-10-15,0 2-4 0,0 0-18 16,0 0 15-16,-4 7 5 15,-12 4 8-15,-1 5 14 16,-2-7-35-16,9-4 5 16,5-5-6-16,5 0 18 15,0 0 21-15,0-7-21 16,0-3-23-16,2 1-1 16,-2 9-12-16,0 0-223 15,0 0-1054-15</inkml:trace>
  <inkml:trace contextRef="#ctx0" brushRef="#br0" timeOffset="34660.44">15822 8201 212 0,'0'0'387'0,"0"0"-214"0,0 0 54 16,0 0-120-16,0 0 9 15,0 0 23-15,0 0-19 16,31-22-53-16,-27 22 42 15,-2 0 15-15,-2 4 18 16,0 2-85-16,0 2-33 16,0 2-9-16,0-2-4 15,-4-2-2-15,-2-1 1 16,1-5 0-16,1 0-9 16,2 0 36-16,2-9-9 15,0-5 6-15,0 0 4 0,4-2-5 16,9 0-21-1,5 4-2-15,1 0 5 0,-2 6-5 16,1 3 36-16,-7 3-31 16,-2 0 0-16,-7 0-15 15,-2 12 18-15,0 3-9 16,-11 2 1-16,-7-3 8 16,0-2-5-16,4-7-1 15,6-3-10-15,1-2 12 16,5 0 1-16,0-10 3 15,2-2-10-15,0 1-8 16,0 2-11-16,0 7-184 0,0 2-282 16,0 0-719-16</inkml:trace>
  <inkml:trace contextRef="#ctx0" brushRef="#br0" timeOffset="45815.89">10605 6625 383 0,'0'0'186'0,"0"0"-16"15,0 0-25-15,0 0-80 16,0 0 59-16,0 0-41 16,0-14 38-16,0 10-5 15,0 1-8-15,0-4-34 16,3 2-38-16,0-2-10 15,3 0-10-15,5-6 0 16,3 3-10-16,-1-2 7 16,5 0 46-16,-5 1 46 15,3 2 3-15,-5-2-2 16,0 1-19-16,3 3-34 16,-4-4-24-16,6 4-20 0,-3-1 10 15,0 4-5-15,-1 0 9 16,-3 4-9-16,-5 0-1 15,0 0 0-15,2 8 54 16,-4 6-40-16,0 3-18 16,0 2-2-16,-2 1-1 15,0-1-4-15,0 1-1 16,0 3 7-16,0-1-8 16,-4 0 1-16,-6 0 0 15,-1 0 1-15,1 0 6 16,-2 0-7-16,1 0-1 15,2-1 1-15,-2 1-1 16,2-3 2-16,-2 4-2 0,0-2 2 16,-2 2-1-16,1 0 5 15,-1 2-4-15,0-4 5 16,1 2-6-16,1-3 6 16,2-2-6-16,2-4 5 15,1-2-5-15,2-2 11 16,-3-2-10-16,3-2-1 15,-4 2 38-15,2-2 11 16,1 0 6-16,3-1-25 16,0-2-9-16,2-3-2 15,0 0 27-15,0 0 13 16,0 0-3-16,0 0-8 16,0 0-8-16,0 0-4 0,0-10-25 15,4-3-2 1,7-6-9-16,3-3 0 0,1 2 0 15,1 0 0-15,-3 4 0 16,-1 4 0-16,-5 4 0 16,-1 4-1-16,-2 4 0 15,3 0-11-15,0 0 11 16,4 5-7-16,2 7 6 16,3 7 2-16,-1-1-1 15,-1 3 0-15,-1 2 0 16,-1 0-1-16,-1-6-4 15,3-1 5-15,-2-3 2 0,1-8 4 16,3-3-6 0,-3-2 8-16,1 0-8 0,-3 0 2 15,-4 0 4-15,-2-2-6 16,-3-3 11-16,0 1-10 16,-2-5 4-16,0 1-5 15,2 0 0-15,-2 0 0 16,0 2-1-16,0 0 0 15,0 2-8-15,0 2 7 16,0 0-17-16,0 1-2 16,0-2-19-16,0-1-20 15,0 0-69-15,0-6-93 16,0 0-243-16,0 2-245 0</inkml:trace>
  <inkml:trace contextRef="#ctx0" brushRef="#br0" timeOffset="46696.01">11054 6555 1113 0,'0'0'291'0,"0"0"29"15,0 0-74-15,0 0-39 16,0 0-60-16,0 0-31 15,0 0-18-15,53-35-12 16,-26 26 5-16,9-2-34 16,1-1-17-16,6-2-20 15,-3 5-7-15,-6 3-12 16,-8 4 1-16,-7 2-1 16,-6 0 0-16,-7 2 0 15,-4 10 0-15,-2 3 9 0,0 4-9 16,-6 3 8-1,-12 2-8-15,-4 3 1 0,-3-4 4 16,1 0-5-16,3-6-2 16,2-1 2-16,3-2-2 15,5-6 7-15,2 0-2 16,2-6-4-16,5 0 1 16,2-2 0-16,0 0 15 15,0 0-1-15,0 0 12 16,0 0 5-16,11-6-26 15,2-4-5-15,8 0 1 16,0 2 5-16,2 1-7 16,2 6 6-16,1 1-5 15,-1 0 0-15,-3 0-1 0,0 13 0 16,-3 2-1-16,-4 5 7 16,-6 3-7-16,-4 2 1 15,-5 1 0-15,0 1 0 16,-3-1 0-16,-11-4 7 15,-3 0 0-15,-1-4 5 16,-2-2 3-16,-2-2 10 16,-3-2-4-16,1-2 3 15,-3-4-15-15,2-2-7 16,1-2 6-16,2-2-7 16,1 0-1-16,1 0 6 15,5 0 0-15,4 0-5 16,1 0-1-16,2 0 0 0,3-4 1 15,1-1-1-15,2 2 0 16,2-1-25-16,0 0-8 16,0 1-21-16,0-3-33 15,0 1-52-15,4-11-123 16,14 2-250-16,2-2-163 0</inkml:trace>
  <inkml:trace contextRef="#ctx0" brushRef="#br0" timeOffset="47219.88">12040 6280 939 0,'0'0'221'0,"0"0"133"0,0 0-124 16,0 0-28-16,0 0 25 16,0 0-75-16,0 0-97 15,4 20-21-15,-18 10 78 16,-3 8-16-16,-8 12-12 16,-2 6-5-16,-6 9 3 15,-3 0 3-15,-1 1 2 16,0-5-32-16,6-3-25 15,6-10-6-15,6-5-24 16,1-7 11-16,7-8-11 16,2-7 0-16,2-7 2 15,5-7-8-15,2-5-11 16,0-2-10-16,0-2-6 0,0-19-82 16,0-16-161-16,0 4-335 15,0-1-502-15</inkml:trace>
  <inkml:trace contextRef="#ctx0" brushRef="#br0" timeOffset="47566.75">11799 6346 1440 0,'0'0'377'0,"0"0"-50"16,0 0-223-16,0 0-70 16,0 0-15-16,0 0 4 0,0 0-9 15,-2 28 4-15,-12-18 11 16,-1-2 2-16,1-1-29 16,5-2 13-16,0-2-5 15,7-3 9-15,2 0 48 16,0 0 51-16,0-7-48 15,9-2-39-15,2-3 36 16,0 1-23-16,-2 6-1 16,-5-2-33-16,-2 5-10 15,1 2-34-15,-3 0-212 16,0 14-417-16,0 4-645 0</inkml:trace>
  <inkml:trace contextRef="#ctx0" brushRef="#br0" timeOffset="48039.01">11963 6992 1395 0,'0'0'269'0,"0"0"32"16,0 0-106-16,0 0-8 15,0 0-75-15,0 0-42 16,0 0-21-16,-2 0-19 16,2 0 3-16,0 0 32 15,0 0-33-15,0 2-14 16,0 3-9-16,0 0-2 15,0-1 3-15,0-1-10 16,0-3 9-16,0 0-8 16,0 0 6-16,0 0-6 15,0 0 0-15,0 0 9 16,0 0 41-16,0 3 9 16,0-3-23-16,0 2-2 15,0 0-11-15,0-2 11 16,0 2-20-16,0-2-3 0,0 0-10 15,0 0-2-15,-9 0-47 16,-4 0-74-16,-19 0-121 16,6 5-353-16,0 2-1110 0</inkml:trace>
  <inkml:trace contextRef="#ctx0" brushRef="#br0" timeOffset="58865.47">19752 7189 1317 0,'0'0'184'0,"0"0"30"16,0 0-71-16,0 0-69 16,0 0-35-16,0 0 18 0,-2 0 34 15,-12 0-1-15,1 0-23 16,2 0-44-16,0 0 4 15,4 0 4-15,5-12 9 16,2-4-10-16,0-3 11 16,0 4-4-16,9 3 1 15,9 1 5-15,-1 6-28 16,2 2 5-16,-4 3-18 16,-1 0 7-16,-8 0-9 15,-2 7 1-15,-4 0 0 16,0 5 5-16,-4 0 6 15,-12-1-3-15,1-2 11 0,-1-4-19 16,3-5 10-16,4 0-2 16,5 0 10-16,4-13-5 15,0-5-1-15,0 3 7 16,4-3 5-16,9 5 14 16,1 5-12-16,-1 6 1 15,0 2-27-15,-1 0-1 16,-6 12 2-16,-4 4-2 15,-2 1 1-15,0-3-1 16,-2-3 5-16,-9 0-4 16,-3-7 12-16,4-4-12 15,-2 0 11-15,3-3-4 16,3-15 4-16,1-1-6 0,3-3 1 16,2-1-6-1,0 3 0-15,5 5 17 0,12-2-12 16,5 8 14-16,3 2-13 15,2 5 8-15,-2 2-14 16,-6 0 5-16,2 12-6 16,-5 8 0-16,-6 5-1 15,-3 2 2-15,-7 2-3 16,0 2 8-16,0 4-6 16,-4 1 0-16,-13 0 1 15,2-2 0-15,-3 2 0 16,1-5 0-16,-1 1 0 15,0-7 4-15,-2-1-4 0,2-2 7 16,-2-1-7 0,0-2-1-16,0 0 1 0,2-2 10 15,4 0-10-15,1-3-1 16,5-6 2-16,-2-2-2 16,4-2 12-16,-3-3-11 15,-1 2 21-15,4 1-10 16,-3-2 6-16,1 2-12 15,0-3 2-15,2 1-8 16,4-2 1-16,0 0 8 16,2 0-8-16,0 0 21 15,0 0-1-15,0 0 27 16,0 0-13-16,0 0-11 16,0-7-11-16,0-6-1 15,13-1-11-15,5-3-1 0,4-3 0 16,5-2 1-16,2 4-4 15,-4 4 4-15,-4 4-2 16,-2 4 0-16,-2 6-6 16,-1 0 0-16,-1 0 5 15,6 13 2-15,-1 6 0 16,1 4-8-16,4 3 8 16,-2 0 0-16,-3 3 1 15,-3-5 0-15,-1-2-1 16,0-6 0-16,2-6 1 15,2-5-1-15,2-2 6 16,2-3-4-16,-1 0 6 0,-6 0-7 16,-3-4 1-16,-5-4-2 15,-5 0 9-15,0-1-8 16,-4 2 0-16,0 0-1 16,0-2-13-16,0 1-9 15,0 2-58-15,0-6-37 16,0 2-122-16,0-2-646 0</inkml:trace>
  <inkml:trace contextRef="#ctx0" brushRef="#br0" timeOffset="59376.7">20909 6878 1294 0,'0'0'312'0,"0"0"18"16,0 0 24-16,0 0-133 16,0 0-91-16,0 0-85 15,0 0-23-15,-14 24 60 0,-7 12 18 16,-8 12-33-16,-3 6-13 16,-4 9 1-16,-2 0-10 15,-1 0 20-15,-1-7-38 16,3-6 4-16,6-6-14 15,4-3-4-15,1-8-7 16,4-1-4-16,-1-6 4 16,3-1-6-16,3-5 5 15,3-6 1-15,3-5-8 16,7-2 3-16,-1-6-2 16,5-1 1-16,-2 0 0 15,2-5-44-15,0-10-31 16,-2-2-34-16,0-16-103 0,2 6-475 15,0 1-786-15</inkml:trace>
  <inkml:trace contextRef="#ctx0" brushRef="#br0" timeOffset="59781.9">20465 6883 1575 0,'0'0'298'0,"0"0"197"0,0 0-339 15,0 0-58 1,0 0-74-16,0 0-23 0,0 0 15 16,0 19 5-16,-6-9 19 15,-3-1-17-15,2-2 12 16,2-3-33-16,1-2 22 15,4-2-11-15,0 0 44 16,0 0 13-16,0 0-17 16,0-2-3-16,0-2 1 15,0 0-6-15,0 0-15 16,0 2 17-16,0 2-17 16,0-2-3-16,0 2-6 15,0 0-5-15,0 0-2 16,0 0-13-16,0 0-2 15,0 0-16-15,0 0-30 0,0 0-65 16,0 11-60-16,0 3-287 16,2 5-267-16</inkml:trace>
  <inkml:trace contextRef="#ctx0" brushRef="#br0" timeOffset="60286.68">20704 7633 1111 0,'0'0'489'0,"0"0"-200"15,0 0-26-15,0 0-96 16,0 0-47-16,0 0-22 16,0 0-27-16,16-8-1 15,-14 7-19-15,2 1-9 16,1 0-17-16,-3 0 11 16,-2 0-26-16,0 0 1 15,0 0-11-15,0 8 11 16,-11 2-2-16,-1-4-8 15,4-2 6-15,6-2-6 0,2-2 19 16,0 0-7-16,0 0-6 16,0-4-6-16,0-1-1 15,0 5 2-15,2 0 19 16,-2 0 1-16,2 0-5 16,-2 0-8-16,0 0-8 15,0 0 13-15,0 0-12 16,0 0 8-16,0 0-9 15,0 0 8-15,0 0-9 16,0 0-6-16,-4 0-66 16,-10 0-225-16,1 0-497 0</inkml:trace>
  <inkml:trace contextRef="#ctx0" brushRef="#br0" timeOffset="69945.31">14790 2023 1610 0,'0'0'285'0,"0"0"-3"0,0 0-95 16,0 0 14-16,0 0-22 16,0 0-78-16,4-6-38 15,8 0 18-15,3-3-8 16,10-2-19-16,1-1-18 15,8 0-18-15,3 0 3 16,4 4-21-16,1 2 12 16,-2 2-11-16,1 4 0 15,-4 0 8-15,-1 0-9 16,-5 0 1-16,-2 10-1 16,-8 4-6-16,-4 4-8 15,-5 5 14-15,-4 6 0 16,-1 0 1-16,-5 6-1 0,-2 3 6 15,0 9-6-15,0 3 6 16,0 4-5-16,-4 6 1 16,-5 2 19-16,-3-1-15 15,1-2 16-15,3-7 1 16,1-3 1-16,0-8-6 16,5-4-4-16,-1-4-2 15,1-8-10-15,2-4-2 16,0-2 1-16,0-5 5 15,0-4-6-15,0-4-8 16,0-2-15-16,0-4-4 16,0 0-14-16,0 0-5 15,-2-10-62-15,-2-7-88 0,0-14-272 16,-1 2-192-16,0 2-841 16</inkml:trace>
  <inkml:trace contextRef="#ctx0" brushRef="#br0" timeOffset="70165.17">14917 2496 1967 0,'0'0'391'15,"0"0"-193"-15,0 0-11 0,0 0-65 16,118-50-55-16,-73 42-43 15,3 0-24 1,0 4-7-16,1-1-56 0,13 5-107 16,-11-3-318-16,-4 3-242 0</inkml:trace>
  <inkml:trace contextRef="#ctx0" brushRef="#br0" timeOffset="70629.92">15811 2348 1463 0,'0'0'341'0,"0"0"-142"15,0 0 13-15,0 0-45 16,0 0-67-16,-118 58-45 15,100-20-2-15,2 6 46 16,6 0-4-16,7-2-2 16,3-3-35-16,0-7-15 15,18-6-2-15,9-6-7 16,6-8-19-16,7-6-14 16,1-6 15-16,1 0-4 15,-3-4 4-15,-2-14-14 16,-4-5 7-16,-6-2 1 15,-3-9-2-15,-8-5 4 0,-8 1 25 16,-8-2-17-16,0 4-11 16,-4 5-3-16,-16 6-5 15,-4 5-2-15,-8 4 1 16,-1 2-12-16,-5 6-3 16,2 1-18-16,3 7 6 15,4 0-26-15,4 0-12 16,10 9-64-16,15 11-132 15,0-3-300-15,0-2-195 0</inkml:trace>
  <inkml:trace contextRef="#ctx0" brushRef="#br0" timeOffset="70991.5">16707 2071 1847 0,'0'0'603'16,"0"0"-438"-16,0 0-99 15,0 0-22-15,0 0 56 16,-53 149-30-16,22-73-19 0,-8 4 14 15,-5 0 23-15,-1-4-16 16,1-7-17-16,6-10-16 16,7-8-19-16,6-13-10 15,9-10-8-15,7-9 3 16,5-8-5-16,4-8-8 16,0-3-8-16,0 0-32 15,0-5-26-15,0-36-96 16,0 3-378-16,4 1-600 0</inkml:trace>
  <inkml:trace contextRef="#ctx0" brushRef="#br0" timeOffset="71389.9">16411 2109 1820 0,'0'0'361'0,"0"0"-135"16,0 0-135-16,0 0-58 16,0 0 8-16,0 0-2 15,0 0-18-15,-54 85-5 16,42-73-5-16,8-6-4 16,0-5 17-16,4-1 51 15,0 0 40-15,0 0-30 16,0-5-28-16,0-4-36 15,8 6-5-15,2 3-9 16,-1 0 2-16,-3 0-7 0,-4 0 4 16,-2 3 0-16,0 6-6 15,0-2 18-15,-10 2-7 16,-3-3 2-16,3-5 1 16,1-1 4-16,7 0 6 15,0-4-21-15,2-8-3 16,0 0-17-16,0 3-32 15,17-4-75-15,6 5-138 16,-1 4-511-16</inkml:trace>
  <inkml:trace contextRef="#ctx0" brushRef="#br0" timeOffset="71884.55">16729 2845 1618 0,'0'0'507'0,"0"0"-398"16,0 0 30-16,0 0-32 16,0 0-63-16,0 0-26 15,0 0 18-15,65 6-8 16,-65 2-10-16,-15 1 25 16,-4-2-4-16,-1-1-12 15,5-4-18-15,6-2 6 16,7 0 43-16,2 0 6 15,0-10-15-15,0 2-20 16,0 2 17-16,4 2-20 16,-1 3 17-16,-3 1-24 15,0 0 1-15,0 0-5 16,0 0-14-16,0 0 11 16,-12 0-12-16,3 0 4 15,3 0-4-15,-1 0-6 0,3-5-51 16,1-7-71-16,3-10-183 15,0 0-419-15,0 2-810 0</inkml:trace>
  <inkml:trace contextRef="#ctx0" brushRef="#br0" timeOffset="72342.61">16326 2198 1343 0,'0'0'570'0,"0"0"-259"0,0 0-62 15,0 0-94-15,0 0-66 16,0 0-57-16,0 0-22 15,0-13-4-15,0 17 12 16,0 5 1-16,0-4 8 16,-2 2 3-16,2-5-21 15,-2-2 6-15,2 0-14 16,0 0-1-16,0 0-30 16,0 0-76-16,0 0-367 15,0 1-258-15</inkml:trace>
  <inkml:trace contextRef="#ctx0" brushRef="#br0" timeOffset="117784.49">10495 4218 462 0,'0'0'103'0,"0"0"84"16,0 0-78-16,0 0 2 15,0 0-10-15,142 0-14 16,-106-7-44-16,0-4-21 16,-3 3-15-16,-2 3-1 15,-2-2-5-15,-2 7-1 16,0 0 7-16,4-3 0 16,2 3 6-16,5-4 0 15,4-1 29-15,5 0-16 0,3-4-3 16,-4 4 12-1,1-2 10-15,-3 4-19 0,-2 1-11 16,-1 2-5-16,3 0-1 16,6-3 10-16,6 1-11 15,10-3-2-15,7-4-5 16,6 1 7-16,1 4-7 16,-4 4 0-16,-3 0 0 15,-5 0-1-15,-8 11 0 16,-8 4-8-16,-4 3 8 15,-1-1 0-15,-5-4-1 16,-2-1-6-16,11-4-68 0,-9-1-212 16,-8-5-255-16</inkml:trace>
  <inkml:trace contextRef="#ctx0" brushRef="#br0" timeOffset="118250.62">12480 4088 208 0,'0'0'75'0,"0"0"-26"15,0 0 66-15,-122-1 67 16,80 1-35-16,3 4-8 15,2 1-31-15,1-1-60 16,3 1-22-16,-3-4-13 16,-1 2 3-16,-4 1 20 15,-8 0-10-15,-7 3-5 16,-8 6 3-16,-8-1 8 16,-5-1-10-16,-8 4-8 0,-5-1-8 15,1-3-4-15,2 0-2 16,-22 3-32-16,22-6-99 15,18-3-478-15</inkml:trace>
  <inkml:trace contextRef="#ctx0" brushRef="#br0" timeOffset="118491.86">10468 4250 464 0,'0'0'41'0,"0"0"-41"16,0 0-78-16,0 0-33 0</inkml:trace>
  <inkml:trace contextRef="#ctx0" brushRef="#br0" timeOffset="118738.4">10468 4250 479 0,'133'-77'159'16,"-110"75"-31"-16,10-1-50 15,12 2-3-15,6 1-28 16,11 0 3-16,10 0-8 16,6 0-1-16,6 0-2 15,8 0 20-15,4 0-17 16,7 0-22-16,-1 4-8 16,4 0-12-16,4 1-10 15,0-3-89-15,34 5-70 16,-28-4-42-16,-18 0-103 0</inkml:trace>
  <inkml:trace contextRef="#ctx0" brushRef="#br0" timeOffset="119360.62">12044 4229 454 0,'0'0'62'0,"113"0"-37"0,-41 4-15 16,3 1 7-16,-3 4-10 16,-10 1-6-16,-11-3-1 15,-10 2-40-15,-12-3-30 16,-10-1 38-16,-5-5 32 15,-5 0 29-15,-5 0 44 16,0 0 40-16,-1 0 28 16,-3-5 24-16,0-1 29 15,0 0 22-15,-18-2-64 16,-6 2-76-16,-14-4-49 16,-7 2-8-16,-13-2-17 0,-11 2 7 15,-49 8-9-15,13 0-46 16,5 0-437-16</inkml:trace>
  <inkml:trace contextRef="#ctx0" brushRef="#br0" timeOffset="123199.02">28425 9858 1202 0,'0'0'185'0,"0"0"-161"15,0 0 15 1,0 0 87-16,-129-60-50 0,96 60-9 15,-5 0-10-15,-11 21 17 16,-5 14 20-16,-6 11-41 16,3 18-1-16,-7 32-19 15,2 47 8-15,2 45-16 16,14 20 16-16,21-5-1 16,25-24-15-16,14-38-10 15,26-32-9-15,6-33 2 16,3-22-7-16,9-11 15 15,36 7 17-15,45 2 31 16,50-6-5-16,16-20-10 16,-5-26-24-16,-21-10-8 15,-50-24 3-15,-28-3-11 0,-32-2 3 16,-18-5-11-16,2-19 10 16,3-28-5-16,-3-40 4 15,-26-27-1-15,-20 6 0 16,-7 33 0-16,-31 37 7 15,-17 25-1-15,-33-14-6 16,-48-8-7-16,-39-6-2 16,10 20 0-16,35 23-50 15,45 17-36-15,34 12-30 16,-12 3-115-16,9 3-105 16,9 5-489-16</inkml:trace>
  <inkml:trace contextRef="#ctx0" brushRef="#br0" timeOffset="123777.36">29988 10240 719 0,'0'0'668'0,"0"0"-596"16,-136-7-28-16,67 7 72 15,-4 14-53-15,-5 12-34 16,-2 10-7-16,6 8 15 16,3 14 43-16,1 24-5 15,3 43-8-15,9 43 24 16,16 21-35-16,28-9 1 16,14-25-21-16,35-47-4 15,11-29-4-15,3-21 9 16,14-9 18-16,32 6-1 15,46-7 11-15,51-29-9 0,17-19-8 16,-13-53-14-16,-44-16-13 16,-57 3-4-16,-16-22 11 15,-15-25 18-15,-10-23 26 16,-14-18 1-16,-36 16-24 16,-6 34-23-16,-31 25-11 15,-7 22-6-15,-14 16-9 16,-35-12-1-16,-42 2-14 15,-41 8-72-15,-13 26-74 16,8 17-133-16,53 24-252 16,34 7-438-16</inkml:trace>
  <inkml:trace contextRef="#ctx0" brushRef="#br0" timeOffset="124310.53">29088 11267 1480 0,'0'0'198'16,"0"0"-112"-16,-125 0 79 15,81 2-38-15,1 14-74 16,3 10-28-16,-2 13 5 16,-3 16-15-16,-5 37-4 15,8 44-9-15,18 42 19 16,24 21 23-16,20-3 18 15,47-19 0-15,20-31-28 16,15-20-1-16,-5-35-11 16,-13-36 2-16,-18-26-12 15,2-24 0-15,9-5-2 16,13-26 42-16,19-45-19 16,-2-48-21-16,-8-42 1 0,-20-15-11 15,-29-1 60-15,-33 16 19 16,-17 22 1-16,-22 6-16 15,-23 30-24-15,-5 28-20 16,-35 8-14-16,-38 19-8 16,-33 15-2-16,-38 15-16 15,-4 23-119-15,53 26-160 16,18 6-381-16</inkml:trace>
  <inkml:trace contextRef="#ctx0" brushRef="#br0" timeOffset="127675.48">29280 11315 370 0,'0'0'72'16,"0"0"-46"-16,0 0 0 16,0 0 4-16,0 0 32 15,0 0 34-15,0 0-31 16,-20 10 20-16,20-10 69 0,0 0 29 15,0 0-46-15,0 0-3 16,0 0 4-16,0 0-35 16,0 0-37-16,0 0-15 15,0 0 1-15,0 0-2 16,0 0-31-16,0 0-4 16,0 0-14-16,0-2 0 15,0-2-1-15,0 3 1 16,0-2 0-16,0 3 1 15,0 0-1-15,0 0 0 16,0 0-1-16,2 0-13 16,2 0 12-16,2 0 0 15,2 0 1-15,-2 0 0 0,1 6 0 16,-3 3 0-16,-4 3-1 16,0 1 1-16,0 1 1 15,-8 3 18-15,-11-2-9 16,-2-2 1-16,-2-4-2 15,3-2-2-15,3-3-6 16,0-2 8-16,7-2-2 16,2 0-5-16,2 0 12 15,4-2-14-15,2-6 17 16,0 0-5-16,0-3-2 16,6 0-10-16,12-2 1 15,3 2-1-15,2 3-1 16,-2 2 1-16,-3 3-6 15,-5 3 6-15,-7 0-8 0,-1 0 7 16,-2 0-8-16,-3 5 9 16,0 3-8-16,-3 0 8 15,-12 2 9-15,-6-3-7 16,0 1 5-16,-2-4-6 16,5-2 6-16,3-2-7 15,5 0 11-15,6 0-2 16,2 0 2-16,2-6 0 15,0 1 9-15,0-3-12 16,8 1-8-16,11-1 0 16,1 3 1-16,-1 1 4 15,2 1 5-15,-3 3 5 16,-7 0-8-16,-5 0-6 0,-6 0-1 16,0 11 0-16,-4 0 15 15,-19 2 0-15,-2 1 6 16,-2-5-14-16,4-1 0 15,5-3-1-15,7-5 11 16,2 0 5-16,4-2 7 16,5-10 47-16,0-1-12 15,0 1-32-15,8 2-31 16,9 0 8-16,3 2-9 16,5 4 0-16,-2 3 1 15,-4 1-1-15,-3 0-6 16,-5 0 5-16,-7 8-12 0,-4 3 7 15,0 2 6-15,-17-1 1 16,-8 0 13 0,0-2-13-16,3-4 8 0,5-4-7 15,1-2 7-15,5 0 5 16,1-8-3-16,6-8 7 16,4-2-18-16,0-1 11 15,2 6-11-15,16 3 0 16,3 2-6-16,2 5 4 15,4 3 1-15,0 0-1 16,-4 0 2-16,-8 3-6 16,-8 2 5-16,-7 3-15 15,0 2 16-15,-16 1 7 16,-11-1 5-16,-4 0 0 16,2-5-4-16,8-5-7 0,0 0 9 15,7 0 0-15,6-1-1 16,5-11 3-16,3-3-6 15,0 2 3-15,9-1-8 16,14 1-1-16,1 5-6 16,5 6 5-16,3 2 1 15,-1 5-9-15,-4 17 8 16,-8 4-4-16,-7 2 4 16,-12 2 1-16,0-4 0 15,-16-1 6-15,-11-4-4 16,-1-5 11-16,-1-6-7 15,2-4 4-15,6-6-9 16,5 0 21-16,8-18-11 0,1-12-1 16,7-6-9-16,0-2 7 15,0 0-8-15,19 7 2 16,2 7-2-16,2 8-1 16,4 6 1-16,-1 10-7 15,3 0 7-15,0 3-2 16,-4 12 1-16,-8 7-1 15,-3-1 1-15,-12 0-6 16,-2 1 7-16,-5-1 6 16,-23-1-5-16,-11-4 6 15,-2-3 2-15,-1-6-3 16,1-7-5-16,7 0 11 16,8-6-6-16,6-18 1 0,8-6 2 15,10-5-8-15,2-1 4 16,5 4-5-16,17 6 0 15,7 6-1-15,4 11 1 16,3 6-1-16,5 3-7 16,-4 0 7-16,-5 16-7 15,-10 7 2-15,-13 0-6 16,-9 1 11-16,0 2-5 16,-16-2 6-16,-13-1 1 15,-5-7 5-15,3-6-5 16,0-6 0-16,2-4 6 15,4 0 4-15,4-19-2 16,2-4-8-16,9-5 9 16,5-2-9-16,5-1 0 0,5 5-1 15,21 2 0-15,6 8 0 16,5 5-1-16,3 8 0 16,1 3-6-16,-8 0 6 15,-6 20-19-15,-10 4 14 16,-10 4 5-16,-7 2-6 15,0-2 7-15,-22-1 0 16,-7-5 0-16,-4-4 8 16,2-6-8-16,2-5 6 15,4-7 2-15,5 0-2 16,7-7 4-16,3-15-8 16,8-4 7-16,2-5-9 15,10 1 1-15,15 2-1 0,12 5-1 16,1 4 0-16,3 11-5 15,0 8 5-15,-5 0-4 16,-7 20-4-16,-10 8 0 16,-9 6 7-16,-10 0 1 15,-4 0 1-15,-23-2 8 16,-12-6 4-16,1-6 13 16,-1-5-17-16,5-7 1 15,5-8-8-15,4 0 11 16,7-8-4-16,5-12 1 15,7-4-9-15,4-2-9 16,2 0-34-16,0 3-72 16,8 7-96-16,15 5-92 15,-4 4-176-15,0 3-335 0</inkml:trace>
  <inkml:trace contextRef="#ctx0" brushRef="#br0" timeOffset="133553.94">29241 11414 293 0,'0'0'54'15,"0"0"-108"-15,0 0 35 0</inkml:trace>
  <inkml:trace contextRef="#ctx0" brushRef="#br0" timeOffset="133695.81">29241 11414 1155 0,'8'-26'0'0</inkml:trace>
  <inkml:trace contextRef="#ctx0" brushRef="#br0" timeOffset="136437.31">29694 8993 620 0,'0'0'355'0,"0"0"-167"16,0 0 170-16,0 0-129 16,0 0-45-16,0 0 26 15,0 0-18-15,-33-5-38 16,30 2-27-16,-1 1-28 15,2 2-6-15,-2 0-36 16,1 0-7-16,3 0-24 16,-3 0-5-16,3 0-20 15,0 0 10-15,-2 0-11 16,2 0 2-16,-2 0 7 0,-2 12-8 16,2 0 14-16,-3 6-14 15,3 0 7-15,-2 3-8 16,2-3 9-16,-3 1-8 15,0 4 5-15,1-2-4 16,-3 3 4-16,-1 5 4 16,-2 1-10-16,1 3 16 15,1-1-15-15,-1 3 5 16,-1 2-5-16,2 0 12 16,-1 5 1-16,-5 0 5 15,4 1 2-15,-4 1-7 16,1-4 7-16,0-2-14 15,1 0 10-15,-1-1-5 0,1-3 3 16,1 2-2 0,3-2 2-16,-4 0-3 0,3-5-1 15,1 0 7-15,1-5-17 16,0-6 16-16,3-4-17 16,-1-4 9-16,3-4-8 15,2-3 5-15,0-3-5 16,0 0 5-16,0 0 0 15,0 0 0-15,0 0 8 16,0 0-14-16,0 0 11 16,0-12-11-16,0-3-22 15,0-4-29-15,-4 0-16 16,-1-6-5-16,-4 1-15 16,2 2 6-16,1 3-7 15,-1 2 13-15,5 3 14 0,0 3 31 16,-1 0 18-16,3 3 12 15,0 2 0-15,0 0 1 16,0 4 24-16,0 2 9 16,0 0-8-16,0 0-26 15,0 8 13-15,0 10 8 16,0 3 3-16,5 5 6 16,-3-1-8-16,3 3-5 15,-3-2-2-15,2 1 1 16,-2-5-16-16,1-5 12 15,-1-5-6-15,0-5-6 16,0-3 6-16,1-1 0 16,-3-3-5-16,2 0 0 0,0 0-1 15,3 0 1-15,3 0 5 16,6 0-6-16,4 0 33 16,2-14-20-16,3 2 1 15,-6-3-13-15,-1-4 1 16,-3 2 4-16,-5-1-6 15,2 0 10-15,-3 6-9 16,-1 0 2-16,0 3-2 16,-1 4-1-16,0 1 0 15,-1-1 1-15,-1 3-1 16,-3 2 0-16,0 0 0 16,0 0-11-16,0 0 11 0,0 0 0 15,0 0 6 1,-14 0-5-16,-6-2-1 0,-5 1 0 15,1-3 1-15,-1 2 0 16,8-3-1-16,3 2 0 16,7-1 0-16,5 1-64 15,-2 3-103-15,0 0-453 16,-6 0-1358-16</inkml:trace>
  <inkml:trace contextRef="#ctx0" brushRef="#br0" timeOffset="138500.17">30661 9765 992 0,'0'0'147'0,"0"0"-34"16,0 0 2-16,0 0-73 15,0 0-12-15,0 0-2 0,-118 36-2 16,105-18-9 0,7-4 1-16,3 2-10 0,3-1 0 15,0 2-7-15,11-3 8 16,12 3 27-16,1 1 43 16,3 0-24-16,-1 4-18 15,-3 0 14-15,-4 0-19 16,-5 2-14-16,-7-5 17 15,-7 2-1-15,0-5-4 16,0-2 6-16,-9-2 44 16,-11 0 17-16,-7-2 5 15,-2 0-40-15,-2-2-28 16,2 0-17-16,3-3-8 16,3-2-1-16,7-3-6 15,3 0 5-15,5 0-6 0,2 0-1 16,6-16-113-16,12-2-186 15,7-2-644-15</inkml:trace>
  <inkml:trace contextRef="#ctx0" brushRef="#br0" timeOffset="138681.6">30884 9944 1587 0,'0'0'314'16,"0"0"-216"-16,0 0 155 15,0 0-109-15,0 0-38 16,-31 125-64-16,31-104-17 16,0-3-16-16,7-6-9 0,35-5-137 15,-2-6-221 1,-3-1-905-16</inkml:trace>
  <inkml:trace contextRef="#ctx0" brushRef="#br0" timeOffset="139049.07">31243 9803 1407 0,'0'0'187'16,"0"0"-22"-16,0 0-53 16,0 0-73-16,0 0-22 0,0 0-5 15,0 0-11 1,-79 95 10-16,96-74 9 0,1 6-10 15,-5-3-8-15,-3 3 10 16,-6-6 2-16,-2 1-3 16,-2-6 16-16,0-3 10 15,-2-2 22-15,-12-2 46 16,-3-4 3-16,-4-1 7 16,-1-1-51-16,-1 0-31 15,2-3-21-15,0 0-2 16,4 0-8-16,1 0 5 15,3 0-6-15,1 0 0 16,4 0-2-16,-1 0-35 16,4 0-75-16,5 0-108 15,3-3-40-15,12-9-638 0</inkml:trace>
  <inkml:trace contextRef="#ctx0" brushRef="#br0" timeOffset="139267.71">31424 9581 1472 0,'0'0'335'0,"0"0"-180"16,0 0 143-16,6 113-92 16,-6-55-81-16,0-3-52 15,0 2-33-15,0-7-23 16,0-6-13-16,0-5-4 0,0-8-37 15,2-2-194-15,2-8-412 16,-4-10-956-16</inkml:trace>
  <inkml:trace contextRef="#ctx0" brushRef="#br0" timeOffset="139956.53">31548 9985 909 0,'0'0'524'0,"0"0"-400"16,0 0 192-16,0 0-119 15,0 0-47-15,94-116 2 16,-87 103-54-16,-4 3-44 16,-3 4-17-16,0 3-31 15,-5 3 1-15,-15 5 8 0,-3 18 3 16,-1 10-12-16,4 5 2 16,8 2-7-16,12-2 0 15,0-6 5-15,17-9-7 16,14-8 2-16,6-9 17 15,8-6-18-15,0-1-114 16,0-22-49-16,-10-7-72 16,-6-9-55-16,-7 0-258 15,-8 0 359-15,-6 8 189 16,-1 8 150-16,-3 14 122 16,-1 9-102-16,2 0-139 15,1 20 1-15,-2 8 17 16,3 0 10-16,-3-2 44 15,1-2 37-15,0-7-1 0,-3-2-37 16,2-9-31 0,-4-2-38-16,0-4-6 0,0 0 5 15,0-4-6-15,0-14-13 16,0-6-13-16,0-6-1 16,9-4 0-16,9 1 1 15,5 8-16-15,0 9-11 16,0 11 22-16,-1 5 5 15,-4 5 6-15,0 15 12 16,-5 1 15-16,-3 2 0 16,-4-3 19-16,-2-5-8 15,1-3-11-15,-1-5-19 16,1-5-14-16,4-2-12 0,4-2-39 16,5-17-80-16,5-6-97 15,2-6 77-15,2 2 101 16,-4 3 50-16,-3 9 0 15,-9 12 82-15,-2 5-9 16,-4 4 27-16,-5 18 1 16,0 4-38-16,0 2 7 15,0 0-14-15,2-1-20 16,9-3-27-16,27-1-9 16,2-7-200-16,2-9-1065 0</inkml:trace>
  <inkml:trace contextRef="#ctx0" brushRef="#br0" timeOffset="140272.9">32568 9934 1605 0,'0'0'212'15,"0"0"100"-15,0 0-114 16,0 0-59-16,2 109-64 15,38-100-63-15,5-6-12 16,-1-3-73-16,-1-12-179 16,-12-15-4-16,-7-4 124 15,-15-4 110-15,-4 4 22 16,-5 5 135-16,0 14 180 16,0 7-75-16,0 5-169 0,0 12-71 15,-7 19 1-15,0 8 14 16,-2 2-14-16,7 3 7 15,2-5-8-15,0 1-39 16,0-10-348-16,0-9-1047 0</inkml:trace>
  <inkml:trace contextRef="#ctx0" brushRef="#br0" timeOffset="141098.68">31065 11023 851 0,'0'0'218'0,"0"0"92"15,0 0-70-15,0 0-96 16,0 0-101-16,0 0-42 16,0 0 7-16,-2 28 23 15,-1 4 38-15,3 4 31 16,0 0 69-16,0-4-48 15,21-5-25-15,6-8-26 0,4-9-20 16,0-6-11 0,0-4-14-16,-4-4-8 0,-10-20-10 15,-3-10-6-15,-9-8-1 16,-5-12 15-16,0-8-14 16,0-5 13-16,0 4-14 15,0 8 18-15,-3 15 17 16,3 16 25-16,0 16-6 15,0 8-41-15,0 8-12 16,0 24-1-16,7 9 17 16,-1 7-10-16,4-3 10 15,1-4-7-15,-1-8 8 16,4-8-17-16,2-9-1 16,-3-11-14-16,0-5 14 15,-2 0 19-15,-1-21-19 0,-4-9-31 16,-4-4 21-16,-2-1 10 15,0 9-11-15,0 10 11 16,0 14 0-16,0 2-27 16,0 35 16-16,0 11 11 15,0 5 0-15,0 6-2 16,23-4-10-16,6-8-114 16,6-9-17-16,17-12-185 15,-12-8 20-15,-5-10-618 0</inkml:trace>
  <inkml:trace contextRef="#ctx0" brushRef="#br0" timeOffset="142052.74">30588 12366 1187 0,'0'0'145'0,"0"0"-13"15,0 0 31-15,0 0-47 16,121-102 3-16,-113 80 32 16,-3 2-16-16,-5 6 43 15,0 6-40-15,-15 8-83 16,-8 0-35-16,-6 21-19 15,0 14 0-15,4 11 17 16,8 3 13-16,10 4-10 16,7-7 6-16,0-7-17 15,22-7-10-15,11-12 0 0,7-11 0 16,10-9 0 0,6 0-41-16,2-24-188 0,-5-8-78 15,-6-7-23-15,-14-6-228 16,-13 1 242-16,-13 0 231 15,-7 8 85-15,0 6 246 16,-11 9 23-16,-9 7-19 16,1 7-102-16,0 7-57 15,1 2-42-15,1 20-6 16,5 7-7-16,7 6 25 16,5 3 9-16,5-2-23 15,22-3-40-15,8-12 0 16,6-5 14-16,1-12-21 15,-2-4-71-15,-4-6-126 16,-8-17-72-16,-10-10-75 0,-7-4 110 16,-11 2 159-16,0 3 75 15,0 6 146-15,-2 12 175 16,-7 10 12-16,3 4-172 16,-1 14-99-16,5 16-20 15,2 6 43-15,0 0-8 16,18-2-3-16,8-6-24 15,8-10-20-15,1-10 17 16,4-8-17-16,-4-1-5 16,-3-24-25-16,-11-5-30 0,-5-7-4 15,-7-2 0-15,-5 3 17 16,-4 4 17 0,0 9 11-16,0 10 37 0,0 11 22 15,0 2-58-15,0 10-12 16,0 14 2-16,0 6-1 15,3 2 11-15,12-4-3 16,8-7-9-16,6-4-9 16,9-11-7-16,15-6-151 15,-8-11-356-15,-8-12-731 0</inkml:trace>
  <inkml:trace contextRef="#ctx0" brushRef="#br0" timeOffset="142203.34">31596 12198 1252 0,'0'0'232'0,"0"0"-102"0,0 0-2 16,0 0-36-16,-43 114-51 16,43-80-15-16,9-6-13 15,13-5-13-15,7-14-26 16,12-9-97-16,-8-4-357 16,-6-15-172-16</inkml:trace>
  <inkml:trace contextRef="#ctx0" brushRef="#br0" timeOffset="142331.74">31596 12198 462 0,'149'26'815'15,"-149"-29"-449"-15,0 3 162 16,0 0-442-16,-2 11-64 16,0 17 0-16,2 5-20 15,0 0 13-15,0-1-9 16,11-4-6-16,31-14-25 0,1-5-260 16,-4-9-778-16</inkml:trace>
  <inkml:trace contextRef="#ctx0" brushRef="#br0" timeOffset="142825.9">31968 12166 1410 0,'0'0'192'16,"0"0"57"-16,0 0-78 16,-25 113-42-16,25-82-45 15,7-4-56-15,17-8-27 16,3-11-1-16,2-8-79 15,-2 0-112-15,-4-16 15 0,-6-10 31 16,-3-3 93 0,-6-2 52-16,-1 4 64 0,-3 8 117 15,-1 7 90-15,2 9-67 16,1 3-143-16,3 7-48 16,2 13 1-16,0 2-14 15,2 0 12-15,-3-1-12 16,-4-6 7-16,1-5-7 15,-3-8 1-15,6-2 0 16,-2-4 0-16,5-19-1 16,3 0-62-16,-1 0 40 15,1 2 22-15,-3 7 21 16,-1 6 31-16,1 8-42 16,3 0-10-16,-1 2 12 0,4 10-12 15,-4 2 0-15,1-4 0 16,-3 0 6-16,1-4 4 15,3-6-10-15,3 0-13 16,3 0-81-16,-4-2-2 16,-1-7 53-16,-7 2 20 15,-4 2 17-15,-7 0 4 16,0 3 2-16,-9 2-81 16,-4 0-244-16</inkml:trace>
  <inkml:trace contextRef="#ctx0" brushRef="#br0" timeOffset="147120.84">29342 11372 925 0,'0'0'275'15,"0"0"-200"-15,0 0 27 16,0 0 24-16,0 0-33 16,0 0-36-16,-51 21-8 15,49-21-11-15,-1 3 54 0,3-3-2 16,-2 0 4 0,2 0-23-16,0 0-9 0,-2 0-29 15,2 0-17-15,-2 2-10 16,-1 0-5-16,1-1 9 15,2 2-9-15,-3-3 10 16,3 1-11-16,0-1 0 16,0 0 1-16,0 0 7 15,0 0-8-15,0 0 1 16,0 0 5-16,0 0-6 16,0 0 0-16,0 0 10 15,0 0-5-15,0 0-5 16,0 2 0-16,3 3-133 15,4 1-522-15</inkml:trace>
  <inkml:trace contextRef="#ctx0" brushRef="#br0" timeOffset="147345.34">29399 11497 1684 0,'0'0'42'0,"0"0"-40"15,0 0-2-15,0 0-776 0</inkml:trace>
  <inkml:trace contextRef="#ctx0" brushRef="#br0" timeOffset="147489.31">29399 11497 1835 0,'19'-23'239'15,"-28"23"-189"-15,2 0-19 16,2 0-31-16,5 0-722 0</inkml:trace>
  <inkml:trace contextRef="#ctx0" brushRef="#br0" timeOffset="168512.94">15882 5877 508 0,'0'0'94'0,"0"0"-3"16,0 0-19-16,0 0-8 16,41-12-11-16,-20 1-14 15,15-1-5-15,15-9 25 16,20-7-16-16,37-15-18 16,46-20-25-16,55-20-13 15,21-1-26-15,-14 12 39 16,-49 26 0-16,-67 24 8 15,-30 14-8-15,-32 6-17 16,-16 2-962-16</inkml:trace>
  <inkml:trace contextRef="#ctx0" brushRef="#br0" timeOffset="168926.11">16451 6086 646 0,'0'0'110'15,"232"-80"-70"-15,-26 18 155 16,49-8 21-16,19-1-19 15,0-1-53-15,-15 4-63 16,-5 1-24-16,-20 3-26 16,-29 11-20-16,-29 10-11 15,-57 16-111-15,-35 1-455 0</inkml:trace>
  <inkml:trace contextRef="#ctx0" brushRef="#br0" timeOffset="169428.26">16667 6258 423 0,'0'0'199'16,"199"-34"-144"-16,-12 1 14 16,49-10 28-16,33-6 118 0,26-2 27 15,8-4-62 1,20 3-73-16,-2 6-31 0,-24 8-23 15,-36 9-32-15,-41 6-20 16,-33 7-1-16,-21 4-14 16,-18-2-121-16,-9 4-106 15,-41 0-156-15,-22 2-4 0</inkml:trace>
  <inkml:trace contextRef="#ctx0" brushRef="#br0" timeOffset="169932.92">16567 6604 360 0,'0'0'68'0,"0"0"-42"0,0 0-2 16,0 0 9-16,0 0 2 16,151 9 54-16,-71-9-24 15,57-12 13-15,81-23 57 16,54-8-24-16,40-6 23 16,26 2 63-16,13 6-1 15,27 5-25-15,22 8-53 16,3 6-64-16,-6 9-23 15,-19 4-19-15,-31 6-2 16,-36-2 1-16,-45-1-11 16,-39 0-1-16,-42 0-29 0,-47 4-74 15,-51 2-288-15,-40 0-166 16</inkml:trace>
  <inkml:trace contextRef="#ctx0" brushRef="#br0" timeOffset="170404.28">16906 7118 1071 0,'0'0'80'16,"184"0"-46"-16,-5 0 17 15,46 0 1-15,38 0 18 16,36 4-44-16,31 15-9 0,35-1-5 16,20 0 13-1,6-5 53-15,-10 0-23 0,-7-1-17 16,-14 4-19-16,-20 2-18 15,-25 3-1-15,-25-2 0 16,-39-3-44-16,-75-5-212 16,-53 1-512-16</inkml:trace>
  <inkml:trace contextRef="#ctx0" brushRef="#br0" timeOffset="170945.02">17496 8351 1440 0,'0'0'0'0,"0"0"-133"15,188 47 121-15,-9-18 12 16,45 2 104-16,28-1 29 16,7-7-36-16,-3-6-7 15,20 0-5-15,12 2-1 16,8 7-40-16,3 11-17 15,-13 9-13-15,-35 10-6 16,-43 0-8-16,-61-8-6 0,-51-12-16 16,-41-12-56-16,-19-2 17 15,-7 4-40-15,-20 6-63 16,-3-3-59-16,-6-12-159 16</inkml:trace>
  <inkml:trace contextRef="#ctx0" brushRef="#br0" timeOffset="171373.93">17655 9448 868 0,'0'0'0'0,"220"41"-59"16,-14-12 59-16,41 8 37 15,15-5 158-15,-9 0 38 16,-35 5-101-16,-17 4-78 15,-23 9-47-15,-19 4-7 0,-17 6-207 16,-6 1-129 0,-5-5 65-16,0-6 245 0,-5-14 26 15,-19-11 37-15,-20-13 28 16,-23-5-14-16,-10-2-22 16,-2-3-3-16,-6 1-18 15,-11 3-8-15,-23-2-46 16,-30 3-186-16,-22-4 105 15,-12-1-15-15</inkml:trace>
  <inkml:trace contextRef="#ctx0" brushRef="#br0" timeOffset="171809.47">16868 10542 1360 0,'0'0'203'16,"0"0"-185"-16,171 0-17 15,-59 4 8-15,33 14-9 16,40 14 13-16,18 5 1 0,-3 4 7 16,-15-3-21-1,-22-8 7-15,-3-4-7 0,-4-6-9 16,-8-3 0-16,-9 0 8 16,-27-5-5-16,-29 0 6 15,-25-2 0-15,-14-2 1 16,1 0-12-16,-1-2-11 15,1 1-45-15,-9-6 47 16,-9 1 19-16,-10-2 2 16,-7 0 20-16,-10 0-21 15,-29 0-41-15,-19-11-108 16,-10-6-415-16</inkml:trace>
  <inkml:trace contextRef="#ctx0" brushRef="#br0" timeOffset="172129.87">16288 10914 1224 0,'0'0'53'0,"223"0"-53"0,-20-8-16 16,47-12 16-16,24-6 123 16,6-6 21-16,-8 2 3 15,5 6-64-15,-5 4-34 16,-11 10-49-16,-16 4-115 15,-67 6-440-15,-40 0-84 0</inkml:trace>
  <inkml:trace contextRef="#ctx0" brushRef="#br0" timeOffset="175914.5">28292 1497 793 0,'0'0'118'0,"0"0"-118"16,0 0-50-16,0 0-796 0</inkml:trace>
  <inkml:trace contextRef="#ctx0" brushRef="#br0" timeOffset="181755.71">18133 5184 750 0,'0'0'104'0,"0"0"-64"16,0 0-22-16,0 0-8 15,172-11 39-15,-101 1 107 16,12-3-44-16,6 4-46 15,5 4-12-15,24-2-31 0,38 3-6 16,58-4-16 0,39-5 6-16,25 1-7 0,11 1 9 15,-17 5-8-15,-4 6 0 16,-16 0 0-16,-25 0 0 16,-29 12-1-16,-24 0 0 15,-22 0-11-15,-36-2-101 16,-27-2-82-16,9 1-54 15,-29-2-75-15,-13-2-204 0</inkml:trace>
  <inkml:trace contextRef="#ctx0" brushRef="#br0" timeOffset="181825.18">21535 5245 365 0,'0'0'36'16,"-171"22"-36"-16</inkml:trace>
  <inkml:trace contextRef="#ctx0" brushRef="#br0" timeOffset="182132.37">19422 6039 1124 0,'323'-30'170'0,"65"-1"-67"16,-9 11-37-16,14 6-32 16,-4 5-10-16,-16 9-6 15,-30 0-1-15,-46 4-6 16,-56 15-11-16,-65 1-82 15,-65-5-255-15,-47-2-376 0</inkml:trace>
  <inkml:trace contextRef="#ctx0" brushRef="#br0" timeOffset="182603.68">18880 8083 666 0,'262'0'81'0,"41"0"-64"15,-14 0-4-15,10 0 11 16,2 0 50-16,0 0-18 16,-14 16-34-16,-28 9-10 15,-34 7-12-15,-76-6-25 0,-41-5-310 0</inkml:trace>
  <inkml:trace contextRef="#ctx0" brushRef="#br0" timeOffset="183047.31">20033 9411 1127 0,'185'15'0'0,"29"12"-237"16,-11 3-103-16,7 4 225 15,1-7 115-15,6-5 147 0,-1-5-89 16,-11-3 21-16,-45-1 105 16,-24 13-67-16,-49-5-117 15,-40-1-282-15</inkml:trace>
  <inkml:trace contextRef="#ctx0" brushRef="#br0" timeOffset="183421.67">18417 10682 880 0,'0'0'0'15,"0"0"-23"-15,212 26 23 16,-27-22 5-16,35-4 96 0,17 0 30 15,4-4 39 1,-15-8-31-16,4 5-32 0,-9 7-8 16,-9 0-99-16,-61 0-206 15,-30 3-279-15</inkml:trace>
  <inkml:trace contextRef="#ctx0" brushRef="#br0" timeOffset="192041.87">13577 4819 745 0,'0'0'108'0,"0"0"-66"0,0 0-32 16,-118 0-4-1,76 0-4-15,-2 0-1 0,1 0 7 16,-4 5-6-16,-4 4-1 15,-7 3 21-15,-9 3-2 16,-13 6-8-16,-25 11-11 16,-31 12 0-16,-43 16 6 15,-23 10-6-15,-10 5 0 16,-2 3 22-16,5 2 11 16,-5 4 9-16,2 4-11 15,7-2-9-15,15-3-23 16,10-11 7-16,10-9-7 15,10 0 0-15,10-5 0 16,32-5 0-16,27-12-15 16,-1 5-106-16,32-11-47 15,6-7-181-15</inkml:trace>
  <inkml:trace contextRef="#ctx0" brushRef="#br0" timeOffset="192573.56">14480 5179 411 0,'0'0'87'0,"0"0"-45"15,-139 56-12-15,64-21-3 16,-29 15-2-16,-37 18-15 16,-42 26 0-16,-24 10-9 15,-12 5 19-15,-4-1 16 0,5-4-7 16,-18 13-19-16,-16 13-4 16,-16 11-5-16,-19 5 0 15,-8 3 6-15,8 4-6 16,13-1 0-16,21-7 0 15,29-12-1-15,25-15 0 16,30-20 1-16,38-23 21 16,36-19 75-16,33-15-5 15,20-6-54-15,4 1-23 16,5 15-15-16,8-5-128 16,11-9-165-16</inkml:trace>
  <inkml:trace contextRef="#ctx0" brushRef="#br0" timeOffset="193077.93">13666 6703 438 0,'0'0'83'0,"-216"125"-42"16,15-5 15-16,-44 27-18 16,-22 7-17-16,-3 0-19 15,18-16-2-15,0 3-47 16,5-1 21-16,8 3 19 15,5-5 7-15,7-3 0 0,9-8 1 16,12-6 18-16,26-9 11 16,41-24-1-16,44-25-15 15,34-23-14-15,24-13-6 16,16-3-54-16,8-4-22 16,13-6-112-16</inkml:trace>
  <inkml:trace contextRef="#ctx0" brushRef="#br0" timeOffset="193573.66">14422 7432 439 0,'0'0'80'0,"0"0"-75"15,-145 67-5-15,67-30-69 0,-11 5 30 16,-27 13 38 0,-27 18 1-16,-32 21 0 0,-13 9 0 15,5 0-15-15,14-8-83 16,18-1-82-16,-7 9 180 16,-10 6 7-16,-8 16 153 15,-5 7 31-15,-4 1-27 16,7-7 11-16,11-3 14 15,11-13-17-15,28-17-52 16,35-23-49-16,28-15-33 16,17-11-18-16,-2 5-11 15,1 2-8-15,0 4-1 16,0 11-5-16,13-16-137 16,10-13-215-16</inkml:trace>
  <inkml:trace contextRef="#ctx0" brushRef="#br0" timeOffset="194045.59">12931 9585 895 0,'-131'74'142'16,"-14"10"-84"-16,18-6-32 0,-6 3-15 15,2 5-10-15,-2 4 0 16,-6 8 1-16,2 1-1 15,4-7 7-15,25-15-7 16,27-28 0-16,32-18-1 16,20-4-27-16,9-7-116 15,9-1-140-15</inkml:trace>
  <inkml:trace contextRef="#ctx0" brushRef="#br0" timeOffset="194435.42">14206 9636 1817 0,'0'0'249'0,"0"0"-195"16,0 0-35-16,0 0-17 16,0 0-2-16,0 0 11 15,0 0-11-15,-69 29-61 16,18 5-37-16,-12 10 45 16,-15 11 23-16,-27 15-9 15,-38 24-10-15,-39 26 24 0,-12 8 16 16,9-5 9-1,40-26 2-15,47-32-2 0,28-17 9 16,15-4-9-16,-5 2 0 16,2 5 0-16,2 0 0 15,21-6-9-15,14-13-258 16,17-14-502-16</inkml:trace>
  <inkml:trace contextRef="#ctx0" brushRef="#br0" timeOffset="194782.67">14538 10389 1285 0,'0'0'0'0,"0"0"-181"16,0 0-166-16,0 0 31 15,-114 126 316-15,92-102 82 16,0-2-82-16,-5 2-75 15,-6 5-11-15,-12 5 86 0,-18 7 36 16,-53 38-36-16,12-8-17 16,2-6-318-16</inkml:trace>
  <inkml:trace contextRef="#ctx0" brushRef="#br0" timeOffset="198942.49">15834 1252 80 0,'0'0'523'0,"0"0"-442"0,0 0-15 16,0 0-19-1,0 0-23-15,-119-49 21 0,101 43-31 16,-4 3-8-16,-2 3-5 16,-7 0 0-16,-8 0 6 15,-5 15-6-15,-6 2 6 16,0 0-7-16,-6 3 0 15,0 1-16-15,0 0-60 16,-2 4 8-16,0-4 39 16,-2 4 27-16,-2-1 1 15,-3 2 1-15,-18 13-3 16,19-5-26-16,8-1-334 0</inkml:trace>
  <inkml:trace contextRef="#ctx0" brushRef="#br0" timeOffset="199977.86">16185 1520 479 0,'0'0'742'0,"0"0"-703"15,0 0-32-15,0 0-7 16,-143-57-22-16,112 43 22 16,-4 3 1-16,-5 3 8 15,-4 1-9-15,-6 3 1 0,-6 4 13 16,-4 0-3-16,-2 0 0 15,2 0-10-15,-1 2 7 16,1 7-2-16,4 2 4 16,0 4 2-16,4 3-11 15,-2 2 5-15,0 2-4 16,3 1 6-16,0 2-7 16,2 1 9-16,2 2-10 15,2 4 1-15,1 6-1 16,-1 5 1-16,-1 4 0 15,1 3-1-15,0 6 1 16,5 1-1-16,2 4 0 16,7-3 0-16,4 5 0 0,8 2 0 15,0 1 0-15,5-3 0 16,4 2 1-16,1-3 0 16,5-2-1-16,2 0 7 15,2-3-7-15,0-1 21 16,15-2 11-16,11-1 36 15,6-2-4-15,5 2 4 16,6 0-14-16,4 2-25 16,4 4-7-16,3-1-12 15,6 0 8-15,7 3-5 16,8-5 13-16,10-2-8 16,4-4 4-16,9-3 10 15,5-5 5-15,1-6 4 0,19-4-13 16,22-10 34-1,20-12 22-15,9-10 8 0,-4 0-26 16,-10-24 8-16,-13-6-25 16,-9-4 3-16,-24 4-9 15,-27 4 15-15,-27 3-30 16,-11-2-8-16,6-12-12 16,3-9-7-16,3-12 7 15,-10-6 1-15,-9-10-8 16,-8-6 16-16,-14-9 1 15,-11-3-6-15,-9-7-2 16,-9 0 6-16,-29-4-14 16,-15 3 9-16,-16 3-10 15,-14 2-1-15,-24 1 1 16,-29 3 1-16,-29 15-2 0,-17 25-6 16,-9 37-103-16,-11 19-198 15,53 23-198-15,4 8-1148 0</inkml:trace>
  <inkml:trace contextRef="#ctx0" brushRef="#br0" timeOffset="211329.58">7289 14284 707 0,'0'0'272'16,"0"0"-16"-16,0 0-16 16,0 0-112-16,0 0-39 15,-7 0-6-15,5 0-2 16,2 0-21-16,-2 0-6 16,0 0-10-16,0 0 4 15,-1 0 21-15,0 0 35 16,1 0 2-16,0 0-14 15,0 0-6-15,0 0-32 16,-3 0-9-16,3 0-10 16,-4 0-3-16,1 0-13 15,-2 3-1-15,1-3 0 0,-3 0-3 16,2 2 6-16,-2 0-4 16,2 0 10-16,-3 4-13 15,0-1 7-15,-1 2-3 16,0 3 2-16,-3 1-8 15,4 2 3-15,-1 4-3 16,-1 3-4-16,6-1 5 16,-1 7-13-16,3 2 10 15,2 7-9-15,-1 1 5 16,3 8-4-16,0 2 8 16,0 6-1-16,7 2-1 15,4 3 4-15,2-3-11 0,1-4 15 16,1-6-15-16,3-4 9 15,2-8-9-15,0-4 13 16,2-6-6-16,1-2 4 16,-1-6 9-16,-4-2 6 15,-2-6 6-15,-8 0-17 16,-3-4 10-16,-3-2-11 16,-2 3 0-16,0-3-6 15,0 0 0-15,0 0 0 16,0 0-8-16,0 0 11 15,0 0-10-15,0 0 8 16,0 0-10-16,0 0 0 16,0 0 0-16,0 0-1 0,0 0-29 15,0 0-27 1,0 0-37-16,25-7-69 0,1-9-429 16,1 0-465-16</inkml:trace>
  <inkml:trace contextRef="#ctx0" brushRef="#br0" timeOffset="212246.02">7857 14454 1252 0,'0'0'273'0,"0"0"-55"16,0 0 21-16,0 0-41 15,0 0 3-15,0 0-43 16,0 0-33-16,0 40-51 16,0-39-20-16,0 1-26 15,0 1-1-15,0-3 5 16,0 0 11-16,0 0-1 0,0 0-9 16,0-5-8-16,0-7-23 15,-2 5 8-15,-2-7-9 16,-1 2 0-16,-2 1 0 15,1-1 0-15,-3 3 0 16,3-1 0-16,-2 3 1 16,0 1 5-16,1 2-14 15,-5 3 4-15,2 1 2 16,-3 0-5-16,-1 0 5 16,1 0 0-16,-1 5 0 15,1 1 0-15,-1 6 0 16,5-3 1-16,1 1-6 0,1-3 5 15,0 4 2 1,2-2-2-16,1 3 2 0,-2 0-2 16,1 2 2-16,1 5-1 15,-3-6 1-15,0 10 0 16,3-5 0-16,-1 4-1 16,3 2 0-16,2 2 0 15,0 4 0-15,0-2-1 16,0 2 1-16,9 1 1 15,2 1-1-15,0 0 6 16,0 1-6-16,3 0 0 16,1-1 0-16,4 0 1 15,0-2-1-15,3-7 1 16,1-2-1-16,2-3 1 16,-4-8 5-16,2-1-5 0,-3-9 21 15,3 0-7-15,-6 0-2 16,-1 0-1-16,-3 0 2 15,-4 0-8-15,0 0 3 16,-4 0 0-16,-3 0-8 16,0 0 9-16,-2 0-9 15,2 0 7-15,-2 0-8 16,0 0 0-16,0 0-10 16,0 0-1-16,2 0-13 15,5-5-47-15,5-2-76 16,21-7-72-16,-4-1-322 15,2 1-277-15</inkml:trace>
  <inkml:trace contextRef="#ctx0" brushRef="#br0" timeOffset="212905.1">8439 14386 1410 0,'0'0'253'16,"0"0"26"-16,0 0-51 16,0 0-91-16,0 0-63 15,0 0-35-15,0 0 47 16,-44 78 52-16,44-26-9 15,0 2-34-15,0 4-31 16,9-2-14-16,6-3-17 0,5-6-12 16,3-2-7-16,3-9 0 15,4-10-7-15,-5-8-7 16,2-9 0-16,-2-4 8 16,2-5-8-16,-2-5 13 15,-3-14-1-15,-2-8-10 16,-2-4 8-16,-5-3-3 15,-2-7-7-15,-6 1 0 16,-3-4-7-16,-2 4 6 16,0 5-6-16,0-2 7 15,-9 5 1-15,0 2 6 16,0 0-6-16,0 6 1 16,0-3 9-16,2 8-10 15,5 2-2-15,0 8 2 0,2 4-7 16,0 2 6-16,0 3-12 15,0 0-58-15,0 0-52 16,11 3-100-16,9 8-303 16,3-2-349-16</inkml:trace>
  <inkml:trace contextRef="#ctx0" brushRef="#br0" timeOffset="213415.77">9145 14351 1681 0,'0'0'223'0,"0"0"10"15,0 0-27-15,0 0-125 16,0 0-64-16,0 0-7 15,0 0 5-15,0 58 20 16,0-26 44-16,-6 5-12 16,-3 1-6-16,0-2-8 15,-2-1 0-15,-2 4-21 16,-1-1-8-16,1 1-8 16,1-5-7-16,2-1 3 0,3-8-11 15,5-4 11-15,0-3-12 16,2-6 8-16,0-3-7 15,0-3 13-15,0 2-4 16,4-7 8-16,7 6 3 16,5-3 2-16,1 2 2 15,4-2-3-15,3 0 8 16,3-4-12-16,0 2-6 16,-1-2-11-16,-1 0 5 15,-3 0-6-15,1 0 0 16,-4 0-2-16,2 0-20 15,-3 0-28-15,1 0-42 16,2-5-58-16,1-4-49 16,12-9-135-16,-10-1-57 15,0 3-727-15</inkml:trace>
  <inkml:trace contextRef="#ctx0" brushRef="#br0" timeOffset="213890.15">9579 14239 1315 0,'0'0'236'0,"0"0"42"16,0 0-150-16,0 0-22 16,0 0 6-16,0 0 21 15,106 147-3-15,-83-92 8 16,-6 6-36-16,-5 7-20 15,-6 4-21-15,-6 3-15 16,0 3-22-16,-6-3 9 16,-13-4 1-16,-1-4 4 0,-2-9-7 15,2-15-10 1,3-7-9-16,3-11-6 0,5-9 3 16,5-7-9-16,2-4 0 15,-1-5-10-15,1 0-11 16,-1 0-25-16,3-10-72 15,3-25-60-15,17 4-345 16,2-6-348-16</inkml:trace>
  <inkml:trace contextRef="#ctx0" brushRef="#br0" timeOffset="214429.28">10073 13987 380 0,'0'0'879'0,"0"0"-721"16,0 0 162-16,0 0-140 16,0 0-91-16,0 0-16 15,0 0-9-15,-62-15-23 16,48 15 14-16,-1 0 14 0,-1 10-14 16,1 2-11-16,-1 2-20 15,3 3 4-15,1 3 11 16,3-1 12-16,5 6-7 15,4 1 1-15,0 0-20 16,0 1-14-16,4-2-2 16,8-1-9-16,1-2-1 15,2-8 1-15,3-2-9 16,1-2 4-16,-2-10 5 16,5 4 15-16,-1-4 6 15,-2 0-14-15,-1 0-1 16,-5 0 4-16,-1 0-9 0,-1-4-2 15,-3-1-7 1,2 5-27-16,-3-5-82 0,1 3-73 16,1 2-42-16,0 0-33 15,0 0-283-15,-5 0-455 0</inkml:trace>
  <inkml:trace contextRef="#ctx0" brushRef="#br0" timeOffset="-207282.09">10628 14374 1445 0,'0'0'627'0,"0"0"-491"16,0 0 133-16,0 0-141 16,0 0-79-16,0 0-25 15,60 3-12-15,-20-3-2 16,3 0-10-16,-1 0-102 16,5 0-210-16,-11 0-219 0,-12 2-322 15</inkml:trace>
  <inkml:trace contextRef="#ctx0" brushRef="#br0" timeOffset="-207095.09">10599 14668 1463 0,'0'0'381'0,"0"0"-126"15,0 0 71-15,0 0-182 16,0 0-69-16,0 0-30 15,120-16-20-15,-64 2-25 16,29-2-117-16,-12 4-269 16,-8 2-260-16</inkml:trace>
  <inkml:trace contextRef="#ctx0" brushRef="#br0" timeOffset="-206644.67">11313 14299 1679 0,'0'0'287'0,"0"0"70"0,0 0-67 15,0 0-192-15,0 0-66 16,0 0 44-16,118-41-21 16,-85 36 8-16,3 5-3 15,-5 0-17-15,0 8-12 16,-2 15-11-16,-2 4-11 16,-5 9 0-16,-6 8 25 15,-8 4-11-15,-8 7 16 16,0 3-6-16,0 0 7 15,-4-4-16-15,-2-6-9 16,-1-3-7-16,5-14-7 16,2-8 6-16,0-9-7 0,0-9 0 15,0-5-30 1,0 0 3-16,2 0-13 0,5-11-29 16,-1-6-55-16,-6-10-86 15,0 4-411-15,0-3-606 0</inkml:trace>
  <inkml:trace contextRef="#ctx0" brushRef="#br0" timeOffset="-206432.85">11450 14622 1936 0,'0'0'647'0,"0"0"-446"15,0 0 25-15,0 0-110 16,0 0-72-16,0 0-14 15,129-52-11-15,-81 34-18 0,-6 4-1 16,-6 0-10-16,-7 6-37 16,-5-2-55-16,-2 4-25 15,8 0-135-15,-6-3-341 16,1 2-527-16</inkml:trace>
  <inkml:trace contextRef="#ctx0" brushRef="#br0" timeOffset="-206021.02">12177 14369 1224 0,'0'0'483'0,"0"0"-272"15,0 0 183-15,0 0-197 16,0 0-84-16,0 0 22 15,-122 116-49-15,111-72-7 16,4 2-19-16,7-7 6 16,0-3-29-16,9-6-8 15,14-7-14-15,8-14-8 16,4-9 11-16,7 0-17 16,1-12 18-16,-3-14-18 15,-7-3 6-15,-6-2-7 16,-14 1-7-16,-5 1 1 0,-8 3 5 15,0 5 0 1,-8 1 2-16,-9 3 0 0,-4 4 0 16,-5 3-2-16,-3 6 1 15,-3 1 0-15,-3 3-10 16,2 0-19-16,4 13-28 16,4 1-31-16,21-2-102 15,4-2-479-15,0-6-593 0</inkml:trace>
  <inkml:trace contextRef="#ctx0" brushRef="#br0" timeOffset="-205758.23">12868 14187 2304 0,'0'0'352'0,"0"0"-194"15,0 0 33-15,0 0-85 16,-80 145-25-16,51-82-6 16,2 0-6-16,1-4-29 15,4-6-17-15,-1-7-13 16,6-8-10-16,1-10 0 16,7-7-9-16,2-10-58 15,4-7-44-15,3-4-39 16,0-15-69-16,0-9-627 0</inkml:trace>
  <inkml:trace contextRef="#ctx0" brushRef="#br0" timeOffset="-205532.2">12621 14284 1967 0,'0'0'542'0,"0"0"-295"15,0 0-9-15,0 0-128 16,0 0-54-16,0 0-1 16,0 0-14-16,0-14-8 15,0 19-21-15,0 1-12 16,0 0-26-16,2 0-82 0,19 6-79 16,-6-1-199-1,1 2-506-15</inkml:trace>
  <inkml:trace contextRef="#ctx0" brushRef="#br0" timeOffset="-205368.97">12939 14680 2162 0,'0'0'303'16,"0"0"-233"-16,0 0-70 15,0 0-547-15,0 0-1183 0</inkml:trace>
  <inkml:trace contextRef="#ctx0" brushRef="#br0" timeOffset="-162430.15">27673 1231 1420 0,'0'0'279'15,"0"0"113"-15,0 0-81 16,0 0-121-16,0 0-17 0,0 0-45 16,0 0-29-1,93-102-2-15,-82 100-33 0,-2 2 4 16,-2 0-55-16,2 4 11 15,-1 11-15-15,-1 7 2 16,0 7-10-16,-2 3 8 16,-3 6 2-16,-2 5-11 15,0 6 3-15,0 6 7 16,0-2-9-16,-2 3 0 16,-8-1 0-16,1-3-1 15,1-6 9-15,-1-2-9 16,-1-4 0-16,4-6 0 15,2-5 10-15,2-7-18 16,2-7 9-16,0-3-2 0,0-5 2 16,0-3-1-16,2-1 0 15,13 0 1-15,12-3 6 16,8 0-6-16,12 0 16 16,9-15-16-16,9-4 19 15,-1-3-11-15,-3 2 6 16,-14 1-14-16,-12 5 5 15,-15 7-6-15,-11 2 0 16,-4 5-1-16,-5 0-12 16,0 0-4-16,0 0-72 15,0 0-34-15,0 0-48 16,0 2-162-16,2 1-406 0</inkml:trace>
  <inkml:trace contextRef="#ctx0" brushRef="#br0" timeOffset="-162136.91">28423 1566 1787 0,'0'0'301'0,"0"0"44"15,0 0-109-15,0 0-97 16,0 0-18-16,130-18-42 16,-94 12-18-16,-5-1-34 15,-6 4-4-15,-10-1-14 0,-5 2-8 16,-2-1 2-16,-6 3-3 16,-2 0-6-16,2 0-86 15,13 0-58-15,1 0-392 16,7-2-929-16</inkml:trace>
  <inkml:trace contextRef="#ctx0" brushRef="#br0" timeOffset="-161754.16">29382 1252 810 0,'0'0'921'0,"0"0"-769"16,0 0 143-16,0 0-94 16,0 0-85-16,0 0-36 15,-114-55-4-15,81 67-31 16,-3 17 15-16,-7 10-26 16,1 14 0-16,0 8 5 15,9 4 9-15,11-1-29 16,15-4-7-16,7-6-4 15,24-8 1-15,21-9 13 16,9-11-7-16,6-11 30 16,0-9-14-16,-5-6 7 15,-3 0-29-15,-10-4 3 0,-8-8-11 16,-5 2-1-16,-5-2 0 16,-6 3 0-16,0-2-6 15,-5 3-90-15,1 6-86 16,-5 2-423-16,-7 0-801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50:07.656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6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23T23:55:04.638"/>
    </inkml:context>
  </inkml:definitions>
  <inkml:trace contextRef="#ctx0" brushRef="#br0">11359 4291 1866 0,'0'0'247'15,"0"0"-120"-15,0 0 42 16,-152 26-98-16,104-4 18 16,-4 6 1-16,-3 5 1 15,-6 8-32-15,-7 10 18 16,-9 9-28-16,-23 26-3 16,-24 30-8-16,-24 34-19 15,-5 19 14-15,10 7-14 16,11 5 4-16,21-7-22 15,2 15 41-15,1 13-36 16,8 11 8-16,5 18-8 16,3 19 7-16,5 17-13 15,2 15 2-15,3 23-4 16,2 12 4-16,12 10 9 0,20 10-10 16,30-1 18-16,18 0-18 15,47-3 5-15,30-6 3 16,33-12 9-16,29-15-18 15,27-13 0-15,33-20 0 16,26-17 6-16,24-15 6 16,28-19-12-16,17-19-12 15,26-28-2-15,20-31 14 16,24-29 0-16,30-32 0 16,22-25 19-16,20-28-18 0,5-24 14 15,-2-12-9 1,-7-32-3-16,-12-20 3 0,-19-22-6 15,-15-24 1-15,-21-31 6 16,-24-25-7-16,-17-30 0 16,-31-19 4-16,-27-17-4 15,-34-11 40-15,-34-16-22 16,-40-16-1-16,-32-14-16 16,-35-17 13-16,-29-17-13 15,-22-14 13-15,-17-17-14 16,-21-6 4-16,-2-5-17 15,-45 6 26-15,-24 2-14 16,-38 4 2-16,-33 9-2 16,-35 2 2-16,-32 20 12 15,-34 6-13-15,-33 15 9 0,-42 9-17 16,-45 13 8-16,-42 30-9 16,-25 41-64-16,-14 53-27 15,5 66 7-15,9 72 34 16,9 49-12-16,13 79-67 15,110-5-160-15,51 5-691 0</inkml:trace>
  <inkml:trace contextRef="#ctx0" brushRef="#br0" timeOffset="1162.57">20739 3185 1294 0,'0'0'188'16,"-124"21"-159"-16,41-5 18 0,-15 2-2 15,-2 5 26-15,-3 1 33 16,1 5 0-16,-21 18-34 16,-26 20-1-16,-49 42-44 15,-30 28-12-15,-13 27-12 16,-8 14 0-16,10 4 5 15,-10 16 5-15,-3 12 41 16,-5 16 32-16,3 19 0 16,7 18-27-16,11 8-3 15,17 7-11-15,25 5-7 16,25-3 0-16,26 11-27 0,33 1 29 16,26-1-36-1,26 9 13-15,27-5-14 0,19 10 14 16,12 1-1-16,23 3 0 15,24 4-8-15,18-7-4 16,14-1-1-16,22-3 7 16,14-11-2-16,24-6 0 15,17-9-7-15,25-22 2 16,26-13-1-16,22-17 17 16,26-18 21-16,17-17 1 15,15-15-18-15,16-17 19 16,21-17-28-16,19-21 6 15,18-23-18-15,23-30 0 16,10-28-9-16,16-28 9 0,1-10 0 16,-2-36-9-16,-8-30 3 15,-3-25 12-15,-17-21 29 16,-12-21 11-16,-7-24 15 16,-14-26-10-16,-1-27-6 15,-12-27-12-15,-12-23-32 16,-15-15 10-16,-30-16-11 15,-28-20 0-15,-39-10-15 16,-45-12-18-16,-46-10 8 16,-47-5 25-16,-41-7 8 15,-32-4-8-15,-42-4 25 16,-45 8 20-16,-38-6 35 16,-35-2-61-16,-37 4 14 0,-35 0-25 15,-33-2 11-15,-34 5-19 16,-31 4-7-16,-29 13-23 15,-33 32-14-15,-27 27-4 16,-31 44-55-16,-36 56 10 16,-41 71-105-16,120 59-267 15,39 50-671-15</inkml:trace>
  <inkml:trace contextRef="#ctx0" brushRef="#br0" timeOffset="3198.78">14228 4006 1220 0,'0'0'165'15,"0"0"-114"-15,-122 65-4 0,68-33 15 16,-4 4 2-16,0 5-39 16,-9 4 8-16,-11 9-27 15,-24 21 10-15,-41 27-15 16,-49 38-1-16,-24 25-3 16,-14 6-65-16,-3 8-56 15,14-8 36-15,3 0 63 16,6 0 19-16,19-11 6 15,14-9 1-15,15-12 10 16,17-13-5-16,33-26 41 16,32-26 30-16,29-23-16 15,17-17-21-15,8-3-28 16,5-6-5-16,21-20-7 0,18-5-327 16,16-15-585-16</inkml:trace>
  <inkml:trace contextRef="#ctx0" brushRef="#br0" timeOffset="3694.77">15983 4349 576 0,'0'0'104'0,"0"0"0"16,0 0 187-16,0 0-45 16,0 0-7-16,0 0-89 15,0 0-56-15,-18-56-12 16,-9 56 32-16,-13 10-60 15,-18 17 27-15,-35 18-18 16,-50 29-4-16,-61 43-17 16,-45 25-8-16,-27 27-19 15,-28 20-6-15,-5 12 9 16,-28 22-17-16,-17 9 17 16,8 1-18-16,14-8 19 15,15-9-4-15,18-1 28 0,10 3-13 16,11-5-17-16,16-10-2 15,28-13-10-15,25-21-2 16,29-21 3-16,41-32-2 16,41-31 0-16,38-32 0 15,27-16-73-15,6-5-173 16,27-6-23-16,0-3-234 16,8-23-136-16</inkml:trace>
  <inkml:trace contextRef="#ctx0" brushRef="#br0" timeOffset="4204.22">16816 5167 1269 0,'0'0'0'16,"0"0"-41"-16,-143 61 41 15,30-10 279-15,-34 33-8 16,-18 20-35-16,-4 12-101 0,-3 5-79 15,-7 6-16-15,-16 13-24 16,-29 17 30-16,-23 24-21 16,-25 17 19-16,-22 20-7 15,-12 15-4-15,6-2-18 16,5-5-5-16,15-3 7 16,10-5 14-16,-2 4 12 15,0 6-43-15,2 2 21 16,2-1-21-16,17-6 2 15,21-22-2-15,30-27 6 16,34-26-6-16,48-37 6 16,38-39-5-16,29-23-1 15,17-17 0-15,7-4-3 0,9-1 3 16,14-8-42-16,20-19-150 16,22 0-176-16,4-24-661 0</inkml:trace>
  <inkml:trace contextRef="#ctx0" brushRef="#br0" timeOffset="4662.42">15726 6950 1075 0,'0'0'304'15,"0"0"-120"-15,-114 124-12 16,14-37-52-16,-38 27-12 16,-40 31 24-16,-16 17-1 15,2 5-3-15,5 5-88 16,2 2-3-16,-16 17-8 15,-17 17 6-15,-10 6-21 16,-3 5-5-16,1-1 8 16,3 0-4-16,1-3 26 0,6 7-21 15,1-2 28-15,10-1-28 16,6-7 13-16,11-3 6 16,7-13-10-16,13-13-11 15,14-17-14-15,22-21 2 16,29-35 4-16,31-27-16 15,25-28 10-15,16-15-8 16,3-5-13-16,12-12-99 16,20-25-101-16,29-28-282 15,18-20-401-15</inkml:trace>
  <inkml:trace contextRef="#ctx0" brushRef="#br0" timeOffset="5074.64">15292 8640 1455 0,'0'0'204'0,"0"0"-197"16,0 0-1-16,0 0 42 16,-154 151 91-16,80-82-22 15,-30 26 15-15,-35 37-61 0,-40 47-26 16,-21 22-15-16,-1 5 19 16,12-5 16-16,15-13-6 15,5-1-11-15,-1-1-2 16,6-7 4-16,5-13-32 15,15-14 11-15,32-33-29 16,33-34 13-16,29-30-13 16,19-20 0-16,2-4 0 15,6-1-51-15,3 2-85 16,9-9-61-16,11-4 36 16,0-7-110-16,2-9-379 0</inkml:trace>
  <inkml:trace contextRef="#ctx0" brushRef="#br0" timeOffset="5442.06">15728 9523 1309 0,'0'0'174'0,"0"0"16"15,-131 159 5-15,59-78-43 0,-21 24-23 16,-28 26 3 0,-30 30-24-16,-12 4-18 0,5-9-23 15,9-15-15-15,12-14-15 16,-5 4-29-16,-7 6 27 15,-3 1-34-15,-2-6 22 16,30-19-22-16,23-28 10 16,34-24-10-16,16-13-2 15,2-2-19-15,8-7-101 16,18-28-38-16,13-11-98 16,10-11-606-16</inkml:trace>
  <inkml:trace contextRef="#ctx0" brushRef="#br0" timeOffset="6104.64">20960 3898 945 0,'0'0'647'0,"0"0"-526"16,0 0 0-16,0 0 39 16,0 0 16-16,-192 130-51 15,68-24-24-15,-43 44-33 16,-30 25 4-16,-10 20-32 15,1 6-10-15,6-1-24 16,7 2 0-16,12-6 0 16,18-17-5-16,30-20-2 15,29-38-2-15,33-38-4 16,29-26-43-16,18-17 22 16,8-2-34-16,11-4-17 15,5-4-73-15,32-18-47 0,13-10-37 16,1-2-490-16</inkml:trace>
  <inkml:trace contextRef="#ctx0" brushRef="#br0" timeOffset="6502.51">23869 4395 365 0,'0'0'406'0,"0"0"-133"15,0 0 257-15,-53 126-238 16,-36-63-62-16,-54 27-25 16,-56 32-86-16,-34 14-29 15,-14 11-23-15,-4 3 20 16,4 3-47-16,-23 17-12 15,-19 13-22-15,-31 14-3 16,-20 9-2-16,-13 14-1 16,-3 9 10-16,8 1-9 15,18-7-1-15,22-16 1 16,30-19-2-16,28-24 2 16,34-19 7-16,40-22-8 0,49-32 1 15,47-29-1 1,42-25-41-16,31-19-79 0,33-18-216 15,22-4-202-15,14-22-402 16</inkml:trace>
  <inkml:trace contextRef="#ctx0" brushRef="#br0" timeOffset="6922.15">24161 5470 1314 0,'0'0'0'0,"0"0"-159"0,129 32 159 16,-106-4 131-16,-23 11-23 16,-20 5 140-16,-62 20 56 15,-63 26-112-15,-65 32-51 16,-39 21-14-16,-21 7-50 15,-4 9-13-15,4-1-36 16,-18 13 8-16,-20 15-5 16,-10 10 7-16,-19 5 2 15,-2 3-33-15,2-5 20 16,10-2-27-16,15-5 47 16,18-6-3-16,12-5-13 15,20-7-31-15,17-16 1 0,26-16-1 16,38-21 1-1,48-34 0-15,46-27 8 0,36-25-18 16,26-14-11-16,16-9-74 16,9-12-98-16,78-33-371 15,11-20 222-15,16-14-737 0</inkml:trace>
  <inkml:trace contextRef="#ctx0" brushRef="#br0" timeOffset="7327.49">25258 6232 2176 0,'-127'114'174'15,"-49"28"-173"-15,-56 32-1 16,-31 4 1-16,-13 0 1 16,-21 8 20-16,-15 10 59 15,-22 12 34-15,-16 8-56 16,-14 9 4-16,-12 12-39 16,6 5 7-16,1-3-22 15,20-4 8-15,19-13-1 16,27-15 14-16,29-16 1 15,28-10-30-15,24-12-1 0,23-9 6 16,23-11-12-16,28-17 8 16,40-28-4-16,31-29-11 15,29-22-37-15,12-9-75 16,4-1-24-16,17-3-153 16,9-10-293-16,6-18-513 0</inkml:trace>
  <inkml:trace contextRef="#ctx0" brushRef="#br0" timeOffset="7770.63">25256 7657 1824 0,'0'0'766'16,"-116"92"-766"-16,-11 9-24 16,-83 48-2-16,-46 20-141 15,-32 7 101-15,-6 0 66 16,23-6 22-16,-13 9 79 15,-7 12-9-15,-18 5-49 16,-9 13 13-16,-8 8-41 0,10 5 18 16,4 1-12-16,11-13 10 15,13-12-4-15,10-11-7 16,14-15-7-16,21-7-13 16,16-13 11-16,18-13 1 15,22-15-21-15,23-18 10 16,39-26-2-16,41-23-13 15,35-26-43-15,24-12-59 16,25-19-58-16,0 0-91 16,9-23-424-16</inkml:trace>
  <inkml:trace contextRef="#ctx0" brushRef="#br0" timeOffset="8236.59">25737 8221 2385 0,'0'0'418'16,"-122"109"-418"-16,-7 7-15 0,-68 46-8 16,-39 17-106-16,-22-5 85 15,3-11 44-15,17-15 6 16,-12 8 45-16,-4 5 20 16,-5 7-39-16,1 5 17 15,4 3-48-15,2-1 16 16,2-7-3-16,5-9 2 15,6-13-8-15,12-8 2 16,8-7-4-16,13-11 2 16,5-12-14-16,14-9 16 15,17-12-11-15,39-20 2 16,35-16-2-16,29-17 2 0,13-9-3 16,5-1-26-1,7-2-57-15,9-6-5 0,33-16-53 16,17-3-233-16,22-18-419 0</inkml:trace>
  <inkml:trace contextRef="#ctx0" brushRef="#br0" timeOffset="8565.73">23947 10011 1425 0,'-134'67'265'0,"-26"28"-71"16,-32 19 160-16,3 8-160 16,-1 3-33-16,-8 7-79 15,-7 9 12-15,4 12-59 16,9 6 9-16,8-3-8 15,12-1-11-15,11-10-15 16,18-10-10-16,30-24 0 16,31-28 6-16,24-30-18 15,16-14 10-15,5-6-57 16,9-3-94-16,6-4-132 16,10-15-366-16</inkml:trace>
  <inkml:trace contextRef="#ctx0" brushRef="#br0" timeOffset="15534.8">8620 1953 1490 0,'0'0'247'16,"0"0"56"-16,0 0-24 16,0 0-196-16,0 0-53 15,-9-9-18-15,9 28 28 16,4 9 46-16,5 15 6 16,2 30 4-16,-2 37 1 15,-4 39-3-15,-5 13-49 16,0-3 28-16,0-23-12 15,0-36-4-15,-2-24-22 0,-1-18-13 16,1-11-10 0,0 5-6-16,0 0 0 0,-1-2 0 15,3-16 6-15,0-12-12 16,0-13-1-16,0-9 1 16,0-4 11-16,-5-31-1 15,1-12-10-15,-4-19 0 16,-1-11-5-16,-1-8 4 15,2-5-16-15,1 1 17 16,1-3-23-16,0 5 22 16,6-1-19-16,0-1 10 15,0 1-2-15,0-2 0 0,0 2 11 16,0 3 1 0,0 8-12-16,-2 14-1 0,-2 17 13 15,2 16 1-15,0 14 12 16,2 14-4-16,0 2-9 15,16 18-1-15,15 26 1 16,11 18 18-16,12 14-16 16,4 15 37-16,6 0-26 15,1 1 8-15,-3-3-1 16,0-9-7-16,-6-3-6 16,-7-6-6-16,-6-8 7 15,-6-3-7-15,-5-6 0 16,-6-8 0-16,-7-10-2 15,-9-10-22-15,-3-11-26 16,-7-11-26-16,0-4 9 0,-33-12-22 16,-5-11-229-16,-7 0-434 15</inkml:trace>
  <inkml:trace contextRef="#ctx0" brushRef="#br0" timeOffset="15707.94">8698 2939 2031 0,'0'0'336'16,"0"0"-73"-16,0 0-96 15,0 0-68-15,169-102-53 16,-82 52-32-16,7 1-14 16,28-18-53-16,-22 17-297 0,-21 3-786 15</inkml:trace>
  <inkml:trace contextRef="#ctx0" brushRef="#br0" timeOffset="16382.41">9592 2115 1861 0,'0'0'221'16,"0"0"-57"-16,33 163 80 15,-6-35-43-15,0 0-67 16,-10-21-19-16,-5-33-23 16,-4-22-42-16,3 2-12 0,1 2-20 15,-1-2 9-15,-5-15-26 16,2-17 6-16,-4-15-6 16,-2-7 9-16,-2-7 2 15,0-26-2-15,0-14-2 16,-6-16-8-16,-13-11 0 15,-5-7-11-15,-1-3 9 16,-1 0-14-16,1 0 10 16,3 5-2-16,1 4 8 15,6 7 0-15,1 7 1 16,4 6 3-16,5 4-2 16,3 5-4-16,2 12-13 15,0 10 14-15,0 14 2 0,0 10-2 16,9 14 2-1,13 24 1-15,7 17 22 0,7 10-5 16,10 5 5-16,8 5-6 16,8 0 8-16,3-2-26 15,0-5 6-15,-5-3-6 16,-7-7 6-16,-8-7-6 16,-9-5 0-16,-9-7 0 15,-10-11 1-15,-5-10-2 16,-6-6 3-16,-4-5-8 15,-2-2 12-15,0-3-5 16,-4 0 7-16,-14 0 4 16,-9 1-5-16,-7 4-6 0,-5-1 1 15,-9 6 7 1,-2 2-15-16,-2 2 6 0,6 4 0 16,7 2-7-16,10-3 1 15,14-7-17-15,9-4-19 16,6-5-40-16,0-3-45 15,44-3-151-15,-1-17-276 16,1-8-312-16</inkml:trace>
  <inkml:trace contextRef="#ctx0" brushRef="#br0" timeOffset="17012.8">10362 2069 2046 0,'0'0'306'0,"0"0"-232"15,0 0 144-15,68 141 34 16,-22-67-86-16,4 5-38 16,-2-7-47-16,-5-9-41 15,-7-10-13-15,-7-16-26 16,-12-8 5-16,-7-14-5 15,-10-11-2-15,0-4 2 16,-10-2 5-16,-16-23-5 16,-8-15 0-16,0-15 5 15,3-27-6-15,12-2 0 0,15-8-18 16,4 0 2-16,23 20-36 16,18 7 1-16,3 19 36 15,3 24 15-15,-5 22-2 16,-8 6-22-16,-12 34 24 15,-13 15 0-15,-9 12-6 16,0 2 15-16,-15-6-3 16,-6-10-5-16,6-14 6 15,6-18-6-15,7-13-1 16,2-8 0-16,2 0-26 16,20-22-50-16,9-6 19 15,7-4 45-15,3 2-9 16,3 8 20-16,-2 14-5 0,3 8 5 15,-1 9 2 1,-3 29 17-16,-12 15 26 0,-10 9-14 16,-16 8-3-16,-3-1-9 15,-22-3 53-15,-17-4-13 16,-3-6 6-16,-2-10-26 16,-1-10-14-16,8-11-17 15,5-13-1-15,5-5-6 16,5-7-60-16,5 0-4 15,5-12-71-15,12-22-44 16,0 2-343-16,0-1-538 0</inkml:trace>
  <inkml:trace contextRef="#ctx0" brushRef="#br0" timeOffset="17710.86">11674 2173 1850 0,'0'0'335'0,"0"0"-101"16,0 0-96-16,113-55-71 0,-51 26-52 15,8 0-1-15,-3 6-13 16,-7 5-2-16,-14 6-18 16,-15 12-163-16,-12 0-336 15,-17 14-450-15</inkml:trace>
  <inkml:trace contextRef="#ctx0" brushRef="#br0" timeOffset="17860.84">11941 2546 1802 0,'0'0'335'0,"0"0"-190"16,0 0 94-16,0 0-107 0,0 0-38 15,130-23-94-15,-37 1-71 16,-15 2-448-16,-14 3-700 0</inkml:trace>
  <inkml:trace contextRef="#ctx0" brushRef="#br0" timeOffset="22291.47">13370 1488 1633 0,'0'0'485'16,"0"0"-392"-16,-18 134 52 15,18-10 10-15,25 40-4 16,13 6-39-16,-1-30-2 15,-3-50-47-15,-8-44-23 16,4-14-29-16,3-4-3 0,8-6-8 16,21-20-38-16,-11-2-137 15,-8-14-745-15</inkml:trace>
  <inkml:trace contextRef="#ctx0" brushRef="#br0" timeOffset="22756.04">14096 1598 1485 0,'0'0'515'16,"-2"110"-311"-16,2-31 71 0,0 5-81 16,4 0-26-16,13-10-78 15,3-11-39-15,-3-7-44 16,1-15 10-16,-5-10-16 15,-3-16 11-15,-8-12-11 16,-2-3 9-16,0-30 18 16,0-35-28-16,-18-35 0 15,0-2 11-15,0 6-10 16,7 14-1-16,6 24 0 16,3-3 1-16,2 3-1 15,0 10 0-15,14 14 0 16,6 11 7-16,4 18 4 15,7 5 23-15,5 21-8 0,3 25 55 16,-2 15-24-16,1 9-10 16,-3 4-15-16,1-3-13 15,0-7-7-15,-5-10-11 16,1-12 2-16,-5-10 7 16,-6-9-14-16,-3-11 4 15,-5-5-23-15,-1-5-32 16,-5-2-29-16,-5 0-42 15,-2 0-13-15,-7-6-110 16,-13-4-460-16</inkml:trace>
  <inkml:trace contextRef="#ctx0" brushRef="#br0" timeOffset="22930.62">14345 2049 1707 0,'0'0'556'16,"0"0"-310"-16,0 0-8 15,0 0-83-15,0 0-96 16,0 0-35-16,0 0-9 16,135-73-15-16,-73 44 0 15,32-17-86-15,-18 8-533 16,-11 1-868-16</inkml:trace>
  <inkml:trace contextRef="#ctx0" brushRef="#br0" timeOffset="23103.02">15142 1634 2196 0,'0'0'472'15,"0"0"-353"-15,0 0-49 16,0 0-36-16,0 0-22 16,127-53-12-16,-91 48-37 15,9-2-143-15,-12 0-363 16,-4 0-615-16</inkml:trace>
  <inkml:trace contextRef="#ctx0" brushRef="#br0" timeOffset="23710.67">15708 1363 1555 0,'0'0'852'0,"0"0"-584"0,0 0-122 15,0 0-3-15,0 0 31 16,78 155-51-16,-40-83-34 16,1 2-6-16,-2 0-22 15,-6-10-40-15,-4-11-15 16,-5-15 5-16,-8-17-10 16,-8-12-1-16,-6-9 6 15,0-6-5-15,-4-22-1 16,-16-16-12-16,-2-12-1 15,-1-13 12-15,5-7-4 16,10-2-3-16,5-3-10 16,3 8 3-16,9 6-7 15,16 18 2-15,4 12 5 0,0 21 9 16,0 16-6-16,-4 9 5 16,-10 32 5-16,-9 13 2 15,-6 8 0-15,0-1 1 16,0-8 9-16,-9-12-10 15,5-15 0-15,0-12 1 16,4-14 6-16,0 0 4 16,0-12-4-16,15-11-14 15,8-7-22-15,6 5-4 16,4 3-2-16,5 10 23 16,-2 9 4-16,0 3 7 15,-5 17-4-15,-7 17 5 16,-9 7 6-16,-10 12-6 15,-5 3 46-15,-7 2-9 0,-20-2 5 16,-6-3-12-16,0-7-4 16,-1-14-13-16,5-13-5 15,7-8-8-15,5-9-34 16,3-2-41-16,5 0-67 16,7-8-22-16,2-9-157 15,0-3-526-15</inkml:trace>
  <inkml:trace contextRef="#ctx0" brushRef="#br0" timeOffset="24026.56">16254 884 1564 0,'0'0'239'16,"130"64"265"-16,-12 18-230 16,16 39-55-16,-12 15-69 15,-37-18-44-15,-41-27-31 0,-23-35-47 16,-11-10-16-1,0 8-12-15,-6 2-34 0,-4 4-83 16,-4-5-126-16,-16-15-392 16,-5-17-495-16</inkml:trace>
  <inkml:trace contextRef="#ctx0" brushRef="#br0" timeOffset="26180.86">7920 4368 1818 0,'0'0'495'0,"0"0"-406"0,0 0 31 15,108 153 79-15,-29-32-36 16,19 44-31-16,-3 11-8 16,-10-6-12-16,-18-23-25 15,-15-26-24-15,-15-26-12 16,-8-20-21-16,-6-21 0 16,-7-10-29-16,-1-2 16 15,1-3-16-15,-1-4 11 16,-6-17-11-16,-7-16 0 15,-2-2 8-15,0-24 13 16,-19-27-8-16,-10-17-8 16,-9-15-11-16,-7-14 11 15,-7-3-7-15,-5-16 1 0,-13-17-1 16,-9-17 1-16,0-3 1 16,15 32-1-16,19 32-10 15,19 39 9-15,8 17 2 16,-1 1-4-16,6 3 9 15,0 0-5-15,6 11-1 16,7 10 0-16,0 6-1 16,31 2-18-16,21 17 18 15,19 15 1-15,14 14 12 16,10 10-2-16,8 6-10 16,0 6 2-16,-1 0 5 15,-3-1-7-15,-10-4-1 16,-10-2 1-16,-7-9-1 15,-9-5 0-15,-13-14-14 16,-9-6 6-16,-12-15-49 0,-12-3-34 16,-7-6-27-16,-8-3-18 15,-2 0 9-15,-9-12-195 16,-11-2-476-16</inkml:trace>
  <inkml:trace contextRef="#ctx0" brushRef="#br0" timeOffset="26367.84">8566 5370 1874 0,'0'0'264'0,"0"0"30"15,0 0-87 1,0 0-127-16,0 0-29 0,127-77-23 16,-55 33-17-16,7-4-4 15,4 0-7-15,2 2 0 16,17-15-97-16,-21 10-514 15,-14 3-1021-15</inkml:trace>
  <inkml:trace contextRef="#ctx0" brushRef="#br0" timeOffset="27697.23">24280 3226 1795 0,'0'0'350'16,"0"0"-3"-16,0 0-109 15,0 0-171-15,29 163 28 16,24-15 49-16,8 16-41 15,-4-2-29-15,-10-43-14 16,-18-41-27-16,-11-25-12 0,-5-20-20 16,0 1 10-16,-3-9-10 15,-2-7 11-15,-6-15-12 16,-2-3 18-16,0-26-1 16,-22-21-11-16,-20-38-6 15,-14-39 1-15,-2-40 4 16,10-17-5-16,23 3-1 15,25 21-12-15,8 45 7 16,19 32-11-16,0 28 2 16,2 16 6-16,5 8 3 15,3 10 5-15,3 18-15 16,-6 10 10-16,-12 39 12 16,-16 21-3-16,-6 13-3 0,-6 4 10 15,-21-5-7 1,-4-12 6-16,4-14-9 0,10-18 1 15,8-19-9-15,9-14 14 16,0-5-7-16,24-24 1 16,19-12-1-16,13-4-19 15,6 4-3-15,7 12 4 16,0 15 8-16,-3 9 10 16,2 18 2-16,-8 24-9 15,-11 16 8-15,-16 11-7 16,-17 5 1-16,-16 4 6 15,-18 1 22-15,-28-5 19 0,-10-6 3 16,-2-11-17 0,4-16 0-16,10-14-27 0,8-18 0 15,7-9-12-15,2 0-68 16,-10-7-79-16,5 2-151 16,4 1-783-16</inkml:trace>
  <inkml:trace contextRef="#ctx0" brushRef="#br0" timeOffset="38552.4">17472 1284 836 0,'0'0'1287'0,"0"0"-1080"16,0 0-137-16,0 0 91 16,15 165 0-16,8-80-46 15,6 3-37-15,11-4-3 16,7-8-36-16,8-13-8 15,8-15-31-15,4-20 27 16,2-19-26-16,-5-9 20 16,-4-12-15-16,-12-23 7 15,-17-10-4-15,-16-9-1 16,-15-6 7-16,0-5 6 0,-29-2 28 16,-7 3-22-16,-3 10 30 15,1 10-11-15,1 9 2 16,8 11-24-16,10 9-3 15,3 4-13-15,5 3-7 16,5 4-1-16,3 4-14 16,3 0-40-16,0 0-86 15,11 9-36-15,10 5-202 16,0-5-757-16</inkml:trace>
  <inkml:trace contextRef="#ctx0" brushRef="#br0" timeOffset="39168.68">18424 1323 2089 0,'0'0'326'15,"0"0"-223"-15,24 140 169 16,1-68-61-16,10 6-46 16,7-3-96-16,4 0-32 15,-7-12-26-15,-5-8-1 16,-12-13-4-16,-7-16-6 15,-8-14 0-15,-7-12 7 16,0 0 8-16,-11-24 0 16,-16-20-14-16,-6-14 0 15,-3-14-1-15,3-6 6 16,13-6-6-16,11-1-1 16,9 4-6-16,15 7 0 0,24 12-4 15,5 15 10-15,3 21-6 16,-1 21 7-16,-1 5-9 15,-9 26 9-15,-11 16 0 16,-12 11 1-16,-13 0 10 16,0 1-10-16,-5-6 20 15,-11-11-21-15,3-11 0 16,7-12 0-16,1-10 1 16,5-4 3-16,0-9-4 15,0-18-11-15,22-6-22 16,7 1 21-16,10 6-16 15,5 9 27-15,0 9-7 16,5 8 8-16,-1 0-1 16,-4 23 1-16,-9 13 1 0,-10 9 5 15,-14 6 20-15,-11 6 8 16,0-3 23-16,-17-2-20 16,-10-4 4-16,-5-9-13 15,-3-7-5-15,-1-11-16 16,0-4 8-16,3-9-15 15,1-4-1-15,3-4-27 16,6 0-58-16,-2 0-2 16,5 0-36-16,1-17-48 15,6 2-322-15,5-3-833 0</inkml:trace>
  <inkml:trace contextRef="#ctx0" brushRef="#br0" timeOffset="39575.57">18196 1185 1330 0,'0'0'311'0,"0"0"-123"16,0 0-6-16,-42 128-27 15,42-58 8-15,0 14-53 16,8 9 7-16,29 1-56 16,11-4-21-16,17-6-29 15,9-9-10-15,8-11-1 16,0-12-65-16,26 0-204 0,-24-16-261 16,-12-12-1095-16</inkml:trace>
  <inkml:trace contextRef="#ctx0" brushRef="#br0" timeOffset="39927.61">19609 1349 1670 0,'0'0'370'16,"0"0"-91"-16,0 0-108 15,0 0-87-15,0 0-29 16,0 0 17-16,0 0-17 16,152 2-44-16,-103-2-11 15,16-9-36-15,-12 0-481 16,-8-3-758-16</inkml:trace>
  <inkml:trace contextRef="#ctx0" brushRef="#br0" timeOffset="40407.37">20357 1041 2070 0,'0'0'278'16,"0"0"-127"-16,0 0 62 15,-10 164-16-15,10-90-80 16,4 5-8-16,12-3-33 15,-1-11-49-15,2-9 1 16,-5-10-27-16,2-15 4 16,-7-11-5-16,-1-13 6 15,-4-7-6-15,1 0 12 0,2-15 9 16,-3-19-20-16,2-12-1 16,-1-14 5-16,-3-14-5 15,0-7 0-15,0-7 5 16,-11 2-5-16,-1 8 0 15,3 13 0-15,5 21 6 16,4 21 41-16,0 14-6 16,0 9-22-16,25 14-10 15,10 21-3-15,9 16 12 16,8 12 8-16,2 5-2 16,-4 4 1-16,-2-4-11 15,-6-6-13-15,-7-5 1 16,-6-9 13-16,-6-10-26 0,-7-13 11 15,-8-6-27 1,-1-11-42-16,-5-8-21 0,-2-6-40 16,0-17-184-16,-13 2-1277 0</inkml:trace>
  <inkml:trace contextRef="#ctx0" brushRef="#br0" timeOffset="40573.68">20479 1578 2320 0,'0'0'487'0,"0"0"-404"16,0 0 10-16,0 0-31 0,150-39-45 15,-77 11-17-15,2 1-36 16,10-18-89-16,-21 11-435 16,-16-2-807-16</inkml:trace>
  <inkml:trace contextRef="#ctx0" brushRef="#br0" timeOffset="40744.75">20874 872 2082 0,'0'0'338'16,"0"0"-243"-16,0 0 50 16,149 12 73-16,-76 22-109 15,0 13-66-15,-10 8-34 0,-14 10-9 16,-26 44-40-1,-15-19-240-15,-8-5-665 0</inkml:trace>
  <inkml:trace contextRef="#ctx0" brushRef="#br0" timeOffset="41384.82">21480 8886 1037 0,'0'0'0'0</inkml:trace>
  <inkml:trace contextRef="#ctx0" brushRef="#br0" timeOffset="101779.12">10858 4566 568 0,'0'0'103'0,"0"0"-70"15,0 0 66-15,0 0 13 16,147-69 48-16,-98 52-5 16,7-5-44-16,10-2-22 15,13-1-25-15,29-5 11 16,35-7-32-16,25 2-24 15,-12 3-9-15,-36 10-9 16,-42 10-1-16,-12 2 0 16,-10 4-180-16,-11 2-549 0</inkml:trace>
  <inkml:trace contextRef="#ctx0" brushRef="#br0" timeOffset="102259.3">10971 4536 591 0,'0'0'114'15,"0"0"-86"-15,0 0-4 16,134-51-11-16,-67 32-3 15,11-6 87-15,12 4 46 16,5-4-29-16,5 1 24 16,21 0-21-16,17-4-73 15,25 0-22-15,11 0-21 16,1 6 7-16,-3 4-7 16,-2 4 5-16,11-3-5 15,1 2 1-15,6 1 25 0,-10 0 48 16,-13 2-38-16,-18 2-30 15,-20 1-7-15,-42 4-114 16,-25-2-518-16</inkml:trace>
  <inkml:trace contextRef="#ctx0" brushRef="#br0" timeOffset="147274.66">14353 10236 2111 0,'0'0'198'0,"0"0"-198"16,0 0-111-16,0 0 72 15,0 0 39-15,0 0 0 16,58-46-17-16,2 18-111 16,3-7-558-16</inkml:trace>
  <inkml:trace contextRef="#ctx0" brushRef="#br0" timeOffset="147611.72">20623 8647 2133 0,'0'0'96'16,"0"0"-96"-16,0 0-61 15,0 0 61-15,0 0 3 16,0 0 64-16,0 0-10 16,-79-87-20-16,79 84-26 0,0-2-22 15,0-1-6 1,21-14-54-16,4 2-197 0,-7-4-523 0</inkml:trace>
  <inkml:trace contextRef="#ctx0" brushRef="#br0" timeOffset="170873.31">18094 13682 1696 0,'0'0'349'0,"0"0"-219"16,0 0 96-16,0 0-101 16,0 0-79-16,153-46 3 15,-86 25-31-15,5 3 46 16,-5 6-15-16,-9 7-23 16,-16 5-18-16,-16 0-7 15,-15 3-1-15,-11 15 6 16,0 8-17-16,-29 10 26 0,-6 6 24 15,-5 9-3 1,-2 1-8-16,3 4-5 16,8-4-8-16,10 0 9 0,4-4 0 15,13-7-2-15,4-5-11 16,0-10 13-16,17-8-24 16,10-13 12-16,4-5 0 15,8 0 12-15,5-20-24 16,3-9-9-16,18-21-67 15,-11 4-111-15,-8 6-630 0</inkml:trace>
  <inkml:trace contextRef="#ctx0" brushRef="#br0" timeOffset="171262.93">18891 13626 1748 0,'0'0'210'16,"0"0"-41"-16,0 0 22 16,135-60-126-16,-104 58-58 15,-10 2-7-15,-13 11 0 16,-8 19-6-16,-12 5 12 16,-19 0 3-16,-2-1 33 15,1-1 30-15,8-8-15 16,15-6-41-16,9-7-11 0,4-5-4 15,25 0-2 1,7-3-31-16,5 5 5 0,-4-4 17 16,-3 7 10-1,-12 4 0-15,-11 4 0 0,-11 2 5 16,-7 2 40-16,-24 5 93 16,-12-3-33-16,-1-1-26 15,2-3-33-15,6-5-11 16,12-5-22-16,8-12-11 15,12 0-2-15,8-39-103 16,19-6-466-16,3-4-1222 0</inkml:trace>
  <inkml:trace contextRef="#ctx0" brushRef="#br0" timeOffset="171435.71">19599 13437 1967 0,'0'0'499'15,"0"0"-361"-15,0 0 56 16,-79 127-33-16,44-74-64 16,4-2-62-16,6-7-20 15,7-4-15-15,2-2-14 16,6-10-168-16,-4-9-659 0</inkml:trace>
  <inkml:trace contextRef="#ctx0" brushRef="#br0" timeOffset="171586.48">19373 13686 1768 0,'0'0'980'0,"0"0"-819"16,0 0-98-16,0 0-63 16,0 0-23-16,0 0-278 15,151 32-1076-15</inkml:trace>
  <inkml:trace contextRef="#ctx0" brushRef="#br0" timeOffset="171682.87">19732 14055 1691 0,'0'0'0'0,"0"0"-109"0</inkml:trace>
  <inkml:trace contextRef="#ctx0" brushRef="#br0" timeOffset="189343.73">20291 13549 1716 0,'0'0'574'15,"0"0"-409"1,0 0 27-16,34 106 3 0,-23-35-45 15,2 8-20-15,-1-1-22 16,-3-6-23-16,1-11-24 16,2-8-40-16,-1-14-3 15,-3-10-12-15,2-7-12 16,-6-8 3-16,-1-4-45 16,-3-4-55-16,-11-6-35 15,-18 0-56-15,-6-12-597 0</inkml:trace>
  <inkml:trace contextRef="#ctx0" brushRef="#br0" timeOffset="189506.7">20147 14037 1925 0,'0'0'654'16,"0"0"-473"-16,0 0-22 15,0 0-106-15,138-73-40 16,-85 48-13-16,3-2-22 15,13-5-120-15,-13 6-328 16,-10 2-463-16</inkml:trace>
  <inkml:trace contextRef="#ctx0" brushRef="#br0" timeOffset="189897.19">20822 13726 1483 0,'0'0'312'16,"0"0"47"-16,0 0-125 16,0 0-157-16,138-58-59 15,-84 36 10-15,-5 5-27 16,-7 7 28-16,-9 6 17 16,-6 4 0-16,-7 0-24 15,-9 7 21-15,-4 12 11 16,-7 8-34-16,0 3 8 15,-5 4 12-15,-12 6 23 16,-1 2-18-16,3 0-8 16,3-2 5-16,6 0 21 15,6-5-17-15,0-4-10 16,0-8-7-16,16-5-14 0,5-6 24 16,6-5-12-16,4-7 10 15,0 0-12-15,1 0-16 16,-3 0-2-16,-5-12-7 15,-1-1-21-15,-6-8-69 16,10-23-78-16,-2 4-304 16,-3-2-930-16</inkml:trace>
  <inkml:trace contextRef="#ctx0" brushRef="#br0" timeOffset="190101.08">21859 13445 1400 0,'0'0'589'0,"0"0"-256"16,0 0 31-16,-83 128-170 16,59-79-82-16,1-1-25 15,1-4-42-15,5-2-6 16,-2-7-26-16,3-1-12 16,3-11-1-16,3-5-39 15,-6-13-87-15,3-5-201 16,-1 0-788-16</inkml:trace>
  <inkml:trace contextRef="#ctx0" brushRef="#br0" timeOffset="190251.36">21504 13607 1903 0,'0'0'618'0,"0"0"-381"0,0 0-105 15,0 0-102-15,0 0-30 16,0 0-76-16,145 19-210 15,-112 9-328-15,-2 2-286 0</inkml:trace>
  <inkml:trace contextRef="#ctx0" brushRef="#br0" timeOffset="190370.56">21859 13866 814 0,'0'0'611'16,"0"0"-226"-16,0 0 83 16,0 0-239-16,0 0-63 15,0 0-86-15,0 0-57 16,49 68-23-16,-27-68-75 15,-4-4-303-15,4-10-903 0</inkml:trace>
  <inkml:trace contextRef="#ctx0" brushRef="#br0" timeOffset="190619.1">22496 13647 1483 0,'0'0'544'0,"0"0"-256"0,0 0-88 16,0 0-146-16,0 0-26 15,154-32-27-15,-117 22-1 16,-5 5-152-16,-8-2-194 15,-14 7-478-15</inkml:trace>
  <inkml:trace contextRef="#ctx0" brushRef="#br0" timeOffset="190760.34">22583 13825 1243 0,'0'0'320'16,"0"0"-27"-16,0 0 71 15,0 0-109-15,0 0-121 16,0 0-63-16,0 0-22 15,147 26-49-15,-80-49-58 16,-13 3-244-16,-8 0-595 0</inkml:trace>
  <inkml:trace contextRef="#ctx0" brushRef="#br0" timeOffset="191241.23">23303 13392 1502 0,'0'0'496'16,"0"0"-291"-16,0 0-61 15,0 0-72-15,150-58-39 16,-112 53-14-16,-3 5-3 16,-10 0-15-16,-6 4 17 15,-7 14-7-15,-10 8 30 16,-2 4-27-16,0 6-7 16,-16 4-5-16,-3 2 5 15,-4-1 4-15,5-3-5 16,3-2 44-16,4-4 16 15,6-4 13-15,5 0-19 0,0-4-4 16,0 0-2 0,5-4 3-16,10-2-9 0,3-7 3 15,2 1-6-15,6-12-15 16,1 0-2-16,5 0-13 16,-1 0 0-16,0-12-14 15,-2-5-1-15,-2 0-66 16,-2-12-67-16,-8 2-226 15,-3 1-1116-15</inkml:trace>
  <inkml:trace contextRef="#ctx0" brushRef="#br0" timeOffset="191758.37">23902 13371 335 0,'0'0'740'0,"0"0"-425"15,0 0-11-15,0 0-92 16,0 0-74-16,123-73-56 16,-111 68-36-16,-8 0-27 15,-4 4 0-15,0 1 108 16,-18 0-90-16,-8 1-29 15,-3 11-1-15,2 2 12 16,2 5 38-16,7-1 22 0,7 3-21 16,7 2-2-16,4 0-23 15,0 0-12-15,19-2-2 16,8-4-10-16,7 0 2 16,2-5-5-16,0 0-3 15,-3-1-3-15,0 4 1 16,-6 0-1-16,-4 2 1 15,-10 2 0-15,-7-2-1 16,-6 0 9-16,0-2 4 16,-2-2 75-16,-19 1-18 15,-2 2-1-15,-2-1-11 16,0-3 2-16,5 0-18 16,3-5-13-16,3 2-22 15,3-3-7-15,2-2 0 0,3 0-18 16,-2 0-20-16,2 0-49 15,-5-4-49-15,-1 0-173 16,6 0-621-16</inkml:trace>
  <inkml:trace contextRef="#ctx0" brushRef="#br0" timeOffset="192075.65">24605 13226 1768 0,'0'0'480'15,"0"0"-297"-15,0 0 91 16,-22 120-83-16,-1-48-64 15,1 11-12-15,-2-2-32 16,4-12-38-16,4-8-29 16,7-15-16-16,5-13 0 15,-1-14-30-15,3-13-48 16,0-6-33-16,0-37-60 16,-1-7-608-16,0-2-607 0</inkml:trace>
  <inkml:trace contextRef="#ctx0" brushRef="#br0" timeOffset="192217.68">24367 13427 1156 0,'0'0'533'0,"0"0"-159"16,0 0 189-16,0 0-327 15,0 0-119-15,0 0-101 16,0 0 16-16,44-38-32 16,-15 48 0-16,9 12-102 15,-9-4-363-15,-5 2-452 0</inkml:trace>
  <inkml:trace contextRef="#ctx0" brushRef="#br0" timeOffset="192351.98">24714 13643 1702 0,'0'0'557'0,"0"0"-218"16,0 0-26-16,0 0-155 16,0 0-113-16,0 0-45 15,0 0-54-15,2 4-177 16,-15 0-556-16</inkml:trace>
  <inkml:trace contextRef="#ctx1" brushRef="#br0">19372 0 0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59:36.6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3062 9705 1644 0,'0'0'298'16,"0"0"73"-1,0 0-36-15,0 0-139 0,0 0-48 16,0 0-12-16,-29-52-34 16,29 52-15-16,0 0-16 15,0 3-42-15,0 16-11 16,0 15-17-16,3 13 31 16,10 15-2-16,5 12 3 15,2 8-6-15,2 6 7 16,0 0-14-16,1-3-8 15,-1-6-1-15,0-8-10 16,-4-9 12-16,0-7-13 16,0-7 0-16,-4-11 0 15,-1-5 1-15,-5-9-1 0,0-8 0 16,-2-4-26-16,-4-10-14 16,0-1-37-16,-2 0-31 15,0 0-14-15,0 0-61 16,-13-1-118-16,0-7-524 0</inkml:trace>
  <inkml:trace contextRef="#ctx0" brushRef="#br0" timeOffset="384.64">2670 10780 1413 0,'0'0'244'16,"0"0"-107"-16,0 0-15 15,0 0-25-15,0 0 66 16,0 0 7-16,116 8-64 15,-60-8-28-15,6 0 20 16,9-8-27-16,6-4 1 16,4-2-23-16,4-2-8 15,2-1-23-15,-2-1-5 0,-3 4-12 16,-10-1-1 0,-12 1 0-16,-13 4-11 0,-12 0-2 15,-12 1-40-15,-7 2-48 16,-16-7-142-16,0 3-103 15,0-1-402-15</inkml:trace>
  <inkml:trace contextRef="#ctx0" brushRef="#br0" timeOffset="872.72">2411 10040 962 0,'0'0'373'0,"0"0"-123"16,0 0-11-16,0 0-73 0,0 0 8 16,0 0-33-16,157-82-21 15,-95 60 28-15,14-2-17 16,11 0 7-16,6 0-46 15,5 2-42-15,-2 1-31 16,-2 1-2-16,-6 3-7 16,-11-2 8-16,-13 7 3 15,-16 2-3-15,-17 7 10 16,-16-2-26-16,-9 5 5 16,-6 0-7-16,0 0 0 15,0 0-1-15,12 0-62 16,-3 0-161-16,9 3-711 0</inkml:trace>
  <inkml:trace contextRef="#ctx0" brushRef="#br0" timeOffset="1271.4">3976 10098 1587 0,'0'0'251'0,"0"0"-102"15,0 0 72-15,0 0-82 16,0 0 43-16,0 0-57 16,121 24-59-16,-70-24-32 15,4-14-10-15,-1 0-15 16,-7 0-9-16,-5 3-10 15,-6 6-165-15,-12 3-294 16,-12 2-573-16</inkml:trace>
  <inkml:trace contextRef="#ctx0" brushRef="#br0" timeOffset="1427.51">4201 10383 776 0,'0'0'656'16,"0"0"-578"-16,0 0 94 15,0 0-7-15,0 0-57 16,0 0-68-16,123-6-40 16,-56-16-19-16,-12 4-384 15,-5 0-746-15</inkml:trace>
  <inkml:trace contextRef="#ctx0" brushRef="#br0" timeOffset="1969.55">5664 9583 1401 0,'0'0'478'16,"0"0"-220"-16,0 0 109 15,0 0-221-15,0 0-91 0,0 0 42 16,0 0 15-16,49 118 7 15,-31-67-49-15,-5-3-27 16,1-2-37-16,-1-9 3 16,-5-2-2-16,2-7-7 15,-1-6-1-15,-5-2-25 16,0-4-53-16,4-9-156 16,-6-2-371-16,0-5-533 0</inkml:trace>
  <inkml:trace contextRef="#ctx0" brushRef="#br0" timeOffset="2141.51">5891 9555 474 0,'0'0'1254'0,"0"0"-1061"16,0 0 169-16,25 136-149 15,-14-84-127-15,3-2-44 16,-2-6-35-16,7 11-7 15,-4-13-141-15,-6-8-461 0</inkml:trace>
  <inkml:trace contextRef="#ctx0" brushRef="#br0" timeOffset="6932.36">6738 9711 1813 0,'0'0'277'15,"0"0"45"1,0 0 4-16,0 0-203 0,0 0-55 16,0 0-20-16,-20-17-9 15,20 17 10-15,0 0 16 16,0 0-1-16,0-3-4 16,0 1-16-16,0 0-22 15,0-3 15-15,0 5-25 16,0-5 3-16,0 1-6 15,0 2 2-15,0 2-10 16,0-3 1-16,0 3-1 16,0 0 0-16,0 0 0 15,0 0 7-15,0 0-9 0,0 0 1 16,0 0 0 0,0 0 0-16,0 0 0 0,0 0-1 15,0 0 1-15,0 0 0 16,0 0 1-16,0 0-7 15,0 0 5-15,0 0 1 16,0 0-6-16,0 0 5 16,0 0-1-16,0 0 1 15,0 0 0-15,0 0 0 16,0 0-5-16,0 0 0 16,0 0 6-16,0 0-9 15,0 0 7-15,0 0-11 0,0 0 7 16,0 0-2-1,0 0 3-15,0 0 4 0,0 0 2 16,0 0 5-16,0 0-5 16,0 0-1-16,0 0 0 15,0 0 1-15,0 0 0 16,0 0 0-16,0 0 1 16,0 0-2-16,0 0 3 15,0 0-1-15,0 0-2 16,0 0 0-16,0 0 5 15,0 0-5-15,0 0 0 16,0 0 0-16,0 0 0 16,0 0-1-16,0 0-4 15,0 0 3-15,0 0-8 16,0 3 10-16,0 11-7 0,7 4 7 16,4 10 0-16,0 13 0 15,3 8 0-15,1 13 0 16,-1 11 0-16,-1 5 1 15,-2 6 8-15,0 1-9 16,-4-1 6-16,-1-4-5 16,2-10 10-16,0-5-10 15,3-12 8-15,3-7-2 16,3-9-6-16,4-9 7 16,3-8-7-16,3-6 9 15,1-4-4-15,4-5 3 16,0-2-1-16,1-3-8 15,-2 0 0-15,0 0 0 0,3-8-10 16,-3-6-62 0,2-5-61-16,19-8-116 0,-8 1-453 15,-6 3-998-15</inkml:trace>
  <inkml:trace contextRef="#ctx0" brushRef="#br0" timeOffset="7426.83">7659 10189 1635 0,'0'0'281'0,"0"0"-63"16,0 0 136-16,0 0-165 0,0 0-99 15,-121-25-20-15,92 54-14 16,-2 11-21-16,2 12 1 15,7 3-21-15,8 2 10 16,12-5 2-16,2-8-3 16,12-10-17-16,19-10 2 15,5-11-2-15,6-9-6 16,1-4 7-16,-6-4-6 16,-3-14-2-16,-10-6-16 15,-6-5 4-15,-7-5 7 16,-6-4 5-16,-3-4 0 15,-2-2 0-15,0 2 1 16,0 7 18-16,0 10 23 0,0 9 2 16,0 11 20-16,0 5-37 15,6 5-21-15,7 21-6 16,3 12 18-16,-3 6 3 16,1 3 3-16,-5-4-2 15,-1-7-21-15,-2-4 8 16,0-5-8-16,-1-6-1 15,-1-4 0-15,0-4-23 16,4-3-42-16,0-3-27 16,19-7-65-16,-2 0-212 15,3-3-424-15</inkml:trace>
  <inkml:trace contextRef="#ctx0" brushRef="#br0" timeOffset="7699.87">8647 10270 1694 0,'0'0'217'0,"0"0"-21"16,0 148 192-16,4-81-232 15,7-2-74-15,0-5-17 0,0-8-26 16,0-8-25-16,-4-10-5 16,2-6-9-1,-5-10-32-15,3-11-172 0,-5-7-399 16,0 0-626-16</inkml:trace>
  <inkml:trace contextRef="#ctx0" brushRef="#br0" timeOffset="7968.21">8597 10457 1731 0,'0'0'218'16,"0"0"-51"-16,56-108 34 15,-4 66-131-15,6 3-33 16,4 14 15-16,-4 11 24 16,-5 14-4-16,-10 4-2 15,-12 28-29-15,-14 10 60 0,-12 6 5 16,-5-2-29-16,-11-3-1 15,-18-4-9-15,-7-9-16 16,1-4-28-16,-3-8-2 16,5-6-14-16,2-6 2 15,4-6-3-15,4 0-6 16,5 0-10-16,5-24-73 16,6 2-83-16,7-2-517 0</inkml:trace>
  <inkml:trace contextRef="#ctx0" brushRef="#br0" timeOffset="8517.08">9235 10421 1035 0,'0'0'322'15,"0"0"-54"-15,0 0-98 16,153-42-102-16,-103 23-17 16,-8-2 6-16,-15 5-23 15,-11 4 39-15,-12 2 95 16,-4 2 26-16,-6 4-84 15,-19 2-53-15,-4 2-23 0,-4 0-6 16,-3 4 41-16,2 12-13 16,3 8-3-16,1 5-17 15,11 8 13-15,3 1-15 16,10 0-1-16,6 0-9 16,0-6-23-16,22-6 17 15,14-5-18-15,8-12 3 16,7-2-3-16,5-7-39 15,-2 0-96-15,-8 0-57 16,-7 0-63-16,-10-2 76 16,-12-8 144-16,-6-2 35 15,-4-2 196-15,0-4-23 0,-3-5-11 16,0-1-35-16,3 0-36 16,0 0-56-16,0-1-25 15,4 0-10-15,5-1-28 16,5-4-51-16,22-12-191 15,-5 5-364-15,0 7-577 0</inkml:trace>
  <inkml:trace contextRef="#ctx0" brushRef="#br0" timeOffset="8794.64">9953 10190 1435 0,'0'0'383'16,"0"0"-67"-16,0 0-17 15,0 0-132-15,-85 104-78 16,81-73-41-16,4-5-27 15,0 2-3-15,10 0-10 0,13-3 4 16,2 2-12-16,-1-3 9 16,0 0-7-16,-4-4-2 15,-6 1 0-15,-5-5 0 16,-7-5 0-16,-2-1 8 16,0-1-7-16,-18-4 26 15,-4 0 0-15,-5-3-9 16,1-2 1-16,1 0-11 15,2 0-3-15,6 0-5 16,3 0-28-16,10-7-112 16,2 2-434-16,2-2-586 0</inkml:trace>
  <inkml:trace contextRef="#ctx0" brushRef="#br0" timeOffset="9356.48">10352 10268 1765 0,'0'0'234'16,"0"0"-50"-16,0 0 83 16,0 0-168-16,0 0-40 15,-121 137 35-15,115-87-21 0,6-6-19 16,11-6-29-1,22-10-5-15,14-13-8 0,7-12-12 16,1-3 0-16,-4-8-14 16,-8-17-41-16,-11-8-29 15,-13-5 45-15,-9 0 23 16,-10 0 10-16,0 7 6 16,0 6 2-16,0 9 20 15,0 13 15-15,0 3-29 16,0 15-8-16,4 14 0 15,9 10 0-15,1 3 0 16,-1 0 2-16,-5-6-1 16,-1-6 0-16,-4-8-1 15,-3-8 9-15,0-7-9 16,0-7 9-16,0 0 1 0,0-14 38 16,0-15-26-16,0-7 2 15,0-8 1-15,6-2 26 16,14 0 2-16,7 4-32 15,2 9-5-15,4 12-16 16,-2 13 13-16,0 8 2 16,-2 8 1-16,-4 20-8 15,-4 4-2-15,-6 1 0 16,-4-1-5-16,-4-1 0 16,-1-4-1-16,10 0-44 15,0-8-257-15,0-7-1009 0</inkml:trace>
  <inkml:trace contextRef="#ctx0" brushRef="#br0" timeOffset="9746.54">11408 10294 990 0,'0'0'679'16,"0"0"-489"-16,0 0 186 15,0 0-115-15,-153-5-111 16,105 30-37-16,4 10-8 16,4 5-37-16,11 1-3 15,13 2-29-15,16-6-2 16,3-10-16-16,30-7-2 0,14-9 1 16,6-10-10-1,-1-1 0-15,-5-5-7 0,-12-16-14 16,-8-3 9-1,-14-5 4-15,-4-2 2 0,-4-3 7 16,-5 0-8-16,2 8 12 16,-2 10 25-16,2 10 13 15,3 6-31-15,3 10-19 16,1 23-6-16,5 11 6 16,-3 7 4-16,0-1-4 15,-2-1-11-15,0 2-92 16,-3-10-157-16,-1-13-605 0</inkml:trace>
  <inkml:trace contextRef="#ctx0" brushRef="#br0" timeOffset="10234.5">12576 10323 1562 0,'0'0'290'0,"0"0"-91"16,0 0 130-16,161-16-198 15,-94-4-70-15,-7 0-24 16,-16 0-15-16,-17 2-8 16,-13 1-7-16,-14 3 39 15,0 5 8-15,-16 1 3 16,-11 3-24-16,-4 5 6 15,-2 0-1-15,-1 18-2 16,5 14-12-16,2 12-3 16,10 9 6-16,5 5 0 15,12 0 10-15,0-9-29 0,23-10 7 16,15-9-14-16,7-14 9 16,7-11-10-16,31-14-4 15,-14-14-156-15,-4-8-662 0</inkml:trace>
  <inkml:trace contextRef="#ctx0" brushRef="#br0" timeOffset="10499.77">13223 10160 1590 0,'0'0'311'0,"0"0"-97"0,0 0 20 16,0 0-148-16,36 125-43 15,-15-71-8-15,0-2 0 16,-7 1 24-16,-12-8 30 16,-2-5 1-16,-2-4-6 15,-21-5-8-15,-6-8-25 16,-2-4-15-16,2-12-24 16,2-7-1-16,2 0-11 15,8 0-23-15,-1-17-131 16,5 3-305-16,3 1-492 0</inkml:trace>
  <inkml:trace contextRef="#ctx0" brushRef="#br0" timeOffset="10820.11">14440 10120 2221 0,'0'0'497'0,"0"0"-393"16,0 0 49-1,0 116-38-15,5-55-48 0,8-3-44 16,3-6-8-16,-1-8-14 16,-1-14-2-16,-4-8-59 15,9-12-98-15,-6-8-199 16,3-2-614-16</inkml:trace>
  <inkml:trace contextRef="#ctx0" brushRef="#br0" timeOffset="11173.93">14665 10156 1438 0,'0'0'710'0,"0"0"-504"15,0 0-89-15,0 0 52 0,60 137-46 16,-44-81-14-16,-7-6-24 16,0-8-45-16,-7-10-17 15,0-8-16-15,0-8-5 16,-2-10 5-16,0-6-7 15,0 0 24-15,0-9-23 16,2-20 5-16,3-8-6 16,4-8 1-16,4-5-1 15,7 3 0-15,5 8 2 16,4 11-2-16,5 10 5 16,-1 13-4-16,0 5 10 15,-4 17-11-15,-6 17 7 16,-8 8 5-16,-6 2 14 0,-4-2-12 15,-5-8-14-15,0-4 0 16,4-9-12-16,9-9-106 16,1-10-509-16,-1-2-1571 0</inkml:trace>
  <inkml:trace contextRef="#ctx0" brushRef="#br0" timeOffset="11466.95">15271 10307 2023 0,'0'0'259'0,"0"0"-112"15,-29 123 107-15,29-77-126 0,2-9-93 16,25-11-13-16,9-10-2 16,7-14-6-16,3-2 3 15,-1-11 2-15,-3-16-11 16,-6-3-7-16,-9-4 17 15,-11-3-18-15,-8 0 13 16,-8-1-2-16,0 2 1 16,-4 6 18-16,-12 6 14 15,-1 6 0-15,0 9-44 16,2 5 0-16,-1 4-106 16,6 9-116-16,3 7-418 0</inkml:trace>
  <inkml:trace contextRef="#ctx0" brushRef="#br0" timeOffset="11697.66">15706 10231 2105 0,'0'0'549'15,"0"0"-399"-15,0 0-9 16,0 0-63-16,0 0 1 15,-60 120-19-15,57-80-32 16,3-6-19-16,0-6-1 16,14-5-8-16,11-9-12 15,6-7-60-15,24-7-94 16,-5-2-464-16,-3-14-829 0</inkml:trace>
  <inkml:trace contextRef="#ctx0" brushRef="#br0" timeOffset="12030.04">16056 10321 1453 0,'0'0'335'16,"0"0"-164"-16,0 0 38 16,0 0-143-16,0 0-38 15,136-22-27-15,-100 8 14 16,-12-1-14-16,-6 1 29 15,-11 1 27-15,-7 1 10 0,0 0 7 16,-9 3-44-16,-14 4 10 16,-1 3 3-16,-5 2 13 15,3 4-16-15,-1 22 2 16,2 9-24-16,7 11 16 16,7 0-1-16,9-1-3 15,2-6-11-15,13-7-13 16,18-9 5-16,8-12-11 15,7-11 0-15,25-11-134 16,-11-15-388-16,-6-3-886 0</inkml:trace>
  <inkml:trace contextRef="#ctx0" brushRef="#br0" timeOffset="12366.27">16507 10254 1388 0,'0'0'243'0,"0"0"13"15,19 106 27-15,-3-63-115 16,-1-2 18-16,-3-9 12 16,-6-11-82-16,-1-7-53 15,-3-10-39-15,-2-4-5 16,0 0-5-16,-2-16-14 16,-9-10-45-16,-1-8-19 15,6-6 43-15,6-4 21 16,0-2 6-16,2 4 55 15,18 6-1-15,7 8-33 16,2 10-8-16,2 9-7 0,-2 9 0 16,-2 6 0-16,-5 24-12 15,-4 7 13-15,-5 5-12 16,-3 2 16-16,-6-5-17 16,-2-4 2-16,-2-7-2 15,2-6-79-15,-2-8-269 16,5-11-1060-16</inkml:trace>
  <inkml:trace contextRef="#ctx0" brushRef="#br0" timeOffset="12622.8">17204 9970 1453 0,'0'0'350'0,"0"0"-219"16,0 0 199-16,0 114-84 15,9-39-29-15,0 6-63 16,0 0-45-16,0-9-58 16,-3-14-27-16,1-14-24 15,0-12 0-15,0-17-66 16,-3-9-146-16,3-6-467 0</inkml:trace>
  <inkml:trace contextRef="#ctx0" brushRef="#br0" timeOffset="13012.27">17115 10309 1698 0,'0'0'317'0,"0"0"-175"15,0 0 107-15,131-8-172 16,-73 8-40-16,0-2 2 16,0-3 34-16,1 0-19 15,-9-3 1-15,-3-5-15 16,-7-1-21-16,-13 3-5 16,-9 1-14-16,-13 1 21 15,-5 2 24-15,-3 0 13 0,-21 2-31 16,-5 0-7-16,-7 5-7 15,-1 0 14-15,-2 3 7 16,6 18-14-16,4 11 1 16,7 9-20-16,8 5 25 15,12 0-5-15,2-3 1 16,9-6-13-16,22-9 6 16,5-10-4-16,8-8-10 15,6-10 14-15,2 0-15 16,0-10-16-16,13-20-95 15,-12 2-156-15,-13 1-945 0</inkml:trace>
  <inkml:trace contextRef="#ctx0" brushRef="#br0" timeOffset="13487.49">17971 9828 1785 0,'0'0'643'15,"0"0"-371"-15,0 0-56 16,0 0-123-16,0 0-48 16,0 0 33-16,0 0-8 15,0 96-25-15,2-62-24 16,5-2-13-16,0-4-8 0,0-6 0 16,-1-6-61-16,9-10-97 15,-3-6-359-15,3 0-1266 0</inkml:trace>
  <inkml:trace contextRef="#ctx0" brushRef="#br0" timeOffset="13651.05">18139 9878 1918 0,'0'0'385'16,"0"0"-245"-16,0 0 107 15,0 0-161-15,0 0-28 16,0 133-31-16,0-96-18 0,0-1-9 15,-4 0-84-15,2-6-482 16,2-12-1138-16</inkml:trace>
  <inkml:trace contextRef="#ctx0" brushRef="#br0" timeOffset="104557.22">3202 11791 1523 0,'0'0'564'0,"0"0"-347"15,0 0 243-15,0 0-250 0,0 0-45 16,0 0-21-16,3-93-20 15,2 93-40-15,-1 0-30 16,7 24-29-16,1 17-7 16,1 15 2-16,-3 16-10 15,-2 10 14-15,-6 2-3 16,-2 0-1-16,0-4-11 16,0-8 3-16,0-2-12 15,0-12 2-15,0-8-1 16,0-13-1-16,0-10-1 15,0-12-47-15,0-6-28 16,0-7-20-16,0-2-5 0,0 0-32 16,-10-26-71-1,-3 2-368-15,-3 2-962 0</inkml:trace>
  <inkml:trace contextRef="#ctx0" brushRef="#br0" timeOffset="104850.31">2670 12564 1352 0,'0'0'492'16,"0"0"-276"-16,0 0 170 0,0 0-203 16,0 0-64-1,133 9-5-15,-65-9 13 0,5 0-21 16,4 0-9-16,-4 0-25 15,-5 0-33-15,-3 0-18 16,-7 0-9-16,-6 0-6 16,-10 0-6-16,-9 0 0 15,-8 0-2-15,-9 0-5 16,-3 0-38-16,-7 0-43 16,-4 0-69-16,1-11-105 15,-3-3-538-15</inkml:trace>
  <inkml:trace contextRef="#ctx0" brushRef="#br0" timeOffset="105203.93">2777 11714 1691 0,'0'0'538'16,"0"0"-273"-16,0 0 18 15,113-11-81-15,-44 6-54 0,10 1-16 16,4-1-34-1,-4 0-42-15,-7 1-29 0,-12 3-12 16,-9-2-14-16,-12 3 5 16,-8 0-6-16,-4 0-28 15,-4 0-64-15,14 0-101 16,-6 10-128-16,0 0-650 0</inkml:trace>
  <inkml:trace contextRef="#ctx0" brushRef="#br0" timeOffset="105572.04">4055 11586 713 0,'0'0'802'16,"0"0"-637"-16,0 0 127 16,0 0-38-16,0 0-137 15,0 0-29-15,-118 20 17 16,95 7-4-16,3 4 7 16,9 3-13-16,9 3-37 15,2-4-20-15,4-3-8 16,16 1-21-16,7-7 1 0,1-2-1 15,3-6 6-15,6-3-4 16,-2-6 5-16,1-3-9 16,-3-1-7-16,1 0-21 15,11-3-148-15,-10 0-171 16,-4 0-513-16</inkml:trace>
  <inkml:trace contextRef="#ctx0" brushRef="#br0" timeOffset="106556.38">4656 12119 1273 0,'0'0'384'15,"0"0"-98"-15,0 0 50 16,0 0-111-16,0 0-91 16,0 0-27-16,0 0 2 15,49 12-25-15,-18-10-26 0,5 1-29 16,5-1-11-16,-1 0-17 15,-1-2 10-15,-3 0-11 16,-3 1-29-16,-8-1-82 16,-3 2-132-16,-9 1-330 15,-3 1-375-15</inkml:trace>
  <inkml:trace contextRef="#ctx0" brushRef="#br0" timeOffset="106810.03">4641 12414 907 0,'0'0'276'0,"0"0"88"15,0 0-40-15,116 2-106 16,-68-2-69-16,2 0-11 15,-8 0-34-15,-4-2-51 16,-7-2-35-16,-9 0-18 16,-4 0-34-16,-5 0-236 15,-5 4-320-15,-4-1-1013 0</inkml:trace>
  <inkml:trace contextRef="#ctx0" brushRef="#br0" timeOffset="110414.37">5735 11690 2023 0,'0'0'320'0,"0"0"-211"0,0 0 176 16,0 0-130-16,0 0-91 15,11 115-28-15,-7-94-9 16,2-1-19-16,-2-9-1 15,0-3-7-15,-2-6-27 16,5-2-133-16,-3-14-228 16,4-6-470-16</inkml:trace>
  <inkml:trace contextRef="#ctx0" brushRef="#br0" timeOffset="110541.08">5735 11690 1307 0,'125'-50'539'15,"-121"50"-270"-15,5 20 30 16,3 9-31-16,-2 3-110 0,0 5-75 15,1 3-48 1,-5 2-25-16,5 16-10 0,-3-9-153 16,-2-7-726-16</inkml:trace>
  <inkml:trace contextRef="#ctx0" brushRef="#br0" timeOffset="112822.99">6959 11898 1991 0,'0'0'346'0,"0"0"-213"15,0 0 0-15,0 0-8 16,16 136-12-16,-14-62-47 16,-2 5 6-16,0 4 4 15,0-2-18-15,0-6-28 16,-2-7-6-16,2-10-12 15,0-7-4-15,8-13-7 16,15-11 0-16,6-10-1 16,4-7-26-16,9-10-26 15,3 0-53-15,29-22-70 16,-12-4-319-16,-4-2-498 0</inkml:trace>
  <inkml:trace contextRef="#ctx0" brushRef="#br0" timeOffset="113183.56">7567 12247 1500 0,'0'0'481'0,"0"0"-281"16,0 0 27-16,0 0-94 16,0 0-40-16,-98 143-11 15,92-89 11-15,6-4-11 16,0-7-24-16,22-9-32 0,14-14-20 15,10-15 15-15,10-5-14 16,-2-12-7-16,-3-22-9 16,-11-10-16-16,-13-5 14 15,-10-4 11-15,-9 5 1 16,-8 8 19-16,0 12 44 16,0 16 33-16,0 12-14 15,0 0-83-15,0 26 0 16,0 12 0-16,0 7 22 15,0 0-8-15,0 1-4 16,13-4-9-16,7-3-1 16,7-7-1-16,26 0-104 15,-6-8-73-15,1-8-540 0</inkml:trace>
  <inkml:trace contextRef="#ctx0" brushRef="#br0" timeOffset="113394.53">8802 12326 948 0,'0'0'936'16,"0"0"-741"-16,-24 161 329 16,24-86-275-16,0 4-107 15,20-5-83-15,5-5-30 16,-1-11-28-16,-2-12-1 15,-4-16-73-15,-7-12-152 16,-7-15-561-16</inkml:trace>
  <inkml:trace contextRef="#ctx0" brushRef="#br0" timeOffset="113658.12">8747 12360 1322 0,'0'0'273'15,"0"0"-43"-15,60-125 143 16,-4 88-188-16,12 19-119 15,7 15-27-15,0 6 6 16,-8 29 40-16,-16 12 1 16,-15 5-29-16,-18-3 10 15,-18 0-2-15,0-9 1 16,-23-4-15-16,-10-10 16 16,-2-5-23-16,-3-8-8 15,4-6-14-15,0-4-8 0,5 0-6 16,2-1-8-16,6-7-14 15,0-2-47-15,13-8-72 16,6 5-194-16,2-1-440 0</inkml:trace>
  <inkml:trace contextRef="#ctx0" brushRef="#br0" timeOffset="114084.95">9336 12386 637 0,'0'0'987'16,"0"0"-799"-16,0 0 45 15,162-12-6-15,-89-2-93 16,1 0-56-16,-13 0-19 16,-17-2-17-16,-15 0-20 15,-21 2 41-15,-8-2 19 16,-8 0 3-16,-24 4-42 0,-7 5 0 16,-9 7-4-1,2 5-3-15,1 21-19 0,10 13-7 16,6 4 2-16,16 6 3 15,13 0 24-15,6-3 7 16,34-3 8-16,16-9-24 16,13-7-6-16,7-10-24 15,7-9-9-15,-2-8-61 16,29-11-99-16,-23-10-187 16,-12-7-1032-16</inkml:trace>
  <inkml:trace contextRef="#ctx0" brushRef="#br0" timeOffset="114369.42">10387 12232 1515 0,'0'0'226'0,"0"0"23"16,0 0 54-16,2 126-113 15,12-75-30-15,1-5 0 16,1-2-27-16,-5-6-66 15,-6-9-34-15,-5-4-17 16,0-7-2-16,-18-6 2 16,-11-4 7-16,-6-8 1 15,-4 0-11-15,1 0 2 16,1-14-13-16,3 0 3 16,5 0-5-16,3 2-9 15,7 1-69-15,17-3-76 16,2 5-220-16,0-3-743 0</inkml:trace>
  <inkml:trace contextRef="#ctx0" brushRef="#br0" timeOffset="114918.18">10730 12310 1824 0,'0'0'294'16,"0"0"-151"-16,0 0 124 16,-113 111-116-16,97-56-23 15,12 4-47-15,4-5-4 0,22-10-42 16,18-9-22-16,12-12-7 16,4-14-6-16,-4-9-24 15,-4-11-76-15,-11-21-54 16,-12-10 14-16,-9-9 54 15,-9-2 29-15,-3 2 57 16,-4 9 3-16,0 14 82 16,0 14 19-16,2 14-17 15,2 4-81-15,5 25 0 16,5 8 12-16,3 7-9 16,1-1 25-16,1-5-4 15,-6-6-8-15,-3-8-7 16,-2-10-2-16,-4-8-7 0,-2-6 5 15,-2 0 11 1,0-25-22-16,0-8-6 0,5-9-8 16,1-8 14-16,8 1 1 15,3 3 41-15,8 12 3 16,4 10-23-16,4 19 4 16,5 5-9-16,1 15 1 15,-4 21-1-15,-4 10 22 16,-6 7-15-16,-6-4 1 15,-5-3-13-15,-1-8-6 16,3-5-6-16,13-11-39 16,-2-8-150-16,-1-8-698 0</inkml:trace>
  <inkml:trace contextRef="#ctx0" brushRef="#br0" timeOffset="115272.19">11886 12262 1603 0,'0'0'355'15,"0"0"-90"-15,0 0-24 16,0 0-92-16,0 0-24 16,-112 124-28-16,103-66 0 15,9 1-26-15,0-7-35 16,24-11-26-16,13-12-9 15,0-13-1-15,3-15-16 0,-4-1-70 16,-7-27-66-16,-7-17 40 16,-7-12 38-16,-7-2 56 15,-4 1 18-15,-4 13 106 16,0 16 59-16,0 16-56 16,0 12-72-16,0 12-31 15,0 26-6-15,0 8 1 16,0 4 0-16,0 3-1 15,4 1-70-15,9-14-231 16,-1-10-430-16</inkml:trace>
  <inkml:trace contextRef="#ctx0" brushRef="#br0" timeOffset="115931.58">12858 12057 1408 0,'0'0'524'0,"0"0"-232"16,0 0-30 0,0 0-140-16,0 0-25 0,-37 106 3 15,43-57-18-15,4 3-18 16,-1-4-5-16,-7-4-29 16,-2-8-10-16,0-6-5 15,-19-9 0-15,-6-9 11 16,-6-10-13-16,0-2-5 15,2-4-1-15,4-17 2 16,2-7-7-16,10-2 6 16,5 0-8-16,8 2-8 15,0 5-29-15,4 2-59 0,23 9 26 16,11 6-36 0,10 6 19-16,18 0 13 0,7 0 21 15,7 0 43-15,-2 0 10 16,-9 0 0-16,-11 0 0 15,-11-7-67-15,-12-8 11 16,-10-3 50-16,-10 0 6 16,-10-1 21-16,-5 4 68 15,0 0 15-15,-13 9 5 16,-6 6-28-16,-2 0-48 16,0 13-20-16,-1 19 1 15,5 10-1-15,0 9 25 16,11 2-2-16,6 1-1 15,0-4-17-15,27-6-7 16,10-8-10-16,11-9-1 16,8-11-13-16,23-16-126 0,-10 0-211 15,-11-12-968-15</inkml:trace>
  <inkml:trace contextRef="#ctx0" brushRef="#br0" timeOffset="116359.99">13894 12151 1595 0,'0'0'553'16,"0"0"-307"-16,0 0-32 15,0 0-128-15,0 0-49 0,0 0 21 16,-132 81 25-16,103-29 3 15,7 4-15-15,11 4 0 16,11-3-12-16,14-6-32 16,25-11-21-16,13-12-6 15,4-13-11-15,-1-15-76 16,-6-2-71-16,-9-26-39 16,-13-15 34-16,-9-7 96 15,-9-4 67-15,-7-2 6 16,-2 6 104-16,0 9 63 15,0 16-16-15,0 9-40 0,0 14-18 16,0 2-63-16,0 14-36 16,0 20 22-16,2 8 16 15,8 7-10-15,-2 0-16 16,5-1-12-16,1-5 0 16,1-9-49-16,24-7-92 15,-6-8-148-15,5-11-807 0</inkml:trace>
  <inkml:trace contextRef="#ctx0" brushRef="#br0" timeOffset="131005.02">15242 12222 1423 0,'0'0'345'0,"0"0"-209"16,0 0 261-16,0 0-195 15,0 0-87-15,0 0 4 16,0-36-13-16,-10 27-24 15,-7 4-9-15,-2 3-18 0,-6 2-35 16,-4 0-10-16,-6 19-9 16,-2 14-2-16,0 11 2 15,8 6-1-15,7 2 0 16,12 2 1-16,10-5-2 16,7-9 2-16,22-13-2 15,14-8-7-15,3-12-26 16,24-7-72-16,-12-16-172 15,-7-3-476-15</inkml:trace>
  <inkml:trace contextRef="#ctx0" brushRef="#br0" timeOffset="131673.12">15441 12254 1530 0,'0'0'280'16,"0"0"-185"-16,0 0 99 15,0 0-40-15,7 132-59 16,15-94-15-16,9-4-41 16,3-9-14-16,6-9-9 15,-1-12-5-15,2-4 5 16,-3-6-15-16,-1-19 13 16,-8-4-14-16,-6-8 0 15,-8-1 0-15,-10 0 1 16,-5 1 8-16,0 6 6 0,0 9 65 15,-3 10 22 1,1 10-1-16,2 2-61 0,0 21-32 16,0 18-7-16,10 12 3 15,3 7-3-15,1-3-1 16,1-1 1-16,-1-8 0 16,-4-7 5-16,-3-13-5 15,-3-10-1-15,-2-10-7 16,-2-6 7-16,0-6 8 15,0-18-7-15,0-10 0 16,0-4 5-16,0-3-6 16,0 9 1-16,6 6 8 15,11 12-3-15,3 8-12 0,9 6 0 16,0 5 6 0,5 15-7-16,-5 3 6 0,-5 2 1 15,-6-3 0-15,-8-7 0 16,-4-3 0-16,-4-7-1 15,-2-5 3-15,0 0 5 16,0-6 1-16,0-18 2 16,0-9-9-16,4-6 5 15,13-2-6-15,8 4 1 16,4 11 8-16,2 9-9 16,-2 17 3-16,-2 2-2 15,-4 30-1-15,-8 12 15 0,-5 6 21 16,-8 5 4-1,-2-3-11-15,0-4-22 0,0-10-7 16,0-8 0-16,13-21-52 16,1-6-169-1,1-3-567-15</inkml:trace>
  <inkml:trace contextRef="#ctx0" brushRef="#br0" timeOffset="132093.18">16623 12410 2060 0,'0'0'304'0,"0"0"-111"16,-23 116 28-16,21-49-147 15,2 3-41-15,0 0-26 16,0-2 7-16,-4-10-14 0,-8-9-1 16,-1-13-33-16,-3-18-46 15,3-16-54-15,1-4-31 16,8-33-116-16,2-11 138 15,2-12 143-15,0-10 39 16,0-7 171-16,18-6-2 16,11-2-86-16,13 1-73 15,14 12-28-15,6 11-15 16,1 21-6-16,-1 21 20 16,-10 17 1-16,-13 6 2 15,-14 31-15-15,-16 9 58 16,-9 5 10-16,-15 3 5 15,-23-4-5-15,-9-3-19 0,-1-9-24 16,2-8-17-16,6-10 3 16,7-8-18-16,10-8 7 15,7-4-8-15,6 0-15 16,3 0-63-16,7-18-49 16,0-4-193-16,2-2-606 0</inkml:trace>
  <inkml:trace contextRef="#ctx0" brushRef="#br0" timeOffset="132328.47">17046 11923 1899 0,'0'0'650'0,"0"0"-461"15,0 0-37-15,0 0 33 16,121 138-53-16,-98-66-49 15,-4 4-30-15,-13-1-11 16,-4-8-40-16,-2-12 2 16,0-11-4-16,0-9-46 15,0-14-87-15,36-14-105 16,0-7-569-16,6 0-706 0</inkml:trace>
  <inkml:trace contextRef="#ctx0" brushRef="#br0" timeOffset="134137.44">17508 12160 954 0,'0'0'172'0,"0"0"-78"0,0 0 175 16,0 0-127-16,0 0-52 16,0 0 50-16,0 0 22 15,-10-41-4-15,6 37-15 16,-1 1-17-16,3-1-35 15,-2 1-18-15,0-1-34 16,-6 3-9-16,-1-3-10 16,-2 1 6-16,-5 3-2 15,1 0 8-15,-2 0-3 16,1 0 4-16,1 0 1 16,-1 0-15-16,0 0 10 15,-2 11-14-15,-2 2 4 16,-1 6-10-16,1 5 8 0,0 3-10 15,1 7 7 1,4-1-2-16,5 6-11 0,8 2 18 16,4 1-19-16,0-2 10 15,0 1-10-15,16-9 1 16,4-6 0-16,4-8 0 16,5-8 0-16,7-6 5 15,7-4 1-15,1 0-7 16,1-9 4-16,-1-8-2 15,-8-7-2-15,-7-5 1 16,-9-3 10-16,-11-6-5 16,-5-4 3-16,-4 2-3 15,0 0 24-15,0 2 21 16,-6 6-17-16,1 3 13 0,3 6-14 16,2 2 7-16,0 3-9 15,0 4 5-15,0 5-6 16,0 4 2-16,0 5-8 15,0 0-24-15,2 25-1 16,7 13-8-16,0 10 9 16,0 10 2-16,-2 2 5 15,-3-2-6-15,0-6 0 16,1-10 0-16,-2-7-1 16,1-12 0-16,-2-6-17 15,0-10-26-15,0-2-59 16,3-5-49-16,9-7-77 15,-1-15-136-15,0-5-718 0</inkml:trace>
  <inkml:trace contextRef="#ctx0" brushRef="#br0" timeOffset="134602.26">17726 11847 1908 0,'0'0'390'0,"0"0"-144"15,0 0-91-15,0 0-60 16,27 163 16-16,-17-77-27 16,4 5-5-16,-1 1-22 15,-4-13-21-15,1-7-27 16,-4-12 4-16,-4-13-11 0,0-15 2 16,-2-14-4-16,0-12 1 15,0-6-1-15,0-9 15 16,3-20-10-16,7-10-5 15,6-6 0-15,11-4-6 16,7 1 5-16,8 4 1 16,3 7 0-16,-3 11-1 15,-2 17 0-15,-6 9-6 16,-5 4-1-16,-10 27 8 16,-7 8 0-16,-10 5-6 15,-2 1 12-15,0-2 0 16,-22-4 4-16,-7-5 10 15,-9-7 4-15,-3-7 9 16,-1-5-6-16,2-7-18 16,5-6 4-16,8-2-12 0,4 0 14 15,7-10-15-15,6-8-1 16,5-1-60-16,5 2-59 16,0-13-98-16,17 5-508 15,6 2-1101-15</inkml:trace>
  <inkml:trace contextRef="#ctx0" brushRef="#br0" timeOffset="134865.88">18303 11877 2116 0,'0'0'390'15,"0"0"-265"-15,0 0 107 16,40 140-28-16,-24-56-40 16,-3 6-52-16,-3 1-24 15,-4-10-46-15,-2-10-24 16,1-15-9-16,-3-11-9 16,2-16-18-16,0-10-78 15,13-19-78-15,-2-12-119 16,3-16-1140-16</inkml:trace>
  <inkml:trace contextRef="#ctx0" brushRef="#br0" timeOffset="135203.47">18642 12360 1540 0,'0'0'322'16,"0"0"-191"-16,0 0 123 15,0 0-101-15,165-40-91 16,-114 28 31-16,-10-3-27 16,-12 2-30-16,-14-1 35 15,-15 2 43-15,0-2-44 16,-18 2-22-16,-14 5-23 16,-5 4 19-16,-1 3-3 0,0 0-6 15,5 24-19 1,4 10 4-16,7 12 1 0,5 8 1 15,13 4-2-15,4-2-13 16,0-8 6-16,25-10-12 16,6-13-1-16,7-16 0 15,7-9-6-15,19-21-112 16,-10-13-130-16,-8-5-590 0</inkml:trace>
  <inkml:trace contextRef="#ctx0" brushRef="#br0" timeOffset="135420.54">19117 11628 2114 0,'0'0'326'0,"0"0"-117"15,0 0-10-15,0 0-9 16,0 0-86-16,6 143-75 15,5-100-9-15,-1-2-20 16,-4-7-10-16,1-16-88 16,-3-7-148-16,0-11-776 0</inkml:trace>
  <inkml:trace contextRef="#ctx0" brushRef="#br0" timeOffset="135525.47">19295 11679 1927 0,'0'0'372'0,"0"0"-248"15,0 0-30-15,-31 128-94 16,31-80-171-16</inkml:trace>
  <inkml:trace contextRef="#ctx0" brushRef="#br0" timeOffset="163801.67">5501 5726 827 0,'0'0'213'0,"0"0"24"16,0 0 1-16,0 0-40 16,0 0-12-16,0 0 29 15,-20-34-5-15,15 31-7 0,3 3-46 16,0 0-49 0,2 0-49-16,-2 0-22 0,2 0-30 15,0 2-6-15,0 11 11 16,0 9-11-16,0 9 23 15,0 5-13-15,0 8 8 16,0 5-8-16,0 2 8 16,0 2-19-16,0-4 12 15,0-2-4-15,0-5-7 16,0-6 12-16,0-6-13 16,0-7 2-16,-3-6 4 15,1-2-2-15,2-8-2 16,-2 1-2-16,0-2 10 15,0-1 8-15,0 4 9 16,0-1-12-16,-1 0 7 0,1 1-21 16,-1-2 11-16,1 3-12 15,0-2 13-15,0 0-2 16,-1 0 1-16,1-2-6 16,2-2-5-16,0-1 15 15,0-3-16-15,0 0 17 16,0 0-8-16,0 0 10 15,0 0-8-15,-2-3-5 16,2-7-6-16,0-6-32 16,0-4-62-16,0 2-155 15,4 2-738-15</inkml:trace>
  <inkml:trace contextRef="#ctx0" brushRef="#br0" timeOffset="177259.51">3862 13896 1290 0,'0'0'241'0,"0"0"-100"16,0 0 93-16,0 0-104 16,0 0-5-16,0 0-14 15,-46-45-46-15,34 40 5 16,-3-1 22-16,-5 3-15 16,-3-2-16-16,0 3-4 15,-4 0-26-15,-2-1-7 0,0 3-13 16,0 0-10-16,2 0 11 15,0 0-12-15,2 0 1 16,4 7 12-16,-2 3-1 16,0 2-11-16,-3 2 10 15,-1 6-11-15,-2 1 9 16,5 6 8-16,1 1-2 16,5-2 4-16,10 0-8 15,3 1-11-15,5-9 10 16,0-3 1-16,0 0-11 15,0-3 1-15,0-5-1 16,9 2 0-16,2-6-1 16,3 0 1-16,4-3 10 15,1 0-9-15,4 0 11 16,2 0-4-16,1 0-4 0,3 0-2 16,-1 0-1-16,7 0 7 15,0 0-7-15,3 0 0 16,2 0-1-16,3 9 0 15,-4 8 4-15,3 5-10 16,-3 5 3-16,-3 8 3 16,-5 5 0-16,-7 1 0 15,-6 5 0-15,-4-4-7 16,-8 2 7-16,-6-4 0 16,0-2 1-16,0-2 0 0,0-4 7 15,-8-2-8 1,-4-4 11-16,-1-2 10 0,-1-2-12 15,1-4 9-15,0-2-8 16,-3-2-2-16,-4-4-7 16,-2-2 6-16,-3 0-5 15,-4-3 7-15,0-1-1 16,0-4 9-16,0 0-1 16,2 0-10-16,0-4 5 15,1-9-10-15,-1 0 0 16,3-2 0-16,1 1 8 15,1 2-7-15,2-5 11 16,2 5-11-16,2-5 8 0,3 0 2 16,2 5-12-1,2-5 0-15,2 2-1 0,7 1 1 16,0 2-6-16,0-9-10 16,0 3-20-16,14-2 1 15,6-2-32-15,6 4-78 16,26-12-193-16,-6 7-264 15,2 5-692-15</inkml:trace>
  <inkml:trace contextRef="#ctx0" brushRef="#br0" timeOffset="177770.48">4658 14233 578 0,'0'0'599'0,"0"0"-384"15,0 0 109-15,0 0-115 16,0 0-61-16,0 0-33 16,0 0-13-16,12 0 13 15,5 0 27-15,10 2-26 16,8-2-46-16,4 4-31 16,3-4-14-16,3 0-18 15,-7 2-1-15,-3 2-6 16,-4 2 0-16,-6 1-39 15,0 5-95-15,-8-3-159 0,-5-4-529 16</inkml:trace>
  <inkml:trace contextRef="#ctx0" brushRef="#br0" timeOffset="177988.48">4694 14578 1117 0,'0'0'142'0,"0"0"37"16,0 0 85-16,113 6-150 0,-65-6-51 16,1 0-32-16,2 0-31 15,-14 0-42-15,-12 3-808 0</inkml:trace>
  <inkml:trace contextRef="#ctx0" brushRef="#br0" timeOffset="181531.73">5949 13767 1624 0,'0'0'293'0,"0"0"42"0,0 0-41 15,0 0-202-15,0 0-57 16,0 0 47-16,9 113 10 16,0-64-26-16,2-6-33 15,-2 0-11-15,3-10-14 16,-4-2-2-16,1-7-6 15,-3-2 0-15,4-6-92 16,-6-8-222-16,1-6-704 0</inkml:trace>
  <inkml:trace contextRef="#ctx0" brushRef="#br0" timeOffset="181697.03">6143 13837 1763 0,'0'0'215'0,"0"0"-133"16,0 0 173-16,43 130-156 16,-19-84-63-16,5 2-36 15,20 25-2-15,-4-7-251 16,-10-8-503-16</inkml:trace>
  <inkml:trace contextRef="#ctx0" brushRef="#br0" timeOffset="184196.33">7781 14177 778 0,'0'0'186'0,"0"0"35"16,0 0 112-16,0 0-103 16,0 0-34-16,0 0 14 15,0 0-45-15,-8-88-40 16,-5 79-27-16,-8 4-33 15,-1 3-25-15,-7 2-5 16,-3 0-7-16,-3 0 0 16,-1 7-10-16,1 9-4 15,-1 8-8-15,2 10 4 16,5 7-3-16,5 9 28 16,6 6 17-16,7 2-21 15,7 1-14-15,4-6-17 16,0-4 6-16,15-8-6 0,12-8 0 15,8-9-5-15,8-9 4 16,6-6-5-16,5-9 4 16,2 0-36-16,2-4-74 15,8-24-143-15,-14 5-316 16,-15-2-587-16</inkml:trace>
  <inkml:trace contextRef="#ctx0" brushRef="#br0" timeOffset="184383.89">7517 14482 484 0,'0'0'1249'0,"0"0"-1013"15,0 0 129-15,0 0-84 16,0 0-185-16,0 0-34 16,0 0-37-16,131-50-13 15,-62 33-11-15,3 3-1 16,30-4-125-16,-17 4-371 15,-14 0-227-15</inkml:trace>
  <inkml:trace contextRef="#ctx0" brushRef="#br0" timeOffset="184594.92">8346 14079 1818 0,'0'0'587'16,"0"0"-528"-16,0 0 123 15,0 0 12-15,4 140-63 0,7-80-44 16,0-2-20-16,4-5-34 16,-1-6-31-16,-1-6 7 15,1-3-9-15,-3-13-20 16,2-2-53-16,14-5-69 16,0-8-183-16,-3-8-449 0</inkml:trace>
  <inkml:trace contextRef="#ctx0" brushRef="#br0" timeOffset="185014.08">9257 14159 1305 0,'0'0'205'16,"0"0"-124"-16,0 0 68 15,0 0-72-15,0 0-8 16,0 0 47-16,73 130 6 16,-48-90 7-16,-7-2-23 15,-3-1-34-15,-7-4-30 16,-6 1-5-16,-2-8 2 0,-2 3 39 15,-19-3 30-15,-3-8-13 16,-3-1-20-16,-2-6-29 16,0-2-16-16,0-6-10 15,7-3 5-15,2 0-11 16,2 0-1-16,5-14-12 16,2 0 9-16,1 2-10 15,4-6-12-15,4 4-37 16,2-2-60-16,13-9-104 15,11 4-396-15,3 0-536 0</inkml:trace>
  <inkml:trace contextRef="#ctx0" brushRef="#br0" timeOffset="185884.42">9540 14319 1667 0,'0'0'228'0,"0"0"70"16,0 104-11-16,4-61-166 15,19-5-57-15,2-8-6 16,6-10-30-16,4-8-7 16,5-12 16-16,3 0 1 15,1-12-28-15,-3-13-1 16,-6 2-9-16,-10-5-14 15,-8 4-12-15,-7-5 13 16,-10 4 12-16,0 2 1 0,0-3-7 16,-12 3-5-16,-1 2-21 15,2 5-25-15,4 6 12 16,3 8 26-16,4 2 1 16,0 0-9-16,0 0 10 15,4 0 6-15,14 8 2 16,9 2-7-16,4-3 17 15,7-2 1-15,4-3 0 16,5-2 5-16,2 0 6 16,-2 0 3-16,-7-12-15 15,-9 2 9-15,-13 0 3 16,-7-2 6-16,-11 3 48 0,0 0-19 16,0 5-17-16,-13 0-18 15,-5 4 3-15,-4 0-3 16,-3 0-3-16,1 22-8 15,-1 8 5-15,5 10-5 16,2 4 6-16,12 4 2 16,6-5-8-16,0-5-1 15,13-10 0-15,12-8 0 16,6-8-5-16,2-8 5 16,0-4 9-16,-1-6-4 15,-1-12-5-15,-4-4-18 16,0 0 17-16,-5-2-4 15,2 1 5-15,-4 0 0 16,3-4 7-16,-3 1-6 16,0-2-1-16,0 0 0 0,-5 6 1 15,-3 5 0-15,-4 8 1 16,-5 9 6-16,-3 0-8 16,0 6-2-16,0 20 2 15,0 10 2-15,4 4 13 16,6 0-2-16,2-1 5 15,11-7-9-15,4-9 1 16,6-11-2-16,5-12 16 16,2 0-12-16,-2-13 3 15,-4-21-9-15,-7-2-5 16,-10-5 8-16,-9 0-8 16,-8 0 10-16,0 7-11 15,-8 8 0-15,-21 10-16 0,-9 4-15 16,-26 8-107-16,6 2-226 15,6 2-702-15</inkml:trace>
  <inkml:trace contextRef="#ctx0" brushRef="#br0" timeOffset="186230.33">11546 14179 2011 0,'0'0'311'0,"0"0"-102"16,-2 102 103-16,2-51-167 15,0 0-57-15,12-4-61 16,-1-6-11-16,1-10-16 16,2-7-10-16,18-10-50 0,-8-8-176 15,5-6-605-15</inkml:trace>
  <inkml:trace contextRef="#ctx0" brushRef="#br0" timeOffset="186560.65">11982 14323 1901 0,'0'0'383'16,"0"0"-265"-16,0 0 118 15,0 0-54-15,31 109-94 16,-14-73-44-16,-1-7-25 15,-7-4-10-15,-5-11-7 16,-2-10 5-16,-2-4-7 0,0-2 8 16,0-20-8-1,0-12-16-15,8-7 15 0,2-3 1 16,9 2 8-16,4 3-5 16,6 7-3-16,5 6-6 15,-1 15 6-15,1 11 8 16,-5 0 4-16,-5 20-12 15,-6 10 2-15,-9 10 14 16,-5-3-15-16,-4 2 0 16,0-6-1-16,16-1-81 15,2-10-250-15,8-6-979 0</inkml:trace>
  <inkml:trace contextRef="#ctx0" brushRef="#br0" timeOffset="187017.89">12775 14284 1545 0,'0'0'197'16,"0"0"-101"-16,0 0 105 16,-114-14-128-16,70 23-40 15,-1 17 120-15,3 8-9 16,4 6-47-16,9 1 11 15,15 1-14-15,14-7-9 16,9-3-31-16,29-6-14 16,15-6-29-16,10-13 11 0,0-2-14 15,-6-5-2 1,-10 0-6-16,-11-12 6 0,-9-11 8 16,-9-5-14-16,-7-6 0 15,-5-8 16-15,-6-11-4 16,0-9 1-16,0-8 12 15,-13-4 8-15,-3 5 15 16,1 11 29-16,3 18 2 16,6 20 20-16,1 12-17 15,5 8-44-15,0 27-37 16,0 18 10-16,11 14 19 16,3 5-10-16,1 5-4 15,1-11-16-15,-1-7 0 16,4-5-15-16,3-9-73 15,25-11-114-15,-5-8-102 0,0-18-1383 16</inkml:trace>
  <inkml:trace contextRef="#ctx0" brushRef="#br0" timeOffset="187169.49">13228 14420 1936 0,'0'0'583'15,"0"0"-476"-15,0 0 112 16,0 0-107-16,0 0-56 15,0 114-34-15,0-87-16 16,0-4-6-16,19-9-31 16,6-5-158-16,4-6-421 0</inkml:trace>
  <inkml:trace contextRef="#ctx0" brushRef="#br0" timeOffset="187401.09">13840 14284 1347 0,'0'0'723'15,"0"0"-595"-15,0 0 84 16,0 0-32-16,-120 27-73 16,97 5-21-16,8 2 29 15,9 2-52-15,6-1-39 16,0-3-13-16,17-4-11 0,19-7-18 15,38-12-134-15,-8-7-411 16,-5-2-1489-16</inkml:trace>
  <inkml:trace contextRef="#ctx0" brushRef="#br0" timeOffset="187746.42">14141 14309 1870 0,'0'0'516'16,"0"0"-330"-16,0 0 46 16,-151 28-121-16,122 0-60 15,13 8-21-15,14 4 13 0,2 1 2 16,26-7-14 0,20-7-7-16,4-8-22 0,6-11-2 15,-4-8-29-15,-8 0-48 16,-6-18 18-16,-9-12 28 15,-5 2 12-15,-6-7 19 16,-3 12 33-16,-5 0 38 16,-3 11 29-16,-5 8-22 15,-2 4-51-15,0 0-27 16,0 18-2-16,0 11-4 16,0 5 6-16,-5 4-1 15,-3-2-23-15,-4 12-67 16,1-10-105-16,-1-8-543 0</inkml:trace>
  <inkml:trace contextRef="#ctx0" brushRef="#br0" timeOffset="188362.3">15701 14247 1558 0,'0'0'483'0,"0"0"-216"16,0 0 27-16,-118-18-146 16,83 18-78-16,1 20-36 15,10 10 17-15,9-2-33 16,12 2 13-16,3-2-16 15,27-5-6-15,17-7-3 0,8-11 6 16,2-5-12-16,-8 0-31 16,-11-8-8-16,-10-14 4 15,-14-2 24-15,-9-6 11 16,-2 4 6-16,0 6 7 16,0 2 44-16,0 10 22 15,0 8 6-15,0 5-56 16,0 24-28-16,0 16 54 15,0 6-6-15,0 10-8 16,0-3-13-16,0-5-1 16,0-4-21-16,0-8-5 15,0-7 4-15,0-9-5 16,8-3-8-16,0-11-50 16,7-6-29-16,8-5-63 15,18-10-19-15,-6-14-476 0,-4-8-522 0</inkml:trace>
  <inkml:trace contextRef="#ctx0" brushRef="#br0" timeOffset="188812.17">15971 14270 1936 0,'0'0'322'0,"0"0"-190"15,0 0 142-15,0 0-74 16,23 127-97-16,4-94-12 15,4-9-19-15,4-7-11 16,3-12-28-16,-3-5-12 16,-1 0-12-16,-2-22-9 0,-6-12-34 15,-4-4-79-15,-5-2-9 16,-11-3-65-16,-4 7-2 16,-2 8 83-16,0 10 76 15,0 6 29-15,-4 7 1 16,4 5 0-16,0 0-4 15,2 0-4-15,21 0 8 16,6 5 5-16,0 2-4 16,-4-2 23-16,-4-1-8 15,-8-2-1-15,-10 0 19 16,-3-1 42-16,0 2 4 16,-5 3-18-16,-8 4 18 0,0 6-35 15,1 7-15-15,3 4-6 16,7 5 9-16,2 2-23 15,0 2-9-15,13-8 7 16,12-1-8-16,6-10-21 16,9-7-55-16,30-10-84 15,-10 0-407-15,4-7-808 0</inkml:trace>
  <inkml:trace contextRef="#ctx0" brushRef="#br0" timeOffset="189136.27">17302 14309 1440 0,'0'0'214'0,"0"0"-147"16,0 0 31-16,0 0-62 15,127-39 61-15,-109 27 145 16,-11 5-27-16,-7-1-34 15,0-2-84-15,-4 2-49 16,-17 0-30-16,-4 3-5 16,-1 5 5-16,0 0 15 15,-1 11-3-15,4 15-3 16,7 6 11-16,8 6-9 16,8-2-2-16,0 0-20 15,11-7-7-15,20-8-12 16,9-7-12-16,27-14-91 15,-7 0-238-15,-6-14-941 0</inkml:trace>
  <inkml:trace contextRef="#ctx0" brushRef="#br0" timeOffset="189361.06">17799 14141 1480 0,'0'0'288'0,"0"0"-105"15,0 0 36-15,0 0-73 16,58 112-72-16,-35-60 6 16,-5 0 18-16,-10-4 7 0,-5-5-5 15,-3-8-35-15,0-6-41 16,-11-7-16-16,-10-4-8 16,-5-9-2-16,-24-9-99 15,6 0-252-15,4 0-392 0</inkml:trace>
  <inkml:trace contextRef="#ctx0" brushRef="#br0" timeOffset="189758.17">18722 14080 1400 0,'0'0'622'16,"0"0"-260"-16,0 0-15 16,-153-4-135-16,103 12-85 15,6 15-52-15,8 11-17 16,12-2-23-16,10 7-1 0,14-4-23 16,0-1-7-16,25-4-4 15,17-8-16-15,14-8-34 16,39-14-52-16,-10 0-112 15,-9 0-637-15</inkml:trace>
  <inkml:trace contextRef="#ctx0" brushRef="#br0" timeOffset="190005.62">19003 14131 1751 0,'0'0'397'15,"0"0"-221"-15,0 0-10 16,0 0-39-16,-9 148-47 15,49-102-37-15,12-4-23 0,6-12-19 16,4-14 5 0,-2-16 5-16,-7 0 15 0,-6-23-17 15,-11-16 3-15,-14-5 9 16,-11-5 36-16,-11-2-8 16,0-2 22-16,-6 6 5 15,-9 2-40-15,-1 9-36 16,9 0-8-16,7 13-116 15,0 4-500-15</inkml:trace>
  <inkml:trace contextRef="#ctx0" brushRef="#br0" timeOffset="190456.31">19474 14165 1401 0,'0'0'220'0,"0"0"-93"15,55 105 183-15,-24-66 64 16,0-5-226-16,-8-12-115 15,-13-13-9-15,-6-9-24 16,-4-5 27-16,0-25-18 16,0-12-9-16,-4-12-1 15,4-2-5-15,0 0 6 16,0 9 12-16,14 13 54 16,5 14-17-16,0 19-7 15,8 1-24-15,2 33-12 16,2 15-6-16,-2 8 1 15,-6 3 0-15,-6-5 7 16,-5-12-8-16,-8-8-5 0,-4-15 5 16,0-16-63-16,2-3-53 15,3-13-120-15,3-23-233 16,4-11 235-16,5-5 234 16,4 0 172-16,-1 6 212 15,-1 11-76-15,0 12-130 16,-4 16-75-16,-1 7-67 15,-1 23-21-15,-2 13 3 16,-4 7 8-16,-3 1-14 16,0-5 6-16,1-6-9 15,-1-10-9-15,8-9-1 16,13-14-97-16,-4 0-365 16,4-12-999-16</inkml:trace>
  <inkml:trace contextRef="#ctx0" brushRef="#br0" timeOffset="190900.46">20392 14043 1309 0,'0'0'545'16,"0"0"-397"-16,0 0 154 16,0 0-93-16,9 142-77 15,-5-80-3-15,-4-2 24 16,0 0-57-16,0-7-54 15,-6-7-14-15,-7-10-11 0,1-9-11 16,1-4-5-16,5-17-1 16,0-6 1-16,4 0 5 15,2-22 3-15,0-14-7 16,0-10 13-16,2-8 4 16,17-4 35-16,7-3-23 15,6 1-30-15,7 5-2 16,2 14-11-16,1 12-17 15,-4 16 15-15,-5 10 14 16,-8 3 0-16,-5 16-1 16,-11 10-6-16,-7 6 7 15,-2 5 7-15,-11-5-6 16,-18 3 10-16,-4-14-5 16,-3-1 3-16,0-3-7 15,7-14 11-15,5 1-13 0,6-4-10 16,5 0-48-1,1 0-46-15,8-4-50 0,2-4-217 16,2 4-478-16</inkml:trace>
  <inkml:trace contextRef="#ctx0" brushRef="#br0" timeOffset="191500.55">21072 14013 1575 0,'0'0'357'0,"0"0"-130"0,0 0 27 16,0 0-124-16,-134 21-60 16,107 11-18-16,9 5 12 15,7-3 10-15,11-3-23 16,0-4-22-16,21-10-18 16,10-4-11-16,2-9 11 15,5-4-11-15,-5-3-31 16,-4-16-44-16,-6-8-27 15,-10-2 25-15,-5-2 43 16,-2 12 34-16,-4 1 107 0,-2 10 35 16,0 6-9-1,0 2-73-15,0 0-52 0,0 14-7 16,2 7 7-16,4 4-5 16,3-4 3-16,5 2 1 15,1-11-7-15,18-10-124 16,-1-2-174-16,-3 0-855 0</inkml:trace>
  <inkml:trace contextRef="#ctx0" brushRef="#br0" timeOffset="191898.04">21323 13672 1979 0,'0'0'390'15,"0"0"-256"-15,0 0 42 16,-6 119-38-16,6-44-36 0,11 3-6 15,2-1 10-15,0-15-63 16,-3-11-25-16,-1-14-4 16,-5-13-13-16,0-12 0 15,-2-12-1-15,2 0-16 16,0-4 10-16,4-19-9 16,5-6 15-16,6-3 0 15,7-4 0-15,8 3-1 16,3 12-32-16,4 8 16 15,-1 12 5-15,-4 1 5 16,-10 15 6-16,-5 17-11 16,-15 7 12-16,-6 1 0 15,0-4 9-15,-24-6-7 0,-8-6 46 16,-5-4-15 0,-2-8-3-16,1-5-14 0,3-2-4 15,6-5-11-15,4 0 5 16,8 0-6-16,7-8-19 15,10-12-46-15,10 4-120 16,9-3-628-16</inkml:trace>
  <inkml:trace contextRef="#ctx0" brushRef="#br0" timeOffset="192139.28">21983 13779 62 0,'0'0'2046'0,"0"0"-1735"15,0 0-106-15,0 0 84 16,-11 157-129-16,11-91-59 16,0-7-28-16,7-1-40 15,-1-14-28-15,1-7-5 16,2-6-63-16,14-11-110 15,-4-8-420-15,2-8-882 0</inkml:trace>
  <inkml:trace contextRef="#ctx0" brushRef="#br0" timeOffset="192438.29">22120 14091 1527 0,'0'0'237'0,"0"0"-129"15,0 0-8-15,118-30-62 16,-87 19-18-16,-9 4 75 16,-10-2 36-16,-8 4 5 15,-4-3 1-15,-2-2-69 16,-17 1-40-16,-7 1-27 16,-6 4 17-16,1 4 56 15,-2 4 10-15,0 23-30 16,6 7 7-16,6 7-4 15,10 5-14-15,9-1-25 0,2-6-12 16,16-7-6 0,16-11-9-16,7-9-19 0,32-12-61 15,-10 0-188-15,-6-7-472 0</inkml:trace>
  <inkml:trace contextRef="#ctx0" brushRef="#br0" timeOffset="192695.69">22828 13646 1605 0,'0'0'574'0,"0"0"-331"16,0 0-25-16,0 0 3 15,0 0-92-15,0 0-67 16,0 0-21-16,-37 120-34 16,37-104-7-16,8-5-40 15,3-11-171-15,1 0-465 16,-1 0-821-16</inkml:trace>
  <inkml:trace contextRef="#ctx0" brushRef="#br0" timeOffset="192806.14">22828 13646 1815 0,'60'54'277'16,"-78"-21"-47"-16,-3 13 113 0,2 9-198 16,-1 27-145-1,7-14 0-15,4-9-652 0</inkml:trace>
  <inkml:trace contextRef="#ctx0" brushRef="#br0" timeOffset="203796.31">3865 15976 1026 0,'0'0'203'0,"0"0"59"15,0 0 103-15,0 0-101 0,0 0-22 16,0 0-68 0,-84-79-64-16,61 73-36 0,-6-2-1 15,-2 4-44-15,-7 4-5 16,-7 0 4-16,-6 0-6 15,-2 8-1-15,-5 11-4 16,4 2-2-16,7-3-14 16,13-4 9-16,13-2-10 15,7-5 0-15,10-4-1 16,4-3 1-16,0 5-8 16,0-5 2-16,2 4 5 15,14 0 0-15,5 5 0 16,11 0 1-16,6 8 19 15,6 2-12-15,6 8-2 16,0 4-5-16,-2 8 0 0,-6 2 1 16,-4 8 0-16,-9 0 4 15,-9 1-4-15,-9 3 5 16,-6-4-5-16,-5 0-1 16,0-5 29-16,-10-2 11 15,-9-1 11-15,-4-6 16 16,-4-5-14-16,-2-8-2 15,-2-7 2-15,0-6-21 16,-2-4 7-16,-3-5-8 16,-2 0 4-16,-5-5-16 15,1-9-4-15,0 0-13 16,4-8 7-16,7 5 2 16,4-10-10-16,10 3 0 0,3-2 0 15,7-4-1-15,5 1-16 16,2 4-14-16,0-3-39 15,11 2-46-15,14-6 8 16,10 1-16-16,39-15-59 16,-5 9-162-16,-2 0-388 0</inkml:trace>
  <inkml:trace contextRef="#ctx0" brushRef="#br0" timeOffset="204163.75">4360 15738 1506 0,'0'0'494'15,"0"0"-332"-15,0 0 157 16,0 0-168-16,0 0-64 16,0 0-35-16,0 0 8 15,-118-3-20-15,87 31 20 16,-1 6-20-16,6 2-4 0,1 0 3 16,9-4-17-1,7-1-7-15,9-6-15 0,0-2 0 16,12-8-7-16,14-2 1 15,10-9-46-15,6-3-11 16,25-1-135-16,-9 0-388 16,-9 0-597-16</inkml:trace>
  <inkml:trace contextRef="#ctx0" brushRef="#br0" timeOffset="204452.07">4815 16102 1326 0,'0'0'750'0,"0"0"-646"15,0 0 15-15,0 0-2 16,0 0-50-16,0 0-61 16,138 18 2-16,-99-18 4 15,-4 4-12-15,-9 5-211 16,-10 0-123-16,-12-1-643 0</inkml:trace>
  <inkml:trace contextRef="#ctx0" brushRef="#br0" timeOffset="204609.5">4807 16455 1585 0,'0'0'204'16,"0"0"17"-16,0 0 94 15,0 0-172-15,0 0-66 16,0 0-38-16,143 0-39 16,-101-5-23-16,6 0-226 15,-15 1-260-15,-8-4-482 0</inkml:trace>
  <inkml:trace contextRef="#ctx0" brushRef="#br0" timeOffset="208025.44">5931 15430 1748 0,'0'0'283'0,"0"0"-221"16,0 0-4-16,0 0 35 15,0 0-53-15,0 108-27 16,0-85 0-16,5-5-13 15,8-9-31-15,-2-1-238 16,1-8-626-16</inkml:trace>
  <inkml:trace contextRef="#ctx0" brushRef="#br0" timeOffset="208161.39">6150 15488 1205 0,'0'0'849'0,"0"0"-741"16,0 0 31-16,0 0 62 15,-7 105-120-15,7-73-57 0,9 12-24 16,11-8-176 0,0-4-524-16</inkml:trace>
  <inkml:trace contextRef="#ctx0" brushRef="#br0" timeOffset="209758.54">7797 15825 103 0,'0'0'1161'0,"0"0"-880"16,0 0 15-16,0 0 58 16,0 0-163-16,0 0-64 15,-112-35-18-15,77 35-32 0,-5 0-12 16,1 17-19-1,6 5-13-15,4 4 0 0,12 0-26 16,10 2-7-16,7-1 1 16,5-8-1-16,19-1 0 15,10-1 10-15,1-9-10 16,-1-3-10-16,-5-5-32 16,-9 0-22-16,-11 0 41 15,-9 0 23-15,0 0 7 16,-19 0-7-16,-12 0 1 15,-9 9 0-15,-5 8 0 16,-1 6 5-16,1 5-5 16,3 8 18-16,9 4-19 15,10 4 1-15,12-4 1 16,11-4-1-16,0-1 1 0,23-7-1 16,12-11 1-16,12 2-1 15,9-7 4-15,4-9-5 16,31-1-133-16,-15-2-346 15,-11 0-257-15</inkml:trace>
  <inkml:trace contextRef="#ctx0" brushRef="#br0" timeOffset="209985.43">8086 15955 1942 0,'0'0'543'0,"0"0"-475"15,0 0 47-15,0 0 73 16,0 0-72-16,0 155-32 16,0-100-21-16,0-2-17 15,0-9-34-15,3-4-6 16,6-3-6-16,4-11-27 16,3-4-52-16,24-8-87 15,-4-11-199-15,1-3-412 0</inkml:trace>
  <inkml:trace contextRef="#ctx0" brushRef="#br0" timeOffset="210314.71">8827 16075 1480 0,'0'0'260'0,"0"0"-178"15,0 0 81-15,0 0-78 16,0 0 3-16,0 0-25 16,0 0 31-16,7 99-32 15,15-59 5-15,-5 0-7 16,-3 1 25-16,-7-4-28 16,-7 0 10-16,0-5-13 15,-7-6-4-15,-11-6-17 16,-1-5-12-16,-2-4-7 15,3-7-6-15,3-4 4 16,1 0-12-16,8 0 0 0,3-15-3 16,3-2-73-16,17-19-149 15,8 5-434-15,4-1-696 0</inkml:trace>
  <inkml:trace contextRef="#ctx0" brushRef="#br0" timeOffset="211095.13">9153 16200 1744 0,'0'0'313'0,"0"0"-224"15,0 0 215-15,-27 111-125 16,27-79-64-16,6 0-69 0,19-10-10 16,9-4-12-16,1-14-6 15,5-4-8-15,1 0-9 16,-6-22-1-16,-6-6-21 15,-4-7-4-15,-12-1-26 16,-7 0-3-16,-4 4 7 16,-2 6 29-16,0 1 7 15,-4 6 5-15,-5 4-92 16,5 8-132-16,2 5 53 16,2 2 2-16,0 0-344 15,2 0 244-15,11 9 265 16,3 0 10-16,1 5 117 15,6-8 79-15,4 2 18 0,4-8 2 16,11 0-8 0,5 0-56-16,2 0-84 0,-2-10-31 15,-14 3 26-15,-14 2-34 16,-17-1 32-16,-2 4 42 16,-19 2-15-16,-14 0-28 15,-2 0 7-15,1 13-34 16,5 8-2-16,7 11-19 15,13 8-12-15,9 0-2 16,0 5 1-16,20-5 0 16,11-4 1-16,7-10 0 15,2-12-2-15,-2-11-30 16,-7-3-31-16,-4-3 20 16,-7-20 35-16,-5-4 8 15,-1-4 10-15,-3-4 0 0,3-1 7 16,3-1-8-16,1-1-9 15,4 6-43-15,-2 4-191 16,1 10-23-16,-6 9 121 16,-3 9 82-16,-4 0 32 15,-1 15 22-15,1 7 70 16,2 0 85-16,3 0-9 16,5 1-36-16,7-10-46 15,13-3 0-15,8-6-20 16,12-4-17-16,2 0 39 15,-4-6-35-15,-16-12-17 16,-18-4-5-16,-15-4-9 16,-7-1-3-16,0 0 3 15,-17 1 1-15,-8 8-1 16,-2 6-17-16,-2 10-65 0,-17 2-196 16,5 6-313-16,8 6-816 15</inkml:trace>
  <inkml:trace contextRef="#ctx0" brushRef="#br0" timeOffset="211457.12">11419 15869 1874 0,'0'0'304'0,"0"0"-130"16,0 0 129-16,9 121-131 0,5-82-89 16,6-2-60-1,2-5-8-15,3-2-15 0,12-8-35 16,-6-7-210-16,-4-12-476 0</inkml:trace>
  <inkml:trace contextRef="#ctx0" brushRef="#br0" timeOffset="211763.14">11703 15927 1796 0,'0'0'246'15,"0"0"2"-15,0 0 107 16,26 121-178-16,-19-85-81 16,2 0-39-16,-5-6-23 15,-2-12-23-15,1-4-11 16,-1-14-11-16,2 0-16 0,4-10-16 15,0-20-27-15,5-2 26 16,5-8 25-16,7 4 19 16,4 2 0-16,4 7 30 15,3 9-1-15,-3 8 3 16,-2 10-8-16,-6 0-12 16,-4 18 6-16,-6 13-7 15,-5 1 17-15,2-2-22 16,-3 1-6-16,16-2-15 15,-3-7-142-15,5-8-609 0</inkml:trace>
  <inkml:trace contextRef="#ctx0" brushRef="#br0" timeOffset="212168.34">12487 15918 1847 0,'0'0'392'15,"0"0"-196"-15,0 0 46 16,-113 2-132-16,90 19-65 16,7 9-21-16,8 7 28 15,8 3-14-15,0-4-29 16,22-4 6-16,14-6-14 16,8-12 15-16,7-5-8 15,1-9 5-15,-6-5-13 0,-5-17-42 16,-10-10-22-1,-14-8 10-15,-7-10 21 0,-10-9 21 16,0 1 12-16,0 2 18 16,-12 10 51-16,6 16 24 15,-1 12 56-15,5 14-30 16,2 4-65-16,0 22-44 16,0 15 12-16,5 14 38 15,5 3-18-15,4 5-15 16,1-5-18-16,1-1-9 15,0-8-4-15,2-11-61 16,-1-6-90-16,12-24-89 16,-4-4-506-16,-5 0-762 0</inkml:trace>
  <inkml:trace contextRef="#ctx0" brushRef="#br0" timeOffset="212297.08">12884 16017 1996 0,'0'0'587'0,"0"0"-432"0,0 0-20 16,0 0-74-16,0 0-42 15,0 0-1-15,0 0-17 16,26 67-1-16,-3-53-130 16,-5-6-487-16,4-4-1165 0</inkml:trace>
  <inkml:trace contextRef="#ctx0" brushRef="#br0" timeOffset="212492.84">13332 15950 514 0,'0'0'1643'0,"0"0"-1369"16,0 0-68-16,0 0 44 15,0 0-126-15,-100 125-63 16,100-90-33-16,0-9-19 16,20-6-9-16,14-4-14 15,32-16-113-15,-6 0-405 16,-4-12-1062-16</inkml:trace>
  <inkml:trace contextRef="#ctx0" brushRef="#br0" timeOffset="212732.26">13622 16022 1722 0,'0'0'258'0,"0"0"-54"0,0 0 261 15,0 0-330-15,-18 116-75 16,63-98-28-16,13-9 5 15,2-9-22-15,-3 0 6 16,-12-11-14-16,-13-10 1 16,-14-6-8-16,-14 5-10 15,-4 0-8-15,0 4-12 16,-22 8-27-16,-12 5-4 16,-3 5-23-16,-19-3-125 15,6 3-170-15,10 0-802 0</inkml:trace>
  <inkml:trace contextRef="#ctx0" brushRef="#br0" timeOffset="213340.23">14948 15869 1932 0,'0'0'341'16,"0"0"-183"-16,0 0 85 16,-129 26-136-16,112 2-20 15,11 3-31-15,6-5-14 16,21-3-27-16,18-10-1 15,13-7-2-15,4-6 1 0,-5 0-13 16,-11-19-37 0,-11-6 10-16,-10-3-3 0,-13 5 24 15,-6 2 6-15,0 6 9 16,0 7 38-16,0 8 13 16,0 0-35-16,0 26-13 15,0 10 55-15,0 9-4 16,0 5-13-16,0 2-20 15,0-2-9-15,0-1-15 16,0-10-5-16,0-7-1 16,0-10 0-16,0-4-38 15,0-8-26-15,2-6-35 16,7-4-39-16,9 0-95 16,-1-18-448-16,-1-4-670 0</inkml:trace>
  <inkml:trace contextRef="#ctx0" brushRef="#br0" timeOffset="213552.25">15383 15797 1936 0,'0'0'306'16,"0"0"-205"-16,0 0 157 16,0 0-79-16,0 0-106 15,73 130-22-15,-61-100-32 16,-5-6-7-16,1-7-12 15,1-7 0-15,5-6-79 16,3-4-28-16,10-4-102 16,14-18-327-16,-6-1-110 0,-4 5-101 15</inkml:trace>
  <inkml:trace contextRef="#ctx0" brushRef="#br0" timeOffset="213782.56">15753 15891 500 0,'0'0'611'16,"0"0"-213"-16,0 0 143 15,0 0-392-15,0 0 35 16,0 0-40-16,0 0-42 15,89-75-3-15,-89 75-50 16,0 0-21-16,-16 0 32 16,-5 0-12-16,-6 20-6 15,0 1-6-15,4 9-15 16,10-2 2-16,9 2-22 16,4-4 4-16,7-2-4 15,17-7 19-15,10-7-8 16,1-6 0-16,5-4-12 0,3 0-51 15,1 0-58-15,25-13-67 16,-11 3-199-16,-7 2-902 0</inkml:trace>
  <inkml:trace contextRef="#ctx0" brushRef="#br0" timeOffset="214233.47">16343 15775 1555 0,'0'0'210'0,"0"0"-64"16,0 0 180-16,31 134-161 15,-31-98-59-15,0-8-31 16,0-7-37-16,0-12-8 16,0-9-22-16,0 0 11 15,0-22-13-15,8-9-4 16,5-13-1-16,7 0 12 0,5-2 33 15,8 11 50-15,3 7-22 16,1 12-35-16,-1 10 11 16,-5 6-19-16,-2 7-4 15,-8 22-18-15,-6 3 4 16,-1 2-2-16,-6-2-11 16,-1-6 0-16,15-2-64 15,-4-3-132-15,6-16-654 0</inkml:trace>
  <inkml:trace contextRef="#ctx0" brushRef="#br0" timeOffset="214480.58">16961 15779 1809 0,'0'0'359'0,"0"0"-117"0,0 0 90 15,-91 108-159-15,91-77-78 16,17-8-45-16,31-7 13 15,12-10-34-15,9-6-14 16,-3-8-5-16,-10-15-5 16,-13-12-5-16,-17 0-33 15,-12-2-24-15,-10 5-6 16,-4 2 2-16,0 12-38 16,-15 8-28-16,-34 10-47 15,4 0-118-15,-2 10-338 0</inkml:trace>
  <inkml:trace contextRef="#ctx0" brushRef="#br0" timeOffset="-214558.06">17942 15833 2045 0,'0'0'342'16,"0"0"-239"-16,118-8 35 16,-43-1-90-16,0-3-35 15,-13 1-5-15,-20-3-8 16,-22 2 0-16,-20 3 5 16,-8 0 30-16,-28 4 45 15,-7 5 11-15,3 0 7 16,5 5-45-16,10 16-17 15,13 6-16-15,12 1 4 0,4 2-14 16,27-10-9 0,15-4 2-16,12-8-3 0,40-8-84 15,-13 0-140-15,-5-16-496 0</inkml:trace>
  <inkml:trace contextRef="#ctx0" brushRef="#br0" timeOffset="-214300.93">18716 15663 1582 0,'0'0'480'0,"0"0"-297"15,0 0 14-15,0 0-29 0,0 0-48 16,0 0-6 0,138 130-25-16,-120-94-23 0,-12-3-17 15,-6-4-13-15,-2-2-18 16,-20-5-4-16,-7-8-5 15,-5-5-9-15,5-9 0 16,2 0-1-16,8-4-19 16,9-14-39-16,10 0-39 15,36-10-90-15,15 2-500 16,5 0-632-16</inkml:trace>
  <inkml:trace contextRef="#ctx0" brushRef="#br0" timeOffset="-214069.61">19624 15679 1993 0,'0'0'389'0,"0"0"-226"15,0 0 84-15,0 0-132 16,0 0-65-16,0 0-7 15,-8 114-22-15,35-91-15 16,8-10-6-16,12-1-29 16,29-10-141-16,-10-2-414 15,-10 0-612-15</inkml:trace>
  <inkml:trace contextRef="#ctx0" brushRef="#br0" timeOffset="-213604.25">19957 15669 1824 0,'0'0'328'0,"0"0"-186"16,0 0 159-16,0 0-128 16,0 0-53-16,0 0-38 15,89 106-7-15,-56-91-35 16,4-12-10-16,-6-3-30 16,-4 0 0-16,-6-16-42 15,-5-3-47-15,-5-8-23 16,-4 5 32-16,-5 0 61 15,-2 8 19-15,0 10 54 16,5 4 0-16,2 0-41 0,3 26-13 16,4 2 1-16,1 7 19 15,-3 0-19-15,-3-7 20 16,-3-6-9-16,-4-10-1 16,-2-8-11-16,0-4 9 15,0-8 6-15,0-18-9 16,0-9 1-16,0-6-6 15,14-5 9-15,6 6 17 16,2 6 4-16,3 10-22 16,-6 6 3-16,0 10 3 15,-3 8 21-15,-5 0-18 16,-5 1-12-16,1 15 12 16,-3 3-17-16,-4-7 7 15,0 2-8-15,0-4-8 0,0-2-43 16,3-4-27-16,6-2-90 15,-1-2-531-15,4 0-1106 0</inkml:trace>
  <inkml:trace contextRef="#ctx0" brushRef="#br0" timeOffset="-212859.55">20446 15441 1515 0,'0'0'379'15,"0"0"-89"-15,0 0-61 16,0 0-106-16,0 0 32 15,-8 111-42-15,8-67-2 16,0-3-51-16,0-13-18 16,0-6-26-16,0-9-5 15,0-8-1-15,0-5-4 0,0 0 27 16,0-22 12-16,0-14-24 16,0-10-20-16,-6-7 7 15,-7-1-8-15,-3 6 30 16,5 8 24-16,1 17 20 15,6 10 32-15,4 13-46 16,0 13-48-16,0 30-12 16,2 21 32-16,4 11-1 15,-2 5 5-15,-4-4-7 16,0-7-13-16,0-16-8 16,0-9-7-16,4-11-2 15,5-13-51-15,5-10-63 16,5-10-56-16,22-5-18 15,-6-13-153-15,-3-3-618 0</inkml:trace>
  <inkml:trace contextRef="#ctx0" brushRef="#br0" timeOffset="-212657.7">20666 15695 215 0,'0'0'1939'16,"0"0"-1569"-16,0 0-257 15,0 0 71-15,5 104-71 16,1-52-65-16,0-2-31 16,0-1-7-16,-2-9-9 15,-2-13-1-15,3-6-17 0,-1-11-111 16,12-10-223-16,-3 0-42 16,3-12-318-16</inkml:trace>
  <inkml:trace contextRef="#ctx0" brushRef="#br0" timeOffset="-212388.19">20760 15915 426 0,'0'0'887'0,"0"0"-550"16,0 0 3-16,-2-118 1 16,2 74-139-16,2 0-41 15,13 4-28-15,5 4-41 16,9 6-47-16,9 7-21 16,3 13-10-16,3 5-14 15,-4 5 20-15,-9 15-20 0,-9 20 0 16,-13 4-5-16,-9 2 5 15,0-1 0-15,-22-8 1 16,-7-2 13-16,-2-11-2 16,-2-10 8-16,2-1-19 15,6-8 12-15,5 0-12 16,7-4-1-16,8-9-5 16,5-6-44-16,20-8-118 15,11 6-448-15,4-1-441 0</inkml:trace>
  <inkml:trace contextRef="#ctx0" brushRef="#br0" timeOffset="-212041.19">21383 15575 1729 0,'0'0'396'15,"0"0"-170"-15,0 0 53 16,-113 76-148-16,99-50-59 15,12 2-21-15,2-2-25 16,12-8-2-16,19-9-23 16,11 0 14-16,2-9-15 15,-1 0-36-15,-7-14 10 16,-9-12-12-16,-10-6 5 16,-7 2 21-16,-6 2 12 15,-4 10 51-15,0 2 60 16,0 9 20-16,0 7-32 15,0 0-66-15,0 23-33 0,0 12 12 16,0 11 23 0,0-2-7-16,0-5-19 0,11-3-9 15,7-7-35-15,17-20-78 16,-3-4-120-16,-1-5-609 0</inkml:trace>
  <inkml:trace contextRef="#ctx0" brushRef="#br0" timeOffset="-211652.51">21796 15330 1659 0,'0'0'339'0,"0"0"-119"0,-2 106 133 16,2-38-144-16,9 3-82 16,5-5-33-16,-4-7-27 15,-5-18-32-15,-3-12-28 16,-2-9-7-16,0-17-20 15,0-3-11-15,0-3 16 16,0-20 15-16,0-6-4 16,14-4 4-16,10 1-9 15,10-3-21-15,6 12-20 16,6 4-68-16,-1 16-1 16,-5 3 13-16,-9 12 35 15,-13 16 25-15,-11 8 46 16,-7-5 4-16,-7 4 70 15,-20-9 60-15,-4-4-5 16,-4-8-31-16,-1-7-38 0,5-7-31 16,4 0-14-16,9-5-14 15,5-11-1-15,9 0-54 16,4-2-80-16,8-10-173 16,15 7-312-16,3-2-825 0</inkml:trace>
  <inkml:trace contextRef="#ctx0" brushRef="#br0" timeOffset="-211441.26">22253 15294 1588 0,'0'0'589'16,"0"0"-352"-16,0 0-90 0,0 0 59 15,65 130-54-15,-59-67-26 16,-6-2-20-16,0-4-43 15,0-8-39-15,-4-12-14 16,2-11-10-16,2-8-45 16,6-16-94-16,17-2-353 15,3 0-1211-15</inkml:trace>
  <inkml:trace contextRef="#ctx0" brushRef="#br0" timeOffset="-211142.33">22563 15543 935 0,'0'0'70'15,"0"0"-50"-15,0 0 67 0,124-35 62 16,-107 27 102-16,-13-2 74 16,-4 2-20-16,-2-1-150 15,-19-2-23-15,-6 7-24 16,-2 4-2-16,-2 0-12 15,-2 15 10-15,0 19-20 16,1 16 1-16,10 8 3 16,9 0-10-16,13-4-42 15,0-11-19-15,18-6-14 16,15-11-3-16,12-16-12 16,4-10-78-16,18-10-120 15,-11-21-427-15,-12-4-765 0</inkml:trace>
  <inkml:trace contextRef="#ctx0" brushRef="#br0" timeOffset="-210931.84">22928 15113 1891 0,'0'0'594'16,"0"0"-361"-16,0 0-80 15,0 0-31-15,0 0 10 16,0 0-45-16,16 132-50 16,-7-93-21-16,-3-3-16 0,6-8-66 15,-5-7-100 1,1-7-551-16</inkml:trace>
  <inkml:trace contextRef="#ctx0" brushRef="#br0" timeOffset="-210803.9">23053 15172 1431 0,'0'0'851'0,"0"0"-745"16,0 0 35-16,0 0-19 15,-11 130-122-15,18-84-306 16,2-11-784-16</inkml:trace>
  <inkml:trace contextRef="#ctx0" brushRef="#br0" timeOffset="-208654.92">19871 15516 327 0,'0'0'406'15,"0"0"-123"-15,0 0-75 16,0 0-104-16,0 0-76 16,0 0-3-16,0 0-2 15,0 0 1-15,0 0 10 0,0 0 14 16,0 0 7-16,0 0-5 16,0 0-5-16,-4 0 17 15,4 0 6-15,-2 0 15 16,0 0 15-16,2 0 2 15,-4 0-22-15,0 0-13 16,-5 0 14-16,-7 0-37 16,-4 0 14-16,-6 13-5 15,-6 5-26-15,-3 5-18 16,-4 3-7-16,-3 23-7 16,9-7-198-16,10-6-471 0</inkml:trace>
  <inkml:trace contextRef="#ctx0" brushRef="#br0" timeOffset="-121069.36">13136 3110 1083 0,'0'0'236'16,"0"0"-165"-16,0 0-12 16,0 0-8-16,0 0 19 15,0 0 48-15,4 34-13 16,7-30 24-16,1 0-41 16,1 3-25-16,3-4-27 0,8 1 4 15,9 1 16-15,10-5-4 16,3 3-12-16,8-1-33 15,-2 2 12-15,-1 0-19 16,0 0 7-16,0 0-7 16,5 0 6-16,2-4-5 15,11 0 6-15,10 0-6 16,5 0 0-16,7 0-1 16,0 0 1-16,-1 0-1 15,-3 0 2-15,-5 0 1 16,3 4 3-16,-3 1-6 15,5-4 1-15,0 1-1 16,0-2 7-16,-6 2-5 0,-10-2-4 16,-13 2 4-1,-12 0-2-15,-11 1 0 0,-14-3 6 16,-7 0 25-16,-8 0 65 16,-3 0-5-16,-1 0-12 15,-2 0 5-15,0 0-37 16,0 0-2-16,0 0-33 15,0 0 2-15,0 0-13 16,0 0-2-16,0 0-14 16,0 0-60-16,0 0-134 15,0 0-389-15</inkml:trace>
  <inkml:trace contextRef="#ctx0" brushRef="#br0" timeOffset="-119905.03">1979 4622 867 0,'0'0'297'16,"0"0"-142"-16,0 0 57 16,0 0-39-16,0 0-78 15,0 0-2-15,0 0-60 16,51-22 11-16,-22 14 10 15,9-2 3-15,4 0 11 16,12 0 7-16,8 3-38 16,29-2-9-16,34 2 16 15,27 6-24-15,-7 1 17 0,-29 0-24 16,-33 0 0-16,-27 5-12 16,6 4 0-16,3 1 0 15,-1-2 5-15,-12-3 0 16,-15 0-6-16,-8-5 22 15,-9 0 48-15,-4 0 19 16,-3 0-25-16,-1-8-18 16,-4 2-31-16,1-3-4 15,3 2-11-15,-4 0 0 16,3 2-20-16,1 5-135 16,-6 0-390-16,-2 0-569 0</inkml:trace>
  <inkml:trace contextRef="#ctx0" brushRef="#br0" timeOffset="-118583.18">22652 4229 593 0,'0'0'264'0,"0"0"-47"16,0 0-20-16,0 0-58 16,0 0-85-16,0 0 4 15,0 0-23-15,49 14 35 16,-13-7 11-16,13 2-6 15,9 2 4-15,15-4 19 16,28 0-44-16,31 5-28 0,32-5-5 16,6 1-21-1,-28-3 18-15,-39-4-17 0,-50 1 5 16,-14-2-6-16,-6 0 1 16,-6 2 1-16,-8-2-1 15,-9 0 14-15,-8 0 51 16,-2 0 47-16,0 0-59 15,0 0-22-15,0 0-32 16,0 7-67-16,0-4-209 16,2 1-551-16</inkml:trace>
  <inkml:trace contextRef="#ctx0" brushRef="#br0" timeOffset="-117575.95">19917 5206 421 0,'0'0'839'16,"0"0"-637"-16,0 0-12 0,0 0 43 16,0 0-61-16,0 0-91 15,0 0-19-15,83-5-6 16,-17 12-4-16,32 5 16 16,3-3-7-16,4 2-34 15,-3-2 0-15,-26-1-26 16,-3 2-2-16,-19-2-4 15,-21 3-29-15,-12-6-51 16,-13 4-98-16,-8-2-74 16,0 0-28-16,0-4-425 0</inkml:trace>
  <inkml:trace contextRef="#ctx0" brushRef="#br0" timeOffset="-116654.92">10508 7293 879 0,'0'0'291'16,"0"0"-81"-16,0 0-17 16,0 0-77-16,0 0-21 15,0 0 66-15,0 0 68 0,100 44-51 16,-28-39-57-16,12 2-26 15,12-2-43-15,9 2-14 16,0-1-32-16,-3-4 0 16,-8 0-6-16,-14 1-16 15,-11-3-45-15,-15 0-9 16,-12 0-36-16,-7 0-111 16,-12-7-70-16,-9 0-234 0</inkml:trace>
  <inkml:trace contextRef="#ctx0" brushRef="#br0" timeOffset="-80811.84">26919 3144 136 0,'0'0'190'15,"145"8"-132"-15,-76-4-58 0</inkml:trace>
  <inkml:trace contextRef="#ctx0" brushRef="#br0" timeOffset="-80728.23">28639 3333 192 0,'0'0'0'0</inkml:trace>
  <inkml:trace contextRef="#ctx0" brushRef="#br0" timeOffset="-80638.47">29792 3453 436 0,'0'0'111'16,"161"18"-82"-16,-84-8-13 15,-10-3-16-15,-4 4-63 0</inkml:trace>
  <inkml:trace contextRef="#ctx0" brushRef="#br0" timeOffset="-119589.32">32028 16052 562 0,'0'0'0'0</inkml:trace>
  <inkml:trace contextRef="#ctx0" brushRef="#br0" timeOffset="76978.47">22779 3122 179 0,'0'0'6'16,"0"0"-6"-16,0 0-7 16,-142 0 7-16,101 5-70 0</inkml:trace>
  <inkml:trace contextRef="#ctx0" brushRef="#br0" timeOffset="-156409.65">23931 14062 1232 0,'0'0'242'0,"0"0"-161"16,0 0 87-16,0 0-47 15,0 0-65-15,0 0 23 16,-17-1-22-16,17 1-19 16,0 0-20-16,0 0-12 15,0 0 5-15,0 0-5 16,0 0 10-16,0 0-14 15,0 1 14-15,0-1-4 16,-2 0 47-16,2 0-4 16,0 0-2-16,0 0-13 0,0 0 4 15,0 0-2 1,-2 0-21-16,2 0 12 0,0 0-32 16,-2 0 17-16,2 0-17 15,-4 0 8-15,4 0-2 16,0 0 24-16,0 0 5 15,0 0-12-15,0 0-8 16,0 0-10-16,0 0-7 16,0 0 2-16,0 0-1 15,0 0 0-15,0 0 10 16,0 0-9-16,0 0 7 16,0 0 5-16,0 0 0 0,0 0-13 15,0 0 5-15,0 0-6 16,0 2 2-16,0 3-2 15,0-5 1-15,4 0 0 16,6-7-5-16,9-17 5 16,4-8 0-16,9-7-48 15,11-19-40-15,-6 13-210 16,-8 6-202-16</inkml:trace>
  <inkml:trace contextRef="#ctx0" brushRef="#br0" timeOffset="106609.4">20715 15105 90 0,'0'0'0'0</inkml:trace>
  <inkml:trace contextRef="#ctx0" brushRef="#br0" timeOffset="180320.2">23063 13662 489 0,'0'0'102'0,"0"0"-100"16,0 0 8-16,0 0-10 16,0 0-34-16,0 0 34 15,10-47 71-15,-10 47 27 16,0 0 33-16,0 0 11 15,0 0 8-15,0 0-3 16,0 0-27-16,0 0-17 16,0 0 12-16,0 0-16 15,0 0-10-15,0 0-7 0,0 0-17 16,0 0 3-16,0 2 15 16,0-2-20-16,0 0-27 15,0 2-11-15,0-2-15 16,-2 0-1-16,2 0 6 15,0 0-6-15,0 0 4 16,0 0-7-16,0 0 15 16,0 0-5-16,9 0-4 15,0 0-11-15,2 0 7 16,-4-2-8-16,-3 2 1 16,-4 0 5-16,0 0 0 15,0 0-5-15,0 0 27 16,0 0-1-16,0 0-8 15,0 0-5-15,0 0-5 16,0 0-2-16,0 0 9 0,0 0-15 16,0 0 19-16,2-3-13 15,0 1-7-15,2-1 6 16,0 1-6-16,0 2-10 16,0 0 8-16,3 8-5 15,-3 13-5-15,-4 6 6 16,0 8 5-16,0 2 1 15,-11 2 1-15,-7-1 5 16,-3-4-5-16,0-2 0 16,-1-1-1-16,4-10-220 15,2-5-447-15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28:47.1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11442 7389 58 0,'0'0'0'0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12:15.0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3689 5189 821 0,'0'0'158'16,"0"0"101"-16,0 0 101 15,0 0-108-15,0 0-60 16,-116 35 7-16,109-35-66 16,2 0-3-16,3 0-18 15,0 1-2-15,0-1-34 16,2 0-17-16,0 0-15 15,0 0-14-15,0 0 9 16,6-5 9-16,26-17 3 16,15-13-38-16,17-7 4 0,17-10-11 15,10-9 6-15,24-17-11 16,31-18 1-16,36-21 10 16,19-13 9-16,2 4 24 15,2 4-23-15,-2 0 17 16,15-17-24-16,8-5 0 15,-8-1-7-15,-15 13 4 16,-27 21 7-16,-23 12 6 16,-32 24-1-16,-34 17-22 15,-23 14 40-15,-12 6-30 16,2-2 33-16,-4 0 7 0,0 4-2 16,-19 12-1-1,-13 10 17-15,-11 8-1 0,-5 1-20 16,0 5-15-16,-2 0-24 15,0 0-11-15,0 0 5 16,0 0-52-16,0 0-107 16,0 11-78-16,-17 45-33 15,-18 1-242-15,-11 2-1557 0</inkml:trace>
  <inkml:trace contextRef="#ctx0" brushRef="#br0" timeOffset="1005.68">3653 5314 530 0,'0'0'657'0,"0"0"-493"15,0 0 132-15,0 0-71 16,0 0-75-16,0 0 5 15,0 0-6-15,-20-30-30 16,20 25-13-16,0 1-13 16,0 3-8-16,0 1-13 15,0 0-2-15,0 0-40 16,0 0 1-16,0 0-16 16,0 0 15-16,0 0 6 15,5 5 1-15,8 4-2 16,3-1 1-16,3 3 15 0,8 2-24 15,4-1 31-15,10 2-25 16,7 3 2-16,10-5-7 16,9 3 0-16,14 1-7 15,21 6-4-15,32 10-5 16,26 21-3-16,12 12 24 16,-5 7-33-16,-4 2 27 15,-5-7-16-15,19-1-1 16,14 0-10-16,17 3 18 15,10-1 10-15,2 0 5 16,4-2-15-16,-10-2-17 16,-18 0 21-16,-18 3-22 15,-42-11 11-15,-35-6-10 16,-33-13 23-16,-16-4-11 0,-4-3-12 16,-3 0-2-16,-9-5 2 15,-16-10-2-15,-11-7 10 16,-7-6-8-16,-2-2 8 15,0 0 11-15,0 0-14 16,0 0-6-16,0-2-23 16,0-8-83-16,0 2-52 15,0 0-68-15,7 2-48 16,2 1-791-16</inkml:trace>
  <inkml:trace contextRef="#ctx0" brushRef="#br0" timeOffset="2266.65">8499 2421 1079 0,'0'0'293'16,"0"0"-113"-16,0 0 31 16,0 0-4-16,0 0-58 15,0 0-97-15,0 0-30 16,-4 0-15-16,4 0 35 16,17 0 43-16,10-21 0 0,9-9 4 15,11-10-3-15,13-10 5 16,29-27-34-16,42-29 11 15,46-38 26-15,26-18-5 16,17-2-18-16,3 9-8 16,-7 20-13-16,-6 11-8 15,-22 12-6-15,-44 27-12 16,-39 24 8-16,-36 16-31 16,-15 12 9-16,-6-4-9 15,-5 3 14-15,-7 1 0 16,-18 13 30-16,-10 9 25 15,-5 4 1-15,-3 3-7 0,0 4-53 16,0 0 5 0,0 0-16-16,2 0-13 15,-2 0-59-15,0 0-41 0,0 9-80 16,-15 9-58-16,-10 6-469 16</inkml:trace>
  <inkml:trace contextRef="#ctx0" brushRef="#br0" timeOffset="3107.86">8742 2421 709 0,'0'0'885'16,"0"0"-636"-16,0 0-45 16,0 0-84-16,0 0-24 15,0 0-56-15,0 0-31 16,-11 0 10-16,11 5 23 0,0 1 65 15,16 0-3-15,8 4 13 16,12 2-33-16,13 2-6 16,18 0-17-16,16 0-18 15,32 7 5-15,34 7-30 16,39 13 14-16,8 12-31 16,-13 7 12-16,-19 4-4 15,-14-3 10-15,-3-6-10 16,0-5 3-16,-26-13 54 15,-32-12-37-15,-33-4-14 16,-23-7-8-16,-6 0-1 16,-8-5-6-16,-5 0 8 15,-7-6-1-15,-7-3 74 0,0 0 15 16,0-1-12-16,0-10-26 16,4-5-50-16,0 2 1 15,2 3-8-15,-2 1-2 16,0 3-7-16,-2 6-12 15,3-1-31-15,-1 2-36 16,6 0-32-16,3 2-48 16,0 9-111-16,-6 3-897 0</inkml:trace>
  <inkml:trace contextRef="#ctx0" brushRef="#br0" timeOffset="4083.25">9008 6846 80 0,'0'0'849'0,"0"0"-541"16,0 0-93-16,0 0-83 15,0 0-62-15,0 0-26 16,0 0-31-16,-2 0 22 15,2 0 23-15,0 0-7 16,-3 1 17-16,3-1 20 16,0 0 32-16,0 0-24 15,7 0 25-15,24-15-13 16,23-15-18-16,39-20-32 16,55-31 21-16,60-29 19 15,27-14-22-15,-7 3-16 16,-33 19-42-16,-47 24 20 15,-35 20-37-15,-31 14 8 0,-19 12-9 16,-12 4 6-16,5-7-5 16,4 1 19-16,0-2 13 15,-18 9 14-15,-15 8-2 16,-11 7-34-16,-11 8 29 16,-3 2-31-16,-2 2 0 15,0 0-9-15,0 0-15 16,0 0-57-16,0 0-57 15,-7 23-152-15,-15 3-287 16,-14 3-752-16</inkml:trace>
  <inkml:trace contextRef="#ctx0" brushRef="#br0" timeOffset="4795.85">9103 7064 952 0,'0'0'153'15,"0"0"-104"-15,0 0-24 16,0 0 76-16,0 0 91 15,0 0-5-15,0 0-45 16,-2-40-34-16,2 38 10 16,0-2-22-16,0-3 34 15,0 2-10-15,0-1-3 16,0 2-44-16,0 2-8 16,0 0-6-16,0 2-16 0,0 0 10 15,0 0-44-15,0 0 3 16,13 0-10-16,16 7 25 15,9 8 10-15,16 9 8 16,14 15-21-16,29 18 7 16,34 24 2-16,44 15-7 15,20 6 14-15,13-8-21 16,4-9 8-16,-7-11-6 16,7-2 30-16,-5 0-36 15,-18 0 2-15,-20 0 14 16,-37-9-19-16,-34-11 20 15,-31-14-31-15,-16-6 16 16,-6 2-17-16,-5-2 0 0,-6-4-8 16,-19-9 8-1,-11-10 1-15,-4-7 6 0,0-2 17 16,-4 0-3-16,-11-6-21 16,-1-11-26-16,7-20-86 15,3 5-117-15,1 2-547 0</inkml:trace>
  <inkml:trace contextRef="#ctx0" brushRef="#br0" timeOffset="38165.48">7768 2300 1437 0,'0'0'377'0,"0"0"6"15,0 0-78-15,0 0-99 16,0 0-49-16,0 0-29 0,0-51-20 15,-2 49-6 1,-2 2-14-16,2 0-36 0,-1 0-10 16,3 19-42-16,0 13 1 15,0 10 16-15,0 12 13 16,0 4-9-16,5 4 4 16,-1-2 7-16,3 2-14 15,-1-1 1-15,-2 3-17 16,4 0 10-16,-8-1-3 15,0-2 0-15,0-4-9 16,0-11 1-16,0-8-1 16,0-15 1-16,0-6-1 15,0-11-32-15,0-6-10 0,0 0-33 16,0 0-35-16,0 0-46 16,0-14-61-16,0-2-332 15,0 0-404-15</inkml:trace>
  <inkml:trace contextRef="#ctx0" brushRef="#br0" timeOffset="38465.28">7538 3122 1069 0,'0'0'159'16,"0"0"2"-16,0 0 58 0,0 0-29 16,0 0 28-16,0 0-8 15,0 0-16-15,139 8-48 16,-97-18-49-16,5 0-47 16,-3 4-26-16,-1 0-15 15,1 2-9-15,1-2-5 16,2-2-76-16,2-3-30 15,-1-3-50-15,8-9-143 16,-11 0-263-16,-11 3-700 0</inkml:trace>
  <inkml:trace contextRef="#ctx0" brushRef="#br0" timeOffset="38894.89">7289 2326 578 0,'0'0'797'15,"0"0"-547"-15,0 0-54 16,0 0 63-16,0 0-14 15,114 0-58-15,-50-4-44 16,7-18-15-16,5-5-28 16,2-2-49-16,-4 0-33 15,-5 5-18-15,-5 9-9 16,15 12-109-16,-17 3-411 0,-16 0-985 16</inkml:trace>
  <inkml:trace contextRef="#ctx0" brushRef="#br0" timeOffset="39659.91">8020 6474 684 0,'0'0'1443'0,"0"0"-1280"0,0 0 133 16,0 0-62-16,0 0-116 16,0 0-84-16,0 0-26 15,-31 34 23-15,35 23 39 16,8 9-7-16,1 6-30 15,1-4-1-15,-1-3-20 16,-3-9-2-16,2-8-10 16,-1-6 6-16,-5-10-6 15,2-4-21-15,-2-6-42 16,-1-2-39-16,1-5-48 0,-4-6-105 16,-2-2-236-1,0-4-108-15</inkml:trace>
  <inkml:trace contextRef="#ctx0" brushRef="#br0" timeOffset="39968.36">7762 7299 1363 0,'0'0'195'16,"0"0"-1"-16,0 0 62 0,0 0-107 15,135 0-79-15,-77 0-45 16,2-6-1-16,-1 2 8 16,-6-3 17-16,-2 2-6 15,-6-2-21-15,-3-2-16 16,-7-2-6-16,-6-1-10 15,-2-4-163-15,0-6-140 16,-6 3-293-16,-8 1-657 0</inkml:trace>
  <inkml:trace contextRef="#ctx0" brushRef="#br0" timeOffset="40306.51">7514 6503 1428 0,'0'0'346'0,"0"0"-121"0,0 0 116 15,0 0-160 1,178 4-47-16,-100-4-40 0,5-2-24 16,-5-6-37-16,-6-1-33 15,11-3-3-15,-15 3-139 16,-15-1-536-16</inkml:trace>
  <inkml:trace contextRef="#ctx0" brushRef="#br0" timeOffset="40672.51">8593 6168 1463 0,'0'0'214'15,"0"0"38"-15,0 0 27 16,0 0-126-16,-129-11-52 15,98 30 9-15,2 8-28 16,6 4 5-16,12 5 1 16,11-2-27-16,0-4-27 15,22-6-14-15,16-8 7 0,9-6-14 16,4-5-2-16,1-5-11 16,-4 0-9-16,19-17-96 15,-15-2-187-15,-9-4-673 16</inkml:trace>
  <inkml:trace contextRef="#ctx0" brushRef="#br0" timeOffset="45339.66">11990 141 885 0,'0'0'283'0,"0"0"-19"16,0 0-45-16,0 0-70 16,0 0-23-16,0 0-38 15,-80-9-4-15,64 9-15 0,-4 0 11 16,-5 0-2-1,-2 8-7-15,-1 2-4 0,-1 2-12 16,-2 0 4-16,2 2-10 16,0 0-13-16,0 0-22 15,4 3-5-15,3 1-8 16,-1 1 9-16,6 3-9 16,1 6 0-16,5 1 0 15,5 0 0-15,4 0 10 16,2-5-10-16,0-4-1 15,0-4 1-15,2-4 5 16,4-3-5-16,1-2 6 16,-1 0-6-16,-1-4 1 15,2 1-1-15,-1-2 0 0,1-2-2 16,5 0-16-16,1 0 17 16,3 0 13-16,3 0 2 15,4 0 3-15,-1-4-12 16,0-1-5-16,0-2 0 15,1 2 8-15,2-2-8 16,-2 3-1-16,2 1 0 16,0 0 2-16,2 3-1 15,-1 0-1-15,3 0 0 16,-4 8-14-16,1 6 6 16,-1 4 8-16,-1 3 11 15,-1 0-11-15,-4 4 0 16,-2-2 1-16,-5 4-1 0,-4-2 1 15,-6 0 5 1,-2-2-6-16,0-2 2 0,-2-1 9 16,-10-3-11-16,-3 2 15 15,-3-3-6-15,-2 0 3 16,0-2 3-16,-5-4 10 16,1-2-4-16,-5-4-6 15,-5-4-6-15,-1 0-9 16,-5 0 6-16,-3 0-6 15,1 0-37-15,-10 0-127 16,13 3-297-16,3-3-602 0</inkml:trace>
  <inkml:trace contextRef="#ctx0" brushRef="#br0" timeOffset="46580.04">11907 2668 1154 0,'0'0'481'0,"0"0"-260"16,0 0-4-16,0 0-91 15,0 0-65-15,0 0-5 16,0 0-1-16,-102 0-9 0,84 3-8 16,-1 6 8-1,-6-2-25-15,0 3-9 0,-2 4-6 16,-2 4 0-16,2 0-6 15,6 2 0-15,3 0 10 16,9 0-10-16,5-2 0 16,4-1-4-16,0-4 4 15,0-3 0-15,10 0 0 16,6-4-6-16,4-2-3 16,7 0 9-16,6-2 22 15,7 0-7-15,3 0-9 16,3 3-6-16,-3 2 1 15,-3 5 3-15,-2 7-4 16,-7 2-1-16,0 8-9 0,-4 3 10 16,-3 5 15-16,-5 2-15 15,-8 3 9-15,-7 0-8 16,-4-2 7-16,-2-2 6 16,-17-2 37-16,0-6 13 15,-4-4 11-15,1-5-2 16,3-5-19-16,-2-3-14 15,-1-3-28-15,-5 1 5 16,-7-2-17-16,-1 0 20 16,-5-3 14-16,-1-4 11 15,6-2-3-15,1 0-26 16,8 0 2-16,6-2-16 16,6-11 1-16,6-1-3 0,1-6-15 15,7-1-59-15,0-9-48 16,0-3-50-16,36-21-133 15,-3 11-264-15,0 0-315 0</inkml:trace>
  <inkml:trace contextRef="#ctx0" brushRef="#br0" timeOffset="47007.64">12526 2493 689 0,'0'0'352'16,"0"0"-114"-16,0 0-77 15,0 0-26-15,0 0-26 16,0 0 87-16,0 0 81 16,-14-12-37-16,-2 12-87 15,0 0-63-15,-1 0-14 16,-5 0 0-16,-1 0-10 16,-4 3-27-16,-2 11-3 15,0 4-21-15,2 5-3 0,4 1-12 16,6 3 6-16,9 2-6 15,8-3-6-15,0 0-3 16,6-3-9-16,17-2-24 16,4-5-10-16,6-7-12 15,23-6-43-15,-10-3-205 16,-1 0-514-16</inkml:trace>
  <inkml:trace contextRef="#ctx0" brushRef="#br0" timeOffset="48298.21">12208 5482 517 0,'0'0'553'16,"0"0"-258"-16,0 0-13 15,0 0-88-15,0 0-55 16,0 0-10-16,0 0-53 15,-66-8-3-15,45 8-12 16,0 0-8-16,-4 10-17 16,0 2-14-16,-4 6 3 15,0 5 10-15,-4 4 2 16,0 4-22-16,4 1 16 0,2-2-21 16,6-2 10-16,11-6-19 15,5-5 6-15,5-3-7 16,0-3 0-16,0-3 0 15,11 0-1-15,3-3 0 16,1 0-19-16,5-3 20 16,3-2 9-16,1 0 15 15,5 0-23-15,2 0 9 16,2-7-1-16,4 2-8 16,3 1 5-16,-1 1-5 15,2 3 4-15,-1 0-5 16,0 0 0-16,-5 9-6 15,0 8 6-15,-7 10-18 16,-6 4 18-16,-1 1 12 0,-8 1-12 16,-2 4 8-16,-6-3-7 15,-3-5-1-15,-2 2 7 16,0-7-1-16,-11 0-5 16,-7-6 10-16,-5-2 8 15,-2-4 6-15,0-4 7 16,-4-3-20-16,-3-5 14 15,-6 0-17-15,-2 0 20 16,-5 0-7-16,-1 0-1 16,0-9 1-16,7 1-4 15,5-4-9-15,7-3-7 16,10-2 2-16,5-3-4 0,8-5-24 16,4 2-94-16,0-5-108 15,2 6-349-15,10 3-626 0</inkml:trace>
  <inkml:trace contextRef="#ctx0" brushRef="#br0" timeOffset="49311.93">12543 7899 975 0,'0'0'330'0,"0"0"-73"15,0 0 12-15,0 0-125 16,0 0-61-16,0 0-31 16,-127 17-12-16,104-2-2 15,4 7 6-15,-1 4-8 16,1 6-4-16,6 2-7 15,3-1-24-15,6-4 11 16,4-5-11-16,0-4 8 16,10-1-9-16,9-7-6 15,6 0 6-15,2-3 28 16,6 2-10-16,5 3-17 16,1-2 10-16,3 1-10 0,1 4-1 15,-4 1 0 1,-3 4 9-16,-3 4-9 0,-8 3-2 15,-5 6 2-15,-9 1 1 16,-2 2 11-16,-7-4-10 16,-2-2 23-16,0-3-13 15,0-6 3-15,0 0-2 16,-2-3 21-16,-9-3 30 16,-5-1 11-16,-4 1-10 15,-4-6-7-15,-3 0 5 16,-2-1-24-16,-5-5-6 15,-3-3-5-15,-2-2 1 16,-1 0-14-16,3 0 4 16,1-7 1-16,7-10-10 15,2-2 2-15,7-1-11 0,5-1 3 16,1 1-4-16,5 3 0 16,3 0-12-16,4 1-13 15,2-2-62-15,6-16-110 16,19 4-353-16,2 0-495 0</inkml:trace>
  <inkml:trace contextRef="#ctx0" brushRef="#br0" timeOffset="49830.35">13245 7471 818 0,'0'0'525'0,"0"0"-240"0,0 0 25 16,0 0-83-16,0 0-76 15,0 0-46-15,0 0-35 16,-60-10-19-16,40 10-14 15,-5 0-6-15,1 10 8 16,-1 7-24-16,6 1-5 16,0 5-8-16,6 5 8 15,4 5-9-15,9-3 0 16,0 0-1-16,2-2 0 16,21-6 0-16,3-7-14 15,8-4 14-15,3-9 11 16,6-2-11-16,-1 0-15 15,10-8-136-15,-14-2-334 0,-9 0-686 0</inkml:trace>
  <inkml:trace contextRef="#ctx0" brushRef="#br0" timeOffset="-194735.98">17126 882 1945 0,'0'0'540'15,"0"0"-271"-15,0 0-112 16,0 0-55-16,-7 114 44 16,7-23-33-16,7-3-19 15,-3 6-21-15,4-2-26 16,-2-18-10-16,1 9-36 15,3-13 16-15,0-10-17 16,3-10 0-16,-2-14-16 0,3-14-50 16,-4-10-71-1,4-12-39-15,-7-32 0 0,-3-12-374 16,-4-6-813-16</inkml:trace>
  <inkml:trace contextRef="#ctx0" brushRef="#br0" timeOffset="-194452.92">17015 1074 1510 0,'0'0'250'16,"0"0"-49"-16,9-119 77 15,26 67-92-15,13 7-48 16,9 6-30-16,1 16-5 16,-5 15-33-16,-3 8-37 15,-10 17 1-15,-9 18-10 16,-13 13 30-16,-12 6 1 0,-6 0 9 15,-10-2-4-15,-22-3-4 16,-6-7-20-16,-2-8-15 16,2-8-7-16,7-8-13 15,9-9 7-15,8-6-8 16,9-3-33-16,5 0-49 16,0-16-62-16,34-17-95 15,4 6-558-15,0-2-339 0</inkml:trace>
  <inkml:trace contextRef="#ctx0" brushRef="#br0" timeOffset="-194189.3">17977 722 1162 0,'0'0'1032'16,"0"0"-817"-16,0 0 27 15,0 0-78-15,-126 94-55 16,107-38-5-16,6 7-22 16,7 4 5-16,6-3-33 15,0-6-24-15,13-5-23 16,14-11-7-16,4-12-6 16,4-8-3-16,2-12-48 15,5-7-36-15,29-3-66 0,-9-17-392 16,-8-3-584-16</inkml:trace>
  <inkml:trace contextRef="#ctx0" brushRef="#br0" timeOffset="-193776.44">18604 814 1876 0,'0'0'388'16,"0"0"-118"-16,0 0-77 16,-131 0-54-16,106 14-69 15,7 6-17-15,14 2-16 16,4 2-9-16,0 3-11 0,27-1-7 16,6-1 10-16,5-1-19 15,2 5 18-15,-2-3-17 16,-5 4-1-16,-6-2 5 15,-4-1-5-15,-10-3 1 16,-9-1 4-16,-4-5 3 16,-2 0 16-16,-23-4 56 15,-4-4 3-15,-6-1-14 16,1-4-17-16,1-5-31 16,6 0-10-16,2 0-6 15,8 0-6-15,1-2-16 16,5-1-23-16,5 0-44 15,6 1-26-15,0-2-48 0,37-6-108 16,3 0-582 0,5-2-741-16</inkml:trace>
  <inkml:trace contextRef="#ctx0" brushRef="#br0" timeOffset="-193511.77">19107 778 907 0,'0'0'1240'0,"0"0"-910"0,0 0-95 16,0 0-63 0,0 0 28-16,-26 112-65 0,21-58-20 15,-1-2-36-15,4-4-41 16,2-4-25-16,0-5-12 15,0-9-1-15,0-7-66 16,6-4-51-16,25-13-64 16,-2-6-103-16,0 0-666 0</inkml:trace>
  <inkml:trace contextRef="#ctx0" brushRef="#br0" timeOffset="-193122.98">19612 836 2114 0,'0'0'345'15,"0"0"-126"-15,0 0-55 16,0 0-105-16,0 0-29 16,0 0 12-16,29 136 3 15,-21-90-22-15,0 0-15 16,-4-8-3-16,-2-5-5 15,-2-8 0-15,0-5-32 16,-2-3-15-16,-16-5-38 16,-5-2-6-16,-1-3 10 15,2 2 35-15,-1-3 31 16,5-2 15-16,7-2 1 16,5-2-1-16,4 0 46 0,2 0 4 15,0 0 12-15,15 0-45 16,14 0 48-16,6-2-14 15,6-8-21-15,3 1-18 16,-1-4-10-16,-1 3-2 16,0-4-32-16,3-7-163 15,-9 6-451-15,-9-3-600 0</inkml:trace>
  <inkml:trace contextRef="#ctx0" brushRef="#br0" timeOffset="-192925.85">19487 856 221 0,'0'0'1466'16,"0"0"-972"-16,0 0-241 16,0 0-63-16,0 0-72 15,0 0-62-15,156-8-38 16,-85 2-18-16,-13 2-91 15,-11 0-699-15</inkml:trace>
  <inkml:trace contextRef="#ctx0" brushRef="#br0" timeOffset="-192681.25">20149 621 1371 0,'0'0'322'15,"0"0"48"-15,0 0-85 16,62 119-78-16,-55-66-46 16,-7 5-56-16,0-3-54 15,0-5-33-15,0-5-18 16,0-4-90-16,4-10-182 15,8-12-542-15</inkml:trace>
  <inkml:trace contextRef="#ctx0" brushRef="#br0" timeOffset="-192437.81">20554 860 1657 0,'0'0'566'0,"0"0"-379"16,0 0-19-16,0 0-88 16,0 0-51-16,135-41-14 0,-100 36-15 15,-1 5-61-15,-12 0-434 16,-11 0-473-16</inkml:trace>
  <inkml:trace contextRef="#ctx0" brushRef="#br0" timeOffset="-192319.05">20691 1013 1476 0,'0'0'290'16,"0"0"-39"-16,0 0-56 15,0 0-173-15,133 0-22 16,-95 0-657-16</inkml:trace>
  <inkml:trace contextRef="#ctx0" brushRef="#br0" timeOffset="-173544.97">18631 1798 861 0,'0'0'376'16,"0"0"-105"-16,0 0 14 15,0 0-37-15,0 0-51 0,0 0-41 16,-6-2-14-16,6 2-38 15,0 0-28-15,-4 0-23 16,4 0-6-16,0 0-5 16,-2 0-15-16,2 0 7 15,0 0-20-15,0 0 8 16,0 6-10-16,0 6-3 16,0 9-8-16,0 13 32 15,0 11 7-15,6 12-10 16,-6 3 3-16,2 4-21 15,-2-4 6-15,0-3-12 16,0-8 3-16,0-5-8 16,0-7-1-16,0-7 0 0,0-8 1 15,0-10 8-15,0-4-8 16,0-6-1-16,0-2 1 16,0 0 9-16,0-2-10 15,0-16-57-15,0-8-37 16,4-8-75-16,-2-31-161 15,0 11-302-15,1 4-347 0</inkml:trace>
  <inkml:trace contextRef="#ctx0" brushRef="#br0" timeOffset="-173155.01">18602 1851 985 0,'0'0'288'0,"0"0"-65"16,0 0 19-16,0 0-42 15,0 0-22-15,0 0-7 0,0 0-32 16,-4-67-56-16,-4 67-31 16,-3 14-4-16,-4 11 4 15,-5 4 12-15,-5 5 2 16,3 3-14-16,4-7-11 16,5-7 0-16,4-6-15 15,7-11-13-15,2-6-4 16,0 0-8-16,13-18 17 15,14-14-4-15,6-8-5 16,0-2-9-16,2 1 2 0,-10 11-2 16,-4 11 1-16,-7 8-1 15,-6 8 0-15,-3 3 0 16,-3 0-7-16,2 1 7 16,-2 15-5-16,0 2 5 15,-2 7 8-15,3-1-7 16,0 0-1-16,3 0-21 15,3-2-117-15,9 12-355 16,-1-6-38-16,-3 0-800 0</inkml:trace>
  <inkml:trace contextRef="#ctx0" brushRef="#br0" timeOffset="-172674.23">18698 2799 1164 0,'0'0'734'0,"0"0"-463"0,0 0-10 16,0 0-40 0,0 0-81-16,0 0-54 0,-123-15-28 15,98 15-16-15,-1 12-15 16,-1 15-5-16,7 9-16 15,2 5 8-15,9 3-12 16,9-4-1-16,0-4 8 16,5-6-9-16,19-8 0 15,5-7 1-15,7-12 7 16,-1-3-7-16,1 0 7 16,-3-2-7-16,-4-12-1 15,-4-3 0-15,-2-1-57 16,-6-1-25-16,10-13-102 15,-5 6-335-15,-1-1-609 0</inkml:trace>
  <inkml:trace contextRef="#ctx0" brushRef="#br0" timeOffset="-171361.79">18878 2875 1300 0,'0'0'375'0,"0"0"-229"16,0 0-61-16,0 0 61 16,7 114 10-16,11-80-42 0,1-5-27 15,4-9-33-15,2-8-26 16,-1-9-9-16,-2-3-1 15,-2 0-6-15,1-23 7 16,-8-3-10-16,-7-8-8 16,-4 0 12-16,-2-2-12 15,0 5 15-15,0 7-16 16,-4 10 24-16,4 11 9 16,0 3-26-16,0 6-7 15,14 17 0-15,9 9 2 16,-2 1-1-16,4 0 6 15,0-6-7-15,-5-5 6 16,-5-5-6-16,-4-10 0 0,-8-7 0 16,-3 0 0-1,0-5 0-15,0-14-4 0,-8-12-28 16,-4-1 19-16,0-4 13 16,3 2 0-16,5 4 1 15,4 10 5-15,0 7-4 16,0 6 5-16,4 7-5 15,8 0 7-15,3 0 4 16,-1 0 4-16,-1 4-16 16,-2 2 0-16,-2-4-1 15,0 0 0-15,2-2-114 16,0 0-397-16,-4 0-521 0</inkml:trace>
  <inkml:trace contextRef="#ctx0" brushRef="#br0" timeOffset="-171057.65">19119 2619 1365 0,'0'0'286'15,"0"0"-31"-15,0 0 16 16,0 0-172-16,0 0-38 16,0 0 154-16,65 119-8 0,-47-61-59 15,-3 3-45-15,-6-6-55 16,2-9-27-16,-2-15-20 16,2-6-1-16,1-9-27 15,1-12-73-15,11-4-79 16,1-18-347-16,-6-9-608 0</inkml:trace>
  <inkml:trace contextRef="#ctx0" brushRef="#br0" timeOffset="-170685.05">19460 2839 1273 0,'0'0'534'16,"0"0"-300"-16,0 0 87 15,14 131-89-15,-5-89-107 0,1 1-58 16,4-10-37-1,-1-8-7-15,0-4-23 0,-1-9 0 16,-3-6-29-16,-5-6-47 16,-2 0-1-16,-2-18-45 15,0-10-49-15,0-6 85 16,-4-3 74-16,-1-1 12 16,5 0 42-16,0 6 26 15,0 3-24-15,19 6-16 16,4 10 19-16,4 6-13 15,0 7-3-15,-2 2 31 16,-5 20 16-16,-7 2-15 16,-6 4-8-16,-7-1-18 15,0 0-13-15,-13-3-8 0,-10-3-8 16,-4-8-2-16,2-6 3 16,4-7-9-16,3 0-48 15,5-12-56-15,13-27-78 16,0 3-304-16,11 3-500 0</inkml:trace>
  <inkml:trace contextRef="#ctx0" brushRef="#br0" timeOffset="-170346.6">19859 2784 864 0,'0'0'1034'16,"0"0"-742"-16,0 0-36 0,0 0-112 15,-78 123-63-15,78-92-37 16,13-6-21-16,16-8-11 16,9-9 4-16,1-8-11 15,-4 0-5-15,-4-16-16 16,-6-7-10-16,-12-3-4 16,-7 3 30-16,-6 2 0 15,0 5 30-15,0 7 91 16,-2 6 42-16,0 3-30 15,0 0-74-15,2 0-53 16,0 0-6-16,0 8-9 16,0 2 9-16,4-2-6 15,7-6 0-15,3-2-57 0,4 0-49 16,2-40-110 0,-2 2-482-16,-7 0-448 0</inkml:trace>
  <inkml:trace contextRef="#ctx0" brushRef="#br0" timeOffset="-170008.75">20039 2564 1631 0,'0'0'625'16,"0"0"-471"-16,0 0-81 16,0 0 129-16,29 107-26 15,-8-55-98-15,0 0-32 16,0-6-13-16,-3-8-10 16,-5-9-23-16,-1-12 0 15,-6-8-7-15,-4-9-40 0,-2 0 19 16,0-21 7-16,0-9-6 15,5-2 6 1,3-3 21-16,8 8-2 0,4 3 2 16,5 12 2-16,-1 8 7 15,3 4-8-15,0 9 7 16,-8 16 4-16,-5 8-2 16,-9 1 20-16,-5-1-12 15,0-1 6-15,-9-4-3 16,-11-5-4-16,-3-7-3 15,4-6-3-15,-2-8-1 16,8-2-10-16,4 0-18 16,9-26-71-16,0-5-201 15,0-3-578-15</inkml:trace>
  <inkml:trace contextRef="#ctx0" brushRef="#br0" timeOffset="-169648.93">20486 2382 1162 0,'0'0'1151'16,"0"0"-847"-16,0 0-222 15,0 0 40-15,39 131 20 16,-16-68-76-16,0 2-32 16,-4-9-4-16,1-8-21 15,1-12-8-15,-2-14-1 16,6-15-11-16,2-7-5 15,8-11-17-15,3-19-22 0,0-4 31 16,-11 4 6-16,-9 5-9 16,-14 12 10-16,-4 9 17 15,-2 4 11-15,-18 4 19 16,0 21-12-16,2 8 5 16,7 6-7-16,9 4-2 15,2-8-13-15,13-2 0 16,18-13 6-16,4-12-7 15,2-8-4-15,-2 0-25 16,5-30-55-16,-9-1-180 16,-8 2-579-16</inkml:trace>
  <inkml:trace contextRef="#ctx0" brushRef="#br0" timeOffset="-169160.09">20174 1398 1650 0,'0'0'553'15,"0"0"-460"-15,0 0 13 0,0 0 73 16,11 157-34 0,-3-96-39-16,2-4-36 0,3-10-30 15,0-9-39-15,3-9 7 16,-1-10-8-16,-3-6-59 15,-12-13-158-15,0 0-310 16,0 0-258-16</inkml:trace>
  <inkml:trace contextRef="#ctx0" brushRef="#br0" timeOffset="-168951.87">20160 1729 1564 0,'0'0'365'16,"0"0"-4"-16,0 0-101 15,69 120-101-15,-40-85-63 16,-2-2-57-16,-3-9-24 16,-5-6-8-16,-7-8-1 15,-1-10 0-15,1 0 2 0,3-10 5 16,1-14-7-16,5-6-6 16,0-4-5-16,22-16-123 15,-7 6-238-15,-3 10-879 0</inkml:trace>
  <inkml:trace contextRef="#ctx0" brushRef="#br0" timeOffset="-168708.91">20829 1835 1800 0,'0'0'471'0,"0"0"-378"16,0 0 103-16,0 0 10 15,22 144-110-15,-7-94-56 16,3-8-30-16,1-7-10 16,10-15-28-16,-8-11-153 15,0-9-410-15</inkml:trace>
  <inkml:trace contextRef="#ctx0" brushRef="#br0" timeOffset="-168409.84">21018 1893 477 0,'0'0'1284'16,"0"0"-979"-16,0 0 70 16,18 109-135-16,-9-80-78 15,2-5-92-15,-2-8-44 16,-5-7-14-16,1-9-11 15,-5 0 6-15,0-15-7 16,0-16-13-16,0-8-22 16,0 0 22-16,2 6 13 15,2 8 0-15,4 13 11 16,0 12 1-16,7 0-2 16,4 12 13-16,3 17 19 15,-2 3 10-15,0 2-9 0,-4-2-20 16,-1-6-23-16,3-6 0 15,11-18-64-15,-5-2-139 16,-3 0-506-16</inkml:trace>
  <inkml:trace contextRef="#ctx0" brushRef="#br0" timeOffset="-168206.84">21326 1927 1679 0,'0'0'329'0,"0"0"-68"16,0 0 28-16,0 107-131 15,13-81-69-15,5-6-50 16,0-13-24-16,0-7 8 0,-1 0-6 16,-1-18 1-16,-7-8-6 15,-5-3-10 1,-4 0-2-16,0 0-51 0,0 3-27 16,-4-15-108-16,2 8-347 15,2 3-997-15</inkml:trace>
  <inkml:trace contextRef="#ctx0" brushRef="#br0" timeOffset="-168025.8">21591 1879 1670 0,'0'0'400'0,"0"0"-120"16,0 0-5-16,-40 102-126 0,40-69-80 15,0 2-38-15,18-7-23 16,4-4-8-16,7-12-11 15,0-7-68-15,16-8-136 16,-10-17-404-16,-3-4-651 0</inkml:trace>
  <inkml:trace contextRef="#ctx0" brushRef="#br0" timeOffset="-167524.21">21790 1983 814 0,'0'0'991'0,"0"0"-745"15,0 0-88-15,0 0 18 16,0 0-98-16,42-123-52 15,-31 105-6-15,-6 7-5 16,-5 6 33-16,0 5 55 16,-16 0-6-16,-9 19-48 15,-1 5 9-15,4 8-15 0,8 2-22 16,9 0-12-16,5-1-3 16,2-6-6-16,21-5-1 15,6-8 1-15,4-12 2 16,3-2-2-16,-1-18-66 15,0-17-70-15,-12-3 2 16,-4-3 25-16,-13 2 59 16,-6 10 50-16,0 7 28 15,0 10 122-15,0 10 20 16,0 2-73-16,0 7-88 16,16 19-9-16,6 11 14 15,7 3 2-15,-2 4-2 16,-3-6 1-16,-3-8-8 15,-8-8 5-15,-7-14-12 0,-6-8 1 16,0-6 22-16,0-25-23 16,-8-8-9-16,-3-7 8 15,1-1 1-15,6 7 0 16,4 8 13-16,0 13-12 16,2 9 10-16,16 10-11 15,3 0 9-15,-2 20 3 16,1 2 4-16,-4 4-5 15,-3-2-6-15,-2-4-5 16,10-6-12-16,-6-6-136 16,-1-8-697-16</inkml:trace>
  <inkml:trace contextRef="#ctx0" brushRef="#br0" timeOffset="-167161.68">22347 1496 2138 0,'0'0'582'16,"0"0"-481"-16,0 0-63 15,0 0 102-15,4 154-26 16,18-78-51-16,8 0 0 16,1-7-11-16,6-15-40 15,2-18 2-15,-1-18-13 0,-3-18 5 16,-2-3 4-16,-6-29-10 15,-6-7-12-15,-10-6-25 16,-11 6 4-16,0 9 0 16,0 12 15-16,-9 11 17 15,-7 7-5-15,1 12-3 16,-1 19 0-16,7 7 9 16,9 1-1-16,0-4 0 15,9-9-8-15,20-10 3 16,6-16 6-16,12 0 0 15,22-40-38-15,-9 0-144 16,-10 2-503-16</inkml:trace>
  <inkml:trace contextRef="#ctx0" brushRef="#br0" timeOffset="-84414.4">17284 5008 1969 0,'0'0'666'16,"0"0"-484"-16,0 0 61 15,0 0-151-15,-19 151 35 16,19-14 20-16,0 15-38 16,0-19-28-16,0-37-28 15,0-40-11-15,4-10-36 16,2 0 15-16,1 3-20 16,2-2-2-16,-4-13-5 15,-1-10-27-15,0-11-55 16,1-8-64-16,-1-5 0 15,3-16-27-15,-2-14-150 0,-3-4-728 16</inkml:trace>
  <inkml:trace contextRef="#ctx0" brushRef="#br0" timeOffset="-84086.06">17175 5063 1587 0,'0'0'380'0,"0"0"-34"16,0 0-17-16,142-88-136 15,-72 72-45-15,1 10-32 0,-9 6-27 16,-10 9-49-16,-12 28-5 16,-15 10-1-16,-12 8 5 15,-13 7 25-15,0 0-20 16,-20-3 41-16,-18-7-49 15,-7-8 15-15,-6-8-19 16,0-10-2-16,2-12-20 16,7-8 1-16,8-6-4 15,8 0-7-15,10-9-21 16,7-3-85-16,9-3-13 16,4-5-77-16,19 2-72 15,6-2-736-15</inkml:trace>
  <inkml:trace contextRef="#ctx0" brushRef="#br0" timeOffset="-83260.13">18178 4865 1949 0,'0'0'548'16,"0"0"-272"-16,0 0-91 16,0 0-93-16,0 0-62 15,0 0 14-15,-93 140 46 0,60-28-11 16,6-4 35-16,11-8-62 15,13-13 14-15,3-23-40 16,17 5 7-16,14-1-11 16,4-13 10-16,5-11-11 15,-2-11 0-15,-4-11 15 16,-5-8-23-16,-10-6 29 16,-7-4-42-16,-5-1 27 15,-3-3 7-15,-2 0 26 16,0 0-21-16,3-3-19 15,1-8-20-15,2 2-9 16,-2-1-59-16,3 4-109 16,7-1-61-16,-1 2-128 0,-3-2-987 0</inkml:trace>
  <inkml:trace contextRef="#ctx0" brushRef="#br0" timeOffset="-81855.99">18667 4877 1832 0,'0'0'508'0,"0"0"-370"15,0 0 75 1,-117 4-124-16,91 15-47 0,3 6-22 16,12 0-13-16,5 0-1 15,6-1-4-15,0-3-4 16,6-4 7-16,15 1-6 15,1-2 2-15,6 2 10 16,3 0-11-16,4 4 6 16,-4 4-5-16,-4 3-1 15,-6 0 0-15,-2 5 9 16,-11 1 15-16,-6-1-8 16,-2-4 79-16,0-4-15 15,-17-3 12-15,-5-4-13 16,-1-3-1-16,-4-5-9 15,6-6-26-15,0-5 7 0,3 0-50 16,3-5 24 0,5-15-24-16,4-6-57 0,6 3-69 15,0-1-46-15,12-12-81 16,9 3-476-16,4 3-780 0</inkml:trace>
  <inkml:trace contextRef="#ctx0" brushRef="#br0" timeOffset="-81569.03">18999 4656 1624 0,'0'0'317'0,"0"0"-150"16,0 0 164-16,0 0-214 15,0 0-38-15,0 0 3 16,0 0 2-16,-110 135-15 16,110-102-28-16,0-2-11 15,2-7-15-15,17-3-3 16,3-7-3-16,5-1-12 16,1-8 3-16,6 2-22 15,10-4-113-15,-6 0-126 16,-5-3-425-16</inkml:trace>
  <inkml:trace contextRef="#ctx0" brushRef="#br0" timeOffset="-81096.8">19531 5346 2125 0,'0'0'510'0,"0"0"-357"16,0 0 3-16,0 0-113 15,0 0-37-15,0 0-4 16,0 0 5-16,-26 84 2 15,12-61 2-15,1 3-1 16,1-6-8-16,4-6-4 0,1-7-1 16,5-5-33-1,2-2-21-15,0 0 14 0,0-4-82 16,0-18-164-16,9 5-283 16,-1-2-986-16</inkml:trace>
  <inkml:trace contextRef="#ctx0" brushRef="#br0" timeOffset="-80609.92">19551 4834 1480 0,'0'0'580'0,"0"0"-279"15,0 0 29-15,0 0-164 16,0 0-105-16,0 0-37 16,0 0 127-16,-6 123-51 15,4-53 2-15,-10 7 3 0,-3 6-14 16,-1-3-38-16,3-5-23 16,2-8-14-16,1-9-15 15,4-11-1-15,2-11 15 16,-1-10-17-16,3-10 4 15,2-8-4-15,0-4 1 16,0-4-5-16,0 0-18 16,0-5-38-16,2-11-77 15,16-3-96-15,13-4-36 16,-4 4-370-16,-5 1-252 0</inkml:trace>
  <inkml:trace contextRef="#ctx0" brushRef="#br0" timeOffset="-80166.14">19896 5029 1996 0,'0'0'265'0,"0"0"-7"16,0 0-68-16,0 0-125 15,0 0-12-15,0 0 16 16,52 138-24-16,-45-85-3 0,-5-2-36 16,-2-5 24-16,0-5-30 15,0-11 9-15,-7-9-8 16,-4-4-2-16,-5-5 1 16,-1-4-25-16,-1-1-16 15,1 0-23-15,1 0 37 16,0 0 0-16,0-2 26 15,6 2 2-15,-2-1 6 16,7 1-7-16,3-4 0 16,2 1 0-16,0 1 0 15,16-2 66-15,10-3-26 16,9 0 28-16,4-1-42 16,3-13 1-16,1-3-25 15,-3 2 6-15,-4 1-8 16,-7 3-43-16,-2 3-55 0,-3-5-85 15,-7 1-284-15,-3 1-136 16</inkml:trace>
  <inkml:trace contextRef="#ctx0" brushRef="#br0" timeOffset="-79940.27">19813 5023 1577 0,'0'0'495'0,"0"0"-341"16,0 0 119-16,0 0-132 0,129-58-91 16,-78 43-30-16,0 6-12 15,15 0-8-15,-12 7-277 16,-13-3-826-16</inkml:trace>
  <inkml:trace contextRef="#ctx0" brushRef="#br0" timeOffset="-79646.61">20546 4680 1515 0,'0'0'343'16,"0"0"143"-16,71 151-163 16,-46-71-58-16,-7 6-87 15,-7-4-40-15,-9-8-85 16,-2-7-22-16,0-12-31 15,-9-5-19-15,-11-1-65 16,-20 13-103-16,4-12-364 16,-2-8-1205-16</inkml:trace>
  <inkml:trace contextRef="#ctx0" brushRef="#br0" timeOffset="-78641.47">17483 8785 892 0,'0'0'493'15,"0"0"-201"-15,0 0 66 16,0 0-80-16,0 0-81 16,0 0 26-16,0 0-9 15,11 150-47-15,3-70-39 16,-2 9 0-16,2 1-50 16,-3-2 15-16,2-5-75 15,1-13 5-15,-1-15-22 16,1-8-2-16,-1-13-23 15,-1-12-59-15,-2-12-56 16,-1-10-23-16,3-18 8 0,-4-16-441 16,-5-9-753-16</inkml:trace>
  <inkml:trace contextRef="#ctx0" brushRef="#br0" timeOffset="-78378.83">17539 8726 1605 0,'0'0'278'0,"0"0"-116"16,145-77 306-16,-76 64-324 16,-3 13-4-16,-12 28-69 15,-14 27-25-15,-20 17 18 0,-18 11 20 16,-2-4-6-16,-24-5-36 15,-16-9 18-15,-7-12-53 16,-2-7-7-16,4-11-45 16,-9-14-76-16,17-10-187 15,6-11-668-15</inkml:trace>
  <inkml:trace contextRef="#ctx0" brushRef="#br0" timeOffset="-76743">18366 8777 538 0,'0'0'1356'0,"0"0"-1170"15,-69 155 132-15,40-70-62 16,4 6-107-16,12-8-46 15,10-6-58-15,3-11-23 16,18-14-13-16,15-13-9 16,10-14-41-16,4-10-42 15,29-15-65-15,-14-7-425 16,-4-16-772-16</inkml:trace>
  <inkml:trace contextRef="#ctx0" brushRef="#br0" timeOffset="-76396.64">18812 8879 1058 0,'0'0'897'16,"0"0"-790"-16,0 0 228 16,0 0-215-16,0 0-24 15,-104 111-53-15,104-79-18 16,23-1-23-16,2-1 14 15,4 2 17-15,-2 1-5 16,0 1 23-16,-6-2-29 0,-5 1 20 16,-5-6-6-16,-11-1 7 15,0-4 14-15,-7-5 18 16,-19-3-18-16,-6-7-11 16,-3 0-14-16,-3-7-31 15,7 0 20-15,4 0-20 16,9-7-2-16,9-2-44 15,9 2-41-15,0 3-96 16,42-2-175-16,1 2-312 16,1-4-1148-16</inkml:trace>
  <inkml:trace contextRef="#ctx0" brushRef="#br0" timeOffset="-75857.13">19416 8851 1737 0,'0'0'309'15,"0"0"-197"-15,0 0 199 16,0 0-173-16,0 0-114 16,0 0 53-16,0 0 58 15,4 26 19-15,5-8-15 16,-5 0-31-16,3-1-20 15,-2 0-24-15,-1 1-17 16,-2 2-29-16,3 5 21 0,-5 1-39 16,0-1 21-16,0 1-9 15,2-3 7-15,0-7-18 16,0-6 5-16,0-6-4 16,-2-4-1-16,0 0 33 15,0-4 2-15,-2-18 30 16,-11-10-57-16,-3-11 11 15,-3-6-7-15,0-6 7 16,3 3-14-16,6 6 7 16,1 11 10-16,7 14-7 15,0 10 50-15,2 11-52 16,0 7-14-16,4 30-4 16,13 14 4-16,-1 16 12 15,-1 14 9-15,-1 5-7 0,-7 1 1 16,-3-9-3-16,-4-8-2 15,2-16-5-15,-2-14-4 16,2-15-2-16,1-16-20 16,2-9-21-16,-1-5-27 15,5-20-111-15,4-13-66 16,-1 7-55-16,-4 0-587 0</inkml:trace>
  <inkml:trace contextRef="#ctx0" brushRef="#br0" timeOffset="-75391.83">20087 8793 2199 0,'0'0'519'15,"0"0"-428"-15,0 0 30 16,0 0 13-16,56 102-42 15,-37-50-22-15,-1 7-11 16,-5-4-12-16,-3-1-21 16,-6-7-17-16,-2-11-9 15,-2-8 12-15,0-7-24 16,0-10 12-16,-4-3-20 16,-10-4-15-16,-3 0 12 15,-6-2-4-15,-1 0 13 0,-1 1 13 16,2-2 2-1,4 1-4-15,3-2 16 0,5 2-13 16,5-2 0-16,1 2 0 16,5 0-2-16,0 1 2 15,0 0-3-15,13-1 3 16,14-2 21-16,9 0-5 16,11 0 30-16,3-14-46 15,4-4 2-15,-2 1-2 16,-8 0-15-16,-7 5-40 15,-10 2-41-15,-4 0-23 16,-7-1-75-16,-5-14-171 16,-3 1-247-16,-3-5-455 0</inkml:trace>
  <inkml:trace contextRef="#ctx0" brushRef="#br0" timeOffset="-75173.03">20008 8855 1228 0,'0'0'293'0,"0"0"186"16,0 0-145-16,0 0-46 15,0 0-51-15,0 0-152 16,0 0-7-16,25-53-15 16,24 50-5-16,6-3-35 15,3-2-5-15,-2 2-17 16,-4 4-1-16,-2 2-88 0,-9 0-380 15,-12 4-845-15</inkml:trace>
  <inkml:trace contextRef="#ctx0" brushRef="#br0" timeOffset="-74916.19">20764 8497 1776 0,'0'0'259'16,"0"0"-55"-16,0 0 128 15,71 138-73-15,-51-61-87 0,-7 12-4 16,-7-1-36 0,-6-18-52-16,0 3-44 0,-14-15-28 15,-1-8-8-15,-1-8-36 16,-2-4-46-16,-22 6-86 15,4-8-195-15,-2-8-1232 0</inkml:trace>
  <inkml:trace contextRef="#ctx0" brushRef="#br0" timeOffset="-74123.95">17755 12492 1557 0,'0'0'512'0,"0"0"-309"16,0 0 336-16,0 0-297 16,0 0-110-16,0 0-98 15,0 0 93-15,56 173 1 16,-27-75 4-16,-10-6-44 0,-3-20-23 16,-1 7-38-16,6 4-17 15,-5-13-10-15,-1-4 0 16,-1-15 0-16,-6-11-89 15,1-10-31-15,-5-18-55 16,-1-12 9-16,-3 0 38 16,0-24-89-16,-24-31-374 15,-8 5-9-15,-2 0-291 0</inkml:trace>
  <inkml:trace contextRef="#ctx0" brushRef="#br0" timeOffset="-73868.24">17734 12649 1521 0,'0'0'288'0,"0"0"-133"0,139-141 154 16,-66 88-169-16,8 12-18 15,-6 22 9-15,-5 19-58 16,-17 7-25-16,-13 35-2 16,-18 15 81-16,-14 8-70 15,-8 2 9-15,-14-3-18 16,-18-8 6-16,-3-5-15 15,-3-13-15-15,5-8-11 16,6-11-7-16,7-10-6 16,7-8-64-16,3-1-4 15,10-13-87-15,8-11-128 0,13-3-708 16</inkml:trace>
  <inkml:trace contextRef="#ctx0" brushRef="#br0" timeOffset="-73590.11">18831 12308 1716 0,'0'0'280'0,"0"0"-2"16,-42 135 82-16,20-60-133 15,4 8-92-15,2-4 1 16,12-10-73-16,4-9-8 0,0-11-37 16,15-11-12-16,10-12-4 15,6-7-4-15,4-6-7 16,6-8-40-16,26-5-74 16,-11 0-133-16,-5-1-478 0</inkml:trace>
  <inkml:trace contextRef="#ctx0" brushRef="#br0" timeOffset="-73132.64">19471 12279 1706 0,'0'0'398'16,"0"0"-188"-16,0 0 67 16,-113 37-141-16,92-7-59 15,11 2-20-15,10 2-15 16,0 0-33-16,15 3-2 15,9-4-7-15,5 3 8 0,3 1 18 16,-1-1-25 0,-2 2 9-16,-2-1-9 0,-5 1 9 15,-7-4-10-15,-8-5 0 16,-7-5 16-16,0-2 31 16,-13-4 51-16,-12-4-45 15,-2-3 20-15,-2-4-35 16,2-3-6-16,6-4-24 15,0 0 2-15,9 0-10 16,-2-4-24-16,7-7-41 16,3-8-88-16,4 2-71 15,0-1-557-15</inkml:trace>
  <inkml:trace contextRef="#ctx0" brushRef="#br0" timeOffset="-72720.86">19904 11985 1279 0,'0'0'331'0,"0"0"-23"0,0 0 76 16,0 0-209-16,0 0-76 15,0 0-45-15,0 0 55 16,-139 26-20-16,110 9 19 15,7 2-14-15,7 3-10 16,8 0-41-16,7-2-29 16,0-4-14-16,20-7 3 15,6-7-9-15,8-9 6 16,4-4-30-16,17-7-96 16,-7 0-176-16,-9-2-594 0</inkml:trace>
  <inkml:trace contextRef="#ctx0" brushRef="#br0" timeOffset="-72314.58">20415 11947 1974 0,'0'0'525'0,"0"0"-302"16,0 0-1-16,0 0-154 15,0 0 59-15,39 101-22 16,-23-21 7-16,-3 30-15 15,-8 28-10-15,-5-8-7 16,0-21-10-16,0-37-7 16,0-21-34-16,-5 0 2 15,1 2-19-15,2-5-13 16,2-16 1-16,0-15-12 16,0-8-74-16,0-9-8 15,6 0-16-15,21-23-71 16,0 2-78-16,-3-5-531 0</inkml:trace>
  <inkml:trace contextRef="#ctx0" brushRef="#br0" timeOffset="-71810.9">21014 12097 1685 0,'0'0'378'0,"0"0"-61"16,0 0-39-16,0 0-176 16,0 0-59-16,0 0 51 15,29 111-36-15,-13-57 5 16,-1 4-12-16,-1-2-12 15,-1-3-32-15,-3-6 1 16,-2-7-8-16,-4-6 0 16,-2-5-8-16,-2-5-53 15,0-5 0-15,0 0-68 16,-8-5-75-16,-6-1-120 16,1-1 4-16,-3-5-183 15,-2-1 105-15,-2 1 295 16,0-2 103-16,0 2 263 15,0-2-25-15,7 1-35 0,3-3-13 16,8 0-41-16,2-1-28 16,0 0 75-16,18 0 3 15,9-2-91-15,9 0-26 16,4 0-57-16,5-6 9 16,1-6-34-16,1 0 0 15,-7-2-16-15,2-9-160 16,-13 4-392-16,-9 1-340 0</inkml:trace>
  <inkml:trace contextRef="#ctx0" brushRef="#br0" timeOffset="-71586.56">20953 12162 1746 0,'0'0'591'0,"0"0"-302"16,0 0-57-16,0 0-146 15,0 0-85-15,132-26 20 16,-77 21-20-16,1 3-1 16,14 2-118-16,-17 0-401 15,-8-1-814-15</inkml:trace>
  <inkml:trace contextRef="#ctx0" brushRef="#br0" timeOffset="-71270.11">21538 11879 1500 0,'0'0'560'0,"0"0"-269"16,0 0-101-16,0 0-67 15,0 0-7-15,90 106 29 0,-49-40-29 16,-7 12 9 0,-10 11-5-16,-11 3-32 0,-8 0-5 15,-5-5-68-15,0-12 11 16,-5-8-26-16,-8-11-17 15,-1-8-64-15,-1-10-35 16,-12-12-84-16,3-11-300 16,3-15-1027-16</inkml:trace>
  <inkml:trace contextRef="#ctx0" brushRef="#br0" timeOffset="-70541.97">22186 12214 1735 0,'0'0'473'0,"0"0"-378"16,0 0 56-1,0 0-40-15,0 0-44 0,125-18-23 16,-92 11-29-16,9 2-15 15,-5-2-88-15,-13 3-608 0</inkml:trace>
  <inkml:trace contextRef="#ctx0" brushRef="#br0" timeOffset="-70407.34">22249 12443 80 0,'0'0'1813'0,"0"0"-1565"15,0 0-160-15,118-39-88 0,-58 20-32 16,-6 5-563-16</inkml:trace>
  <inkml:trace contextRef="#ctx0" brushRef="#br0" timeOffset="-69707.69">21447 8965 2022 0,'0'0'349'15,"0"0"-195"-15,0 0-111 16,0 0-17-16,0 0-26 16,153-46-42-16,-119 45-450 15,-15 1-741-15</inkml:trace>
  <inkml:trace contextRef="#ctx0" brushRef="#br0" timeOffset="-69559.23">21482 9119 1986 0,'0'0'521'0,"0"0"-459"0,0 0-11 15,0 0-51-15,167-51-12 16,-100 31-365-16,-12 4-390 0</inkml:trace>
  <inkml:trace contextRef="#ctx0" brushRef="#br0" timeOffset="-68950.11">21275 5238 1883 0,'0'0'398'15,"0"0"-260"-15,0 0-43 16,0 0-49-16,127-51-36 16,-88 41-10-16,2 4-35 15,-12 2-260-15,-12 3-637 0</inkml:trace>
  <inkml:trace contextRef="#ctx0" brushRef="#br0" timeOffset="-68815.58">21424 5450 798 0,'0'0'1323'16,"0"0"-992"-16,0 0-240 0,0 0-39 15,131-36-52-15,-66 20-116 16,-9 4-835-16</inkml:trace>
  <inkml:trace contextRef="#ctx0" brushRef="#br0" timeOffset="-63675.94">18785 6004 1925 0,'0'0'510'0,"0"0"-381"16,0 0 84-16,0 0-56 16,-16 114-48-16,16-70-7 15,0-3-77-15,0-6 5 16,11-7-28-16,0-6 13 0,-4-8-14 16,-1-4-1-16,-3-3 0 15,-3-4-66-15,0-3-35 16,0 0-138-16,-16-6-402 15,-4-8-1216-15</inkml:trace>
  <inkml:trace contextRef="#ctx0" brushRef="#br0" timeOffset="-63407.05">18667 6162 1739 0,'0'0'565'0,"0"0"-471"16,0 0 105-16,0 0-46 15,0 0-44-15,58 134-12 16,-36-96-68-16,0-4 11 0,-4-3-25 16,-1-5 1-16,-1-9-16 15,-1-6 6-15,1-10-5 16,3-1 10-16,2-1 6 16,4-17-16-16,-2-4 25 15,-1-2-25-15,-7 2 11 16,-4 0-12-16,-4 1 0 15,-2 4 0-15,3-8-52 16,-3 9-192-16,-1 0-711 0</inkml:trace>
  <inkml:trace contextRef="#ctx0" brushRef="#br0" timeOffset="-62526.82">17200 7080 1588 0,'0'0'234'0,"0"0"87"0,0 131-45 15,7-72-109-15,-1-1-36 16,3-7-67-16,-2-9-13 16,-3-8-23-16,-1-10-4 15,-3-6 4-15,2-5-10 16,-2-7 16-16,0-6-33 16,0 0 34-16,0 0 50 15,0-17 9-15,-5-8-65 16,-6-12-14-16,2-5-14 15,3-6 1-15,6-3-2 16,0 0 12-16,0-2-14 16,12 6 4-16,7 6-4 0,-2 9 4 15,1 17-3-15,0 12 1 16,0 3-6-16,0 23 6 16,-1 17 0-16,-1 9-3 15,-1 4 15-15,-1-2-13 16,-3-5 2-16,3-5-2 15,-1-9 5-15,1-6-4 16,-1-9 0-16,2-8 1 16,-1-6 0-16,1-3 8 15,-1-5 5-15,-1-17-7 16,-1-9-6-16,-6-6 0 16,-6-1 7-16,0 0-8 15,0 1 0-15,0 4 0 0,-4 1-1 16,-1 3 0-1,3 5-106-15,2 6-72 0,0 10-401 16,0 4-310-16,7 4-374 0</inkml:trace>
  <inkml:trace contextRef="#ctx0" brushRef="#br0" timeOffset="-62302.03">17554 7157 530 0,'0'0'344'16,"0"0"17"-16,0 0 9 16,43 139-110-16,-24-98-46 15,2-9-25-15,1-6-26 16,3-12-19-16,1-10 0 15,3-4 6-15,0-7-68 16,-2-20-33-16,-3-7-37 16,-8-3 17-16,-9-1-21 0,-7-3 24 15,0 2 7-15,-23 3 15 16,-4 6-29-16,1 9-16 16,-1 4-9-16,7 8-3 15,6 6-18-15,8 3-111 16,6 22-129-16,6 9-312 15,13-1-300-15</inkml:trace>
  <inkml:trace contextRef="#ctx0" brushRef="#br0" timeOffset="-62044.91">18160 7159 1618 0,'0'0'388'16,"0"0"-171"-16,0 0 23 16,0 0-148-16,0 0-4 15,-91 106 15-15,89-68-22 16,2-4-13-16,0-4-47 16,16-6 11-16,3-4-31 15,6-6 16-15,2-6-17 16,0-6-14-16,6-2-119 15,-6-12-407-15,-7-8-307 0</inkml:trace>
  <inkml:trace contextRef="#ctx0" brushRef="#br0" timeOffset="-61626.33">18270 7224 426 0,'0'0'1332'16,"0"0"-1101"-16,0 0-55 15,0 0 5-15,0 0 7 16,0 0-49-16,0 0-45 15,35 107-42-15,-8-98-3 16,0-4-21-16,4-5-13 16,-4 0-5-16,0-14-10 15,-8-9-20-15,-7-6-80 16,-10-5-59-16,-2-11-51 16,0-1 3-16,-7-5 43 15,-4 2 77-15,0 6 69 16,5 10 18-16,3 13 44 0,0 15 114 15,3 5 39-15,0 7-157 16,0 25 77-16,12 8 41 16,-1 6-12-16,0 3-23 15,1-3-41-15,-2-7-42 16,2-6-32-16,-1-8 2 16,-2-13 2-16,0-3-13 15,-2-4 1-15,-1 1 0 16,1-3-21-16,-1 0-7 15,-1 2-17-15,0-2-44 16,-3 4-24-16,0-5-70 16,0 1-28-16,5-3-81 15,1 0-43-15,0 3-458 0</inkml:trace>
  <inkml:trace contextRef="#ctx0" brushRef="#br0" timeOffset="-61039.94">18809 7132 1478 0,'0'0'293'0,"0"0"20"16,0 0-66-16,0 0-79 15,0 0-97-15,0 0-52 16,0 0 54-16,22 67 21 16,-10-26-1-16,1 1-60 15,-1 1-2-15,-2-5-22 16,-1-6 6-16,-3-4-15 15,0-7 1-15,-4-10 5 16,-2-5-4-16,0-6 8 16,0 0-10-16,0-8 31 15,-8-16-29-15,-7-5 11 16,1-4-13-16,4-1 8 0,3-3-8 16,7-1 1-16,0-1-1 15,23-2 8-15,10 4-19 16,5 4 10-16,1 13 0 15,-3 16-11-15,-7 4 11 16,-6 20-9-16,-10 17 10 16,-10 4 1-16,-3 4 0 15,-12-7 46-15,-13-4-9 16,-3-8 28-16,1-6-42 16,3-11-3-16,5-6-21 15,2-3 0-15,3 0-3 16,3-10-61-16,5-4-53 15,6-4-155-15,0 6-369 0,0 0-690 16</inkml:trace>
  <inkml:trace contextRef="#ctx0" brushRef="#br0" timeOffset="-60663.83">19262 7048 1425 0,'0'0'609'0,"0"0"-559"15,0 0 145-15,0 0-66 0,-39 115-34 16,39-81-37-16,5-7-21 16,17-6-13-16,3-13-14 15,0-8 10-15,-1 0-19 16,-4-18 22-16,-4-10-22 15,-7-6 4-15,-5 0-5 16,-4 1 0-16,0 9 0 16,0 6 25-16,0 13 162 15,0 5-76-15,0 0-68 16,0 21-36-16,0 12 14 16,2 4 2-16,8 3 1 15,-2-3-24-15,1-8 9 16,0-10-9-16,-2-9-5 0,-1-10-60 15,-3 0-189 1,1-10-550-16</inkml:trace>
  <inkml:trace contextRef="#ctx0" brushRef="#br0" timeOffset="-60304.44">19437 6902 1859 0,'0'0'512'15,"0"0"-327"-15,0 0-98 16,0 0 66-16,21 109-32 15,-5-54-34-15,-3 3-11 16,-2-5-26-16,-2-11-20 16,-4-12-29-16,-1-9 7 15,-2-14-7-15,-2-7-2 16,0 0-11-16,0-10 0 16,4-17-8-16,3-6 11 0,9-8 9 15,4 3 0 1,6 2-7-16,5 13-1 0,1 8 2 15,-3 15 3-15,-5 5 3 16,-6 22-8-16,-11 11 8 16,-7 1 0-16,0-2 6 15,-15-4 42-15,-8-9-13 16,1-6 13-16,-1-8-47 16,4-6 8-16,5-4-8 15,1 0-1-15,3 0-49 16,4-12-71-16,4 2-185 15,2-4-521-15</inkml:trace>
  <inkml:trace contextRef="#ctx0" brushRef="#br0" timeOffset="-59900.22">19931 6798 1687 0,'0'0'557'0,"0"0"-449"16,0 0 206-16,0 0-92 15,53 109-59-15,-40-63-78 16,-2-3-16-16,-2-5-52 16,-2-6-7-16,-2-8-9 15,1-11-1-15,5-10-25 0,5-3-41 16,7 0 31-16,0-14-62 15,2-4 19-15,-2-2 28 16,-5-2 48-16,-7 1 1 16,-5 0 1-16,-6 7 11 15,0 8 52-15,0 6-10 16,-2 0-52-16,-9 22 23 16,1 11-23-16,6 8 13 15,4 3-12-15,0-1 3 16,8-7-5-16,9-8 0 15,1-9 0-15,-1-8-23 16,8-11-85-16,-5 0-449 16,-7-2-496-16</inkml:trace>
  <inkml:trace contextRef="#ctx0" brushRef="#br0" timeOffset="-59111.6">20583 5886 1237 0,'0'0'363'0,"0"0"-39"0,0 0-42 15,0 0-97 1,0 0-48-16,0 0-58 0,0 0-50 15,29-5 62-15,-2 19-18 16,9 3 29-16,9 5-32 16,6 2-10-16,9 6-26 15,6-1-8-15,6 6 8 16,6-1-14-16,0-2 14 16,-5-5-34-16,-10-4 8 15,-12-7-7-15,-15-2 3 16,-14-4-4-16,-9-4-1 15,-5-3 0-15,-6-3 1 16,0 0-1-16,-2 0-17 16,0 0 1-16,0 0-46 15,0-5-95-15,0-9-173 0,-14 2-163 16,1 2-202-16</inkml:trace>
  <inkml:trace contextRef="#ctx0" brushRef="#br0" timeOffset="-58832.59">21317 6009 932 0,'0'0'591'16,"0"0"-197"-16,0 0 121 16,0 0-305-16,0 0-10 15,0 0-102-15,0 0-35 16,-2-26-48-16,22 45 39 16,7 3 3-16,2 2-5 15,0 2-23-15,-5-1-13 0,-6 0-4 16,-2-4-12-1,-7 0 6-15,-5-5 3 0,-4-4 1 16,0-3 19-16,0 0 35 16,-13-4-4-16,-8 2-15 15,-1-2-32-15,-1 4-13 16,4 2-9-16,-4 4-93 16,-12 16-38-16,4-4-154 15,0 0-614-15</inkml:trace>
  <inkml:trace contextRef="#ctx0" brushRef="#br0" timeOffset="-56699.73">21321 6849 355 0,'0'0'1983'0,"0"0"-1681"16,0 0-141-16,0 0-18 16,0 0-29-16,0 0-47 15,-6 111-43-15,6-79-4 16,0-6-20-16,0-6 0 16,2-1-23-16,-2-12-80 15,0-5-384-15,0-2-616 0</inkml:trace>
  <inkml:trace contextRef="#ctx0" brushRef="#br0" timeOffset="-56356.87">21402 6847 2118 0,'0'0'257'0,"0"0"-72"0,0 0-18 15,0 0-73-15,33 132-71 16,-24-100 1-16,0-3-24 15,-2-9 10-15,-3-8-10 16,-2-10 0-16,-2-2 0 16,0-4 0-16,0-18-6 15,0-8-6-15,0-4 6 16,0-6-3-16,9 2 8 16,11 2-20-16,5 2 21 15,2 10 3-15,2 8 39 16,-5 11 9-16,-4 5-27 0,-4 12 4 15,-5 17-19 1,-7 7 30-16,-4 2-25 0,0 0 3 16,0-3-17-16,0-6 1 15,0-12-1-15,18-17-128 16,0 0-613-16,2-3-878 0</inkml:trace>
  <inkml:trace contextRef="#ctx0" brushRef="#br0" timeOffset="-56100.45">21771 6812 1694 0,'0'0'258'0,"0"0"-78"15,0 0 175-15,0 0-172 16,-4 118-95-16,25-95-25 0,5-6-24 16,6-9-11-16,1-8 6 15,0 0-19-15,-2-13 7 16,-6-11-21-16,-10-1 16 15,-8-5-16-15,-7 0 6 16,0 3-5-16,-9 3 11 16,-11 5-2-16,0 3-5 15,2 2-6-15,3 3-2 16,5 6-37-16,8 0-282 16,2 3-825-16</inkml:trace>
  <inkml:trace contextRef="#ctx0" brushRef="#br0" timeOffset="-55891.27">22099 6733 1385 0,'0'0'540'15,"0"0"-376"-15,0 0 47 16,0 0-63-16,0 0-24 16,0 0-15-16,-20 123-27 15,20-93-53-15,0 2 10 16,12-4-22-16,1-2-4 15,3-6-12-15,1-1-1 16,6-8-10-16,16-8-129 16,-3 0-342-16,2-3-518 0</inkml:trace>
  <inkml:trace contextRef="#ctx0" brushRef="#br0" timeOffset="-55081.05">22382 6822 918 0,'0'0'948'0,"0"0"-791"16,0 0 57-16,0 0-79 15,0 0-25-15,0 0-17 16,0 0-44-16,87-10-28 16,-69-4-15-16,-9 2 9 15,-7 0-13-15,-2-1-2 16,-2 6 10-16,-16 0-2 16,-2 7-8-16,-4 0 0 0,1 10 7 15,4 17 2-15,5 4 8 16,9 8-2-16,5-3 14 15,0-2-28-15,23-5 6 16,6-10-6-16,2-12 4 16,3-7-5-16,-1 0-15 15,-4-14-140-15,-4-10-143 16,-10-5 45-16,-6-1 43 16,-6-3 84-16,-3 4 117 15,0 7 9-15,0 6 157 16,0 12 89-16,0 4-53 15,0 6-150-15,0 17-10 16,0 7 36-16,2 5 10 16,2-3-40-16,0-6 0 15,1-8-23-15,-3-6 2 0,0-10-17 16,0-2 14-16,-2-6 17 16,2-18-32-16,4-8-6 15,-2-7-24-15,7 0 30 16,3 1 0-16,1 3 7 15,3 11 5-15,1 12 13 16,0 8 5-16,-2 4-3 16,1 12 6-16,-2 16-18 15,-5 7 25-15,-5 1-31 16,-1 2 9-16,-3-6-18 16,-2-4 0-16,2-10-21 15,1-6-265-15,1-10-1103 0</inkml:trace>
  <inkml:trace contextRef="#ctx0" brushRef="#br0" timeOffset="-54673.03">23040 6381 2192 0,'0'0'329'16,"0"0"-169"-16,0 0-31 15,9 102 24-15,5-40-53 16,-4 4-1-16,1-2-50 16,-1-6-7-16,-4-7-41 0,1-13 0 15,-1-11-1-15,4-8 0 16,1-13-53-16,3-6-58 16,1 0 72-16,1-18-2 15,1-6 8-15,-3-1 7 16,-3 0 26-16,-7 0 0 15,-4 3 8-15,0 2-7 16,0 4 16-16,-11 6 11 16,-5 10-5-16,1 0-10 15,1 14-11-15,3 16 8 16,9 8-4-16,2 3 1 16,0-4-6-16,11-3 11 15,11-10-12-15,3-7 0 0,2-9-6 16,9-8-17-1,-5-4-119-15,-7-10-624 0</inkml:trace>
  <inkml:trace contextRef="#ctx0" brushRef="#br0" timeOffset="-50873.72">19021 9835 1166 0,'0'0'316'16,"0"0"-37"-16,0 0 204 16,0 0-204-16,0 0-63 15,0 0-12-15,-14-74-98 16,14 92-70-16,0 21 2 16,0 7 26-16,0 6-19 15,3 0-22-15,-1-4 4 16,0-7-21-16,3-8 2 15,-1-8-7-15,1-9-2 16,-3-7-21-16,0-2-55 16,-2-5-74-16,0-2-143 15,-11 0-298-15,-3 0-555 0</inkml:trace>
  <inkml:trace contextRef="#ctx0" brushRef="#br0" timeOffset="-50626.27">18880 10089 1365 0,'0'0'386'0,"0"0"-182"0,0 0 156 16,0 0-75-16,0 0-108 16,65 132-32-16,-45-104-52 15,0-7-20-15,0-6-24 16,-2-9-10-16,4-6 12 16,3 0 5-16,2-21 9 15,-1-2-45-15,-1-3 4 16,-8-1-15-16,0 6 0 15,-7 2-9-15,0 5 2 16,-4 2-2-16,-1 4-11 16,1 5-20-16,10-4-129 0,-1 3-217 15,-3 2-1040-15</inkml:trace>
  <inkml:trace contextRef="#ctx0" brushRef="#br0" timeOffset="-50018.33">17523 10994 1534 0,'0'0'405'15,"0"0"-89"-15,0 0 17 16,0 0-162-16,0 0-57 15,0 0-56-15,0 0 15 16,-13-73-19-16,-3 66-2 16,-4 7-7-16,-7 0 2 15,-4 21-17-15,-2 12-21 16,-4 14 12-16,4 7-20 16,9-1 14-16,8 2-9 15,16-6-6-15,0-12-1 16,16-4 1-16,18-11 0 0,5-8 0 15,9-9-48-15,-2-5-63 16,14-5-106-16,-10-13-491 16,-15-4-573-16</inkml:trace>
  <inkml:trace contextRef="#ctx0" brushRef="#br0" timeOffset="-49434.75">17632 11159 1527 0,'0'0'531'16,"0"0"-428"-16,0 0 167 15,0 0-64-15,0 0-74 16,0 0-41-16,58 106-15 16,-22-96-19-16,6-8-38 0,-1-2-5 15,-6-4-14-15,-6-18-15 16,-10-3-21-16,-7-8-11 16,-7 1-2-16,-5 2 37 15,0 6 11-15,0 7 1 16,0 10 50-16,0 7-3 15,0 0-26-15,0 22-15 16,2 6 10-16,6 0 4 16,4 0 6-16,-1-3-3 15,-2-10-5-15,0-5-7 16,-5-9-10-16,-1-1 13 16,-1-1-13-16,0-19 21 15,0-6-22-15,5-4-1 16,-3 0-14-16,3 4 14 0,0 6-5 15,1 11-13-15,4 9 17 16,1 0-2-16,0 18-5 16,1 8 18-16,-3 3-9 15,-5 0 0-15,0-8 17 16,-2-5-17-16,-2-7 1 16,0-9 5-16,3 0 3 15,-1-12 9-15,2-15-9 16,6-5-4-16,-1-1-4 15,3-2 2-15,1 9-1 16,1 9 10-16,-1 14 27 16,3 3 4-16,0 11-10 15,0 20-6-15,-3 3 39 16,1 4-33-16,-5-2 0 0,1-4-26 16,-4-9-4-16,1-8-3 15,-3-11-49-15,2-8-122 16,-4-18-115-16,0-8-634 0</inkml:trace>
  <inkml:trace contextRef="#ctx0" brushRef="#br0" timeOffset="-49081.14">18374 11004 1659 0,'0'0'690'15,"0"0"-421"-15,0 0-98 16,0 0 23-16,0 0-88 16,68 131 5-16,-55-86-36 15,-5 1-3-15,2-9-41 16,-4-7-5-16,1-9-26 0,-5-10 0 15,-2-6-9-15,0-5-16 16,0-7-14-16,-4-16-28 16,-5-12 53-16,2-7-2 15,7-4 14-15,0-2-7 16,18 4 3-16,13 3 1 16,7 10 5-16,3 12 0 15,-2 14 0-15,-5 5 0 16,-10 19 6-16,-11 17-6 15,-13 5 18-15,0 3 27 16,-21-5-5-16,-11-4 0 16,0-7-20-16,-1-10-8 15,6-7-8-15,6-10 4 0,7-1-16 16,5-1-13 0,5-13-79-16,4-13-87 0,0 5-442 15,6-2-641-15</inkml:trace>
  <inkml:trace contextRef="#ctx0" brushRef="#br0" timeOffset="-48878.28">18731 10822 2116 0,'0'0'536'0,"0"0"-366"15,0 0 59-15,78 128-69 16,-60-67-43-16,-6-3-18 15,-4-5-51-15,-1-10-23 16,-1-7-17-16,4-11-8 0,-4-8-38 16,9-11-135-16,-3-6-152 15,-1 0-689-15</inkml:trace>
  <inkml:trace contextRef="#ctx0" brushRef="#br0" timeOffset="-48382.47">19155 11057 1388 0,'0'0'488'0,"0"0"-212"15,0 0 40-15,0 0-121 16,0 0-113-16,-136 56 18 16,116-24-18-16,6 0-20 15,9-2-37-15,5-4-8 16,3-8-17-16,19-6 0 16,7-8-1-16,2-4 7 15,1 0-12-15,-1 0 0 16,-9-14 6-16,-4-4 0 15,-4-2 12-15,-6-4-11 0,-4-4 8 16,1 0-1-16,-2 3-7 16,-1 2 13-16,0 9-14 15,-2 5 41-15,0 4 2 16,2 5 2-16,-2 0-31 16,3 0-6-16,-1 0-8 15,0 0 0-15,0 0 0 16,0 5 6-16,0 0-9 15,0-3 3-15,-2-2 0 16,0 2-27-16,0-2-26 16,-2 0-92-16,-6 2-432 15,-1-2-1177-15</inkml:trace>
  <inkml:trace contextRef="#ctx0" brushRef="#br0" timeOffset="-47518.86">19090 11041 139 0,'0'0'265'0,"0"0"55"15,0 0 66-15,0 0-66 16,0 0-72-16,0 0-25 16,0 0-50-16,-20-44 7 0,13 33-29 15,-4 0-46-15,0-2-42 16,-2 6 2-16,-3 0-4 15,1 5-10-15,-6 2-5 16,1 0-19-16,0 0 24 16,2 4-32-16,3 10 10 15,1 11-10-15,3 3 23 16,3 3-9-16,2 6-4 16,4-3-15-16,2-2-8 15,0-3-1-15,10-4-4 16,9-7-2-16,6-2 2 15,2-6 5-15,2-4-5 16,0-1-2-16,-4-5 0 0,-4 0-10 16,0 0 11-1,-3 0-19-15,-3-7 19 0,-1-7-12 16,-8-2 12-16,-1-4 0 16,-3-6 12-16,-2-4-10 15,0-7 4-15,0-2-6 16,0-3 0-16,0 3 11 15,0 9-10-15,0 9 27 16,0 10 2-16,0 9 33 16,0 2-32-16,0 4-22 15,0 19-9-15,14 9 15 16,1 10 2-16,1 2 7 16,1 4 34-16,-3-2-39 15,-3-8 2-15,0-6-21 16,-4-7 6-16,0-8-6 15,-1-7-1-15,0-4-39 0,1-3-83 16,3-3-70-16,-6-3-288 16,2-11-958-16</inkml:trace>
  <inkml:trace contextRef="#ctx0" brushRef="#br0" timeOffset="-47053.82">19246 10770 1582 0,'0'0'389'0,"0"0"-163"16,0 0-38-16,0 0-3 16,78 122-103-16,-54-57-19 15,-8 3 4-15,-5-6-9 16,-9-10-25-16,-2-11-14 15,0-14-13-15,0-13 5 16,0-9-7-16,0-5 5 16,0 0 15-16,0-17-22 15,0-7 10-15,0-8-3 16,12-2 10-16,15 0-12 16,6 0-6-16,5 8 3 15,2 7-4-15,-2 14 0 0,-2 5-5 16,-9 5 4-1,-8 24 1-15,-9 5 0 0,-10 2 0 16,0 1 25-16,-12-6 20 16,-13-4-3-16,-4-6 28 15,-2-7-29-15,-2-3-7 16,6-10-16-16,1-1 0 16,8 0-12-16,2 0 0 15,7-9-6-15,5-3-26 16,4-5-47-16,0 1-134 15,4 3-550-15</inkml:trace>
  <inkml:trace contextRef="#ctx0" brushRef="#br0" timeOffset="-46578.9">19861 10662 2331 0,'0'0'367'0,"0"0"-210"16,0 0-1-16,0 0 20 15,116 154-45-15,-96-84-37 16,-9-1-24-16,-6-7-35 16,-5-8-20-16,0-10-8 15,0-14-14-15,0-10-1 16,0-12-29-16,0-8-47 15,6 0 19-15,8-20-71 0,-1-6 13 16,5-4 65-16,3 2 39 16,-2 0 11-16,1 0 16 15,3 1-8-15,-2-1 10 16,0 0 8-16,-3 2-9 16,-5 2 1-16,-9 7-2 15,-4 2 4-15,0 11 25 16,-10 4-25-16,-11 2 21 15,-4 23-25-15,6 6 4 16,3 7-11-16,10 5 13 16,6-5-14-16,0-4 1 15,16-6-1-15,13-10 6 0,4-12-6 16,7-6 0-16,2 0-21 16,11-20-84-16,-13-3-217 15,-5-4-769-15</inkml:trace>
  <inkml:trace contextRef="#ctx0" brushRef="#br0" timeOffset="-44012.65">20623 9671 1654 0,'0'0'352'15,"0"0"-178"-15,0 0 56 16,0 0-81-16,0 0-58 15,137 86-48-15,-97-68-3 16,0 0 1-16,2 0 9 16,5 3-23-16,8 5 22 15,6 6 19-15,5 4-25 0,6 2-6 16,-1 0-29-16,-6-2 7 16,-9-5-14-16,-13-10-1 15,-17-5 6-15,-10-5 1 16,-10-8-7-16,-6-3 0 15,0 0 0-15,0 0-7 16,-11-7-36-16,-16-16-126 16,1 2-384-16,1 0-790 0</inkml:trace>
  <inkml:trace contextRef="#ctx0" brushRef="#br0" timeOffset="-43713.23">21244 9893 1733 0,'0'0'341'0,"0"0"-98"0,0 0 15 16,0 0-152-16,0 0-36 15,0 0-24-15,133 7 10 16,-90 3-19-16,-3-1-1 16,-5 2-20-16,-6 3-1 15,-6-2-13-15,-8 4 5 16,-6 4 5-16,-9 2-11 15,0 2 30-15,-5 7 11 16,-19-2 1-16,-2 0-17 16,-3-2-2-16,-1-3-18 15,8-4-6-15,5-3 0 16,3-3-37-16,5 0-56 16,-3 1-152-16,6-3-379 0,2 0-561 15</inkml:trace>
  <inkml:trace contextRef="#ctx0" brushRef="#br0" timeOffset="-43044.07">21972 9946 1731 0,'0'0'286'15,"0"0"26"-15,0 0 58 16,0 0-252-16,0 0-78 16,0 0 15-16,0 0 17 0,38 94-3 15,-29-65-29-15,3-4 5 16,-2-4-34-16,1-5 2 16,-1-5-12-16,-2-1-1 15,-1-2-2-15,-3-2-49 16,-2 3-56-16,-2-3-88 15,0-2-320-15,0-4-475 0</inkml:trace>
  <inkml:trace contextRef="#ctx0" brushRef="#br0" timeOffset="-42699.1">22202 9985 1033 0,'0'0'1034'0,"0"0"-894"15,0 0 31-15,0 0 22 0,0 0-99 16,62 116-37-16,-53-85-6 16,-2-4-32-16,-5-8 8 15,-2-4-26-15,0-10 11 16,0-5-12-16,0 0 15 16,0-12 0-16,0-14-5 15,0-6-8-15,0 0-2 16,2 2 18-16,14 4-17 15,6 8 13-15,7 10 24 16,0 8 5-16,-2 0-13 0,0 10 1 16,-7 9-11-1,-7 4-5-15,-4 0-3 0,0-2-11 16,-2-3 1-16,1-2-2 16,4-8-58-16,17-8-165 15,-3-5-455-15,1-14-900 0</inkml:trace>
  <inkml:trace contextRef="#ctx0" brushRef="#br0" timeOffset="-42450.01">22679 9948 1753 0,'0'0'362'16,"0"0"-64"-16,0 0-67 16,0 0-124-16,-34 104-29 15,34-87 11-15,23-12-26 16,6-5-3-16,7 0-20 0,-1-8-10 15,-4-10-21-15,-8-2-1 16,-10-2-2-16,-11 1-5 16,-2-6 3-16,0 3 7 15,-17 0-12-15,-4 4 1 16,3 4 0-16,3 3-12 16,6 3-34-16,9 3-120 15,5 0-462-15,14 3-362 0</inkml:trace>
  <inkml:trace contextRef="#ctx0" brushRef="#br0" timeOffset="-42294.74">22982 9883 1096 0,'0'0'363'0,"0"0"-25"16,0 0 188-16,0 0-319 16,0 0-91-16,0 0-63 0,-9 109-15 15,12-93-20-15,14-2-3 16,5-4-15-16,16-4-24 15,-2-1-246-15,-6-5-654 0</inkml:trace>
  <inkml:trace contextRef="#ctx0" brushRef="#br0" timeOffset="-41747.1">23225 9939 1557 0,'0'0'311'0,"0"0"-112"16,0 0 28-1,0 0-149-15,0 0-48 0,0 0-14 16,116-85 24-16,-116 78 24 16,0 6 2-16,-20-1-8 15,-5 2-6-15,-1 0 30 16,4 14 2-16,3 9-37 16,11 10-26-16,6 4 3 15,2 0-6-15,10-3-3 16,17-6-3-16,7-9-12 15,6-10 11-15,2-9-11 16,0 0-66-16,-3-16-70 16,-10-8-34-16,-12-3-105 15,-8-4 77-15,-9 4 124 16,0 4 74-16,0 9 50 0,0 4 95 16,-2 8 8-16,2 2-87 15,0 0-51-15,0 14-14 16,7 7 9-16,0-2-2 15,-1 3 1-15,-2-5 5 16,-4 0-12-16,0-7 17 16,0-6-19-16,0-4 6 15,0-4 12-15,0-21 2 16,0-9-18-16,0-4 4 16,16 1 3-16,-1 5 34 15,6 11 52-15,-4 14-39 16,1 7-6-16,-2 5-32 15,0 24 6-15,-6 5-1 16,0 4 5-16,-4-2-4 0,1-6-10 16,-3-6-11-16,6-12-3 15,-2-7-50-15,1-5-494 16</inkml:trace>
  <inkml:trace contextRef="#ctx0" brushRef="#br0" timeOffset="-41401.01">23780 9479 2020 0,'0'0'382'0,"0"0"-119"15,0 0-107-15,0 0-42 16,74 120-9-16,-57-51-13 0,1 3 10 16,1-6-55-1,-4-11-20-15,1-10-26 0,1-17 9 16,1-14-10-16,5-14 0 15,-4 0-7-15,2-22-17 16,-6-11 3-16,-8 1-18 16,-5 3 33-16,-2 4 0 15,0 11 5-15,-5 10-9 16,-8 4 0-16,2 11 1 16,0 17 9-16,4 8 5 15,7-2-5-15,0-2 4 16,9-11 2-16,18-7-6 0,6-11 0 15,0-3-44 1,10-18-93-16,-9-8-144 0,-10 2-684 16</inkml:trace>
  <inkml:trace contextRef="#ctx0" brushRef="#br0" timeOffset="-41302.23">24369 9876 1818 0,'0'0'674'0,"0"0"-435"16,0 0-169-16,0 0-70 15,0 0-776-15</inkml:trace>
  <inkml:trace contextRef="#ctx0" brushRef="#br0" timeOffset="-35492.01">19935 13425 1629 0,'0'0'906'0,"0"0"-793"16,0 0 64-16,0 134 59 15,0-76-101-15,7 2-51 16,-1-2-15-16,1-2-24 15,0-7-20-15,2-6-17 16,-3-12-8-16,1-9-21 16,-5-5-57-16,-2-8-58 15,-13-9-53-15,-16-12-174 16,-5-9-825-16</inkml:trace>
  <inkml:trace contextRef="#ctx0" brushRef="#br0" timeOffset="-35279.56">19815 13814 2235 0,'0'0'313'0,"0"0"-215"16,0 0 151-16,0 0-93 16,0 0-69-16,79 108-18 15,-58-86-32-15,-3-4 1 16,4-8-25-16,4-7 2 16,12-3-9-16,9-7 10 15,3-15-10-15,-4 0-6 16,-8-2 0-16,-9 4-16 15,-11 4-8-15,-12-2-84 16,-3 6-91-16,-3 3-658 0</inkml:trace>
  <inkml:trace contextRef="#ctx0" brushRef="#br0" timeOffset="-34702.56">18261 15055 2063 0,'0'0'346'0,"0"0"-220"16,0 0 175-16,63 104-142 16,-30-72-62-16,0 3-28 15,-6-13-27-15,-8-4-15 0,-7-8-14 16,-5-7-4 0,-5-3 5-16,-2 0-13 0,0-7 21 15,0-17-20-15,2-6 5 16,5-1-7-16,2 3 1 15,4 10 0-15,7 4-1 16,0 12 2-16,5 2-2 16,-1 4 17-16,-1 14-10 15,-6 5 7-15,-1-2-13 16,-5 1-1-16,1-3 0 16,-1-6-25-16,9-10-84 15,-1-3-246-15,2 0-1103 0</inkml:trace>
  <inkml:trace contextRef="#ctx0" brushRef="#br0" timeOffset="-34462">18825 15151 1765 0,'0'0'342'0,"0"0"-83"16,0 0 78-16,0 0-160 16,0 0-46-16,26 107-32 15,10-107-36-15,7-4 1 16,1-22-35-16,-2-8-10 15,-8-1-10-15,-12 0-1 16,-13-2-1-16,-9 4 4 16,-3 4-10-16,-16 7 0 15,-6 7 2-15,1 6-3 16,4 6-27-16,6 3-51 16,14 0-112-16,14 9-537 0,15-6-760 15</inkml:trace>
  <inkml:trace contextRef="#ctx0" brushRef="#br0" timeOffset="-34261.33">19500 15031 1038 0,'0'0'1182'16,"0"0"-898"-16,0 0-60 15,0 0-51-15,0 0-91 16,0 0-29-16,0 0-19 15,-20 105-9-15,47-100-25 0,4-5-2 16,1 0-93 0,7-17-180-16,-5-12-391 0,-7 0-863 0</inkml:trace>
  <inkml:trace contextRef="#ctx0" brushRef="#br0" timeOffset="-33735.27">19705 15061 1739 0,'0'0'481'16,"0"0"-202"-16,0 0-10 15,0 0-103-15,0 0-57 16,0 0-31-16,0 0 0 16,105 76-45-16,-73-100-17 15,-7-6-15-15,-4-6-1 16,-7-3-15-16,-8 0-3 0,-4 7 7 16,-2 6 11-1,0 7 1-15,0 14 0 0,0 5-2 16,0 0-1-16,11 4 1 15,3 16-6-15,1 5 7 16,1-4 1-16,-1-3-1 16,-3-5 0-16,-3-7 3 15,-5-6-9-15,3 0 12 16,-1-9-12-16,2-14-5 16,-2-3-19-16,0-1-9 15,1-3 18-15,0 9 20 16,0 9 1-16,-1 9-6 15,7 3 7-15,1 0-1 16,1 12 1-16,1 5 6 16,-3-1 4-16,-1 0 13 0,-5-7-2 15,-5-6-14-15,0-3 4 16,0 0-2-16,2-15 25 16,4-7-35-16,3-2 8 15,-1 2-8-15,4 5-1 16,-1 12 1-16,3 5-9 15,-1 0 8-15,1 18 1 16,0 6-1-16,0 4-2 16,-1 0 2-16,3-8 2 15,-1-4-2-15,18-16-84 16,-4 0-526-16,-2-16-1601 0</inkml:trace>
  <inkml:trace contextRef="#ctx0" brushRef="#br0" timeOffset="-33383">20758 14811 1557 0,'0'0'845'0,"0"0"-653"16,0 0 39-16,0 0-67 15,0 102-94-15,0-70-28 16,0-8-9-16,0-2-14 16,0-10-18-16,0-7-1 15,0-5 8-15,-12 0 10 16,-1-26-8-16,4-6-1 15,2-9 3-15,7-3-6 16,0-6 6-16,22 7 5 0,14 5-4 16,5 8-13-1,1 10 0-15,-5 12 0 0,-6 8-11 16,-12 10 10-16,-17 22-10 16,-2 7 11-16,-23 4 14 15,-12 0 35-15,-5-7-23 16,2-6 0-16,7-12-18 15,6-9-8-15,9-8 0 16,6-1 0-16,5-10-57 16,5-34-85-16,0 4-235 15,11-3-578-15</inkml:trace>
  <inkml:trace contextRef="#ctx0" brushRef="#br0" timeOffset="-33194.09">20972 14364 2376 0,'0'0'485'16,"0"0"-375"-16,0 0 106 16,84 107-84-16,-68-49-61 15,-10 7 6-15,-6-1-35 16,0-5-18-16,-2-10-24 16,-7-8-5-16,3-15-67 15,-1-13-60-15,2-6-76 16,5-7-512-16</inkml:trace>
  <inkml:trace contextRef="#ctx0" brushRef="#br0" timeOffset="-31804.86">21337 14592 601 0,'0'0'351'16,"0"0"-114"-16,0 0-15 0,0 0-37 16,0 0-62-16,0 0-9 15,0 0 14-15,0-58 7 16,-2 48-22-16,-12 2-9 16,-5 0-26-16,-6 2 22 15,-4 4-11-15,0 2-7 16,0 0-8-16,4 24-1 15,8 10-22-15,3 9-8 16,10 8 17-16,4-3-37 16,0-4 13-16,14-8-24 15,11-9 8-15,14-13-6 16,1-10-1-16,4-4-7 16,-3 0-6-16,-8-18-10 0,-10-9-15 15,-8-1 23-15,-9-6-2 16,-6 2 4-16,0 4 2 15,0 6 13-15,0 8 24 16,0 10 36-16,0 4-15 16,0 0-45-16,0 15 0 15,10 8-6-15,-2 7 33 16,3-2-16-16,1-2 0 16,-1-4-26-16,2-4 0 15,-1-10-21-15,0-6-85 16,2-12-56-16,-3-16-461 15,-2-8-764-15</inkml:trace>
  <inkml:trace contextRef="#ctx0" brushRef="#br0" timeOffset="-31461.15">21528 14357 1883 0,'0'0'572'0,"0"0"-401"16,0 0 79-16,0 0-74 15,72 151-73-15,-46-89-32 16,-3-4-2-16,-7-4-36 15,-5-10-11-15,-7-12-12 16,0-10-10-16,-4-12 0 16,3-10-18-16,0 0 17 15,1-20-22-15,7-11-1 16,7-5 9-16,6 1 9 16,10 0 0-16,6 6 5 15,2 9 0-15,-5 11-12 0,-4 9 11 16,-12 0-7-16,-11 17 8 15,-10 13 1-15,-12 6 5 16,-21-3 35-16,-7 2-2 16,-3-7-15-16,10-7-12 15,6-8-11-15,10-11-2 16,10-2 2-16,4-2-85 16,3-37-67-16,10 2-233 15,7-3-779-15</inkml:trace>
  <inkml:trace contextRef="#ctx0" brushRef="#br0" timeOffset="-31263.72">22091 14270 2235 0,'0'0'295'16,"0"0"17"-16,21 121-21 15,-13-58-172-15,-2-1-64 16,-4-8-31-16,3-10-21 15,1-8-3-15,4-12-61 16,7-14-55-16,26-10-107 16,-3-20-473-16,-3-4-658 0</inkml:trace>
  <inkml:trace contextRef="#ctx0" brushRef="#br0" timeOffset="-31114.22">22334 14561 1175 0,'0'0'586'0,"0"0"-206"0,0 0 103 15,0 0-309-15,0 0-80 16,0 0-44-16,0 0 5 15,-74 101-14-15,74-51-19 16,9-10-6-16,22-8-16 16,3-9 0-16,1-19-31 15,11-8-60-15,-7-19-197 16,-8-7-587-16</inkml:trace>
  <inkml:trace contextRef="#ctx0" brushRef="#br0" timeOffset="-30191.22">21692 13298 1664 0,'0'0'295'16,"0"0"33"-16,0 0-14 15,0 0-200-15,0 0-52 0,0 0 51 16,133 27 11 0,-37-6-28-16,40 4-21 0,27-7 6 15,-14-3-39-15,-31-10-4 16,-47-3-29-16,-31-2 0 15,-1 2-9-15,-4 0-1 16,-6-2-6-16,-11 3 6 16,-11-3 1-16,-7 0 0 15,0 0-1-15,0 0 1 16,0-7-33-16,-10 0-18 16,0-5-12-16,-3 4-9 15,-1-1 26-15,-3-3 3 0,0-2 4 16,1-2 4-1,1-3 1-15,-1 3 26 0,1 1 3 16,-5 0 5-16,0 1 0 16,-2 2 9-16,-1 0 27 15,3 3 24-15,5 0 16 16,8 4-15-16,7 1 13 16,0 1-34-16,13 3-22 15,21 0-18-15,6 0 6 16,4 21-6-16,2 7 1 15,-9 3 5-15,-6 8-5 16,-10-1 15-16,-10-3-14 16,-11 3 16-16,-3-6-5 15,-23-5 16-15,-8-3-10 16,-1-6 4-16,4-3-16 0,6-6-7 16,2 0-43-16,8-4-60 15,-7 4-44-15,6-4-344 16,3-1-1001-16</inkml:trace>
  <inkml:trace contextRef="#ctx0" brushRef="#br0" timeOffset="-17616.97">20590 8488 431 0,'0'0'280'0,"0"0"-39"15,0 0-54-15,0 0 98 16,0 0 15-16,10-44-32 16,-10 40-129-16,0 0-3 15,0 0-24-15,-8-1-52 0,-5 4-16 16,-5 1-26-16,-6 0 7 16,-7 0 24-16,-3 15 35 15,-2 6 1-15,5 3-12 16,8 1-36-16,13 0-23 15,10 1 0-15,0 1-14 16,18-6 0-16,11-4-27 16,4-4-19-16,-2-6-82 15,7-7-69-15,-11 0-307 16,-4 0-1252-16</inkml:trace>
  <inkml:trace contextRef="#ctx0" brushRef="#br0" timeOffset="-16401.12">22153 9566 838 0,'0'0'860'0,"0"0"-755"16,0 0 40-16,0 0 44 15,0 0-43-15,2 111-8 16,-2-89-13-16,-4-6-54 15,-4-5-11-15,4-11-38 16,2 0 2-16,0-5 4 16,2-19-4-16,0-5-12 15,0-8 34-15,0 5 2 0,0 2 10 16,0 10-4-16,6 8-34 16,6 10-2-16,1 2-18 15,1 9 6-15,3 18-5 16,-1 3 5-16,-1 5-5 15,1-6-1-15,0-5 0 16,4-8 9-16,0-7-9 16,2-9 0-16,-2 0 12 15,-1-23-11-15,-4-7 9 16,-7-4-2-16,-6-6-2 16,-2 2 10-16,0 0 2 15,-2 3 7-15,-6 7-24 0,1 6-1 16,3 9 1-1,2 6-1-15,2 5-57 0,6 2-231 16,15 0-428-16,0 0-584 16</inkml:trace>
  <inkml:trace contextRef="#ctx0" brushRef="#br0" timeOffset="-16205.49">22575 9583 1356 0,'0'0'307'15,"0"0"25"-15,0 0-14 16,0 0-137-16,0 0-25 15,0 0-38-15,135 10-48 16,-92-51-44-16,-8-5 3 16,-13 0 12-16,-10 2 17 15,-12 10-13-15,0 12-6 16,-18 16-38-16,-18 6-1 0,-10 23-18 16,-37 43-130-16,9-6-397 15,7-2-1114-15</inkml:trace>
  <inkml:trace contextRef="#ctx0" brushRef="#br0" timeOffset="-14928.01">21383 11771 1375 0,'0'0'506'0,"0"0"-229"16,0 0 6-16,0 0-114 16,0 0-93-16,0 0-28 15,0 0-26-15,-86-18 12 16,57 33-5-16,0 11 5 16,5 9-28-16,5 8-4 15,13 10-2-15,6 1-19 16,25 13-108-16,14-17-230 15,6-10-415-15</inkml:trace>
  <inkml:trace contextRef="#ctx0" brushRef="#br0" timeOffset="-14075.4">23272 13012 1543 0,'0'0'396'0,"0"0"-247"16,0 0 104-16,0 104-48 15,0-44-64-15,-7 3-29 16,-2-4-20-16,1-8-38 16,1-11-25-16,5-14-2 15,-1-14-26-15,1-12 25 16,2 0-3-16,-3-28 31 0,1-14-39 15,0-8-6-15,0-4-1 16,2-1-8-16,0 9 0 16,4 12 1-16,15 12-2 15,3 16-10-15,4 6 10 16,3 6 2-16,2 16 3 16,0 5-4-16,1-4 1 15,-3 0 0-15,-5-7 7 16,-3-5 5-16,-6-7-4 15,-1-4 15-15,-1 0-7 16,-2-19 26-16,0-8-17 16,-7-7-7-16,-4 0-5 15,0 1-4-15,0 6 1 0,-6 3-11 16,-3 4 0-16,2 1-23 16,3 5-41-16,4-6-100 15,18 6-540-15,7 7-826 16</inkml:trace>
  <inkml:trace contextRef="#ctx0" brushRef="#br0" timeOffset="-13877.3">23742 13194 1453 0,'0'0'342'15,"0"0"137"-15,0 0-123 16,0 0-129-16,0 0-72 16,0 0-40-16,139 60-44 15,-102-96-29-15,-5-6-27 16,-14-4 24-16,-14 0-23 0,-4 2 5 15,0 10-21 1,-18 10 0-16,-7 13-44 0,-6 11-88 16,-25 7-112-16,8 17-408 15,0 3-786-15</inkml:trace>
  <inkml:trace contextRef="#ctx0" brushRef="#br0" timeOffset="-13502.04">23746 14011 2183 0,'0'0'330'15,"0"0"-154"-15,0 0 56 16,0 0-82-16,48 148-27 15,-35-88-69-15,3 0-21 16,-3-7-23-16,1-8-10 0,-4-9-48 16,-5-13-95-16,-3-15-340 15,-2-8-850-15</inkml:trace>
  <inkml:trace contextRef="#ctx0" brushRef="#br0" timeOffset="-13203.3">23997 14096 1776 0,'0'0'287'16,"0"0"-123"-16,0 0 161 16,8 116-166-16,-5-70-58 15,-3-3-14-15,2-12-53 16,-2-13-20-16,0-13-7 16,2-5 1-16,-2-12 22 15,4-22-30-15,1-8 7 0,4-6-6 16,6 2-1-16,6 6 0 15,6 12 0-15,2 16 0 16,-4 12 2-16,2 8 13 16,-6 22-2-16,-8 10 35 15,-8 1-9-15,-3 0 1 16,-2-7-26-16,2-5-11 16,5-16-3-16,17-13-98 15,1-10-268-15,1-16-1224 0</inkml:trace>
  <inkml:trace contextRef="#ctx0" brushRef="#br0" timeOffset="-12953.96">24442 14087 1957 0,'0'0'375'16,"0"0"-64"-16,0 0-99 16,-56 130-123-16,56-106-32 15,2-7-5-15,27-17-46 16,10 0 18-16,-1-27 2 15,-5-9-16-15,-8-5 9 16,-17 2-18-16,-8 0 10 16,-2 6 1-16,-18 5 8 15,-7 5-14-15,3 11-1 16,2 7-5-16,3 5-1 16,6 0-11-16,11 9-98 0,2 9-162 15,0-4-533-15</inkml:trace>
  <inkml:trace contextRef="#ctx0" brushRef="#br0" timeOffset="-12640.09">24723 14055 1831 0,'0'0'474'16,"0"0"-245"-16,0 0-101 15,0 0-93-15,0 0-20 16,0 0-15-16,0 0-10 15,27 104-18-15,-5-97-11 16,5-5 11-16,2-2-31 16,2 0-45-16,-2-2-73 15,-2-5 90-15,-4 2 75 0,-10 2 12 16,-5 1 0-16,-6 2 34 16,-2 0 164-16,0-4-55 15,0 1-5-15,0 2-16 16,2-6-63-16,4 4-25 15,-2 1-19-15,0 2-15 16,-1 0-17-16,3 0-151 16,-2 0-151-16,1 4-439 0</inkml:trace>
  <inkml:trace contextRef="#ctx0" brushRef="#br0" timeOffset="-12295.15">24870 13968 1408 0,'0'0'250'16,"0"0"-47"-16,0 0 5 16,0 0-96-16,0 0 17 0,0 0 32 15,-111 103-24 1,111-71-39-16,11-4-8 0,18-5-44 16,9-6-20-16,1-8-1 15,2-4-25-15,-3-5-18 16,-3 0-45-16,6-12-135 15,-8-7-284-15,-6-1-589 0</inkml:trace>
  <inkml:trace contextRef="#ctx0" brushRef="#br0" timeOffset="-11695.24">25177 14075 1728 0,'0'0'516'0,"0"0"-271"16,0 0-82-16,0 0-103 15,116-71-33-15,-93 57-6 16,-5-1-20-16,-9-3 6 16,-3-3 8-16,-6 1-15 15,0 4 3-15,0 2 3 16,-18 8-12-16,-3 6 12 16,-4 0 4-16,2 8 14 15,6 16-3-15,1 10-9 16,10 2 2-16,6 4 5 15,0-5-18-15,20-8 22 16,11-6-11-16,11-13 6 16,5-8-17-16,0 0-1 15,0-12-30-15,-7-14-41 16,-9-4-49-16,-9-7-27 0,-11 0-6 16,-7 0 73-16,-4 7 80 15,0 6 105-15,0 12 114 16,0 8-25-16,0 4-94 15,0 12-72-15,12 21-4 16,3 6 24-16,1 7-15 16,0 3 18-16,-6-8-32 15,2-6-4-15,-5-9-15 16,-3-12 6-16,-4-12-6 16,0-2 0-16,0-16 0 0,0-21-30 15,0-9 8 1,0-3-10-16,0-6 31 0,4 9 2 15,10 6 0 1,3 14 0-16,4 12 23 0,3 14 0 16,1 0-15-16,-1 22 8 15,-2 10-16-15,-3 6 18 16,-9 0-19-16,-1-6 1 16,-4-4-1-16,0-7-8 15,-1-12-106-15,0-6-348 16,-1-3-1108-16</inkml:trace>
  <inkml:trace contextRef="#ctx0" brushRef="#br0" timeOffset="-11490.02">26097 13499 2239 0,'0'0'516'15,"0"0"-336"-15,0 0-54 16,0 0 7-16,42 137-41 15,-20-72-16-15,-3 6-13 16,2-3-42-16,-5-8-21 16,-5-7-50-16,-5-12-54 15,-1-13-87-15,-5-12-341 16,0-11-637-16</inkml:trace>
  <inkml:trace contextRef="#ctx0" brushRef="#br0" timeOffset="-11266.61">26281 13946 776 0,'0'0'1002'15,"0"0"-634"-15,0 0-48 16,98-126-149-16,-71 92-98 0,-6 10 9 16,-11 6 19-16,-10 12 3 15,0 6-13-15,-26 0-64 16,-8 8 15-16,-3 16-23 16,1 6 7-16,9 7-25 15,7 9 20-15,13 1-1 16,7 2-5-16,5-3-6 15,19-7-8-15,10-7-2 16,1-13-48-16,21-19-30 16,-10 0-128-16,-1-19-677 0</inkml:trace>
  <inkml:trace contextRef="#ctx0" brushRef="#br0" timeOffset="-11160.34">26807 13932 2572 0,'0'0'370'15,"0"0"-261"-15,0 0-109 16,0 0-449-16</inkml:trace>
  <inkml:trace contextRef="#ctx0" brushRef="#br0" timeOffset="-111892.06">16320 1299 1275 0,'0'0'211'16,"0"0"5"-16,0 0 49 15,0 0-30-15,0 0-38 16,0 0-38-16,25 38-59 15,-25-33-23-15,-2-2-13 16,-9 1-13-16,-4-4-19 0,-1 0-7 16,3 0 18-16,-1-7 11 15,4-12-27-15,3-3-9 16,4 0-11-16,3 2 1 16,0 4-8-16,16 8-6 15,2 8 4-15,-3 0 2 16,-1 6 1-16,-7 16 5 15,-7 6 15-15,0 4 9 16,-4-1 0-16,-13-2-6 16,2-5-14-16,1-5-1 15,6-7-9-15,1-11 8 16,0-1 7-16,3-5 27 16,4-22-21-16,0-3-9 0,0-2-12 15,4 6 1-15,12 8 17 16,1 10 0-16,-3 8-2 15,-3 0-15-15,-7 10 8 16,-4 12 6-16,0 7 39 16,-8-2-4-16,-10-1-20 15,2-3-18-15,3-12-11 16,2-4 10-16,2-7-4 16,0 0 14-16,0-14-15 15,2-13-6-15,5-3 2 16,2 0-4-16,0 4-2 15,18 4 2-15,6 10-7 16,3 9-1-16,-5 3 9 16,-3 0-4-16,-11 15 5 15,-8 9 23-15,0 4 23 0,-18 2 10 16,-6 1-22-16,2-5-23 16,1-6-10-16,8-8 5 15,2-8-6-15,0-4 17 16,0-9-2-16,2-18-15 15,2-13-1-15,5-7 0 16,2-1-8-16,4 6 2 16,21 7-4-16,6 15-4 15,2 13 5-15,-4 7-8 16,-4 0 18-16,-12 12-6 0,-5 15 6 16,-8 2 2-1,0 3 11-15,-12 0-7 0,-3-5 5 16,3-8-11-16,1-8 1 15,5-10 0-15,-2-1 5 16,0-6-6-16,-1-18-2 16,0-12-5-16,7-6-2 15,2-4 3-15,0 2 4 16,11 8-7-16,12 8 8 16,0 11-14-16,2 9 6 15,-2 8 0-15,-5 0 8 16,-5 8-4-16,-7 11 5 15,-6 0 0-15,0 4 7 16,0 0-1-16,-15-4 0 16,-1-1 3-16,1-6-8 0,-1-6 6 15,1-6-5-15,1 0 14 16,3-11-14-16,-1-14-2 16,8-1-1-16,4-2-8 15,0 4 7-15,4 4-10 16,17 6 11-16,1 8-14 15,3 6 8-15,0 0-2 16,-4 15 8-16,-5 10 0 16,-7 3 1-16,-9 3 0 15,0 1 9-15,0-6 3 16,-9-7-11-16,-3-6 5 16,4-10-5-16,-3-3 12 15,-1 0-2-15,-3-2-10 16,-1-12-1-16,1-2-6 0,1-1-33 15,3 0-47-15,3-5-37 16,6-14-55-16,-1 4-121 16,3 2-764-16</inkml:trace>
  <inkml:trace contextRef="#ctx0" brushRef="#br0" timeOffset="-56679.04">16544 5460 1084 0,'0'0'377'0,"0"0"-109"15,0 0 17 1,0 0-135-16,0 0-78 0,0 0-24 16,96 14 15-16,-90 12-14 15,-3-1 16-15,-3 0-8 16,0-1-4-16,-11-3-6 15,-2-6-21-15,-5-3 4 16,3-5-28-16,1-7 11 16,3 0 2-16,-1-19 4 15,6-13-7-15,3-4-3 16,3-6 2-16,0 2-5 16,11 8 10-16,7 8-7 15,3 10 16-15,-4 10-10 16,-1 4-6-16,-3 0-9 15,-6 16 0-15,-4 6 1 0,-3 0 0 16,0 2 11 0,-12 0-12-16,-5-4 14 0,-4-6-14 15,3-5 7-15,3-8-6 16,-1-1 18-16,7-8-5 16,3-16-4-16,4-6-4 15,2-4-6-15,0 1 0 16,10 2 11-16,11 9-5 15,4 8 6-15,4 9 3 16,2 5-15-16,-5 5 1 16,-4 16 0-16,-10 6 0 15,-12 4 0-15,0 1 0 16,-25 1 17-16,-6-3-6 0,-2-1 9 16,2-8-12-1,6-9 4-15,7-7-4 0,5-5 13 16,3-7 13-16,4-15-14 15,6-7-5-15,0-2-14 16,2 4 5-16,20 2-6 16,5 11-2-16,6 10 2 15,3 4-1-15,-5 8 0 16,-6 18 0-16,-14 6-1 16,-11 6 1-16,0 0 0 15,-22-1 2-15,-7-4 4 16,-2-6-5-16,6-10 4 15,3-6-5-15,9-11 6 16,3 0 5-16,4-18-2 0,6-16-9 16,0-6 6-16,0-7-11 15,16 8 6-15,5 5-2 16,4 17-5-16,0 13 5 16,-1 4-8-16,-4 6 9 15,-8 16-1-15,-10 5 1 16,-2 1-6-16,-9 0 13 15,-11-2-4-15,-1-8-2 16,6-11 7-16,3-7-8 16,6 0 16-16,4-20-8 15,0-9-7-15,2-1-1 16,0-3 6-16,0 9-8 16,0 4 4-16,0 9-3 0,0 6 1 15,0 5-1-15,0 0-60 16,-3 0-161-16,-5 0-863 0</inkml:trace>
  <inkml:trace contextRef="#ctx0" brushRef="#br0" timeOffset="102069.14">23115 8707 841 0,'0'0'61'15,"0"0"-61"-15,0 0-15 16,0 0-203-16,0 0-304 0</inkml:trace>
  <inkml:trace contextRef="#ctx0" brushRef="#br0" timeOffset="102594.45">23144 8440 1729 0,'0'0'368'15,"0"0"-68"-15,0 0-18 16,0 0-161-16,0 0-70 16,-93 140 34-16,84-59 8 15,7 2-43-15,2-2-8 0,11-17-27 16,20-16 0 0,14-20-15-16,7-17 11 0,5-11 5 15,-3-15 13-15,-5-16-1 16,-9-10-10-16,-9-5 30 15,-13 0 4-15,-9-2 10 16,-9-3 8-16,0 3 22 16,-29 2-4-16,-11 4-16 15,-9 6-24-15,-7 7-15 16,-5 8 17-16,7 7-41 16,0 5 3-16,9 9-12 15,9 0 0-15,11 0-13 16,13 0-52-16,7 7-80 15,5 9-68-15,27 19-33 16,11-8-122-16,2-1-655 0</inkml:trace>
  <inkml:trace contextRef="#ctx0" brushRef="#br0" timeOffset="102859.68">23725 8828 2270 0,'0'0'351'0,"0"0"-201"15,0 0 90 1,0 0-66-16,-3 121-59 16,1-78-43-16,-1-3-33 0,1-3-14 15,0-5-14-15,0-2-10 16,2-7-1-16,0-8-3 15,0-4-59-15,0-9-74 16,29-8-54-16,2-18-348 16,2-9-582-16</inkml:trace>
  <inkml:trace contextRef="#ctx0" brushRef="#br0" timeOffset="103479.83">24394 8274 1932 0,'0'0'254'0,"0"0"-121"16,-128-27 223-16,81 23-195 15,4 4-56-15,8 0-27 16,-1 17-19-16,7 11-17 15,7 7-3-15,9 7-16 16,11 0-4-16,2-1-11 16,11-7-2-16,20-10-6 15,7-8-17-15,9-12 16 16,2-4 1-16,4-10-1 16,-2-14-35-16,-3-4-3 15,-8-4-3-15,-9 2 13 0,-9-3 29 16,-9 6 0-16,-3-1 20 15,-8 3 11-15,-2 6 29 16,0 5-10-16,0 5 11 16,0 9-5-16,0 0-24 15,2 13-32-15,5 20 10 16,1 16 37-16,-1 13-4 16,0 10 16-16,-3 4-19 15,-1 3 1-15,-1-10-14 16,2-6-3-16,0-11-15 15,1-12 10-15,-1-6 2 16,1-10 3-16,0-7 12 16,-3-8-10-16,-2-4 13 0,2-5-14 15,-2 0 16-15,2 0-7 16,-2 0-1-16,2 0-18 16,0 0-3-16,-2 0-7 15,3 0-4-15,-3 0-2 16,2 0-35-16,-2 0-43 15,4 0-56-15,4 0-42 16,4-12-66-16,2 3-65 16,-5-1-1335-16</inkml:trace>
  <inkml:trace contextRef="#ctx0" brushRef="#br0" timeOffset="116032.39">9309 5522 565 0,'0'0'591'0,"0"0"-410"16,0 0 132-16,0 0-89 16,0 0-114-16,-68 66 28 15,60-37 12-15,-3 4-31 16,4 4-27-16,0 2-15 15,5-2 12-15,2-4-47 16,0-6 0-16,18-8-20 16,11-10 15-16,9-9 2 0,4 0 2 15,3-9-16-15,-3-16-9 16,-4-3-5-16,-9-4-5 16,-11 1 10-16,-10 0-15 15,-8-1 10-15,0 3 26 16,-15 5 7-16,-12 6-9 15,-4 4-2-15,-5 7-10 16,1 0-11-16,2 5-8 16,0 2 7-16,10 0-17 15,5 0 6-15,7 9-15 16,6 4-62-16,5 13-54 16,11-2-175-16,10-5-478 0</inkml:trace>
  <inkml:trace contextRef="#ctx0" brushRef="#br0" timeOffset="116289.52">9756 5750 1627 0,'0'0'235'16,"0"0"63"-16,0 0 1 15,0 0-134-15,54 119-65 16,-38-97-30-16,-3-4-10 0,-1-4-35 16,-6-5-6-16,1-6-11 15,-5-1-8-15,0-2-6 16,2 0-32-16,1 0-61 16,0-5-236-16,-1-7-502 0</inkml:trace>
  <inkml:trace contextRef="#ctx0" brushRef="#br0" timeOffset="116986.18">10136 5139 1237 0,'0'0'261'16,"0"0"-123"-16,0 0 155 16,0 0-122-16,-137-3-68 15,108 20-7-15,5 5-20 16,4 9-32-16,7 1 20 15,6 1-1-15,7 0-22 16,0-5 7-16,2-4-23 16,20-6-12-16,7-9-12 15,5-6 25-15,1-3-25 0,-2 0 16 16,0-11-9-16,-8-4-7 16,-2-5 7-16,-9 0-2 15,-3-2 0-15,-3-2 0 16,-5-1 5-16,-1 1-10 15,-2 0 7-15,0 5-7 16,0 0 9-16,0 6 4 16,-2 2-2-16,-1 5 46 15,1 4-3-15,2 2-8 16,0 0-36-16,0 0-11 16,5 14 0-16,11 12 2 15,3 9 19-15,4 6 10 16,-1 5 24-16,1 3-13 15,-2-3 5-15,2-6-22 0,-5-4 5 16,-1-4-15-16,-1-6 5 16,-5-2-11-16,-2-4 0 15,0 0-1-15,-2-3-7 16,-1-3 9-16,1-4-9 16,-2-3-1-16,-1-2 1 15,-1-3 4-15,-3-2-4 16,2 0 4-16,-2 0-5 15,0 0 0-15,0 0-1 16,0 0-29-16,4-7-40 16,0-9-116-16,-1 1-533 0</inkml:trace>
  <inkml:trace contextRef="#ctx0" brushRef="#br0" timeOffset="-214234.18">16627 9316 1129 0,'0'0'162'0,"0"0"-69"16,0 0 153-16,40-74-63 15,-15 58-49-15,-5 4-35 16,-3 8 7-16,-3 4-48 15,-3 0 48-15,-5 14 30 16,-3 9-32-16,-3 0-14 16,0 0-11-16,-9 3-20 15,-9-6-3-15,0-3-13 0,-2-5-22 16,5-8 13 0,1-4-33-16,3 0 29 0,2-14-15 15,4-12 3-15,5-6-17 16,0-4 6-16,2-4-7 15,17 5 0-15,1 2 0 16,2 10 1-16,-2 12-14 16,3 7 13-16,-6 4 0 15,-1 6-4-15,-7 15 4 16,-7 3 0-16,-2 5 9 16,0-1 7-16,-15-2-8 15,-4-4 10-15,2-6-8 16,1-6-1-16,5-5-9 15,-1-5 18-15,6 0-17 0,0-21 9 16,3-2-10-16,3-8 0 16,0 1 0-16,0-1 6 15,15 7-15-15,6 5 10 16,1 7-2-16,0 6 2 16,-2 6 8-16,-3 0-8 15,-7 0-1-15,-8 7 6 16,-2 9 3-16,0 1 34 15,-20 1-19-15,-2 0 24 16,-2-2-30-16,-1-4 0 16,7-9-17-16,3-3 9 15,1 0-2-15,7-12 1 16,5-14-9-16,2-1 0 16,0-4-15-16,7 6 13 15,11 4 1-15,2 8 1 0,2 6-6 16,0 7 0-16,1 0 5 15,-6 8 0-15,-5 14 1 16,-8 5 4-16,-4 1-2 16,-4 2 19-16,-19-4-20 15,1-5 17-15,2-4-17 16,7-9 5-16,4-8-6 16,2 0 15-16,3-8-12 15,4-16 4-15,0-7-14 16,0-2 4-16,0 3-7 15,15 6 8-15,3 7 2 16,6 9-12-16,1 8 11 16,0 0-8-16,-5 15 9 0,-9 9 0 15,-9 3 6-15,-2 4 9 16,-9 1-15-16,-15-4 25 16,-1-3-18-16,5-11 10 15,2-5-16-15,7-9 12 16,4 0-2-16,5-23-11 15,2-10 0-15,0-5-9 16,18 2-2-16,7 4 6 16,2 11 4-16,2 14-8 15,-6 7 9-15,0 0-1 0,-9 16 0 16,-10 10 1 0,-4 6 11-16,-9 0 47 0,-15-3-19 15,-3 0 8-15,2-9-28 16,5-8-2-16,5-7-16 15,3-5 14-15,-1 0-6 16,0-13-9-16,1-6 0 16,4-4-64-16,6-3-20 15,2-8-87-15,17 6-91 16,8 1-620-16</inkml:trace>
  <inkml:trace contextRef="#ctx0" brushRef="#br0" timeOffset="-212611.86">17284 13032 1577 0,'0'0'316'0,"0"0"-40"0,0 0-41 16,0 0-145-1,0 0-61-15,0 0 11 0,0 0-5 16,107 4 18-16,-107 15 20 16,0-4 20-16,-4 4-5 15,-14-7-42-15,1 0 1 16,1-7-29-16,-3-5 40 16,6 0-15-16,0-8-5 15,4-13-22-15,5-6-15 16,4-1 14-16,0 0-15 15,11 2 5-15,11 4 1 16,0 8-12-16,3 6 3 16,-5 8 1-16,-4 0 2 15,-6 14 0-15,-4 10-9 16,-6 4 9-16,0 2 20 0,-12-2-14 16,-11-1 36-16,2-8-30 15,-2-7 9-15,3-6-11 16,3-6 13-16,3-2-17 15,1-19 7-15,6-8-13 16,5-3 1-16,2-4-2 16,4 3 10-16,14 6-18 15,4 6 9-15,3 11-2 16,0 10-13-16,-6 0 7 16,-3 17 7-16,-9 12-7 15,-7 6 7-15,0 3 2 16,-13 0 20-16,-14-2-20 15,0-6 8-15,2-7-9 16,7-10 11-16,3-11-10 16,1-2 23-16,3-12-14 0,3-17-8 15,5-8-2-15,3-4 10 16,0-5-16-16,15 8 7 16,12 11-2-16,0 8-6 15,2 14 6-15,0 5-15 16,-2 3 16-16,-7 20-2 15,-9 7 2-15,-11 3-7 16,0 4 17-16,-11 1-8 16,-18-1 7-16,-5-4 12 15,1-7-21-15,4-8 9 0,5-13-3 16,4-5 6-16,6-12-10 16,5-20 8-16,9-11-16 15,0-1 8-15,9 1-4 16,18 2-4-16,6 12 6 15,3 11-6-15,4 14 0 16,0 4-5-16,-7 7 8 16,-10 17-7-16,-12 5-1 15,-11 10 11-15,0 0 2 16,-26 0 16-16,-8-3-17 16,0-6 11-16,3-10-12 15,0-10 9-15,4-10 6 16,3-2-14-16,4-24 21 15,4-8-22-15,11-6-7 16,5 0-1-16,0 4 8 0,25 6-13 16,6 12 2-16,7 10 4 15,1 8-1-15,-4 0 8 16,-10 24-16-16,-12 5 8 16,-13 8 16-16,0 3-8 15,-18-1 1-15,-11-5 15 16,3-8-14-16,1-9 13 15,7-9-9-15,5-8-6 16,-1 0 18-16,5-13-18 16,5-8-55-16,4 4-51 15,0-8-53-15,11 7-140 0,5 3-563 16</inkml:trace>
  <inkml:trace contextRef="#ctx0" brushRef="#br0" timeOffset="-139093.93">8223 6471 26 0,'0'0'72'0,"0"0"-13"16,118 68-51-16,-80-41-8 16,-3-1-165-16</inkml:trace>
  <inkml:trace contextRef="#ctx0" brushRef="#br0" timeOffset="-19701.35">23713 11529 879 0,'0'0'262'16,"0"0"-6"-16,0 0 26 15,0 0-114-15,0 0-36 16,0 0 63-16,-54 19-17 15,41-9-26-15,-3 0-30 16,1 4-28-16,-1 5-31 16,1 4-17-16,1 9-13 15,1 8-10-15,2 12 8 0,0 7-12 16,6 6 11-16,5-4-12 16,0-3-4-16,0-8-13 15,16-9 8-15,8-11-9 16,3-11 8-16,4-9-7 15,4-10 5-15,0 0 12 16,-2-5-2-16,1-17 0 16,-3-7-1-16,-6-2 15 15,-4-6 3-15,-7-4 6 16,-3-5 0-16,-7-5-10 16,-4-2 5-16,0 3-20 15,0 3 10-15,0 4-2 16,-13 5 0-16,-1 5-8 15,1 7-1-15,-2 3-11 16,1 5 5-16,4 4-6 0,-2 6 0 16,1 5-1-16,-2 3-8 15,-3 0-2-15,-4 7-37 16,0 13-50-16,-2 6-47 16,3 19-86-16,6-10-375 15,9-1-474-15</inkml:trace>
  <inkml:trace contextRef="#ctx0" brushRef="#br0" timeOffset="-19409.17">24197 11957 1704 0,'0'0'256'16,"0"0"-89"-16,0 0 224 16,0 0-175-16,0 0-74 15,22 139-24-15,-22-102-39 16,0 0-30-16,0-1-25 16,0-7-13-16,0-2 1 15,-4-7-11-15,2-9-1 16,2-2-16-16,0-6-60 15,0-3-83-15,0-12-227 0,9-5-447 16</inkml:trace>
  <inkml:trace contextRef="#ctx0" brushRef="#br0" timeOffset="-19093.05">24556 11476 1639 0,'0'0'365'0,"0"0"-33"16,0 0-62-16,0 0-186 0,0 0-67 15,0 0 73-15,35 110 0 16,-26-60-23-16,1 4-27 15,-2-4-23-15,3-1-7 16,-1-5-10-16,0-2 10 16,1-6-10-16,1-4 0 15,-3-6-41-15,-1-4-81 16,2-2-148-16,-4-8-244 16,-3-1-201-16</inkml:trace>
  <inkml:trace contextRef="#ctx0" brushRef="#br0" timeOffset="-18882.22">24538 12101 1505 0,'0'0'338'16,"0"0"3"-16,0 0-106 16,0 0-124-16,0 0-63 15,0 0-9-15,0 0-11 16,67 3 6-16,-23-3-3 15,6-11-22-15,-4 3-1 16,-6 1-8-16,3 7-15 16,-12 0-288-16,-10 0-391 0</inkml:trace>
  <inkml:trace contextRef="#ctx0" brushRef="#br0" timeOffset="8253.85">21700 631 757 0,'0'0'393'16,"0"0"-60"-16,0 0-30 16,0 0-70-16,0 0-23 15,-20-20-74-15,11 20-38 16,-1 0-29-16,-2 0 8 15,-3 0-22-15,-1 8-9 16,1 11-13-16,-4 2-10 16,1 8-1-16,5 3-3 0,2 6 4 15,7 2-11 1,4-2 7-16,0 0-7 0,7-6 3 16,12-3-15-16,10-9 3 15,4-6 4-15,8-9 10 16,1-5 8-16,1 0-10 15,-1-12-1-15,-2-8-14 16,-9-4 10-16,-8-2 1 16,-11-3 7-16,-6-3 12 15,-6-1-1-15,0 1 0 16,-18-3 5-16,-5 3-8 16,-4 4-8-16,-2 2 6 15,3 7-23-15,-3 2 5 16,7 5-5-16,1 5-2 15,4 4 0-15,5 3-12 0,1 0-53 16,3 0-37 0,0 12-59-16,6 15-176 0,2-4-280 15,0-1-370-15</inkml:trace>
  <inkml:trace contextRef="#ctx0" brushRef="#br0" timeOffset="8502.68">22189 870 1557 0,'0'0'296'16,"0"0"-169"-16,0 0 174 0,0 0-66 16,-32 124-104-1,26-90-70-15,2-2-13 0,0-4-21 16,0-3-12-16,2-5-9 15,0-5-6-15,2-3 0 16,0-4 0-16,0-8-99 16,0-8-186-16,14-16-253 15,3-6-1173-15</inkml:trace>
  <inkml:trace contextRef="#ctx0" brushRef="#br0" timeOffset="8891.52">22351 662 1639 0,'0'0'214'0,"0"0"-111"16,0 0 120-16,-9 109-102 16,9-72-67-16,21-3 9 15,6-4 18-15,4-4-21 16,2-3-27-16,3-9 7 15,1-7 23-15,-1-2 0 16,-1-5-11-16,-4 0-10 16,-4-12-12-16,-4-9-5 15,-5-1 14-15,-7-2 6 16,-7-4 16-16,-4 2-24 16,0 0 13-16,-19 6-19 0,-8 1-4 15,-10 5-21 1,0 6-5-16,-7 5 0 0,-1 3-1 15,5 0-8-15,9 0-23 16,8 0-17-16,8 0-28 16,7 0-11-16,8 0-61 15,6 0-212-15,13 0-282 16,4 0-324-16</inkml:trace>
  <inkml:trace contextRef="#ctx0" brushRef="#br0" timeOffset="9123.9">22882 619 1590 0,'0'0'283'16,"0"0"62"-16,0 0-45 16,31 119-113-16,-22-77-55 15,2-3-53-15,0 0-39 16,2-5-13-16,-1-3-21 15,-1-7 3-15,-3-4-9 16,2-8-1-16,-3-7-92 16,-7-5-132-16,0 0-132 15,0 0-194-15</inkml:trace>
  <inkml:trace contextRef="#ctx0" brushRef="#br0" timeOffset="9274.5">22924 1030 1340 0,'0'0'324'0,"0"0"-140"16,0 0 102-16,0 0-67 16,0 0-113-16,129-12-68 15,-90 7-38-15,9 2-61 16,-9 3-319-16,-6 0-1142 0</inkml:trace>
  <inkml:trace contextRef="#ctx0" brushRef="#br0" timeOffset="26505.19">22558 4969 910 0,'0'0'214'16,"0"0"-1"-16,0 0 65 15,0 0-58-15,0 0-66 16,-95 106-22-16,86-64 5 16,9 3-29-16,0 2-13 15,7-2-28-15,15-3-23 0,7-4-20 16,4-9 4-16,3-6 2 15,2-11-15-15,-1-12-1 16,2 0 3-16,-6-15 7 16,-6-12-18-16,-5-1 8 15,-8-4 35-15,-10 2 58 16,-4-3-12-16,0 1-9 16,-14 1-32-16,-12-1-18 15,-5 3-7-15,-6 5-28 16,2 6 13-16,-1 6-14 15,5 6 0-15,4 6-12 16,5 0-12-16,9 0-50 16,6 2-60-16,7 16-148 0,0-2-413 15,11 3-951-15</inkml:trace>
  <inkml:trace contextRef="#ctx0" brushRef="#br0" timeOffset="26806.05">23183 5395 1914 0,'0'0'349'0,"0"0"-244"16,0 0 83-16,0 0 36 0,0 105-87 15,0-60-48-15,2 1-15 16,-2 2-17-16,0-5-36 16,0-3-3-16,0-5-16 15,0-8 5-15,-2-2-6 16,0-6-1-16,2-10-20 16,0-7-68-16,2-13-112 15,15-16-317-15,4-9-847 0</inkml:trace>
  <inkml:trace contextRef="#ctx0" brushRef="#br0" timeOffset="27473.45">23663 4900 1679 0,'0'0'209'15,"0"0"-131"-15,0 0 129 16,0 0-135-16,0 0-47 0,-117-1 2 15,99 23-6-15,3 4-7 16,1 3 1-16,6 6 6 16,3-3-20-16,5-4-1 15,0-4 0-15,20-6 0 16,9-10 21-16,9-5 4 16,2-3-9-16,0-7-16 15,-5-9-25-15,-6-2-43 16,-10-2 28-16,-6 0 28 15,-8-3 12-15,-5-4 1 16,0 1 11-16,0 0 8 16,0-1 17-16,-5 8 29 0,0 3 13 15,3 8 6 1,2 4 6-16,0 4-14 0,0 0-50 16,4 15-20-16,15 16 35 15,1 5 12-15,2 8 12 16,-4 2-3-16,-1-2-14 15,-1 0-6-15,-3-4 4 16,-1-4-22-16,-3-1-8 16,-5-3-10-16,0-2 10 15,0-5-16-15,2-2 6 16,-4-3-6-16,2-2 0 16,-2-6-1-16,3-1-1 15,-3-4 0-15,0-2-24 16,0-5-31-16,-2 3-25 15,5-3-49-15,4 0-129 0,0 0-242 16,2 0-591-16</inkml:trace>
  <inkml:trace contextRef="#ctx0" brushRef="#br0" timeOffset="28343.25">24676 4841 1071 0,'0'0'246'15,"0"0"-25"-15,0 0 12 16,0 0-59-16,0 0-49 16,0 0 63-16,0 0-22 15,-93-69-56-15,70 65-41 16,-1 2-37-16,-3 2-15 0,-2 0-17 15,0 0 9 1,1 9-8-16,-1 8 0 0,4 3 1 16,4 2-1-16,6 2 14 15,4 2-15-15,6 3 2 16,5-3-1-16,0 0 1 16,7-6-2-16,13-2 0 15,5-8 13-15,2-3-6 16,4-7 5-16,2 0-10 15,-2 0 10-15,1-13-11 16,-1-1 8-16,-6-3-8 16,-4 0 6-16,-3-3-5 15,-5-1 4-15,-1 3 0 16,-3-1-6-16,-1 3 14 16,0 0-14-16,-2 1 10 0,-1 5-9 15,-1 2 10-15,0 2-10 16,-4 5 9-16,2 1-4 15,-2 0-4-15,0 0 10 16,0 0-11-16,0 0-1 16,2 12 15-16,4 5 19 15,-2 10 6-15,0 3 13 16,1 7-7-16,-3 4 5 16,0 6-6-16,-2-1-11 15,2 1 7-15,0-3-20 16,3-3-8-16,0-6-5 15,-1-1 2-15,-2-3-1 16,1-5 17-16,-1-4 5 16,-2-5-1-16,2-5-17 15,0 1-4-15,-2-3 3 0,2-2-12 16,-2 0 6-16,2-1-5 16,-2 2-1-16,0-1 7 15,0-2-7-15,0 0 0 16,0-3-1-16,0 0-26 15,-4-3-74-15,-5 0-79 16,-2 0-433-16</inkml:trace>
  <inkml:trace contextRef="#ctx0" brushRef="#br0" timeOffset="39832.35">9598 7677 1083 0,'0'0'347'16,"0"0"-209"-16,0 0 96 16,0 0-135-16,-27 101-42 0,27-60-21 15,0 3 13-15,4-3 13 16,13-2-3-16,1-8-10 16,1-11-11-16,6-8 51 15,2-12 29-15,4 0 3 16,-2-20-27-16,-2-9-27 15,-6-3-2-15,-7-3 16 16,-9-1 0-16,-5 2-21 16,0 0 25-16,-9 2-42 15,-11 4-1-15,-3 5-19 16,-1 2-1-16,0 9-22 16,-3 4 0-16,0 8-6 0,2 0-18 15,3 2-27-15,4 14-61 16,12 7-85-16,4-4-355 15,2-1-526-15</inkml:trace>
  <inkml:trace contextRef="#ctx0" brushRef="#br0" timeOffset="40064.61">10042 8049 1413 0,'0'0'269'0,"0"0"-78"0,-10 102 293 16,-3-54-275-1,1 2-85-15,-2-3-54 0,3-6-30 16,-1-2-22-16,6-9-9 16,1-10-5-16,5-7-4 15,0-13-59-15,0-7-168 16,5-13-505-16</inkml:trace>
  <inkml:trace contextRef="#ctx0" brushRef="#br0" timeOffset="40335.95">10376 7957 960 0,'0'0'1069'0,"0"0"-879"16,0 0-70-16,0 0 16 15,0 0 0-15,-4 114-57 16,0-72-12-16,-2 2-41 16,4-2-12-16,0-3-14 15,0-5 9-15,2-3-9 16,0-4-40-16,0 1-163 15,0-8-374-15,0-8-667 0</inkml:trace>
  <inkml:trace contextRef="#ctx0" brushRef="#br0" timeOffset="40508.08">10279 8478 1644 0,'0'0'343'16,"0"0"-227"-16,0 0 110 15,0 0-60-15,0 0-86 16,115-22-53-16,-64 7-27 16,-4 6-1-16,0 9-173 15,-14 0-351-15,-10 0-1036 0</inkml:trace>
  <inkml:trace contextRef="#ctx0" brushRef="#br0" timeOffset="53337.28">8931 805 1137 0,'0'0'310'16,"0"0"-73"-16,0 0-89 0,0 0-59 15,0 0-39 1,-19 31 10-16,17-4 53 0,-1 4-24 16,3 5 1-16,0 1-4 15,3 1-25-15,12-6-34 16,5-3-13-16,4-7 3 16,3-8-4-16,4-7 14 15,-2-7 0-15,0-3 23 16,-4-18-9-16,-7-8 2 15,-7 0-22-15,-9-4 0 16,-2 6 11-16,0 0 24 16,-15 3 18-16,-5 6-26 15,-5 2-10-15,-2 2-14 16,-2 6-7-16,0 4-16 16,2 4 5-16,3 0-6 0,6 0 1 15,7 0-2-15,7 0 0 16,2 0-35-16,2 2-139 15,0 5-212-15,4-6-760 0</inkml:trace>
  <inkml:trace contextRef="#ctx0" brushRef="#br0" timeOffset="53564.46">9400 851 1071 0,'0'0'590'0,"0"0"-420"16,0 0 51-16,0 0 23 16,55 111-72-16,-37-83-64 15,1-3-60-15,-2-6-27 16,-1-5-8-16,-5-3-12 16,-3-6-1-16,0-5-22 15,-8 0-94-15,0-8-90 16,0-9-446-16</inkml:trace>
  <inkml:trace contextRef="#ctx0" brushRef="#br0" timeOffset="53931.25">9471 734 1587 0,'0'0'191'0,"0"0"-130"16,0 0 20-16,0 0 14 16,0 0-11-16,0 0-37 15,136 104-10-15,-100-102 32 16,-3-2 5-16,-3 0-15 16,-11-9-10-16,-3-8-1 15,-10-5 33-15,-3-2-5 16,-3-4-7-16,-5 1-41 15,-13 5 11-15,-6 4 15 16,-5 9-26-16,0 0 5 16,-4 7-24-16,0 2-1 0,4 0-7 15,2 0 0-15,6 0 0 16,8 0-1-16,6 0-9 16,7 0-76-16,0 0-162 15,2-8-232-15,10-2-544 0</inkml:trace>
  <inkml:trace contextRef="#ctx0" brushRef="#br0" timeOffset="54120.32">9708 473 1609 0,'0'0'342'0,"0"0"-199"0,0 0 61 15,0 0-4-15,0 0-84 16,102 104-40-16,-75-72-45 15,-3-3-16-15,1-5-9 16,-3-5-6-16,5-2-108 16,-5-5-404-16,-9-7-589 0</inkml:trace>
  <inkml:trace contextRef="#ctx0" brushRef="#br0" timeOffset="56055.61">9090 3202 818 0,'0'0'221'16,"0"0"-82"-16,0 0 69 15,0 0-48-15,0 0-32 16,0 0 12-16,0 0-72 16,69 104-21-16,-44-104 29 15,3 0 44-15,1-14 25 16,-2-10-33-16,0-6-18 16,-9 0-42-16,-5 2-6 15,-9 0 13-15,-4 6 38 16,0 0-16-16,-6 4-23 15,-11 6 9-15,-4 1-16 0,-3 8-18 16,-5 1-27-16,-3 2 1 16,1 0-6-16,0 4-2 15,2 6-6-15,9 1-18 16,4 0-56-16,6-1-52 16,8 2-86-16,2 2-128 15,4-2-52-15,9-2-748 0</inkml:trace>
  <inkml:trace contextRef="#ctx0" brushRef="#br0" timeOffset="56304.07">9598 3418 1491 0,'0'0'251'15,"0"0"-118"-15,-11 103 236 16,-3-51-106-16,1 0-121 16,3-1-72-16,0-7-9 15,4-7-21-15,3-6-26 16,3-9 0-16,0-8-14 16,0-13-35-16,0-4-78 15,3-19-115-15,5-8-485 0</inkml:trace>
  <inkml:trace contextRef="#ctx0" brushRef="#br0" timeOffset="56889.43">9970 3188 882 0,'0'0'346'0,"0"0"-217"16,0 0 103-16,0 0-74 16,0 0-79-16,-113 17-9 0,91 2 6 15,1 5-12-15,4 3-8 16,5 7-3-1,6-5-25-15,6 2 0 0,0-8-9 16,2-2 7-16,20-7-25 16,7-9 31-16,7-5-17 15,-3 0 0-15,-2-11 2 16,-4-5-5-16,-11-5-3 16,-7 1-9-16,-7 3 11 15,-2-4-10-15,0 1 19 16,-6 2-8-16,-6 5 39 15,1 2 27-15,5 5 6 16,1 6 11-16,3 0-25 0,2 0-31 16,0 10-33-1,0 10 19-15,7 8 27 0,6 6 10 16,-2 7-1-16,2 3 0 16,-2 2-5-16,-1-2-25 15,-2-2 7-15,-1-4-37 16,-3-5 12-16,4-8-12 15,-6-7 2-15,2-8-3 16,-2-5-21-16,0-5-28 16,1 0-29-16,3 0-28 15,6-11-159-15,-1-4-350 16,-1-5-507-16</inkml:trace>
  <inkml:trace contextRef="#ctx0" brushRef="#br0" timeOffset="57445.51">10454 3230 1458 0,'0'0'262'0,"0"0"-131"16,0 0 49-16,0 0-29 16,0 0-107-16,-117-1-16 15,96 16-10-15,1 7 28 0,0 6 2 16,2 2 9-16,7 1-4 16,4-2-17-16,7-3-12 15,0-6-23-15,0-5 26 16,14-7-26-16,3-6 5 15,6-2 2-15,1 0 13 16,-1-16-9-16,-4-2 4 16,-3 0-16-16,-7-1 2 15,-3 4 13-15,-6 2-15 16,0 6 15-16,0 3-3 16,0 1 40-16,0 3 9 15,0 0-41-15,0 13-19 0,0 13 15 16,0 10 34-16,5 9 5 15,2 4 26-15,2 0-28 16,0 0-5-16,2-8-27 16,-2-2-4-16,0-7-11 15,-5-7 0-15,1-7-6 16,-3-7 1-16,0-1-1 16,-2-2-5-16,3 1-14 15,-1-6-40-15,2 4-39 16,0-5-176-16,-1 0-353 0</inkml:trace>
  <inkml:trace contextRef="#ctx0" brushRef="#br0" timeOffset="87259.32">11002 8440 2087 0,'0'0'635'0,"0"0"-635"16,0 0-333-16,0 0 33 15,0 0 81-15,-113 130-1360 0</inkml:trace>
  <inkml:trace contextRef="#ctx0" brushRef="#br0" timeOffset="110883.3">20166 8756 23 0,'0'0'0'0</inkml:trace>
  <inkml:trace contextRef="#ctx0" brushRef="#br0" timeOffset="113105.57">18934 8763 264 0,'0'0'88'0,"0"0"-59"16,0 0-29-16,0 0-131 0</inkml:trace>
  <inkml:trace contextRef="#ctx0" brushRef="#br0" timeOffset="113367.46">18345 8594 523 0,'0'0'94'0,"0"0"-69"16,0 0-14-16,0 0-2 15,0 0-3-15,0 0-6 16,0 0 10-16,14 46-10 16,-3-51-20-16,1-10-330 0</inkml:trace>
  <inkml:trace contextRef="#ctx0" brushRef="#br0" timeOffset="114133.16">18635 8685 150 0,'0'0'209'0,"0"0"-142"0,0 0-44 15,0 0 26-15,0 0 30 16,0 0-8-16,0 0 26 15,-8 10 34-15,8-10-14 16,0 0-49-16,0 0-43 16,0 0-12-16,0 0-13 15,0 0-67-15,8 0-76 0</inkml:trace>
  <inkml:trace contextRef="#ctx0" brushRef="#br0" timeOffset="116265.48">25077 8615 765 0,'0'0'144'0,"0"0"-115"16,0 0-16-16,0 0-11 15,0 0-2-15,0 0-96 16,0 0-177-16</inkml:trace>
  <inkml:trace contextRef="#ctx0" brushRef="#br0" timeOffset="117895.14">24921 8446 155 0,'0'0'90'0,"0"0"-90"0,0 0-47 16,0 0-109-16</inkml:trace>
  <inkml:trace contextRef="#ctx0" brushRef="#br0" timeOffset="148948.54">25146 4959 1493 0,'0'0'249'0,"0"0"-176"15,0 0 148-15,0 0-26 16,0 0-98-16,-8 0-48 15,8 0-9-15,0 0 5 16,0 0-9-16,0 0 5 16,0 0 17-16,0 0-7 15,0 0 2-15,0 0-21 16,-3 0-10-16,3 0-7 16,0 0-5-16,0 0-10 0,-2 0 0 15,0 0-28-15,-9 8-111 16,0 4-341-16,-10 6-716 0</inkml:trace>
  <inkml:trace contextRef="#ctx0" brushRef="#br0" timeOffset="196480.4">25140 11877 1910 0,'0'0'253'0,"0"0"-244"0,0 0 12 16,0 0-21-16,0 0-671 16</inkml:trace>
  <inkml:trace contextRef="#ctx0" brushRef="#br0" timeOffset="-109174.44">1297 11161 2054 0,'0'0'300'0,"0"0"-76"16,0 0-5-16,0 0-148 15,2 118 66-15,23-7 5 16,4 39-22-16,-3 20-15 15,-8-8-20-15,-7-17-10 16,-1-43-36-16,-6-21 5 16,-2-21-23-16,0-6 0 0,0 3-20 15,0-4 10-15,1-1-11 16,-1-20 0-16,0-14-6 16,0-18-54-16,-2 0 0 15,0-25-48-15,5-54-88 16,0 8-67-16,-1-7-506 0</inkml:trace>
  <inkml:trace contextRef="#ctx0" brushRef="#br0" timeOffset="-108822.48">1152 11333 1652 0,'0'0'229'0,"0"0"47"0,75-102 53 16,-17 62-179-16,10 10-32 16,1 12 4-16,2 17-52 15,1 1-25-15,-6 29-3 16,-3 17-17-16,-9 14 26 16,-12 10-16-16,-18 6 13 15,-17 3 0-15,-7-3 28 16,-25 0-10-16,-17-5 1 15,-12-7 4-15,-2-6-7 16,-2-10-14-16,8-13-37 16,5-10 5-16,9-9-16 0,11-11-2 15,10-2-54 1,8-3-38-16,7 0-26 0,0-3-33 16,25-30-66-16,10 3-389 15,4-2-756-15</inkml:trace>
  <inkml:trace contextRef="#ctx0" brushRef="#br0" timeOffset="-108454.27">2378 11233 1655 0,'0'0'249'15,"0"0"114"-15,0 0-61 16,0 0-154-16,0 0-51 16,-134 72 34-16,110-13-25 15,-5 27 7-15,4 28-11 16,5 25-10-16,11-16-24 15,9-26-17-15,0-32-24 16,5-28-17-16,12 4-1 16,6 1-1-16,4 1-3 15,-2-8-5-15,-2-12-31 0,2-6-59 16,2-13-67-16,20-4-44 16,-7-12-361-16,0-6-658 0</inkml:trace>
  <inkml:trace contextRef="#ctx0" brushRef="#br0" timeOffset="-107966.32">3052 11358 1588 0,'0'0'307'15,"0"0"240"-15,0 0-363 16,0 0-46-16,0 0-70 0,0 0-41 16,0 0-27-16,-14 30 0 15,14 1 20-15,6 10-7 16,8 5 9-16,1 8-11 15,3 1-4-15,-2 3-7 16,2 4 2-16,-5-6-2 16,-1-4 1-16,-6-2-1 15,-2-8-64-15,-2-8-33 16,-2 2-90-16,0-10-283 16,0-6-277-16</inkml:trace>
  <inkml:trace contextRef="#ctx0" brushRef="#br0" timeOffset="-107739.31">2911 12191 1083 0,'0'0'204'0,"0"0"121"16,0 0-204-16,0 0-57 16,0 0 39-16,0 0 86 15,0 0 4-15,77 41-82 16,-34-49-35-16,4-8-41 15,2-3-15-15,0 0-14 16,-2 0-6-16,-2 6 0 16,-10-2-133-16,-1 4-201 15,-10 0-384-15,-11 6-419 0</inkml:trace>
  <inkml:trace contextRef="#ctx0" brushRef="#br0" timeOffset="-107357.73">2641 11523 905 0,'0'0'549'15,"0"0"-325"-15,0 0-55 16,0 0 14-16,0 0-49 15,156-15 18-15,-89 4 26 16,7-6-62-16,-3-1-30 16,-7 0-44-16,-8 1-42 15,9 2-45-15,-16 3-456 16,-11 2-838-16</inkml:trace>
  <inkml:trace contextRef="#ctx0" brushRef="#br0" timeOffset="-106292.49">3923 11239 1144 0,'0'0'371'0,"0"0"-28"15,0 0 30-15,0 0-160 16,0 0-100-16,0 0-40 16,0 0 18-16,0-6 6 15,0 6 3-15,-3 0-7 0,3 0-20 16,0 7-30-1,0 10-32-15,5 10 31 0,13 8-8 16,-1 14 1-16,8 10-5 16,6 31 13-16,12 29 6 15,1 30 14-15,-1-9-21 16,-12-24-6-16,-13-35 6 16,-7-23-22-16,0 4 16 15,-2 4-14-15,3 0 8 16,-4-11-10-16,1-16 4 15,-3-10-5-15,0-11-1 16,-4-11 3-16,0-4-6 16,-2-3 51-16,0 0 12 0,0 0-4 15,0-7-31 1,0-3-23-16,0-1-19 0,-4-1-1 16,-2-2-5-16,4 1-58 15,2 3-66-15,0 3-89 16,27-5-61-16,11 1-192 15,9 2-395-15</inkml:trace>
  <inkml:trace contextRef="#ctx0" brushRef="#br0" timeOffset="-105030.42">5695 11145 1288 0,'0'0'315'0,"0"0"-39"15,0 0-59-15,0 0-32 16,0 0-46-16,150 81 15 15,-102-32 3-15,2 15-15 16,0 27-38-16,-2 34-23 16,-17 32-23-16,-13-12-11 15,-16-26-8-15,-2-41-17 16,0-31 10-16,-7 6-20 16,-2-3 3-16,0-2-9 15,3-14 1-15,2-12-7 16,-2-12-7-16,6-10-83 15,-6 0-75-15,-1-20-347 16,-1 1-1233-16</inkml:trace>
  <inkml:trace contextRef="#ctx0" brushRef="#br0" timeOffset="-79466.5">5309 11468 833 0,'0'0'813'0,"0"0"-597"15,0 0 30-15,0 0-5 0,-122-3-103 16,95 3-43-1,-2 0 0-15,-4 7-17 0,-1 6-8 16,1 8-34-16,0 3 22 16,-1 4-25-16,5 3 1 15,2 4-19-15,7 1-3 16,5 0-6-16,7-3-5 16,8-6-1-16,0-7 6 15,0-3-14-15,17-5-8 16,5-6 7-16,4-3 9 15,5 2 7-15,10-1 7 16,5-1-4-16,8 4-4 16,0 3 2-16,-1 7-16 0,-4 2 2 15,-8 6 5 1,-12 4-7-16,-10 3 8 0,-10 2 6 16,-9 2 6-16,0 2-1 15,-2-1 0-15,-16-6 10 16,0 0-6-16,-1-9 30 15,-6-4-37-15,-2-6 14 16,-4-6 1-16,-5-4-8 16,-4-2-9-16,0 0-6 15,0 0-2-15,1 0-68 16,-11 0-26-16,11 0-174 16,1 0-515-16</inkml:trace>
  <inkml:trace contextRef="#ctx0" brushRef="#br0" timeOffset="6172.33">4672 6459 1136 0,'0'0'250'16,"0"0"-48"-16,0 0-34 16,0 0-45-16,0 0-51 15,0 0-6-15,-56 24-1 16,45-10 13-16,2 6 30 16,-2 8-3-16,-2 5-7 15,1 13-25-15,1 3 10 16,5 3-29-16,2 1 9 15,4-7-32-15,0-5-12 16,0-4-11-16,19-11-2 0,6-10 3 16,6-10-9-1,4-6 14-15,1 0-13 0,0-22 19 16,-4-4-13-16,-7-8 14 16,-4-2 15-16,-7-3 13 15,-10-2 4-15,-2-6-16 16,-2 1 0-16,0 2-28 15,0 2 29-15,-12 8-19 16,-3 8 22-16,-5 8-11 16,-3 8 0-16,0 6-18 15,-2 4-5-15,0 0-7 16,5 2-20-16,3 14-10 16,0 17-105-16,9 1-104 0,6-3-543 15</inkml:trace>
  <inkml:trace contextRef="#ctx0" brushRef="#br0" timeOffset="6382.63">5207 7078 2043 0,'0'0'262'0,"0"0"-180"16,0 0 29-16,0 0-46 16,0 0-44-16,0 0-21 0,0 0-171 15,-76-24-421-15</inkml:trace>
  <inkml:trace contextRef="#ctx0" brushRef="#br0" timeOffset="6892.24">5517 6802 967 0,'0'0'685'0,"0"0"-503"0,0 0 50 16,0 0-69-16,0 0-41 16,0 0-30-16,0 0-24 15,-105 138 2-15,96-90-9 16,3 1-9-16,6-2-18 16,0-3-14-16,4-8-10 15,16-5-10-15,2-11 18 16,7-8-17-16,2-8-2 15,2-4-3-15,-2 0 4 16,1-20 15-16,-5-4-6 16,-9-6 3-16,-5-3-6 0,-6-1 18 15,-7 1 12 1,0-4 37-16,0 1-21 0,-12 5-8 16,-12-1-22-16,-5 9 6 15,-7 3-1-15,-4 5-10 16,1 8-7-16,-2 3-8 15,7 4-2-15,5 0 0 16,10 0 0-16,5 9-32 16,12 5-29-16,2 1-72 15,31-1-182-15,9-4-327 16,3-4-489-16</inkml:trace>
  <inkml:trace contextRef="#ctx0" brushRef="#br0" timeOffset="7704.85">5789 6907 1330 0,'0'0'306'15,"0"0"-141"-15,0 0-77 16,0 0 16-16,0 0-16 15,0 0-34-15,0 0-18 16,116-3 26-16,-94 3 18 16,2-2-11-16,-1 0-24 15,-4-3-35-15,-3 5 17 0,-1 0-26 16,-5-3-2-16,-6 3 1 16,-1 0 0-16,-3 0 1 15,0 0 17-15,0 0 2 16,0 0 6-16,0 0 29 15,0 0 12-15,-5 0-17 16,-9 0-26-16,1 0 8 16,-3 0-16-16,-1 3 3 15,-3 6-11-15,0 1-2 16,2 3-5-16,2-2-1 16,1 4 2-16,4-3-1 15,1 2-2-15,6 1 2 16,0-3-2-16,2 0 1 15,2-2 0-15,0-1-1 16,0-1 0-16,0 1 0 0,0-3 2 16,0 0-7-16,4-2 6 15,2-2 0-15,4 0-10 16,3 1 10-16,0-3 0 16,7 1 0-16,1 1 1 15,0 0-1-15,2 2 2 16,-3 0 4-16,3 5-7 15,-4 0 2-15,-1 3-1 16,0 4 0-16,0 5 0 16,-5 3 0-16,1-1 0 0,-1 2 0 15,-2-4 1 1,-4-1 0-16,-1-8 0 0,-3 1-1 16,-3-1 0-16,0-3 6 15,0 3 0-15,0-5 12 16,-9-2-2-16,-2 2-7 15,-3-3 15-15,-1 2-3 16,-5-3 22-16,-5 0-2 16,-2-3 4-16,0 0-11 15,-2 0 5-15,6 0-9 16,0 0-12-16,3 0-6 16,7 0-11-16,-1-6-2 15,5 2 1-15,0 0-52 16,-7 4-69-16,3 0-156 15,-1 0-511-15</inkml:trace>
  <inkml:trace contextRef="#ctx0" brushRef="#br0" timeOffset="16030.42">4309 3413 185 0,'0'0'317'16,"0"0"14"-16,0 0 53 15,0 0-34-15,0 0-57 16,0 0-35-16,-7 1-45 16,1 8-81-16,-4 5-59 15,1 5-29-15,-1 13-24 16,0 7 9-16,1 9-14 16,3 8 29-16,4 2-3 15,2-4-8-15,0-5-19 16,15-13-4-16,9-14-4 15,8-14-6-15,3-8 14 16,3-8-13-16,-2-22 18 0,-5-5-13 16,-7-3 13-16,-8 0-11 15,-9 0 7-15,-7 0-3 16,0 2 10-16,0-2 27 16,-15 2-17-16,-4 1 4 15,1 6-29-15,1 7 11 16,1 8-11-16,1 8 10 15,-6 6-17-15,2 0 0 16,-6 13 0-16,1 8 0 16,-1 3-8-16,2-2 2 15,8 2-17-15,3-4-66 16,12 2-51-16,0-5-385 16,10-10-325-16</inkml:trace>
  <inkml:trace contextRef="#ctx0" brushRef="#br0" timeOffset="16218.93">4850 3601 677 0,'0'0'1589'16,"0"0"-1346"-16,0 0-67 15,0 0-89-15,0 0-23 16,0 0-43-16,0 0-21 15,0-4-79-15,0-8-216 16,0-2-509-16</inkml:trace>
  <inkml:trace contextRef="#ctx0" brushRef="#br0" timeOffset="16826.28">4921 3002 1307 0,'0'0'242'0,"0"0"6"15,0 0-69-15,0 0-31 16,0 0-78-16,0 0-31 16,-102 122-7-16,96-92 8 15,6-2 14-15,0-2-43 16,0-5 13-16,8-6-23 16,10-7 9-16,4-6-10 15,3-2 21-15,2-6 1 16,0-12-22-16,-6-6 29 15,-5 0-28-15,-7 1 16 16,-5 2-16-16,-4 1 25 16,0 2-14-16,0 5 12 0,-2 0 1 15,-2 3 12-15,-1 3 26 16,5 5 13-16,0 2-10 16,0 0-53-16,3 0 10 15,15 14 11-15,3 5 41 16,6 3-17-16,2 6-6 15,2 5-11-15,1-2-4 16,-1 1-16-16,0-2-20 16,-4-6 4-16,-5-2 4 15,-1-4-7-15,-6-4-1 16,-3-1-1-16,-4-5 0 16,-3-4 0-16,-1-2-18 15,0-2-29-15,-2 0-8 0,6-19-132 16,-4-3-169-16,-2-4-580 15</inkml:trace>
  <inkml:trace contextRef="#ctx0" brushRef="#br0" timeOffset="17502.62">5204 2857 586 0,'0'0'345'0,"0"0"-142"15,0 0-5-15,0 0-40 16,0 0-76-16,0 0-57 15,0 0-15-15,95-90-3 16,-91 84-6-16,-4 4 21 16,0 2 83-16,0 0 94 15,0 0-67-15,0 0-81 16,-8 0-33-16,0 0 4 16,-3 0 12-16,-1 0 3 15,2 5-6-15,1 8-5 16,-1 1 9-16,4 4-34 0,6 3 18 15,0 0-19-15,0 1 0 16,0 3 1-16,2-6 5 16,10-2-6-16,-1-5 1 15,-1-5-2-15,6-7-16 16,3 0 17-16,-2 0 0 16,3-4 37-16,-2-7-26 15,-2-1-1-15,-1 2-8 16,-1 1-1-16,-1 5 6 15,1 1-6-15,1-2 3 16,5 5-4-16,0 0-1 16,2 0 1-16,1 0 9 15,-3 12 10-15,-1 7 5 0,0-1-5 16,-4 0 6-16,-4 1 7 16,-2 2-9-16,-2-3 27 15,-5 1 2-15,-2-3 7 16,0 1-17-16,0-2-6 15,0-4-23-15,0-1-2 16,0-5-11-16,-5 2-15 16,-12 3-125-16,-1-1-233 15,1 2-369-15</inkml:trace>
  <inkml:trace contextRef="#ctx0" brushRef="#br0" timeOffset="18389.36">4923 3739 568 0,'0'0'556'16,"0"0"-308"-16,0 0 18 16,0 0-101-16,0 0-54 15,0 0-60-15,0 0-17 16,0-12 61-16,0 12-17 15,0 0 3-15,0 0-44 0,0 7 2 16,0 2 11-16,-6 2 4 16,-5-1-31-16,-1-4-6 15,2-6 4-15,1 0-10 16,4-4 16-16,5-13-26 16,0-2 36-16,0-3-19 15,0 3 20-15,12 7 13 16,-4 2 1-16,1 9-22 15,0 1-16-15,-2 0 0 16,-3 1-12-16,-4 13 23 16,0 3-16-16,0 1 15 15,0-4-13-15,-6-5 2 16,-1-5-2-16,2-4 6 0,-2 0 1 16,3-13-16-16,4-9-2 15,0-2 7-15,0-3-7 16,4 8 0-16,8 2 1 15,1 9-1-15,-4 7-6 16,0 1-9-16,-4 0 0 16,-3 6 15-16,-2 11 0 15,0-2 20-15,0 5-20 16,-9-9 12-16,-3-4-6 16,4-6 9-16,-1-1-7 15,2 0-1-15,0 0-7 16,3-8-4-16,2-2 4 15,2 1-14-15,0 0 8 0,0 1 2 16,0 4-16-16,2 1-35 16,2 3-39-16,-2 0-195 15,1 0-213-15,-1 7-275 0</inkml:trace>
  <inkml:trace contextRef="#ctx0" brushRef="#br0" timeOffset="86156.34">6836 11659 1000 0,'0'0'597'0,"0"0"-233"15,0 0-17-15,0 0-78 16,0 0-95-16,0 0-45 15,7-9-56-15,15-1 9 16,7 0-64-16,0 1-2 16,-2-2-16-16,-2 5 0 15,-6 3-13-15,-1 3-74 16,1 0-132-16,-4 0-338 0,-9 0-264 0</inkml:trace>
  <inkml:trace contextRef="#ctx0" brushRef="#br0" timeOffset="86321.78">6801 11950 1470 0,'0'0'215'0,"0"0"19"16,0 0 94-16,0 0-192 16,0 0-85-16,156-53-39 15,-105 35-12-15,16-6-141 16,-13 6-389-16,-10 0-944 0</inkml:trace>
  <inkml:trace contextRef="#ctx0" brushRef="#br0" timeOffset="86584.43">7536 11497 2061 0,'0'0'276'15,"0"0"-187"-15,-2 131 179 16,2-52-40-16,12 8-105 16,5 6-30-16,1-18-51 15,2 0-2-15,-2-11-26 16,0-11-8-16,-5-11-6 0,-2-12 0 16,-4-6-8-1,-2-12-83-15,-1-7-11 0,-4-5-68 16,0-27-71-16,0-13-419 15,-4-5-265-15</inkml:trace>
  <inkml:trace contextRef="#ctx0" brushRef="#br0" timeOffset="86847.03">7476 11705 1101 0,'0'0'275'0,"0"0"31"16,-11-150 10-16,24 87-111 15,28 5-61-15,11 10-48 16,11 13 18-16,2 19-36 0,-4 16 2 15,-9 12-45 1,-7 29 24-16,-16 10-5 0,-13 12 10 16,-16 3-10-16,0 1 9 15,-27-4 6-15,-13-7-44 16,-4-5 25-16,-4-10-49 16,7-15 15-16,9-7-15 15,8-12 12-15,8-7-13 16,7 0-20-16,5-1-32 15,6-31-74-15,18 0-208 16,7-4-898-16</inkml:trace>
  <inkml:trace contextRef="#ctx0" brushRef="#br0" timeOffset="87148.56">8192 11269 2000 0,'0'0'245'0,"0"0"-140"16,-52 131 176-16,33-25-104 16,3-4-29-16,9-7-25 15,7-15-30-15,0-23-41 16,17 1-41-16,8 1 17 15,0-15-19-15,0-8-7 16,-3-7-1-16,-2-12-2 0,-2-3-18 16,-1-6-43-1,3-8-32-15,18-8-80 0,-7-16-292 16,0-8-381-16</inkml:trace>
  <inkml:trace contextRef="#ctx0" brushRef="#br0" timeOffset="87552.29">8689 11365 1744 0,'0'0'223'0,"0"0"65"0,0 0-81 16,0 0-39-16,-121 85-93 15,110-47-26-15,7 3-10 16,4-2-15-16,0 3-6 16,15-2-12-16,10 0 4 15,0 0-1-15,1 1-10 16,1-3 2-16,-5-1 5 16,-6-8-5-16,-5-6-1 15,-7-3 7-15,-4-8 23 16,0-1 67-16,-4 1-24 15,-14 0 28-15,-6 2-46 16,-1 0-4-16,2 1-36 16,4-4 5-16,5-3-20 0,1-1 0 15,4-2 0-15,2-3-24 16,3 3-7-16,2-3-71 16,2-2-9-16,0 0-162 15,2 0-494-15</inkml:trace>
  <inkml:trace contextRef="#ctx0" brushRef="#br0" timeOffset="87860.85">9210 11434 2160 0,'0'0'355'16,"0"0"-90"-16,0 0-109 15,0 0-47-15,0 0 32 16,0 109-2-16,0-54-30 16,0 7-19-16,-2-1-54 15,2-3-22-15,0-4-10 16,0-6-3-16,0-11-2 15,0-11-94-15,0-6-26 16,12-20-84-16,3-2-87 0,3-21-833 16</inkml:trace>
  <inkml:trace contextRef="#ctx0" brushRef="#br0" timeOffset="88279.73">9458 11490 2094 0,'0'0'303'16,"0"0"-167"-16,0 0 73 15,0 0-23-15,29 136-106 16,-22-76-9-16,-5 5 1 16,0-2-27-16,-2-5-25 0,0-7-11 15,0-10 0 1,0-9-8-16,0-11-2 0,0-4-17 15,-2-10-27-15,-5-2-47 16,-2-4 19-16,-2-1 16 16,0 0 8-16,-5 0 48 15,3 0-14-15,-3 0 15 16,3 0 0-16,-1 0 7 16,6 1-6-16,1 6 23 15,7-3-13-15,0 1-5 16,0-1 19-16,9-4 19 15,13 0 42-15,10 0-50 16,3-7 3-16,1-7-25 16,1 1 1-16,0-4-15 15,-4 1-15-15,-4-2-93 0,6-8-136 16,-5 4-473-16,-11 0-377 16</inkml:trace>
  <inkml:trace contextRef="#ctx0" brushRef="#br0" timeOffset="88506.8">9458 11550 1716 0,'0'0'509'16,"0"0"-243"-16,0 0-83 0,0 0-92 15,0 0-35 1,0 0 0-16,0 0-34 0,140-10-9 16,-86 8-13-16,-12 0-221 15,-6 2-467-15</inkml:trace>
  <inkml:trace contextRef="#ctx0" brushRef="#br0" timeOffset="88843.56">9835 11279 1159 0,'0'0'320'0,"0"0"-62"15,0 0-87-15,0 0 87 16,0 0 26-16,89 125-63 16,-62-61 17-16,-8 11-52 15,-7 6-33-15,-8 0-53 16,-4-7-36-16,0-6-37 16,0-11-12-16,0-11-12 15,-4-8 3-15,-5-9-12 16,2-7-76-16,2-7-29 15,5-15-72-15,0 0-114 0,9-17-870 0</inkml:trace>
  <inkml:trace contextRef="#ctx0" brushRef="#br0" timeOffset="89324.4">10487 11689 901 0,'0'0'527'16,"0"0"-234"-16,0 0 209 15,0 0-358-15,0 0-39 16,0 0-27-16,0 0-32 15,47-37 9-15,-47 49 27 16,0-3 31-16,-10 2 1 16,-4-5-86-16,3-6 11 15,4 0-6-15,5-1 9 16,2-17-33-16,0-3 3 16,5 4-2-16,8 2 13 15,1 7 13-15,-2 6-36 16,-1 2 30-16,-1 0-29 0,-4 13 13 15,-6 6-13 1,0 1 32-16,-8 2 9 0,-13-4-7 16,1-6-11-16,5-6-23 15,1-6 26-15,7 0-18 16,1 0 7-16,4-10-15 16,0-2-2-16,2 0-38 15,0 1-39-15,8 0-55 16,8 3-116-16,-1 2-568 0</inkml:trace>
  <inkml:trace contextRef="#ctx0" brushRef="#br0" timeOffset="96006.18">11116 11454 2032 0,'0'0'275'0,"0"0"-195"16,0 0 79-16,-2 121 46 16,2-52-42-16,0 5-106 15,6 1 1-15,8-8-28 16,-1-12-6-16,-1-11-17 15,-3-12-1-15,-3-12-6 0,-2-8 0 16,-4-10-27-16,0-2-50 16,0-14-68-16,0-12-458 15,-6-6-283-15</inkml:trace>
  <inkml:trace contextRef="#ctx0" brushRef="#br0" timeOffset="96240.51">11056 11526 601 0,'0'0'716'0,"0"0"-382"15,54-103-37-15,-5 72 16 16,11 8-150-16,7 15-40 16,-5 8-13-16,-6 12-28 15,-16 22-16-15,-17 7-21 16,-21 5 46-16,-2 3-19 16,-25-3-4-16,-13-2-32 0,-5-6-7 15,8-9-17-15,6-7-5 16,9-9-7-16,9-8-10 15,9-5-14-15,2 0-94 16,26-15-90-16,10-12-503 16,2-3-431-16</inkml:trace>
  <inkml:trace contextRef="#ctx0" brushRef="#br0" timeOffset="96457.9">11676 11396 1892 0,'0'0'282'0,"0"0"-63"16,-64 114 8-16,45-60-28 15,13 3-105-15,6-7-28 16,0-4-23-16,4-7-10 16,11-6-12-16,4-10-20 15,5-4-1-15,7-4-41 16,23-15-51-16,-8 0-471 15,0-9-765-15</inkml:trace>
  <inkml:trace contextRef="#ctx0" brushRef="#br0" timeOffset="96818.56">12037 11465 2034 0,'0'0'307'0,"0"0"-221"16,0 0 121-16,0 0-30 15,20 111-112-15,-14-66 5 16,4-2-46-16,-4 0 1 16,-1-7-23-16,-1-3 11 15,-4-4-12-15,0-8 0 16,0 2 0-16,-6-5 5 16,-13-2-12-16,-2-2 15 15,-2-2-9-15,1-3 0 16,7-4 10-16,1-1-9 15,5-4 10-15,7 3 8 16,0-3-6-16,2 5-13 16,0-1 12-16,0 1-27 0,8 1 30 15,15-5-15-15,6-1 14 16,8 0 5-16,9-16-19 16,-2-4-15-16,-2 0-42 15,3-12-100-15,-12 8-231 16,-12-1-456-16</inkml:trace>
  <inkml:trace contextRef="#ctx0" brushRef="#br0" timeOffset="97012.2">11950 11476 2002 0,'0'0'348'16,"0"0"-150"-16,0 0 16 15,0 0-86-15,0 0-96 16,0 0 6-16,158-34-37 16,-106 26-2-16,15 0-41 15,-14 1-164-15,-9 2-489 0</inkml:trace>
  <inkml:trace contextRef="#ctx0" brushRef="#br0" timeOffset="97260.45">12432 11129 1631 0,'0'0'239'0,"0"0"50"16,0 0 40-16,138 88-51 15,-105-21-73-15,-8 9-62 16,-12 6-5-16,-8-2-70 15,-5-4-9-15,0-6-47 16,-5-8-3-16,-8-7-9 16,-3-6-58-16,-6-2-98 15,2-15-198-15,-1-12-744 0</inkml:trace>
  <inkml:trace contextRef="#ctx0" brushRef="#br0" timeOffset="100842.73">9362 13043 2078 0,'0'0'303'0,"0"0"-157"16,0 0-23-16,0 0 86 16,40 155-59-16,-13-81-38 15,2 3-52-15,-3-8 10 16,-1-6-41-16,-5-13-7 0,-5-10-22 16,-3-11 3-1,-5-14-3-15,-3-6-45 0,-2-9-29 16,-2 0-52-16,0-28-110 15,-15-7-410-15,-3-1-507 0</inkml:trace>
  <inkml:trace contextRef="#ctx0" brushRef="#br0" timeOffset="101083.67">9467 13029 857 0,'0'0'184'0,"0"0"188"15,0 0-5-15,162-129-136 16,-104 115-3-16,-6 14-80 0,-8 0-50 15,-11 27 32 1,-14 10-11-16,-17 5 23 0,-2 4-56 16,-27 0 4-16,-13-2-15 15,-3-4-17-15,1-8-34 16,7-7-10-16,6-11-10 16,8-9 2-16,8-2-12 15,7-3-45-15,0 0-28 16,6-5-84-16,19-7-189 15,5-4-693-15</inkml:trace>
  <inkml:trace contextRef="#ctx0" brushRef="#br0" timeOffset="101314.63">10007 12950 2119 0,'0'0'277'0,"0"0"-34"16,-56 125-31-16,46-64-77 16,10 3-61-16,0-6-23 15,12-5-25-15,10-9-13 16,2-10-5-16,3-10-11 16,6-7 3-16,6-10-23 15,28-7-71-15,-9-7-144 16,-2-14-476-16</inkml:trace>
  <inkml:trace contextRef="#ctx0" brushRef="#br0" timeOffset="104801.69">14837 11328 1219 0,'0'0'219'15,"0"0"145"-15,0 0-12 16,0 0-100-16,0 0 12 16,0 0-52-16,0 0-127 15,-35-28-49-15,35 83 55 16,0 20-6-16,0 12-31 15,0 4-40-15,0 1 13 16,0-5-18-16,0-9-15 16,0-13 12-16,0-16-12 0,0-15-5 15,2-10-29-15,-2-13-38 16,0-5-30-16,0-6 5 16,-27-8-130-16,0-13-234 15,0-5-76-15</inkml:trace>
  <inkml:trace contextRef="#ctx0" brushRef="#br0" timeOffset="105036.05">14337 11538 1570 0,'0'0'213'0,"0"0"-109"16,0 0 59-16,152-60-9 15,-86 38-21-15,9 2-25 16,-2 0-23-16,-1 2-50 16,-10 1-23-16,-4 4-12 15,-10 3-7-15,-5 2-75 16,2 5-216-16,-12 3-73 16,-6 0-342-16</inkml:trace>
  <inkml:trace contextRef="#ctx0" brushRef="#br0" timeOffset="105665.55">15336 11310 1370 0,'0'0'219'16,"0"0"-114"-16,0 0 172 16,31 162-39-16,-11-88 4 15,3 6-65-15,-4-1-39 16,0-8-61-16,-6-8-32 16,-2-15-23-16,-4-12-8 0,-7-15-2 15,0-10-11-15,0-11 22 16,-9-2-8-16,-11-26 16 15,-3-12-23-15,1-14 10 16,4-9-11-16,8-7 11 16,7-4-18-16,3 0 0 15,13 2 0-15,16 8 3 16,5 15-18-16,-1 16 12 16,-4 19 2-16,-4 14-15 15,-12 3 16-15,-9 31-9 16,-4 11 9-16,-13 5-1 15,-18 0 2-15,-2-7 5 16,6-8 9-16,9-12-21 16,11-16 14-16,7-7-9 15,9-4 2-15,22-16-2 0,10-2-11 16,1 8-13 0,1 9 8-16,-4 5 2 0,-5 12 6 15,-7 23 10-15,-10 11-1 16,-12 11 0-16,-5 4 33 15,-9 1 12-15,-23-3 13 16,-5-9 20-16,-3-10-25 16,-1-12-3-16,6-11-49 15,-1-14 19-15,5-3-20 16,2 0-42-16,-11-24-93 16,5 4-220-16,3 1-820 0</inkml:trace>
  <inkml:trace contextRef="#ctx0" brushRef="#br0" timeOffset="106963.28">11268 13237 1395 0,'0'0'186'0,"0"0"90"15,0 0-64-15,0 0-90 16,0 0 43-16,0 0-36 16,0 0-25-16,-40-12-69 15,42 9 10-15,21 2-14 16,8-6 37-16,9 0-30 16,9-2 4-16,-1-3-16 15,4 2-13-15,-6 2-4 16,-1-1 0-16,-7 2-8 15,-2-3 7-15,-3 1-9 16,-6-2 2-16,-5-1 4 0,-3 3-5 16,-7 2 1-16,-5 0 4 15,-5 2-4-15,0-2-2 16,-2 4-64-16,0-3-10 16,0 0-74-16,0 1-41 15,-13 0-22-15,-7 3 44 16,-4 0 75-16,-5 2 47 15,-2 0 30-15,0 0 16 16,2-3 9-16,4 0 36 16,7-1 127-16,3-3 52 15,1 4-26-15,5-1-34 16,1-1-18-16,0 4-22 16,4 1-24-16,2 0-14 0,2 0-58 15,0-2 17-15,0 2-37 16,4-2-8-16,14-1 1 15,9 2 10-15,6-1-5 16,3 0 5-16,2 2-11 16,0 0 1-16,-2 0-7 15,-3 0 18-15,0 0-21 16,-4 0 17-16,-4 5-10 16,0 6 2-16,-6 1 0 15,-3-1-1-15,-3 4 1 16,-4 2-7-16,-2-2 16 15,-2 1-14-15,-3 0 13 16,-2 2-9-16,0 1 2 16,-2 2 15-16,-14 2 4 15,-2 0 6-15,-2 4-5 0,3-5-21 16,1-2 6-16,3-4 4 16,1-2-20-16,3-5 5 15,-2 3-34-15,0-3-35 16,-2 3-42-16,-12 16-60 15,2-2-386-15,4 0-136 0</inkml:trace>
  <inkml:trace contextRef="#ctx0" brushRef="#br0" timeOffset="108188.18">12451 12920 1418 0,'0'0'280'0,"0"0"-133"16,0 0-8-16,0 0 12 15,0 0 61-15,23 114-3 16,-14-66-45-16,0 3-36 15,-2 5-31-15,-1-5-41 16,-2 0-18-16,3-9-37 16,-3-8 20-16,4-6-20 15,-4-10 1-15,0-8-2 16,1-6-1-16,-3-4-37 16,-2 0-28-16,0-9-93 15,0-20-201-15,-11 0-135 0,-3 2-399 0</inkml:trace>
  <inkml:trace contextRef="#ctx0" brushRef="#br0" timeOffset="108458.4">12140 13090 1597 0,'0'0'229'0,"0"0"135"15,0 0-81-15,0 0-182 16,0 0-18-16,0 0-20 16,147-74-6-16,-97 60-17 0,0-3-4 15,-1 3-15-15,-5 1-14 16,-8 1-5-16,-5 3 9 16,-6 4-19-16,-7 5 8 15,-5 0-38-15,-1 0-83 16,3 5-213-16,-4 6-152 15,-2-5-485-15</inkml:trace>
  <inkml:trace contextRef="#ctx0" brushRef="#br0" timeOffset="108728.3">12777 12913 1175 0,'0'0'660'0,"0"0"-610"0,0 0 108 16,0 0 91-16,23 151-93 16,-17-85 37-16,1 7-64 15,1-5-29-15,4-5-66 16,-1-8 3-16,0-11-28 16,0-12 5-16,-2-9-14 15,-5-14-6-15,1-7-77 16,-2-2-35-16,-3-3-61 15,0-22-195-15,0-21 26 16,0 5-168-16,-8 3-36 0</inkml:trace>
  <inkml:trace contextRef="#ctx0" brushRef="#br0" timeOffset="109043.23">12744 13128 810 0,'0'0'281'15,"0"0"-92"-15,0 0 178 0,0 0-139 16,-29-114-83-16,29 88 11 15,11-3-28-15,15 2-54 16,8-4-13-16,7 6-45 16,-2 3 19-16,1 5-24 15,-7 15 31-15,-3 2-20 16,-6 12-7-16,-6 20 3 16,-5 9 48-16,-8 1-1 15,-5 4-27-15,0-4 32 16,-9-2-12-16,-16-6 5 15,-1-4-12-15,-6-4-2 16,3-8-18-16,5-4 2 0,4-8-18 16,2-6-1-16,7 0-14 15,3-1-2-15,2-11-13 16,6-2-79-16,0-3-72 16,2 2-389-16,10 4-341 0</inkml:trace>
  <inkml:trace contextRef="#ctx0" brushRef="#br0" timeOffset="110007.6">13286 12951 1375 0,'0'0'288'0,"0"0"13"15,0 0 28-15,0 0-166 16,0 0-109-16,0 0-15 15,0 0 112-15,33 78-18 16,-24-35-3-16,-1 1-73 16,2-4-15-16,-4-2-21 15,1-6-5-15,-3-5-10 16,0-5 0-16,-1-9 3 16,0-3-9-16,-1-6 0 15,0-1 3-15,0-1-14 0,0-2-7 16,-2 0 2-1,0 0-7-15,0 0-18 0,0-2-33 16,0-10-74-16,0-5-93 16,0-5-272-16,0 2-108 15,0 4-325-15</inkml:trace>
  <inkml:trace contextRef="#ctx0" brushRef="#br0" timeOffset="110320.27">13170 12992 1220 0,'0'0'226'16,"0"0"-83"-16,0 0-65 16,0 0-48-16,120-28-30 15,-68 12 0-15,5-5-12 16,-12 6-93-16,-14 3-568 0</inkml:trace>
  <inkml:trace contextRef="#ctx0" brushRef="#br0" timeOffset="-122956.27">1444 15721 1803 0,'0'0'267'16,"0"0"-25"-16,0 0 69 16,0 0-206-16,0 0 20 15,42 202 28-15,-10-50-43 16,-3 10-39-16,-7-24-20 15,-7-44-33-15,-3-34-5 16,-6-10-2-16,5 0-8 16,-2 3-3-16,5-9 0 15,-1-12-12-15,-1-14-63 16,-4-15-80-16,-8-6-92 16,0-24-125-16,-11-8-1129 0</inkml:trace>
  <inkml:trace contextRef="#ctx0" brushRef="#br0" timeOffset="-122658.02">1139 15998 1644 0,'0'0'121'16,"0"0"152"-16,67-107-109 15,-7 71 0-15,13 6 10 16,6 21-64-16,-8 9-24 15,-9 5-44-15,-13 29 12 16,-13 6 16-16,-14 10 11 0,-15-1-5 16,-7 5 11-16,-4-8-2 15,-21 2-13-15,-4-4-21 16,-5 0-33-16,5-8 12 16,3-4-29-16,3-10 6 15,8-12-7-15,3-1-26 16,6-9-45-16,6-9-90 15,0-10-308-15,0-8-882 0</inkml:trace>
  <inkml:trace contextRef="#ctx0" brushRef="#br0" timeOffset="-122274.32">2022 15721 1642 0,'0'0'316'0,"0"0"-111"15,0 0 94-15,0 0-202 16,0 0 19-16,-77 127 21 16,67-69-7-16,5 12-15 0,2 10-2 15,3 6-25-15,0-2-32 16,12 1-4-16,5-13-43 16,6-10 16-16,6-12-19 15,2-14 3-15,7-10-9 16,5-17-1-16,3-9-56 15,26-12-79-15,-14-15-105 16,-8-5-566-16</inkml:trace>
  <inkml:trace contextRef="#ctx0" brushRef="#br0" timeOffset="-121808.85">2570 15843 1672 0,'0'0'250'16,"0"0"-55"-16,0 0 92 16,0 0-165-16,-132 12-42 15,101 10 4-15,2 10 12 16,5 0-28-16,8 5-9 15,9-3-47-15,7-8 15 16,7 2-26-16,22-2 7 16,11-5-1-16,7 4 1 0,1 5-7 15,0-4 6 1,-6 6-7-16,-9 4 8 16,-8-3-17-16,-9 1 12 0,-8-2-4 15,-5-6 2-15,-3 2 10 16,0-2 10-16,-11-5 43 15,-5-2 11-15,-4-1-27 16,-2-4 0-16,-3-7-36 16,-4 4 16-16,-4-2-27 15,-1-2 12-15,-1 0-13 16,4-4 0-16,4-3-11 16,9 0-16-16,9 0-39 15,9 0-55-15,0-10-106 16,2-8-591-16</inkml:trace>
  <inkml:trace contextRef="#ctx0" brushRef="#br0" timeOffset="-121387.43">2809 15611 1603 0,'0'0'206'15,"0"0"150"-15,0 0-109 16,135 98-41-16,-83-40-48 16,-8 14-57-16,-6 12 4 15,-12 5-45-15,-9-3 2 16,-13-2-9-16,-4-8-19 16,0-5-16-16,0-13-6 15,-9-9 4-15,2-12-15 16,2-11-2-16,3-12-4 0,2-7-53 15,0-7-80 1,14-7-82-16,10-11-505 0,1-10-861 0</inkml:trace>
  <inkml:trace contextRef="#ctx0" brushRef="#br0" timeOffset="-121026.31">3355 15971 1587 0,'0'0'223'0,"0"0"-69"16,0 0-67-16,0 0 9 16,0 0 52-16,0 0-7 15,119 15-63-15,-78-15-30 16,-1 0-47-16,3 0-1 15,1 0-146-15,-9-5-186 0,-10 5-343 0</inkml:trace>
  <inkml:trace contextRef="#ctx0" brushRef="#br0" timeOffset="-120810.48">3466 16325 1103 0,'0'0'156'16,"0"0"107"-16,0 0-123 0,151-37-91 16,-108 25-40-1,3 6-9-15,-10 2-205 0,-11 0-524 0</inkml:trace>
  <inkml:trace contextRef="#ctx0" brushRef="#br0" timeOffset="-99126.47">5125 15645 1505 0,'0'0'321'15,"0"0"-203"-15,0 0 197 16,0 0-186-16,0 0-80 16,0 0 3-16,0 0 19 15,-54 64 15-15,41-24 13 16,1 4-10-16,6 6-13 15,6 4 2-15,0 3-33 16,0 1 4-16,16-8-26 16,5-2 1-16,4-8-23 0,4-4 7 15,0-14-1 1,4-4-5-16,3-4 41 0,-1-10-32 16,0-4 31-16,-6 0-23 15,-6 0-4-15,-4-4-14 16,-6-4 10-16,1-1-11 15,-6-2-27-15,1 3-35 16,0-2-49-16,6-5-40 16,-1 1-372-16,-3-1-627 0</inkml:trace>
  <inkml:trace contextRef="#ctx0" brushRef="#br0" timeOffset="-97953.97">5951 15659 939 0,'0'0'196'0,"0"0"88"15,0 0-58-15,0 0-104 16,0 0 11-16,0 0 22 16,0 0-10-16,-40-22 6 0,20 22-73 15,-2 0-21-15,-2 0-11 16,3 5 0-16,3 4-15 15,3 1 9-15,1 6-11 16,1-2-29-16,2 7 6 16,-3 2 9-16,4 0-14 15,-2-2 0-15,5-3 5 16,5-4-6-16,2-6-2 16,0 2 1-16,0-2 1 15,7 3-1-15,5-8 2 16,3 5-3-16,-1-2 8 15,1-2-6-15,3-4 0 0,-1 0 1 16,6 0 5 0,4 0 2-16,2 0-8 0,6 0 1 15,-2 0-1-15,1 0 12 16,-1 10-13-16,-4 6 1 16,-4-2 0-16,0 9-7 15,-3-5 7-15,-5 3 0 16,-3 2 1-16,-1-4-1 15,-6 2 1-15,-3-1 4 16,-1 1 2-16,-3 2-5 16,0 3-1-16,0 0 25 15,-3-4-9-15,-8-3 0 16,-2-2 4-16,-3-2 1 0,-4-8 35 16,-4 0-14-1,-5-7 26-15,-4 0-46 0,-1 0 2 16,-2-7-16-16,7-5-2 15,3 2-6-15,6 2 1 16,4-1 4-16,5 4 0 16,2 1-12-16,2 4 9 15,2-3-15-15,1 3-2 16,4 0-51-16,0 0-92 16,0 0-185-16,2 0-343 0</inkml:trace>
  <inkml:trace contextRef="#ctx0" brushRef="#br0" timeOffset="-96544.05">6694 16106 80 0,'0'0'409'0,"0"0"-283"0,0 0-4 15,0 0-3-15,0 0-51 16,0 0-42-16,0 0-26 16,-116-89-31-16,100 72-61 15,-1 3 36-15,-4-1 37 16,-3 3 19-16,1 7 45 16,4 1-9-16,3-5 78 15,9 4 23-15,7-8-135 16,0 3-2-16,0-6-109 15,0 6 93-15,4-2 16 16,-1 6 51-16,-3 2 59 0,0 4 7 16,0 0 6-1,0 0-75-15,0 0-35 0,0 0-13 16,2 0-92-16,0 0-5 16,0 0 26-16,-2 0 45 15,0 0 26-15,0 0 0 16,0 0 46-16,0 0 66 15,0-3 18-15,0 0 10 16,0-1 1-16,0 4-45 16,-2-4 8-16,2 4-28 15,-2-3 6-15,0-2-39 16,-1 1 8-16,1 2 19 16,2 1 8-16,0 1-1 15,0 0-41-15,0-3 14 0,0 3-35 16,0 0 15-1,0-4-18-15,0 4 9 0,0 0-13 16,0 0-7-16,0 0 1 16,-2 0 4-16,2 0-9 15,0 0 15-15,-2 0-11 16,0-4 5-16,0 0 3 16,-1-1-9-16,-1 0 11 15,1-2 1-15,-1 0-1 16,2 3 24-16,-1 1-10 15,3-4 35-15,0 7-39 16,0 0 7-16,0 0-22 16,-2 0 12-16,2 0-17 0,0 0 8 15,0 0-7 1,0 0-1-16,0 10-2 0,0 8 2 16,9 10 3-16,3 10 14 15,-2 8 25-15,1 7-8 16,-1 0-2-16,1 2-3 15,-3-6-9-15,2-5 1 16,-2-9-21-16,1-3 30 16,-5-6-31-16,2-8 11 15,-4-8-10-15,0-1 3 16,-2-5-3-16,0-3-1 16,0-1 1-16,0 0-1 15,0 0-9-15,0 0-73 16,4-10-100-16,3-4-418 15,5-4-564-15</inkml:trace>
  <inkml:trace contextRef="#ctx0" brushRef="#br0" timeOffset="-96026.66">6857 15883 1525 0,'0'0'310'0,"0"0"-195"0,0 0 15 16,0 0-102-16,0 0 34 16,0 0 72-16,0 0 1 15,41 134-38-15,-27-99-2 16,-5-3-46-16,0-3-12 15,-2 0-16-15,-3-3-15 16,-1-3-3-16,-3-6 9 16,0-2-7-16,0-1-5 15,-5-2-6-15,-11 1-26 16,1-5-3-16,-3-2 9 16,2-1 23-16,5-2-3 15,2-3 12-15,5 0-7 16,2 0 7-16,2 0-6 0,0 4 0 15,0-4 0 1,0 0-5-16,0 0-9 0,0 2 14 16,0-2 0-16,9 0 63 15,13 0 6-15,2 0 19 16,7-9-58-16,-2-2-6 16,2 3-23-16,-4 0-1 15,2 3-8-15,-2 0-47 16,2-2-46-16,-4 0-117 15,2-5-53-15,-10 2-123 16,-3-4-337-16</inkml:trace>
  <inkml:trace contextRef="#ctx0" brushRef="#br0" timeOffset="-95769.26">6689 16029 1510 0,'0'0'268'0,"0"0"-26"16,0 0-14-16,0 0-119 16,0 0-45-16,0 0 1 15,0 0 29-15,72-21-45 16,-35 8-4-16,5-1-45 15,6 4-13-15,16-6-305 0,-10 6-234 16,-10 1-852-16</inkml:trace>
  <inkml:trace contextRef="#ctx0" brushRef="#br0" timeOffset="-95349.99">7108 15721 1141 0,'0'0'252'0,"0"0"-63"15,0 0 12-15,0 0-106 16,0 0-6-16,0 0-3 16,0 0 62-16,100 24 40 15,-66 6-12-15,0 6-61 16,-3 12-18-16,-2 8-33 16,-7 5-1-16,-2 1-20 15,-9 2-14-15,-2-10-3 16,-6-2-25-16,-3-10 17 15,0-4-18-15,0-14 8 16,0-7-8-16,0-7-18 16,0-6-90-16,0-4-56 0,2 0-98 15,13 0-111 1,1 0-144-16,1-11-949 0</inkml:trace>
  <inkml:trace contextRef="#ctx0" brushRef="#br0" timeOffset="-94899.21">7781 15986 1452 0,'0'0'311'0,"0"0"-129"15,0 0 25-15,0 0-145 16,0 0-55-16,0 0 48 16,0 0 71-16,-15 40 37 15,9-26-68-15,-2-2-23 16,2-10-39-16,3-2 2 16,3 0 0-16,0 0 1 15,0-2-1-15,0-6-8 16,0 4 15-16,0 0-24 15,9 4 18-15,1 0-22 16,1 0-3-16,-1 0-11 0,-4 8 9 16,-4 2-9-1,-2 2 33-15,0-3 36 0,-6 0-39 16,-4-6 15-16,3 2-27 16,1-5 9-16,1 0-17 15,2-5-1-15,3-7-9 16,0-5-49-16,3-1-53 15,29-6-97-15,-1 3-296 16,-2 6-323-16</inkml:trace>
  <inkml:trace contextRef="#ctx0" brushRef="#br0" timeOffset="-94584.04">8156 15807 861 0,'0'0'1213'0,"0"0"-1076"16,0 0-21-16,0 0 65 15,0 0-8-15,44 133 0 16,-23-75-67-16,-2 6 2 15,-3-6-72-15,-3-6-9 16,-3-1-27-16,1-12 5 16,-5-8-5-16,-2-8-24 15,2-9-35-15,-4-5-78 0,0-9-99 16,-2-5-94-16,0-13-267 16,0 0-529-16</inkml:trace>
  <inkml:trace contextRef="#ctx0" brushRef="#br0" timeOffset="-94296.86">8118 15851 1689 0,'0'0'226'16,"0"0"-135"-16,0 0 63 16,107-124-93-16,-47 97-23 15,1 14 5-15,-3 13 31 0,-10 13-48 16,-12 22 0-16,-14 13 54 15,-14 10 89-15,-8 2-31 16,0-2-33-16,-19-5-36 16,-3-7-32-16,-3-6 14 15,1-10-42-15,0-8 9 16,-1-7-18-16,2-8 0 16,2-7-9-16,3 0-43 15,5 0-71-15,13 0-93 16,0-12-107-16,2-6-282 0</inkml:trace>
  <inkml:trace contextRef="#ctx0" brushRef="#br0" timeOffset="-93982.28">8827 15712 1536 0,'0'0'184'0,"0"0"93"15,0 0-48-15,0 0-99 16,0 0-66-16,0 0 58 16,-64 104 40-16,56-46-13 15,6 0-4-15,2-4-67 16,0-6-20-16,16-7-40 15,7-10-3-15,-2-9-15 0,6-5 0 16,2-8-35-16,2-3-22 16,3-6-43-16,17 0-145 15,-9-15-259-15,-3-2-353 0</inkml:trace>
  <inkml:trace contextRef="#ctx0" brushRef="#br0" timeOffset="-93509.35">9233 15677 1945 0,'0'0'606'0,"0"0"-498"0,0 0 123 16,0 0-157-16,0 0-50 16,0 0-18-16,0 0 19 15,8 93 6-15,6-47 10 16,-5-3-28-16,-1-1-13 15,0-6 2-15,-4-2 7 16,-2-2-18-16,-2-9 9 16,0-1-8-16,0-4 1 15,0-4-4-15,-8-2-27 16,-6-2 20-16,-1 0 12 16,-4-2-1-16,1 0 6 15,1-3 2-15,1-2-6 16,3 3 11-16,0-3-6 0,3 2 0 15,4-5 1 1,1 4-1-16,3-2-1 0,2 2 0 16,0-4 0-16,0 5-10 15,11-5 22-15,12 0 14 16,6 0 2-16,4 0-8 16,3 0-19-16,-3-11 15 15,-4 7-14-15,-4-1 0 16,-5 5-1-16,-3-3-31 15,-1-3-72-15,-3 3-157 16,6-18-233-16,-7 5-83 16,0 0-823-16</inkml:trace>
  <inkml:trace contextRef="#ctx0" brushRef="#br0" timeOffset="-92549.94">9014 15705 1064 0,'0'0'242'0,"0"0"19"16,0 0-35-16,0 0-31 16,0 0-16-16,0 0 74 15,0 0-82-15,98 7-53 16,-65-7-49-16,1-9-32 16,-1 1-22-16,-1 0-15 15,2 1-38-15,14 0-235 16,-5-5-231-16,-8 5-662 0</inkml:trace>
  <inkml:trace contextRef="#ctx0" brushRef="#br0" timeOffset="-92166.09">9616 15512 1245 0,'0'0'240'0,"0"0"-75"15,0 0 56-15,0 0-76 16,0 0-69-16,0 0-39 16,0 0 96-16,129 108 16 15,-97-45-10-15,-10 7-49 16,-11 2 7-16,-7-6-39 16,-4-3-20-16,0-14-19 15,0-4-19-15,-15-9 0 16,-16 0-60-16,4-11-254 15,-4-5-714-15</inkml:trace>
  <inkml:trace contextRef="#ctx0" brushRef="#br0" timeOffset="-91039.92">10668 15638 1565 0,'0'0'229'15,"0"0"-74"-15,0 0 124 16,0 0-225-16,0 0 12 0,0 0 115 15,22 152-16-15,-8-85-24 16,-5 8-28-16,0-4-48 16,-1-4-38-16,2-4 7 15,-4-14-33-15,-1-1 7 16,-1-12-8-16,-2-7 1 16,0-8-1-16,1-7-17 15,-1-5-50-15,1-9-75 16,-3 0-58-16,0-9-275 15,0-5-329-15</inkml:trace>
  <inkml:trace contextRef="#ctx0" brushRef="#br0" timeOffset="-90836.84">10492 16154 1579 0,'0'0'532'15,"0"0"-388"-15,0 0 195 16,161-67-163-16,-86 46-36 16,3-1-73-16,1 4-37 15,1 0-30-15,2 0-37 16,43-9-157-16,-21 9-370 16,-11-4-754-16</inkml:trace>
  <inkml:trace contextRef="#ctx0" brushRef="#br0" timeOffset="-90567.18">11678 15753 1969 0,'0'0'301'16,"0"0"-249"-16,0 0 138 15,0 0-41-15,44 156 1 16,-12-84-42-16,-1 3-24 16,-2 2-44-16,-2-6-19 15,-3-5-15-15,-1-7-5 16,-6-5-1-16,-1-14-15 0,-3-8-50 16,-6-14-164-1,-5-6-311-15,-2-12-282 0</inkml:trace>
  <inkml:trace contextRef="#ctx0" brushRef="#br0" timeOffset="-90264.88">11600 15811 1553 0,'0'0'210'16,"0"0"-11"-16,0 0 19 15,151-99-128-15,-88 96 19 16,-3 3-52-16,-6 26-25 16,-10 14 26-16,-11 14 21 0,-12 0 31 15,-15 4-8-15,-6-1 20 16,-13-3-54-16,-16-4-24 16,-6-7-27-16,-3-6-4 15,7-11-4-15,4-8-9 16,11-14-24-16,7-4-20 15,9 0-27-15,5-30-224 16,17 2-325-16,7-2-950 0</inkml:trace>
  <inkml:trace contextRef="#ctx0" brushRef="#br0" timeOffset="-89928.42">12501 15700 1560 0,'0'0'375'0,"0"0"-187"16,0 0 69-16,0 0-159 15,0 0-6-15,-58 133 42 16,51-71-11-16,5-3-11 16,2-1-42-16,0-8-27 0,4-6-37 15,12-8 2 1,0-6 2-16,-1-6-7 0,3-2-3 16,2-3 0-16,4-7-54 15,28-12-130-15,-7 0-388 16,-1-14-522-16</inkml:trace>
  <inkml:trace contextRef="#ctx0" brushRef="#br0" timeOffset="-89358.28">13214 15629 1315 0,'0'0'341'16,"0"0"-125"-16,0 0 3 15,0 0-113-15,0 0-38 16,0 0-19-16,0 0 45 15,-138 30-7-15,113-9 17 16,3 2-37-16,4 1-8 16,7-2-24-16,4-4-19 15,7-2-4-15,0-2-3 0,0 0-1 16,5-4-7-16,11 2 1 16,3-6 5-16,8 6-1 15,4-6-6-15,5 6 6 16,-2-4-6-16,-3 10 1 15,-9-4-2-15,-4 9-2 16,-7 0 2-16,-5 2 2 16,-6-2-1-16,0 3 1 15,0-3 4-15,0-5-5 16,-9 4 0-16,-10-4 0 16,-6 0 8-16,-4-1 8 15,-2 3-10-15,4-8 27 16,5-3 3-16,7-4 1 15,3-5-17-15,3 0-10 16,1 0-10-16,-2-5-25 0,1-4-32 16,3 0-61-16,2-3-68 15,-1 1-181-15,2-1-289 0</inkml:trace>
  <inkml:trace contextRef="#ctx0" brushRef="#br0" timeOffset="-88680.96">13635 15611 15 0,'0'0'1712'0,"0"0"-1397"16,0 0 33-16,0 0-183 15,0 0-97-15,0 0 37 16,20 150 35-16,-9-82-50 16,1-2-17-16,-6-4-18 15,-1-6-16-15,-3-7-28 16,0-9-10-16,0-9-1 16,0-10 0-16,3-3-28 15,7-18-96-15,-2 0-215 16,6 0-338-16</inkml:trace>
  <inkml:trace contextRef="#ctx0" brushRef="#br0" timeOffset="-88060.1">14333 15593 16 0,'0'0'2011'0,"0"0"-1740"15,0 0-11-15,0 0-132 16,0 0-92-16,0 0-9 16,2 102 41-16,12-59 0 15,-3 2-12-15,-1-3-41 16,0-2 9-16,-3-6-22 15,-5-1-2-15,0-10 0 16,-2-2-20-16,0-3-44 0,0-4-48 16,-15 0 5-16,-6 2-59 15,-1-2 21-15,-3 0-30 16,4-5-1-16,2 0 68 16,4-6 62-16,1-3 38 15,6 5 8-15,1-5 65 16,0 0 35-16,5 0 18 15,-1 0-16-15,3 2-18 16,0-2-12-16,3 0 43 16,21 0 48-16,7-7-38 15,9-5-41-15,5-7-44 16,-5 3-33-16,1 2-7 16,-8 0-64-16,-4 2-201 0,3-2-125 15,-9-1 2 1,-7-1-608-16</inkml:trace>
  <inkml:trace contextRef="#ctx0" brushRef="#br0" timeOffset="-87824.96">14177 15717 1467 0,'0'0'354'16,"0"0"-89"-16,0 0-22 0,0 0-81 15,0 0-95-15,129-56-22 16,-88 49-45-16,19-5-25 16,-14 3-271-16,-1 1-561 0</inkml:trace>
  <inkml:trace contextRef="#ctx0" brushRef="#br0" timeOffset="-87556.65">14712 15512 1793 0,'0'0'259'0,"0"0"-42"0,0 0-28 16,0 0-120-1,0 0-47-15,0 0 5 0,-120 49 9 16,108-22-14-16,6 4 29 16,3-5-22-16,3-2-3 15,0-2-20-15,13-4 3 16,10-6 0-16,6-2-3 16,2-6-6-16,5-4-3 15,15 0-112-15,-9-8-271 16,-3-7-412-16</inkml:trace>
  <inkml:trace contextRef="#ctx0" brushRef="#br0" timeOffset="-87188.48">15084 15290 472 0,'0'0'922'0,"0"0"-716"16,0 0-16-16,0 0-56 15,0 0 14-15,0 0-30 16,134 132 51-16,-112-74-36 0,-1 5 4 15,-8 5-24-15,-7-2-25 16,-4 1-3-16,-2-7-40 16,0-2 9-16,-15-7-45 15,-5-5 3-15,2-2-4 16,0-11-8-16,7-7-5 16,7-10-113-16,4-16-155 15,0 0-257-15,15-3-113 0</inkml:trace>
  <inkml:trace contextRef="#ctx0" brushRef="#br0" timeOffset="-86505.19">15670 15673 967 0,'0'0'938'15,"0"0"-713"-15,0 0 43 16,0 0-69-16,0 0-109 15,0 0-73-15,0 0 1 16,-8 4-16-16,5 2 11 16,-1 2 10-16,0-4 21 15,-6 1-18-15,4-5-10 16,-1 0-4-16,1 0 0 16,4 0 28-16,-1 0-23 15,3 0 20-15,0-5-26 16,0 1-1-16,0-4-8 15,0 4 1-15,0-2-3 0,5 2-20 16,10-4-99-16,-1 6-342 16,1-6-317-16</inkml:trace>
  <inkml:trace contextRef="#ctx0" brushRef="#br0" timeOffset="-86114.09">15978 15691 1557 0,'0'0'352'16,"0"0"-245"-16,0 0 10 15,0 0 65-15,0 0-49 16,24 145-29-16,-1-82 33 16,-3 9-33-16,-2 1-14 15,-2-1-54-15,-3-6-6 16,-5-11-24-16,2-8 2 15,-6-15-7-15,1-9-2 16,-3-11-33-16,0-10-88 16,-2-2-51-16,0-14-169 0,0-14-252 15,-7 1-717-15</inkml:trace>
  <inkml:trace contextRef="#ctx0" brushRef="#br0" timeOffset="-85715.83">15987 15770 84 0,'0'0'1536'16,"0"0"-1354"-16,0 0-44 15,71-111 64-15,-33 77-29 16,3 10 5-16,-4 16-50 16,-3 8-83-16,-5 22-44 15,-7 22 5-15,-9 9-5 16,-11 5-1-16,-2 5 0 15,-8-5 22-15,-19-9 8 16,-2-3 0-16,-2-15-1 0,0-8-23 16,4-11-6-1,2-12-16-15,8 0-56 0,7-23-164 16,6-6-135-16,4 2-467 0</inkml:trace>
  <inkml:trace contextRef="#ctx0" brushRef="#br0" timeOffset="-85409.23">16451 15570 1640 0,'0'0'334'0,"0"0"-217"16,0 0 97-16,0 0-68 16,0 0-1-16,-38 151-2 15,38-91 3-15,0 0-49 16,13-4-41-16,3-8-33 16,1-12-15-16,-1-9 3 15,4-9-11-15,0-10 0 16,5-8-60-16,21-12-98 15,-5-16-379-15,-5 2-610 0</inkml:trace>
  <inkml:trace contextRef="#ctx0" brushRef="#br0" timeOffset="-84995.59">16852 15654 1739 0,'0'0'531'15,"0"0"-440"-15,0 0-22 16,0 0 15-16,0 0 18 16,0 0 8-16,0 0-25 15,27 123-39-15,-17-84 0 16,4 0-25-16,-5 1-13 16,-3-8 2-16,0-2-8 15,-4-6-2-15,-2-5 0 0,0-7-16 16,0-2-35-16,-10-3-1 15,-11 2-14-15,-8 1 33 16,-2 4 0-16,-1-6 31 16,3 0-17-16,7-2 18 15,6-3 2-15,7 2-2 16,7-5 2-16,0 0 6 16,2 0 9-16,0 0-10 15,11 0 13-15,13 0 32 16,10 0 12-16,3-14-38 15,6 2 2-15,-3-6-18 16,-5 4-9-16,1-3-13 16,0-5-79-16,-12 7-216 15,-6-2-334-15</inkml:trace>
  <inkml:trace contextRef="#ctx0" brushRef="#br0" timeOffset="-84785.76">16665 15731 1835 0,'0'0'254'16,"0"0"231"-16,0 0-289 16,0 0-95-16,0 0-76 15,0 0 13-15,0 0-31 16,143-66-4-16,-72 52-3 15,-11 1-197-15,-11 4-554 0</inkml:trace>
  <inkml:trace contextRef="#ctx0" brushRef="#br0" timeOffset="-84523.79">17190 15499 1483 0,'0'0'398'15,"0"0"-272"-15,0 0 175 16,0 0-114-16,0 0-118 16,0 0-46-16,0 0-16 15,-68 3 10-15,55 29-1 0,1 0 38 16,5 5-20-16,5-3-7 16,2-10-14-16,0-2 1 15,13-5-7-15,10-12 2 16,4-1-9-16,4-4-45 15,6 0-138-15,-5-9-162 16,-5-4-234-16</inkml:trace>
  <inkml:trace contextRef="#ctx0" brushRef="#br0" timeOffset="-84178.2">17315 15291 1370 0,'0'0'330'16,"0"0"-212"-16,0 0 60 15,0 0-30-15,0 0 10 16,114 99 3-16,-81-48-15 16,-6 8-54-16,-6 11-2 15,-8 7-24-15,-4 3-1 16,-2-8-42-16,-5-2 1 16,-2-7-24-16,0-9 0 0,0-11-54 15,-12 8-99-15,-5-15-381 16,-1-10-862-16</inkml:trace>
  <inkml:trace contextRef="#ctx0" brushRef="#br0" timeOffset="-67625.48">9616 78 825 0,'0'0'99'16,"0"0"-99"-16,0 0-112 16,0 0-40-16,0 0-121 0</inkml:trace>
  <inkml:trace contextRef="#ctx0" brushRef="#br0" timeOffset="-63179.95">5322 2588 476 0,'0'0'0'0</inkml:trace>
  <inkml:trace contextRef="#ctx0" brushRef="#br0" timeOffset="-11542.34">19483 15721 1918 0,'0'0'501'0,"0"0"-184"15,0 0-66-15,0 0-150 16,0 0-71-16,-9 136 57 15,30-25-1-15,2 1-21 16,-3-6 1-16,0-16-37 16,-6-20 1-16,-3 3-23 15,2-1 1-15,-6-14-8 16,-1-14-1-16,-3-13-34 16,-3-18-34-16,0-13-32 15,0 0-3-15,0-18-57 16,-9-35-350-16,-7 0-39 15,-1 2-273-15</inkml:trace>
  <inkml:trace contextRef="#ctx0" brushRef="#br0" timeOffset="-11295.57">19335 16008 1294 0,'0'0'369'0,"0"0"112"16,38-133-194-16,18 74-128 15,20 6-28-15,10 13 2 16,6 17-30-16,-8 23-54 15,-12 19-21-15,-19 37-27 16,-24 17 4-16,-22 6 7 16,-7 6 27-16,-24-5 6 15,-19-7 16-15,-3-12-2 16,-4-11-19-16,4-15-11 16,5-16-28-16,6-15 15 0,10-4-16 15,14-14-43-15,16-40-71 16,21 6-91-16,10 2-571 0</inkml:trace>
  <inkml:trace contextRef="#ctx0" brushRef="#br0" timeOffset="-11075.91">20234 16423 1279 0,'0'0'1171'0,"0"0"-954"15,0 0 145-15,-83-116-162 16,75 63-104-16,4-1-24 0,4-1-21 16,0 6-33-16,6 1-18 15,9 3 0-15,7 1-54 16,7 5-54-16,29 6-63 16,-7 5-193-16,-4 17-649 0</inkml:trace>
  <inkml:trace contextRef="#ctx0" brushRef="#br0" timeOffset="-10816.03">20415 15963 1332 0,'0'0'724'16,"0"0"-547"-16,0 0 290 15,-54 129-280-15,54-79-91 16,13-1 2-16,22 0-27 16,8-13-33-16,1-10-37 0,4-16 0 15,-6-10 5 1,-7-1 6-16,-8-22-3 0,-11-11 4 15,-9 3-12-15,-7-1 11 16,-7-3 23-16,-20 7 1 16,-8 6 26-16,-6 3-6 15,1 7 1-15,5 3-27 16,8 1-12-16,8 4-18 16,15-2-1-16,4-16-106 15,18-1-116-15,7-4-701 0</inkml:trace>
  <inkml:trace contextRef="#ctx0" brushRef="#br0" timeOffset="-10409.4">20878 15665 2230 0,'0'0'338'0,"0"0"-242"15,-23 151 141-15,23-72-73 16,11 4-81-16,20-7-11 15,6-6-21-15,-8-15-41 16,-8-11 8-16,-9-13-18 16,-7-9 0-16,-5-14 1 15,0-8 10-15,-19 0 3 16,-3-22-3-16,2-10 2 16,9-7-12-16,11-2-2 15,7-3-24-15,33 0-21 0,14 8 4 16,8 13 16-1,0 15-7-15,-6 8 14 0,-16 27-26 16,-17 17 21-16,-21 10 23 16,-2 8 2-16,-31 0 25 15,-12-4 30-15,-4-7-5 16,-2-16-24-16,7-12 3 16,2-15-6-16,6-8-11 15,8-15-2-15,10-19-11 16,12-2-15-16,19-14-108 15,21 10-148-15,6 4-504 0</inkml:trace>
  <inkml:trace contextRef="#ctx0" brushRef="#br0" timeOffset="-10033.29">21513 16066 195 0,'0'0'2003'0,"0"0"-1689"16,-122 0-118-16,81 0-21 16,12 18-114-16,14 10-29 15,13 5-5-15,2-1-9 16,22-1 20-16,20-7 0 16,10-7-16-16,1-8-13 15,-4-9 2-15,-7 0-11 16,-13-4-1-16,-11-15 0 15,-11-4 1-15,-7 2 1 0,0 2 19 16,0 3 29-16,0 10 20 16,-2 6 0-16,2 0-62 15,0 15-6-15,0 11 6 16,8 1 22-16,6 4-19 16,1-4-1-16,3-5-9 15,-2-4-9-15,4-5-32 16,5-13-83-16,12-4-45 15,-1-19-333-15,-9-3-971 0</inkml:trace>
  <inkml:trace contextRef="#ctx0" brushRef="#br0" timeOffset="-9643.16">21729 15583 2278 0,'0'0'478'16,"0"0"-436"-16,0 0 118 15,9 122 31-15,14-43-74 16,4 11 7-16,-1-1-52 16,-2-8-16-16,-3-12-34 15,-3-10-8-15,-7-13-14 16,-3-20 5-16,-4-12-5 16,2-14-2-16,0 0 1 15,1-26 1-15,7-6 0 16,5-3-12-16,8-2-3 0,6 3-1 15,5 10 5-15,3 2 11 16,-4 10 0-16,-3 10 0 16,-10 2-15-16,-13 14 9 15,-11 13 5-15,0 8 1 16,-25 0 15-16,-12 2 18 16,-5-5-11-16,1-6-10 15,6-8-4-15,10-6-8 16,12-12 0-16,9 0-42 15,4-12-94-15,24-28-108 16,8 1-563-16,3 2-943 0</inkml:trace>
  <inkml:trace contextRef="#ctx0" brushRef="#br0" timeOffset="-9506.65">22273 16062 2082 0,'0'0'506'15,"0"0"-218"1,0 0-59-16,0 0-112 0,0 117-81 15,0-100-26-15,0-2-10 16,5-15-76-16,6 0-122 16,-2-3-489-16</inkml:trace>
  <inkml:trace contextRef="#ctx0" brushRef="#br0" timeOffset="-9380.98">22291 15895 2158 0,'0'0'622'0,"0"0"-539"0,0 0 133 16,0 0-190-16,0 0-26 16,0 0-495-16</inkml:trace>
  <inkml:trace contextRef="#ctx0" brushRef="#br0" timeOffset="-9184.41">22458 15575 2292 0,'0'0'513'0,"0"0"-449"16,27 108 205-16,-7-42-104 15,0 10-72-15,-4-2-17 16,-7-2-44-16,-5-5-31 16,-2-13-1-16,0-13-84 0,7-18-55 15,1-14-99-15,0-9-558 0</inkml:trace>
  <inkml:trace contextRef="#ctx0" brushRef="#br0" timeOffset="-9034.22">22687 15927 1971 0,'0'0'548'0,"0"0"-482"16,0 0 242-16,0 0-127 16,0 0-98-16,0 0-34 15,0 0-34-15,0 85-15 16,8-85-36-16,3 0-104 15,-1-14-235-15,-2-11-1532 0</inkml:trace>
  <inkml:trace contextRef="#ctx0" brushRef="#br0" timeOffset="-8893.54">22598 15753 2300 0,'0'0'460'16,"0"0"-317"-16,0 0 30 15,0 0-173-15,0 0-101 16,0 0-199-16,0 0-1215 0</inkml:trace>
  <inkml:trace contextRef="#ctx0" brushRef="#br0" timeOffset="-8501.05">22986 15799 2177 0,'0'0'489'16,"0"0"-289"-16,0 0 2 16,-120-6-148-16,98 17-24 15,6 21-18-15,10 9 7 16,6 9-18-16,0-1 8 16,17-8 0-16,16-6-9 15,12-12-1-15,5-14-23 16,3-9-33-16,-4-14-50 15,-5-22-61-15,-9-8-75 16,-16-10 111-16,-15-13 93 16,-4-3 39-16,0 2 12 0,-17 6 70 15,-1 12 79-15,3 15 36 16,3 17 3-16,8 14-70 16,-1 4-55-16,5 8-57 15,0 23-17-15,0 10 30 16,2 12 4-16,9 5-11 15,1-4-18-15,1-6-6 16,7-12-6-16,30-9-48 16,-6-13-123-16,-2-10-697 0</inkml:trace>
  <inkml:trace contextRef="#ctx0" brushRef="#br0" timeOffset="-8179.46">23580 15735 2246 0,'0'0'315'16,"0"0"-110"-16,0 0 13 15,-141 116-117-15,124-72-21 16,14-3-2-16,3-9-41 16,29-6-20-16,18-17-17 15,11-9 0-15,0-5-33 16,-4-22-28-16,-15-8 34 15,-10-4 9-15,-16 1 18 16,-5 8 1-16,-8 8 38 16,0 8 32-16,0 5 24 15,0 9-24-15,0 0-59 0,0 0-12 16,2 15-4 0,7 2-4-16,6 4 8 0,9-3-49 15,30-8-84-15,-2-6-123 16,-4-4-507-16</inkml:trace>
  <inkml:trace contextRef="#ctx0" brushRef="#br0" timeOffset="-7921.56">24203 15712 1573 0,'0'0'865'0,"0"0"-692"0,0 0 88 16,-144 5-131-16,113 22-88 15,6 6 11-15,9 9 16 16,16 4-28-16,0-5 5 16,23-2-34-16,17-4 3 15,9-12-15-15,7-9-9 16,0-9-51-16,-8-5-49 16,-10-14-60-16,-9-23-95 15,-11-11-53-15,-18-59-38 16,0 8-233-16,-2 1-369 0</inkml:trace>
  <inkml:trace contextRef="#ctx0" brushRef="#br0" timeOffset="-7818.93">24307 15334 1534 0,'0'0'851'0,"0"0"-658"0,0 0 9 15,-25 124 48 1,18-21-120-16,0 1-58 0,7-2-62 16,0 22-10-16,0-37-134 15,0 1-713-15</inkml:trace>
  <inkml:trace contextRef="#ctx0" brushRef="#br0" timeOffset="-5970.5">22498 16575 1247 0,'0'0'501'16,"0"0"-141"-16,0 0 117 16,0 0-356-16,0 0-29 15,0 0 74-15,-6 161-21 16,6-89-50-16,0 3-20 15,0 0-35-15,0 1 0 16,0-4-40-16,4-5 0 16,5-13-2-16,2-14-23 15,-2-17-71-15,0-20-76 16,-2-3-169-16,-7-3-508 0</inkml:trace>
  <inkml:trace contextRef="#ctx0" brushRef="#br0" timeOffset="-5814.67">22120 17235 2270 0,'0'0'357'0,"0"0"-154"16,0 0-67-16,0 0-109 16,180-66-27-16,-61 30-21 15,-19 9-216-15,-21 0-550 0</inkml:trace>
  <inkml:trace contextRef="#ctx0" brushRef="#br0" timeOffset="-5520.67">22907 17057 2148 0,'0'0'348'16,"0"0"-208"-16,0 0 84 15,0 0-136-15,-99 116-45 16,113-98 18-16,30-12-46 15,12-6 6-15,8 0-20 16,-1-14 19-16,-7-8-20 16,-17-6-1-16,-14 6 1 15,-18-5 7-15,-7 5-7 16,-11 0 14-16,-23 4 16 16,-3 4-12-16,-8 5 6 15,1 0-23-15,1 6 6 0,7 3-7 16,9 0 0-1,14 0-46-15,13 0-96 0,15 3-382 16,14-3-585-16</inkml:trace>
  <inkml:trace contextRef="#ctx0" brushRef="#br0" timeOffset="-5332.5">23352 16790 2356 0,'0'0'374'0,"0"0"-283"16,0 0 110-16,0 116-89 16,0-64-72-16,0-2-26 0,12 4-14 15,3-5-6-15,-1-4-77 16,-4 11-104-16,-3-15-478 16,-5-13-836-16</inkml:trace>
  <inkml:trace contextRef="#ctx0" brushRef="#br0" timeOffset="-5199.04">23200 17267 2343 0,'0'0'526'0,"0"0"-456"16,0 0 74-16,0 0-144 16,150-134-108-16,-63 97-128 0,-2 3-649 15</inkml:trace>
  <inkml:trace contextRef="#ctx0" brushRef="#br0" timeOffset="-4875.44">23831 16973 2060 0,'0'0'470'16,"0"0"-380"-16,-118 79 166 16,91-42-120-16,21-2-78 15,6-5-4-15,31-11-35 16,21-9-13-16,10-10-12 15,2 0-33-15,-6-22-50 16,-18-6-43-16,-17-2 78 16,-17 1 31-16,-6 3 23 15,-2 9 46-15,-13 2 62 0,3 7 11 16,6 8-51-16,4 0-23 16,2 14-44-16,0 12 47 15,6 5-1-15,12 1-13 16,2-6-19-16,-2-2-14 15,0-8-1-15,-3-2-26 16,4-8-39-16,12-6-79 16,-4-6-158-16,-6-16-681 0</inkml:trace>
  <inkml:trace contextRef="#ctx0" brushRef="#br0" timeOffset="-4702.2">24222 16744 1684 0,'0'0'927'0,"0"0"-802"15,0 0 116-15,33 125-32 16,-20-70-104-16,3 3-41 16,-1-2-28-16,-1-10-25 15,-3-2-11-15,-2-7-60 16,-2-7-85-16,-7-6-110 16,0-6-452-16,-12-11-876 0</inkml:trace>
  <inkml:trace contextRef="#ctx0" brushRef="#br0" timeOffset="35837.94">22077 9169 1733 0,'301'29'0'0</inkml:trace>
  <inkml:trace contextRef="#ctx0" brushRef="#br0" timeOffset="65733.83">7378 12634 1333 0,'0'0'205'0,"0"0"-64"16,0 0 106-16,0 0-67 15,0 0-48-15,0 0-21 16,-11-29-68-16,24 25-12 0,12-1 9 15,8-2 30-15,9 1-24 16,10-4 16-16,10 1-23 16,7 0-8-16,5-1-13 15,3-2-6-15,0 4 3 16,-4-1-13-16,-1 6 14 16,-1-4-16-16,9 0 15 15,27-9-14-15,32-12 2 16,25-11-1-16,-12 3-2 15,-30 7 4-15,-41 12-2 16,-27 9-4-16,4 2 4 16,2 0-2-16,7-3 1 0,-3 2-1 15,9-3 0-15,10-5 7 16,27-4-7-16,-6 0 0 16,8 2 0-16,-2 0 8 15,-22 7-8-15,5-1 12 16,-10 3-21-16,-5-1 10 15,2 0-2-15,21-2 2 16,32-6-1-16,37-5 0 16,17-4 0-16,-6 2 0 15,-15 5 1-15,-18 7-7 16,-5 2 17-16,-1 2-11 16,-6 4 0-16,0-1 6 15,2 0-6-15,12-1-7 0,10 0 6 16,3-2 1-1,-9 2 5-15,-37 3-3 0,-36-2 38 16,-32 5-25-16,-20 0 0 16,-4 0-15-16,-5 0 7 15,-2-2-7-15,-3 0 8 16,-1-1 47-16,3-6 1 16,6 1-1-16,1-2-43 15,-1 2 3-15,-2 2-15 16,-4 2 0-16,-7 4-15 15,-5 0-35-15,-5 6-81 16,0 13-427-16,-7-2-737 0</inkml:trace>
  <inkml:trace contextRef="#ctx0" brushRef="#br0" timeOffset="66827.34">10809 12791 1126 0,'0'0'208'16,"0"0"61"-16,0 0 2 15,0 0-91-15,0 0-20 0,0 0-30 16,0 0-1-16,42-26-59 16,-20 28-27-16,3 22-19 15,-3 15 16-15,0 14-15 16,-2 30 15-16,-6 26-11 16,-9 26-17-16,-5-6-5 15,0-23-7-15,-19 6-16 16,-3-42-252-16,-4 1-473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6:43:55.97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 1840,'0'0'0,"0"0"-1520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5:2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11378,'0'0'0,"0"0"-256,0 0-5089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5:2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26 7394,'0'0'2067,"0"0"-827,0 0-28,0 0-122,0 0-81,0 0 197,-5-6 3187,-9-6-2937,6 10-1446,0 0 0,0 1 0,0 0-1,0 0 1,0 1 0,0 0 0,1 0 0,-1 1-1,0 0 1,0 0 0,0 1 0,0 0 0,1 0-1,-1 1 1,1 0 0,0 0 0,-1 1 0,2 0-1,-1 0 1,0 1 0,1 0 0,0 0 0,0 0-1,0 1 1,-1 1-10,-1 3 3,0-1-1,1 1 1,0 1 0,0-1-1,1 1 1,0 0-1,1 1 1,0-1 0,1 1-1,1 0 1,0 0-1,0 0 1,1 0 0,1 1-1,-1 8-2,3-19-2,-1-1 0,1 0 0,0 1 0,-1-1 0,1 0 0,0 1 0,0-1 0,0 0 0,0 0 0,0 0 0,0 0 0,0 0 0,0 0 0,0 0 0,0 0-1,1 0 1,-1 0 0,0-1 0,1 1 0,-1 0 0,0-1 0,1 1 0,-1-1 0,1 0 0,-1 1 0,1-1 0,-1 0 0,1 0 0,0 0 2,61 5-61,-44-4 79,-3 1-24,-1 1 1,1 1 0,-1 1 0,0 0 0,0 1-1,-1 0 1,0 1 0,0 1 0,0 0-1,-1 1 1,-1 1 0,1 0 0,-2 0 0,1 1-1,-1 1 1,-1 0 0,0 0 0,-1 1 0,0 0-1,-1 1 1,6 13 5,-12-23 4,0 0 0,0 0 0,0 0 0,-1 0 0,0 0 0,1 0 0,-2 0 0,1 0 0,0 1 0,-1-1 0,0 0 0,0 0 0,0 1-1,0-1 1,-1 0 0,0 0 0,1 1 0,-2-1 0,1 0-4,-1-1 16,0 0-1,0 0 0,0 0 1,-1-1-1,1 1 1,-1-1-1,1 1 0,-1-1 1,0 0-1,0 0 0,0-1 1,0 1-1,0 0 1,0-1-1,0 0 0,-1 0 1,1 0-1,-1 0 0,1 0 1,-1-1-1,1 1 1,-4-1-16,-107 4 162,81-5-534,-1 3 0,0 0 0,-16 5 372,42-2-2432,7 1-1947,1-1-3976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5:2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12331,'0'0'2143,"0"0"-402,0 0-335,0 0-782,11 25-102,197 417 2812,-87-123-2182,-33-81-632,-115-289-1049,13 27-116,1 0-1,1-1 0,-2-9 646,-27-112-6532,27 85 1039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5:2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56 474 4177,'0'0'1715,"-7"-22"-345,6 18-1305,-11-31 998,2 0 0,1-1 0,2 0 0,2 0-1,1-3-1062,3 20 577,1 1-1,1-1 0,1 0 0,0 1 0,1-1 0,1 1 1,2-5-577,-4 19 77,-1-1 1,1 1 0,0 0 0,0 0 0,1 0-1,-1 0 1,1 0 0,0 0 0,0 0 0,0 1-1,0 0 1,0-1 0,1 1 0,0 1 0,0-1 0,-1 0-1,1 1 1,1 0 0,-1 0 0,0 0 0,1 0-1,-1 1 1,1 0 0,-1 0 0,1 0 0,-1 0-1,1 1 1,0-1 0,-1 1 0,1 1 0,2-1-78,-1 1-4,1 1-1,-1 0 1,0 0 0,0 0 0,0 1-1,0 0 1,0 0 0,-1 1 0,1-1-1,-1 1 1,0 0 0,0 0 0,-1 1-1,1 0 1,-1 0 0,0 0 0,0 0-1,0 0 1,-1 1 0,0 0 0,0 0-1,1 2 5,6 14 21,-1-1-1,-1 2 0,-1-1 0,-1 1 1,3 18-21,-5-18 23,-1 1 0,-1 0 0,-1 0 1,-1 0-1,-2 10-23,1-21 43,-1-1 0,-1 0 0,0 0 0,-1-1 0,0 1 0,0-1 0,-1 1 0,-1-2 0,0 1 0,0 0 0,-5 3-43,3-2 162,-2-1 0,1 0 0,-2 0 0,-7 6-162,14-14-11,-1 0 1,1 0 0,0 0-1,-1 0 1,0-1 0,1 0-1,-1 0 1,0 0 0,0 0-1,0-1 1,-1 0 0,1 0-1,0 0 1,-3-1 10,4-1-2586,1-3-3349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47:07.6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2851 1453 1633 0,'0'0'498'0,"0"0"-251"0,0 0 80 16,0 0-130-16,0 0-91 15,0 0-79-15,-9 21 1 16,28 47 37-16,4 42 26 16,0 39 1-16,-4 11-3 15,-7-6-30-15,-6-38-10 16,-6-35-4-16,2-23-25 16,1-10 1-16,-1 1-20 15,2 0 11-15,0-2-11 16,4-13-2-16,-4-14 1 15,0-8-1-15,-4-10-27 16,0-2-11-16,0 0-11 16,0-12-74-16,-24-31-48 0,1 4-153 15,4-5-633-15</inkml:trace>
  <inkml:trace contextRef="#ctx0" brushRef="#br0" timeOffset="352.04">2751 1627 603 0,'0'0'1059'16,"0"0"-913"-16,29-118 90 0,8 71 4 15,14 4-38-15,12 12-33 16,4 8 9-16,0 16-41 15,-7 7-40-15,-6 13-49 16,-12 28-4-16,-13 10-14 16,-13 16 7-16,-16 4 4 15,0 1 5-15,-25-2-7 16,-14-7-18-16,-3-5 0 16,-2-8-15-16,3-11 13 15,8-16-17-15,8-8 2 16,10-15-4-16,1 0-17 15,8-3-58-15,2-9-43 16,4-9-53-16,16 3-305 0,7 2-323 16</inkml:trace>
  <inkml:trace contextRef="#ctx0" brushRef="#br0" timeOffset="651.87">3900 1279 1974 0,'0'0'368'0,"0"0"7"0,0 0-189 15,0 0-84 1,-123 152-21-16,94-37 13 0,12-2-8 15,11-14-10-15,6-15-21 16,21-28-43-16,16-1 6 16,7-6-17-16,5-12-1 15,0-13-38-15,-4-12-41 16,15-12-53-16,-14 0-118 16,-3-15-520-16</inkml:trace>
  <inkml:trace contextRef="#ctx0" brushRef="#br0" timeOffset="1117.98">4587 1310 798 0,'0'0'1046'0,"0"0"-871"16,0 0 189-16,0 0-121 16,-141 15-150-16,113 11-28 15,1 6 16-15,5 2-30 16,8-2-15-16,12-5-24 16,2-4 13-16,14-4-7 15,15-3 18-15,8 0-9 0,5 0 6 16,3 4-6-16,-3 4-15 15,1 4 0-15,-7 5-12 16,-5 2 14-16,-9 2-13 16,-9-2-1-16,-8 1 0 15,-5 2 10-15,-2-4 10 16,-21 1 25-16,-3-5 22 16,-3-5-22-16,0-8 7 15,4-8-35-15,1-6 7 16,3-3-24-16,2 0 0 15,-2 0-3-15,3 0-28 16,1 0-40-16,-1 2-42 16,11-2-48-16,5 0-99 0,2 0-481 15</inkml:trace>
  <inkml:trace contextRef="#ctx0" brushRef="#br0" timeOffset="1567.8">4853 1115 1428 0,'0'0'478'16,"0"0"-195"-16,0 0-38 15,0 0-54-15,0 0-49 16,126 44-34-16,-90-9-32 15,2 12-28-15,0 29-18 16,-9 2 7-16,-7 12 12 16,-8 9 8-16,-14-17 12 15,0 8-34-15,0-13-10 0,0-14-25 16,-9-15 0-16,2-13 0 16,2-17-1-16,3-13-30 15,0-5-16-15,0 0-47 16,-2-9-228-16,-1-3-787 0</inkml:trace>
  <inkml:trace contextRef="#ctx0" brushRef="#br0" timeOffset="6708.38">5806 1638 1054 0,'0'0'898'0,"0"0"-726"15,0 0 73-15,0 0-65 16,0 0-60-16,0 0-36 16,10 14 20-16,16-14 14 0,12 0-36 15,4 0-8-15,8-6-19 16,-4-6-20-16,-1 0-15 16,-5 3-19-16,-9 2-2 15,-2 5-42-15,-9 2-66 16,-4 0-77-16,-10 2-139 15,-4 8-157-15,-2-2-489 0</inkml:trace>
  <inkml:trace contextRef="#ctx0" brushRef="#br0" timeOffset="6973.14">5822 1976 1092 0,'0'0'584'16,"0"0"-500"-16,0 0 83 15,0 0 56-15,0 0-9 16,0 0-99-16,123 19-31 16,-77-23 7-16,1-6-43 15,-3 0-24-15,-1 4-12 16,-5 0-12-16,-2 2-2 15,-7 4-77-15,2 0-231 16,-11 0-230-16,-5 0-522 0</inkml:trace>
  <inkml:trace contextRef="#ctx0" brushRef="#br0" timeOffset="79483.8">7436 1604 1347 0,'0'0'488'0,"0"0"-267"16,0 0 17-16,0 0-105 16,0 0-69-16,0 0-21 0,0 0 5 15,-27 154 59 1,27-84-20-16,0 0-11 0,0-3-35 16,18-15-12-16,4-12-16 15,11-16 7-15,6-16 2 16,7-8 1-16,6-26-2 15,-3-20-12-15,-5-8 7 16,-10-6-9-16,-12 2 22 16,-15 2 23-16,-7 3 25 15,0 9 7-15,-21 2-13 16,-5 8-3-16,-3 4-38 16,-4 8-8-16,-6 6-16 15,4 7-12-15,-1 9-1 16,3 0 5-16,8 9-26 15,5 9-40-15,9 4-39 0,11 0-58 16,4 4-101-16,19-3-426 16,6-6-402-16</inkml:trace>
  <inkml:trace contextRef="#ctx0" brushRef="#br0" timeOffset="79837.33">8163 2014 1879 0,'0'0'307'16,"0"0"-44"-16,0 0-54 0,0 0-27 16,0 0-69-1,0 0-60-15,0 0-47 0,-54-33 4 16,54 31 10-16,0 2-19 15,0 0 9-15,0 0 3 16,0 2 7-16,-11 14 56 16,-9 6 8-16,-3 0-40 15,4-3-26-15,5-8-9 16,7-9 0-16,5-2 14 16,2 0-21-16,0-13-1 15,0-1 0-15,0 2-2 16,0 5-17-16,0 3-27 0,7 2-73 15,5 2-178 1,1-4-634-16</inkml:trace>
  <inkml:trace contextRef="#ctx0" brushRef="#br0" timeOffset="80248.8">8443 1578 1575 0,'0'0'317'0,"0"0"3"16,0 0-101-16,0 0-20 16,0 0-45-16,-71 128-20 0,67-71-42 15,4 1-31-15,0-7-28 16,17-6-23-16,12-13-10 15,5-14 15-15,6-9-22 16,0-9 22-16,2-7-15 16,-1-15 0-16,-5-8 9 15,-12-1-3-15,-9 1 3 16,-8 0 5-16,-7 2 4 16,0 0 63-16,-17-2-33 15,-10 0 29-15,0 5-38 16,-2 2 3-16,2 7-33 15,4 8-9-15,4 4-4 16,1 4-38-16,7 0-32 0,-1 2-60 16,12 14-30-16,0-2-470 15,3-4-733-15</inkml:trace>
  <inkml:trace contextRef="#ctx0" brushRef="#br0" timeOffset="81232.6">8912 1644 1558 0,'0'0'293'16,"0"0"-30"-16,0 0-14 16,0 0-14-16,0 0-92 0,0 0-10 15,0 0-27-15,13-24-25 16,-4 28-24-16,5 16 10 15,1 7-2-15,3 8-41 16,-3 10 25-16,3 0-43 16,-5 4 0-16,-1-3 1 15,-3-7-6-15,-5-2-1 16,-2-7-6-16,0-8-13 16,-2-7 13-16,0-3-8 15,0-7 28-15,0-1-7 16,-6-4-5-16,-5 0 23 15,-3 0-9-15,1-2 22 16,-1-17 14-16,1-6-23 16,2-8 4-16,2-4-32 0,2-6 21 15,1-1-13-15,-3 2-9 16,0 5 0-16,0 7 13 16,3 6-2-16,1 3-10 15,3 5-1-15,2 0 6 16,0-2-15-16,0 0 17 15,0 4-9-15,0 4 2 16,0 5-1-16,0 0 1 16,0 3 10-16,0 0-11 15,0-2 1-15,-5 2 21 16,0-3-21-16,1 2 42 16,2 3-42-16,0-2 19 15,2 2-14-15,0 0-6 0,0 0 0 16,0 0-11-16,0 4-4 15,2 17 15-15,12 8-10 16,-1 12 25-16,5 5-21 16,-3 3 7-16,1 1-2 15,-3 1 1-15,0-4 0 16,-3-2-8-16,-2-5-5 16,-5-5 4-16,-1-4 0 15,-2-7-14-15,0-2 23 16,0-7-6-16,0-6-13 15,0-5 17-15,0-2-13 16,0 0 8-16,0 0-7 16,-9 1-13-16,-7 2 26 0,-3 1-2 15,-6 2-3 1,-4 1 8-16,2-1-4 0,4-1 4 16,6 0 1-16,5-4-3 15,8-1 1-15,2 1-1 16,2-3 6-16,0 0-21 15,0 0 7-15,0 0 8 16,0 0-15-16,9 0 15 16,11 0 0-16,9 0 13 15,9 0-6-15,5-7 2 16,-4-3-9-16,-3 1 20 16,-7 0-31-16,-7 5 17 0,-9 3-12 15,-3 1 11-15,-4 0-5 16,-1 0 0-16,1 0-1 15,-1 0 0-15,0 0-74 16,-1 10-48-16,-4 5-136 16,0 0-607-16</inkml:trace>
  <inkml:trace contextRef="#ctx0" brushRef="#br0" timeOffset="128422.33">9754 1722 1485 0,'0'0'802'0,"0"0"-544"15,0 0-17-15,0 0-106 16,0 0-72-16,-48 138-18 16,34-95-25-16,5-4 3 0,0-5-17 15,0-8 1 1,2-7-7-16,1-3 0 16,-3-7-44-16,-5-9-91 0,1 0-187 15,2 0-537-15</inkml:trace>
  <inkml:trace contextRef="#ctx0" brushRef="#br0" timeOffset="128593.93">9623 1805 1618 0,'0'0'686'0,"0"0"-422"16,0 0-81-16,0 0-31 15,0 0-81-15,0 0-46 16,124 79-10-16,-94-54-15 15,-1-4-13-15,6 10-132 0,-6-9-380 16,-2-3-514-16</inkml:trace>
  <inkml:trace contextRef="#ctx0" brushRef="#br0" timeOffset="129029.93">10279 1676 1547 0,'0'0'341'16,"0"0"-87"-16,0 0-13 15,0 0-82-15,0 0-61 16,-39 126-22-16,39-73-30 15,12 2 32-15,12-2-22 16,8-11-27-16,5-13-20 16,9-14-2-16,4-15-1 15,-1 0 6-15,-7-22 3 16,-8-12-13-16,-12-4 17 16,-11-4-2-16,-11 0 63 15,0-1 0-15,-11 6 2 16,-18-2 8-16,-8 6-15 15,-4 2-36-15,-1 9-30 16,4 6-8-16,7 5-1 16,11 10-12-16,7 1-22 0,5 0-50 15,8 4-42-15,0 10-33 16,23 3-142-16,4-5-351 16,6-1-304-16</inkml:trace>
  <inkml:trace contextRef="#ctx0" brushRef="#br0" timeOffset="129246.65">10871 1907 1520 0,'0'0'486'0,"0"0"-169"16,0 104 138-16,0-50-288 0,0 4-67 15,0-1-54-15,0-6-22 16,0-6-22-16,0-9 11 15,0-8-7-15,0-5-6 16,0-12-13-16,-2-8-58 16,2-3-108-16,0-14-320 15,0-9-862-15</inkml:trace>
  <inkml:trace contextRef="#ctx0" brushRef="#br0" timeOffset="130049.51">11417 1523 682 0,'0'0'731'0,"0"0"-477"16,0 0 11-16,0 0-95 15,0 0-68-15,0 0 9 16,0 0 12-16,-13-17 4 16,4 13-12-16,-2-2-37 15,-4-1-8-15,-4 2-2 16,-3 2-24-16,-3 2-16 15,-2 1-2-15,-1 0-7 16,1 0-5-16,1 12-13 16,3 5 14-16,5 8-15 0,7 5 1 15,7 2-1-15,4 2 2 16,4-2-2-16,23-6 2 16,10-6-2-16,11-11 0 15,-2-9 5-15,-1 0-5 16,-7-11-7-16,-9-10-22 15,-9-2 7-15,-11-1 10 16,-5-1 12-16,-4 0 0 16,0 3 1-16,0 4 19 15,0 8 14-15,0 4 15 16,0 6-20-16,2 0-19 16,12 3-9-16,1 24 16 15,4 9 10-15,-4 14 25 0,-1 7 2 16,-4 2-19-16,-3 1-15 15,-3-3-8-15,-4-6 0 16,0-2-11-16,0-5 0 16,0-6-1-16,0-6 1 15,0-9-1-15,0-11 0 16,0-12-32-16,5 0-45 16,11-19-2-16,4-27-105 15,-3 8-414-15,-1-1-672 0</inkml:trace>
  <inkml:trace contextRef="#ctx0" brushRef="#br0" timeOffset="130763.7">11822 1477 1513 0,'0'0'341'0,"0"0"-215"16,0 0 53-16,0 0-60 15,124-29-59-15,-102 25-14 16,-6 4-25-16,-6 0-2 15,-5 0-11-15,-5 0 30 0,0 0 32 16,0-3-4-16,0 3-25 16,0-2 0-16,-2 2-13 15,-13 0-19-15,-6 0 22 16,-4 0-13-16,-1 2 15 16,2 8-17-16,1 2-4 15,3 2-11-15,5 5 5 16,5-1-6-16,2 2 2 15,5 1 3-15,3-4-5 16,0-1 0-16,0-3 0 0,7-1 0 16,5-3 1-1,-2-4-2-15,3 2 2 0,1-3 0 16,4 0-1-16,4 0 1 16,3-2 0-16,4-2 0 15,2 2-1-15,-2 0 6 16,0 5-6-16,-2 5 0 15,0 2 1-15,-6 9 0 16,-2 2-1-16,-4 2 0 16,-4 5-2-16,-4 2 2 15,-5 3 0-15,-2-4 9 16,0 1-8-16,0-3 84 16,-4-4-3-16,-10-4-10 15,-3-5-8-15,-4-4 4 16,0-4-25-16,-2-3-13 0,-2-2-15 15,3-1-12 1,-1-4-3-16,2 0-4 0,2 0-31 16,2 0-38-16,1 0-35 15,5 0-78-15,4-6-460 16,5-4-1352-16</inkml:trace>
  <inkml:trace contextRef="#ctx0" brushRef="#br0" timeOffset="131206.84">12804 1446 1756 0,'0'0'615'16,"0"0"-373"-16,0 0 37 15,0 0-115-15,0 0-68 0,0 0-78 16,0 0-3-16,-6 53 30 16,14 8 30-16,3 13-12 15,1 12 1-15,-4 3-31 16,1-5-21-16,0-12-6 16,0-12-6-16,-2-12-9 15,-1-15-29-15,-2-16-34 16,-4-10-64-16,0-14-36 15,0-19-176-15,0-4-970 0</inkml:trace>
  <inkml:trace contextRef="#ctx0" brushRef="#br0" timeOffset="131439.87">12572 1801 1521 0,'0'0'397'16,"0"0"-252"-16,0 0 119 15,122-28-87-15,-61 10-65 16,1-1-31-16,-4 3 6 16,-11 4-45-16,-9 2-26 15,-11 4-16-15,-8 2-133 16,-9 1-457-16,-4 3-903 0</inkml:trace>
  <inkml:trace contextRef="#ctx0" brushRef="#br0" timeOffset="136635.19">14108 1474 1309 0,'0'0'360'16,"0"0"-100"-16,0 0 12 16,0 0-84-16,0 0-105 15,0 0-51-15,0 0-9 16,-39 52 60-16,31-12 12 16,1 7-33-16,5 2 12 15,2 3-29-15,0 0-6 16,11-4-9-16,16-6 1 15,10-9-8-15,13-13-7 16,6-15 1-16,4-5-10 16,-2-13 8-16,-7-19-9 15,-13-6-5-15,-11-2 9 16,-14-7 20-16,-11 3 38 0,-2 0-5 16,-11 1-24-1,-20 6-14-15,-7 4-12 0,-6 10-12 16,-8 5 1-16,1 5-1 15,6 8-1-15,10 2 0 16,12 3 0-16,15 0-2 16,8 0-52-16,0 0-88 15,26 11-108-15,8 3-335 16,1 1-392-16</inkml:trace>
  <inkml:trace contextRef="#ctx0" brushRef="#br0" timeOffset="136872.04">14727 1784 1813 0,'0'0'311'0,"0"0"32"16,0 0-30-16,-17 146-155 16,5-93-47-16,2 3-51 15,1 0-21-15,-1-6-15 16,4-6-9-16,2-7-14 15,1-11 7-15,3-10-8 16,0-11-20-16,0-5-50 16,23-27-45-16,3-13-261 15,1-9-847-15</inkml:trace>
  <inkml:trace contextRef="#ctx0" brushRef="#br0" timeOffset="137335.94">15253 1456 1809 0,'0'0'262'0,"0"0"34"16,0 0-116-16,0 0-85 15,-113 11-60-15,86 24-16 16,5 6 21-16,9 8 6 15,9-2-28-15,4-4 3 16,15-8-19-16,18-16 10 0,12-15-3 16,1-4-9-16,2-16-8 15,-11-14-80-15,-8-2 6 16,-14 0 3-16,-5 0 52 16,-8 3 27-16,-2 2 18 15,0 8 76-15,0 5 43 16,0 9 1-16,0 5-31 15,4 0-65-15,5 16-36 16,3 19 21-16,-1 14 59 16,2 18 5-16,-2 5-13 15,-2 4-29-15,0 0-26 16,0-8-8-16,0-8-14 16,-5-8 5-16,3-9-5 0,-3-11-1 15,1-13-9 1,0-7-61-16,-1-9-42 0,11-3-49 15,-1-17-135-15,-1 0-792 0</inkml:trace>
  <inkml:trace contextRef="#ctx0" brushRef="#br0" timeOffset="137606.46">16395 1463 1485 0,'0'0'242'16,"0"0"125"-16,0 0 1 16,-81 150-146-16,48-92-73 15,4 0-34-15,7-7-64 16,4-7-37-16,7-9-5 15,2-11-9-15,2-12-11 16,-12-12-85-16,3-2-192 16,-5-17-588-16</inkml:trace>
  <inkml:trace contextRef="#ctx0" brushRef="#br0" timeOffset="137794.15">16042 1555 1624 0,'0'0'337'0,"0"0"57"16,0 0-72-16,106 119-119 16,-57-71-101-16,-1 0-56 15,-2-4-25-15,-9-6-20 16,-10-4-1-16,-8-7-25 16,-13-1-104-16,-6-9-385 15,0-6-765-15</inkml:trace>
  <inkml:trace contextRef="#ctx0" brushRef="#br0" timeOffset="141470.03">17832 1467 1107 0,'0'0'511'0,"0"0"-257"16,0 0-28-16,0 0 1 15,0 0-56-15,0 0-52 16,0 0-12-16,-66-18 5 15,46 18-16-15,-4 7-38 16,-6 17-22-16,4 12-21 16,-1 12 10-16,4 12-17 15,8 4-2-15,9-1-6 16,6-5 1-16,0-8-1 16,17-13-1-16,16-10 0 15,10-13 1-15,8-12 0 16,7-2 9-16,0-25-1 15,-7-8-7-15,-9-8 14 0,-13-5-3 16,-12-2 6-16,-13 2 11 16,-4 2 8-16,-2 8 16 15,-19 6 8-15,-3 6 8 16,0 6-32-16,-5 4-19 16,4 6-12-16,-2 3-6 15,5 4 0-15,1 1-1 16,6 0-19-16,2 0-53 15,4 10-62-15,9 6-70 16,0-2-393-16,0-2-641 0</inkml:trace>
  <inkml:trace contextRef="#ctx0" brushRef="#br0" timeOffset="141659.07">18506 1949 1994 0,'0'0'541'16,"0"0"-343"-16,0 0-16 16,0 0-83-16,0 0-49 15,0 0-38-15,0 0-12 16,-70 0-34-16,70-14-133 16,0-3-399-16,0 4-551 0</inkml:trace>
  <inkml:trace contextRef="#ctx0" brushRef="#br0" timeOffset="142145.46">18760 1485 1363 0,'0'0'484'0,"0"0"-261"15,0 0-61-15,0 0-22 16,0 0 28-16,-69 142-28 15,69-91-33-15,0 0-33 16,17-7-31-16,19-8-30 16,9-12 5-16,5-15-6 15,0-9 0-15,0 0-10 16,-9-18 11-16,-5-10 1 16,-11-4 5-16,-9-1 4 15,-12-4 11-15,-4 2 12 16,-2 6 8-16,-23 3 9 15,-6 6-28-15,-7 5-8 0,-2 1-12 16,0 1-6-16,6 3-8 16,10 1-1-16,6 4-14 15,11 1-47-15,7-4-86 16,12-1-361-16,7 1-575 0</inkml:trace>
  <inkml:trace contextRef="#ctx0" brushRef="#br0" timeOffset="142649.26">19474 1389 914 0,'0'0'409'15,"0"0"-185"-15,0 0-90 16,0 0-73-16,113-47-25 15,-113 44-12-15,0 3 61 16,0 0 105-16,-17 0-34 16,-10 0-105-16,-7 0-1 15,-1 10 49-15,-4 4-4 16,8 3-35-16,4 1-32 16,12 0-13-16,6 4-14 15,6-2-1-15,3 2-2 16,0-3 2-16,14 0 0 15,13-2 0-15,6 3 0 0,7-6 6 16,1 1-5 0,-1 2 8-16,-5-2-8 0,-6 3-1 15,-8 4 1-15,-4 0 0 16,-5 2 11-16,-8 3 7 16,-2-1 24-16,-2-3 20 15,0-3-6-15,-4 1-4 16,-14-5-5-16,-7 0-7 15,-4-4-11-15,-2-3-15 16,-3 0-14-16,3-7 7 16,2-2-7-16,7 0-1 15,7 0-25-15,6-6-100 16,9-15-143-16,0 5-307 16,6-1-733-16</inkml:trace>
  <inkml:trace contextRef="#ctx0" brushRef="#br0" timeOffset="142972.76">20147 1438 1603 0,'0'0'538'15,"0"0"-279"-15,0 0-14 16,0 0-96-16,0 0-66 16,0 0-42-16,135-21-14 15,-87 13-10-15,-4 2-8 16,-3 3-9-16,-8 1-9 15,-11 2-104-15,-11 0-197 16,-9 0-329-16,-2 5-546 0</inkml:trace>
  <inkml:trace contextRef="#ctx0" brushRef="#br0" timeOffset="143145.87">20211 1685 97 0,'0'0'1724'0,"0"0"-1345"15,0 0-221-15,0 0 71 16,0 0-28-16,0 0-125 16,129 0-49-16,-89-7-14 15,-3 2-13-15,-8 5-76 16,-12 0-500-16,-10 0-812 0</inkml:trace>
  <inkml:trace contextRef="#ctx0" brushRef="#br0" timeOffset="157006.25">21310 1279 1347 0,'0'0'344'16,"0"0"-120"-16,0 0 55 15,0 0-99-15,0 0-71 16,0 0-41-16,-40-10-8 16,26 10-11-16,-3 4-3 15,-3 14-1-15,-7 6 13 16,0 8-7-16,0 10-4 0,6 7-11 16,5 2-12-16,9 2-9 15,7-1-14-15,0-7 8 16,23-2-9-16,8-11 1 15,4-10-1-15,5-12 13 16,3-10-1-16,1-2 5 16,3-23-7-16,-2-12 2 15,-8-6-2-15,-6 0 2 16,-8-3 29-16,-12 0 16 16,-11 0 0-16,0 2-11 15,-5 3-13-15,-14 7-3 16,-4 5-14-16,-3 6-5 15,-6 7-11-15,1 6 0 16,0 8-13-16,0 2-38 16,4 0-55-16,7 18-31 0,2 18-103 15,9-2-380-15,4-1-138 16</inkml:trace>
  <inkml:trace contextRef="#ctx0" brushRef="#br0" timeOffset="157330.56">21785 1729 1672 0,'0'0'584'16,"0"0"-368"-16,0 0-64 15,0 0-78-15,0 0 52 16,-43 148-7-16,24-88-26 16,3 0-53-16,1-6-25 15,3-8-9-15,6-8-6 16,3-9-20-16,3-13-80 15,0-8-242-15,0-8-646 0</inkml:trace>
  <inkml:trace contextRef="#ctx0" brushRef="#br0" timeOffset="158117.79">22211 1281 740 0,'0'0'527'15,"0"0"-263"-15,0 0 73 16,0 0-23-16,0 0-117 15,0 0-55-15,0 0-15 16,-41-18-26-16,28 18-14 16,-3 0-17-16,-3 4-36 15,-1 16-16-15,-3 14-9 16,4 8 6-16,2 9-6 16,9 5-1-16,8-3 1 15,0 0-8-15,17-9 0 0,20-8 1 16,7-10-1-16,7-12 5 15,5-12 3-15,-1-2-8 16,-3-10 6-16,-9-14-7 16,-10-4 0-16,-14-4 12 15,-7-3-11-15,-12-2 16 16,0-1-2-16,-4 2 30 16,-17 1 3-16,-5 3-14 15,-8 6-22-15,-1 5-10 16,-4 2-2-16,1 4 0 15,7 8-2-15,9 3-20 16,7 3-28-16,10 1-49 16,5 0-99-16,23 0-516 0,3 0-368 15</inkml:trace>
  <inkml:trace contextRef="#ctx0" brushRef="#br0" timeOffset="158905.56">22590 1269 1674 0,'0'0'301'0,"0"0"-163"16,0 0 3-16,0 0-81 15,143-50-31-15,-95 36-17 0,-5 3 6 16,-12 2-5-16,-10 4-4 16,-13 5-8-16,-4 0 0 15,-4 0 12-15,0 0-5 16,0-3 23-16,0 1 8 16,0 0 14-16,-2 0-4 15,-6-1-28-15,-4 3-8 16,1-1 1-16,-3 1-5 15,6-3-2-15,-1 3 4 16,5-1-2-16,1 1 17 16,3 0 0-16,0 0-13 15,0 0-7-15,0 0-5 0,0 0 5 16,-2 0-5-16,0 0 5 16,-3 0 6-16,-4 0 6 15,1 0-17-15,-8 0-2 16,0 0 1-16,-2 12-1 15,-1 4 1-15,-6 4-1 16,-2 7 1-16,0 2 0 16,3 0 0-16,9-2 1 15,7-5-2-15,8-4 0 16,0-4-12-16,16-8 1 16,11-1 12-16,6-5 12 15,3 0-2-15,2 0-1 16,0-3-8-16,-2-2 4 15,1 2-5-15,-1 3 0 0,-1 0 0 16,2 0-1-16,-4 12 1 16,-2 4 0-16,-4 5-1 15,-10 1-12-15,-8 4 13 16,-9 2 0-16,0-2 7 16,0 1 14-16,-15-4 39 15,-5 0 8-15,-3-8-8 16,-1-4-5-16,0 0 1 15,-5-7-10-15,2-2-19 16,0-2-7-16,4 0-19 16,4 0 4-16,3 0-5 15,5-6-16-15,0 0-52 16,6-2-41-16,5-3-93 16,0 2-412-16,0-1-769 0</inkml:trace>
  <inkml:trace contextRef="#ctx0" brushRef="#br0" timeOffset="159484.06">23319 1180 1609 0,'0'0'505'0,"0"0"-262"15,0 0 42-15,0 0-75 0,0 0-116 16,0 0-34-16,0 0 6 16,6 69-6-16,-21-27-29 15,-1-2-11-15,5-3-13 16,7-10-6-16,4-6 0 16,0-7 4-16,0-6-5 15,6-5 15-15,10-3 1 16,6 0 8-16,7 0-4 15,2 0-11-15,2 0-2 16,4-7-7-16,-2-4 0 16,1 2-18-16,-5 0-13 15,-4 2-17-15,-8-2-17 16,-3 1-5-16,-5-2 10 0,-6-3-16 16,-2-3 3-16,-3-3 22 15,0-1 14-15,0 1 31 16,0-4 6-16,0 1 30 15,0 2 46-15,0 4 20 16,0 7-24-16,0 2 4 16,0 7-9-16,0 0-53 15,2 18-7-15,4 16 35 16,1 11 0-16,-3 6-7 16,0 5 24-16,0 1-27 15,0-6-19-15,0-4-7 16,-2-12-4-16,3-3-2 15,-3-13-37-15,-2-7-35 0,2-10-66 16,0-2-43 0,0-16-170-16,0-6-895 0</inkml:trace>
  <inkml:trace contextRef="#ctx0" brushRef="#br0" timeOffset="160099.97">24193 1185 586 0,'0'0'351'15,"0"0"9"-15,0 0-40 16,0 0-110-16,0 0-124 15,0 0-52-15,0 0 34 16,111-30 78-16,-111 26-24 16,-5-1-28-16,-10 2-36 15,-3 1-15-15,-2 0-1 16,-2 2-14-16,-5 0 0 16,2 0-7-16,0 6 27 15,4 4-12-15,5 3-16 16,5 2-5-16,7 1-7 15,4-2 2-15,0-1-10 16,0-1 2-16,13-5 13 0,1 0-2 16,1-2-2-16,3 1-4 15,1-2-6-15,2 4 0 16,1 1 4-16,3-2-4 16,-3 5-1-16,0 2 0 15,-4 2 1-15,-3 2-1 16,-1 2 0-16,-3 0-6 15,-4 5 5-15,-5-3 0 16,-2-2 1-16,0-1 2 16,0 0 5-16,-7-6 28 15,-11-2 48-15,-1-5-8 16,-2-2-25-16,1-2-7 16,0-2 2-16,2 0-18 0,3 0-12 15,-1 0-15 1,-1 2 0-16,-1-1-14 0,-7 6-55 15,-2 3-64-15,-19 16-137 16,3-3-329-16,3 3-309 0</inkml:trace>
  <inkml:trace contextRef="#ctx0" brushRef="#br0" timeOffset="177401.7">2153 4339 1612 0,'0'0'782'15,"0"0"-626"-15,0 0 74 16,0 0-71-16,0 0-80 16,0 0-52-16,-14 44 15 15,32 26 36-15,0 37 31 16,-2 27-46-16,-5-5 27 0,-6-25-41 16,-1-34 7-1,0-21-26-15,3 2-6 0,-1 5-14 16,2 4-9-16,-2-6-1 15,-2-7 2-15,3-7-5 16,-5-8 4-16,0-9-2 16,0-8-31-16,-2-11-20 15,0-4-31-15,0-7-44 16,-2-39-89-16,-6 7-407 16,-3-6-739-16</inkml:trace>
  <inkml:trace contextRef="#ctx0" brushRef="#br0" timeOffset="177792.28">2111 4532 1395 0,'0'0'291'0,"0"0"-32"15,0 0 5-15,64-129-89 16,-22 89-52-16,6 7 38 16,0 6-24-16,4 15-49 15,-1 12-36-15,-4 5-14 0,-4 29 14 16,-8 11-39 0,-10 10 56-16,-12 3-22 0,-13 6-5 15,0 0-23-15,-25-2 20 16,-11-2-9-16,-5-7-7 15,-5-10 1-15,7-9-23 16,5-11 20-16,7-15-12 16,7-7 5-16,5-1-14 15,3-4-26-15,6-10-54 16,6-1-48-16,0-6-21 16,27-2-144-16,6 2-331 15,2 3-343-15</inkml:trace>
  <inkml:trace contextRef="#ctx0" brushRef="#br0" timeOffset="178340.18">3270 4264 1064 0,'0'0'517'0,"0"0"-294"16,0 0 152-16,0 0-104 15,0 0-66-15,0 0-48 16,0 0-9-16,-41-7-66 15,24 7 12-15,-4 0-40 16,-5 16-3-16,-6 4-4 16,1 8-7-16,0 8-4 0,4 12-26 15,6 13 11-15,2 9-9 16,11 10 3-16,8 2-13 16,0-5 5-16,19-3-7 15,18-14 0-15,7-12-8 16,5-8-35-16,4-10-36 15,23-2-80-15,-16-8-100 16,-11-6-826-16</inkml:trace>
  <inkml:trace contextRef="#ctx0" brushRef="#br0" timeOffset="182435.52">4309 4412 1418 0,'0'0'405'15,"0"0"-81"-15,0 0-6 0,0 0-87 16,0 0-70-16,0 0-101 16,-23-23-29-16,23 32-17 15,0 13 4-15,0 7 30 16,4 11 16-16,6 10-16 15,-1 7-12-15,-1 6-12 16,-1-2-15-16,2-1 4 16,-2-6-1-16,-3-4-9 15,0-7 3-15,-2-11-12 16,1-6 11-16,-1-8-14 16,-2-4 7-16,0-2-22 15,0-2-22-15,-5 0-31 16,-10-2 37-16,-3 1-45 0,-1-6 35 15,-4 1-45 1,1 1-44-16,-3 0-77 0,3 4-19 16,-5 3 52-16,1 1 62 15,-3-1 36-15,4-2 40 16,2-2 44-16,8-5 2 16,3 2 24-16,8-3 10 15,2-2 12-15,2 2 4 16,0-2 23-16,0 0 15 15,0 0 20-15,16 0 92 16,13 0-39-16,9-14-23 16,11-2-57-16,6-2-12 15,1-1-43-15,-2 2-12 16,-3 5-9-16,-9 2-6 0,-2 3-10 16,-7 4-87-16,2 3-48 15,7 0-168-15,-5 0 20 16,-8 3-247-16</inkml:trace>
  <inkml:trace contextRef="#ctx0" brushRef="#br0" timeOffset="182759.01">3833 4601 1696 0,'0'0'495'0,"0"0"-261"15,0 0-65-15,0 0-26 16,166-53-37-16,-102 30-15 15,1 0-26-15,-7 1-41 16,-4 1-9-16,-6 3-15 16,2 4-1-16,3 3-96 15,25 2-223-15,-12 5-293 16,-10 1-365-16</inkml:trace>
  <inkml:trace contextRef="#ctx0" brushRef="#br0" timeOffset="183031.65">4961 4277 1008 0,'0'0'1125'16,"0"0"-890"-16,0 0-85 16,0 0 8-16,-21 111 39 15,21-40-55-15,0 12-36 16,0 5 5-16,0-1-54 15,0-4 8-15,6-9-64 0,1-7 19 16,-1-11-19-16,-1-10 0 16,-3-10-1-16,-2-11-1 15,3-10-21-15,-1-7-60 16,13-8-31-16,1-14-116 16,3-10-746-16</inkml:trace>
  <inkml:trace contextRef="#ctx0" brushRef="#br0" timeOffset="183457.68">5561 4451 1735 0,'0'0'235'16,"0"0"-69"-16,0 0-5 15,-125 10-62-15,92 17-25 16,4 5 7-16,9 5 15 16,11 4-15-16,9-3-62 15,0-3 4-15,27-1-13 16,6-3 3-16,5 1-12 16,3-2 10-16,-4 3-11 15,-3-4 1-15,-10 2 5 16,-4-6-6-16,-9 1 15 15,-6-1-13-15,-5-4 74 16,0 2-22-16,-9 0 28 0,-13 2-15 16,-5-3-1-16,-7 1-25 15,-1-3-17-15,-1-5-4 16,0-4-19-16,5-2-2 16,2-2 17-16,5-3-25 15,6-1 9-15,5-3-25 16,7 0-50-16,6 0-30 15,23-14-170-15,6-4-753 0</inkml:trace>
  <inkml:trace contextRef="#ctx0" brushRef="#br0" timeOffset="183848.63">5898 4191 1813 0,'0'0'373'0,"0"0"-74"15,0 0-99-15,0 0-36 16,0 0 0-16,153 180-52 0,-105-68 4 16,-15 27-16-16,-11-9-24 15,-17-24-16-15,-5-34 2 16,0-23-17-16,0 3-39 16,-9 2-5-16,-3-1 13 15,-1-12-20-15,-1-11 6 16,2-6 0-16,1-10-64 15,3-2-56-15,8-7-78 16,0-3-116-16,10-2-650 0</inkml:trace>
  <inkml:trace contextRef="#ctx0" brushRef="#br0" timeOffset="184133.41">6487 4671 980 0,'0'0'1090'15,"0"0"-792"-15,0 0 18 16,0 0-155-16,0 0-85 15,147-51-63-15,-90 41-2 16,-1 1 5-16,-2 4-17 16,-7 1 1-16,-9 4-27 15,-12 0-181-15,-8 0-370 16,-14 9-586-16</inkml:trace>
  <inkml:trace contextRef="#ctx0" brushRef="#br0" timeOffset="184268.57">6626 4942 2205 0,'0'0'269'16,"0"0"-171"-16,0 0-28 15,0 0 17-15,0 0-87 16,170 3-82-16,-118-13-521 0</inkml:trace>
  <inkml:trace contextRef="#ctx0" brushRef="#br0" timeOffset="197807.71">8711 4528 1657 0,'0'0'337'0,"0"0"-27"15,0 0-69-15,0 0-134 16,-78 131-30-16,75-76 29 16,3 6-27-16,8 2-29 15,16-9-7-15,9-9-37 16,8-17 12-16,5-14-7 0,6-14 12 16,-1-3 7-1,-2-26 3-15,-4-9-1 0,-14-11 11 16,-9 1-2-16,-15-3 1 15,-7 0 32-15,-10 5-11 16,-19 0 8-16,-4 8-14 16,-7 4-3-16,3 5-27 15,1 11-12-15,5 7-15 16,4 4-9-16,4 7-19 16,5 0-71-16,7 4-38 15,11 17-36-15,0-3-101 16,3-3-593-16</inkml:trace>
  <inkml:trace contextRef="#ctx0" brushRef="#br0" timeOffset="198062.98">9384 4826 1783 0,'0'0'487'0,"0"0"-323"16,0 0 79-16,0 0-64 15,-15 141-51-15,-3-85-22 16,0-1-59-16,0-4-26 16,2-7-20-16,5-9-1 0,7-10-33 15,4-15-93 1,0-10-192-16,0 0-589 0</inkml:trace>
  <inkml:trace contextRef="#ctx0" brushRef="#br0" timeOffset="198491.97">9621 4485 1709 0,'0'0'395'15,"0"0"-20"-15,0 0-121 0,0 0-157 16,0 0-56-16,0 0 36 16,-50 153 9-16,50-86-13 15,0-4-30-15,21-7-11 16,10-8-31-16,11-11 16 15,7-16-17-15,3-14 8 16,4-7-8-16,-6-7 8 16,-5-19-2-16,-11-6-5 15,-12 1 8-15,-13-5-3 16,-9-1 33-16,0 1 25 16,-29-2-8-16,-9 3-22 15,-7 0-4-15,-3 7-15 16,0 4-6-16,4 7-9 0,3 10-7 15,12 5 1-15,10 2-66 16,7 0-49-16,17 16-63 16,21-3-277-16,8-4-431 15</inkml:trace>
  <inkml:trace contextRef="#ctx0" brushRef="#br0" timeOffset="199097.75">10260 4478 2145 0,'0'0'388'0,"0"0"-140"0,0 0 41 16,0 0-169 0,0 0-92-16,0 0-17 0,0 0 28 15,38 89 13-15,-24-48-12 16,-1-4 1-16,-1-8-34 15,-6-9 8-15,1-8-14 16,-5-8 8-16,0-4-2 16,-2-4 29-16,0-22 35 15,0-9-46-15,0-10-10 16,-9-3-14-16,-7 3 33 16,3 9-1-16,-1 6 0 15,3 12-9-15,5 8 3 0,4 10 0 16,2 0-27-1,0 24-18-15,0 17 18 0,11 10 2 16,5 12 4-16,1 4-2 16,1-2-3-16,-3-1 0 15,-3-3-1-15,-5-10 0 16,-5-4 0-16,-2-11-10 16,0-8-14-16,0-10-11 15,-5-8 10-15,-9-3-5 16,-1-4 16-16,-3-3 1 15,-1 0 12-15,-2 0-7 16,1 0 2-16,3 0-4 16,3 0-1-16,5 0 10 15,5 0-7-15,2 0 2 16,2 0 3-16,0 0-3 0,0 0-4 16,21 0 10-1,14-8 1-15,7-6 9 0,5 0-4 16,1 0-4-16,-3 3-4 15,-3-1-16-15,10-3-165 16,-15 3-161-16,-3 0-804 0</inkml:trace>
  <inkml:trace contextRef="#ctx0" brushRef="#br0" timeOffset="199422.7">11317 4592 1945 0,'0'0'624'0,"0"0"-427"15,0 0-25-15,0 0-112 16,0 0-33-16,0 0 34 16,-100 140 5-16,66-94-23 15,5-3-13-15,7-8-30 0,6-7 7 16,5-8-7 0,7-10-24-16,0-10-97 0,1-1-93 15,-2-16-528-15</inkml:trace>
  <inkml:trace contextRef="#ctx0" brushRef="#br0" timeOffset="199571.98">11091 4688 751 0,'0'0'1387'0,"0"0"-1056"16,0 0-105-16,0 0-42 15,0 0-109-15,97 128-48 16,-61-72-27-16,-10-7-108 15,-6-9-564-15</inkml:trace>
  <inkml:trace contextRef="#ctx0" brushRef="#br0" timeOffset="206894.99">12169 4417 1659 0,'0'0'361'0,"0"0"-19"16,0 0-98 0,0 0-94-16,0 0-105 0,0 0-23 15,-83 82 5-15,72-26 34 16,7 7-17-16,4 7 5 15,0-2-4-15,4-3-29 16,21-15-7-16,10-14 3 16,9-18-9-16,10-18 12 15,4-9 2-15,-4-28-16 16,-8-11 8-16,-10-8 0 16,-14 1-3-16,-15-1 18 15,-7 5 2-15,-5 4 29 0,-24 9-19 16,-10 7 27-1,-7 12-29-15,-4 7-8 16,-2 5-16-16,6 7-9 0,7 0-1 16,12 0-40-16,10 11-46 15,11 2-88-15,6 13-67 16,2-3-477-16,11 0-617 0</inkml:trace>
  <inkml:trace contextRef="#ctx0" brushRef="#br0" timeOffset="207135.8">12848 4712 2053 0,'0'0'383'0,"0"0"-168"16,-31 107 94-16,8-52-164 15,4 3-71-15,1-2-20 16,3-1-18-16,3-9-21 15,3-6-14-15,3-6-1 16,1-8-5-16,3-6-20 16,0-5-59-16,2-8-29 15,0-9-115-15,9-19-313 16,6-12-187-16</inkml:trace>
  <inkml:trace contextRef="#ctx0" brushRef="#br0" timeOffset="207660.91">13272 4323 1173 0,'0'0'370'0,"0"0"115"15,0 0-255-15,0 0-58 16,-145 7-28-16,103 18-5 16,4 9-35-16,5 2-5 15,12-2-38-15,10 0-28 16,11-7-33-16,3-8-3 0,23-8 3 16,14-9 12-1,10-2 11-15,-2-9-23 0,2-13-15 16,-13-3-22-16,-10 0-1 15,-12 0 13-15,-10-1 25 16,-5-1 3-16,0 2 9 16,-5 6 49-16,-6 3-20 15,7 6 35-15,2 8 2 16,2 2-32-16,0 10-45 16,4 22 11-16,11 14 34 15,6 12 14-15,-3 7-3 16,-3 1-12-16,1 0 19 15,-5-6-43-15,1-9-3 16,-4-3-18-16,1-13 12 0,-5-7-12 16,1-10-1-16,0-6-15 15,-3-3-31-15,0-9-17 16,2 0-63-16,9-12-11 16,-1-12-129-16,1-2-639 0</inkml:trace>
  <inkml:trace contextRef="#ctx0" brushRef="#br0" timeOffset="208292.96">13633 4284 1175 0,'0'0'335'0,"0"0"-29"16,0 0-82-16,154-69-91 16,-115 54-65-16,-10 7-15 15,-8 3-44-15,-10 3 0 16,-6-1-8-16,-5 3 27 16,0 0 83-16,0 0 22 15,0-2-10-15,0 2-39 16,0 0-26-16,-7 0-35 15,-9 0 17-15,-4 0-39 16,-3 0 22-16,0 2 2 0,0 8 8 16,3 5-3-1,3 1-21-15,5 4 7 0,3 1-15 16,7 4 4-16,2-3 1 16,0 0-7-16,0-6 2 15,0-2-1-15,0-6 0 16,6-2 0-16,1-2 1 15,7-2-1-15,3-2 6 16,8 3 2-16,4 0-7 16,2 6 5-16,0 0-7 15,-2 4 2-15,0 4-1 16,-4 5 0-16,-2 2 0 0,-6 7 2 16,-1 1-1-16,-8 4 35 15,-3 0-17-15,-5-2 38 16,0-4-9-16,0-4 0 15,-11-4-2-15,-5-3-8 16,-3-10-23-16,-4-3-3 16,-2-4 0-16,-2-2-6 15,-4 0-12-15,0 0-12 16,-2 0-48-16,-3 6-52 16,-20 6-22-16,10 0-164 15,1-1-694-15</inkml:trace>
  <inkml:trace contextRef="#ctx0" brushRef="#br0" timeOffset="209223.02">7893 5927 1189 0,'0'0'277'15,"0"0"-62"-15,0 0 44 16,0 0-27-16,120 0-30 16,-64 0-77-16,11-7-15 15,13-1-38-15,10-4 2 16,23-2-26-16,25-1 6 16,29-2-26-16,16 2-6 0,-3 1 4 15,-1 2-2 1,-7 2 21-16,13 0-26 0,20-4 8 15,24-7-14-15,30-4 26 16,28-13 12-16,24-8-28 16,20-7-14-16,13-1-3 15,15-2 9-15,7 2-14 16,4 0 3-16,6 0-3 16,-11 0-1-16,-3 0 0 15,-16 1 15-15,-24 3-15 16,-23 6 1-16,-43 6 9 15,-44 7-9-15,-65 12 21 16,-55 7-20-16,-43 5-4 16,-29 4 0-16,-7 1 2 15,-6-2 2-15,-3 0 29 0,-4-3 50 16,0-3-53 0,0 1-11-16,-4-1-16 0,0 1 8 15,-1 4-7-15,1 1-4 16,0 1-4-16,-1 3-21 15,2 0-89-15,-8 0-75 16,3 7-364-16,-4 3-1101 0</inkml:trace>
  <inkml:trace contextRef="#ctx0" brushRef="#br0" timeOffset="212189.03">10510 6551 1726 0,'0'0'274'16,"0"0"-95"-16,0 0 123 16,0 0-174-16,-105 151-76 0,105-94 13 15,0 1 2-15,13-5-29 16,19-11-7-16,5-16-14 16,6-16 0-16,-3-10 4 15,1-10 14-15,-10-22-29 16,-10-11 33-16,-7-5 13 15,-14-1 27-15,0-4-11 16,-9 3-14-16,-17 4-3 16,-3 7-14-16,-2 6 8 15,-4 8-26-15,4 5-7 16,2 8-12-16,3 9-6 16,2 3-45-16,1 0-43 15,5 18-44-15,9 13-79 16,5-2-496-16,4-7-667 0</inkml:trace>
  <inkml:trace contextRef="#ctx0" brushRef="#br0" timeOffset="212421.54">11016 6713 333 0,'0'0'1417'16,"0"0"-1094"-16,0 0 201 15,4 129-325-15,-4-71-76 16,0 4-35-16,0 4-1 16,-2-4-42-16,-2-7-10 15,0-11-34-15,4-12-2 16,0-10-15-16,0-12-49 0,0-10-57 16,23-24-108-16,0-15-243 15,2-5-760-15</inkml:trace>
  <inkml:trace contextRef="#ctx0" brushRef="#br0" timeOffset="-214476.48">16208 4543 1713 0,'0'0'371'0,"0"0"8"15,0 0-153-15,0 0-128 16,0 0-74-16,0 0 2 15,127 0 4-15,-78 0 38 16,-1-4-33-16,-7 3-11 16,-10 1-23-16,-7 0 1 15,-6 0-2-15,-9 0-99 16,-1 0-419-16,-8 1-448 0</inkml:trace>
  <inkml:trace contextRef="#ctx0" brushRef="#br0" timeOffset="-214290">16351 4836 1840 0,'0'0'305'16,"0"0"-82"-16,0 0 46 16,0 0-123-16,156-44-84 15,-106 32-41-15,0 7-15 16,-8 2-6-16,-13 3-51 15,-9 8-259-15,-16 7-654 0</inkml:trace>
  <inkml:trace contextRef="#ctx0" brushRef="#br0" timeOffset="-197725.9">11444 6396 1028 0,'0'0'574'15,"0"0"-306"-15,0 0-20 16,0 0-75-16,0 0-69 16,0 0 0-16,0 0 3 15,0 0-18-15,0 0-16 16,0 0 5-16,0 0-10 15,-4 0-26-15,-5 0 3 16,-1 0-31-16,0 8 14 0,-1 1-3 16,-3 1 4-16,3-1-10 15,-1 6 2-15,2 0-6 16,-3 8-6-16,1 5 6 16,1 4-15-16,-1 8 6 15,8 6-5-15,2 2 5 16,2 1-6-16,0-6 0 15,14-4 1-15,5-7-1 16,8-13 0-16,4-6 0 16,3-13 11-16,2 0-10 15,0-4 4-15,1-14-4 16,-1-6 5-16,-3-4-5 16,-4-2 7-16,-9-2-2 15,-9-1 0-15,-9 1 9 16,-2 0 12-16,-4 2 9 0,-13 4-16 15,-4 0-2-15,-1 6-17 16,-1 1 1-16,4 6-2 16,-1 3-7-16,-5 8-28 15,-4 2-69-15,-22 12-71 16,4 10-365-16,5 2-1185 0</inkml:trace>
  <inkml:trace contextRef="#ctx0" brushRef="#br0" timeOffset="-194514.01">12133 6613 1380 0,'0'0'533'0,"0"0"-423"0,0 0 165 15,0 0-137-15,0 0-62 16,147-54-43-16,-107 40-2 16,-4 0-3-16,-7 6 3 15,-9 0-7-15,-9 6 5 16,-7 0 30-16,-2-1 1 16,-2 2 19-16,0-3-27 15,-2 1-22-15,-13 2-24 16,-7 1-6-16,-10 0 0 15,-3 0 0-15,-8 12 7 16,-3 6-6-16,3 2 0 16,5 2 5-16,9-1-8 0,14 0 2 15,7-1-1 1,8-3-7-16,0-2 8 0,19-3 0 16,3-4 0-16,5 1-1 15,2-4 3-15,2 1 1 16,1 6-2-16,1 2-1 15,0 7 1-15,1 2-1 16,-8 5 1-16,-5 5-1 16,-8 1 0-16,-13 2 0 15,0-2 9-15,-2 0-8 16,-19-6 42-16,2-2 6 16,-6-6-3-16,-2-6-13 15,-2-6-9-15,2-6-7 16,3-2-8-16,4 0-9 15,2-8-9-15,7-4-32 0,6-2-61 16,5-13-98-16,3 6-487 16,14-4-777-16</inkml:trace>
  <inkml:trace contextRef="#ctx0" brushRef="#br0" timeOffset="-193979.72">12646 6569 2097 0,'0'0'482'15,"0"0"-283"-15,0 0 5 16,0 0-110-16,0 0-70 0,0 0-1 16,0 0 20-1,51 67 8-15,-51-30-7 0,0 1-32 16,0-2 6-16,0-4-17 15,0-4 6-15,0-3-7 16,0-8 1-16,0-3-1 16,0-7 1-16,13-5 0 15,9-2 0-15,7 0 8 16,2-9-9-16,4-5-17 16,-7-1-31-16,-4 1-6 15,-1-3-4-15,-7 2 16 16,-5-3 16-16,-3-5 7 0,-8 1 6 15,0-1-14-15,0-2 21 16,-2 1-1-16,-6 7 7 16,1 5 0-16,2 3 42 15,3 5 46-15,2 2-22 16,0 2-30-16,0 0-24 16,0 4 7-16,5 16-5 15,8 14 31-15,2 10 5 16,-3 12 18-16,-4 9-7 15,-1 3-22-15,0-3-15 16,-2-5-13-16,1-7-8 16,-2-13-3-16,3-9 0 15,-3-16-66-15,1-15-55 16,0-11-53-16,-3-15-338 0</inkml:trace>
  <inkml:trace contextRef="#ctx0" brushRef="#br0" timeOffset="-193454.27">13454 6599 955 0,'0'0'171'15,"0"0"76"-15,0 0-8 16,0 0-143-16,0 0-26 0,117-67 56 16,-117 66 104-16,0 1-16 15,-7 0-91-15,-13 0-72 16,-5 0-17-16,3 1 5 16,0 10 1-16,1 1 6 15,2 2-25-15,1 6 12 16,2 2-14-16,1 3 14 15,4-2-15-15,6 0-11 16,5-6-5-16,0-3-2 16,22-3 7-16,7-6-5 15,2 4 3-15,0-4-4 16,-2 6 0-16,-2 2-1 0,-2 2 0 16,-6 1 1-1,-2 1-1-15,-7 2 1 0,-2 1 0 16,-8 0 6-16,0 1-6 15,0 5 14-15,-12 3 45 16,-3-3 6-16,-1-2-26 16,5-6-20-16,-1-5-12 15,2-6-8-15,-1-3 0 16,-5-4-37-16,-4 0-102 16,-23 0-54-16,8 0-390 15,-1 0-564-15</inkml:trace>
  <inkml:trace contextRef="#ctx0" brushRef="#br0" timeOffset="-192365.75">7768 3752 795 0,'0'0'747'0,"0"0"-457"15,0 0-19-15,0 0-33 16,0 0-41-16,0 0-61 16,0 0-25-16,2-6 3 15,-2 6-39-15,3 0-23 16,-1 10-43-16,4 16-7 16,2 14-1-16,2 12 21 15,3 9-8-15,1 6-4 16,1-1-4-16,1-7-6 15,0-9 3-15,-3-10 5 0,0-10-8 16,-3-10 0-16,-4-6-1 16,-1-8-59-16,-5-6-97 15,0 0-177-15,0-12-275 0</inkml:trace>
  <inkml:trace contextRef="#ctx0" brushRef="#br0" timeOffset="-192005.37">7735 3805 879 0,'0'0'208'16,"0"0"-65"-16,0 0 76 15,50-106-15-15,-17 78-41 16,-5 2 13-16,1 10 39 15,-5 5-81-15,-1 11-49 16,-3 0-10-16,-5 20-6 16,-1 9 7-16,-3 7-15 15,-4 4-22-15,-3 2 1 16,-4-2 0-16,0 1-4 16,-4-3 3-16,-11-7-12 15,-2-4-3-15,0-7-8 16,3-6-8-16,3-4 1 15,5-6-9-15,1-4 0 0,0 0-9 16,3 0-35-16,2-11-92 16,0-9-358-16,12-4-437 0</inkml:trace>
  <inkml:trace contextRef="#ctx0" brushRef="#br0" timeOffset="-191660.22">8308 3495 1650 0,'0'0'269'0,"0"0"65"0,0 0-139 15,0 0-129-15,0 0-8 16,-27 126 49-16,25-70 29 15,2 1-11-15,0-2-23 16,0-6-24-16,0-5-36 16,0-10-9-16,8-6-9 15,3-5-18-15,3-6 1 16,1-2-1-16,4-4-4 16,-4-3-2-16,1-1 1 15,2-7-1-15,-3 0-12 16,3 0-24-16,0-9-38 15,6-23-59-15,-6 4-203 16,-2-2-514-16</inkml:trace>
  <inkml:trace contextRef="#ctx0" brushRef="#br0" timeOffset="-191218.18">8640 3514 431 0,'0'0'1084'0,"0"0"-931"15,0 0 88-15,0 0-112 16,0 0-113-16,0 0 6 16,0 0-13-16,-29 66 3 0,29-47 36 15,0 0 4-15,0 2-2 16,15-3-22-16,10 1 22 15,2 1-11-15,4-3-18 16,-2 1-15-16,-4 3 1 16,-4-3-5-16,-5 0 8 15,-3-1 15-15,-5-5 14 16,-4 1 44-16,-2-3-40 16,-2-2 26-16,0 0-1 15,0-1 8-15,-2 4 5 16,-10-1-21-16,-1 1-23 15,-5-2-17-15,1-1-5 16,-1-4-15-16,0 1 12 0,4-5-11 16,4 0 0-1,3 0-1-15,7 0-42 0,0-7-129 16,0-12-131-16,4-1-283 16,7 1-488-16</inkml:trace>
  <inkml:trace contextRef="#ctx0" brushRef="#br0" timeOffset="-190602.61">9037 3527 570 0,'0'0'107'15,"0"0"-38"-15,0 0 113 16,0 0 28-16,0 0 95 16,0 0 16-16,0 0-12 15,-18-71-36-15,18 70-16 16,0 1-59-16,0 0-55 16,0 0-75-16,0 4-47 15,0 18-8-15,6 8 39 0,6 8 14 16,1 8-34-16,3-2-10 15,-1 1-22-15,1-8 2 16,-1-2-2-16,-1-9 0 16,-5-3 0-16,-3-6-45 15,-4-5-46-15,-2 0-121 16,0-7-392-16,0 0-465 0</inkml:trace>
  <inkml:trace contextRef="#ctx0" brushRef="#br0" timeOffset="-190187.53">9357 3491 1547 0,'0'0'217'0,"0"0"8"16,0 0 24-16,0 0-128 15,47 121-44-15,-31-94-17 16,-2 1-32-16,-4-4-15 16,-1-2-2-16,-4-1-11 15,-5-3 0-15,0 0-150 16,-7 0-149-16,-10-1-183 16,-4 0-196-16,1-2 400 15,0-4 277-15,4-1 1 16,3-5 234-16,2 0 146 0,4-3-89 15,5 0-27-15,2-2-55 16,0 0-80-16,0 0-64 16,9 0 31-16,13 0 11 15,5-4-7-15,6-10-39 16,3-2-3-16,2-2-21 16,-2 0-28-16,-3 0-9 15,3-10-166-15,-9 3-448 16,-7 3-762-16</inkml:trace>
  <inkml:trace contextRef="#ctx0" brushRef="#br0" timeOffset="-189954.92">9220 3495 1940 0,'0'0'543'0,"0"0"-322"16,0 0-71-16,0 0-91 15,0 0-45-15,122-36 3 16,-71 18-16-16,-2 4-2 16,9-3-42-16,-14 7-435 15,-9 1-1025-15</inkml:trace>
  <inkml:trace contextRef="#ctx0" brushRef="#br0" timeOffset="-189699.58">9906 3248 1045 0,'0'0'257'0,"0"0"90"15,0 0-60-15,74 116-27 16,-53-55-29-16,2 5-29 16,-7 3-59-16,-7 0-34 0,-3-7-67 15,-4-6-26-15,-2-5-14 16,0-7-2-16,0-6-11 16,-11-4-141-16,1-7-464 15,-2-12-1042-15</inkml:trace>
  <inkml:trace contextRef="#ctx0" brushRef="#br0" timeOffset="-189137.32">11573 3374 1016 0,'0'0'291'16,"0"0"-80"-16,0 0-86 15,0 0-77-15,0 0-35 16,0 0 0-16,0 0-10 15,-44 61 38-15,42-59 170 16,2-2 86-16,0 0-8 16,0 2-58-16,0-2-74 15,0 0-66-15,0 2-16 16,0-1-42-16,0 2-8 16,0-1-14-16,0 2-1 15,0 0-4-15,0 0 14 16,-5 0 19-16,5-2-8 15,0-2-22-15,0 0-9 16,0 0-9-16,9-10-69 16,8-6-118-16,2 0-604 0</inkml:trace>
  <inkml:trace contextRef="#ctx0" brushRef="#br0" timeOffset="-188716.02">12559 3288 1487 0,'0'0'842'15,"0"0"-591"-15,0 0-175 16,0 0 135-16,35 125-13 15,-17-62-76-15,-2 7-41 16,2-4-56-16,-3-7-2 0,1-6-22 16,-3-13-1-16,-4-11-9 15,-2-8-68-15,-7-18-67 16,0-10-77-16,-14-19-454 16,-1-9-1349-16</inkml:trace>
  <inkml:trace contextRef="#ctx0" brushRef="#br0" timeOffset="-188490.86">12476 3334 1275 0,'0'0'406'0,"0"0"-112"15,0 0-14-15,104-108-80 16,-50 87-39-16,-2 8-63 16,-3 13-39-16,-11 0-36 0,-11 20-11 15,-10 16 9 1,-11 8 18-16,-6 5 30 0,0-3-11 15,-10-3-28-15,-11-8-21 16,2-9 0-16,-2-6-9 16,4-10-49-16,3-10-129 15,3-1-400-15,7-19-905 0</inkml:trace>
  <inkml:trace contextRef="#ctx0" brushRef="#br0" timeOffset="-188222.25">13182 3113 1476 0,'0'0'216'0,"0"0"16"15,0 0 63-15,-2 151-87 16,2-91-22-16,19-3-52 16,-2-8-45-16,3-11-34 15,1-11-44-15,0-11 4 16,20-16-15-16,-3-12-66 16,-3-14-547-16</inkml:trace>
  <inkml:trace contextRef="#ctx0" brushRef="#br0" timeOffset="-187845.11">13589 3106 1478 0,'0'0'840'0,"0"0"-646"16,0 0-81-16,0 0 48 15,15 106-28-15,-1-54-56 16,1 0-29-16,3-4-29 15,-5-5-10-15,-4-9-5 16,-2-8-2-16,-7-5-4 16,0-10-10-16,-4-1-34 0,-17-2-35 15,-3 0-14-15,-1-4-2 16,2-2 47-16,4-2 44 16,3 0 6-16,5 0 20 15,5 0-20-15,1 0 17 16,0 0-2-16,5 0 16 15,0 0 6-15,0 0-7 16,12-4-12-16,15-3 2 16,4-6 5-16,9-1-12 15,0-4 3-15,0-1-16 16,4-10-28-16,-8 2-242 16,-9 4-768-16</inkml:trace>
  <inkml:trace contextRef="#ctx0" brushRef="#br0" timeOffset="-187626.67">13425 3132 1661 0,'0'0'631'0,"0"0"-363"16,0 0-66-16,0 0-101 15,0 0-41-15,146-32-39 16,-95 28 3-16,0 0-24 16,11 4 0-16,-13 0-136 15,-11 0-704-15</inkml:trace>
  <inkml:trace contextRef="#ctx0" brushRef="#br0" timeOffset="-187373.56">13909 3020 1295 0,'0'0'325'16,"0"0"-52"-16,0 0-6 15,0 0-54-15,125 139 4 16,-107-74-1-16,-9 7-69 0,-9-4-41 15,0-5-54-15,0-11-28 16,-7-8-24-16,-3-10-10 16,-9-6-85-16,4-8-234 15,1-12-1074-15</inkml:trace>
  <inkml:trace contextRef="#ctx0" brushRef="#br0" timeOffset="-178995.39">17624 4398 1416 0,'0'0'404'16,"0"0"85"-16,0 0-198 16,0 0-60-16,0 0-91 15,0 0-41-15,0 0-38 16,-79-49-23-16,46 61-16 16,0 18-8-16,-1 11-2 15,9 5 3-15,9 4-14 0,14-3 13 16,2-2-14-16,10-6 1 15,21-12 0-15,7-10 7 16,8-10-1-16,3-7 2 16,5-2 1-16,-8-18-9 15,-5-6 10-15,-10-6-9 16,-11-6 7-16,-8-6-3 16,-12 0 7-16,0-1 26 15,-14 3 13-15,-15 4-8 16,-7 6-16-16,-4 4-4 15,-1 5-23-15,4 11-1 16,6 3-17-16,8 9-53 16,10 0-101-16,13 34-80 0,0-1-423 15,11-1-548-15</inkml:trace>
  <inkml:trace contextRef="#ctx0" brushRef="#br0" timeOffset="-178748.48">18220 4692 1844 0,'0'0'283'0,"0"0"-34"0,0 0 110 15,-39 139-153 1,25-88-97-16,1-1-46 0,0-3-29 15,3-6-14-15,2-10-19 16,3-7-1-16,5-12-34 16,0-12-96-16,13-6-183 15,8-16-622-15</inkml:trace>
  <inkml:trace contextRef="#ctx0" brushRef="#br0" timeOffset="-178470.89">18638 4313 1979 0,'0'0'307'0,"0"0"-182"15,0 0 159-15,0 0-166 16,0 0-11-16,0 0 13 15,68 154 13-15,-66-85-25 16,-2-1-48-16,0-1-32 16,0-8-22-16,0-5 0 15,0-7-6-15,0-11-30 16,0-8-79-16,10-10-96 16,3-10-593-16</inkml:trace>
  <inkml:trace contextRef="#ctx0" brushRef="#br0" timeOffset="-178101.93">19150 4277 1465 0,'0'0'357'0,"0"0"-60"0,0 0-4 15,0 0-75 1,107 136-60-16,-91-75-44 0,-5 3-33 16,-5 2-33-16,-3-2-16 15,-3-8-18-15,0-5-4 16,0-2-9-16,0-6 11 15,-3-7-11-15,-1-2 0 16,2-9-1-16,0-4-4 16,2-11 2-16,0-6-19 15,0-4-38-15,8-24-83 16,6-8-333-16,-3-2-565 0</inkml:trace>
  <inkml:trace contextRef="#ctx0" brushRef="#br0" timeOffset="-177915.32">19036 4659 1602 0,'0'0'659'0,"0"0"-530"16,0 0 55-16,0 0-91 15,161-51-61-15,-103 36-20 16,-5 4-7-16,10-4-5 15,-14 3-179-15,-13 3-660 0</inkml:trace>
  <inkml:trace contextRef="#ctx0" brushRef="#br0" timeOffset="-177209.75">19757 4357 1079 0,'0'0'397'0,"0"0"-139"15,0 0-33-15,0 0-110 16,124-22-42-16,-90 17 44 0,-3 0-3 15,-9 1-31-15,-9 0-15 16,-6 3 11 0,-7-4 9-16,0 3-22 0,0 0-34 15,-2 0-20-15,-13 0-12 16,-4 2 0-16,-5 0-6 16,-2 0 6-16,-3 4 0 15,-2 8 1-15,-1 2 0 16,1 2-1-16,0 0 6 15,0 5-6-15,4-2 9 16,7 1-9-16,4 3 1 16,5-5-1-16,9 1 6 15,2-2-6-15,0-3 0 16,2-2 0-16,12-4 0 16,5-2 1-16,4-2 1 0,6-4 10 15,2 0-11-15,4 0 0 16,1 0 5-16,-1 0-5 15,0 0-1-15,-4 0 1 16,-5 2-1-16,-4 7-7 16,-1 6 7-16,-6 5-8 15,-1 4 7-15,-1 5 2 16,-2 0 5-16,-2 2-5 16,-5 0-2-16,-4-1 2 15,0 0-1-15,-2 0 10 16,-16-1 35-16,-4-5 24 15,-2-4-14-15,-3-6-6 16,0-4-17-16,-2-6-11 0,-2-4 0 16,-3 0 6-16,1 0-14 15,-2-11-13-15,1 4-1 16,-2-2-72-16,-11 1-59 16,12 0-223-16,2 3-676 0</inkml:trace>
  <inkml:trace contextRef="#ctx0" brushRef="#br0" timeOffset="-163639.95">16918 4160 1438 0,'0'0'202'15,"27"103"-73"-15,9 5 129 16,5 41-34-16,-4 11-64 16,-8-26-26-16,-6-34-28 15,-8-39-44-15,1-11-32 0,1 4-18 16,4 3-10-1,-1-4-1-15,-3-13-1 0,-3-15-31 16,-7-25-173-16,-5-14-302 16,-2-23-476-16</inkml:trace>
  <inkml:trace contextRef="#ctx0" brushRef="#br0" timeOffset="-162400.21">16821 4081 1330 0,'0'0'206'0,"0"0"-123"15,0 0 71-15,160-81-17 16,-82 53-54-16,32-10-14 15,41-16 21-15,49-21-12 16,24-3 30-16,1 1-52 16,-11 12-22-16,-27 14-16 15,-11 5-9-15,-9 7-2 16,-10 0 1-16,-8 3 1 16,-5 4-8-16,-5 3-2 15,-21 7 2-15,-24 6 0 0,-23 7 0 16,-9 6 8-1,12-4-8-15,8 3 0 0,9 2 4 16,-4 2-4 0,-4 0 8-16,-10 0-9 0,-7 0 1 15,-13 0 0-15,-13 0 1 16,-14 0-1-16,-10 6 6 16,-7 2 11-16,-5 1 39 15,2 0 1-15,0 5-34 16,1 9-2-16,3 8-16 15,6 15 1-15,5 20 1 16,8 25-1-16,11 32-5 16,11 25 11-16,0-8 1 15,-4-30 1-15,-11-34 16 16,-3-19-9-16,5 6 1 0,4 9-13 16,5 13 1-1,-6-1-10-15,-6 1 0 0,-10-5 5 16,-8-4 0-16,-6-9 5 15,-6-9-10-15,-3-8 7 16,-2-10-8-16,0-8 0 16,0-8 0-16,0-6 0 15,0-6-1-15,0-4 1 16,0-3 1-16,-7 0 0 16,-6 2 11-16,-5 0-12 15,-2 3 9-15,-2-1-9 16,-3-2 11-16,-4 1-11 0,-2-2 2 15,-7 2-1 1,-4-2 10-16,-9 5-7 0,-5-2-2 16,-7 5 2-16,-3 4-3 15,-5 0-1-15,-1 2 0 16,-4-2 0-16,0 2 0 16,1-1 1-16,-4-1 0 15,2 0 0-15,-2 0 25 16,1 0-14-16,-4-1-2 15,-5 3-9-15,-4-3 5 16,-3 1-6-16,-2 2 2 16,5 2-2-16,0 0 1 15,6 2 4-15,2-1-4 16,5-2 3-16,4 1-4 16,1-3 0-16,-1-4 1 0,-3-1 4 15,-4 0-5-15,-6-1-6 16,-6 1 4-16,-3 0-25 15,0 2 21-15,7-2-3 16,8 0 9-16,17-7 1 16,12 0 0-16,19-7 1 15,13 0 17-15,7 0-1 16,6-10-9-16,3-3-2 16,-1 3-6-16,0 2 5 15,1-4-6-15,-3 0 0 16,1-4 0-16,-1-6 0 15,0-5 0-15,-2-5-1 16,1-6 1-16,-6-3 0 0,-1-1-1 16,-4-2 2-16,-2 1-1 15,-4 4 1-15,-2 3 5 16,0 6-6-16,1 3 9 16,-3 4-7-16,-1 4-1 15,4 2 7-15,-1 3-7 16,7-1 0-16,2 7-1 15,9 2-21-15,7 6-63 16,2 0-225-16,0 0-577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40 218 8250,'0'0'2562,"0"0"-40,0 0 115,0 0-744,0 0-546,-7 8-111,-23 25-230,30-33-979,0 0 1,-1 0 0,1 1-1,0-1 1,0 0 0,0 0-1,0 0 1,-1 1 0,1-1 0,0 0-1,0 0 1,0 0 0,0 1-1,0-1 1,0 0 0,0 0-1,0 1 1,0-1 0,-1 0-1,1 0 1,0 1 0,0-1 0,1 0-1,-1 0 1,0 1 0,0-1-1,0 0 1,0 0 0,0 1-1,0-1 1,0 0 0,0 0-1,0 1 1,0-1 0,1 0 0,-1 0-1,0 0 1,0 1 0,0-1-1,0 0 1,1 0-28,12 5 541,22-3-104,-32-1-314,51-2 220,0-2 1,0-2-1,0-3 0,26-8-343,210-62 125,-211 54-96,-73 22-31,25-6-51,0-3 0,12-6 53,-42 14-385,0 0 1,0 0-1,0 0 0,-1-1 0,1 1 1,-1 0-1,1 0 0,-1-1 1,0 1-1,0 0 0,-1-1 1,0-1 384,1-3-1572,5-19-4596,0 4-4608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4305,'0'0'6824,"0"0"-4043,0 0-190,0 0-443,0 0-1063,0 0-457,15 2 95,36 3-108,-1 2 1,0 2 0,39 14-616,-71-18 32,-1 0-1,0 1 1,0 1-1,-1 1 1,0 1-1,0 0 1,-1 1 0,-1 0-1,1 1 1,-1 1-1,-1 0 1,-1 1-1,4 5-31,-13-15 5,0 1 0,-1 0-1,1 0 1,-1 1 0,0-1-1,0 0 1,0 1 0,-1-1-1,0 1 1,0 0 0,0-1-1,0 1 1,-1 0 0,1 0-1,-1 0 1,-1-1 0,1 1-1,-1 2-4,-1 0 14,0-1 0,0 1-1,-1-1 1,0 0 0,0 1 0,0-1-1,-1-1 1,0 1 0,0 0-1,0-1 1,-5 4-14,-9 8 22,-1-1 0,0-2-1,-1 1 1,-1-2 0,0-1 0,-16 6-22,-1-2-1489,38-16 1436,-1 0 0,1 0 0,0 0 0,0 0 1,0 0-1,0 0 0,0 0 0,0 0 1,0 0-1,-1 0 0,1 0 0,0 0 1,0 0-1,0 0 0,0-1 0,0 1 0,0 0 1,0 0-1,0 0 0,0 0 0,0 0 1,0 0-1,0 0 0,-1 0 0,1 0 0,0-1 1,0 1-1,0 0 0,0 0 0,0 0 1,0 0-1,0 0 0,0 0 0,0 0 1,0-1-1,0 1 0,0 0 0,0 0 0,0 0 1,0 0-1,0 0 0,0 0 0,1 0 1,-1-1-1,0 1 0,0 0 0,0 0 1,0 0-1,0 0 0,0 0 0,0 0 0,0 0 1,0 0-1,0 0 0,0 0 0,0-1 1,1 1-1,-1 0 0,0 0 0,0 0 0,0 0 1,0 0-1,0 0 0,0 0 0,0 0 1,1 0-1,-1 0 0,0 0 0,0 0 53,19-18-4971,16-10-7899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79 288,'0'0'8810,"0"0"-5703,-4 23-901,-9 77-229,12-97-1889,1 1 0,0 0 0,0-1 0,0 1 0,0 0 0,1-1 0,-1 1 0,1-1 0,0 1 0,0-1 0,1 1 0,-1-1 0,1 0 0,-1 0 0,1 0 0,0 0 0,0 0 0,0 0 0,1 0 0,-1 0 1,1-1-1,-1 1 0,1-1 0,0 0 0,0 0 0,0 0 0,0 0 0,1 0 0,-1-1 0,2 1-88,8 2 238,0 0 1,0-1-1,0 0 1,1-1-1,-1-1 0,11 0-238,-18-1 55,15 1 83,0 0 0,1-2 0,-1-1 0,1-1 0,-1 0-1,6-3-137,-15 2 60,0 0-1,0 0 1,0-1-1,-1-1 1,0 1-1,0-2 1,-1 0-1,1 0 0,-2-1 1,1 0-1,3-4-59,-11 10 60,1-1 1,-1 1-1,1-1 0,-1 0 0,0 0 0,0 1 0,0-1 0,0 0 0,-1-1 0,1 1 1,-1 0-1,0 0 0,0-1 0,0 1 0,0-1 0,0 1 0,-1-1 0,0 1 0,1-1 1,-1 1-1,-1-1 0,1 1 0,0-1 0,-1 1 0,0-1 0,0 1 0,-1-3-60,-1 0 46,-1 0 0,1 1-1,-1-1 1,0 1 0,-1 0-1,1 0 1,-1 0 0,0 1-1,0 0 1,-1 0 0,1 0-1,-1 0 1,-5-1-46,-7-5-55,1 1 1,-2 2-1,1 0 1,-1 0-1,0 2 0,0 0 1,0 2-1,-1 0 1,1 1-1,-1 0 1,0 2-1,1 1 0,-6 0 55,24 0-84,-1-1 1,1 1-1,-1-1 0,1 1 0,0 0 0,-1-1 0,1 1 0,0 0 0,-1 0 0,1 0 0,0 0 0,0 0 1,0 0-1,0 0 0,0 0 0,0 1 0,0-1 0,0 0 0,1 1 0,-1-1 0,0 0 0,1 1 0,-1 0 84,-7 35-5722,7-12-1982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12275,'0'0'1745,"0"0"-163,-9 29 600,-28 95-973,35-117-1122,0 1 1,1-1-1,0 1 0,0-1 0,0 1 0,1-1 0,0 1 0,1-1 0,0 1 0,0-1 0,0 0 0,1 1 0,0-1 0,1 0 0,2 6-87,-1-7 63,-1 0-1,1-1 0,0 0 0,1 0 0,-1 0 0,1 0 1,0-1-1,0 1 0,1-1 0,-1-1 0,1 1 0,0-1 0,0 0 1,3 1-63,10 3 74,-1-2-1,1 0 1,0-1 0,0-1 0,0-1 0,0-1 0,0 0 0,1-1 0,-1-1 0,4-2-74,-12 2 21,0-1 0,-1-1 0,1 1 0,-1-2-1,0 1 1,0-1 0,0-1 0,-1 0 0,1 0 0,-1-1 0,0 0 0,-1-1 0,0 0 0,4-4-21,-6 5 74,-1 1 0,-1-1-1,1 0 1,-1 0 0,0-1 0,0 1-1,-1-1 1,0 0 0,0 0 0,-1 0-1,1 0 1,-2-1 0,1 1 0,-1-1-1,0 1 1,-1-1 0,1 1 0,-1-1-1,-1 1 1,-1-7-74,1 8 17,-1 1-1,0 0 1,0 0 0,-1 0 0,0 0-1,1 0 1,-2 1 0,1-1-1,0 1 1,-1 0 0,0 0-1,0 0 1,0 1 0,-1-1-1,1 1 1,-1 0 0,1 0 0,-1 1-1,0-1 1,0 1 0,-1 0-1,1 0 1,0 1 0,-4-1-17,-12-4-40,0 2 1,0 0 0,-1 1-1,0 1 1,-14 1 39,24 1-223,0 0 0,-1 1 1,1 0-1,0 1 0,1 0 0,-1 1 0,0 0 0,-6 3 223,10-2-832,0 0-1,1 1 1,-1 0 0,1 0-1,0 1 1,0-1-1,-4 6 833,-13 16-7237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11947,'0'0'2432,"0"0"-964,0 0 277,49-4-556,94-10-33,-1-7 0,26-11-1156,751-212 3168,-918 244-3156,27-10-197,-25 6-642,-17 3-576,-9 2-1664,-4 5-1937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14619,'0'0'2666,"0"0"-1067,0 0 437,0 0-594,0 0-432,21 28-191,70 92-78,-74-96-456,0 1 1,-1 1-1,-2 0 0,0 1 0,-2 0 1,-1 1-1,-1 1-285,3 8 121,-9-30-1721,-1-13 621,-2-22-748,0 13-239,2-22-5337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96 13171,'0'0'1650,"0"0"-812,0 0 444,0 25-335,0-10-851,-1 8 211,1-1 1,1 1-1,1-1 1,1 1-1,0-1 0,2 0 1,1 0-1,4 8-307,-7-24 71,0 0 1,0 0-1,1-1 1,-1 1-1,1-1 0,1 0 1,-1 0-1,1 0 1,0 0-1,0-1 0,0 0 1,1 0-1,-1 0 0,1-1 1,0 0-1,0 0 1,0 0-1,1-1 0,-1 0 1,0 0-1,1 0 1,0-1-1,-1 0 0,1-1 1,0 1-1,-1-1 1,1-1-1,0 1 0,-1-1 1,1 0-1,0 0 0,-1-1 1,1 0-1,5-3-71,-5 2 14,0-1 0,0 1 0,0-2 0,-1 1 0,0-1 0,1 0 0,-2 0 0,1 0 0,-1-1 0,0 0 0,0 0 0,0-1 0,-1 1 0,0-1 0,0 0 0,-1 0 0,0 0 0,0-1 0,-1 1 0,2-7-14,1-9 109,-1 0 0,-1 0-1,0 0 1,-2 0 0,-1 0-1,-2-13-108,2 31 21,-1 0-1,0 0 0,1 0 0,-2 0 0,1 0 0,0 0 0,-1 0 0,0 0 0,0 1 1,-1-1-1,1 1 0,-1-1 0,0 1 0,0 0 0,0 0 0,-1 0 0,0 1 1,1-1-1,-1 1 0,0 0 0,-1 0 0,1 0 0,0 0 0,-4-1-20,-1 1-20,-1-1-1,1 2 1,-1-1-1,1 1 0,-1 0 1,0 1-1,0 0 1,0 1-1,0 0 1,0 1-1,0 0 0,-6 1 21,12-1-85,0 0 0,0 0 0,0 1 0,0-1 0,0 1-1,0 0 1,0 0 0,0 0 0,0 1 0,1-1 0,-4 4 85,6-5-214,0 0 1,-1 1 0,1-1 0,0 1 0,0-1 0,0 1 0,0-1 0,0 1 0,0 0 0,1-1-1,-1 1 1,0 0 0,1 0 0,-1 0 0,1-1 0,0 1 0,0 1 213,2 7-5299,9-4-3904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4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13051,'0'0'1449,"0"0"65,6 26 533,20 85-625,-24-102-1280,0-1-1,1 0 1,0 1 0,1-1-1,0 0 1,0-1 0,0 1 0,1-1-1,0 0 1,1 0 0,0 0-1,0-1 1,0 0 0,1 0 0,0 0-142,0-2 74,-1 0 0,1-1 1,0 1-1,-1-2 1,1 1-1,0-1 0,1 0 1,-1 0-1,0-1 1,1 0-1,-1 0 0,0-1 1,1 0-1,5-1-74,0 0 40,1-2 0,-1 1-1,0-2 1,1 0 0,-1 0-1,-1-2 1,1 1 0,-1-2-1,0 1 1,0-2 0,-1 1-1,0-2 1,-1 0 0,1 0-1,-2 0 1,6-8-40,-8 7 90,0 0-1,-1 0 1,-1-1 0,0 0 0,0 0-1,-1 0 1,0 0 0,-1-1-1,0 0 1,-1 1 0,-1-1-1,0 0 1,0 0 0,-1 0 0,-1-9-90,1 17 37,0-1 0,-1 1 0,1-1 0,-1 1 0,0 0 0,0-1-1,0 1 1,-1 0 0,1 0 0,-1 0 0,0 0 0,0 0 0,-1 1 0,1-1 0,-1 0 0,0 1 0,-2-3-37,-1 2 14,1-1 1,-1 1-1,0 0 0,0 0 0,0 0 0,-1 1 0,0 0 0,1 1 0,-1-1 0,-4 0-14,-6-1-220,-1 1 0,0 1-1,-1 0 1,1 1-1,0 1 1,0 1-1,0 1 1,-7 1 220,-44 17-2610,6 7-2734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13915,'0'0'1784,"0"0"-1376,0 0 1025,0 0-1161,164-33-272,-105 30-744,-15 3-1905,-10-2-4256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11466,'0'0'2705,"0"0"-897,0 0 1017,0 0-1401,0 0-1016,209-45-408,-98 10-120,-16 8-2680,-12 2-6050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10642,'0'0'2450,"0"0"-701,0 0 200,14-21-810,49-68-695,-58 84-407,0-1 0,1 1 0,0 0 0,0 1-1,0-1 1,0 1 0,1 0 0,-1 1 0,1 0-1,0 0 1,0 0 0,1 1 0,-1 0 0,0 0 0,1 1-1,-1 0 1,1 0 0,-1 1 0,1 0 0,0 0-1,-1 1 1,1 0 0,0 0-37,-4 0 28,1 0 0,-1 0 0,0 1 0,1 0 0,-1 0 0,0 0 0,0 0 0,-1 0 0,1 1 1,0 0-1,-1 0 0,1 0 0,-1 0 0,0 0 0,0 1 0,0-1 0,-1 1 0,1 0 0,-1 0 0,0 0 0,0 0 0,0 0 0,-1 0 0,1 0 0,-1 1 0,0 0-28,4 14 88,-1 0-1,0 0 1,-2 0-1,0 0 1,-1 11-88,0-14 27,-1 0-1,0 1 1,-1-1 0,-1 1-1,-1-1 1,0 0 0,-1 0-1,-1 0 1,0-1 0,-1 1-1,-1-1 1,0-1 0,-1 1-1,-5 5-26,8-13 26,-9 13 12,0 0 0,-1-1 0,-10 8-38,22-24 17,0 1-1,0-1 1,0 0 0,-1 0 0,1-1 0,-1 1 0,0-1 0,0 1-1,0-1 1,0 0 0,0-1 0,0 1 0,-1-1 0,1 0 0,0 0 0,-1 0-1,1 0 1,-1-1 0,1 0 0,-1 0 0,-3 0-17,7-1 10,0 1 0,0 0 0,0-1 0,0 1 0,0-1 0,0 0 0,1 1 0,-1-1 0,0 0 0,0 1 0,0-1 0,1 0 0,-1 0 0,0 0 0,1 0 0,-1 0 0,1 1 0,-1-1 0,1 0 0,-1 0 0,1 0 0,-1-1 0,1 1 0,0 0 0,0 0 0,0 0 0,0 0 0,0 0 0,0 0 0,0 0 0,0 0 0,0 0 0,0 0 0,0-1 0,1 1 0,-1 0 0,1 0-10,-1-1 10,1-1 0,-1 1 0,1 0 0,0 0 0,0 0 0,0 0 0,0 0 0,0 0 1,0 0-1,0 0 0,1 0 0,-1 0 0,1 1 0,0-1 0,-1 1 0,1-1 0,2-1-10,22-7 40,1 1 0,0 1-1,1 1 1,0 1 0,22-1-40,19 1-53,56 2 53,-119 4-225,1 0 0,-1 1 1,0 0-1,1 0 1,-1 0-1,0 1 0,0 0 1,0 0-1,2 1 225,27 21-5296,-16-3-2326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14211,'0'0'1604,"0"0"-270,0 0 58,29 1-318,83 4 643,1-5 0,52-9-1717,-16-16 1401,98-32-1401,84-16-23,-287 68-1215,-24 5-6517,-20 0 1475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6 162 13363,'0'0'1954,"0"0"-27,0 0 185,9-21-1089,34-68-591,-40 85-418,0 0 0,0 0 0,0 1 1,1-1-1,0 0 0,0 1 0,0 0 0,0 0 0,0 0 0,1 1 0,-1-1 0,1 1 0,0 0 0,0 1 1,-1-1-1,1 1 0,0 0 0,0 0 0,0 0 0,1 1 0,-1-1 0,0 1 0,0 1 0,0-1 1,0 1-1,0 0 0,0 0 0,4 1-14,-6-1 14,1 1 0,-1 0 1,1-1-1,-1 1 0,0 0 0,1 1 1,-1-1-1,0 1 0,0-1 1,-1 1-1,1 0 0,-1 0 0,1 0 1,-1 0-1,0 0 0,0 1 0,0-1 1,-1 1-1,1-1 0,-1 1 0,0 0 1,0-1-1,0 1 0,0 0 0,-1 0 1,1 0-1,-1 0-14,2 11 78,-1 0 0,-1 0 0,0 1-1,0-1 1,-2 0 0,-1 7-78,-2-5 64,0 0 0,-1-1-1,-1 1 1,0-1 0,-1-1 0,-1 0 0,0 0-1,-1-1 1,-2 2-64,-13 15 68,-1 0 0,-2-2 0,-13 10-68,39-37 38,1-1 0,-1 1 1,1-1-1,-1 1 1,1-1-1,-1 0 0,0 0 1,0 0-1,0 0 1,1 0-1,-1 0 0,0 0 1,0-1-1,0 1 1,0-1-1,0 1 0,-1-1 1,1 0-1,0 0 1,-1 0-39,2-1 25,0 1 0,0-1 0,0 0 0,0 0-1,0 0 1,1 0 0,-1-1 0,0 1 0,1 0 0,-1 0 0,0 0 0,1 0 0,0-1 0,-1 1 0,1 0 0,0-1 0,-1 1 0,1 0 0,0 0 0,0-1 0,0 1 0,0 0 0,0-1 0,1 1 0,-1 0-1,0-1 1,1 1 0,-1 0 0,1 0 0,-1 0 0,1-1-25,0 1-1,-1-1 0,1 1 0,0-1 0,0 1 0,0 0 0,1-1 0,-1 1-1,0 0 1,0 0 0,1 0 0,-1 0 0,1 0 0,-1 0 0,1 0 0,-1 0 0,1 1 0,-1-1-1,1 1 1,0-1 0,-1 1 0,1-1 0,0 1 0,-1 0 0,1 0 0,0 0 0,0 0 1,57-1-45,-45 1 66,13 0 91,0 2-1,0 0 1,0 2-1,0 0 1,18 7-112,-37-8-173,0-1 0,0 0 1,1-1-1,-1 1 0,0-2 1,1 1-1,-1-1 1,1-1-1,-1 1 0,0-1 1,1-1-1,-1 0 0,0 0 1,0 0-1,0-1 0,0 0 1,0-1-1,-1 0 1,0 0-1,3-2 173,43-29-4966,-2 0-3824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148 150 11899,'0'0'2660,"0"0"-1118,0 0 277,0 0-798,25-21-649,80-68-274,-96 82-26,1 0 0,1 0 1,-1 1-1,11-4-72,-18 8 334,-7 2-3,-16 3 2,-4 2-284,-1 0-1,1 2 1,1 1 0,0 0 0,0 2 0,0 1 0,2 1 0,-1 0-1,1 2 1,1 0 0,-2 4-49,19-16 1,1 0 0,-1 0 0,1 0 0,0 0-1,-1 1 1,1-1 0,0 1 0,1-1 0,-1 1 0,0 0-1,1-1 1,-1 1 0,1 0 0,0 0 0,0 0 0,0 1-1,0-1 1,1 0 0,-1 0 0,1 0 0,0 0 0,0 1-1,0-1 1,0 0 0,1 0 0,0 3-1,1-1 8,0 0 1,0 0-1,1-1 1,0 1-1,0-1 1,0 0-1,0 1 1,1-1-1,-1-1 1,1 1 0,0 0-1,0-1 1,1 0-1,-1 0 1,2 0-9,41 25 150,-23-15-182,-1 0-1,0 2 1,-2 1 0,17 14 32,-34-26 63,0 0 1,0 0 0,0 0-1,0 1 1,-1-1 0,0 1-1,0 0 1,0 0 0,0 0 0,-1 0-1,0 1 1,0-1 0,0 1-1,-1-1 1,0 1 0,0-1-1,0 1 1,0 0 0,-1 0-1,0-1 1,-1 1 0,1 0 0,-1-1-1,0 3-63,-2-6 37,1 1-1,0-1 0,0 1 1,-1-1-1,1 0 1,-1 0-1,0 0 0,0 0 1,0-1-1,0 1 0,0-1 1,0 0-1,0 1 1,0-2-1,0 1 0,-1 0 1,-1 0-37,-12 4 19,-20 11-672,2 2 0,-7 5 653,-29 20-5673,34-18-878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3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84 228 9394,'0'0'2310,"0"0"-164,0 0 624,0 0-681,0 0-714,0 0-437,-14 4-253,-42 9-114,42-9 36,17-2 174,39 1-573,0-2-1,34-3-207,6 0 123,140-5 8,0-9 1,-1-11 0,47-18-132,-189 31 7,-5 2 27,0-4 0,0-3 0,5-5-34,-77 24-32,0-1 0,0 0 0,0 0 0,0 1-1,0-1 1,0-1 0,0 1 0,0 0 0,0 0 0,0-1 0,-1 1 0,1-1 0,0 0-1,-1 1 1,1-1 0,-1 0 0,0 0 0,1-1 32,1-29-6486,-6 20-404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6:5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12659,'0'0'2164,"0"0"-137,0 0 3,0 0-956,0 0-616,0 0 168,33 2 42,5-1-470,7 0 65,-1 2 1,1 3-1,25 6-263,-32-5 158,-6-2-50,0 2-1,0 1 1,-1 1-1,0 2 1,0 0-1,22 14-107,-50-23 11,0-1 0,0 1 0,0 1 0,0-1 0,0 0 0,0 1-1,-1-1 1,1 1 0,-1 0 0,0 0 0,1 0 0,-1 0 0,-1 0 0,1 0 0,0 1 0,-1-1 0,0 1 0,0-1-1,0 1 1,0-1 0,0 1 0,-1-1 0,1 1 0,-1 0 0,0 0 0,0-1 0,-1 1 0,1 0 0,-1-1-1,0 1 1,0-1 0,0 1 0,0-1 0,0 1 0,-1-1 0,0 0-11,-7 15 71,-1-1-1,-1 0 1,-1-1 0,0 0 0,-1-1-1,-2 2-70,2-2 6,7-8-303,-53 68 403,44-48-2861,3 3-3788,9-18-3999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0 413 11002,'0'0'4540,"0"0"-2922,0 0-165,0 0-210,0 0-411,2-22-310,21-157 1010,-14 62-609,-3 27 3,-6 90-921,0 0 1,0 0 0,0 0-1,1 0 1,-1 0 0,0 0 0,0 0-1,0 0 1,0 0 0,0 0-1,1 0 1,-1 0 0,0 0 0,0 0-1,0 0 1,0 0 0,1 0-1,-1 0 1,0 0 0,0 0 0,0 0-1,0 0 1,0 0 0,1 0-1,-1 0 1,0 0 0,0 0 0,0 0-1,0 0 1,0 0 0,0-1 0,1 1-1,-1 0 1,0 0 0,0 0-1,0 0 1,0 0 0,0 0 0,0-1-1,0 1 1,0 0 0,0 0-1,0 0 1,0 0 0,1 0 0,-1-1-1,0 1 1,0 0 0,0 0-1,0 0 1,0 0 0,0 0 0,0-1-1,0 1 1,0 0 0,-1 0-1,1 0 1,0 0 0,0-1 0,0 1-1,0 0 1,0 0-6,6 15-5,9 47 16,99 437 143,-111-487-626,-1 0 0,0 0 0,-1 0 0,0 10 472,-2-18-601,1 0 0,0-1 0,-1 1 0,0 0 1,0-1-1,0 1 0,0-1 0,-1 1 1,0-1-1,1 0 0,-1 0 0,0 1 1,0-1-1,-1-1 0,1 1 0,-3 2 601,-15 13-8787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11723,'0'0'2796,"0"0"-1632,0 0-306,34 4 182,-29-4-997,73 10 524,1-4 0,0-4-1,28-4-566,196-30 2433,3-14-2433,315-34 1209,-615 80-3384,-10 0 574,-27 4-2867,-1 7-1660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55 12043,'0'0'1804,"0"0"-372,0 0 738,0 0-786,0 0-800,0 0-323,14-9-152,-13 9-108,10-8 2,1 2 0,0-1 1,0 1-1,1 1 0,12-3-3,-22 6 2,1 1-1,-1 0 1,1 1 0,0-1-1,0 1 1,-1-1-1,1 1 1,0 0 0,0 1-1,0-1 1,-1 1 0,1-1-1,0 1 1,-1 0-1,1 1 1,-1-1 0,1 0-1,-1 1 1,1 0 0,-1 0-1,0 0 1,0 0-1,0 1 1,0-1 0,0 1-1,-1-1 1,1 1 0,1 2-2,2 6 20,1 0 1,-2 0 0,1 0 0,-1 1 0,-1 0 0,0 0-1,-1 0 1,0 0 0,-1 0 0,0 6-21,1 24 168,-1 0-1,-4 19-167,2-51 35,-1 1 21,0 0-1,-1 1 0,0-1 0,-1 0 0,0-1 1,0 1-1,-2 0 0,1-1 0,-1 0 1,-5 8-56,-4 2 185,0 1 1,-1-2 0,-2 0-1,-5 5-185,20-21 54,-1 0-1,0 0 1,0-1-1,0 1 1,0-1-1,0 1 1,0-1 0,-1 0-1,1 0 1,-1 0-1,1-1 1,-1 1-1,0-1 1,0 0-1,1 0 1,-1 0-1,0-1 1,0 1-1,0-1 1,0 0-1,0 0 1,-4-1-54,5 0 43,0 0 0,1-1 0,-1 1 0,0-1 0,1 1 0,-1-1-1,1 0 1,-1 0 0,1-1 0,0 1 0,0 0 0,0-1 0,0 1 0,0-1 0,1 1 0,-1-1 0,1 0 0,0 0-1,-1 0 1,1 0 0,1 0 0,-1 0 0,0 0 0,1 0 0,-1 0 0,1 0 0,0-2-43,0 2 4,-1 1 0,1 0 0,-1-1 1,1 1-1,0-1 0,0 1 0,0 0 0,0-1 1,0 1-1,1-1 0,-1 1 0,1 0 0,0 0 1,-1-1-1,1 1 0,0 0 0,0 0 0,1 0 1,-1 0-1,0 0 0,1 0 0,-1 0 0,1 0 1,0 0-1,-1 1 0,3-2-4,2 0-1,0 1 0,-1 1 0,1-1 0,1 1 0,-1 0 0,0 0 0,0 1 0,0-1 0,0 2 0,3-1 1,5 0-4,0 0 0,0 1 0,0 1 0,0 0 0,0 1 0,-1 1 1,1 0-1,-1 1 0,10 4 4,-7-2-157,1-2 0,0 0 0,1-1-1,-1 0 1,1-2 0,0 0 0,-1 0 0,10-2 157,18-2-4191,-1-1 1,34-8 4190,-37 4-5940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10762,'0'0'1327,"0"0"-297,0 0 118,31-8-556,-5 0-488,27-7 356,1 2 0,45-5-460,-59 15 472,-39 3 210,-7 0 1132,-18 0-1625,-1 1 0,0 1 0,1 1 0,-1 2 0,-9 3-189,26-6-7,0 0 0,0 1 1,0 0-1,1 0 0,-1 1 1,1 0-1,0 0 1,0 1-1,0 0 0,1 0 1,0 1-1,0-1 0,0 1 1,1 1-1,0-1 0,0 1 1,0 0-1,-1 3 7,4-5 4,0-1 0,0 1-1,0 0 1,0 0-1,1 0 1,0 0 0,0 0-1,0 0 1,1 0 0,-1 1-1,1-1 1,0 0 0,1 0-1,0 0 1,-1 0 0,2 0-1,-1 1 1,0-2 0,1 1-1,0 0 1,0 0 0,1 0-1,-1-1 1,1 0 0,0 1-1,0-1 1,0 0 0,1 0-1,0-1 1,-1 1 0,1-1-1,0 1 1,3 0-4,16 11 60,1 0 0,0-1 0,1-2 0,1-1 0,22 7-60,-18-6 14,-19-8 1,44 21 191,-53-24-199,0 1 0,0-1-1,0 0 1,-1 1 0,1-1 0,0 1 0,0 0 0,-1-1 0,1 1 0,-1 0 0,1 0 0,-1 0 0,0 0 0,0 0 0,0 0 0,0 0 0,0 1 0,-1-1 0,1 0-1,-1 0 1,1 1 0,-1 0-7,-2-1-178,0 1 0,0 0 1,0 0-1,0-1 0,-1 1 0,1-1 0,-1 0 0,0 0 0,0 0 0,0 0 0,0 0 0,0 0 0,0-1 0,0 0 0,0 1 0,-1-1 178,-1 1-1204,-27 13-7043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3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13419,'0'0'3571,"0"0"-2062,0 0 71,0 0-513,36-6-474,257-43 481,128 7-205,-268 33-1913,0-8 0,122-29 1044,-187 19-2746,-33 6-1986,-17 3-3039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7770,'0'0'2679,"0"0"-309,0 0 902,0 0-963,0 0-1110,0 0-666,10-3-309,-2 0-205,0 1-1,-1 0 1,1 1-1,0 0 1,0 0-1,0 1 0,0 0 1,0 1-1,0-1 1,0 1-1,4 2-18,4 0 17,1 2-1,-1 0 1,-1 1-1,1 0 1,-1 2 0,0 0-17,0-1 14,-2 1 0,1 1 0,-1 0 0,-1 1 1,1 0-1,-2 1 0,1 0 0,-2 1 0,0 0 1,0 1-1,-1 0 0,0 1 0,3 8-14,-9-16 38,-1-1 1,1 1-1,-2 0 0,1 0 0,0-1 1,-1 1-1,0 0 0,-1 0 0,1 0 1,-1 0-1,0 0 0,-1 0 0,1 0 1,-1 0-1,-1 0 0,1 0 0,-1 0 0,0 0 1,0-1-1,0 1 0,-1-1 0,0 1 1,0-1-1,0 0 0,-1 0 0,0-1 1,0 1-1,0-1 0,0 0 0,-1 0 1,0 0-1,0 0 0,0-1 0,-3 2-38,-8 6 71,1-1 0,-2 0 1,1-1-1,-1-1 0,0-1 0,-1 0 0,0-2 0,0 0 0,0 0 0,-1-2 0,-9 1-71,27-4-38,1 0 0,-1 0 1,0 0-1,1 0 0,-1 0 1,0 0-1,1 0 0,-1 0 0,1 0 1,-1-1-1,0 1 0,1 0 1,-1 0-1,0 0 0,1-1 1,-1 1-1,1 0 0,-1-1 0,1 1 1,-1-1-1,1 1 0,-1-1 1,1 1-1,-1 0 0,1-1 0,-1 0 1,1 1-1,0-1 0,-1 1 1,1-1-1,0 1 0,0-1 0,-1 0 1,1 1-1,0-1 0,0 0 1,0 1-1,0-1 0,0 0 0,0 1 1,0-1-1,0 0 0,0 1 1,0-1-1,0 0 38,13-30-4874,13 3-2070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46 277 14123,'0'0'2754,"0"0"-1591,4 23-220,113 435 1932,-113-431-2886,-4-22-46,1 0 0,-1 1 1,1-1-1,0 1 0,1-1 0,-1 0 1,1 0-1,0 0 0,0 0 0,2 2 57,-4-7-48,1 0 0,-1 0 0,0-1-1,1 1 1,-1 0 0,0 0 0,0-1-1,1 1 1,-1 0 0,0 0 0,0-1 0,1 1-1,-1 0 1,0 0 0,0-1 0,0 1 0,0 0-1,1-1 1,-1 1 0,0-1 0,0 1 0,0 0-1,0-1 1,0 1 0,0 0 0,0-1-1,0 1 1,0 0 0,0-1 0,0 1 0,0 0-1,0-1 1,-1 1 0,1 0 0,0-1 0,0 1-1,0 0 1,0-1 0,-1 1 48,1 0-28,0-12-399,-1 0 1,0 1 0,-1-1-1,0 1 1,-1 0 0,0-1-1,-1 1 1,0 1-1,-1-1 1,0 0 0,0 1-1,-1 0 1,-1 1 0,-6-9 426,2 4-258,-13-18-1616,2-1-1,-7-15 1875,22 35-144,1 0 1,0 0-1,1 0 0,1-1 1,0 0-1,1 0 0,1 0 1,-1-9 143,1 0 359,1-1-1,2 0 1,0 1 0,1-1 0,1 1 0,2-1-1,0 1 1,2 0 0,6-16-359,-9 30 134,0-1 0,1 1-1,-1 0 1,2 0 0,0 1-1,0 0 1,0 0 0,1 0 0,0 1-1,0 0 1,1 0 0,0 1 0,0 0-1,1 0 1,-1 1 0,1 0 0,1 1-1,-1 0 1,1 0 0,-1 1 0,1 0-1,0 0 1,10 0-134,-14 2 85,1 1 0,0-1 0,-1 1 0,1 1 0,-1-1 0,0 1 0,1 0 0,-1 1 0,1 0 0,-1 0 0,0 0 1,0 0-1,0 1 0,0 0 0,-1 1 0,1-1 0,-1 1 0,0 0 0,0 0 0,0 0 0,-1 1 0,1 0 0,-1 0 0,0 0 0,0 0 0,-1 1 0,0 0 0,0-1 0,0 1 0,0 2-85,2 5 228,0 1 0,0 0 0,-1 1 0,-1-1 0,-1 1 0,0 0 1,-1-1-1,0 1 0,-1 0 0,-1 0 0,-1 0 0,0-1 0,-1 5-228,-1-9 84,1 1 1,-2-1-1,0 0 0,0-1 1,0 1-1,-1-1 1,-1 0-1,1-1 0,-2 1 1,1-1-1,-1-1 0,0 1 1,-1-1-1,1-1 0,-2 0 1,1 0-1,0-1 0,-1 0 1,0 0-1,0-1 1,-1 0-1,1-1 0,-1-1 1,0 1-1,1-2 0,-1 1 1,-4-1-85,14-1-41,0 0 0,0 0-1,0-1 1,0 1 0,0 0 0,0 0 0,1 0 0,-1-1 0,0 1 0,0 0 0,0-1-1,0 1 1,1-1 0,-1 1 0,0-1 0,0 0 0,1 1 0,-1-1 0,0 0-1,1 1 1,-1-1 0,1 0 0,-1 1 0,1-1 0,-1 0 0,1 0 0,0 0 0,-1 0-1,1 0 1,0 1 0,0-1 0,-1 0 0,1 0 0,0 0 0,0 0 41,1-40-4546,0 30 2081,4-26-8133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109 132 11362,'0'0'1282,"0"0"-757,0 0-436,24-12-643,71-37-129,-92 47 618,-1 1-1,1-1 1,-1 1 0,0-1-1,1 0 1,-1 0 0,0 0-1,0 0 1,0 0-1,1-3 66,-2 5-3,-1-1 0,1 0 0,-1 1-1,0-1 1,0 0 0,1 1 0,-1-1-1,0 0 1,0 0 0,0 1 0,0-1-1,0 0 1,0 0 0,0 1 0,0-1-1,0 0 1,0 0 0,0 1-1,0-1 1,-1 0 0,1 0 0,-1 0 3,0-1 84,0 1 1,0-1 0,0 1 0,-1-1-1,1 1 1,-1 0 0,1 0 0,-1-1-1,1 1 1,-1 0 0,0 0 0,0 1-1,0-2-84,-4 0 197,-1 0 0,1 0 0,0 0 1,0 1-1,-1 0 0,1 0 0,-1 0 0,1 1 0,-1 0 0,1 0 0,-1 1 0,1 0 0,-1 0 0,1 0 0,0 1 0,0 0 0,-1 0 0,1 1 0,1-1 1,-1 1-1,0 1 0,1-1 0,-1 1 0,1 0 0,0 0 0,0 0 0,1 1 0,-4 4-197,1-1 117,1 1 1,0 0-1,1 0 1,0 0-1,0 1 0,0-1 1,2 1-1,-1 0 1,1 1-1,1-1 0,0 0 1,0 1-1,1 0 1,0-1-1,1 1 1,0-1-1,1 4-117,0-9 32,0 0 1,1 0-1,-1 0 0,1 0 1,0 0-1,1 0 0,-1-1 0,1 1 1,0-1-1,0 0 0,0 0 1,0 0-1,1 0 0,0 0 1,0-1-1,0 0 0,0 1 1,0-2-1,1 1 0,-1 0 1,1-1-1,0 0 0,-1 0 1,1 0-1,3 0-32,10 4-94,0-2 0,1 0 1,0 0-1,-1-2 0,1-1 0,14 0 94,-19-1-574,0 0-1,0-1 0,0-1 1,-1 0-1,1-1 1,0-1-1,-1 0 0,0-1 575,39-19-5813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15 190 14387,'0'0'1958,"0"0"-597,0 0-282,0 0-22,0 0-287,0 0-256,11 22-165,33 69-87,-32-56-167,-11-35-91,-1 1 0,0-1 0,0 0 0,0 1 0,0-1 0,0 0 0,0 1-1,0-1 1,0 0 0,0 1 0,0-1 0,0 0 0,0 0 0,0 1 0,0-1-1,0 0 1,0 1 0,0-1 0,0 0 0,-1 1 0,1-1 0,0 0 0,0 1-1,0-1 1,0 0 0,-1 0 0,1 1 0,0-1 0,0 0 0,-1 0 0,1 0-1,0 1 1,0-1 0,-1 0 0,1 0 0,0 0 0,-1 0 0,1 1-4,-2-2 12,0 1 0,0-1 1,0 0-1,1 1 0,-1-1 1,0 0-1,0 0 0,1 0 1,-1 0-1,1 0 0,-1-1 1,1 1-1,-1 0 0,1-1 1,0 1-13,-5-6 16,1-1 0,0 1 1,0-1-1,1 0 0,0 0 1,1 0-1,-1-1 0,1 1 1,1-1-1,0 1 0,0-1 0,1-3-16,-2-10 14,1 0-1,2-1 1,0 0-1,2-8-13,-1 27-5,-1-1 1,1 0-1,0 0 0,1 0 0,0 1 1,-1-1-1,1 1 0,1-1 0,-1 1 1,1 0-1,-1 0 0,1 0 0,0 0 1,1 0-1,-1 1 0,1-1 0,-1 1 1,1 0-1,0 0 0,0 0 0,0 1 1,1-1-1,-1 1 0,1 0 0,-1 1 1,1-1-1,0 1 0,0 0 0,-1 0 1,1 0-1,0 0 0,0 1 0,0 0 1,0 0-1,0 0 0,0 1 0,0 0 1,-1 0-1,1 0 0,0 0 0,2 2 5,-3-1-9,1 0 0,-1 0 0,0 0-1,0 1 1,0 0 0,0 0 0,0 0-1,0 0 1,-1 0 0,1 1 0,-1 0-1,0 0 1,0 0 0,-1 0 0,1 0-1,-1 0 1,2 4 9,5 13 12,-1 0 0,-1 0 1,1 11-13,5 12-16,-12-42-142,0-1-1,0 1 0,0 0 0,1-1 0,-1 1 0,0-1 1,1 1-1,-1-1 0,1 0 0,0 0 0,-1 1 1,1-1-1,0 0 0,0 0 0,-1-1 0,1 1 1,0 0-1,0-1 0,0 1 0,0-1 0,0 1 0,0-1 1,0 0-1,0 0 0,0 0 0,0 0 0,0 0 1,0-1-1,0 1 0,1-1 159,7 1-2376,18 0-5678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5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226 288 12483,'0'0'1421,"0"0"-254,0 0 112,-28 5-403,-90 19-281,114-23-551,0 0-1,0 1 1,0-1 0,1 1-1,-1 0 1,0 0-1,1 0 1,-1 1 0,1-1-1,0 1 1,0 0 0,0 0-1,0 0 1,0 0-1,1 0 1,-1 1 0,1-1-1,0 1 1,-1 3-44,0 1 106,0 0 1,1 1 0,0-1-1,1 1 1,0 0-1,0-1 1,1 2-107,-1 0 111,0 4-1,0 1 1,2 0 0,-1-1-1,2 1 1,0-1-1,0 1 1,1-1-1,1 0 1,2 3-111,-3-9 16,1 0 1,0-1-1,0 1 0,1-1 1,-1 0-1,2-1 0,-1 1 1,1-1-1,0 0 0,0 0 1,1-1-1,-1 0 0,1 0 0,0 0 1,1-1-1,6 3-16,2-1-72,1 1 0,0-2 0,1 0 0,-1-1 0,1-1 1,6 0 71,-18-2-150,1 0 0,0-1 0,-1 1 0,1-1 0,-1-1 0,1 1 0,0-1 1,-1 0-1,1-1 0,-1 1 0,1-1 0,-1-1 0,0 1 0,0-1 1,0 0-1,0 0 0,4-4 150,-6 2-42,-1 1 0,-1-1 0,1 1 0,-1-1 0,1 0 0,-1 0 0,-1 0 0,1-1 1,-1 1-1,0 0 0,0 0 0,0-1 0,-1 1 0,0-1 0,0-1 42,0-14-9,-1 0-1,-1 1 0,-2-9 10,-9-27-571,-3 1-1,-2 1 0,-15-33 572,-16-42-242,30 73 792,-12-40 5029,31 96-5537,0 0 0,1 0 0,-1 0 0,0 0 0,0 0 0,0 0 0,0 0 0,0 0 0,0 0 0,0 0 0,0 0 0,0-1 0,1 1 0,-1 0 0,0 0 0,0 0-1,0 0 1,0 0 0,0 0 0,0 0 0,0 0 0,0 0 0,0 0 0,0 0 0,0 0 0,0 0 0,0-1 0,1 1 0,-1 0 0,0 0 0,0 0 0,0 0 0,0 0 0,0 0 0,0 0 0,0 0 0,0 0 0,0-1 0,0 1 0,0 0 0,0 0 0,0 0 0,0 0 0,0 0 0,0 0 0,0 0 0,0 0 0,-1 0 0,1-1 0,0 1 0,0 0 0,0 0 0,0 0-42,11 12 434,14 24-774,-24-34 464,48 78 31,16 41-155,-14-26-58,-15-39-418,-6-27-3207,-17-21-2833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11546,'0'0'2249,"0"0"-1457,0 0 808,0 0-1015,73 141-377,-56-104-208,-6-9-961,-3-16-2223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44 142 5233,'0'0'3738,"0"0"-2501,0 0-369,0 0-161,0 0-35,0 0 135,23-20 325,70-63 40,-74 58 109,-19 25-1263,0 0 1,0-1 0,0 1-1,0 0 1,0-1 0,1 1-1,-1 0 1,0-1-1,0 1 1,0 0 0,0 0-1,0-1 1,-1 1-1,1 0 1,0-1 0,0 1-1,0 0 1,0-1-1,0 1 1,0 0 0,0 0-1,-1-1 1,1 1-1,0 0 1,0 0 0,0-1-1,-1 1 1,1 0-1,0 0 1,0-1 0,-1 1-1,1 0 1,0 0-1,0 0 1,-1 0 0,1 0-1,0-1 1,-1 1-19,-26 1 528,26-1-467,-5 0-26,0 0 0,0 0 1,1 0-1,-1 1 1,0 0-1,1 1 1,-1-1-1,1 1 1,-1 0-1,1 0 0,0 1 1,0-1-1,0 1 1,0 0-1,0 1 1,1-1-1,-1 1 1,1 0-1,0 0 0,0 0 1,1 1-1,-1-1 1,1 1-1,0 0 1,0 0-1,0 0 0,1 0 1,0 1-1,0-1 1,0 1-1,1-1 1,0 1-1,-1 2-35,0 2 118,0-1 1,1 1-1,0 0 0,1-1 0,0 1 1,0 0-1,1 0 0,0 0 0,1-1 1,0 1-1,0-1 0,1 2-118,-1-6 28,0-1 0,1 1 0,-1-1 0,1 0 0,-1 0 0,1 0 0,0-1-1,1 1 1,-1 0 0,1-1 0,-1 0 0,1 0 0,0 0 0,0-1 0,0 1 0,1-1-1,-1 0 1,0 0 0,1 0 0,0-1 0,-1 1 0,1-1 0,0-1 0,0 1 0,-1 0-28,4 0-113,-1 0 0,0 0 1,0-1-1,1 0 0,-1 0 1,0-1-1,0 1 0,0-2 1,1 1-1,-1-1 0,0 0 1,-1 0-1,1-1 0,0 0 0,-1 0 1,1-1-1,-1 0 0,0 0 1,0 0-1,-1-1 0,1 0 1,-1 0-1,0 0 0,0 0 1,-1-1-1,0 0 0,0 0 1,0 0-1,0-1 0,-1 1 1,0-1-1,-1 0 0,0 0 1,0 0-1,1-2 113,2-17-430,0-1 1,-2 1-1,-1 0 0,-1-1 0,-2-12 430,1 23 731,12 19 80,1 10-554,-2 1 0,0 1 0,-1 0 0,0 0 0,-1 1 0,-1 1 0,2 5-257,-4-11 92,1 3-1,0 0-1,-1 0 0,0 0 0,-1 0 0,-1 1 0,0 0 1,-1 0-1,0 9-90,-13-25 372,7-2-354,0 1 0,0-1 1,0-1-1,0 1 0,0 0 1,1-1-1,-1 0 0,1 1 0,0-1 1,0 0-1,0 0 0,1 0 0,-1 0 1,1 0-1,0-1 0,0 1 0,1 0 1,-1-1-19,-4-84 87,5 80-63,0 5 6,0 1-1,0-1 1,0 0-1,1 0 1,-1 0-1,1 1 1,0-1-1,0 0 1,0 1-1,1-1 1,-1 0-1,1 1 1,0 0-1,0-1 1,0 1-1,0 0 1,1 0 0,-1 0-1,1 1 1,0-1-30,1 0 19,0 1 0,0 0 0,0-1 0,0 2 1,1-1-1,-1 0 0,1 1 0,-1 0 0,1 0 0,0 0 1,-1 1-1,1 0 0,0-1 0,-1 2 0,1-1 1,1 1-20,-2-1-14,0 1 1,0-1-1,0 1 1,0 0-1,-1 0 1,1 1-1,0-1 1,0 1 0,-1 0-1,1 0 1,-1 0-1,0 1 1,0-1-1,0 1 1,0-1-1,0 1 1,2 2 13,0 2 83,0 0-1,-1 0 1,0 1 0,0-1-1,0 1 1,-1 0 0,0 0-1,1 4-82,2 14-836,-1 0 0,-2 0-1,0 0 1,-2 0 0,0 5 836,-1-30-5097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0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17300,'0'0'1715,"0"0"-1004,0 0 79,8 29 203,55 190 71,5 30-608,-68-248-549,1 0 1,-1 1-1,0-1 1,1 0-1,-1 0 0,1 1 1,-1-1-1,1 0 1,0 0-1,0 0 1,-1 0-1,1 0 0,0 0 1,0 0-1,0 0 1,0 0-1,0-1 1,0 1-1,0 0 0,0 0 1,0-1-1,1 1 1,-1-1-1,0 1 1,0-1-1,1 0 0,-1 1 1,0-1-1,0 0 1,1 0-1,-1 0 1,0 0-1,1 0 0,-1 0 1,0 0-1,1 0 1,-1-1-1,0 1 1,0 0-1,1-1 0,-1 1 1,0-1-1,1 0 93,7-3-476,0-1-1,0 0 1,0-1-1,-1 0 0,4-4 477,4-2 236,-5 4-114,0 0-1,0-1 1,-1 0 0,-1-1 0,0 0-1,0 0 1,4-8-122,-10 14 110,0 0-1,0 0 1,-1-1 0,0 1-1,0-1 1,0 0 0,0 0-1,-1 0 1,0 0 0,0 0-1,0 0 1,0 0 0,-1 0-1,0 0 1,0 0 0,0 0-1,-1 0 1,0 0 0,0 0-1,0 0 1,0 0 0,-1-1-110,0 4 40,1 0 1,-1 0 0,0 0-1,1 1 1,-1-1 0,0 0-1,0 1 1,0-1 0,0 1-1,-1 0 1,1-1 0,0 1-1,0 0 1,-1 0 0,1 1-1,-1-1 1,1 0 0,-1 1-1,1 0 1,-1-1 0,1 1-1,-1 0 1,1 0 0,-1 0-1,0 1-40,-1-1 17,0 0 0,0 0 0,0 1 0,0-1 0,1 1 0,-1 0-1,0 0 1,0 0 0,0 1 0,1-1 0,-1 1 0,1 0 0,-1 0 0,1 1 0,0-1 0,-2 2-17,-1 4 32,1 1 1,1-1-1,-1 1 1,2 0 0,-1 1-1,1-1 1,0 0 0,1 1-1,0 0 1,1 0 0,0-1-1,0 1 1,1 0 0,0 0-1,1 1-32,0 3 60,0 0-1,1 0 1,0 0 0,1 0-1,0-1 1,1 0-1,1 1 1,0-2 0,1 1-1,4 6-59,-7-13-73,1-1 1,-1 0-1,1 0 0,1 0 1,-1 0-1,1-1 0,-1 1 1,1-1-1,0 0 0,1-1 0,-1 1 1,1-1-1,-1 0 0,1-1 1,0 1-1,0-1 0,0 0 1,0-1-1,1 1 0,-1-1 0,0 0 1,1-1-1,-1 0 0,1 0 1,-1 0-1,0-1 0,1 0 1,-1 0-1,0 0 0,0-1 0,0 0 1,0 0-1,0-1 0,0 1 1,5-4 72,52-43-3056,-22 9-1886,-6-1-6094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28:42.2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2452 4371 1164 0,'0'0'892'15,"0"0"-567"-15,0 0 13 16,0 0-66-16,0 0-93 16,0 0-42-16,-12-75-51 15,12 98-50-15,18 47 0 16,5 52 54-16,2 47 27 15,-4 14-54-15,-9-7 33 16,-6-28-49-16,-4-46-8 16,1-21-27-16,1-23 1 15,-2-14-13-15,2 2 1 0,-1-4-1 16,-3-7-6 0,3-17-27-16,-3-14-104 0,0-4 20 15,0-13-66-15,0-50-101 16,0 1-272-16,0-3-1065 0</inkml:trace>
  <inkml:trace contextRef="#ctx0" brushRef="#br0" timeOffset="330.26">2471 4478 1850 0,'0'0'285'16,"0"0"-32"-16,123-90-33 0,-49 56-56 16,7 8-39-16,-2 15-14 15,-7 11-59-15,-15 20 11 16,-12 29-51-16,-20 13 19 16,-14 11 19-16,-11 4 28 15,-15 1-22-15,-28-8 0 16,-18-4-2-16,-7-10-23 15,-11-10-4-15,8-11-15 16,11-17-4-16,13-12-8 16,19-6-33-16,16-11-40 15,12-9-66-15,0-4-31 16,52-10-78-16,-1 6-411 0,2 3-644 0</inkml:trace>
  <inkml:trace contextRef="#ctx0" brushRef="#br0" timeOffset="902.74">3945 4279 1774 0,'0'0'305'0,"0"0"158"15,0 0-292-15,0 0-20 16,0 0-72-16,0 0-2 16,0 0-40-16,-102-29-3 15,73 60 10-15,-2 9 8 16,-4 14 28-16,2 10-16 0,4 8 6 16,5 4-25-1,8 1 27-15,14-3-46 0,2-7 11 16,21-9-17-16,12-12 1 15,7-6-2-15,3-13-1 16,-4-3-1-16,-5-7-17 16,-5-5 4-16,-9-2 13 15,-5-3-23-15,-4-2 6 16,-3-3-1-16,-4 0-8 16,-4-2 2-16,2 0-16 15,-2 0-25-15,0 0-9 16,2 0-70-16,0 2 1 15,5 2-78-15,9 1-62 16,-3-4-540-16,3-1-740 0</inkml:trace>
  <inkml:trace contextRef="#ctx0" brushRef="#br0" timeOffset="2183.69">5029 4323 1716 0,'0'0'513'0,"0"0"-220"16,0 0-98-16,0 0-80 15,-87 176 44-15,42-71 28 0,1-6-63 16,4-11 2-1,13-26-38-15,2 1-35 0,3 2-22 16,6-17-10-16,7-14-1 16,2-14-19-16,7-14 25 15,0-6-25-15,0-14 53 16,11-27-19-16,16-17-19 16,6-15-16-16,10-16-1 15,1-3 1-15,2 2-13 16,-2 10 12-16,-4 11-16 15,-6 18 5-15,-5 14 2 16,-8 16 10-16,-2 12-11 16,-1 9 2-16,1 3-1 15,2 29 10-15,1 14 19 16,-2 12-18-16,-4 8 49 0,-3 6-49 16,-2 3 26-16,0-8-26 15,-2-2 11-15,-3-10-10 16,4-9-2-16,-4-8-1 15,1-9-26-15,-3-12-38 16,0-10-79-16,-4-5 23 16,0-2-27-16,0 0-22 15,-15-9-112-15,-9-5-615 0</inkml:trace>
  <inkml:trace contextRef="#ctx0" brushRef="#br0" timeOffset="2343.1">4823 4945 1413 0,'0'0'884'0,"0"0"-575"16,0 0 22-16,0 0-179 16,0 0-60-16,0 0-83 15,0 0 16-15,190-50-25 16,-101 44-43-16,40 6-122 16,-24 14-181-16,-13 8-692 0</inkml:trace>
  <inkml:trace contextRef="#ctx0" brushRef="#br0" timeOffset="2650.52">5766 5305 1719 0,'0'0'643'0,"0"0"-325"0,0 0-46 16,0 0-154-16,-4-116-37 16,2 56-54-16,-2-10-2 15,-2-4-19-15,4-2 8 16,2 0 8-16,0 4-5 15,10 2 1-15,17 7-11 16,8 13 16-16,7 15-13 16,5 20 11-16,0 15-9 15,-2 15 6-15,-8 32-6 16,-8 13 16-16,-8 10-8 16,-10 2-8-16,-9-1 1 15,-2-7-5-15,0-8-8 16,0-10 0-16,0-8-11 15,0-13-73-15,0-13-65 16,8-12-95-16,11 0-507 0</inkml:trace>
  <inkml:trace contextRef="#ctx0" brushRef="#br0" timeOffset="3205.93">6549 4606 2429 0,'0'0'323'16,"0"0"-199"-16,0 0 76 16,0 155-9-16,9-78-85 15,4 1-3-15,5-9-37 16,-2-11-49-16,-5-18-14 16,-5-14 10-16,-2-14-26 0,-4-12 13 15,0-6-2-15,-8-30-4 16,-7-14-9-16,-1-18 4 15,9-25 11-15,7 3 0 16,9-4-8-16,26 8-4 16,10 24-6-16,6 4 7 15,1 19-1-15,-7 20 12 16,-10 19-10-16,-13 1-2 16,-15 31 3-16,-7 12 9 15,-18 7-11-15,-15-3 29 16,-3-6-19-16,7-12 1 15,11-10 0-15,11-16-37 0,7-4 1 16,13-6 22 0,22-18 1-16,7 0 12 0,5 4 1 15,1 12-18-15,0 8 20 16,-4 6-3-16,-9 26 2 16,-10 12-1-16,-13 13 10 15,-12 3 3-15,-14-1 31 16,-22-2 11-16,-11-6 11 15,-6-7-39-15,0-15 20 16,3-9-47-16,4-11 8 16,5-9-8-16,10 0-44 15,7-7-76-15,8-5-43 16,16-6-41-16,9 2-135 0,18-4-655 16</inkml:trace>
  <inkml:trace contextRef="#ctx0" brushRef="#br0" timeOffset="3536.36">7396 4209 2018 0,'0'0'485'16,"0"0"-304"-16,0 0 7 0,86 180 13 15,-59-27-66-15,-13 13 21 16,-14-24-27-16,0-39-11 16,-12-43-62-16,-3-14-28 15,-3-1-20-15,1 1-8 16,-2-7-20-16,7-12-77 15,2-18-19-15,10-9-62 16,3-14-23-16,19-13-444 16,4-4-1270-16</inkml:trace>
  <inkml:trace contextRef="#ctx0" brushRef="#br0" timeOffset="3823.33">7906 4720 2145 0,'0'0'374'0,"0"0"-126"16,0 0-3-16,0 0-135 15,0 0-56-15,0 0-34 16,183-8-1-16,-103 8-8 0,-3 0-11 16,-9 0 0-1,-10 5-75-15,-16 2-91 0,-15-1-426 16,-18 0-789-16</inkml:trace>
  <inkml:trace contextRef="#ctx0" brushRef="#br0" timeOffset="3980.83">7971 5003 816 0,'0'0'1204'0,"0"0"-860"15,0 0 15-15,0 0-202 16,158 0-96-16,-89 0-46 16,-4 0-15-16,1 0-29 15,-18 0-208-15,-17 2-1020 0</inkml:trace>
  <inkml:trace contextRef="#ctx0" brushRef="#br0" timeOffset="15753.55">2460 6624 2006 0,'0'0'333'15,"0"0"43"-15,0 0-74 16,0 0-154-16,0 0-102 15,-2 123-7-15,-2 8 67 16,2 16-16-16,0-18-19 16,2-33-23-16,0-38 0 15,0-9-30-15,0 1-6 16,0 1-12-16,0 2 0 16,2-12-29-16,2-15-49 15,0-10-45-15,-4-11-46 16,0-14-5-16,0-20-52 15,-6-7-726-15</inkml:trace>
  <inkml:trace contextRef="#ctx0" brushRef="#br0" timeOffset="16046.12">2325 6663 2006 0,'0'0'319'0,"122"-76"-136"15,-38 44 60-15,20 9-119 16,-4 23-36-16,-26 13-36 16,-10 29-26-16,-26 18-4 15,-30 10 6-15,-8 4 20 0,-33-2 8 16,-18-5-7-16,-7-9 1 16,-5-12-22-16,3-10 2 15,5-10-29-15,8-9 8 16,7-12-7-16,9-3-2 15,10-2-14-15,8 0-35 16,8-12-22-16,8-16-61 16,17 2-111-16,11 0-521 0</inkml:trace>
  <inkml:trace contextRef="#ctx0" brushRef="#br0" timeOffset="16338.87">3557 6636 2152 0,'0'0'288'0,"0"0"-1"16,-133 125-43-16,88-49-113 15,13 7-23-15,15 1-37 16,13-4-16-16,4-10-37 16,4-9 3-16,18-13-20 15,5-9-1-15,4-13-14 16,2-3-81-16,25-7-81 16,-6-4-188-16,-7-5-803 0</inkml:trace>
  <inkml:trace contextRef="#ctx0" brushRef="#br0" timeOffset="16662.36">3872 7521 2126 0,'0'0'485'16,"0"0"-269"-16,0-115 26 16,0 51-154-16,13-3-23 15,7-5-11-15,4 1-9 16,1 5 10-16,2 11-19 15,-1 6 3-15,-1 14-12 0,-2 12 6 16,-4 17-3 0,2 6-17-16,-1 20-4 15,-1 26-9-15,0 21 19 0,-9 10 5 16,-1 7 3-16,-2-3-26 16,-2-7 13-16,-1-12-13 15,-2-10-2-15,0-10-13 16,1-12-42-16,-3-11-38 15,2-10-35-15,-2-9-9 16,0-5-27-16,0-15-330 16,0-5-647-16</inkml:trace>
  <inkml:trace contextRef="#ctx0" brushRef="#br0" timeOffset="16828.09">3818 7420 136 0,'0'0'1962'0,"0"0"-1636"15,0 0 150-15,0 0-341 16,0 0-65-16,0 0-40 16,185-34-14-16,-112 25-16 15,-1-1-21-15,1 4-109 16,-21-1-160-16,-12 6-523 0</inkml:trace>
  <inkml:trace contextRef="#ctx0" brushRef="#br0" timeOffset="25235.5">25867 1734 606 0,'0'0'179'16,"0"0"-117"-16,0 0-23 15,0 0 12-15,0 0 46 16,0 0 98-16,18-10 60 16,-16 10-47-16,-2 0-24 15,0 0-23-15,0 0-31 16,0 0-81-16,0 0-49 16,0 0 0-16,0 7 0 0,0 6 6 15,-2 3-5 1,0 4 10-16,-1 2-10 0,0 0 2 15,1 5 6-15,2-4-9 16,0 4 3-16,0-5-3 16,0-4 0-16,0-3 0 15,12-2 1-15,-1-1 5 16,5-2 3-16,-3-2-9 16,1 2 7-16,-4-5-7 15,-1 4 0-15,1-3 2 16,-2-1-1-16,1 2-1 15,2-2 1-15,5 2-1 16,4 0 6-16,4 2-6 0,1 2-1 16,-1-2-26-1,-1 3-37-15,-4 2 4 0,2-3-5 16,3-2 19-16,1 1 12 16,6-2-22-16,20 3-36 15,-6-6-97-15,-5 3-333 0</inkml:trace>
  <inkml:trace contextRef="#ctx0" brushRef="#br0" timeOffset="30062.93">4554 6924 1748 0,'0'0'272'15,"0"0"120"-15,0 0-127 16,0 0-159-16,0 0-90 16,0 101 68-16,0-23-2 15,0 9-1-15,0 5-23 0,8-3-17 16,15-11-17-16,6-10-11 15,11-13 5-15,5-17-18 16,5-20 14-16,4-15-5 16,0-3 0-16,-3-34-8 15,-9-6 12-15,-6-10-11 16,-14-5 4-16,-9-8 3 16,-5-1-2-16,-8-4 22 15,0 0-11-15,-4-1 14 16,-10 8-18-16,-5 8-2 15,4 12-2-15,-1 16-10 16,5 12-5-16,3 10-14 16,6 3-45-16,2 0-89 0,8 16-37 15,17-3-473 1,8-1-902-16</inkml:trace>
  <inkml:trace contextRef="#ctx0" brushRef="#br0" timeOffset="30605.03">5423 7124 183 0,'0'0'1808'16,"0"0"-1543"-16,-9 163 250 15,4-85-377-15,5 2-33 16,0-8-35-16,0-7-17 16,9-14-28-16,3-13-7 0,-4-13-17 15,1-18 6 1,-1-7 8-16,0-13 8 0,1-25-14 15,-3-17-9-15,2-13 0 16,-2-9 8-16,5-10-9 16,7-1 1-16,9 1 0 15,11 10 0-15,4 14 0 16,3 21 0-16,-1 22 0 16,-3 20-6-16,-12 11-6 15,-14 30 11-15,-15 14 2 16,-11 3-1-16,-27 0 9 15,-7-8 6-15,3-9-8 16,9-18-7-16,15-11 1 0,11-10-1 16,7-2 18-1,7-6-9-15,26-12 0 0,9-2-9 16,14 6-6-16,4 6 4 16,3 8 1-16,-1 6-5 15,-6 18 6-15,-11 12-1 16,-20 2-1-16,-25 5 2 15,-4 1 2-15,-40-5 34 16,-18 1 20-16,-9-1-2 16,-5-7-24-16,5-6-15 15,13-6-4-15,15-10-10 16,17-6-1-16,10-4-43 16,11 0-23-16,5-22-91 15,13-5-89-15,12-1-521 0</inkml:trace>
  <inkml:trace contextRef="#ctx0" brushRef="#br0" timeOffset="30876.28">6306 6902 2252 0,'0'0'346'0,"0"0"-240"16,0 0 149-16,167 170-77 16,-114-81-56-16,-17 7-52 15,-32-11 9-15,-4 8-43 0,-8-11-1 16,-24-9-22 0,-1-15-3-16,0-15-10 0,8-10-34 15,5-15-67-15,20-18-72 16,0-18-56-16,4-15-771 0</inkml:trace>
  <inkml:trace contextRef="#ctx0" brushRef="#br0" timeOffset="31069.6">6852 7328 1152 0,'0'0'982'16,"0"0"-892"-16,0 0 8 16,181-25-77-16,-90 15-21 15,20-1-20-15,-22 6-163 16,-29-2-625-16</inkml:trace>
  <inkml:trace contextRef="#ctx0" brushRef="#br0" timeOffset="31228.55">7019 7550 1813 0,'0'0'289'0,"0"0"102"15,0 0-225-15,0 0-66 16,0 0-52-16,145 2-26 0,-76-15-22 16,43-16-53-16,-17 2-201 15,-10-1-552-15</inkml:trace>
  <inkml:trace contextRef="#ctx0" brushRef="#br0" timeOffset="31461.65">8207 7182 2083 0,'0'0'318'0,"0"0"-208"16,22 157 183-16,12-39-133 15,-7 27-25-15,-7-12-53 16,-13-29-38-16,-7-36-16 0,0-25-26 16,-9 1 2-16,-5-1-4 15,-1-9-70-15,-1-20-89 16,-4-30-190-16,4-24-216 16,5-12-604-16</inkml:trace>
  <inkml:trace contextRef="#ctx0" brushRef="#br0" timeOffset="31685.34">8200 7399 1468 0,'19'-106'218'0,"16"3"126"16,3 33-40-16,5 22-119 16,5 21-63-16,17 6-52 15,11 13 8-15,11 8-8 0,-7 29 9 16,-16 25-2 0,-23 15-13-16,-26 8-16 0,-15-3-3 15,-29-7-6-15,-22-9 1 16,-9-14-10-16,-4-8-15 15,4-12-3-15,6-8-12 16,9-13 0-16,11-3-45 16,15-2-47-16,14-30-28 15,5 1-169-15,0-1-738 0</inkml:trace>
  <inkml:trace contextRef="#ctx0" brushRef="#br0" timeOffset="31920.06">9224 7042 2295 0,'0'0'351'0,"0"0"-153"16,-110 129 19-16,73-47-97 15,14 5-14-15,12 0-34 16,11-4-23-16,2-11-41 15,23-9-4-15,8-12-4 16,5-9-67-16,20-8-113 16,-8-11-141-16,-6-14-778 0</inkml:trace>
  <inkml:trace contextRef="#ctx0" brushRef="#br0" timeOffset="32203.01">9525 7674 1957 0,'0'0'358'0,"0"0"-23"15,42-136-47-15,-22 68-119 16,5-5-59-16,-1-3 5 16,7-2-28-16,3 1-24 15,4 6-8-15,2 10-7 16,3 15-12-16,-4 22 5 16,3 24 5-16,-4 12-35 15,1 43 8-15,-8 20-19 16,-12 14 6-16,-5 3-6 15,-12-5 1-15,-2-14-1 0,0-13-1 16,0-14-26 0,0-12-31-16,0-13-25 0,0-11-59 15,0-10 13-15,7-12-18 16,5-16-173-16,-6 0-818 0</inkml:trace>
  <inkml:trace contextRef="#ctx0" brushRef="#br0" timeOffset="32370.43">9585 7415 2011 0,'0'0'463'15,"0"0"-251"-15,0 0 64 16,0 0-128-16,0 0-106 0,0 0-36 16,171-12-6-1,-99 9-54-15,28-8-18 0,-19 1-122 16,-12-4-515-16</inkml:trace>
  <inkml:trace contextRef="#ctx0" brushRef="#br0" timeOffset="33053.15">10657 6953 1971 0,'0'0'481'0,"0"0"-332"16,0 0-41-16,0 0 61 16,14 147-55-16,-10-88-28 15,-4-6-35-15,0-7-10 16,0-8-26-16,0-9 0 15,-4-12-2-15,1-5-1 0,1-6 5 16,2-5-10-16,0-1 20 16,0 0 3-16,0-1 34 15,0-14-32-15,7-2-20 16,0-4-6-16,-3-4-6 16,0-1 2-16,-2-9-2 15,1-5 0-15,-1-5 9 16,0 1-9-16,0 4 0 15,1 8 1-15,-3 12 6 16,0 12 8-16,0 8 11 0,0 2-26 16,0 32-9-1,0 20 9-15,-3 17 8 0,-10 9-7 16,-2 3 13-16,-3 0-2 16,-3-8 0-16,4-16-6 15,-1-9-6-15,5-15-10 16,3-15-5-16,6-13-11 15,4-4-7-15,-2-3 11 16,2 0-61-16,-5-6-54 16,1-12-52-16,0 2-326 15,0 2-426-15</inkml:trace>
  <inkml:trace contextRef="#ctx0" brushRef="#br0" timeOffset="33624.03">12117 7018 2131 0,'0'0'487'0,"0"0"-177"15,0 0-131-15,0 0-126 16,0 0 4-16,-54 174 30 16,41-87-29-16,3-3 6 15,4-6-28-15,2-12-15 16,2-12-19-16,0-7 7 16,-1-10-9-16,-1-12-52 15,-4-6-66-15,-17-19-87 16,2 0-139-16,-1-11-1095 0</inkml:trace>
  <inkml:trace contextRef="#ctx0" brushRef="#br0" timeOffset="33774.18">11720 7447 2194 0,'0'0'462'16,"0"0"-137"-16,0 0-211 15,141-30-80-15,-61 22-16 16,9 2-9-16,-2 0-9 15,29-5-30-15,-22 2-143 16,-12-1-567-16</inkml:trace>
  <inkml:trace contextRef="#ctx0" brushRef="#br0" timeOffset="33937.33">12713 7263 1595 0,'0'0'788'0,"0"0"-674"15,0 0 157-15,4 181-107 16,9-53-41-16,3-2-36 15,-3-22-18-15,-4-32-36 16,-2-25-14-16,-3-1-16 0,-2-5-3 16,-2-8-90-16,0-33-140 15,0-6-258-15,0-26-496 0</inkml:trace>
  <inkml:trace contextRef="#ctx0" brushRef="#br0" timeOffset="34163.37">12802 7400 1330 0,'35'-105'301'0,"9"5"80"15,10 33-2-15,2 25-211 16,6 25-70-16,15 10-16 16,7 7-3-16,3 33 12 15,-21 25-19-15,-25 16-36 0,-30 6 12 16,-11-4-12 0,-40-7 30-16,-11-11-33 0,-10-12 9 15,3-12-15-15,5-10-9 16,8-10-8-1,10-10-10-15,8-4 0 0,7-7-63 16,9-28-71-16,4 1-129 16,7-2-637-16</inkml:trace>
  <inkml:trace contextRef="#ctx0" brushRef="#br0" timeOffset="34389.87">13801 7132 1993 0,'0'0'270'16,"-58"118"45"-16,37-47 26 16,10 7-196-16,11-6-65 15,7-10-47-15,24-8-21 16,9-10-12-16,34-18-45 15,-12-9-133-15,-4-17-648 0</inkml:trace>
  <inkml:trace contextRef="#ctx0" brushRef="#br0" timeOffset="34876.94">14279 7614 1465 0,'0'0'387'0,"0"0"239"0,0 0-370 15,0 0-93-15,0 0-37 16,0 0-10-16,0 0-57 16,27-20-59-16,-9-24-11 15,5-7-23-15,10-7 17 16,7-9 16-16,11-5 1 16,5 1 0-16,-1 11 1 15,-1 17-3-15,-9 28 1 16,-12 15-5-16,-17 28-2 15,-16 23-2-15,-9 14 3 16,-31-1 7-16,-7-8 1 0,3-12 0 16,5-13 14-1,18-13-15-15,13-13 17 0,8-5-11 16,16-1 36-16,24-18-30 16,14-3-12-16,6 2-24 15,-2 6-15-15,-6 8 0 16,-11 6 9-16,-9 4 24 15,-16 22-1-15,-14 8 7 16,-2 4 9-16,-29 3 30 16,-16-3 9-16,-7-6 6 15,-5-7 6-15,-1-11-2 16,4-5-15-16,7-7-35 16,12-2 7-16,10 0-15 15,10-4-14-15,8-3-62 0,7-2-53 16,0 4-85-16,9-2-536 0</inkml:trace>
  <inkml:trace contextRef="#ctx0" brushRef="#br0" timeOffset="35186.07">15412 6928 1669 0,'0'0'203'15,"56"120"110"-15,-12 0-90 16,-4 35 7-16,-9-11-46 15,-17-29-60-15,-14-37-84 16,-4-26-26-16,-27 4-14 16,-19 3-66-16,-64 14-91 15,10-19-222-15,8-18-911 0</inkml:trace>
  <inkml:trace contextRef="#ctx0" brushRef="#br0" timeOffset="36407.4">16629 7008 922 0,'0'0'616'16,"0"0"-321"-16,0 0 32 15,0 0-204-15,0 0-82 16,0 0-28-16,0 0-1 16,20-26 6-16,-20 26 15 15,0 0 8-15,3 0 47 16,-3 0-6-16,2 0-12 15,-2 0-8-15,2 0-16 16,-2 0-22-16,0 0-10 0,0 0 4 16,0 0-6-16,0 0 25 15,0 0-12-15,0-3 19 16,0 3-5-16,0-1-2 16,0 1-6-16,0 0-14 15,0 0-4-15,0 0-11 16,0 0 4-16,0 0-5 15,0 0 7-15,0 0-7 16,0 0 9-16,0 0 7 16,0 0 2-16,0 0-5 0,0 0-7 15,0 0-1 1,0 0-6-16,0 0 0 0,0 0 7 16,0 0-5-16,0 0-2 15,0 0 1-15,0 0 1 16,0 0-1-16,0 0 0 15,0 0-1-15,0 0 5 16,0-2-4-16,0 0-2 16,0 0 1-16,0 2 0 15,0 0-2-15,2 0 2 16,-2 0-7-16,0 0 5 16,0 0-8-16,0 0-5 15,0 0 7-15,0 0-3 16,0 0 10-16,0 0-13 15,0 0-10-15,0 0-34 0,5 0-84 16,1 0-215-16,-2 0-494 16</inkml:trace>
  <inkml:trace contextRef="#ctx0" brushRef="#br0" timeOffset="36745.87">16210 7441 1360 0,'0'0'401'0,"0"0"-62"0,0 0 122 15,0 0-272-15,118-2-29 16,-45-8-36-16,14-2-6 15,5 1-7-15,-1-4-18 16,-8 1-18-16,-12 2-27 16,-13 1-5-16,-17 6-23 15,-15 3-13-15,-12 0-7 16,-10 2 2-16,-2 0-2 16,0 0-8-16,2 0-54 15,10 0-61-15,26 0-31 16,0 6-136-16,3 4-641 0</inkml:trace>
  <inkml:trace contextRef="#ctx0" brushRef="#br0" timeOffset="37001.5">17659 7128 2364 0,'0'0'326'16,"0"0"-200"-16,0 0-24 15,-2 163 58-15,15-41-36 16,7-2-55-16,2-13-16 16,-2-19-33-16,-1-26-3 0,-4 1-17 15,-4-8-57-15,-8-24-135 16,-3-17-265-16,0-14-941 0</inkml:trace>
  <inkml:trace contextRef="#ctx0" brushRef="#br0" timeOffset="37256.82">17668 7203 1810 0,'0'0'234'0,"89"-119"-25"15,25 75 76-15,6 15-151 16,-7 29 20-16,-16 23-65 15,-40 31-30-15,-14 19-40 16,-18 9-5-16,-25 0 5 0,-27-8 27 16,-29-9 20-16,-9-16-3 15,-3-10-4-15,2-12-25 16,11-10 3-16,8-11-36 16,14-6 7-16,12 0-8 15,10-15-31-15,11-7-59 16,7-18-74-16,18 7-134 15,4-1-788-15</inkml:trace>
  <inkml:trace contextRef="#ctx0" brushRef="#br0" timeOffset="37506.37">18798 7042 2140 0,'0'0'254'16,"-40"157"111"-16,22-28-159 15,5 0-39-15,11-25-63 16,2-33-38-16,2-23-35 16,18 0-15-16,6-2-11 15,3-4-5-15,4-16-37 16,21-26-74-16,-7 0-91 15,-3-9-640-15</inkml:trace>
  <inkml:trace contextRef="#ctx0" brushRef="#br0" timeOffset="37976.81">19257 7766 1255 0,'0'0'482'16,"0"0"-152"-16,0 0 20 15,0 0-136-15,0 0-55 0,0 0-48 16,0 0-26-1,2-112-28-15,3 94 0 0,0 0 1 16,1-3 2-16,-2-2-13 16,1-8-16-16,-1-2 14 15,6-10-26-15,-2-3 11 16,8-1-3-16,6-8-1 16,3 1-11-16,6 1 1 15,0 5-5-15,-2 11-11 16,0 14 0-16,0 23 6 15,2 6-12-15,7 55 12 16,7 38-6-16,-10 2 8 0,-3-2 2 16,-14-13-8-16,-10-22-1 15,1 6-1 1,0-2-18-16,-7-12-37 0,-2-16-78 16,0-16-49-16,0-14-188 15,0-10-821-15</inkml:trace>
  <inkml:trace contextRef="#ctx0" brushRef="#br0" timeOffset="38166.11">19262 7640 1967 0,'0'0'518'0,"0"0"-234"15,0 0-88-15,0 0-148 16,160-29-21-16,-89 26-11 0,1 1-4 15,-3 0-11 1,-7 2-1-16,1 0-43 0,-17 0-466 16,-12 0-1003-16</inkml:trace>
  <inkml:trace contextRef="#ctx0" brushRef="#br0" timeOffset="38721.08">20151 7756 1275 0,'0'0'388'0,"0"0"5"15,0 0 74 1,0 0-306-16,0 0-23 0,-2-120-24 16,11 71-42-16,5-2-8 15,1-6-16-15,5 1 4 16,9-2-20-16,7 1-4 16,10 5-19-16,8 3 0 15,6 13-9-15,4 11 0 16,3 20 0-16,1 5 0 15,-8 25 9-15,-12 18-9 16,-12 11 12-16,-16 8-11 16,-15 2-1-16,-5-1 0 0,0-4 1 15,-9-6-1 1,-5-9 0-16,5-7-50 0,9-8-97 16,0-12-432-1,7-8-857-15</inkml:trace>
  <inkml:trace contextRef="#ctx0" brushRef="#br0" timeOffset="39253.01">21175 7445 1918 0,'0'0'274'0,"0"0"76"15,-25 151-37-15,25-87-156 16,0-4-49-16,0-12-51 15,4-14-6-15,3-16-38 0,-5-14 5 16,-2-4-1-16,0-22-1 16,0-16-16-16,2-14-21 15,5-12 3-15,6-10 11 16,12-7 1-16,11 1 6 16,12 6 0-16,15 12-1 15,4 18-6-15,-2 20-20 16,-7 22 9-16,-16 4 7 15,-15 32 3-15,-21 8 7 16,-6 1-9-16,-29-2 10 16,-13-7 2-16,0-8-2 15,6-8 1-15,14-8-1 16,12-6 0-16,10-4 6 0,14 0-6 16,22-8-15-1,8-1-16-15,8 6-23 0,-3 3-10 16,-3 0 20-16,-5 24 37 15,-12 6-2-15,-14 8 3 16,-13 3 6-16,-2 0 30 16,-27-4 35-16,-17-7-10 15,-7-6 29-15,-7-6-42 16,0-6-9-16,0-4-17 16,5-3-14-16,6-2-2 15,7-1-32-15,9-2-73 16,19-2-91-16,8-14-303 0,4-6-886 15</inkml:trace>
  <inkml:trace contextRef="#ctx0" brushRef="#br0" timeOffset="39538.87">22122 6865 1770 0,'0'0'491'16,"35"137"-3"-16,-16-15-264 0,-13 31-35 15,-6 5-71-15,-47-14-34 16,-26-17-20-16,-19-19-38 15,-17-4-26-15,-10-14-33 16,-1-17-115-16,29-25-92 16,26-21-609-16</inkml:trace>
  <inkml:trace contextRef="#ctx0" brushRef="#br0" timeOffset="44109.71">7039 4471 1625 0,'0'0'372'0,"0"0"-220"15,0 0 126-15,0 0 15 16,0 0-117-16,0 0-69 15,-8 0-48-15,2 0-20 16,4 0-13-16,0 0-14 16,2-1-5-16,0-2-7 15,0 3 7-15,0-1-1 16,0 1-1-16,0-3-4 16,0 3 1-16,0-4-1 15,-4 3 13-15,-1-6 1 0,3 4-2 16,0-2 2-1,0 1-13-15,2 0 14 0,0 1-16 16,-2-2 1-16,2 3-1 16,0 0 1-16,-2 0 0 15,2-2 0-15,-3 0-1 16,0-2-1-16,1-1-23 16,-2-2-53-16,0-3-41 15,-1 1-199-15,1 4-707 0</inkml:trace>
  <inkml:trace contextRef="#ctx0" brushRef="#br0" timeOffset="46547.6">3584 6421 1520 0,'0'0'199'0,"0"0"-168"16,0 0-12-16,0 0-10 16,0 0 8-16,0 0-11 15,-11-18 0-15,11 18-6 16,0 0 1-16,0-3 0 15,0 3 6-15,0 0-1 16,0 0-6-16,0 0 1 16,0 0-1-16,0 0 0 0,0 0 0 15,0 0 1-15,0 0-1 16,0 0 0-16,0 0 0 16,0 0 0-16,0 0-1 15,0 0 2-15,0 0-1 16,0 0 1-16,0 0 0 15,0 0 0-15,0 0 8 16,0 0-9-16,0 0 2 16,0 0 7-16,0 0-1 15,0 0 7-15,0 0 7 16,0 0 16-16,0 0-4 16,0 0 16-16,0 0 1 15,0 0-7-15,0 0-21 0,0 0-12 16,0 0-1-1,0 0-9-15,0 0 10 0,0 0-10 16,0-9-2-16,31-15-100 16,3-1-150-16,-3 4-449 0</inkml:trace>
  <inkml:trace contextRef="#ctx0" brushRef="#br0" timeOffset="47426.04">5519 6996 1350 0,'0'0'238'16,"0"0"-123"-16,0 0 78 16,0 0-30-16,0 0-3 15,0 0 5-15,0 0-18 16,0 0-31-16,0 0-33 16,0 0-7-16,0 0-32 15,0 0-16-15,0 0-15 0,0 0-4 16,0 0-3-16,0 0-5 15,0 0 5-15,0 0-6 16,0 0 36-16,0 0 5 16,0 0-2-16,0 0-7 15,0 0 0-15,0 0-13 16,0 0-5-16,0 0-2 16,0 0 3-16,0 0 13 15,0 0-17-15,0 0 19 16,0 0-20-16,0 0-8 15,0 0 5-15,0 0-5 16,0-2-2-16,0-4-6 16,9-10-64-16,5 0-183 15,3-2-744-15</inkml:trace>
  <inkml:trace contextRef="#ctx0" brushRef="#br0" timeOffset="50690.97">9507 4375 803 0,'0'0'1041'0,"0"0"-715"15,0 0 232-15,0 0-322 16,0 0-160-16,45 129 17 15,-22 13 37-15,2-1-46 16,-9-25-35-16,-3-40-8 16,-1-26-28-16,-1 2-7 15,-3-2-6-15,4-6 0 16,-8-16-31-16,-1-18-61 16,-3-10-18-16,0-17 3 15,-19-29-96-15,-5-29-113 16,-10-33 57-16,5-31 95 15,16-9 120-15,13 23 44 16,0 37 66-16,27 38 61 0,9 12 28 16,11 4 14-16,15 2-57 15,18 8-16-15,5 16 1 16,-2 8-21-16,-12 22-24 16,-20 22-29-16,-24 14 11 15,-27 7 16-15,-7 1 14 16,-37-6-10-16,-17-6 1 15,-3-10-35-15,1-9-4 16,8-12-15-16,13-11-1 16,15-10-29-16,11-2-51 15,16-34-72-15,22-6-151 16,9-6-806-16</inkml:trace>
  <inkml:trace contextRef="#ctx0" brushRef="#br0" timeOffset="50894.09">10526 4273 2104 0,'0'0'337'0,"-79"104"131"16,44-35-316-16,10 5-48 16,21-4-68-16,4-6-17 15,25-6-19-15,8-6-9 16,2-6-96-16,-3-3-85 15,1 17-268-15,-6-12-141 16,-5-9-405-16</inkml:trace>
  <inkml:trace contextRef="#ctx0" brushRef="#br0" timeOffset="51157.2">10711 5069 133 0,'0'0'1333'16,"0"0"-818"-16,0 0 2 16,0 0-300-16,73-148-45 15,-53 69-48-15,-1-2-42 16,0-9-36-16,1-3-19 15,0 17 21-15,2 1-4 16,-1 19-5-16,-6 18-12 16,1 21 22-16,1 17-7 15,6 1-33-15,4 33 7 16,6 20-5-16,-2 15 16 16,-2 9-15-16,-2 2 6 15,-4-2-17-15,-6-8 4 16,-3-14-5-16,-6-10-18 0,-3-15-42 15,-5-14-75-15,-5-17-60 16,-15 0-101-16,-2-23-795 0</inkml:trace>
  <inkml:trace contextRef="#ctx0" brushRef="#br0" timeOffset="51309.03">10827 4775 1846 0,'0'0'578'16,"0"0"-279"-16,0 0-31 15,0 0-128-15,0 0-101 16,0 0-24-16,169-46-15 16,-99 31-17-16,13-15-62 0,-18 2-192 15,-13 0-739-15</inkml:trace>
  <inkml:trace contextRef="#ctx0" brushRef="#br0" timeOffset="51517.83">11502 4275 2210 0,'0'0'375'0,"0"0"-250"15,0 0 118-15,116 213-56 16,-74-67-43-16,-15-5-20 16,-18-27-8-16,-9-42-70 15,-3-26-16-15,-14 2-30 16,-8 1-13-16,-6-3-89 15,-10-17-67-15,10-12-59 0,8-15-438 0</inkml:trace>
  <inkml:trace contextRef="#ctx0" brushRef="#br0" timeOffset="51826.17">12432 4393 2147 0,'0'0'514'15,"0"0"-403"-15,-3 146 144 16,-6-11-32-16,1 1-72 15,1-21-16-15,3-37-60 16,4-24-34-16,0 0-41 16,0 1-27-16,0-8-77 15,0-18-77-15,-10-29-84 16,-3-7-236-16,1-22-860 0</inkml:trace>
  <inkml:trace contextRef="#ctx0" brushRef="#br0" timeOffset="51991.07">12153 4828 2123 0,'0'0'529'16,"0"0"-266"-16,0 0-46 15,0 0-148-15,149-26-36 16,-73 22-24-16,6 1 0 16,-1-1-9-16,-1-7-42 15,36-15-149-15,-22 1-581 16,-3-1-821-16</inkml:trace>
  <inkml:trace contextRef="#ctx0" brushRef="#br0" timeOffset="52395.27">13267 4625 1908 0,'0'0'586'0,"0"0"-439"0,-24 167 127 16,4-67-70-16,2-4-78 16,12-11-13-16,6-19-15 15,0 4-23-15,0 0-23 16,4-15-13-16,7-17-22 15,0-15-10-15,-4-16-7 16,-3-7-33-16,-4-12 7 16,0-24-44-16,0-16-23 15,-6-12 18-15,-8-11 18 16,-1-7 21-16,1-4 27 16,5-5 9-16,9-3 2 15,2 4 29-15,34 2-13 16,20 8 2-16,18 13-14 15,8 19 4-15,2 20 5 16,-5 24 0-16,-15 4-3 0,-17 36 3 16,-20 15 24-16,-21 12-17 15,-6 4 32-15,-28 2-19 16,-17-10-2-16,-9-4-17 16,-4-14-4-16,5-6-10 15,4-13-2-15,11-7-24 16,9-8-49-16,9-7-38 15,20-26-57-15,0-10-136 16,4-6-778-16</inkml:trace>
  <inkml:trace contextRef="#ctx0" brushRef="#br0" timeOffset="52605.77">14168 4451 827 0,'0'0'1621'15,"0"0"-1301"-15,0 0-38 16,-103 133-79-16,79-53-51 16,13 5-53-16,11-6-40 15,0-4-32-15,29-11-17 16,6-11-10-16,8-6-43 16,1-10-164-16,33 6-107 15,-13-8-517-15,-6-6-440 0</inkml:trace>
  <inkml:trace contextRef="#ctx0" brushRef="#br0" timeOffset="53011">14534 5231 1431 0,'0'0'732'0,"0"0"-391"0,-10-114-12 15,-5 48-112-15,2-10-79 16,4-10-38-16,9-3-15 16,0 6-35-16,16 6-34 15,13 11-11-15,2 16-4 16,2 14-2-16,1 15 4 15,-1 20-9-15,-2 1-1 16,-4 22 5-16,-9 15-8 16,-14 12 10-16,-4-1 0 15,0-4 1-15,-11-12 0 16,2-10-1-16,7-12 0 16,2-10 6-16,11 0 7 15,27-13-12-15,13-8-2 0,9 1-7 16,2 3-13-1,-6 8-3-15,-13 9 10 0,-15 2 13 16,-16 24-12-16,-12 13 13 16,-18 7 7-16,-24 3 38 15,-12-1-7-15,-2-4-5 16,0-7-6-16,8-9-8 16,5-9-10-16,10-8-9 15,9-7-25-15,8-4-61 16,7 0-18-16,9-30-79 15,9-4-301-15,13-9-1321 0</inkml:trace>
  <inkml:trace contextRef="#ctx0" brushRef="#br0" timeOffset="53251.18">15443 4167 2141 0,'0'0'301'0,"0"0"-104"15,121 221 66-15,-86-54-21 16,-17 14-89-16,-18-17-80 16,-7-44-7-16,-18-41-49 0,-8-23-17 15,-13-10-74-15,-73 20-90 16,10-9-173-16,-2-9-1500 0</inkml:trace>
  <inkml:trace contextRef="#ctx0" brushRef="#br0" timeOffset="53948.99">16395 4858 2063 0,'0'0'393'16,"0"0"-34"-16,0 0-117 0,0 0-96 15,0 0-70-15,0 0-55 16,0 0-2-16,118-35-18 16,-78 28 5-16,-11 5-6 15,-7 2-2-15,-1 0-3 16,8 0 5-16,9 0 1 15,15 0-1-15,8 0 0 16,-1 0 0-16,-5 0-2 16,-10 0-26-16,-12 0-34 15,-10 0-43-15,-4 0-17 16,-7 0-120-16,-4 0-395 0</inkml:trace>
  <inkml:trace contextRef="#ctx0" brushRef="#br0" timeOffset="54950.17">17817 4582 965 0,'0'0'188'16,"0"0"-100"-16,0 0 163 15,0 0-10-15,0 0 119 16,0 0 113-16,0 0-198 16,87-44-150-16,-72 136 23 15,1 46 16-15,-7 17-58 16,-2-5-28-16,-2-34-11 15,-1-39-32-15,0-21-9 16,3-15-25-16,-1 5-2 16,-1-9-17-16,0-7-63 15,-5-18-57-15,0-21-32 16,-18-22-11-16,-5-13-632 0</inkml:trace>
  <inkml:trace contextRef="#ctx0" brushRef="#br0" timeOffset="55182.82">17922 4596 1820 0,'0'0'256'16,"0"0"84"-16,182-107-164 15,-90 93 3-15,-1 14-73 16,-8 34-36-16,-19 29-27 16,-23 15 10-16,-28 6 18 15,-13 3-20-15,-29-9 12 16,-20-12-25-16,-6-11 1 15,-5-14-23-15,4-15-3 0,8-12-12 16,9-11-1-16,12-3-40 16,18-45-62-16,9 1-120 15,0-6-632-15</inkml:trace>
  <inkml:trace contextRef="#ctx0" brushRef="#br0" timeOffset="55384.86">18930 4383 2208 0,'0'0'325'0,"-58"163"-20"16,33-57-131-16,9 0-40 16,16-14-59-16,14-24-36 15,19 2-38-15,11-5-1 0,4-14-33 16,12-12-81-16,-14-12-155 15,-9-15-621-15</inkml:trace>
  <inkml:trace contextRef="#ctx0" brushRef="#br0" timeOffset="55676.42">19250 5175 1837 0,'0'0'606'15,"0"0"-283"-15,0-109-73 16,-4 51-77-16,4-5-69 15,0-5-22-15,6-2-39 16,19-1-7-16,6 3-25 16,5 6 2-16,-1 11-7 0,2 16-5 15,-6 14 2-15,-2 21 3 16,0 8-2-16,2 37-2 16,-2 16 8-16,-3 17 2 15,-1 1-3-15,-3 0-8 16,-3-12-1-16,-2-8 0 15,-1-14-31-15,-3-14-28 16,-4-7-50-16,-2-12-38 16,-7-12-71-16,0 0-349 15,0 0-348-15</inkml:trace>
  <inkml:trace contextRef="#ctx0" brushRef="#br0" timeOffset="55819.92">19275 5023 1950 0,'0'0'533'0,"0"0"-283"16,0 0-28-16,0 0-99 16,0 0-120-16,0 0-3 15,181-78-148-15,-104 40-313 16,-11-4-294-16</inkml:trace>
  <inkml:trace contextRef="#ctx0" brushRef="#br0" timeOffset="56075.25">20037 4613 1920 0,'0'0'391'16,"0"0"-121"-16,-18 175 42 0,14-91-127 15,4-2-71-15,12-9-52 16,25-17-28-16,13-18 15 16,8-21-7-16,-1-17-10 15,-4-7-19-15,-7-27 4 16,-15-12-8-16,-10-10-8 15,-7-9 8-15,-9-9-9 16,-5 0 3-16,0 0-2 16,-3 6-2-16,-7 6-6 15,-2 8-29-15,5 0-97 16,5 14-123-16,2 13-913 0</inkml:trace>
  <inkml:trace contextRef="#ctx0" brushRef="#br0" timeOffset="56539.01">20590 4856 1487 0,'0'0'475'0,"0"0"1"0,0 120-132 16,0-81-106-16,0-13-87 15,0-14-75-15,0-8-8 16,0-4-16-16,0-16 11 16,10-25-29-16,0-29-16 15,3-7-18-15,6-12-5 16,7-1 4-16,3 22-8 15,9 0 8-15,4 19-6 16,3 16 6-16,-3 16 1 16,-1 15 0-16,-6 2-8 0,-10 21 7 15,-16 14 1 1,-9 10 7-16,-11 1 9 0,-18-5-15 16,0-4 7-16,6-8-8 15,15-15-10-15,8-11-35 16,2-3 21-16,29-2 22 15,13-13-5-15,3-2-4 16,0 7-5-16,-4 10 15 16,-8 0-29-16,-8 28 21 15,-16 14 2-15,-11 11 6 16,-13 6 1-16,-32-1 5 16,-11-3 32-16,-7-11 16 15,3-10 5-15,8-16-11 16,9-10-4-16,9-8-32 15,10 0-11-15,6-20-26 0,11-6-70 16,7-32-80-16,7 3-184 16,15-3-1367-16</inkml:trace>
  <inkml:trace contextRef="#ctx0" brushRef="#br0" timeOffset="56743.68">21538 4092 967 0,'0'0'1411'16,"0"0"-1120"-16,156 224 72 0,-121-48-128 15,-35 16-61 1,-26-13-84-16,-35-49-44 0,3-48-8 16,7-24-38-16,-4-7-10 15,-46 14-104-15,14-7-100 16,-2-11-321-16</inkml:trace>
  <inkml:trace contextRef="#ctx0" brushRef="#br0" timeOffset="66947.52">11649 3703 1106 0,'0'0'353'16,"0"0"-273"-16,0 0-52 16,0 0-2-16,0 0-19 15,0 0 4-15,-43 79-10 16,39-63 9-16,0-4-9 15,2-6 0-15,-1-2 5 16,3-4-5-16,0 0 9 0,21-13-9 16,50-35 14-1,78-45-15-15,94-48 0 0,-16 11-40 16,-11 10-263-16</inkml:trace>
  <inkml:trace contextRef="#ctx0" brushRef="#br0" timeOffset="73137.45">2837 9486 2074 0,'0'0'559'0,"0"0"-481"16,3 141 34-16,3 4 78 16,3 19-63-16,7 1-27 15,1-40-31-15,-1-42 0 16,-3-25-44-16,-2-10-5 16,1-2-19-16,-3 0 8 15,-1-2-9-15,0-12-36 16,-8-16-76-16,0-16-85 15,-8-14-46-15,-11-16-449 0</inkml:trace>
  <inkml:trace contextRef="#ctx0" brushRef="#br0" timeOffset="73393.47">2859 9610 1060 0,'0'0'1160'0,"0"0"-1002"16,152-148 155-16,-63 109-128 15,19 16-90-15,2 22-17 16,-23 8-45-16,-4 31-3 16,-25 15-23-16,-31 9 7 15,-27 3 7-15,-16 5 36 16,-42-4 12-16,-19-1-30 16,-11-4-10-16,1-8-23 15,11-10-4-15,21-14-2 16,17-12-34-16,20-13-71 15,18-12-47-15,5-19-158 0,19-8-950 16</inkml:trace>
  <inkml:trace contextRef="#ctx0" brushRef="#br0" timeOffset="73596.25">4130 9377 2078 0,'0'0'380'0,"-114"102"-83"16,52-30-13-16,2 13-130 16,20-2-57-16,22-2-59 15,18-5-22-15,5-8-16 0,23-8-32 16,8-4-99-16,13 12-57 16,-12-11-431-1,-4-9-542-15</inkml:trace>
  <inkml:trace contextRef="#ctx0" brushRef="#br0" timeOffset="73911.1">4242 10407 1207 0,'0'0'827'0,"0"0"-302"15,0 0-181-15,31-149-145 16,-20 77-64-16,1-10-46 16,-4-11-28-16,1 1-7 15,-1-2-17-15,6 7 16 16,1 8-26-16,8 10 10 0,4 14-4 15,4 14 6 1,5 16-12-16,-1 18-7 0,6 7-11 16,1 27-3-16,-2 21 9 15,-2 14-14-15,-7 7 25 16,-4 6-25-16,-7 0 5 16,-4-5-5-16,-8-7-1 15,-1-3 0-15,-3-15-10 16,-2-7-53-16,2-12-50 15,-2-10-16-15,-2-10-34 16,0-6-2-16,-10-14-13 16,-5-8-515-16</inkml:trace>
  <inkml:trace contextRef="#ctx0" brushRef="#br0" timeOffset="74100.93">4184 10080 2515 0,'0'0'298'0,"0"0"-118"16,0 0-59-16,162-72-79 15,-70 38-29-15,3 1-11 16,-6 6-2-16,-8 6-83 16,4 2-138-16,-23 6-458 15,-15 3-852-15</inkml:trace>
  <inkml:trace contextRef="#ctx0" brushRef="#br0" timeOffset="75541.02">5679 9328 1679 0,'0'0'402'16,"0"0"-207"-16,0 0-53 15,-44 120 47-15,15-39-25 16,-4 12-25-16,-2 6-24 0,12-17-28 15,-2 7-17-15,7-16-19 16,9-12-13-16,5-18-19 16,4-14-2-16,0-17-17 15,0-12 15-15,0 0 20 16,15-32 46-16,8-18-51 16,10-30-16-16,16-38-8 15,18-41-5-15,-3 8 6 16,-8 30-7-16,-16 38 0 15,-17 43-6-15,-3 6 6 16,-3 4 1-16,2 7 6 16,-9 20 1-16,4 3-8 15,1 26 0-15,6 20 7 16,1 18 11-16,0 14-7 0,3 8 26 16,-3 3-22-16,5-3 3 15,0-5-9-15,-1-9-1 16,-1-10-8-16,-5-11 1 15,-5-10-1-15,-3-12 6 16,-8-12-11-16,-2-7 13 16,-2-6-8-16,0-4 6 15,-8 0 4-15,-19 3-9 16,-13 0 1-16,-12 3-2 16,-10 2 1-16,-2 1-2 15,-4 0-5-15,5-3-3 16,11-2-18-16,9-2 3 15,14-2-22-15,9 2-14 16,9-2-36-16,11 2-70 0,4-2-183 16,16 2-692-16</inkml:trace>
  <inkml:trace contextRef="#ctx0" brushRef="#br0" timeOffset="76329">6589 9483 2162 0,'0'0'332'0,"0"0"-188"0,22 118 130 16,-13-37-79-16,0 11-74 15,0 2-20-15,0-6-33 16,-3-10-17-16,1-16-36 16,-2-14 2-16,-5-19-12 15,0-17-4-15,0-12 7 16,-5-17 16-16,-10-27-22 15,4-30 8-15,11-37-10 16,2 4 0-16,22 6 0 16,17 17 0-16,1 27 0 15,9 10-6-15,5 5-3 16,-5 22 8-16,-8 18-19 0,-14 2 20 16,-14 22-11-1,-15 9 11-15,-5 6 1 0,-28 1 8 16,-2-4-9-16,1-7 1 15,12-6-1-15,9-9-6 16,13-8-16-16,0-4 2 16,15 0 13-16,20 0 3 15,8 0 3-15,1 0 1 16,4 10-11-16,-4 20 11 16,-7 11-8-16,-10 6 8 15,-18 6 0-15,-9-3 0 16,-22-4 1-16,-25-4 36 15,-11-6-11-15,-6-6-1 16,3-5-14-16,11-12-10 0,9-9 5 16,16-4-6-16,10-1-46 15,13-24-67-15,4-38-63 16,23 5-135-16,4-3-556 0</inkml:trace>
  <inkml:trace contextRef="#ctx0" brushRef="#br0" timeOffset="76561.6">7266 9176 2186 0,'0'0'351'0,"0"0"-66"16,0 0-57-16,145 78-51 0,-91 33-35 15,-18 30-34 1,-18-2-10-16,-18-27-4 0,-2-37-29 15,-17-24-37-15,1 5-22 16,-1 2-6-16,-2-3-60 16,6-13-106-16,15-21-56 15,0-16-109-15,0-5-635 0</inkml:trace>
  <inkml:trace contextRef="#ctx0" brushRef="#br0" timeOffset="76749.8">7793 9671 1320 0,'0'0'1334'0,"0"0"-1168"16,0 0-32-16,0 0-57 16,164-26-54-16,-83 22-14 15,2 4-9-15,15 0-55 16,-23 0-136-16,-17 0-495 0</inkml:trace>
  <inkml:trace contextRef="#ctx0" brushRef="#br0" timeOffset="76937.84">7808 9906 2448 0,'0'0'289'0,"0"0"-197"16,0 0 28-16,0 0-65 15,0 0-28-15,178 1-8 16,-95-1-13-16,-3 0-5 16,-6 0-1-16,-7 0-70 15,-18 5-159-15,-18-3-484 0</inkml:trace>
  <inkml:trace contextRef="#ctx0" brushRef="#br0" timeOffset="78415.93">9523 9529 920 0,'0'0'1266'0,"0"0"-906"15,0 0-122-15,0 0-82 16,46 110 16-16,-21 4-55 16,-7 37-45-16,-12 7 11 15,-6-12-23-15,0-35-39 16,0-44 2-16,0-21-23 15,-4-13 0-15,2-3-11 16,-3-1-65-16,-6-19-101 0,2-10-106 16,-3 0-490-16</inkml:trace>
  <inkml:trace contextRef="#ctx0" brushRef="#br0" timeOffset="78670.81">9523 9615 2070 0,'0'0'355'15,"84"-107"-213"-15,3 54 151 16,6 9-148-16,8 25-44 16,-7 19-50-16,-30 33-13 15,-8 27-23-15,-29 16-5 16,-27 10 7-16,-14 0 2 16,-32-4 17-16,-14-9-18 15,-8-15 22-15,6-12-28 0,5-16 2 16,9-14-8-16,13-11-6 15,8-5-8-15,9-11-45 16,7-17-69-16,11-28-71 16,0 3-317-16,20 0-1401 0</inkml:trace>
  <inkml:trace contextRef="#ctx0" brushRef="#br0" timeOffset="78875">10572 9365 2333 0,'0'0'477'0,"0"0"-310"0,-91 148 5 16,76-72-74-16,15 3-34 16,8-4-39-16,28-4-23 15,9-7-2-15,19 2-100 16,-12-18-122-16,-8-12-553 0</inkml:trace>
  <inkml:trace contextRef="#ctx0" brushRef="#br0" timeOffset="79158.57">10983 10101 2205 0,'0'0'468'0,"0"0"-243"0,11-148 4 15,0 69-128-15,2-6-50 16,5-3-12-16,-2 6-10 15,2 6 4-15,-3 12 15 16,1 16-4-16,1 19 25 16,4 19-14-16,3 10-14 15,10 31-35-15,3 25 6 16,3 14-5-16,-3 8 7 16,-8 2-6-16,-6-3-7 15,-4-12-2-15,-9-10-7 16,0-13-15-16,-6-10-53 15,-2-13-41-15,-2-8-72 16,0-11-62-16,-11 0-449 16,-2-4-1324-16</inkml:trace>
  <inkml:trace contextRef="#ctx0" brushRef="#br0" timeOffset="79317.57">11031 9962 2029 0,'0'0'630'0,"0"0"-355"15,0 0-43-15,0 0-153 16,0 0-64-16,159-69-2 16,-92 52-13-16,0-1-33 15,6-10-72-15,-20 1-270 16,-10 1-825-16</inkml:trace>
  <inkml:trace contextRef="#ctx0" brushRef="#br0" timeOffset="79550.53">11725 9290 2304 0,'0'0'347'15,"0"0"-211"-15,0 0 36 16,136 110-33-16,-83-36-34 16,-8 16 1-16,-14 2 18 15,-27-17-26-15,-4 9-26 16,0-11-50-16,-22-10 5 15,-7-6-27-15,3-10-20 16,-1-10-79-16,5-9-76 16,9-26-78-16,5-2-244 0,8-5-674 0</inkml:trace>
  <inkml:trace contextRef="#ctx0" brushRef="#br0" timeOffset="79814.47">12596 9249 2421 0,'0'0'507'16,"0"0"-423"-16,0 0 126 15,48 162-34-15,-29-76-41 0,-3 7-36 16,-5-12 11-1,0 4-67-15,-4-9-29 0,0-10-14 16,-5-13-6-16,-2-7-101 16,0-19-71-16,-2-25-62 15,-16-2-217-15,0-15-974 0</inkml:trace>
  <inkml:trace contextRef="#ctx0" brushRef="#br0" timeOffset="79970.3">12438 9747 1250 0,'0'0'1372'16,"0"0"-1078"-16,0 0-107 0,0 0-100 15,156-56-72 1,-73 47-15-16,1 7-34 0,21-1-76 16,-22 1-126-16,-18-2-607 15</inkml:trace>
  <inkml:trace contextRef="#ctx0" brushRef="#br0" timeOffset="80174.73">13548 9497 2455 0,'0'0'475'16,"0"0"-372"-16,-4 127 68 15,4-18-26-15,16 26-64 16,1-11-2-16,-3-24-35 0,-8-33-23 15,-6-23-21-15,3-3 0 16,-3-3-86-16,0-13-107 16,0-16-102-16,0-9-541 0</inkml:trace>
  <inkml:trace contextRef="#ctx0" brushRef="#br0" timeOffset="80413.57">13537 9622 2107 0,'0'0'332'0,"69"-105"-191"16,-7 45 23-16,15 3-96 16,2 17-47-16,0 22 40 15,-13 18 20-15,-12 21-27 0,-23 27-9 16,-22 15 4-16,-9 10 46 16,-33-1-40-16,-16-6-2 15,-5-9-31-15,3-10-3 16,5-11-18-16,9-7-1 15,11-9-33-15,6-8-76 16,11-12-63-16,6 0-351 16,3-17-811-16</inkml:trace>
  <inkml:trace contextRef="#ctx0" brushRef="#br0" timeOffset="80638.97">14571 9413 2335 0,'0'0'352'15,"0"0"-231"-15,-60 136 119 16,45-54-70-16,8 8-57 16,7 0-69-16,0-6-20 15,22-9-24-15,5-17-8 16,4-17-78-16,25-21-79 15,-10-17-198-15,0-3-1028 0</inkml:trace>
  <inkml:trace contextRef="#ctx0" brushRef="#br0" timeOffset="81095.1">15002 10098 2082 0,'0'0'678'0,"0"0"-457"15,0 0 17-15,0 0-134 16,0 0-61-16,-9-152-24 15,13 89-10-15,12-5-1 16,2-7-8-16,6-6 0 16,5 3-2-16,9 3-7 15,9 15-21-15,2 20 0 16,0 22-32-16,-5 18 26 16,-9 23 3-16,-23 26 10 15,-12 16 22-15,-8 0 1 16,-26-4 0-16,-4-9 6 15,4-13-6-15,10-16 10 0,11-9-1 16,13-12-8 0,0-2 5-16,25-2-6 0,10-14-12 15,7 2-18-15,1 5-13 16,-3 4 31-16,-7 5 0 16,-4 8 11-16,-6 21-7 15,-8 10 8-15,-11 8 57 16,-4 5-12-16,-2 0-9 15,-27-3-12-15,-11-12 22 16,-11-7-7-16,-7-12 0 16,-2-10-23-16,0-8 1 15,8 0-11-15,13-10-6 16,10-8-13-16,13-1-72 16,13-10-68-16,3 5-324 15,0 0-451-15</inkml:trace>
  <inkml:trace contextRef="#ctx0" brushRef="#br0" timeOffset="81576.77">16042 8618 1748 0,'0'0'254'16,"0"0"-94"-16,0 0 7 15,141 176 11-15,-85-29-11 16,-14 22 21-16,-17 5-37 16,-21-15-34-16,-4-27-45 15,-9-30-24-15,-9-30-23 16,3-23-16-16,-3-15 2 16,0-5-1-16,2-2 48 0,3-8-11 15,9-10 29 1,4-9 31-16,0 0 23 0,0-4-52 15,0-10-51-15,0-3-19 16,7-4-7-16,-3 3-2 16,2-1-14-16,-1-1-2 15,2 3-74-15,4-16-86 16,0 6-127-16,-2-2-698 0</inkml:trace>
  <inkml:trace contextRef="#ctx0" brushRef="#br0" timeOffset="82350.14">17193 9876 1943 0,'0'0'362'0,"0"0"-75"16,0 0-34-16,0 0-118 15,114-18-108-15,-34 6-11 16,14 1-10-16,1 1-6 16,30-5-66-16,-23 3-398 15,-13-2-778-15</inkml:trace>
  <inkml:trace contextRef="#ctx0" brushRef="#br0" timeOffset="82771.37">18245 9385 1348 0,'0'0'568'0,"0"0"-275"16,0 0 0-16,0 0-122 16,165-83-78-16,-109 83-10 15,-3 0-35-15,-13 20-29 16,-13 14-11-16,-17 9-1 16,-10 6 2-16,-25 6 17 15,-25 1 14-15,-8-5-20 16,-6 2 17-16,1-7-13 0,8-3-2 15,8-8 1 1,9-7-4-16,14-6-1 16,12-10-9-16,12-3-8 0,0-7 0 15,29-2 41-15,18 0 38 16,18-4-10-16,6-10-12 16,7-3 5-16,0 2-12 15,-4-2-10-15,-3 5-20 16,-9 3-21-16,-6 2-29 15,7-6-106-15,-16 1-88 16,-12-7-414-16</inkml:trace>
  <inkml:trace contextRef="#ctx0" brushRef="#br0" timeOffset="83235.14">19277 9351 1111 0,'0'0'1477'0,"0"0"-1241"15,0 0-120-15,21 138 55 16,16-30-35-16,5 28-48 16,-3-9 22-16,-18-27-43 15,-11-32-25-15,-10-27-27 16,0 5-6-16,0-5-8 16,0-3-1-16,-5-17-56 15,-6-15-32-15,-2-6 11 16,-5-28-5-16,1-25-18 0,-6-31 5 15,0-31 43 1,5 4 30-16,7 7 22 0,11 19 7 16,0 17 41-16,25-8 15 15,19-7-8-15,35-3 11 16,35 7-33-16,-1 19-13 16,-6 19-7-16,-16 24 11 15,-24 17 1-15,-5 17-11 16,-8 24-8-16,-25 19-6 15,-24 10 9-15,-10 8-8 16,-35-4 9-16,-11-8-4 16,-7-13 4-16,2-10-1 15,4-13-1-15,6-11-7 16,4-7-1-16,6-12-12 16,7 0-36-16,7 0-32 0,20-37-64 15,2 2-99 1,2-2-625-16</inkml:trace>
  <inkml:trace contextRef="#ctx0" brushRef="#br0" timeOffset="83476.2">20791 9041 1713 0,'0'0'801'15,"0"0"-609"-15,0 0 0 0,-143 148-38 16,118-76-31-16,6 7-45 16,5 2-12-16,7-1-21 15,5-8-17-15,2-9-28 16,2-10 0-16,21-11-22 16,29-12-63-16,-6-12-128 15,-1-8-683-15</inkml:trace>
  <inkml:trace contextRef="#ctx0" brushRef="#br0" timeOffset="83782.83">21281 9825 2083 0,'0'0'597'16,"0"0"-325"-16,13-145-73 0,1 70-85 15,6-5-50-15,4-2 8 16,5 2-24-16,0 5-2 15,0 9-10-15,0 12-3 16,0 12-1-16,-2 13-11 16,2 14 12-16,2 15-21 15,7 3 0-15,5 34-11 16,-1 18 11-16,-4 17-1 16,-5 9-2-16,-11 3-3 15,-5-1-6-15,-13-11 0 16,-2-12-1-16,-2-12-43 15,0-14-67-15,0-12-63 16,-6-22-68-16,-4 0-358 16,3-10-1033-16</inkml:trace>
  <inkml:trace contextRef="#ctx0" brushRef="#br0" timeOffset="83957.38">21377 9617 1879 0,'0'0'670'15,"0"0"-419"-15,0 0-79 16,0 0-91-16,158-36-62 16,-82 24-8-16,5 2-11 15,-4 3 0-15,-8 4-38 16,5 1-82-16,-20-1-413 16,-14-2-1102-16</inkml:trace>
  <inkml:trace contextRef="#ctx0" brushRef="#br0" timeOffset="84813.06">22204 9881 1657 0,'0'0'313'15,"0"0"-90"-15,0 0 164 16,0 0-208-16,0 0-95 15,0 0 13-15,0-128-10 16,7 76-16-16,4-10-32 16,9-4 11-16,9-1-19 15,13-3 1-15,14 12-8 16,11 10-11-16,4 14-6 16,-1 16-6-16,-10 18-2 15,-10 8-2-15,-11 30 3 16,-12 19 1-16,-12 10 8 15,-8 5-8-15,-7-2 8 0,0-7-3 16,0-13-6-16,0-13 0 16,0-16-54-16,13-21-99 15,5 0-367-15,-2-12-1275 0</inkml:trace>
  <inkml:trace contextRef="#ctx0" brushRef="#br0" timeOffset="85337.75">23327 9348 2046 0,'0'0'313'0,"0"0"-108"16,16 135 145-16,-3-74-160 0,5 0-77 16,1-15-49-16,-6-12-38 15,-7-12-14-15,-4-15-11 16,-2-7 5-16,0-3 6 15,-11-23-3-15,-5-12-9 16,10-14 0-16,6-28 9 16,6 0-9-16,29-4 0 15,11 1-1-15,6 29 1 16,1 8-1-16,-4 26 0 16,-8 20-7-16,-13 12-11 15,-19 31 18-15,-9 15-6 16,-14 5 7-16,-19-2 0 15,0-14 2-15,8-12-2 16,12-17 0-16,13-14-4 0,0-4 4 16,31-15 1-16,11-11 5 15,10 1-12-15,6 2 3 16,2 9-19-16,2 10-14 16,-6 4 9-16,-10 18 15 15,-14 21-5-15,-21 8 11 16,-11 8 6-16,-24 1 5 15,-24-6 7-15,-10-3 48 16,0-12-2-16,1-8-21 16,8-9-26-16,9-13-5 15,7-5-6-15,10 0-25 16,9-4-62-16,10-22-70 16,4 3-132-16,0 0-562 0</inkml:trace>
  <inkml:trace contextRef="#ctx0" brushRef="#br0" timeOffset="85631.74">24467 8939 1876 0,'20'111'590'16,"-9"28"-237"-16,-11 26-51 15,-7-13-148-15,-24-45-34 16,-2-26-56-16,2-22-28 16,0-11-36-16,-3 7-4 15,-9-1-77-15,-3 1-51 16,-30-2-52-16,9-15-296 15,3-14-721-15</inkml:trace>
  <inkml:trace contextRef="#ctx0" brushRef="#br0" timeOffset="91031.37">3470 12138 2223 0,'0'0'349'0,"0"0"-258"15,18 102 88-15,-7 16 20 16,3 35-65-16,-1 9-24 0,1-31-27 16,-3-39-15-16,-3-38-31 15,-1-8-25-15,0 4-3 16,0-4-9-16,-3 0-18 15,-2-16-86-15,-4-27-69 16,-18-3-134-16,-12-17-503 0</inkml:trace>
  <inkml:trace contextRef="#ctx0" brushRef="#br0" timeOffset="91273.02">3455 12296 2022 0,'0'0'319'15,"0"0"-101"-15,187-110 51 0,-94 86-144 16,-1 24-60-16,-12 6-44 16,-17 38 4-16,-21 16-12 15,-26 10 4-15,-16 6 17 16,-29 3 17-16,-29-3-12 16,-11-8-6-16,-5-9-18 15,7-13-14-15,11-17-1 16,16-15 0-16,18-14-45 15,22-31-48-15,9-15-139 16,22-7-737-16</inkml:trace>
  <inkml:trace contextRef="#ctx0" brushRef="#br0" timeOffset="91490.07">4543 12037 2367 0,'0'0'301'0,"-79"118"-66"16,35-3-51-16,3 1-95 15,17-5-11-15,19-19-26 16,5-27-27-16,27-4-14 16,14 3-11-16,8-15-13 15,31-8-111-15,-13-10-141 16,-9-15-741-16</inkml:trace>
  <inkml:trace contextRef="#ctx0" brushRef="#br0" timeOffset="91811">4986 13062 2481 0,'0'0'341'0,"0"0"-114"15,0 0-78-15,39-144-115 16,-14 77 13-16,2-23 21 15,2-24-12-15,-6 5-14 16,-3 15-9-16,0 21-14 16,-2 28 10-16,9 7-1 15,6 6-14-15,5 20-7 16,2 12-1-16,0 22-4 16,-2 28-1-16,-9 20 19 0,-6 12 2 15,-11 9 1 1,-5-1-10-16,-3-6-2 0,-4-12-10 15,3-13 7-15,-3-15-16 16,0-15-38-16,0-10-59 16,0-13-51-16,0-9-39 15,-14-17-61-15,-1-7-956 0</inkml:trace>
  <inkml:trace contextRef="#ctx0" brushRef="#br0" timeOffset="91984.61">4998 12839 2495 0,'0'0'456'0,"0"0"-303"0,0 0 15 15,115-35-119-15,-30 8-31 16,8-1-18-16,6 5-31 16,12 0-112-16,34 5-226 15,-22 4-272-15,-14 2-632 0</inkml:trace>
  <inkml:trace contextRef="#ctx0" brushRef="#br0" timeOffset="92166.1">5953 12758 2364 0,'0'0'351'15,"0"0"-169"-15,0 0 29 16,0 0-153-16,0 0-38 0,179-49-19 15,-96 29-1-15,-2 2-44 16,20-8-107-16,-25 3-404 16,-6 0-1262-16</inkml:trace>
  <inkml:trace contextRef="#ctx0" brushRef="#br0" timeOffset="92697.16">7048 12270 1468 0,'0'0'1266'0,"0"0"-1141"16,-2 169 99-16,26-83-38 0,8 6-39 15,1-18-56-15,0 0-23 16,-4-14-46-16,-10-16-10 16,-11-17-12-16,-8-15-29 15,0-12 3-15,-2-8 26 16,-18-28 0-16,-2-17-11 15,4-32 11-15,16-32-6 16,2 5 5-16,22 10-8 16,22 19-2-16,10 31-10 15,11 8 6-15,3 12 15 16,-5 25-18-16,-16 12 12 16,-20 35-13-16,-23 18 17 15,-6 8 2-15,-36 0 0 0,-9-6 1 16,3-11 7-1,10-18-8-15,16-17 1 0,16-14 8 16,2 0 2-16,29-23-3 16,15-5-8-16,10 3-1 15,4 7-5-15,0 13 5 16,-2 5-8-16,-7 13 8 16,-14 22 0-16,-14 9 1 15,-21 7 4-15,-3 7 10 16,-36-5 28-16,-13-2-5 15,-6-9-1-15,2-9-22 16,8-11-13-16,5-12-1 16,14-10-56-16,7 0-22 15,6-12-80-15,16-30-57 16,0 1-337-16,0 0-947 0</inkml:trace>
  <inkml:trace contextRef="#ctx0" brushRef="#br0" timeOffset="92946.15">7957 11907 2292 0,'0'0'346'15,"0"0"-145"-15,166 176 83 16,-97-29-95-16,-21 11-29 0,-27-21-17 15,-21-40-10 1,-3-39-74-16,-12-15-14 0,-5 4-44 16,-3-8-1-16,1-1-68 15,7-26-117-15,4-9-87 16,11-3-248-16</inkml:trace>
  <inkml:trace contextRef="#ctx0" brushRef="#br0" timeOffset="93164.16">8671 12172 2306 0,'0'0'341'15,"0"0"-184"-15,115-10-35 16,-34 6-72-16,6 1-43 15,-18 3 11-15,-5 0-18 16,-27 3-27-16,-20 7-254 16,-17 2-898-16</inkml:trace>
  <inkml:trace contextRef="#ctx0" brushRef="#br0" timeOffset="93291.93">8763 12552 2129 0,'0'0'290'0,"0"0"-175"16,0 0 66-16,178 7-181 0,-94-7-1 16,-12-7-468-16</inkml:trace>
  <inkml:trace contextRef="#ctx0" brushRef="#br0" timeOffset="95303.06">10362 11767 1927 0,'0'0'367'0,"0"0"-131"15,0 0 233 1,0 0-402-16,-50 216 38 0,50-59 6 16,2 1-27-16,0-38-20 15,-2-37-22-15,0-25-10 16,0-10-31-16,0 2 17 15,0-2-18-15,0-2-38 16,0-20-94-16,-2-16-66 16,-16-25-72-16,3-22-91 15,-8-13-913-15</inkml:trace>
  <inkml:trace contextRef="#ctx0" brushRef="#br0" timeOffset="95505.9">10262 12031 1681 0,'0'0'332'0,"112"-113"-72"0,-32 55 61 15,13 14-96-15,-3 30-100 16,-14 17-54-16,-20 43-43 16,-29 21 17-16,-27 12 19 15,-10 6 13-15,-38-4-19 16,-13-6-13-16,-3-11-24 16,6-12-20-16,11-11-1 15,15-20-38-15,15-15-57 16,17-18-31-16,0-20-180 15,17-9-682-15</inkml:trace>
  <inkml:trace contextRef="#ctx0" brushRef="#br0" timeOffset="95702.31">11157 11937 2244 0,'-63'106'384'0,"10"2"-139"15,8-1-1-15,32-33-130 16,13-23-38-16,6 2-46 16,23 0-20-16,15-1-10 15,12-17-49-15,29-8-125 16,-16-13-496-16,-11-6-1407 0</inkml:trace>
  <inkml:trace contextRef="#ctx0" brushRef="#br0" timeOffset="95986.08">11538 12693 2140 0,'0'0'514'0,"0"0"-205"15,-3-146-147-15,16 49-101 16,8 3-26-16,3-4-10 16,3 2-11-16,-2 26-14 15,4 3 36-15,2 18 10 16,3 23 13-16,3 17-17 15,5 9-21-15,3 35-20 16,-1 20 10-16,-8 15-4 16,-7 6-6-16,-9 1 0 15,-9-6 7-15,-3-10-8 16,-4-11 0-16,-4-11-39 16,0-11-62-16,0-10-66 15,-27-9-67-15,-4-2-425 16,-3-7-588-16</inkml:trace>
  <inkml:trace contextRef="#ctx0" brushRef="#br0" timeOffset="96136.39">11533 12537 1677 0,'0'0'632'0,"0"0"-268"16,0 0-20-16,0 0-193 16,0 0-93-16,145-87-47 15,-63 59-5-15,3 3-6 16,-9 0-15-16,-3-10-151 15,-21 6-517-15,-16 0-1181 0</inkml:trace>
  <inkml:trace contextRef="#ctx0" brushRef="#br0" timeOffset="96362.61">12345 11615 2261 0,'0'0'362'15,"0"0"-174"-15,0 0-15 16,181 93 1-16,-88 24-53 16,-20 41-48-16,-33 13-13 15,-40-27-12-15,-9-40-33 16,-17-42 8-16,-4-8-16 16,-3 3-7-16,-2 1-27 15,-19 4-99-15,10-19-107 0,8-22-363 0</inkml:trace>
  <inkml:trace contextRef="#ctx0" brushRef="#br0" timeOffset="100130.65">13410 12372 2011 0,'0'0'520'15,"0"0"-356"-15,0 0 18 16,0 0-79-16,129-14-67 16,-58 4-18-16,1 2-16 15,-9 2 10-15,-5 4-12 16,8 2-52-16,-10 0-213 15,-14-2-640-15</inkml:trace>
  <inkml:trace contextRef="#ctx0" brushRef="#br0" timeOffset="100610.55">14212 12166 2493 0,'0'0'383'0,"0"0"-269"16,34 110 68-16,-10-35-66 16,3 13-52-16,0 6-4 15,-2 0-20-15,-6-4-16 16,-3-8-21-16,-9-12-3 16,-5-12-12-16,-2-14-78 15,0-19-40-15,0-19-38 16,-6-6 29-16,-11-31-61 15,2-18-266-15,-7-18 170 0,-5-25 140 16,-6-29 125-16,1-20 31 16,12 8 95-16,16 27 131 15,4 33 87-15,29 27-38 16,24-4-89-16,30-8-82 16,9 11-25-16,3 12 4 15,3 23-34-15,-29 12-11 16,-3 32-29-16,-29 17 0 15,-26 9-3-15,-11 8 15 16,-36-3 10-16,-22 0-3 16,-8-5-8-16,-3-8-19 15,-3-8 10-15,10-11-10 16,8-9-2-16,10-12-8 16,13-5-65-16,8-5-46 0,23 0-40 15,0-14-203-15,18-4-1315 0</inkml:trace>
  <inkml:trace contextRef="#ctx0" brushRef="#br0" timeOffset="100889.39">15285 11863 423 0,'0'0'1886'15,"0"0"-1421"-15,0 0-254 16,-141 64-69-16,112 36-55 0,13 4 16 16,8-3 2-16,8-11 4 15,14-24-50-15,19 1-22 16,9-6-19-16,3-15-7 16,-3-17-6-16,-2-15-5 15,-5-12-9-15,2-2-67 16,-6-4-59-16,5-20-108 15,-10 4-268-15,-6-1-858 0</inkml:trace>
  <inkml:trace contextRef="#ctx0" brushRef="#br0" timeOffset="103852.46">15664 12513 666 0,'0'0'647'0,"0"0"-372"16,0 0 109-16,0 0 106 15,0 0-195-15,0 0-136 16,0 0-72-16,71-111-8 0,-33 55-16 16,2-8-1-1,-2-2-16-15,3-4-7 0,-4 4-24 16,-1 3 0-16,-5 13-6 16,-4 13 1-16,-5 22 7 15,-4 15-1-15,0 15-10 16,-1 28-6-16,1 18 32 15,-5 6-14-15,-1 5 16 16,-3-1-16-16,-3-7-6 16,-2-4-4-16,4-10-8 15,1-10 2-15,-1-8-2 16,1-9-12-16,-2-11-65 16,-2-7-42-16,-5-5-60 15,0-1-108-15,-7-13-489 0</inkml:trace>
  <inkml:trace contextRef="#ctx0" brushRef="#br0" timeOffset="104020">15797 12487 1272 0,'0'0'1190'0,"0"0"-871"16,0 0-87-16,0 0-131 15,116-44-84-15,-35 30-10 16,8 1-7-16,-2 11-61 15,15 4-136-15,-23 18-349 16,-19 4-273-16</inkml:trace>
  <inkml:trace contextRef="#ctx0" brushRef="#br0" timeOffset="104297.11">16580 12591 995 0,'0'0'408'0,"0"0"75"0,0 0 97 16,0 0-254-16,0 0-130 15,0 0-101-15,0 0-32 16,-15-88-6-16,10 38-30 15,5-8 2-15,0-5-11 16,7-2-5-16,20 7-7 16,8 11-4-16,7 13-1 15,8 14 0-15,3 13 14 16,-2 7 1-16,-4 21-2 16,-9 19-13-16,-16 12 12 15,-11 4-7-15,-11 2-5 16,0-1 6-16,-17-8-7 15,-3-7-1-15,1-7 1 0,6-13-73 16,5-10-87-16,8-12-103 16,0-15-413-16,6-12-1086 0</inkml:trace>
  <inkml:trace contextRef="#ctx0" brushRef="#br0" timeOffset="104793.18">17109 12141 1430 0,'0'0'980'15,"0"0"-748"-15,0 0-41 16,0 0-10-16,77 155-54 0,-59-91-61 16,-7-3-6-1,-4-6-30-15,-3-13-10 0,-4-10-19 16,0-13-1-16,0-15-9 16,0-4-19-16,-11-14-13 15,0-23-17-15,5-13 37 16,6-12 12-16,2-8 9 15,29-4-1-15,13 6-5 16,8 6 3-16,4 13 2 16,-8 19-7-16,-7 16 8 15,-15 14-6-15,-16 8-4 16,-10 26 9-16,-14 7 1 16,-22 3 13-16,-4-5-12 15,7-4 12-15,10-15-13 16,17-11-1-16,6-9 0 0,17 0 1 15,22-9 0 1,7-3-1-16,1 7 0 0,-2 5 1 16,-8 3-6-16,-4 26 5 15,-6 6 0-15,-13 9 1 16,-14 2 0-16,0-2 7 16,-27-3 25-16,-12-8 16 15,-6-3-11-15,-7-7 1 16,4-9-32-16,0-7 12 15,11-4-18-15,5-3-19 16,12 0-62-16,16-10-52 16,4-6-141-16,0 0-810 0</inkml:trace>
  <inkml:trace contextRef="#ctx0" brushRef="#br0" timeOffset="105077.07">18112 11562 1967 0,'0'0'291'16,"0"0"-116"-16,98 205 169 15,-61-45-144-15,-16 13-29 16,-21-13-45-16,-23-40-50 0,-10-40-33 16,2-18-35-16,-5-1-8 15,-9 7-77-15,-44 39-87 16,7-11-98-16,4-18-578 0</inkml:trace>
  <inkml:trace contextRef="#ctx0" brushRef="#br0" timeOffset="111331.05">3372 14478 2140 0,'0'0'475'0,"0"0"-288"16,0 0 8-16,-15 138-100 15,15 16 67-15,11 17-27 16,-3-19-26-16,-1-41-14 15,-2-52-34-15,2-6-28 16,-3 1-15-16,2 0-10 16,1-2-8-16,-2-20-2 15,-3-14-85-15,-2-10-79 16,0-26-39-16,-16-22-35 16,-6-7-903-16</inkml:trace>
  <inkml:trace contextRef="#ctx0" brushRef="#br0" timeOffset="111585.37">3337 14497 2286 0,'0'0'284'0,"122"-93"26"15,-1 53-113-15,3 13-81 16,-8 22-31-16,-16 10-19 16,-33 37 0-16,-7 16-35 15,-15 13 2-15,-36 8-6 16,-18 8 44-16,-49 0 4 15,-22-2-12-15,-16-8-26 0,-2-9-26 16,7-16 7-16,12-22-18 16,21-14 0-16,19-16-19 15,14 0-55-15,18-23-53 16,32-35-47-16,21 0-94 16,17-1-527-16</inkml:trace>
  <inkml:trace contextRef="#ctx0" brushRef="#br0" timeOffset="111805.1">4774 14161 2515 0,'0'0'324'0,"0"0"-105"15,-162 198 32-15,97-53-102 0,16 10-18 16,24-19-16-1,21-36-26-15,4-40-50 0,18-7-39 16,17 0-1-16,15-5-101 16,46 2-96-16,-9-23-67 15,-6-13-381-15</inkml:trace>
  <inkml:trace contextRef="#ctx0" brushRef="#br0" timeOffset="112284.1">5191 15308 2524 0,'0'0'334'16,"0"0"-81"-16,0 0-20 0,-71-103-134 15,62 48-55-15,9-34 4 16,0-27-24-16,7 0-11 16,12 9-4-16,6 18-9 15,6 31 1-15,3 5 0 16,5 2 0-16,2 19-1 15,-5 20 0-15,-3 12-15 16,-4 10 1-16,-8 24 5 16,-15 11 0-16,-6 1 8 15,-6 2 2-15,-21-8 7 16,0-8-7-16,6-10-2 16,11-12 1-16,7-10 0 0,3-2 14 15,13-24-14-15,21-6-7 16,9 2 1-1,7 4 6-15,8 12 0 0,0 14-1 16,0 0-6-16,-8 30 7 16,-17 12 0-16,-15 10 7 15,-18 6-6-15,-7 5 23 16,-31-4 26-16,-8-2 7 16,-6-8-17-16,-1-12-19 15,1-14-1-15,10-11-13 16,5-9-7-16,8-3-18 15,4 0-52-15,7-3-41 16,9-32-39-16,5 1-76 0,4-4-438 16</inkml:trace>
  <inkml:trace contextRef="#ctx0" brushRef="#br0" timeOffset="112554.49">6059 14061 2150 0,'0'0'369'16,"0"0"-107"-16,0 0 5 16,-143 49-153-16,105 0-58 15,7 9 8-15,8 6-1 16,15-2-27-16,8-5-23 0,0-9-4 15,19-13-3-15,15-6-5 16,4-12-1-16,8-10-12 16,23-7-87-16,-11 0-145 15,-10 0-522-15</inkml:trace>
  <inkml:trace contextRef="#ctx0" brushRef="#br0" timeOffset="112833">6722 14154 932 0,'0'0'1542'0,"0"0"-1335"0,0 0-22 15,-53 125 18-15,22 0-42 16,-14 41-37-16,-3 4 33 15,7-27-20-15,14-41-70 16,16-53-37-16,5-12-19 16,1-7-11-16,-2-4-34 15,3-8-83-15,2-16-42 16,-5-8-19-16,1-22-205 16,-1-2-1549-16</inkml:trace>
  <inkml:trace contextRef="#ctx0" brushRef="#br0" timeOffset="114318.24">7287 14397 1669 0,'0'0'219'16,"0"0"266"-16,-25 169-140 15,-19-49-111-15,-14 24-66 0,4-12-42 16,10-28-25 0,15-37-6-16,11-25 5 15,-1 4-47-15,4-5-8 0,4-9-26 16,6-14-11-16,5-14-8 16,0-4 18-16,0-25 19 15,12-22-2-15,13-34-24 16,10-35-10-16,-2 5 1 15,3 8 0-15,-5 14-2 16,-2 25 0-16,2-2 6 16,-2 6-6-16,-6 22 1 15,-8 16 7-15,1 22-8 16,3 1-15-16,8 38 15 0,5 19 1 16,4 9-1-1,0 16 12-15,-7 5 9 0,-6 0-10 16,-2-3-10-16,-5-15 4 15,-8-14-5-15,-1-12-18 16,-3-13-57-16,-4-9-81 16,0-15-26-16,0 0-32 15,-6-7-15-15,-15 0-555 16,0-4-469-16</inkml:trace>
  <inkml:trace contextRef="#ctx0" brushRef="#br0" timeOffset="114462.97">7264 15177 967 0,'0'0'850'15,"0"0"-535"-15,0 0 175 16,0 0-224-16,0 0-102 16,0 0-73-16,0 0-46 0,107-76-16 15,-31 46-29-15,7-1 0 16,24-15-80-16,-23 7-181 16,-16 0-665-16</inkml:trace>
  <inkml:trace contextRef="#ctx0" brushRef="#br0" timeOffset="114723.55">7913 14107 2172 0,'0'0'385'0,"0"0"-143"16,0 0-97-16,0 0-51 0,158 124 63 15,-73 0-64-15,-22 38 4 16,-26 15-10-16,-37-16-24 16,-6-43-27-16,-17-44-6 15,3-26-18-15,0-11-12 16,-2-4-9-16,-3-3-66 16,0-13-68-16,8-11-81 15,8-6-248-15</inkml:trace>
  <inkml:trace contextRef="#ctx0" brushRef="#br0" timeOffset="114980.45">8684 14575 2478 0,'0'0'295'16,"0"0"-185"-16,0 0 23 15,147-46-91-15,-64 34-27 16,1 7-15-16,-10 5 0 16,-16 0-70-16,-26 0-192 15,-17 5-464-15,-15 7-859 0</inkml:trace>
  <inkml:trace contextRef="#ctx0" brushRef="#br0" timeOffset="115138.34">8829 14936 1313 0,'0'0'1024'0,"0"0"-778"16,0 0-24-16,125-27-57 15,-44 5-119-15,0-4-23 16,-4 11-23-16,-11 3-106 15,-22 11-484-15,-19 1-1200 0</inkml:trace>
  <inkml:trace contextRef="#ctx0" brushRef="#br0" timeOffset="116347.65">11801 13802 441 0,'0'0'0'15</inkml:trace>
  <inkml:trace contextRef="#ctx0" brushRef="#br0" timeOffset="116880.66">10279 14377 2148 0,'0'0'501'0,"0"0"-416"15,0 0-42-15,12 147 132 16,7-29-15-16,-2 38-57 16,-1-9-11-16,-7-26-22 15,-7-42-7-15,-2-24-30 16,0 7-15-16,0 4-12 16,0-2-5-16,0-15-1 15,0-14-75-15,0-21-85 16,0-24-75-16,0-26-246 15,-2-13-1383-15</inkml:trace>
  <inkml:trace contextRef="#ctx0" brushRef="#br0" timeOffset="117141.51">10267 14538 2097 0,'0'0'293'15,"78"-106"-213"-15,5 41 121 16,5 9-57-16,13 15-93 15,1 24-12-15,-21 17-26 16,-6 22 1-16,-21 19-13 16,-27 20 7-16,-27 3-8 15,-9 7 27-15,-38-1 21 16,-13-2 16-16,-7-6-13 16,0-8-30-16,9-13-6 15,11-11-15-15,16-14-1 0,14-11-47 16,9-5-33-1,16-17-95-15,15-13-554 0,12-5-661 0</inkml:trace>
  <inkml:trace contextRef="#ctx0" brushRef="#br0" timeOffset="117375.05">11406 14200 2112 0,'0'0'369'0,"0"0"-183"0,-114 142 87 16,75-61-125-1,10 12-72-15,12 1 10 0,17-18-28 16,0 4-25-16,21-9-26 16,12-11-7-16,5-12-4 15,3-8-54-15,19-14-94 16,-10-10-156-16,-2-12-547 0</inkml:trace>
  <inkml:trace contextRef="#ctx0" brushRef="#br0" timeOffset="118155.93">12055 15017 912 0,'0'0'197'15,"0"0"56"-15,0 0 98 16,0 0-31-16,0 0-37 16,0 0-54-16,0 0-25 15,-29 70-30-15,16-106-94 16,-1-24-47-16,1-30 2 16,6-36 12-16,7-31 10 15,20 15-15-15,15 25-12 16,6 42-20-16,-3 34-9 15,6 5-1-15,-1 8 0 16,-3 10-1-16,-14 18-8 0,-12 7 0 16,-14 32 9-16,0 7 1 15,-22 5-1-15,-9-4 7 16,-1-7-7-16,8-8-1 16,10-14 0-16,12-5 0 15,2-13-5-15,22 0 6 16,14 0 4-16,11 1-4 15,1 12 0-15,4 9-3 16,-3 12 3-16,-9 12 0 16,-13 6-2-16,-16 6-5 15,-11 6 7-15,-24-1 6 16,-25-5-6-16,-14-5 23 0,-5-9-10 16,-2-15-4-16,10-12 0 15,13-17-2-15,18 0-7 16,21-17-42-16,8-12-76 15,15-6-86-15,47-27-128 16,-6 12-305-16,2 1-676 0</inkml:trace>
  <inkml:trace contextRef="#ctx0" brushRef="#br0" timeOffset="118561.66">12750 13971 1631 0,'0'0'478'0,"0"0"-240"16,0 0 47-1,0 0-158-15,0 0-72 0,-116 86-7 16,114-54-14-16,2-1-10 15,0-4-10-15,18-6-13 16,9-4 13-16,4-2-14 16,3-8 0-16,14 3-97 15,-7-2-209-15,-8 0-570 0</inkml:trace>
  <inkml:trace contextRef="#ctx0" brushRef="#br0" timeOffset="119034.04">13043 15154 1562 0,'0'0'542'0,"0"0"-316"16,0 0 138-16,0 0-163 16,0 0-93-16,0 0-53 15,0 0 5-15,0-137-6 16,0 82-15-16,2-8 15 16,11-3-3-16,3-1-2 0,5 4-17 15,11-2-16-15,8 5-4 16,9 4-3-16,5 5-3 15,1 10 9-15,-1 8 15 16,-5 13-1-16,-9 12-11 16,-6 8-18-16,-7 13 0 15,-8 25-2-15,-3 13 1 16,-9 12-11-16,-7 3 10 16,0 6 2-16,0-5 0 15,-11-6 0-15,1-6-10 16,2-11-28-16,1-10-64 15,5-10-40-15,0-12-24 16,2-8-58-16,0-4-283 0,0 0-175 16</inkml:trace>
  <inkml:trace contextRef="#ctx0" brushRef="#br0" timeOffset="119514.03">14030 14464 1739 0,'0'0'306'16,"0"0"-36"-16,0 0-95 16,0 0-4-16,22 146 25 15,-7-65-69-15,-3 12-26 0,-12-12-23 16,0-1-45-16,0-17-7 15,0-16-14-15,0-15-11 16,0-18 7-16,0-14-7 16,0-6 26-16,-2-23-15 15,0-20 0-15,0-9-11 16,-2-9-1-16,4 0 1 16,0-9 7-16,17-5-7 15,12 5 0-15,4 0 5 16,2 14-4-16,-1 17-2 15,-5 18 0-15,-7 19 17 16,1 8-9-16,-2 21-7 16,4 25 0-16,0 17 16 0,-3 8 1 15,-4 4-6-15,-4-3 19 16,-4-4-22-16,-3-7 3 16,0-20-11-16,-2-6-1 15,1-17-20-15,1-10-57 16,2-8-27-16,0 0-66 15,-5-16-293-15,-4 2-575 0</inkml:trace>
  <inkml:trace contextRef="#ctx0" brushRef="#br0" timeOffset="119688.76">14127 14913 1215 0,'0'0'1089'16,"0"0"-796"-16,0 0-64 15,0 0-85-15,0 0-75 0,0 0-46 16,157-34-23-16,-81 13-30 16,-3-4-34-16,7-15-96 15,-17 5-516-15,-16 3-1156 0</inkml:trace>
  <inkml:trace contextRef="#ctx0" brushRef="#br0" timeOffset="119921.32">14746 14161 1612 0,'0'0'768'0,"0"0"-530"16,0 0-92-16,0 0-11 0,124 97-39 16,-75-10-9-16,-11 0 21 15,-13 7-14-15,-14 0-40 16,-11-14-35-16,0 4-19 15,-18-3-1-15,-11-16-67 16,-9-4-64-16,-29-1-48 16,9-18-346-16,2-11-278 0</inkml:trace>
  <inkml:trace contextRef="#ctx0" brushRef="#br0" timeOffset="120520.29">10608 15633 1380 0,'0'0'536'0,"0"0"-440"15,0 0 84-15,0 0-52 16,163-37-57-16,-65 34-40 16,35 3 30-16,48 0-18 15,31 0 1-15,15 3-2 16,19-3 68-16,-1 0 13 16,11 0-20-16,7-3-25 15,-4-2-31-15,-7 1-18 16,-9 3-28-16,-21-3 14 15,-16-5-13-15,-26-4 11 16,-22-4 2-16,-37 3 9 0,-30 4 12 16,-29-2-1-16,-14 7-5 15,5-6-24-15,0 5 4 16,3 0-9-16,-11 6 0 16,-12 0-1-16,-17 0 0 15,-12 0-1-15,-4 0-20 16,-17 0-47-16,-29 12-31 15,-56 12-95-15,7-2-313 16,-5 1-287-16</inkml:trace>
  <inkml:trace contextRef="#ctx0" brushRef="#br0" timeOffset="121038.04">11872 16258 2031 0,'0'0'333'15,"0"0"-154"-15,0 0 161 16,16 134-161-16,-3-76-74 16,0 9-32-16,-4-1-13 15,-2-2-18-15,-1 3-24 16,1-9 0-16,2-10-18 15,0-2 2-15,2-12-2 0,1-5-1 16,-6-12-38-16,-2-9-16 16,-4-8 19-16,0 0 16 15,0-25 7-15,-8-21-26 16,-6-12 12-16,1-14 4 16,9-8 22-16,4-6-4 15,0 2 5-15,22-4 21 16,14 7 0-16,12 9 10 15,8 10-17-15,4 12 13 16,0 12-5-16,-8 20 5 16,-8 16-27-16,-11 2-7 15,-8 28 5-15,-11 12-7 16,-12 4 9-16,-2 1 0 16,-16-6 9-16,-19 2 6 15,-9-1 14-15,-6-12-16 0,-1-2-7 16,4-13-6-16,4-13-19 15,12 0-20-15,12 0-32 16,19-17-28-16,0-1-113 16,19 0-598-16</inkml:trace>
  <inkml:trace contextRef="#ctx0" brushRef="#br0" timeOffset="121236.36">12829 16056 1395 0,'0'0'986'16,"0"0"-778"-16,0 0-27 15,-121 135-25-15,105-86-73 16,12-1-64-16,4-4-19 16,11-1-7-16,25 13-170 15,-5-10-463-15,1-3-429 0</inkml:trace>
  <inkml:trace contextRef="#ctx0" brushRef="#br0" timeOffset="121512.01">12942 16776 1365 0,'0'0'523'0,"0"0"-291"16,0 0 123-16,40-117-119 16,-24 59-119-16,0-8-16 0,1-7-39 15,3 1-22 1,3 2-19-16,1 8-3 0,-2 12-11 15,1 10 1-15,-5 14 32 16,-3 8 26-16,1 14-13 16,1 4-44-16,4 8-8 15,6 24-1-15,2 8-1 16,0 9 1-16,-2 0 0 16,-8 1-1-16,-3-8 1 15,-7-3-1-15,-5-13-15 16,-2-4-52-16,-2-18-99 15,0 0-306-15,0-4-349 0</inkml:trace>
  <inkml:trace contextRef="#ctx0" brushRef="#br0" timeOffset="121676.63">13089 16499 2357 0,'0'0'463'16,"0"0"-391"-16,0 0 51 15,0 0-89-15,156-54-34 16,-86 28-13-16,1-3-29 16,7-5-162-16,-19 7-487 15,-14 0-804-15</inkml:trace>
  <inkml:trace contextRef="#ctx0" brushRef="#br0" timeOffset="121910.78">13776 16013 2022 0,'0'0'392'15,"0"0"-275"-15,0 0-16 16,0 0 1-16,62 137-28 16,-47-75 10-16,-7 10 10 15,-8 0-22-15,0 1-30 16,-18-7-23-16,-5-4-8 15,-4-4-11-15,1-10-27 16,-17 3-87-16,10-16-161 16,2-8-432-16</inkml:trace>
  <inkml:trace contextRef="#ctx0" brushRef="#br0" timeOffset="122510.85">15591 15054 2140 0,'0'0'521'0,"0"0"-391"15,0 0 91-15,0 0-73 16,0 0-89-16,0 0-38 16,0 0-11-16,97 19-4 15,-43-9 0-15,1-6-6 16,-5 0-19-16,-3 0-128 0,-18 2-166 15,-14-2-573-15</inkml:trace>
  <inkml:trace contextRef="#ctx0" brushRef="#br0" timeOffset="122668.53">15487 15390 1949 0,'0'0'357'0,"0"0"-243"15,0 0-20-15,125 2 10 16,-53-2-104-16,15 3-6 16,-18-3-201-16,-17 5-1015 0</inkml:trace>
  <inkml:trace contextRef="#ctx0" brushRef="#br0" timeOffset="133074.72">11074 12941 1269 0,'0'0'0'0</inkml:trace>
  <inkml:trace contextRef="#ctx0" brushRef="#br0" timeOffset="139040.31">21399 11423 1805 0,'0'0'583'16,"0"0"-372"-16,0 0 7 15,0 0-73-15,100 175 6 16,-61-29-30-16,-6 11-12 16,-15-21-19-16,-10-37-28 15,-5-39-26-15,2-9-8 16,1 7-8-16,5 1-2 16,5 3-8-16,4-13 1 15,6-11-11-15,8-14 1 16,2-11-1-16,4-11-29 15,-2-2-40-15,-3 0-52 0,-6-15-56 16,-2-21-61-16,-9 6-361 16,-7 0-626-16</inkml:trace>
  <inkml:trace contextRef="#ctx0" brushRef="#br0" timeOffset="139356.2">21956 12305 1780 0,'0'0'519'0,"0"0"-335"15,0 0 61-15,0 0-157 16,162-75-53-16,-108 57-2 16,0 2-20-16,-11 0-7 15,-12 2-5-15,-16 2 7 16,-12 1-8-16,-3 4-5 16,-13-1 5-16,-16 2 1 15,-5 3 7-15,-4 3-1 0,0 0 17 16,3 21 8-16,3 12 5 15,8 10-14-15,6 7 35 16,11 0-10-16,7 0-12 16,2-4-15-16,21-8-8 15,6-8-5-15,8-7-2 16,6-8-6-16,8-7 0 16,5-5-53-16,24-3-110 15,-13-18-321-15,-11-6-1172 0</inkml:trace>
  <inkml:trace contextRef="#ctx0" brushRef="#br0" timeOffset="139754.31">22687 12129 2063 0,'0'0'321'15,"0"0"-61"-15,0 0 2 16,-12 129-127-16,34-85-51 15,11-6-32-15,9-12-23 16,-1-9-20-16,-1-15 0 16,-7-2-8-16,-6-13-1 15,-10-17-27-15,-3-7-17 16,-9-4-1-16,-3 1 11 16,-2 2 26-16,0 10 8 0,0 10 9 15,0 14 57 1,4 4-27-16,0 27-37 0,6 26 28 15,-3 17 33-15,-3 15-12 16,-2 4 8-16,-2-2 3 16,0-9-17-16,0-12-15 15,0-14-14-15,0-16-8 16,-2-11-8-16,2-13-8 16,0-7-43-16,0-1-36 15,0-4-55-15,0 0-21 16,0 0-103-16,6-9-346 15,4-8-648-15</inkml:trace>
  <inkml:trace contextRef="#ctx0" brushRef="#br0" timeOffset="140136.04">23231 12337 2023 0,'0'0'296'16,"0"0"-167"-16,0 0 46 15,123-53-121-15,-55 41-26 16,-2 2-16-16,-10 0 2 16,-14 2-13-16,-15-1 8 15,-18-2 1-15,-9 1 66 16,-5 0-19-16,-24 0-36 0,-6 2-9 15,-3 6-2-15,-3 2 22 16,4 3-8-16,3 24-3 16,3 11-8-16,9 8 30 15,7 4 5-15,10 0 9 16,5-2-12-16,9-7-21 16,22-7-9-16,9-8-4 15,11-11-4-15,10-6-7 16,5-9-20-16,28-10-112 15,-16-16-119-15,-11-3-626 0</inkml:trace>
  <inkml:trace contextRef="#ctx0" brushRef="#br0" timeOffset="140415.17">23912 12172 1679 0,'0'0'528'15,"0"0"-417"-15,0 0-5 16,0 0-51-16,0 0 27 16,138 112 50-16,-107-62-18 15,-11 1-39-15,-11-2-16 16,-9-4-9-16,0-8-23 16,-25-8 13-16,-4-8-16 15,-4-6-6-15,-3-9-9 0,3-6 1 16,2 0-2-1,6-4-8-15,8-15-41 0,7 0-72 16,10-8-107-16,2 8-348 16,17 0-395-16</inkml:trace>
  <inkml:trace contextRef="#ctx0" brushRef="#br0" timeOffset="141060.72">25091 12162 1536 0,'0'0'288'0,"0"0"-7"15,0 0 89-15,-138 11-239 16,98 16-18-16,9 8 2 15,8 3-14-15,12 5-15 16,11-1-1-16,0-2-22 16,26-8-18-16,11-5-17 15,7-12-11-15,5-7 1 16,0-8-11-16,0 0 2 16,-5-20-8-16,-7-8 9 15,-6-12-10-15,-7-12-8 16,-4-9-8-16,-4-9 4 0,-5-3 3 15,-7 1 7-15,-4 5 2 16,0 9 0-16,0 16 3 16,-4 12 6-16,-5 16 27 15,2 14 10-15,5 2-46 16,-3 34-6-16,3 16 6 16,2 15 1-16,0 5 1 15,0-3 16-15,14-4-11 16,10-14 1-16,9-10-8 15,10-17 6-15,3-14 0 16,4-10 0-16,-1-5-5 16,-5-27-1-16,-10-6-8 15,-12-1-1-15,-11 2 0 16,-11 6 9-16,0 12 0 0,-9 11 1 16,-13 8-1-16,-3 10-12 15,1 24 3-15,2 13 8 16,11 5-5-16,11 4 0 15,0-3 3-15,17-6 2 16,19-8 1-16,11-11-16 16,5-12-43-16,14-16-77 15,-12 0-337-15,-14 0-974 0</inkml:trace>
  <inkml:trace contextRef="#ctx0" brushRef="#br0" timeOffset="141735.87">26699 12155 2085 0,'0'0'389'16,"0"0"-55"-16,-6 129-135 15,2-73-89-15,2-4-36 16,2-5-35-16,0-11-26 16,4-14-4-16,4-11-8 15,-6-11 0-15,-2 0-1 16,0-21-3-16,-6-16-6 16,-2-7 8-16,6-4 0 15,2 0 1-15,14 5 0 16,21 11 0-16,11 11 1 15,8 16 6-15,2 5-7 16,-2 17-6-16,-8 15 5 16,-13 6 1-16,-12 0 0 0,-15-4 0 15,-4-5 0-15,-2-10 0 16,0-6-6-16,0-10 5 16,-4-3-10-16,2-11 11 15,2-22-7-15,2-11 5 16,27-7 2-16,11 2 1 15,7 5 26-15,2 16 2 16,0 16 7-16,-7 12-8 16,-1 16-9-16,-8 26 13 15,-8 7-13-15,-8 9-7 16,-7-5-10-16,-2-2-2 16,-1-9-6-16,4-10-72 15,18-9-118-15,-5-11-160 0,3-9-1072 0</inkml:trace>
  <inkml:trace contextRef="#ctx0" brushRef="#br0" timeOffset="142081.71">27893 12146 1397 0,'0'0'789'0,"0"0"-493"16,0 0 29-16,0 0-179 15,-122-27-104-15,101 46-25 0,4 15 13 16,3 8 22 0,10 6 3-16,4 0-13 0,2-2-21 15,25-5-6-15,6-12-13 16,9-7 5-16,1-12-6 16,1-8-1-16,-1-2-22 15,-8-10-3-15,-8-10 4 16,-7-4 16-16,-11 1 4 15,-4 0 2-15,-5 0 0 16,2-2 5-16,2 3-4 16,7-2-2-16,11 0-15 15,7 3-75-15,7 0-100 16,16 3-169-16,-10 4-224 16,-6 6-340-16</inkml:trace>
  <inkml:trace contextRef="#ctx0" brushRef="#br0" timeOffset="142510.51">28352 12105 1250 0,'0'0'498'0,"0"0"-134"16,0 0 107-16,0 0-334 15,0 0-33-15,-118 63-14 16,101-19-24-16,7 2-14 16,10 1-7-16,0-8-20 15,6-9-16-15,17-9 2 16,6-14-4-16,4-7 2 15,1 0-9-15,1-16-26 16,-3-14-34-16,-8-6 1 0,-3-5 14 16,-9 0 19-1,-2 3 20-15,-6 8 6 0,1 14 36 16,-1 12 27-16,2 4-37 16,4 23-25-16,1 25 9 15,0 13 5-15,-8 11 5 16,-3 6 20-16,0 1-5 15,-14-9 5-15,-9-9 17 16,2-8 9-16,-2-13-26 16,3-12-20-16,-3-10-14 15,0-8 4-15,-6-10 5 16,-3 0-3-16,-1-4-3 16,4-11-8-16,2-8-1 15,9 0-23-15,9-3-49 16,9-3-66-16,15-13-44 0,19 4-405 15,6 4-670-15</inkml:trace>
  <inkml:trace contextRef="#ctx0" brushRef="#br0" timeOffset="143042.37">29019 12146 1881 0,'0'0'308'0,"0"0"36"16,0 0-152-16,0 0-133 0,0 0-18 15,-85 110 26-15,80-61-6 16,5-3-2-16,7-7-28 16,24-8-13-16,10-13-6 15,3-13 3-15,3-5-15 16,-5-8-20-16,-8-22-53 15,-10-8-23-15,-11-5 29 16,-7-6 15-16,-6 8 46 16,0 6 6-16,0 12 105 15,0 16 17-15,0 7-55 16,0 16-67-16,6 24 1 16,3 13 20-16,1 5-10 15,-2-3 5-15,-2-4-1 0,-3-15 3 16,-1-11 2-16,0-13-8 15,-2-12-5-15,2 0 16 16,0-24-11-16,2-13-12 16,8-14-17-16,10-11 8 15,9-4 8-15,12 2 0 16,3 3-10-16,6 18 10 16,-3 18-1-16,-9 22 2 15,-4 5-15-15,-10 33 14 16,-7 14-7-16,-11 9 8 15,-8 2 0-15,0-2-1 16,0-3-17-16,-18 8-112 16,-1-15-360-16,-2-9-1120 0</inkml:trace>
  <inkml:trace contextRef="#ctx0" brushRef="#br0" timeOffset="144040.24">21628 13090 922 0,'0'0'408'0,"0"0"-227"15,0 0 27-15,0 0 2 16,0 0-96-16,0 0-47 15,0 0 22-15,88 16-30 16,-33-9-22-16,37-2-15 0,49 1-4 16,50-2-3-16,27-2-4 15,10 1 28-15,-12 0 22 16,-17 6 3-16,1 2-26 16,3 4-17-16,13-4-12 15,9 1-3-15,18-1 0 16,16 1-5-16,9 0 0 15,15 1-1-15,13 1 1 16,14 5 0-16,11-1 0 16,6 3 5-16,13 2-6 15,9-2 1-15,8 5-1 16,2-3 0-16,-18 0 1 16,-35-6 2-16,-48-5-3 0,-55-6 1 15,-65-6 7-15,-50 0-7 16,-36 0 6-16,-16 0-1 15,0-3 0-15,2-6 0 16,-3 1 46-16,-6 2 30 16,-6 0-4-16,-8 3-26 15,-5-2-7-15,-6 3 12 16,-4 0-6-16,0 2-29 16,2 0-12-16,-2 0-9 15,2 0-1-15,1 0 0 16,-1 0-26-16,0 0-11 15,-2 0-22-15,0 0-26 0,0 0-88 16,-4 0-184-16,-15 0-116 16,-2 0-516-16</inkml:trace>
  <inkml:trace contextRef="#ctx0" brushRef="#br0" timeOffset="159462.78">20891 13950 2138 0,'0'0'459'0,"0"0"-307"15,0 0-9-15,0 0 10 16,0 165-4-16,4-75-20 15,8 9-41-15,1-15 11 16,5 4-64-16,2-9-13 16,2-8-21-16,-1-13-1 15,-6-12-12-15,-4-10-45 16,-6-14-45-16,-5-12-41 16,0-10-13-16,-25 0-27 15,-6-26-166-15,-7-14-173 16,1-10 320-16,2-4 156 0,4-4 46 15,14-8 142 1,12-1 114-16,5-3-31 0,36 0-66 16,20 6-3-16,15 11-32 15,9 15-21-15,0 16-22 16,-6 21-12-16,-11 1-39 16,-17 14-11-16,-15 16-5 15,-17 7-8-15,-14 4 12 16,-2 2-6-16,-25-6 21 15,-11-3-33-15,-9-3 12 16,0-4-12-16,0-10 6 16,8-6-6-16,12-4-11 15,11-7-20-15,14 0-37 16,2 0-28-16,45-25-95 16,3 2-450-16,6 2-672 0</inkml:trace>
  <inkml:trace contextRef="#ctx0" brushRef="#br0" timeOffset="159837.76">21827 14154 1810 0,'0'0'499'0,"0"0"-267"16,0 0 22-16,0 0-157 0,-122 9-73 15,101 28-6 1,4 4 2-16,5 7-2 0,12 0 22 16,0-6-10-16,32-6 13 15,17-12-26-15,13-9 22 16,9-14-21-16,1-1 0 16,-7-5-18-16,-16-15-5 15,-13-2 5-15,-17-4 0 16,-11-1 4-16,-8-3 2 15,0-2-3-15,-3 2-1 16,-8 0-2-16,0 2 0 16,1 6 2-16,10 2-2 15,0 6-6-15,10 6-51 16,21-2-145-16,29 4-131 0,-6 1-352 16,-6 4-387-16</inkml:trace>
  <inkml:trace contextRef="#ctx0" brushRef="#br0" timeOffset="160183.81">22378 14093 1513 0,'0'0'547'16,"0"0"-242"-16,0 0-10 15,0 0-145-15,0 0-72 16,0 0-12-16,-107 116-9 16,107-67-8-16,22-6-18 15,21-5 1-15,5-10-31 16,8-7 3-16,0-14-4 15,-4-7-33-15,-4 0-8 0,-9-18 27 16,-10-8-43-16,-14-9 28 16,-9-2 22-16,-6 1 7 15,0 2 9-15,0 5 21 16,0 10 70-16,0 7 38 16,0 10-19-16,0 2-63 15,8 4-44-15,5 22 9 16,3 2-2-16,-1 6 1 15,-2 2-19-15,1-4-1 16,-6-2 0-16,4-8-43 16,-1-2-80-16,41 2-109 15,-4-5-274-15,12-8-153 0</inkml:trace>
  <inkml:trace contextRef="#ctx0" brushRef="#br0" timeOffset="160446.59">23780 14043 1390 0,'0'0'381'15,"0"0"10"-15,0 0-16 16,0 0-184-16,-129 64-57 15,108-26-19-15,11 4-21 16,10-4-56-16,0-2-20 0,24-8-10 16,18-8-8-16,10-8-50 15,39-12-92-15,-12 0-179 16,-11-14-765-16</inkml:trace>
  <inkml:trace contextRef="#ctx0" brushRef="#br0" timeOffset="160949.91">24266 14045 1662 0,'0'0'570'15,"0"0"-278"-15,0 0-11 16,-144 51-146-16,121-10-47 16,17 7-16-16,6 0 16 0,23-2-52 15,27-9 6 1,12-14-24-16,7-11-18 0,-1-12-31 15,-8 0-62-15,-12-22-34 16,-12-10-23-16,-12-14-8 16,-12 0 16-16,-8 2 90 15,-4 3 51-15,0 12 1 16,0 11 114-16,0 14 52 16,0 4-90-16,0 15-52 15,9 20 10-15,2 9 11 16,1 5 12-16,-4-3-21 15,-1-11 13-15,-3-7-23 16,-2-10-11-16,1-7-15 0,-3-11 0 16,0 0 1-16,0-18-1 15,0-17-21-15,5-9-31 16,8-4 37-16,5-3 0 16,3 4 15-16,8 9 9 15,0 12 8-15,3 9 2 16,-1 17 1-16,-2 3 1 15,-4 25-12-15,-5 11 21 16,-7 6-20-16,-3-1 26 16,-8 0-30-16,0-6-6 15,-2-4-4-15,0-3-65 16,-4-12-184-16,-4-8-732 0</inkml:trace>
  <inkml:trace contextRef="#ctx0" brushRef="#br0" timeOffset="161153.5">25191 14195 1795 0,'0'0'509'0,"0"0"-187"16,-8 147-41-16,6-76-112 16,-6-1-72-16,-5-1-50 15,-3-11-34-15,-5-6-7 16,-4-11-4-16,-2-14-4 15,-2-13-64-15,-9-16-77 16,7-20-228-16,6-12-850 0</inkml:trace>
  <inkml:trace contextRef="#ctx0" brushRef="#br0" timeOffset="161286.25">24909 14200 1450 0,'0'0'900'16,"0"0"-576"-16,0 0-48 15,0 0-155-15,117-97-121 16,-61 83-19-16,-9 5-329 16,-14 0-1312-16</inkml:trace>
  <inkml:trace contextRef="#ctx0" brushRef="#br0" timeOffset="161737.97">25329 14258 1647 0,'0'0'563'0,"0"0"-185"15,0 0-117-15,31 133-161 16,6-102-42-16,7-14 6 16,12-8-29-16,0-9-19 15,-6-4-16-15,-9-22-24 16,-12-13-52-16,-12-3 19 16,-9-8-7-16,-6 6 37 15,-2 6 27-15,0 12 55 16,0 12 34-16,0 14-13 15,0 0-51-15,0 24-25 16,11 13 18-16,2 7-3 16,0-3 3-16,-2-5-5 15,-1-9 11-15,-6-10-1 16,-2-8-22-16,-2-9 2 0,0 0 6 16,0-23-18-16,0-12-26 15,0-10-31-15,0-5 3 16,18 3 56-16,4 8 7 15,5 11 61-15,2 14 10 16,0 14-29-16,0 1 3 16,-2 28-29-16,-5 7 29 15,-2 0-2-15,-2 1-7 16,-7-6-19-16,-5-4-16 16,-3-6-1-16,-3-7-38 15,0 0-92-15,-11-5-171 16,-2-6-888-16</inkml:trace>
  <inkml:trace contextRef="#ctx0" brushRef="#br0" timeOffset="161963.31">26319 13864 2295 0,'0'0'388'16,"0"0"-227"-16,0 0-4 15,11 108-15-15,1-33 11 16,-6 7-29-16,1-2-29 16,-3-5-55-16,-2-12-22 15,-2-10-18-15,0-16-42 16,0-10-69-16,0-23-107 0,-9-4-147 16,1-2-515-16</inkml:trace>
  <inkml:trace contextRef="#ctx0" brushRef="#br0" timeOffset="162129.87">26176 14301 1950 0,'0'0'656'0,"0"0"-355"16,0 0-65-16,0 0-201 16,0 0-35-16,164-52-51 15,-112 44-72-15,0-2-104 16,19 4-397-16,-15 0-419 15,-9 4 880-15</inkml:trace>
  <inkml:trace contextRef="#ctx0" brushRef="#br0" timeOffset="162338.06">26664 14223 732 0,'0'0'631'16,"0"0"-225"-16,0 0 108 15,0 0-302-15,-8 134-44 16,8-105-66-16,24-7-28 16,20-12-36-16,22-8-10 15,9-2-21-15,6-7 1 16,-14-16-2-16,-21-5-6 15,-19-6 0-15,-25-3 6 16,-2 4-6-16,-24-2 2 16,-15 5 49-16,-2 5 25 15,-5 8-33-15,9 7-38 16,6 2-5-16,18 6-72 0,5 2-231 16,8-2-545-16</inkml:trace>
  <inkml:trace contextRef="#ctx0" brushRef="#br0" timeOffset="162594.23">27220 14047 1698 0,'0'0'478'16,"0"0"-331"-16,0 0 95 15,0 0-122-15,60 118-85 16,-20-76-15-16,-4 4-14 15,-12 0-2-15,-15 0-4 0,-9-1 1 16,-7-5 41 0,-22-4 45-16,-6-8-26 0,-5-6-36 15,-3-12-7-15,1-2-18 16,5-8 0-16,-6-5-11 16,11-8-135-16,12-8-501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09:16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2506 928 1652 0,'0'0'332'16,"0"0"-150"-16,0 0 105 15,0 0-113-15,0 0-94 0,0 0-51 16,0 65-2-16,0-12 38 16,0 20 22-16,-4 27-17 15,0 30-11-15,-5 25-12 16,1-15 0-16,4-28-22 15,0-37-13-15,4-27-10 16,0 3-1-16,6 0 7 16,9 2-8-16,5-14 11 15,0-6 16-15,4-8-3 16,3-3-11-16,2-4-4 16,4 0 2-16,1-4-4 15,-1 0-6-15,4-4 5 16,-6-2-6-16,-2-5-18 0,-5-3-50 15,-2 0-59-15,14-8-62 16,-5-10-149-16,-4-3-595 0</inkml:trace>
  <inkml:trace contextRef="#ctx0" brushRef="#br0" timeOffset="420.05">3021 1910 1302 0,'0'0'872'0,"0"0"-791"16,0 0 5 0,0 0-4-16,0 0 11 0,122-47-53 15,-67 22-20-15,-6 1-8 16,-9 4-6-16,-11 4-5 15,-11 2 6-15,-9 1 2 16,-7-2 4-16,-2 1 2 16,-4-2-14-16,-19-2 0 15,-3 4 7-15,-4 4-1 16,2 8-1-16,-1 2 2 16,5 4-2-16,-1 24-6 15,5 18 1-15,2 16 0 16,7 15 15-16,6 5 18 15,5-4-4-15,0-6 1 0,21-12-10 16,8-14-9-16,4-9-5 16,5-18-6-16,5-10-2 15,5-9-39-15,33-25-119 16,-13-10-428-16,-3-3-567 0</inkml:trace>
  <inkml:trace contextRef="#ctx0" brushRef="#br0" timeOffset="818.42">3622 1813 1758 0,'0'0'247'0,"0"0"-109"16,-3 124 120-16,15-73-100 15,14-2-62-15,11-11-52 16,0-12-21-16,5-12-8 15,-1-11-12-15,-8-3-3 16,-4-11-21-16,-9-16-10 16,-9-10 14-16,-6-9-5 15,-5-7 5-15,0-2 17 16,0 4 11-16,-5 14 37 16,1 14 25-16,4 20 10 15,0 5-63-15,2 37-20 16,18 38 52-16,0 35 11 15,-2 1 12-15,-5-11-9 0,-4-15-6 16,-3-22-32-16,0-2-14 16,-2 4-8-16,0-14-6 15,-2-16-1-15,1-10-41 16,-3-12-57-16,2-13-48 16,12-4-50-16,-3-19-315 15,-1-7-669-15</inkml:trace>
  <inkml:trace contextRef="#ctx0" brushRef="#br0" timeOffset="1164.54">4179 2095 1759 0,'0'0'346'0,"0"0"-268"16,0 0-41-16,174-102 6 15,-102 72 9-15,-6 6-33 16,-12 3-9-16,-16 8-8 16,-20 3-1-16,-16-2 27 15,-2 0 40-15,-20 0-26 16,-9 0-13-16,-7 3 22 16,1 9 16-16,-4 0-25 15,4 33-23-15,1 17-12 16,5 20 2-16,7 10 5 15,11 6 32-15,11-5 14 16,0-14-33-16,29-16-17 0,13-19-4 16,12-16-6-16,6-16-18 15,31-34-70-15,-15-12-400 16,-9-5-1008-16</inkml:trace>
  <inkml:trace contextRef="#ctx0" brushRef="#br0" timeOffset="1404.11">4844 1802 1500 0,'0'0'378'16,"0"0"-273"-16,4 145 176 16,16-71-48-16,4 0-96 0,-1-3-83 15,-10-13-34-15,-9-11-9 16,-4-11-10-16,-11-5 14 15,-22-13-2-15,-7-11-4 16,-3-7-9-16,3 0-10 16,9-15-83-16,31-23-50 15,9 1-222-15,24 3-207 0</inkml:trace>
  <inkml:trace contextRef="#ctx0" brushRef="#br0" timeOffset="2088.16">7039 1692 1820 0,'0'0'349'0,"0"0"-54"16,-116 27-124-16,67 17-71 16,0 28-39-16,10 32-27 15,14-2-14-15,15-10-7 0,10-15-5 16,25-31-8-16,20-6-6 15,13-12-2-15,7-24-5 16,-1-8-26-16,-6-38-61 16,-7-18-52-16,-13-29 54 15,-18-37 61-15,-20-36 37 16,-2 7 39-16,-23 29 40 16,6 43 55-16,2 37 58 15,2-1-24-15,-1 3-76 16,1 1-36-16,6 17 1 15,6 15 16-15,3 11-53 16,0 23-20-16,12 29 0 16,13 16 11-16,1 17 5 0,5 4-2 15,3-2-8-15,6-9-6 16,2-18-5-16,1-19 4 16,-1-21-11-16,-2-20-22 15,-9-8-8-15,-9-30 7 16,-8-13 13-16,-11-2 4 15,-3 4 7-15,0 8 4 16,-17 18 7-16,0 13 7 16,-5 10-7-16,-5 24-12 15,-7 46 3-15,3 38 8 16,11 3-1-16,13-7 1 16,7-18-9-16,23-28-1 15,17-3-22-15,36-11-86 0,-7-20-79 16,-5-20-549-16</inkml:trace>
  <inkml:trace contextRef="#ctx0" brushRef="#br0" timeOffset="2777.74">9041 1624 2338 0,'0'0'345'16,"0"0"-215"-16,0 0-58 16,0 0 10-16,4 109 60 15,15-55-42-15,-2-3-43 16,-1-6-28-16,-1-14-16 15,-3-10-4-15,-6-17-9 16,-4-4-5-16,-2-14-3 16,0-28-19-16,-11-15-22 15,-13-9 5-15,-5-2 34 16,-4 3 10-16,4 14 9 16,2 10 0-16,9 15 1 15,7 9 25-15,6 9 2 16,5 5-37-16,3 3-19 0,28 0 8 15,19 0 11-15,14 0 2 16,9 0 4-16,-2-7-6 16,-9-2-12-16,-10 2-34 15,-15 0-8-15,-12 4 12 16,-14 1 24-16,-6 2 18 16,-5 0 6-16,0 0 33 15,-9 0 14-15,-11 14-11 16,-2 6-20-16,-1 4-11 15,8 0-10-15,3-4 0 16,12-6-1-16,0-7-12 16,14-7 12-16,19 0 6 15,16-19-6-15,9-11-11 16,0-1-7-16,-6 7 8 16,-10 12-4-16,-11 12-1 0,-9 10 5 15,-8 26 8-15,-9 17 2 16,-5 8 9-16,0 4 3 15,0 0-1-15,0-10-11 16,0-8 0-16,15-13-7 16,22-15-55-16,58-19-129 15,-7 0-182-15,-1-5-957 0</inkml:trace>
  <inkml:trace contextRef="#ctx0" brushRef="#br0" timeOffset="3018.62">10187 1673 1380 0,'0'0'1221'16,"0"0"-1057"-16,-159 78-17 15,113-23-40-15,17 6-39 16,24-3-44-16,8-10-15 16,36-16-9-16,17-16-13 15,9-16-17-15,-5-14-27 16,-8-24-34-16,-15-10 10 15,-14-6-8-15,-10 0-11 16,-7 4 12-16,0 4 34 16,2 2-50-16,-1 13-442 15,1 7-652-15</inkml:trace>
  <inkml:trace contextRef="#ctx0" brushRef="#br0" timeOffset="3431.52">10653 1485 2126 0,'0'0'317'15,"0"0"-196"-15,0 0-1 16,0 0-53-16,0 0-43 15,-92 142-8-15,92-84 11 0,0 5 10 16,7-5-5-16,11-8-9 16,-1-10 0-16,-1-13-10 15,-5-11 7-15,-7-8-1 16,-1-8 16-16,-3 0 50 16,0-6 35-16,0-21-39 15,0-10-25-15,0-12 0 16,0-4-20-16,0-3-15 15,5 1-9-15,1 9-12 16,1 8-8-16,4 10-8 16,5 8-44-16,-1 6-39 15,7 5-28-15,1 6-32 16,6-1-41-16,17 4-175 16,-5 0-319-16,-1 0-957 0</inkml:trace>
  <inkml:trace contextRef="#ctx0" brushRef="#br0" timeOffset="3821.76">11066 1523 1075 0,'0'0'825'0,"0"0"-490"16,0 0-52-16,0 0-105 15,-124 93-97-15,98-36-41 16,8 8 14-16,14 3-5 16,4-5-28-16,4-9-19 15,25-18-2-15,6-16-12 16,5-16-31-16,3-4-28 15,-3-28-18-15,-9-14-8 16,-8-12 25-16,-13-9 41 0,-5 1 27 16,-5 2 4-16,0 13 49 15,0 16 25-15,0 19 11 16,0 12-41-16,0 17-44 16,0 41-1-16,0 39 1 15,0 31 1-15,-5-3 9 16,-3-23 6-16,-3-32 19 15,-5-24 21-15,1 0 16 16,-8 0 0-16,-6-2-12 16,0-18-29-16,-2-13-14 15,0-13-1-15,2-10-1 16,8-28-15-16,9-11-42 16,12-10-106-16,15-30-24 0,16 15-157 15,5 8-378-15</inkml:trace>
  <inkml:trace contextRef="#ctx0" brushRef="#br0" timeOffset="4285.93">11433 1616 2112 0,'0'0'336'16,"0"0"-245"-16,-72 103 86 15,59-40-47-15,13 4-71 16,13-7-36-16,30-14-10 15,17-20-4-15,5-22-9 16,2-4-17-16,-9-30-4 16,-14-15-1-16,-15-9 7 15,-15-8 6-15,-12-3 9 0,-2 0 1 16,0 11 15-16,0 18 50 16,-7 14 10-16,5 20 5 15,2 2-78-15,0 31-3 16,0 24-1-16,0 15 1 15,0 13 2-15,0-5-2 16,0-10 1-16,0-18 0 16,0-18-1-16,5-20-6 15,1-12-5-15,9-27-17 16,8-33-12-16,10-13 19 16,8-9 21-16,1 0 0 15,2 11 21-15,-1 23-20 0,-3 22 7 16,-7 26-7-16,-2 6 15 15,-10 41 22-15,-9 13 5 16,-9 11-11-16,-3 1-16 16,0-7-16-16,0-9-18 15,-15-8-81-15,4-14-83 16,-5-12-594-16</inkml:trace>
  <inkml:trace contextRef="#ctx0" brushRef="#br0" timeOffset="16546.95">3838 3685 783 0,'0'0'155'0,"0"0"-115"16,0 0-12-16,0 0 9 15,0 0 7-15,0 0 28 16,-32 32 47-16,32-14 31 16,0 13 3-16,0 10-52 15,0 20 11-15,8 13-13 16,1 9-27-16,-3 5-6 16,-2-4-15-16,4-6 10 15,-4-11 5-15,0-9-13 16,1-7-20-16,-1-10-18 0,-2-12-8 15,3-4-5-15,-3-7-1 16,-2-7 1-16,0-2-1 16,0-7-1-16,0-2-55 15,0 0-52-15,-11-8-104 16,-7-13-304-16,-4-2-233 0</inkml:trace>
  <inkml:trace contextRef="#ctx0" brushRef="#br0" timeOffset="16756.21">3468 4379 186 0,'0'0'1437'16,"0"0"-1262"-16,0 0-52 0,0 0-68 15,0 0 54-15,134-46 5 16,-67 32-49-16,-1 2-49 15,-1 1-16-15,-7 2-54 16,2 1-142-16,-12 4-340 16,-13-1-515-16</inkml:trace>
  <inkml:trace contextRef="#ctx0" brushRef="#br0" timeOffset="17860.28">3887 3918 532 0,'0'0'240'15,"0"0"-123"-15,0 0 79 16,0 0-25-16,0 0 17 15,0 0-3-15,0 0-41 16,-4-29-50-16,-3 29-12 16,-7 0-26-16,-7 20-30 15,-22 33-19-15,-22 37-6 16,-26 35 12-16,2-3-1 16,10-21-3-16,27-30 6 0,18-26-9 15,5-1-5 1,4-3-1-16,7-6 0 0,16-17-110 15,2-10-200-15,0-8-427 0</inkml:trace>
  <inkml:trace contextRef="#ctx0" brushRef="#br0" timeOffset="18557.68">4331 4117 608 0,'0'0'840'0,"0"0"-681"15,0 0 49-15,0 0-88 16,0 0-119-16,0 0 12 15,15 109 30-15,-8-24-1 16,0 11 17-16,2-1 10 16,1-19-1-16,11 0-11 0,6-18-17 15,8-18 5-15,9-20 7 16,6-20-21-16,8-4-9 16,0-34 20-16,-4-16-18 15,-10-6-14-15,-17-6 2 16,-17-1-6-16,-10 1 36 15,0 6-16-15,-23 2 0 16,-8 8-8-16,-4 6-8 16,4 7-9-16,5 11 5 15,8 8-6-15,7 8 0 16,9 6-58-16,2 0-153 16,15 4-377-16,10-3-980 0</inkml:trace>
  <inkml:trace contextRef="#ctx0" brushRef="#br0" timeOffset="19106.59">5106 4253 1490 0,'0'0'189'16,"0"0"-49"-16,-4 152 136 16,-3-91-107-16,1-7-38 15,6-7-10-15,0-4-36 16,0-7-37-16,0-4-21 15,2-7-10-15,7-8-9 16,-5-8-7-16,-2-9 5 16,-2-9 27-16,0-27-11 15,0-16-20-15,-6-10-2 16,-1-4 0-16,5 1 1 0,2 9-1 16,4 6-8-16,23 8-12 15,7 10 11-15,1 11 2 16,1 21-1-16,-3 0 1 15,-4 39-1-15,-11 17 8 16,-11 11 6-16,-7 0 0 16,-2-6-5-16,-17-14 13 15,4-14-8-15,7-17-5 16,2-15 0-16,6-1 19 16,0-24-20-16,8-15 0 15,11-12-24-15,8-4-8 16,6 2 6-16,8 11-24 15,1 16-39-15,5 16 31 0,0 10 37 16,-2 17 1 0,-5 22 20-16,-7 12 11 0,-13 2-4 15,-11 1 4-15,-9-1 2 16,-4-7 36-16,-25-4 23 16,-11-8-22-16,-12-6-23 15,-6-9-16-15,-4-10-5 16,-3-7-6-16,-26-2-82 15,15-14-141-15,7-8-356 0</inkml:trace>
  <inkml:trace contextRef="#ctx0" brushRef="#br0" timeOffset="20089.45">3029 3725 61 0,'0'0'1342'15,"0"0"-1200"-15,0 0-91 16,-83 109 35-16,52-1 75 16,2 33 3-16,9 11-25 15,15-8-27-15,5-34-60 16,5-32-36-16,15-17-10 16,9-5-6-16,13 9-51 15,37 17-66-15,68 19-67 16,-16-20-107-16,8-15-582 0</inkml:trace>
  <inkml:trace contextRef="#ctx0" brushRef="#br0" timeOffset="20502.31">5818 3895 1487 0,'0'0'173'0,"0"0"-103"16,98 162 77-16,-50-39 30 15,-7 0-19-15,-18-23-4 16,-15-32-52-16,-8-23-11 16,0 3-33-16,0 1-28 15,-12 4-5-15,-11-11-7 16,-8-8-6-16,-6-10-12 15,2-8-40-15,6-14-131 16,13-16-126-16,10-16-273 16,6-12-516-16</inkml:trace>
  <inkml:trace contextRef="#ctx0" brushRef="#br0" timeOffset="20779.36">6359 3587 1166 0,'0'0'488'0,"0"0"-436"16,0 0 49-16,0 0-47 15,-134 63-14-15,112-1 20 16,7 6 0-16,6 0-3 0,9-7-16 15,0-6-17-15,11-13-8 16,18-11-16-16,11-11 0 16,9-11-14-16,26-7-100 15,-12-2-209-15,-7 0-487 0</inkml:trace>
  <inkml:trace contextRef="#ctx0" brushRef="#br0" timeOffset="21037.45">6772 4122 1714 0,'0'0'286'16,"0"0"-222"-16,0 0 8 15,0 0-26-15,0 0-30 16,0 0 7-16,0 0 3 16,124 0-26-16,-81 0-163 15,-3 0-86-15,-11 2-266 16,-16 5-346-16</inkml:trace>
  <inkml:trace contextRef="#ctx0" brushRef="#br0" timeOffset="21186.87">6747 4511 1378 0,'0'0'193'0,"0"0"-88"15,0 0 57-15,0 0-127 16,0 0-35-16,176 5-49 16,-116-17-243-16,-10 0-591 0</inkml:trace>
  <inkml:trace contextRef="#ctx0" brushRef="#br0" timeOffset="26665.51">8491 3725 965 0,'0'0'278'16,"0"0"-188"-16,-79 145 66 15,39-65 9-15,-3 12-50 16,1 0 11-16,9-19 10 0,0 4-7 16,6-19-37-16,7-11-43 15,7-13-11-15,4-11-4 16,6-11-17-16,1-9-10 15,2-3 14-15,0 0 14 16,0-5 59-16,0-14-52 16,0-6-32-16,11-8-10 15,5-7-6-15,4-6 6 16,5-6 1-16,2-4-1 16,-2-2-9-16,2-3-6 15,0 5 13-15,-2 2-4 16,0 4-4-16,-3 4 9 15,0 6-4-15,-4 8 5 0,0 6 1 16,-5 11-1 0,0 14-15-16,-1 1 3 0,1 25 12 15,3 24 0-15,1 15 1 16,6 12 8-16,-1 6-2 16,5 3 5-16,0-3 27 15,-3-7-1-15,-2-2-5 16,-4-9-10-16,-2-10-10 15,-3-13-6-15,0-11-1 16,-4-10-6-16,1-11 0 16,-6-6-1-16,-4-3-7 15,0 0-60-15,-16-23-118 16,-13 0-201-16,-4 0-439 0</inkml:trace>
  <inkml:trace contextRef="#ctx0" brushRef="#br0" timeOffset="26833.19">8198 4432 1352 0,'0'0'260'16,"0"0"-110"-16,0 0 105 15,0 0-129-15,0 0-76 16,177-93-31-16,-97 65-7 16,4-4-11-16,1 2-1 15,25-19-47-15,-23 9-342 16,-14 1-1089-16</inkml:trace>
  <inkml:trace contextRef="#ctx0" brushRef="#br0" timeOffset="27082.24">9119 3667 1395 0,'0'0'179'16,"0"0"-50"-16,0 0 41 15,0 0-54-15,-132 22-46 16,114 13-29-16,7 8 14 16,5 7 24-16,6 5-27 15,0-6-33-15,11-6-10 16,18-8-3-16,8-11-6 16,8-10-15-16,7-9-7 0,19-5-125 15,-11 0-371 1,-10-4-968-16</inkml:trace>
  <inkml:trace contextRef="#ctx0" brushRef="#br0" timeOffset="27469.39">9550 4572 1013 0,'0'0'215'0,"0"0"-90"0,0 0 115 16,-52-111-90-1,36 70-23-15,1-4-13 0,6 0-30 16,4-4 7-16,5 3-39 16,5-2-21-16,19 2-31 15,9 0 19-15,8 1 1 16,3 8-19-16,6 4-1 15,1 9 7-15,0 16-7 16,-6 8-7-16,-3 12-8 16,-7 28-10-16,-6 12 25 15,-8 6 6-15,-6 3-4 16,-6-6 6-16,-2-2-7 16,-5-4 0-16,-2-6-1 15,2-2 0-15,-2-7-81 0,5 1-131 16,-3-9-163-16,2-8-506 15</inkml:trace>
  <inkml:trace contextRef="#ctx0" brushRef="#br0" timeOffset="28168.22">8214 4299 573 0,'0'0'361'0,"0"0"-159"15,0 0-27-15,0 0-41 16,0 0-48-16,0 0 5 0,-80 133 24 16,55-91 2-16,-4-2 24 15,0 1 0-15,2-9-32 16,0 1-50-16,6-7-29 15,5-1-17-15,5-5-7 16,4-5 0-16,2-1-6 16,5-4-1-16,0 0-1 15,0-7-38-15,27-3-115 16,2 0-114-16,4 0-320 0</inkml:trace>
  <inkml:trace contextRef="#ctx0" brushRef="#br0" timeOffset="28947.35">10566 4203 1028 0,'0'0'693'0,"0"0"-377"16,0 0-132-16,0 0-122 16,0 0 80-16,10 104 10 15,-10-44-45-15,0 0-34 16,0-4-31-16,0-10-17 16,0-11-16-16,4-9-1 15,-4-12-7-15,0-10 0 16,0-4 17-16,0-10 11 15,-8-22-18-15,-9-14-11 16,1-13 1-16,3-9-1 0,11-6 0 16,2 2-1-16,19 5-23 15,22 9 17-15,1 19 5 16,3 15 2-16,-7 17-2 16,-12 7-5-16,-8 24-7 15,-14 14 9-15,-4 5 5 16,-11 0 1-16,-18-5 1 15,2-6 5-15,5-11-6 16,11-11-1-16,9-8 1 16,2-2-1-16,18-2-30 15,18-12 3-15,6 2 15 16,3 7-1-16,1 5 12 0,-3 1-7 16,-8 27 1-16,-3 10 7 15,-11 6 0-15,-9 5 0 16,-12 1 0-16,0-6 36 15,-29-4 10-15,-9-6 4 16,-9-8-7-16,-5-12-16 16,0-10-8-16,2-4-8 15,10-10-5-15,9-18-6 16,13-4-14-16,12-2-20 16,6-2-59-16,17-18-87 15,19 9-301-15,2 3-333 0</inkml:trace>
  <inkml:trace contextRef="#ctx0" brushRef="#br0" timeOffset="29248.63">11379 3560 310 0,'0'0'1418'0,"0"0"-1193"16,0 0 34-16,-122 15-135 15,86 14-71-15,3 10-31 16,2 9-10-16,8 7-6 16,12-1 2-16,11-6 5 15,0-8-12-15,31-12 9 0,12-12-8 16,13-16 7-16,4 0 22 15,6-14-31-15,17-26-37 16,-16 5-194-16,-17 6-366 0</inkml:trace>
  <inkml:trace contextRef="#ctx0" brushRef="#br0" timeOffset="35983.68">3648 6118 1891 0,'0'0'230'0,"0"0"-196"16,0 0 47-16,-66 152 8 15,35-84 21-15,2 1-24 16,4-2-31-16,2-9 7 16,8-9-29-16,4-13-15 15,2-10-6-15,7-10-6 16,-1-10-5-16,3-6 14 15,0 0 39-15,0-12 37 0,0-20-50 16,0-11-29 0,9-12-11-16,5-7 1 0,3 0-2 15,8-3-2-15,2 3-5 16,2 4-2-16,-2 8 1 16,0 11 8-16,-7 13-1 15,-5 14 0-15,1 12-7 16,4 0-10-16,4 26 11 15,3 15 7-15,2 13 0 16,-2 10 1-16,-5 5 7 16,-6 1-2-16,-5-2-5 15,-4-6-1-15,-3-11 0 0,-2-7 0 16,1-10 0 0,-1-15 0-16,-2-6-6 0,0-13-33 15,0 0-11-15,0-17-96 16,0-9-192-16,-23 0-150 15,-2 4-75-15,2 10-294 0</inkml:trace>
  <inkml:trace contextRef="#ctx0" brushRef="#br0" timeOffset="36126.32">3513 6592 1313 0,'0'0'377'0,"0"0"-249"15,0 0 205-15,0 0-98 16,0 0-76-16,0 0-111 15,0 0-48-15,129-72-30 16,-48 51-138-16,-13 5-164 0,-14 7-511 16</inkml:trace>
  <inkml:trace contextRef="#ctx0" brushRef="#br0" timeOffset="36434.47">4159 6815 892 0,'0'0'335'0,"0"0"9"15,0 0 58-15,0 0-80 16,0 0-203-16,0 0-63 16,0-102-25-16,0 44-16 15,4-7-7-15,8 2-7 16,1 3 5-16,8 7-6 16,0 13-6-16,6 12 4 0,2 12 1 15,2 10-8-15,0 6 3 16,0 14 4-16,-4 16 2 15,-2 11 0-15,-5 0 9 16,-9 4 4-16,-4-3-4 16,-5-1-7-16,-2-8-1 15,0-1 0-15,0-8-1 16,0-6-51-16,0-16-257 16,-2-2-247-16,2-2-635 0</inkml:trace>
  <inkml:trace contextRef="#ctx0" brushRef="#br0" timeOffset="36960.35">4739 6346 1664 0,'0'0'306'0,"0"0"-256"15,0 0 6-15,18 139 54 16,-3-87 55-16,3-2-51 15,-5-6-47-15,-3-5-19 16,-8-14-17-16,0-7-4 16,-2-7-9-16,0-11-6 15,0 0 17-15,-14-15 25 16,-3-17-33-16,-4-14-12 16,5-12-2-16,8-4 1 15,8-4-7-15,0 2-1 0,18 5 0 16,15 9-1-16,5 7-28 15,0 17-19-15,-7 17 15 16,-7 9 3-16,-12 16-11 16,-12 23 20-16,0 7 12 15,-22-3 8-15,-3-4 0 16,2-13-15-16,15-15-79 16,8-11-147-16,4 0 96 15,25-15 42-15,4-7-45 16,5 3 61-16,-1 11 66 15,-2 8 15-15,1 6 7 16,-3 24 26-16,-8 9 28 16,-10 3 59-16,-10-2 27 0,-5-2 16 15,-5-5-2-15,-21-7-16 16,-8-5-70-16,-4-7-36 16,-4-8-19-16,-3-6-13 15,-18-6-24-15,10-12-209 16,4-4-436-16</inkml:trace>
  <inkml:trace contextRef="#ctx0" brushRef="#br0" timeOffset="37334.05">3272 5847 1579 0,'0'0'185'0,"0"0"-117"15,0 0 67-15,-118 174 81 16,62-62 2-16,7-1-48 16,9-10-45-16,13-16-38 15,18-27-56-15,7 5-25 0,2 1-5 16,9-9 0-16,18-4-1 16,12-2-2-16,11-5-77 15,56 2-140-15,-11-11-173 16,3-16-391-16</inkml:trace>
  <inkml:trace contextRef="#ctx0" brushRef="#br0" timeOffset="37666.73">5599 6278 32 0,'0'0'1327'0,"0"0"-1147"15,22 171 185-15,-22-88-166 16,0 0-9-16,0-9-37 15,-13-7-39-15,-1-16-3 16,1-11-44-16,5-13-39 16,2-13-17-16,2-12-11 15,2-2-36-15,2-43-153 0,0-4-510 16,12-10-814-16</inkml:trace>
  <inkml:trace contextRef="#ctx0" brushRef="#br0" timeOffset="37913.08">5914 5889 1618 0,'0'0'334'16,"0"0"-251"-16,0 0 123 15,-139 82-77-15,112-37-10 0,10-1-17 16,7 0-18-1,10-3-29-15,0 0-33 0,10-10-8 16,9-2-13-16,10-9 0 16,6-6-1-16,4-10-30 15,26-4-113-15,-9-4-350 16,-8-8-442-16</inkml:trace>
  <inkml:trace contextRef="#ctx0" brushRef="#br0" timeOffset="38161.11">6910 6316 1903 0,'0'0'218'15,"0"0"-154"-15,0 0 3 16,0 0 44-16,136 3-69 16,-78-3-26-16,-2-7-16 15,-5-3-19-15,-13 0-447 16,-21 5-884-16</inkml:trace>
  <inkml:trace contextRef="#ctx0" brushRef="#br0" timeOffset="38296.51">6857 6733 1913 0,'0'0'221'0,"0"0"-204"15,0 0 18-15,195-13-35 16,-101-13-222-16,-11 2-738 0</inkml:trace>
  <inkml:trace contextRef="#ctx0" brushRef="#br0" timeOffset="42522.27">8635 6264 1605 0,'0'0'286'0,"0"0"-177"16,0 0-12-16,-71 115-18 16,27-35 48-16,-4 10 29 15,6-3-30-15,7-8-17 0,8-15-49 16,9-15-31-16,9-17-9 16,5-14-19-16,4-13 1 15,0-5 17-15,0-9 20 16,4-23-15-16,9-14-12 15,1-12-6-15,1-7-5 16,3-1 5-16,0 2-5 16,4 6-1-16,3 12-1 15,4 11-9-15,0 22 1 16,2 13-1-16,3 8-1 16,-1 30 11-16,-2 8 10 15,-2 8 12-15,-4-1-5 16,-6 0-10-16,-1-5-6 0,-5-6 1 15,-1-5-2-15,-1-7 0 16,-5-10-10-16,0-6-62 16,-6-8-95-16,0-6-164 15,-16 0-277-15</inkml:trace>
  <inkml:trace contextRef="#ctx0" brushRef="#br0" timeOffset="42680.75">8486 6766 1835 0,'0'0'238'0,"0"0"-91"15,0 0-38-15,115-93-82 16,-52 56-27-16,33-33-77 16,-14 9-254-16,-14 1-1139 0</inkml:trace>
  <inkml:trace contextRef="#ctx0" brushRef="#br0" timeOffset="42913.29">9121 5981 1857 0,'0'0'263'16,"0"0"-77"-16,0 0-17 16,0 0-110-16,-136 94-13 15,107-41 17-15,11 1-20 16,11-4-7-16,7-7-5 15,12-11-13-15,19-11-2 16,11-8-4-16,8-12-1 0,3-1-11 16,-2 0-14-16,-4 0-120 15,4-6-104-15,-16 3-287 16,-5-4-525-16</inkml:trace>
  <inkml:trace contextRef="#ctx0" brushRef="#br0" timeOffset="43246.25">9542 6252 2032 0,'0'0'218'16,"0"0"-92"-16,-8 115 27 15,8-55-17-15,6 1-57 16,19 0-33-16,10-6-16 15,8-6-8-15,3-7-8 16,6-8-4-16,-4-11 2 16,2-9-3-16,-5-13 1 15,-5-1-1-15,-7-11 0 16,-6-21 2-16,-7-10-5 16,-9-13-5-16,-9-6 7 15,-2-5-8-15,0 3-1 16,-4 0 1-16,-5 8 0 15,4 4-58-15,5-3-125 0,8 11-445 16,7 10-671-16</inkml:trace>
  <inkml:trace contextRef="#ctx0" brushRef="#br0" timeOffset="43792.26">10501 6138 2083 0,'0'0'269'15,"0"0"-171"-15,0 118 122 16,0-53-80-16,7-2-59 16,9 2-15-16,3-7-30 15,-3-6-15-15,-3-10-9 16,-3-12-11-16,-6-8 0 16,0-12 1-16,-4-10-1 15,0 0 20-15,0-24-5 0,0-20-11 16,0-14-5-16,0-12-1 15,11-6-10-15,7-1 10 16,9 7-25-16,7 6-4 16,3 14 4-16,3 14 5 15,-3 17 9-15,-8 18 3 16,-12 1-4-16,-13 32-1 16,-4 14 9-16,-15 5 5 15,-16 2 0-15,-3-7 0 16,8-10 0-16,7-11-23 15,15-16-21-15,4-7-20 16,13-2-6-16,21-6 46 0,10-8-28 16,4 5-12-16,-2 9 40 15,-1 0 17-15,-9 22-2 16,-5 10 9-16,-10 8 5 16,-13 2 13-16,-8 0 40 15,-8-2 13-15,-25-2 29 16,-7-8-24-16,-4-4-12 15,-3-8-20-15,7-11-23 16,5-7-9-16,8 0-2 16,8-20-10-16,11-13-39 15,8-9-91-15,4-37-140 16,19 12-300-16,4 0-461 0</inkml:trace>
  <inkml:trace contextRef="#ctx0" brushRef="#br0" timeOffset="44062.65">11488 5726 1525 0,'0'0'274'15,"0"0"-128"-15,0 0 185 16,-117 24-209-16,83 13-56 15,2 7 9-15,11 6-2 16,9-2-29-16,12-3-17 16,7-10-6-16,27-6-9 15,8-12 3-15,7-8-3 0,7-9-12 16,-1 0-59-16,15-23-136 16,-12-2-313-16,-14-1-789 0</inkml:trace>
  <inkml:trace contextRef="#ctx0" brushRef="#br0" timeOffset="131457.28">15448 1738 1408 0,'0'0'295'0,"0"0"-11"16,0 0 61-16,0 0-124 16,0 0-90-16,0 0-58 15,0-14-30-15,0 14-14 16,0 20-17-16,0 16-11 16,0 35 54-16,0 39 26 15,-2 36-3-15,-17 8-8 16,0-23-13-16,5-35-16 0,7-38-22 15,3-7-2-15,2 0-10 16,0 6-1-16,2 1-5 16,0-8 0-16,0-9 0 15,0-7 0-15,0-13-1 16,0-4-9-16,0-13-48 16,0-4-40-16,-5-9-33 15,-4-44-108-15,0 0-498 16,3-1-826-16</inkml:trace>
  <inkml:trace contextRef="#ctx0" brushRef="#br0" timeOffset="131877.1">15441 1719 1160 0,'0'0'260'15,"0"0"-144"-15,0 0 94 16,118-67-99-16,-60 53-69 16,11 8 15-16,2 6 47 15,-2 0 1-15,-9 14-40 16,-10 18-15-16,-13 9-4 0,-10 4 9 15,-8 5 13-15,-11 3-22 16,-8-6-4-16,0-2 8 16,-13-5 4-16,-18-2 44 15,-10-6-7-15,-3-2-24 16,-5-3-20-16,7-8-20 16,3-5-15-16,13-6 0 15,4-6-5-15,3-2-5 16,2 0-2-16,1 0-6 15,5-3-44-15,0-8-38 16,8-5-73-16,3 3-194 16,0-4-400-16</inkml:trace>
  <inkml:trace contextRef="#ctx0" brushRef="#br0" timeOffset="132156.41">16395 1648 1761 0,'0'0'245'0,"0"0"-118"16,0 0 39-16,-118 130-51 15,64-24-24-15,3 3-3 16,10-10 31-16,16-11-25 0,17-24-34 15,8-1-44-15,0 4-10 16,10-15-6-16,17-11-9 16,6-12-34-16,27-11-102 15,-7-9-215-15,-4-7-353 0</inkml:trace>
  <inkml:trace contextRef="#ctx0" brushRef="#br0" timeOffset="132442.35">16636 2777 1495 0,'0'0'225'0,"0"0"-141"16,0 0-84-16,0 0-5 16,0 0-88-16,0 0 77 15,0 0 16-15,10-71 42 16,-10 64 14-16,0-1-17 15,0-3-5-15,0 4-25 16,0-2-9-16,0 5-17 16,0 1 5-16,0 1 5 15,0 0 6-15,0 2-17 16,0-2-6-16,0-1-39 16,0-4-131-16,0-2-205 15,0 1-309-15</inkml:trace>
  <inkml:trace contextRef="#ctx0" brushRef="#br0" timeOffset="133379.31">17001 1869 1395 0,'0'0'324'16,"0"0"-117"-16,0 0 20 16,0 0-141-16,0 0-75 15,-22 165 81-15,-20-33 67 16,-3-2-15-16,0-24-24 0,14-34-26 16,11-26-35-1,0 0-18-15,0 2-22 0,2-2-2 16,9-14-10-16,3-11-5 15,6-11-2-15,0-10 12 16,0 0 9-16,2-22 48 16,13-19-36-16,5-14-24 15,3-11-9-15,-3-6 2 16,2 1-1-16,0-1 0 16,-1 5-1-16,3 1 0 15,0 5 1-15,3 0-1 16,0 9-1-16,-4 11 1 15,-6 9-6-15,-1 20 5 16,-3 12-14-16,1 17-4 16,1 27 19-16,1 14 4 0,1 12 13 15,-3 7 2-15,-1-2 1 16,1-2-10-16,-3-10-9 16,-3-8 0-16,2-11-1 15,-1-8 1-15,-3-9-1 16,-2-11-7-16,1-6-31 15,-2-10-43-15,-1 0-11 16,-2-24-70-16,0-7-201 16,-14 3-458-16</inkml:trace>
  <inkml:trace contextRef="#ctx0" brushRef="#br0" timeOffset="133568.14">16794 2426 611 0,'0'0'1496'15,"0"0"-1196"-15,0 0-27 16,0 0-99-16,0 0-87 16,0 0-27-16,134 6-24 15,-69-12-20-15,1-6-16 16,-3 0-1-16,-10-4-55 16,8-7-106-16,-15 4-155 15,-11-1-456-15</inkml:trace>
  <inkml:trace contextRef="#ctx0" brushRef="#br0" timeOffset="133949.85">17367 2080 1971 0,'0'0'338'15,"0"0"-240"-15,0 0-28 16,0 0 52-16,-2 130 7 15,2-67-24-15,0 4-16 16,8-9-29-16,10-8-31 16,9-8-11-16,5-7 7 15,3-9 3-15,5-8 1 16,3-11-7-16,-1-5-11 16,1-2 1-16,-4-4-11 15,-3-15 6-15,-7-8-6 16,-9-7 10-16,-7-5-10 0,-8-12 8 15,-5-5-7-15,0-3 10 16,0 1-5-16,-7 8 1 16,1 10-7-16,1 10 0 15,0 11-1-15,1 4 0 16,2 7-1-16,2 6-41 16,0 0-80-16,0-3-75 15,0 2-277-15,0-3-745 0</inkml:trace>
  <inkml:trace contextRef="#ctx0" brushRef="#br0" timeOffset="134543.43">17971 1997 1932 0,'0'0'233'0,"0"0"-103"15,0 141 161-15,0-64-78 16,0 8-101-16,9-5-28 15,-2-8-33-15,2-14-35 16,-5-12-15-16,0-15 10 16,-2-16-11-16,-2-11 1 15,0-4 8-15,0-11 7 16,0-24-16-16,-8-11-6 16,-1-16-1-16,2-8 5 15,7-7 2-15,0-2-20 16,18 3-2-16,15 3-6 15,12 15-5-15,2 18 13 0,-2 20 11 16,-5 20 2-16,-11 8-5 16,-12 30-6-16,-12 12 17 15,-5 6 1-15,-5 0 1 16,-17-3 11-16,-5-9-3 16,3-10-8-16,3-8 5 15,6-10-6-15,9-10-1 16,6-6-27-16,0 0-33 15,21-4-5-15,13-12 27 16,9 0 26-16,3 4 12 16,1 7 1-16,-3 5 6 15,-5 3 22-15,-8 18 17 16,-9 6-14-16,-11 3 11 0,-8 5 1 16,-3-2-5-16,-19 1 26 15,-16 0 3-15,-11-5-4 16,-8-5-24-16,-4-4-13 15,4-6-10-15,5-6-15 16,11-4 0-16,7-4-1 16,8 0-37-16,6 0-64 15,11-7-60-15,6-24-71 16,17 1-348-16,12-3-447 0</inkml:trace>
  <inkml:trace contextRef="#ctx0" brushRef="#br0" timeOffset="134873.35">18627 1535 1046 0,'0'0'833'0,"0"0"-622"16,0 0-26-16,0 0 65 16,127 150-53-16,-96-16-69 15,-18 32-10-15,-13 8-15 0,-5-33-8 16,-17-43-37 0,5-44-17-16,-2-13-20 0,-3-2-12 15,0 2-4-15,2-8-5 16,5-15-10-16,7-11-61 15,8-7-38-15,19-32-102 16,12-7-502-16,4-1-875 0</inkml:trace>
  <inkml:trace contextRef="#ctx0" brushRef="#br0" timeOffset="135129.37">19262 2077 1743 0,'0'0'389'0,"0"0"-210"15,0 0-68-15,0 0-69 16,0 0-29-16,144-17-7 15,-101 14-6-15,-7-1-31 16,-12 4-133-16,-11 0-198 16,-11 0-520-16</inkml:trace>
  <inkml:trace contextRef="#ctx0" brushRef="#br0" timeOffset="135286.41">19233 2319 1545 0,'0'0'249'0,"0"0"-92"15,0 0 134-15,0 0-60 16,0 0-97-16,0 0-80 16,113 44-38-16,-72-39-16 15,7-5-73-15,-7 0-227 16,-12 0-704-16</inkml:trace>
  <inkml:trace contextRef="#ctx0" brushRef="#br0" timeOffset="162161.31">20062 1748 1443 0,'0'0'355'0,"0"0"-245"16,11 135 179-16,3-16-31 0,-8 38-84 16,-6 8-50-1,0-29-30-15,0-37-11 0,-2-41-26 16,-4-4-25-16,-2 4-20 15,2 4-6-15,-1 1-6 16,3-17 0-16,2-8-28 16,2-20-64-16,0-18-66 15,0-33-21-15,0-17-391 16,0-8-608-16</inkml:trace>
  <inkml:trace contextRef="#ctx0" brushRef="#br0" timeOffset="162409.32">20216 1965 725 0,'0'0'723'0,"0"0"-574"0,114-70 102 15,-56 58-52-15,2 12-17 16,-5 12-84-16,-4 25-40 16,-13 16 0-16,-15 11 4 15,-21 8 30-15,-2 5-4 16,-42-5 0-16,-18-4-12 15,-9-10-21-15,-1-12-40 16,10-9 2-16,13-15-17 16,16-13-35-16,15-9-49 15,16-8-45-15,0-15-243 16,21-6-395-16</inkml:trace>
  <inkml:trace contextRef="#ctx0" brushRef="#br0" timeOffset="162628.28">20947 1896 1894 0,'0'0'270'16,"0"0"-193"-16,0 0 55 15,-131 127-51-15,102-55-5 16,8 4-42-16,6 0-19 15,10-4-9-15,5-7-6 16,47 3-47-16,9-16-294 16,2-14-365-16</inkml:trace>
  <inkml:trace contextRef="#ctx0" brushRef="#br0" timeOffset="162912.04">21230 2646 1735 0,'0'0'473'15,"0"0"-300"-15,0-133-20 16,2 58-41-16,7-7-41 16,2-3-47-16,7 5-13 15,4 12-5-15,3 10 0 16,-3 14 4-16,3 14 5 16,-6 15 3-16,0 15 12 15,-3 9-18-15,-3 31-2 16,-3 15 10-16,2 6 6 0,-5 8-8 15,-1-3-10-15,1-2-7 16,2-8-1-16,-2-10 0 16,-1-6-29-16,1-9-56 15,4-16-128-15,0-9-351 16,-4-6-112-16</inkml:trace>
  <inkml:trace contextRef="#ctx0" brushRef="#br0" timeOffset="163085.67">21246 2426 1728 0,'0'0'490'0,"0"0"-300"15,0 0-36-15,0 0-37 16,0 0-58-16,129-24-56 16,-65 8-3-16,10 0-92 15,37-14-171-15,-19 6-324 16,-10-3-430-16</inkml:trace>
  <inkml:trace contextRef="#ctx0" brushRef="#br0" timeOffset="163326.28">21817 1809 469 0,'0'0'1235'0,"0"0"-1033"16,0 0 75-1,0 0-117-15,0 0-55 0,126 68-57 16,-86-6 18-16,-11 10 21 16,-10 2-1-16,-13 0-35 15,-6-7-26-15,0-8-11 16,-16-8-13-16,1-10-1 16,1-4-40-16,7-3-108 15,7-8-175-15,0-10-290 0</inkml:trace>
  <inkml:trace contextRef="#ctx0" brushRef="#br0" timeOffset="163641.72">22519 1941 1523 0,'0'0'318'0,"0"0"-230"16,0 0 209-16,0 172-20 15,0-84-89-15,0 4-86 16,0-15-52-16,0 1-34 15,0-13-14-15,0-15-2 0,4-14-25 16,-2-16-91 0,-2-20-205-16,0 0-234 0,0-22-627 0</inkml:trace>
  <inkml:trace contextRef="#ctx0" brushRef="#br0" timeOffset="163799.19">22284 2305 1721 0,'0'0'350'0,"0"0"-162"16,0 0-29-16,0 0-66 15,160-20-64-15,-88 15-29 0,26-7-48 16,-19 1-458-16,-15 0-983 16</inkml:trace>
  <inkml:trace contextRef="#ctx0" brushRef="#br0" timeOffset="163986.1">22982 2133 1350 0,'0'0'602'0,"0"0"-507"15,0 0 141-15,0 149-24 16,0-77-53-16,9 6-83 16,9-2-44-16,7-1-20 15,-1-10-11-15,2-8-1 16,-5-12-50-16,-5-11-147 15,-10-31-345-15,-4-3-85 16,-2-6-697-16</inkml:trace>
  <inkml:trace contextRef="#ctx0" brushRef="#br0" timeOffset="164219.26">23029 2382 1003 0,'0'0'559'0,"-24"-102"-441"16,24 39 38-16,0-4-6 15,29 6-51-15,21 6-31 16,20 14 0-16,10 17-21 15,2 18 26-15,-5 6 17 16,-13 25-13-16,-20 16-44 16,-19 7-18-16,-23 1 22 15,-2-6 56-15,-31-2-44 16,-11-9-31-16,-7-6-3 16,-3-5-8-16,1-5-7 0,6-4-39 15,12-1-84-15,13-11-126 16,13 0-289-16,7 0-918 0</inkml:trace>
  <inkml:trace contextRef="#ctx0" brushRef="#br0" timeOffset="164443.72">23865 1949 530 0,'0'0'1538'0,"0"0"-1317"0,0 0 8 16,-100 120-12-16,81-51-62 16,15 5-78-16,4-2-46 15,2-5-20-15,21-12-10 16,6-11-1-16,4-10-18 16,32-8-81-16,-7-8-165 15,2-9-540-15</inkml:trace>
  <inkml:trace contextRef="#ctx0" brushRef="#br0" timeOffset="164908.54">24489 2733 1515 0,'0'0'596'16,"0"0"-136"-16,0 0-213 0,0 0-70 16,0 0-83-1,-56-124-61-15,50 70-20 0,4-8-6 16,2-7-7-16,0-7-9 15,6-1-16-15,17 2-22 16,6 6-5-16,8 15 6 16,3 15-14-16,0 24 11 15,-7 15 34-15,-8 8 14 16,-13 28-5-16,-12 8 6 16,-2 2 1-16,-23-1 8 15,-2-9 0-15,7-13 7 16,9-9-2-16,9-9-14 15,2-5 7-15,6 0-7 16,21-6-23-16,6-7 13 16,1 5-2-16,-3 6-5 0,-4 2 4 15,-9 12 7-15,-9 22 4 16,-9 9 1-16,0 9 1 16,-18 2 10-16,-18-3 37 15,-6-5 6-15,-7-9 6 16,0-8-8-16,4-12-17 15,7-10-21-15,9-7-5 16,9 0-8-16,9-12-14 16,11-10-74-16,0-4-60 15,44-20-208-15,-1 7-278 16,1 3-497-16</inkml:trace>
  <inkml:trace contextRef="#ctx0" brushRef="#br0" timeOffset="165179.87">25031 1756 1672 0,'0'0'236'16,"0"0"-123"-16,0 0 72 15,133 140-33-15,-110-9-23 16,-14-1-26-16,-9-23 14 16,-9-37-17-16,-7-27-53 15,-1 4-28-15,-4-4-19 0,1 4-18 16,11-10-143-16,7-14-464 16,2-10-449-16</inkml:trace>
  <inkml:trace contextRef="#ctx0" brushRef="#br0" timeOffset="165368.14">25331 2363 1716 0,'0'0'473'0,"0"0"-387"16,0 0 16-16,164-3-62 0,-85 3-40 15,26 3-188-15,-22 6-135 16,-16-1-683-16</inkml:trace>
  <inkml:trace contextRef="#ctx0" brushRef="#br0" timeOffset="165907.9">26446 2138 1971 0,'0'0'307'16,"0"0"-258"-16,20 178 104 15,-13-73-45-15,-1-3-9 16,-6-15-47-16,2-26-30 16,6 1-22-16,1 1 0 15,4-14-107-15,0-17-250 16,-6-18-701-16</inkml:trace>
  <inkml:trace contextRef="#ctx0" brushRef="#br0" timeOffset="166133.57">26578 2139 1378 0,'0'0'292'0,"125"-44"-175"15,-45 36 106-15,2 8-65 16,-13 12-47-16,-19 30-81 16,-28 11-24-16,-22 5 2 15,-14-3 21-15,-34-2 80 16,-18-11-31-16,-5-9-41 15,2-12-3-15,11-10-34 0,13-4-42 16,26-7-107 0,12-7-111-16,7-8-314 0</inkml:trace>
  <inkml:trace contextRef="#ctx0" brushRef="#br0" timeOffset="166344.32">27278 2041 1876 0,'0'0'223'0,"0"0"-11"0,-105 160-6 16,84-88-85-16,21 1-84 16,6-7-26-16,27-6-11 15,7-6-109-15,24 8-212 16,-10-14-194-16,-8-4-633 0</inkml:trace>
  <inkml:trace contextRef="#ctx0" brushRef="#br0" timeOffset="166598.73">27588 2787 819 0,'0'0'671'16,"0"0"-269"-16,0 0 63 16,75-173-262-16,-55 98-13 15,3-14-83-15,2-3-34 16,-6 12-35-16,8-7-22 15,-2 14-10-15,-3 15 0 16,-5 17-5-16,0 21 0 0,-4 20-1 16,5 6-6-16,1 35 5 15,6 20 1-15,2 13 13 16,-3 2-2-16,-1-2-10 16,-6-9-1-16,-1-11-6 15,-5-10-36-15,0-10-44 16,9-7-82-16,-4-9-205 15,-3-10-341-15</inkml:trace>
  <inkml:trace contextRef="#ctx0" brushRef="#br0" timeOffset="166793.84">27659 2541 1886 0,'0'0'300'16,"0"0"-188"-16,0 0 14 16,138-39-89-16,-62 25-37 15,2 7-43-15,4 0-8 16,-22 3-101-16,-13 1-246 0</inkml:trace>
  <inkml:trace contextRef="#ctx0" brushRef="#br0" timeOffset="167131.26">28298 2735 1618 0,'0'0'675'0,"0"0"-442"15,0 0 6-15,0 0-130 16,0 0-60-16,-29-116-36 15,29 66-7-15,0-6-5 16,14-5 1-16,11-2-1 16,6 4-1-16,7 2-1 15,6 11-8-15,3 13-9 16,-3 19 17-16,-1 14-11 16,-7 14 11-16,-7 27-1 15,-7 16 2-15,-7 11 0 0,-8 0 0 16,-7-3 0-16,0-10-1 15,0-8-39-15,0-13-77 16,10-10-148-16,0-13-352 16,9-8-1121-16</inkml:trace>
  <inkml:trace contextRef="#ctx0" brushRef="#br0" timeOffset="167649.92">28965 2472 1624 0,'0'0'211'0,"0"0"-63"0,-15 118 113 15,13-69-88-15,0-11-99 16,2-10-50-16,0-10-12 16,-4-12-11-16,4-6 13 15,-2-4 39-15,0-22-53 16,0-13-7-16,2-8-26 15,0-14 14-15,0-5 19 16,16-4-1-16,13 2 1 16,7 5 0-16,3 13-31 15,2 21 1-15,-10 17 17 16,-13 12-5-16,-16 19 2 16,-2 22 11-16,-25 1 5 15,-13-2 14-15,1-8-5 16,6-8-2-16,12-10-7 15,17-8 0-15,2-6 0 0,23 0-3 16,19 0-4-16,7-3-48 16,1 3 10-16,-11 0 27 15,-5 12 8-15,-14 19 10 16,-11 11 1-16,-9 6 10 16,-7 2 38-16,-24-6 33 15,-12-5 7-15,-5-9 8 16,-2-10-3-16,4-10-26 15,5-7-23-15,10-3-27 16,14-7-10-16,15-13-8 16,2-4-141-16,39-17-211 15,5 9-290-15,-1 1-297 0</inkml:trace>
  <inkml:trace contextRef="#ctx0" brushRef="#br0" timeOffset="167891.22">29658 1780 1612 0,'0'0'266'0,"0"0"-124"15,63 115 119-15,-47-5-32 16,-14 28-56-16,-2-8-42 0,-4-27-49 15,-17-33-55-15,-3-22-27 16,-12 6-6-16,-60 32-155 16,9-9-420-16,-8-11-856 0</inkml:trace>
  <inkml:trace contextRef="#ctx0" brushRef="#br0" timeOffset="169198.48">19199 3802 1313 0,'0'0'355'0,"0"0"-89"15,0 0 38-15,0 0-85 16,0 0-134-16,0 0-57 16,143 0-17-16,-96-2-5 15,1-2-5-15,-2 0 0 16,-5 0-1-16,-7 0-6 16,-12 4-89-16,-22 0-221 0,0 0-212 15,-6 4-627-15</inkml:trace>
  <inkml:trace contextRef="#ctx0" brushRef="#br0" timeOffset="169368.22">19090 4113 1075 0,'0'0'784'16,"0"0"-703"-16,0 0 205 16,0 0-89-16,0 0 2 15,0 0-97-15,162 62-71 16,-92-62-25-16,-3 0-6 15,-7 0-91-15,0 2-197 16,-15 1-297-16,-16 2-449 0</inkml:trace>
  <inkml:trace contextRef="#ctx0" brushRef="#br0" timeOffset="174654.17">20813 3531 1453 0,'0'0'215'0,"0"0"140"15,0 0-27-15,0 0-171 16,-134 90-24-16,99-20-15 15,-1 13-3-15,9 6-20 16,23-17-38-16,4 3-29 16,23-17-17-16,27-17-4 15,20-23-5-15,5-18 4 16,2-13-6-16,-9-28-15 16,-14-16 14-16,-16-9 1 15,-19-4 6-15,-14-3 1 16,-5 5 14-16,-11 5 9 0,-18 5 6 15,-7 15-19-15,-4 9-11 16,3 13-6-16,0 10-24 16,11 11-54-16,26 14-98 15,0 14-409-15,24 1-1312 0</inkml:trace>
  <inkml:trace contextRef="#ctx0" brushRef="#br0" timeOffset="174783.38">21244 4018 2167 0,'0'0'300'0,"0"0"-151"0,0 0-149 15,0 0-18-15,0 0-918 16</inkml:trace>
  <inkml:trace contextRef="#ctx0" brushRef="#br0" timeOffset="175247.44">21749 3703 1579 0,'0'0'211'16,"0"0"-166"-16,0 0 26 15,147-76-38-15,-110 62-27 0,-11 6-6 16,-15 2 1-1,-11 2 11-15,-6 1 67 0,-31-2 58 16,-7 1 22-16,-9 4-1 16,-3 0-59-16,7 0-45 15,6 21-35-15,12 2-10 16,12 5-9-16,9 1-10 16,10 0 1-16,0 0 9 15,12-4 5-15,15 4 6 16,6-1-1-16,5 2-2 15,1 0 0-15,-1 0-7 16,-7 0 0-16,-10-4-1 16,-15-4 0-16,-6-4 2 15,-4-3 50-15,-25-2 60 16,-13-5-28-16,-10-6-42 0,2-2-8 16,2 0 5-16,13-11-17 15,10-3-13-15,14 4-9 16,9 3-6-16,2 3-62 15,13 1-65-15,43-14-155 16,-4 2-311-16,0-4-438 0</inkml:trace>
  <inkml:trace contextRef="#ctx0" brushRef="#br0" timeOffset="175466.47">22683 3527 1945 0,'0'0'693'0,"0"0"-600"16,0 0-5-16,0 0 58 16,-35 143-52-16,20-70-49 15,-2 4 3-15,5-1-21 16,0-10-19-16,1-12-8 16,5-10-6-16,0-13-49 15,4-13-60-15,-2-17-101 16,-1-1-363-16,-1 0-780 0</inkml:trace>
  <inkml:trace contextRef="#ctx0" brushRef="#br0" timeOffset="175615.93">22392 4000 2150 0,'0'0'593'0,"0"0"-426"0,0 0 8 15,0 0-141-15,113-86-34 16,-37 58-64-16,11 0-101 15,51-8-173-15,-22 6-587 16,-16 4-228-16</inkml:trace>
  <inkml:trace contextRef="#ctx0" brushRef="#br0" timeOffset="175862.09">23167 3727 1859 0,'0'0'385'15,"0"0"-211"-15,0 0 101 16,-83 143-140-16,81-95-73 15,2-6-21-15,29-10-13 16,18-14-1-16,9-18-1 0,7 0-13 16,-5-26-2-16,-10-12-10 15,-15-4 7-15,-14-2 2 16,-17 0-3-16,-2 3 5 16,-15 4 24-16,-14 2 2 15,-6 8-10-15,-2 1-16 16,3 11-12-16,3 7-48 15,6 8-108-15,10 2-314 16,11 10-1014-16</inkml:trace>
  <inkml:trace contextRef="#ctx0" brushRef="#br0" timeOffset="175999.6">23468 4013 1979 0,'0'0'370'16,"0"0"-151"-16,0 0 5 15,0 0-172-15,0 0-52 16,0 0-258-16,0 0-501 0</inkml:trace>
  <inkml:trace contextRef="#ctx0" brushRef="#br0" timeOffset="176437.29">23965 3624 713 0,'0'0'1205'0,"0"0"-1076"15,0 0 144-15,140-83-125 16,-88 79-95-16,-8 4-26 15,-15 9 9-15,-13 20-26 16,-16 8-9-16,-14 1 37 16,-25 1 6-16,-11-4-16 15,4-7-15-15,8-13-5 16,18-4-8-16,20-7-3 0,0-4-21 16,35 0 0-16,7 6 12 15,3 6 12-15,-3 12-2 16,-8 12 2-16,-12 4 6 15,-8 6 9-15,-12-5 10 16,-2-5 8-16,-9-7 16 16,-17-8-4-16,-8-7-17 15,-6-9-17-15,-7-5-11 16,-8 0-23-16,-28-8-116 16,14-8-352-16,13 0-539 0</inkml:trace>
  <inkml:trace contextRef="#ctx0" brushRef="#br0" timeOffset="176748.64">25240 3914 1588 0,'0'0'283'0,"0"0"-134"16,116-12 90-16,-65 5-153 15,-1 1-50-15,21 6-36 16,-13 0-162-16,-4 0-400 0</inkml:trace>
  <inkml:trace contextRef="#ctx0" brushRef="#br0" timeOffset="177192.59">26366 3834 1592 0,'0'0'230'0,"0"0"12"16,-62 101-18-16,52-54-31 16,10-4-71-16,12-6-46 0,24-11-30 15,8-11-4-15,10-15-2 16,4 0-24-16,-9-25-5 15,-11-11 5-15,-14-7 4 16,-15-6 32-16,-9 1 15 16,-4 4 11-16,-21 8-29 15,-2 10-23-15,0 8-26 16,0 7-1-16,8 11-30 16,14 0-72-16,5 21-130 15,0-4-609-15</inkml:trace>
  <inkml:trace contextRef="#ctx0" brushRef="#br0" timeOffset="177325.24">26796 4211 91 0,'0'0'1750'0,"0"0"-1445"16,0 0-20-16,0 0-147 16,0 0-100-16,0 0-38 15,0 0-179-15,-49 105-597 0</inkml:trace>
  <inkml:trace contextRef="#ctx0" brushRef="#br0" timeOffset="177740.64">27436 3944 2083 0,'0'0'229'0,"0"0"-136"15,0-139 35-15,4 96-1 16,1 12-36-16,-3 16-21 16,0 7 12-16,-2 8-22 15,2 0-60-15,0 26-8 16,4 14 8-16,-4 14 1 16,2 7 5-16,-2 6-5 15,-2-3 5-15,0-6-6 16,0-9 0-16,-2-13-1 15,-18-8-11-15,-7-10-17 16,-2-6-11-16,-2-7-2 16,2 0-12-16,7-3 28 0,8-2 20 15,8 0 6 1,4 0 12-16,2 0 0 0,0 0 15 16,0 0-27-16,10 0-6 15,17 0 4-15,13 0 2 16,14 0-21-16,6 0-105 15,38-4-179-15,-13 0-179 16,-7-3-286-16</inkml:trace>
  <inkml:trace contextRef="#ctx0" brushRef="#br0" timeOffset="177936.43">28267 3967 2163 0,'0'0'310'16,"0"0"-176"-16,0 0-35 15,0 0-99-15,135-29-10 16,-85 29-97-16,4 0-57 16,-16 0-118-16,-16 0-410 0</inkml:trace>
  <inkml:trace contextRef="#ctx0" brushRef="#br0" timeOffset="178092.43">28305 4141 1682 0,'0'0'364'0,"0"0"-101"0,0 0-14 16,0 0-49-16,0 0-72 16,116-7-92-16,-52-5-36 15,6 0-58-15,24-14-127 16,-19 4-434-16,-12-2-686 0</inkml:trace>
  <inkml:trace contextRef="#ctx0" brushRef="#br0" timeOffset="178385.98">29063 3842 2006 0,'0'0'250'0,"0"0"-86"0,0 0 61 15,-113 120-87-15,105-78-75 16,8-4-40-16,6-6-8 16,25-7-1-16,9-11-2 15,11-10 0-15,4-4-4 16,-3 0-8-16,-5-17 0 16,-14-10 0-16,-13-9 11 15,-13-8-10-15,-7 1 0 16,-2 2 0-16,-20 2 8 15,-3 9 1-15,2 7-4 16,10 11-6-16,13 12-42 16,0 0-131-16,13 5-708 0</inkml:trace>
  <inkml:trace contextRef="#ctx0" brushRef="#br0" timeOffset="178550.31">29542 4034 1781 0,'0'0'480'15,"0"0"-233"-15,0 0 19 16,0 0-107-16,-53 126-78 16,37-97-55-16,8-3-26 15,0-3 0-15,6-6-87 16,2-1-128-16,12-6-371 16,10-7-559-16</inkml:trace>
  <inkml:trace contextRef="#ctx0" brushRef="#br0" timeOffset="178829.17">29933 3680 1340 0,'0'0'330'0,"0"0"-212"15,122-14 99-15,-68 14-22 16,-6 27-85-16,-7 18-10 16,-14 9-5-16,-14 5-16 15,-13 2-28-15,0-6-14 16,-15-4-28-16,-10-10-9 0,-2-8-12 16,5-8-52-16,4-8-82 15,9-6-214-15,2-10-391 0</inkml:trace>
  <inkml:trace contextRef="#ctx0" brushRef="#br0" timeOffset="179000.13">29866 3967 1888 0,'0'0'358'0,"0"0"-245"16,0 0-17-16,154-12-19 15,-86 12-51-15,4 0-26 0,6 0-66 16,-20 1-322-16,-18 1-963 16</inkml:trace>
  <inkml:trace contextRef="#ctx0" brushRef="#br0" timeOffset="187931.93">2975 8584 1401 0,'0'0'344'15,"0"0"-207"-15,0 0 191 16,0 0-103-16,0 0-90 15,0 0 5-15,0-48 5 16,0 48-36-16,0 0-24 0,0 0-33 16,0 7-44-1,5 24-7-15,1 40-1 0,-1 40 18 16,-5 42 4-16,0 11 16 16,0-5 10-16,-9-21-9 15,2-39-6-15,3-24-8 16,2-20 0-16,2-13-7 15,0 2-12-15,0-3-6 16,0-2-2-16,0-15 2 16,0-7-12-16,0-13-33 15,0-4-16-15,0 0-29 16,-2-24-46-16,-6-39-136 16,4 5-396-16,-2-2-1104 0</inkml:trace>
  <inkml:trace contextRef="#ctx0" brushRef="#br0" timeOffset="188278.13">2853 8570 1335 0,'0'0'260'16,"0"0"-113"-16,85-105 205 15,-16 70-159-15,18 7-43 16,4 12 18-16,3 13-40 16,-7 3-21-16,-16 29-41 0,-15 12-18 15,-23 10-2-15,-19 5 6 16,-14 4 28-16,-21-2 13 16,-26 0-3-16,-15-1-16 15,-7-10-33-15,0-6-20 16,-1-13-8-16,11-12 1 15,7-9-5-15,13-7-9 16,8 0-9-16,8-5-66 16,13-3-84-16,10 4-50 15,14 0-75-15,13 0-509 0</inkml:trace>
  <inkml:trace contextRef="#ctx0" brushRef="#br0" timeOffset="188899.24">4128 8608 1627 0,'0'0'282'16,"0"0"-33"-16,0 0 99 16,0 0-188-16,-154 20-101 15,109 41 37-15,1 17 16 16,4 15-9-16,13-14-24 15,7 7-28-15,18-12-31 16,2-9-14-16,24-11-6 16,16-8-27-16,37 0-95 15,-13-12-159-15,-4-10-672 0</inkml:trace>
  <inkml:trace contextRef="#ctx0" brushRef="#br0" timeOffset="189306.27">4431 9578 1935 0,'0'0'383'15,"0"0"-272"-15,0 0 156 16,-2-111-182-16,22 62-62 16,0-4 10-16,7-10 12 15,-1-9-14-15,6-6 5 16,3-5-17-16,3-1-8 15,5 8-11-15,-3 6 1 16,-3 12 8-16,0 12 7 0,-8 9 16 16,-3 15 5-16,-4 12 0 15,1 10-22-15,-3 12-7 16,2 25 2-16,-2 11 13 16,-2 10-1-16,-5 2 2 15,0 0-10-15,-5-2-5 16,-2-4-3-16,-2-6-6 15,-1-1 1-15,-1-9 0 16,0-6-1-16,2-8-1 16,2-10-14-16,-2-4-55 15,0-4-48-15,3-2-14 16,1 1-64-16,0-2-92 0,-2 1-228 16,-6-2-172-16</inkml:trace>
  <inkml:trace contextRef="#ctx0" brushRef="#br0" timeOffset="189509.65">4716 9182 1872 0,'0'0'245'16,"0"0"113"-16,0 0-112 15,0 0-169-15,0 0-60 16,0 0-7-16,161-100-2 15,-96 78-7-15,-1-2-1 0,1-1-7 16,18-5-153-16,-17 8-397 16,-8 0-972-16</inkml:trace>
  <inkml:trace contextRef="#ctx0" brushRef="#br0" timeOffset="189802.31">5662 8520 1597 0,'0'0'292'0,"0"0"96"15,0 0-149-15,0 0-138 0,-141 14-31 16,110 24-6-16,2 10-9 15,6 5 1-15,15-4-12 16,8-4-24-16,0-11-14 16,29-10-5-16,11-12 8 15,11-9-5-15,5-3-4 16,22 0-67-16,-14-7-142 16,-12-3-495-16</inkml:trace>
  <inkml:trace contextRef="#ctx0" brushRef="#br0" timeOffset="190462.14">6319 8540 1654 0,'0'0'320'0,"0"0"54"0,0 0-59 16,0 0-136-16,0 0-98 16,0 0-53-16,0 0-27 15,0 64 54-15,0 3 15 16,-2 32-2-16,-23 28-11 15,-6 22 1-15,0-13-7 16,8-32-12-16,10-34-14 16,11-27-8-16,0-2-10 15,2 0-6-15,0-9 5 16,0-14-6-16,0-17 1 16,0-1-2-16,0-12-9 15,0-14-69-15,23-11-74 16,-2 5-70-16,-3 6-448 0</inkml:trace>
  <inkml:trace contextRef="#ctx0" brushRef="#br0" timeOffset="192165.75">7347 8770 1575 0,'0'0'329'16,"0"0"-74"-16,0 0-21 15,0 0-184-15,0 0-22 16,-29 125 50-16,4-56 3 16,-2-1-9-16,0-3-2 0,-1-5-6 15,4-5-13-15,-1-11-5 16,7-7-8-16,0-8-14 15,7-7-8-15,4-8-14 16,3-7-1-16,4-7 7 16,0 0 4-16,0-12 14 15,0-19-14-15,8-10-12 16,11-10 1-16,1-5-1 16,2 0 0-16,4 2 0 15,6 0 0-15,1-1-1 16,2 1 0-16,6 2 0 15,-3 4 0-15,-5 8 1 0,-4 12 0 16,-6 12 0 0,-6 16-1-16,1 2 2 0,1 30-1 15,0 11 7-15,1 10 1 16,1 7-2-16,-2 2 0 16,2 3 6-16,-4-3-3 15,1-2 3-15,-2-8-2 16,-3-8-3-16,0-10-7 15,-1-8 0-15,-4-12-6 16,-1-6-38-16,-3-3-14 16,-1-4-15-16,-3-1-11 15,0 0-16-15,0 0-24 16,-7 0-200-16,-8 0-424 0</inkml:trace>
  <inkml:trace contextRef="#ctx0" brushRef="#br0" timeOffset="192362.83">7260 9208 1280 0,'0'0'909'16,"0"0"-742"-16,0 0 109 16,0 0-137-16,120-40-91 15,-41 24-32-15,8 0-7 16,-1-1-9-16,-8 6-76 15,9-3-130-15,-20 3-389 16,-18 1-728-16</inkml:trace>
  <inkml:trace contextRef="#ctx0" brushRef="#br0" timeOffset="192692.08">8061 8944 1876 0,'0'0'200'0,"0"0"-36"16,0 0 29-16,0 138-82 16,6-75-48-16,11 0-5 15,10-5-27-15,4-10-21 16,5-11-8-16,7-18-2 16,-1-15-27-16,5-4-19 0,-5-11 0 15,-7-18 28-15,-8-5 18 16,-8-2 10-16,-13-4 45 15,-6 0 26-15,0 0 32 16,-4 0-13-16,-10 0-29 16,1 3-40-16,2 3-20 15,1 8-10-15,6 6-1 16,0 5-5-16,2 10-34 16,2 5-64-16,0 0-155 15,8 0-677-15</inkml:trace>
  <inkml:trace contextRef="#ctx0" brushRef="#br0" timeOffset="193277.56">8827 9032 1932 0,'0'0'347'16,"0"0"-270"-16,0 0 62 15,-2 112 11-15,2-60-75 16,0 4 8-16,0-6-12 16,0-6-43-16,0-9-13 15,0-14-6-15,0-9-3 16,0-12 1-16,0 0 11 16,-4-12 41-16,2-18-35 15,-4-16-14-15,4-12-4 16,2-10 12-16,0-8 1 0,8 0 14 15,20 4-24-15,10 5-9 16,8 15-1-16,4 16-15 16,-4 17 2-16,-7 19-1 15,-12 3-4-15,-14 29-2 16,-13 8 6-16,-5 4 14 16,-22-4 1-16,-4-4 2 15,4-8 4-15,5-12-5 16,9-6 7-16,9-8 0 15,4-2 2-15,0 0-10 16,17 0-29-16,12-5-27 16,6 3 14-16,4 2 9 0,-1 2 18 15,-3 18 14-15,-6 11-1 16,-8 8 0-16,-13 5 1 16,-8 4 1-16,-6-4 3 15,-23-2 6-15,-11-7 10 16,-3-9 16-16,-3-11-13 15,1-8-8-15,5-7-5 16,4 0-8-16,14-18-1 16,8-3-43-16,14-5-78 15,3 6-201-15,16 2-533 0</inkml:trace>
  <inkml:trace contextRef="#ctx0" brushRef="#br0" timeOffset="193638.12">9413 8383 1388 0,'0'0'172'15,"0"0"58"-15,114 85-63 16,-60 4-6-16,-14 36 30 0,-25 32-25 16,-15-8-50-16,-5-33 31 15,-21-40-15-15,6-30-31 16,0 2-36-16,1 0-30 15,2-5-23-15,6-14-12 16,6-9-35-16,5-16-104 16,0-4-160-16,14 0-409 0</inkml:trace>
  <inkml:trace contextRef="#ctx0" brushRef="#br0" timeOffset="194387.11">10296 8833 1106 0,'0'0'159'16,"0"0"105"-16,0 0-16 15,0 0-155-15,0 0-18 16,0 0 32-16,0 0 11 16,-15-26 18-16,15 26 24 15,0-2-16-15,0 2-28 16,23 0-58-16,14 0-16 16,9 0-19-16,6 0-11 0,1 0-12 15,-2 4 0-15,-4 1-2 16,-5-3-29-16,-8 1-53 15,-7-3-38-15,-11 2-34 16,-8 0-62-16,-8 3-28 16,-2 2-36-16,-11-3-279 0</inkml:trace>
  <inkml:trace contextRef="#ctx0" brushRef="#br0" timeOffset="194630.11">10149 9039 916 0,'0'0'622'15,"0"0"-547"-15,0 0 246 16,0 0-122-16,0 0-60 16,0 0 21-16,165 51-47 15,-96-51-34-15,-2-3 0 16,-7-6-43-16,-13 2-25 15,-12 5-11-15,-12 2-45 16,-19 0-124-16,-4 11-205 16,0-1-99-16</inkml:trace>
  <inkml:trace contextRef="#ctx0" brushRef="#br0" timeOffset="205581.94">28000 14404 1235 0,'0'0'818'16,"0"0"-625"-16,0 0 93 16,0 0-137-16,0 0-149 15,127 50-25-15,-87-40-437 16,-13-3-712-16</inkml:trace>
  <inkml:trace contextRef="#ctx0" brushRef="#br0" timeOffset="-205808.52">11567 8555 1023 0,'0'0'165'16,"0"0"52"-16,0 0 90 15,0 0-32-15,0 0-32 16,0 0-27-16,31-95-14 16,-31 95-79-16,0 8-79 15,0 42-32-15,0 49 26 16,-5 47 23-16,-9 21-6 15,-5-1-4-15,3-38 3 16,3-42-2-16,4-26-22 16,4-14-19-16,1 0-10 15,2-2-1-15,0-11-4 0,-1-15-47 16,3-14-66 0,-6-6-40-16,-3-18-377 0,0-8-1037 0</inkml:trace>
  <inkml:trace contextRef="#ctx0" brushRef="#br0" timeOffset="-205499.64">11509 8534 1026 0,'0'0'272'0,"0"0"-23"15,149-66 77-15,-73 51-65 16,-3 8-52-16,-4 7-74 16,-15 24-74-16,-16 17-11 15,-22 18 4-15,-16 3-29 16,-5 2 0-16,-31-4 14 16,-6-14 15-16,0-11-14 15,1-15-13-15,8-12-12 16,6-8-6-16,8 0-9 15,7-5-53-15,12-16-129 16,0 5-373-16,0 2-542 0</inkml:trace>
  <inkml:trace contextRef="#ctx0" brushRef="#br0" timeOffset="-204721.03">12744 8256 876 0,'0'0'555'16,"0"0"-331"-16,0 0-38 15,0 0 23-15,0 0-25 16,0 0-21-16,0 0 2 0,-31 11-9 16,8 8-39-16,-4 6-20 15,-2 15-12-15,-2 29-21 16,4 42 5-16,10 39-28 16,15 12 10-16,2-22-3 15,8-43-17-15,13-44-9 16,0-9-8-16,6 1-13 15,2-1 5-15,0-3-6 16,-4-14-8-16,-7-7-50 16,-7-9-59-16,-7-11-70 15,-4 0-106-15,0 0-569 0</inkml:trace>
  <inkml:trace contextRef="#ctx0" brushRef="#br0" timeOffset="-203759.01">13747 8361 1373 0,'0'0'220'15,"0"0"38"-15,0 0-10 16,0 0-179-16,0 0-54 16,0 0 47-16,-16 161 77 15,1-77-13-15,-4 5-4 16,-2-2-24-16,-2-6-19 16,3-12-25-16,0-8-14 15,7-6-7-15,0-7 0 16,3-11-16-16,6-8-10 15,-1-11-1-15,5-12-4 16,0-6 4-16,0 0 10 16,0-24 4-16,0-10-19 0,0-7 1 15,7-7-2-15,1-1 2 16,2-6-2-16,1-6 1 16,7-6-1-16,-1-9 0 15,6-6 0-15,-1 3 0 16,1 6-1-16,-4 9 1 15,0 14 1-15,-6 14 0 16,-2 9-1-16,-2 7 1 16,-3 6 7-16,-1 2 5 15,1 5 5-15,2 5 11 16,3 2-2-16,1 0-15 16,11 18 1-16,4 17 19 15,4 12-2-15,-2 18-8 0,0 9 8 16,-4 11-1-1,-3-1-7-15,-2-4-7 0,0-10-2 16,-3-7-4-16,0-14-8 16,-5-3 1-16,-2-8-1 15,-6-6 0-15,1-3 1 16,-5-8-2-16,2-7-14 16,-2-3-36-16,0-6-21 15,0-5 4-15,0 0 4 16,-7 0-43-16,-9-12-57 15,-13-8-86-15,6 3-260 16,-2 0-145-16</inkml:trace>
  <inkml:trace contextRef="#ctx0" brushRef="#br0" timeOffset="-203540.49">13606 8883 1787 0,'0'0'241'0,"0"0"30"16,0 0-35-16,0 0-163 15,139-82-34-15,-81 56 7 16,0 0-19-16,-5-1-14 16,-4 1-13-16,-5 3-28 15,14-14-152-15,-11 9-379 16,-7 0-670-16</inkml:trace>
  <inkml:trace contextRef="#ctx0" brushRef="#br0" timeOffset="-203189.6">14480 7993 1222 0,'0'0'511'16,"0"0"-401"-16,0 0 220 15,0 0-168-15,0 0-88 0,0 0-31 16,0 0-8 0,-120 7-1-16,101 18 30 0,4 3-11 15,1 6 11-15,4 3-4 16,5 4-14-16,5-1-14 15,0-3-19-15,0-5-2 16,21-6-10-16,2-6 6 16,10-8-5-16,2-8 5 15,1-4-1-15,1 0-6 16,-1-6-23-16,1-2-98 16,-8 4-182-16,-6 0-373 0</inkml:trace>
  <inkml:trace contextRef="#ctx0" brushRef="#br0" timeOffset="-201588.66">15292 8973 462 0,'0'0'195'16,"0"0"-84"-16,0 0 97 15,0 0 66-15,0 0-86 16,0 0-70-16,0 0 68 16,0 19 7-16,0-16-14 0,2-1-24 15,-2 0-29-15,0-2 23 16,0 0-5-16,0 0-34 15,0-7-48-15,0-9-40 16,0-3-7-16,0-1 3 16,0-4 0-16,0 0-8 15,0-2-2-15,0-6 4 16,4-2-6-16,9-5-6 16,3-2 1-16,3-1-1 15,2-1 1-15,-1 3-1 16,1 6 0-16,-2 4 0 15,2 1 0-15,6 4-1 16,-1 1 1-16,6 0-1 0,-1 0-11 16,-2 5 0-1,-5 5 4-15,-4 6 2 0,-6 7 5 16,-3 1-10-16,-3 0 4 16,2 0 6-16,1 8 0 15,-1 0 0-15,2-2 1 16,1 0 0-16,1 1 0 15,-3 4 0-15,-3 1 0 16,1 2-1-16,1 4 1 16,-6 2-1-16,2 2 1 15,-1 2-1-15,1 3 1 16,2 2 0-16,-4 3 0 16,3 0 0-16,-5 5 0 15,0 1 0-15,-2 0 1 0,0 0-1 16,0 0 0-16,0 0 0 15,0-2 1-15,0 0 5 16,0-2 3-16,0-4 0 16,0-2 1-16,0-7-1 15,0-4-1-15,0-2-2 16,0-3-5-16,0-3 7 16,0 1-7-16,0-3 0 15,0 1 0-15,2-3 0 16,-2-3 1-16,2-2-2 15,-2 0 1-15,0 0-1 16,2 0-2-16,0 0-19 16,2 0-21-16,4 0-38 0,17-22-92 15,-4 1-363-15,6-8-737 16</inkml:trace>
  <inkml:trace contextRef="#ctx0" brushRef="#br0" timeOffset="-200748.31">16511 8270 590 0,'0'0'397'0,"0"0"-140"16,0 0-148-16,0 0-51 15,0 0 6-15,0 0 52 16,0 0 15-16,0 0-9 0,0 0 51 15,0 0 24-15,0 0-60 16,0 0-49-16,0 0-42 16,0 0-26-16,0 2-11 15,-9 8 8-15,-2 1 12 16,0 3 3-16,0 7 11 16,-3 5-7-16,3 10-2 15,-3 13-4-15,4 11 3 16,-4 10-4-16,3 8-12 15,2 1-7-15,5-3-2 16,2-4-7-16,2-11 14 16,0-6-3-16,2-7-4 15,11-6-7-15,3-7 0 0,1-6 0 16,-3-7 1 0,-1-6-1-16,-4-7 0 0,-4-2 0 15,-1-5 0-15,3-2 5 16,4 0-5-16,2 0-1 15,5 0-49-15,6-4-120 16,-5-1-361-16,-6 5-743 0</inkml:trace>
  <inkml:trace contextRef="#ctx0" brushRef="#br0" timeOffset="-199915.41">17043 8318 1476 0,'0'0'188'15,"0"0"-144"-15,0 0 84 0,-60 152 34 16,38-76-22-16,0 5-41 16,4-3 2-16,3-6-17 15,4-12-42-15,1-14-23 16,8-14-1-16,0-15-9 16,2-5-8-16,0-12 10 15,0 0 24-15,0-12 55 16,0-17-63-16,0-11-20 15,0-12-5-15,0-6-1 16,6-5 0-16,10 5 0 16,7 4 0-16,1 7 0 15,5 4 0-15,7 3 0 16,0 6 2-16,-1 6-2 16,-2 7 0-16,-6 14 16 15,-4 7 2-15,-6 11-13 0,1 26 11 16,0 13 20-16,-4 8-12 15,-4 8-11-15,-1 1-4 16,1-2-9-16,-4-4 5 16,-2-6-5-16,1-9 0 15,-3-11 0-15,2-7 0 16,1-8-1-16,0-10-46 16,3-10-45-16,3 0-30 15,5-23-84-15,-1-6-350 16,-5 0-614-16</inkml:trace>
  <inkml:trace contextRef="#ctx0" brushRef="#br0" timeOffset="-199719.54">16972 8814 49 0,'0'0'1556'15,"0"0"-1206"-15,0 0-1 16,0 0-101-16,0 0-129 15,0 0-55-15,0 0-7 16,139-56-29-16,-79 31-19 16,2-1-9-16,14-8-35 15,-18 8-228-15,-11 1-507 0</inkml:trace>
  <inkml:trace contextRef="#ctx0" brushRef="#br0" timeOffset="-199413.43">17560 8446 1908 0,'0'0'236'0,"0"0"-152"16,0 0 110-16,0 155-39 15,0-88-46-15,0-2-4 16,14-9-37-16,9-12-30 16,8-14-15-16,13-14-4 15,8-14-4-15,6-2-4 16,0-12-10-16,-10-17 0 15,-5-6 8-15,-14-7-7 16,-9-6 5-16,-9-1-6 16,-6 1 7-16,-5 4 8 15,0 8 20-15,0 6-3 0,-9 7-15 16,-1 2-12-16,4 7-6 16,-1 5 0-16,1 1-10 15,1 7-57-15,0 1-96 16,5 0-528-16</inkml:trace>
  <inkml:trace contextRef="#ctx0" brushRef="#br0" timeOffset="-198811.18">18223 8450 1957 0,'0'0'217'0,"0"0"-107"16,0 107 200-16,11-56-117 0,0 0-92 15,0-5-42-15,-4-7-15 16,-5-6-20-16,-2-9-11 16,0-10-4-16,0-6-7 15,0-8-1-15,0 0 14 16,0-9 1-16,0-24-4 16,0-15-11-16,0-14-1 15,0-6-2-15,0-1 1 16,0 9 0-16,0 10 1 15,20 9 1-15,9 9-1 16,4 6 0-16,8 8 0 16,-1 11-1-16,-5 7-5 0,-8 7 0 15,-11 26-1-15,-14 10 5 16,-2 7 2-16,-22 5 0 16,-14-7 0-16,1-6 1 15,6-10-1-15,6-10 1 16,9-12-1-16,12-7 2 15,2-3 7-15,0-5-9 16,23-17-15-16,8-2-22 16,10 0-12-16,5 4-5 15,1 10 14-15,0 10 22 16,-8 0 10-16,-2 24 7 16,-16 10 0-16,-9 8 0 15,-12 3 1-15,-2-1 9 0,-27-3 26 16,-12-6 7-16,-5-9 6 15,-6-6-13-15,4-11-11 16,1-4-11-16,7-5-12 16,7 0 0-16,10-5-1 15,7-8-40-15,12-3-44 16,4-1-39-16,16-18-158 16,15 7-405-16,2-2-827 0</inkml:trace>
  <inkml:trace contextRef="#ctx0" brushRef="#br0" timeOffset="-198496.63">18704 8093 1575 0,'0'0'348'16,"0"0"-111"-16,0 0-64 15,0 0-24-15,123 112-26 16,-80-43-47-16,-12 8-15 16,-16 11-19-16,-15 1-17 15,0-4-14-15,-13-9-1 16,-7-16-9-16,-1-16 7 0,8-16-8 15,5-12-24-15,8-16-158 16,0-6-286-16,0-14-1565 0</inkml:trace>
  <inkml:trace contextRef="#ctx0" brushRef="#br0" timeOffset="-198053.3">19208 7683 644 0,'0'0'742'0,"0"0"-541"15,0 0 10-15,119 78 50 16,-46 1-67-16,7 38-4 15,-17 39-22-15,-26 19-44 16,-32-3-39-16,-7-14-40 0,-23-43-2 16,0-29-18-16,6-28-13 15,3-14-6-15,-4 2-5 16,2-2 4-16,0 1-5 16,-8-11-39-16,5-10-159 15,1-12-473-15</inkml:trace>
  <inkml:trace contextRef="#ctx0" brushRef="#br0" timeOffset="-196453.85">10983 9798 430 0,'0'0'340'0,"0"0"-159"15,0 0 130-15,0 0-62 16,0 0-90-16,140-5-25 16,-89 5-2-16,12 0 4 15,11 0 10-15,3 0-41 16,4 8-59-16,-4 2-18 15,-7 2-13-15,-3 0-14 16,-7 2 1-16,0-2-1 16,5-1 1-16,3-2 17 15,4-2 58-15,2 0-11 0,-1 2-20 16,1-3-3-16,1 2-9 16,4-2-11-16,1-3 4 15,0 2-8-15,3-1-4 16,-3-1-6-16,0 2 0 15,2 1-3-15,1-3-5 16,1 4 0-16,3-2 0 16,0 2 0-16,-4-1 1 15,-2 1-1-15,-10 0 4 16,-5 0-5-16,-5 0 0 16,-1-2 1-16,2 0 0 15,5-1 0-15,9-2 0 16,9-2 0-16,6 2-1 0,7-2 1 15,2 0 0-15,0 0 0 16,3 0 0-16,18 0 0 16,21-4 5-16,32-10-5 15,11 0 0-15,-7 4 5 16,-10 6 0-16,-21 0-4 16,5 4-1-16,2-4 8 15,4-1 0-15,6 2-3 16,6-6-5-16,8 2 1 15,10 0-1-15,5 7 0 16,8 0 0-16,4 0 1 16,0 14-2-16,9 5 0 0,9-6 0 15,6 1 0-15,8 1 0 16,-3-1 0-16,-11 1 0 16,-18-2 2-16,-18-3-2 15,-11 0-2-15,-7 0 1 16,-12-6 0-16,-36-2-6 15,-37-2-2-15,-35 0 8 16,-20 0-34-16,-2-2-72 16,-2-4 31-16,0 2-8 15,-4 2 6-15,12 2-54 16,-4 0-164-16,-2 0-209 0</inkml:trace>
  <inkml:trace contextRef="#ctx0" brushRef="#br0" timeOffset="-195979.84">14376 10447 78 0,'0'0'652'16,"0"0"-652"-16,0 0-221 0</inkml:trace>
  <inkml:trace contextRef="#ctx0" brushRef="#br0" timeOffset="-195432.7">13919 10740 1962 0,'0'0'233'0,"0"0"-175"16,0 0 219-16,0 0-190 0,0 0-49 15,4 178 70-15,-2-45 13 16,-2-4-30-16,0-22-21 15,-2-30-15-15,-7-23-20 16,-2 6-16-16,0 2-5 16,1-1-13-16,2-15 5 15,1-14-6-15,5-18-8 16,-2-14-18-16,-4 0 14 16,-2-37 2-16,-9-18-20 15,-2-16-5-15,-2-13 13 16,3-11 16-16,9 1 6 15,9-2 0-15,2 2-1 16,20-2 0-16,20-3-1 0,16 3-4 16,8 4 5-16,7 9-6 15,-2 19 7-15,-6 17 0 16,-12 24 9-16,-11 21 0 16,-11 4-9-16,-6 34 0 15,-12 16 8-15,-11 12 4 16,0 6 1-16,-31 1-1 15,-20-1 6-15,-14-6 15 16,-9-3-2-16,-1-10-8 16,6-9-14-16,17-12-9 15,15-15-2-15,14-12-26 16,11-3-13-16,10-13-66 16,10-23-89-16,17 6-408 0,14 2-370 15</inkml:trace>
  <inkml:trace contextRef="#ctx0" brushRef="#br0" timeOffset="-195192">14592 10555 1817 0,'0'0'356'15,"0"0"-146"-15,0 0 1 16,0 0-98-16,-101 119-32 15,88-46-5-15,4 8 0 0,4 1-14 16,5-6-23-16,3-10-16 16,19-11-16-16,7-14-7 15,8-9-59-15,6-12-91 16,20-9-202-16,-12-3-419 16,-4-6-439-16</inkml:trace>
  <inkml:trace contextRef="#ctx0" brushRef="#br0" timeOffset="-194892.68">14891 11275 1156 0,'0'0'570'0,"0"0"-179"16,0 0-54-16,0 0-147 15,0 0-94-15,15-153-29 16,-7 86-1-16,2-12-19 16,3-3-6-16,1 0-8 15,1 5-20-15,5 16-1 0,0 11 3 16,-2 16 4-16,2 12 1 15,-2 14 10-15,2 8-18 16,5 18-12-16,2 23 1 16,1 20-1-16,-4 11 2 15,1 4 4-15,0 5-5 16,-3-9 0-16,-2-10 0 16,-2-12 0-16,-5-14-1 15,-3-12-13-15,-6-12-72 16,-4-9-58-16,-2-10-38 15,-19-18-188-15,-1-1-547 0</inkml:trace>
  <inkml:trace contextRef="#ctx0" brushRef="#br0" timeOffset="-194748.96">14933 11017 1169 0,'0'0'294'16,"0"0"-23"-16,0 0 261 15,0 0-289-15,0 0-130 16,0 0-42-16,0 0-38 15,129-50-33-15,-36 4-76 16,-14 5-422-16,-15 1-762 0</inkml:trace>
  <inkml:trace contextRef="#ctx0" brushRef="#br0" timeOffset="-194472.97">15472 10724 1847 0,'0'0'227'16,"0"0"-56"-16,5 118 81 0,1-58-126 15,7-4-53-15,5-6 21 16,7-11-16-16,4-13-38 16,9-12-5-16,7-14-7 15,3 0-17-15,2-14-10 16,-8-11 1-16,-9-2-1 16,-10-5 7-16,-11-4-2 15,-8-7-5-15,-4-7 0 16,0-5 5-16,-19-3-5 15,3 3 11-15,1 5-6 16,4 7-5-16,2 13-1 16,2 12-6-16,7 13-57 15,0 5-174-15,0 0-1000 0</inkml:trace>
  <inkml:trace contextRef="#ctx0" brushRef="#br0" timeOffset="-193947.53">16106 10798 2112 0,'0'0'277'0,"0"0"-200"15,25 106 122-15,-13-55-26 16,-1-2-115-16,-2-6-38 16,-4-9-7-16,-5-12-11 15,0-10-1-15,0-10-1 16,0-2 0-16,0-14 6 0,-2-20-6 15,-4-12 0-15,6-13-9 16,0-8 8-16,17-4 1 16,16 3-1-16,11 8-7 15,8 12-20-15,-3 17 4 16,-9 18 6-16,-9 13 9 16,-15 5-10-16,-16 27 5 15,0 9 8-15,-25 1 6 16,-12 0 0-16,-2-5 1 15,4-10-1-15,12-8 5 16,12-12-5-16,11-7-6 16,0 0 6-16,16-12-9 15,10-2-16-15,9 1-15 0,0 12 3 16,1 1 17 0,-3 16 13-16,-2 21 6 0,-8 10 1 15,-15 10 27-15,-8 3 2 16,-6-5 18-16,-25-2 15 15,-7-7 7-15,-7-12-26 16,-1-8-20-16,-2-12-17 16,6-10-6-16,4-4-11 15,9-7-39-15,14-15-50 16,15-22-171-16,2 9-354 16,18 3-327-16</inkml:trace>
  <inkml:trace contextRef="#ctx0" brushRef="#br0" timeOffset="-193653.37">16868 10385 1307 0,'0'0'404'16,"0"0"-113"-16,53 103 45 16,-44 8-88-16,-9 32-102 15,-24-3-43-15,-16-29 7 16,3-37-33-16,11-28-31 0,-3 0-27 16,-5 0-19-16,-2-2 0 15,1-14-64-15,-17-16-97 16,10-10-207-16,3-4-1094 0</inkml:trace>
  <inkml:trace contextRef="#ctx0" brushRef="#br0" timeOffset="-192451.57">17532 10985 52 0,'0'0'949'16,"0"0"-737"-16,0 0-75 0,0 0 3 16,0 0-102-1,0 0-38-15,0 0-13 0,15-21-1 16,-15 21 14-16,0 0 0 15,0 0 20-15,-2 12 32 16,-9-2 39-16,2 3-17 16,2-6-27-16,7 0-33 15,0-3-14-15,50-4 0 16,0 0-208-16,6 0-750 0</inkml:trace>
  <inkml:trace contextRef="#ctx0" brushRef="#br0" timeOffset="-169301.48">20855 8886 918 0,'0'0'316'16,"0"0"-42"-16,0 0-12 16,0 0-58-16,0 0-34 15,0 0-48-15,0 7-11 16,7-7-22-16,11 0 26 15,9 0-24-15,4 0-27 16,5 0-24-16,1-4-19 0,1-2-12 16,-2 2-9-16,-4 2 0 15,-5-1-11-15,-8 3-44 16,-3 0-52-16,-3 0-51 16,-2 0-119-16,-4 0-90 15,-5 0-453-15</inkml:trace>
  <inkml:trace contextRef="#ctx0" brushRef="#br0" timeOffset="-169025.53">20826 9152 1030 0,'0'0'175'15,"0"0"-104"-15,0 0 132 16,0 0-39-16,0 0 0 16,0 0-30-16,0 0 7 15,106 42-16-15,-62-42-17 16,7 0-19-16,5-3-10 16,-3-6-33-16,-4-1-28 15,-11 2-18-15,-13 1-12 16,-23 7-115-16,-2 0-265 15,-9 0-439-15</inkml:trace>
  <inkml:trace contextRef="#ctx0" brushRef="#br0" timeOffset="-155946.45">22072 8580 1525 0,'0'0'313'16,"0"0"-98"-16,0 0 109 15,0 0-122-15,11-20-58 16,-8 20-44-16,0 0-31 15,3 10-42-15,3 21 33 16,-1 15 1-16,2 15 8 16,-4 16 9-16,-1 7-11 0,-3 8-14 15,-2 0-13-15,0 3-13 16,-7-1-6-16,-6-6-14 16,-3-4-6-16,0-8 1 15,1-11-1-15,4-10 5 16,0-12-6-16,4-14 0 15,3-8-1-15,0-10-7 16,1-6-13-16,3-5-4 16,-4 0-5-16,1-5-22 15,-1-18-62-15,1-9-66 16,3-28-68-16,0 8-261 16,0 4-234-16</inkml:trace>
  <inkml:trace contextRef="#ctx0" brushRef="#br0" timeOffset="-155300.66">22122 8628 1557 0,'0'0'474'0,"0"0"-275"16,0 0-20-16,0 0-102 15,0 0-40-15,138-71 15 16,-95 60 6-16,-2 8-7 15,-3 3-18-15,-1 0-14 16,-4 12-2-16,-4 11-4 16,0 12 9-16,-5 2-2 15,-4 8-5-15,-5-1-2 16,-5 2-2-16,-8-3-10 16,-2-6 5-16,0-1 3 15,-12-5 0-15,-5-2 10 16,-3-2 8-16,-2-5-4 0,-1-3-7 15,-1-5-2-15,-3-4 2 16,0-3 2-16,-2-3-1 16,0-4-2-16,2 0 2 15,3 0-3-15,4-4 1 16,7-5-3-16,-1 4-6 16,5 0-6-16,3 2 1 15,-1-1-1-15,2 2 0 16,1 2-9-16,-3-3 8 15,3 1-5-15,0 2 5 16,-1-2 1-16,0 1 1 16,3 1-1-16,0 0-1 15,2 0-5-15,-2 0-5 0,0 0-2 16,2 0-9 0,0 0-82-16,0-5-63 0,0-1-135 15,0 3-449-15</inkml:trace>
  <inkml:trace contextRef="#ctx0" brushRef="#br0" timeOffset="-153806.64">23236 8325 1330 0,'0'0'257'0,"0"0"-97"16,0 0-6-16,0 0-74 0,0 0 33 16,-71 131 33-1,56-47-1-15,1 3 8 0,-1 7-2 16,1 0-40-16,3-23-55 16,4 2-26-16,2-10-10 15,5-16-6-15,0-6-8 16,0-11-5-16,12-6 0 15,-3-8 0-15,1-5-1 16,-2-2 0-16,-2-6-6 16,-1 0-15-16,-3-3-31 15,0 0-40-15,4 0-16 16,2-17-26-16,3-3-153 16,5-9-69-16,-3 4-151 15,-3 6-240-15</inkml:trace>
  <inkml:trace contextRef="#ctx0" brushRef="#br0" timeOffset="-153340.95">23422 9145 1255 0,'0'0'582'0,"0"0"-323"16,0 0 34-16,0 0-130 0,0 0-84 15,0 0-43-15,0 0 28 16,0-123-15-16,10 80 0 16,3-4 18-16,3-6-13 15,2-1-10-15,2-1-17 16,5 0-20-16,0 8-5 15,-1 10-1-15,-4 12-1 16,-2 13 0-16,1 12-9 16,2 7-5-16,-1 28 4 15,0 14 10-15,-2 6 9 16,-7 7-7-16,-4-1 5 16,-3-5-1-16,-4-4-5 15,2-4 1-15,-2-7-1 0,3-7 0 16,-1-9 0-16,2-6-1 15,5-9 0-15,0-6-9 16,0-4-3-16,2 0-20 16,1 0-35-16,-10-14-70 15,-2-2-176-15,0 0-357 0</inkml:trace>
  <inkml:trace contextRef="#ctx0" brushRef="#br0" timeOffset="-153167.39">23457 9006 1562 0,'0'0'484'16,"0"0"-270"-16,0 0 41 15,0 0-157-15,0 0-47 16,0 0-32-16,142-42-9 0,-82 22-8 16,1 3-2-16,13-15-73 15,-16 4-175-15,-10 0-345 0</inkml:trace>
  <inkml:trace contextRef="#ctx0" brushRef="#br0" timeOffset="-152912.83">24099 8372 45 0,'0'0'1655'16,"0"0"-1404"-16,0 0-12 0,0 0-71 15,0 0-112-15,0 0-7 16,0 0 37-16,-94 127-19 16,92-90-4-16,2-7-26 15,0-2-19-15,2-5-8 16,16-5-9-16,2-3 8 16,5-4-9-16,2-4-53 15,13 0-111-15,-7-4-157 16,-2 1-415-16</inkml:trace>
  <inkml:trace contextRef="#ctx0" brushRef="#br0" timeOffset="-152508.89">24371 9131 1483 0,'0'0'274'15,"0"0"-122"-15,0 0 192 16,0 0-183-16,0 0-91 16,0 0 13-16,0 0-13 15,-27-78-19-15,25 40 18 16,2-1-7-16,0-7-17 16,0-3-21-16,11-1-21 15,11-2-3-15,7-1-7 16,5 3 7-16,3 6 0 0,4 8 0 15,-3 10-1 1,-5 11 0-16,-4 12 0 0,-4 3-8 16,-4 14-2-16,-2 21 5 15,-3 6 5-15,-3 10 0 16,-7 0 1-16,-2-2 1 16,-4-5-1-16,0-7 1 15,0-4 0-15,0-5-1 16,-4-6 0-16,0-3 0 15,4-7-85-15,0-5-212 16,0-5-470-16</inkml:trace>
  <inkml:trace contextRef="#ctx0" brushRef="#br0" timeOffset="-152021.58">25152 8522 1385 0,'0'0'355'0,"0"0"-275"16,0 0 95-16,-21 135 8 16,5-63-71-16,-1 4 16 15,-1-9 10-15,2-12-77 16,3-11-39-16,6-13-14 15,1-11-7-15,3-10 0 0,1-6 7 16,2-4 8-16,-2 0 53 16,2-25 4-16,0-10-49 15,0-11-12-15,0-12 1 16,11-9-4-16,7 1-8 16,4 0-1-16,5 6-1 15,-3 9 1-15,1 17 0 16,-2 12 6-16,-4 18-6 15,-1 4-6-15,2 18-5 16,0 20 11-16,-4 7 0 16,-1 4 10-16,-4 2-8 15,-1-3 7-15,-4-6-8 16,-2-7-1-16,1-3 1 16,-1-6-1-16,-2-5 0 15,1-3-1-15,2-6-54 0,-1-5-91 16,2-7-147-16,-1 0-250 15,-1 0-367-15</inkml:trace>
  <inkml:trace contextRef="#ctx0" brushRef="#br0" timeOffset="-151832.17">25017 8886 400 0,'0'0'1638'15,"0"0"-1395"-15,0 0-89 16,0 0-32-16,0 0-85 16,154 0-25-16,-94-9-12 0,-2 4-10 15,9-7-87-15,-16 7-238 16,-11-3-324-16</inkml:trace>
  <inkml:trace contextRef="#ctx0" brushRef="#br0" timeOffset="-151464.87">25615 8214 1508 0,'0'0'249'0,"0"0"-181"15,0 0 267-15,0 0-157 16,0 0-123-16,0 0-33 16,0 0 27-16,91 61 24 15,-57-4 34-15,-7 25-42 16,-12 28-20-16,-13-3-14 15,-2-12-16-15,0-12-13 16,-7-23 4-16,-8 3-6 0,-3 7 0 16,-2-11-69-1,-12 8-102-15,7-18-352 0,-2-11-904 0</inkml:trace>
  <inkml:trace contextRef="#ctx0" brushRef="#br0" timeOffset="-149109.33">26321 8426 1295 0,'0'0'387'15,"0"0"-159"-15,0 0-6 16,0 0-130-16,0 0-58 16,0 0 18-16,2 59 51 15,1-22 24-15,-3 13-5 16,0 9-42-16,0 8-23 15,0 5-17-15,0-2-14 16,0-3-11-16,0-7-8 0,2-8-4 16,16-7-2-1,5-8 0-15,0-7 5 0,4-9 1 16,-2-5-5-16,2-8 4 16,0-4 3-16,2-4 0 15,0 0 1-15,0-18-1 16,0-8 3-16,-5-9-4 15,0-5 1-15,-3-8 21 16,-5-6 1-16,-3-4-13 16,-3-4-12-16,-2-2-5 15,-4 1 5-15,-4 8 0 16,0 6-5-16,0 11 8 0,0 8 19 16,0 10 19-16,0 6 8 15,0 5-7-15,0 0-22 16,0 1-15-16,0 2-11 15,0 4-2-15,0 0-14 16,0 0-53-16,0-1-66 16,2 2-83-16,3-3-502 0</inkml:trace>
  <inkml:trace contextRef="#ctx0" brushRef="#br0" timeOffset="-148282.45">17712 8381 1167 0,'0'0'162'16,"0"0"-99"-16,0 0 5 16,0 0-29-16,0 0-20 15,0 0-3-15,0 0 4 16,12-5-20-16,-6-6-347 0</inkml:trace>
  <inkml:trace contextRef="#ctx0" brushRef="#br0" timeOffset="-146937.33">27320 8492 1579 0,'0'0'474'15,"0"0"-331"-15,0 0-66 0,0 0-39 16,7 140 70 0,4-60-5-16,2 7-2 0,-4-3-13 15,-2-6-12-15,-2-7-25 16,-3-9-26-16,-2-2-5 15,2-8-9-15,-2-2-5 16,4-6-5-16,-2-5-1 16,3-10 0-16,1-5 0 15,-4-12-10-15,1-10-60 16,0-2-3-16,-1-41-21 16,0-5-249-16,-2-5-417 0</inkml:trace>
  <inkml:trace contextRef="#ctx0" brushRef="#br0" timeOffset="-146651.68">27389 8514 1287 0,'0'0'220'15,"0"0"-150"-15,147-58 203 0,-87 52-96 16,-4 6-86-1,-14 18-57-15,-13 22 0 16,-11 10 3-16,-15 7 31 16,-3-1-10-16,-19-3 41 15,-16-4 24-15,-11-7-15 16,-10-6-14-16,0-10-53 0,4-6-24 16,12-8-10-16,16-6-7 15,15-6-22-15,16-12-96 16,24-14-203-16,4-6-680 0</inkml:trace>
  <inkml:trace contextRef="#ctx0" brushRef="#br0" timeOffset="-146404.64">28130 8275 1906 0,'0'0'316'0,"0"0"-242"16,0 0 126-16,-68 139-41 16,55-71-19-16,0 7-25 15,3-1-16-15,4-2-29 16,6-8-37-16,0-12-24 16,6-8-9-16,19-10-13 15,11-8-82-15,22-8-115 16,-5-8-383-16,-6-6-921 0</inkml:trace>
  <inkml:trace contextRef="#ctx0" brushRef="#br0" timeOffset="-146097.4">28412 8983 1407 0,'0'0'875'16,"0"0"-734"-1,0 0 74-15,9-104-113 0,7 53-72 16,-3-7-11-16,1-7-9 15,-3-4 10-15,-1 2 8 16,2 6 5-16,3 11-2 16,4 10-11-16,1 10-13 15,2 14 3-15,0 9-10 16,3 7-8-16,2 11 8 16,2 20 8-16,-6 8-1 15,-2 5 4-15,-3 0-2 16,-5 0-8-16,-4-2 0 0,2-8 0 15,-4-3-1 1,2-8-31-16,-2-5-48 16,-1-8-124-16,1-6-261 0,-3-4 87 15,-2 0-502-15</inkml:trace>
  <inkml:trace contextRef="#ctx0" brushRef="#br0" timeOffset="-145910.33">28427 8721 2011 0,'0'0'314'0,"0"0"-81"15,0 0 4-15,0 0-139 16,0 0-68-16,0 0-16 16,0 0-5-16,166-35-9 0,-91 12-72 15,28-22-62-15,-23 5-158 16,-14 2-414-16</inkml:trace>
  <inkml:trace contextRef="#ctx0" brushRef="#br0" timeOffset="-145668.95">29104 8226 1942 0,'0'0'382'0,"0"0"-266"16,0 0 60-16,0 0-109 15,-130 37-38-15,102 3 4 16,3 8 13-16,9 3-13 0,9-3-13 16,7-6-10-1,0-6-9-15,9-7 5 0,13-8-4 16,8-9 4-16,3-6-6 16,4-6-32-16,22-10-105 15,-10-12-181-15,-9-2-544 0</inkml:trace>
  <inkml:trace contextRef="#ctx0" brushRef="#br0" timeOffset="-143656.06">29547 8872 575 0,'0'0'242'15,"0"0"-113"-15,0 0 182 16,0 0-96-16,0 0-64 15,0 0-26-15,0 0 14 0,0 0 23 16,-3 0 20-16,1 0-21 16,2 0-48-16,-2-12-45 15,2-5-13-15,0-7-1 16,0-8-2-16,0-4-8 16,0-3-13-16,0 2-3 15,4 0-5-15,8 2-8 16,1-2-7-16,3 2-7 15,6-4 8-15,7 0-9 16,2-2 0-16,2 3 2 16,2 6-1-16,-7 8-1 15,-6 7 0-15,-3 7-1 16,-7 8 0-16,2 2-10 16,1 9 2-16,-1 18-5 15,-1 13 8-15,-4 13 6 0,-2 5 1 16,-4 2 5-16,-3-2 1 15,0-3-1-15,0-8-5 16,0-3 7-16,0-7-8 16,0-9 1-16,0-2 0 15,-3-8 0-15,1-2-1 16,-1-2 2-16,1-4-2 16,2-4 0-16,0-4-31 15,0-2-81-15,2 0-86 16,12-16-13-16,-1-5-400 0</inkml:trace>
  <inkml:trace contextRef="#ctx0" brushRef="#br0" timeOffset="-143013.3">30144 8416 2082 0,'0'0'242'16,"0"0"-215"-16,0 0 109 15,0 134-24-15,0-66-54 16,0 3 9-16,0-4-19 16,0-12-19-16,0-11-14 15,0-13-9-15,0-11 2 16,0-8-1-16,0-11-6 16,0-1 13-16,0 0 35 0,0-10 45 15,0-18-47-15,0-13-31 16,0-8-15-16,0-6 0 15,0 1 7-15,11 4-8 16,5 4 0-16,1 3-6 16,10-1 6-16,10 3 1 15,5 3-1-15,4 6-1 16,1 8-29-16,-7 11 14 16,-9 13 5-16,-10 0-13 15,-15 18-1-15,-6 13 16 16,0 1 3-16,-15 0 6 15,-10-4 0-15,-4-2 1 16,5-6 5-16,1-6-5 0,8-2 0 16,6-6 0-1,4-4-1-15,5-2 1 0,0 0-1 16,14 0-22-16,15 0-10 16,7-2-2-16,1 2 18 15,0 0 7-15,-4 4 1 16,-9 18 8-16,-6 4-6 15,-7 9-3-15,-9 3 8 16,-2 2 0-16,-9 0 1 16,-20-4 11-16,-4-7 11 15,-9-4 13-15,-3-7-4 16,-1-8-12-16,-2-6-4 16,6-4-7-16,9 0-1 15,4-2-7-15,11-10-1 16,7-4-53-16,7-6-80 0,4-12-183 15,17 4-416-15,5 2-865 16</inkml:trace>
  <inkml:trace contextRef="#ctx0" brushRef="#br0" timeOffset="-142560.84">30824 8081 1480 0,'0'0'255'16,"0"0"75"-16,0 0-63 16,0 0-142-16,0 0-100 15,0 0-14-15,0 0-3 0,91 60 15 16,-66-19 12-1,-9 8 18-15,-7 11 12 0,-9 9-25 16,0 1-5-16,0-1-11 16,-19-2-4-16,0-6-11 15,-6-6-3-15,-2-2-6 16,-4-9-25-16,-13 8-156 16,8-14-382-16,4-8-712 0</inkml:trace>
  <inkml:trace contextRef="#ctx0" brushRef="#br0" timeOffset="-137639.33">22483 9675 1054 0,'0'0'339'0,"0"0"-189"15,0 0-12-15,125-16-72 16,-69 10-28-16,2 4-9 0,-1 2 31 15,-3 0 19-15,-3 0-14 16,-5 0-1-16,2 6 18 16,1-2-17-16,6 0-26 15,5-4-7-15,6 0-1 16,3 0-11-16,-5 3-10 16,-6-3-3-16,-9 5-6 15,-4-3 0-15,-3 0-1 16,7-2 1-16,30 0 0 15,36 0 1-15,32-9-1 16,-2-2 6-16,-27 7-7 16,-33 4 0-16,-18 0 0 15,6 0 0-15,12 0 0 0,6 0-1 16,-4 0 1 0,0 0 0-16,3 0 0 0,-1-6 0 15,7 0 0-15,4-2 0 16,2 2 1-16,3-2-1 15,2-1 1-15,-2 2-1 16,1-3 0-16,2 2 0 16,-2-2 0-16,18-6 0 15,18 0 0-15,28-2-1 16,8-1-1-16,-7 7 2 16,-8 4 0-16,-18 3 0 15,0-2 0-15,-4 2 0 16,-10-2-1-16,1 2 1 15,-5 1-1-15,-2-3-5 16,-1 1-10-16,1 1 1 0,2-2 9 16,3 2 5-16,3-2 0 15,5 0 0-15,-2 0 1 16,5 2 0-16,3 5 0 16,6 0 0-16,13 0 1 15,12 0-1-15,18 0 0 16,9 2-1-16,12 3 1 15,1 5-1-15,-15 1 1 16,-24 3 1-16,-45-3-1 16,-39-3 0-16,-32-1 0 15,-17-3 0-15,1-2-6 16,1-2 6-16,4 0 0 0,-6 0 1 16,-6-6 6-16,1-4 4 15,-7-1-1-15,-4 6-8 16,-7 1-2-16,-18 4-16 15,-2 0-296-15,-4 0-778 0</inkml:trace>
  <inkml:trace contextRef="#ctx0" brushRef="#br0" timeOffset="-137000.28">26578 9747 1177 0,'0'0'306'0,"0"0"-160"16,0 0 92-16,0 0-66 16,-128 34-54-16,84 0-10 15,-5 12-16-15,-2 15-14 16,4 5 4-16,9 6-8 16,16-4-31-16,20-3-16 15,2-14-6-15,26-10 9 16,19-15 4-16,8-14 14 15,10-12-17-15,3-2-16 16,-3-22-7-16,-7-6-2 0,-11-6-5 16,-12-2 10-16,-14-1-1 15,-9 0 26-15,-10-2 30 16,0 3-18-16,-16 1-5 16,-11 8-19-16,-6 3-18 15,2 6-5-15,2 3-1 16,4 8 0-16,10 4-36 15,8 5-70-15,7 0-103 16,13 14-392-16,10 1-526 0</inkml:trace>
  <inkml:trace contextRef="#ctx0" brushRef="#br0" timeOffset="-136721.49">26955 10340 1285 0,'0'0'642'0,"0"0"-547"16,0 0 176-16,0 0-141 16,0 0-90-16,0 0-28 15,0 0-12-15,-42-107-7 16,61 98 7-16,-5 6 1 16,-5 1 14-16,-7 2-6 15,-2 0-8-15,0 0 13 16,-2 2 79-16,-11 6 29 15,-4-1-55-15,5 0-42 16,2-6-13-16,8-1-10 0,2 0-2 16,12-9-135-1,11-7-233-15,4 2-353 0</inkml:trace>
  <inkml:trace contextRef="#ctx0" brushRef="#br0" timeOffset="-136355">27496 9815 1433 0,'0'0'551'0,"0"0"-476"16,0 0 185-16,0 0-139 0,0 0-88 15,142-63-21-15,-99 63 8 16,-7 22-6-16,-9 11 20 16,-5 14 15-16,-9 5-4 15,-6 7 1-15,-7 8 0 16,0 2-7-16,-5 3-12 16,-12 2 21-16,-6-2-1 15,-1-5 1-15,1-9-16 16,6-9-20-16,3-15-11 15,8-13-1-15,6-14-23 16,0-7-43-16,0-2-4 16,22-34-110-16,1 2-375 0,-6 0-281 15</inkml:trace>
  <inkml:trace contextRef="#ctx0" brushRef="#br0" timeOffset="-136174.71">27469 10249 2123 0,'0'0'224'0,"0"0"-119"16,159-53-14-16,-88 33-67 16,-4 4-24-16,8-4-24 15,-21 4-306-15,-14 2-756 0</inkml:trace>
  <inkml:trace contextRef="#ctx0" brushRef="#br0" timeOffset="-131972.48">14505 7746 409 0,'0'0'198'16,"0"0"-87"-16,0 0-24 15,0 0-47-15,0 0-30 0,0 0-8 16,0 0 4-16,0 0-5 16,0 0 1-16,0 0-2 15,0-2-299-15</inkml:trace>
  <inkml:trace contextRef="#ctx0" brushRef="#br0" timeOffset="-130675.66">16611 7972 916 0,'0'0'218'15,"0"0"-156"-15,0 0 35 16,0 0 32-16,-104 123-68 16,94-105-42-16,6-7-6 15,4-6-12-15,0-5 17 16,0 0 6-16,4-12 26 15,10-12-31-15,1-5-5 16,-1-4 1-16,-3 1 1 16,-2 2 39-16,0 6 5 0,0 4-7 15,-1 6-5-15,4 3-10 16,1 8-19-16,-1 3-19 16,3 0 0-16,1 16-7 15,-1 11 5-15,1 5 2 16,-1 4 1-16,-1 1 19 15,-1-7-5-15,-2-4 3 16,-4-5 4-16,0-10-9 16,-5-3-6-16,-2-6 5 15,0-2 58-15,0 0 67 16,-7 0-43-16,-17 0-53 16,-16 0-41-16,-36 0-59 15,5 6-182-15,1 1-394 0</inkml:trace>
  <inkml:trace contextRef="#ctx0" brushRef="#br0" timeOffset="-121679.56">26722 7844 975 0,'0'0'602'0,"0"0"-493"15,0 0 88-15,0 0-39 16,0 0-140-16,0 0-17 15,-8 28 5-15,8-10-5 16,0-4-1-16,0-5 1 16,0-6 5-16,0-3 3 15,0 0 7-15,0 0 25 16,0 0 29-16,0-3 33 16,0-11-63-16,0-3-24 15,0 3-8-15,0 6 42 16,0 6 10-16,0 2-51 0,0 10-9 15,0 19-2-15,0 6 2 16,-7 5 0-16,-1 5 1 16,2-4 0-16,2-4 8 15,0-3-9-15,4-7-1 16,0-6-6-16,0-3-101 16,-2 1-204-16,-1-7-201 15,-3-3-446-15</inkml:trace>
  <inkml:trace contextRef="#ctx0" brushRef="#br0" timeOffset="-121400.89">26633 8247 1245 0,'0'0'283'16,"0"0"-177"-16,0 0 77 0,0 0-113 16,0 0-55-16,0 0-15 15,0 0 1-15,105-12-1 16,-87 12 0-16,-4 0 0 15,-8 0 0-15,-4 0-1 16,-2 0-16-16,0 0 17 16,-6 7 17-16,-10 0 8 15,1 4-7-15,-2-4-17 16,2-2 0-16,1-3 1 16,2-2 6-16,-1 0-8 15,-4-4 0-15,2-9-39 16,-3-2-58-16,2 1-127 15,3 5-574-15</inkml:trace>
  <inkml:trace contextRef="#ctx0" brushRef="#br0" timeOffset="-111792.06">24687 6767 1378 0,'0'0'142'0,"0"0"-107"16,0 0 35-16,0 0-41 15,0 0-13-15,0 0 98 16,-104 79 33-16,73-27 17 15,-3 8-1-15,3 4-49 16,4 0-28-16,11-8-40 16,16-6-23-16,0-11-5 0,25-12-2 15,17-10-1-15,12-15 10 16,10-2 12-16,4-10-7 16,-6-17-2-16,-9-2-5 15,-10-4 4-15,-14-3 29 16,-10 0 15-16,-9-4 2 15,-10-1-15-15,0 0 0 16,-10 3-11-16,-19 1-25 16,-11 6-16-16,-9 5-5 15,-8 3-1-15,-1 9-6 16,6 9-12-16,13 2-44 16,14 3-84-16,13 0-99 15,12 8-287-15,14 2-127 0,6-1-699 16</inkml:trace>
  <inkml:trace contextRef="#ctx0" brushRef="#br0" timeOffset="-111476.9">25019 6467 1350 0,'0'0'262'15,"0"0"-57"-15,0 0-73 16,0 0-101-16,-75 120-16 15,-1 17 22-15,-51 67 50 16,-29 31 12-16,-10-3-27 16,18-30-49-16,51-77-23 15,33-33-360-15</inkml:trace>
  <inkml:trace contextRef="#ctx0" brushRef="#br0" timeOffset="-77928.24">2603 12746 1420 0,'0'0'670'0,"0"0"-521"0,0 0 160 16,0 0-105-1,0 0-112-15,0 0-38 0,51 1-8 16,1-9-19-16,10-5-13 16,0-1-7-16,1-3-1 15,-3 2-6-15,-4 3-7 16,-5 5-51-16,-7 1-71 16,-3 6-183-16,-12 0-328 15,-14 0-646-15</inkml:trace>
  <inkml:trace contextRef="#ctx0" brushRef="#br0" timeOffset="-77757.79">2759 12985 1164 0,'0'0'979'16,"0"0"-864"-16,0 0 85 16,0 0-69-16,0 0-89 15,0 0-8-15,0 0 6 16,136 17-22-16,-58-37-18 15,34-16-110-15,-16 8-223 16,-19 0-389-16</inkml:trace>
  <inkml:trace contextRef="#ctx0" brushRef="#br0" timeOffset="-77470.6">3831 12731 2167 0,'0'0'254'0,"0"0"-157"16,0 0 38-16,0 0 2 16,0 169-25-16,5-85-35 15,2 10-41-15,-5 4-12 16,0-2-11-16,0-3-12 15,1-11 1-15,-1-16-2 16,0-15-7-16,0-18-67 16,2-16-76-16,-4-17-163 15,0-18-188-15,0-14-692 0</inkml:trace>
  <inkml:trace contextRef="#ctx0" brushRef="#br0" timeOffset="-77193.82">3733 12687 1478 0,'0'0'208'0,"0"0"-145"15,123-112 155-15,-50 75-61 16,8 14-17-16,-3 19-24 16,-11 4-26-16,-13 30-59 15,-19 18-20-15,-20 8 45 0,-15 4 55 16,0 0-6-1,-25-4-30-15,-8-5-20 0,-7-10-17 16,3-6-20-16,-1-12-6 16,4-10-6-16,8-12-6 15,3-1-7-15,9-3-53 16,6-23-89-16,3 2-393 16,5 4-519-16</inkml:trace>
  <inkml:trace contextRef="#ctx0" brushRef="#br0" timeOffset="-76870.48">4681 12363 1920 0,'0'0'276'0,"0"0"-153"15,0 0 135-15,-132 150-136 16,95-79-21-16,6 2-5 16,6-4-30-16,11-11-14 15,10-7-26-15,4-10-18 16,6-9-7-16,19-4-1 15,8-5-7-15,10-2-74 0,19 3-128 16,-8-4-493 0,-12-4-1220-16</inkml:trace>
  <inkml:trace contextRef="#ctx0" brushRef="#br0" timeOffset="-76540.18">4846 13172 1910 0,'0'0'370'0,"0"0"-225"16,0 0 53-16,29-155-128 16,-10 92-39-16,2-1-16 15,-1-1-3-15,-2 3 14 16,0 6 15-16,-3 4 0 0,3 6 0 16,-1 6-15-1,4 8-11-15,-1 11-6 0,0 11 0 16,2 10-9-16,3 5 0 15,0 22 1-15,-4 11 1 16,2 7 8-16,-5 2 2 16,-3 4 3-16,-1-3-4 15,-1-4-10-15,-1-4 0 16,-2-5 1-16,1-8-2 16,-1-4-30-16,-2-9-47 15,5-2-124-15,-3-6-175 16,-1-3-302-16</inkml:trace>
  <inkml:trace contextRef="#ctx0" brushRef="#br0" timeOffset="-76322.67">4957 12996 1916 0,'0'0'534'15,"0"0"-443"-15,0 0 113 16,0 0-131-16,0 0-49 16,118-62-14-16,-64 33-2 15,0 0-8-15,1-4-8 16,8-5-99-16,-17 8-426 16,-8 4-947-16</inkml:trace>
  <inkml:trace contextRef="#ctx0" brushRef="#br0" timeOffset="-76028.47">5679 12457 1594 0,'0'0'299'0,"0"0"-45"16,0 0 83-16,-135 30-172 0,106 1-54 16,11 8-29-1,7 3-12-15,11 0-40 0,0-3-21 16,13-4-9-16,14-9 0 16,6-6-4-16,7-6-23 15,3-8-61-15,21-6-123 16,-10 0-434-16,-6 0-935 0</inkml:trace>
  <inkml:trace contextRef="#ctx0" brushRef="#br0" timeOffset="-75143.82">6034 13043 1482 0,'0'0'538'0,"0"0"-269"16,0 0 42-16,0 0-135 0,0 0-81 16,0 0-34-1,0 0 1-15,-16-138-26 0,32 95-1 16,7-8-5-16,0 1-7 16,4-2-14-16,2 2-4 15,2 1-5-15,5 5 0 16,-3 8-8-16,2 9 8 15,-6 13-2-15,-4 14-16 16,-2 0 6-16,-3 29 11 16,-5 12 0-16,-3 10 1 15,-5 4 0-15,-5 3 6 16,-2-4-6-16,0-1-1 16,0-7 0-16,-7-2 1 15,-4-8-1-15,4-2-10 16,5-8-96-16,2-4-114 0,2-8-362 15,10-6-329-15</inkml:trace>
  <inkml:trace contextRef="#ctx0" brushRef="#br0" timeOffset="-74536.57">6638 12655 1854 0,'0'0'626'16,"0"0"-617"-16,0 0 13 16,0 0 20-16,0 0 1 15,89 104-2-15,-73-47 28 0,-12 3 11 16,-4 1 10-16,0-6-35 16,0-13-23-16,0-10-17 15,0-14-5-15,-2-12-8 16,2-6 13-16,-2-8 15 15,-3-24 1-15,3-16-18 16,0-15-7-16,2-7-5 16,0-6-1-16,0 6-6 15,15 6-8-15,8 10-15 16,3 13-24-16,3 14 14 16,1 11 23-16,-1 10 4 15,-5 6 4-15,-7 11 1 16,-7 20-5-16,-10 8 12 15,0 2 0-15,-16-3 1 16,-4-6 0-16,2-8 7 0,7-9-7 16,6-10-1-16,5-5 0 15,0 0-2-15,10 0-36 16,11-8-27-16,6 0-26 16,2 6 33-16,0 2 34 15,0 8 14-15,-2 18-2 16,-9 6 3-16,-7 6 9 15,-11 3 1-15,0-3 62 16,-20-3 41-16,-11-4-4 16,-5-7-34-16,-4-8-36 15,2-9-12-15,0-7 3 16,7 0-8-16,0 0-5 0,6-12-8 16,3 3-14-16,6 1-32 15,10 0-63-15,4 1-158 16,2 2-430-16</inkml:trace>
  <inkml:trace contextRef="#ctx0" brushRef="#br0" timeOffset="-74235.48">7239 12247 1698 0,'0'0'253'16,"0"0"143"-16,77 133-96 15,-57-51-78-15,-11 6-77 16,-9 3-31-16,0-9-50 15,-11-9-32-15,-12-7-32 16,-4-6-6-16,-26 22-117 16,2-14-185-16,0-12-977 0</inkml:trace>
  <inkml:trace contextRef="#ctx0" brushRef="#br0" timeOffset="-50962.56">3715 13596 720 0,'0'0'182'16,"0"0"-94"-16,0 0 115 15,0 0-12-15,0 0-81 16,-15-13-2-16,15 13 11 16,0 0-50-16,0 0-18 15,0 0-14-15,0 0-6 16,0 0 18-16,0 0 29 15,15-1 20-15,8-1-31 16,6 0-30-16,2-1-6 0,2 1-9 16,-2 2-6-1,3 0 0-15,-1 0-1 0,4 0-3 16,2-2-4-16,3 0-1 16,6-8-1-16,0 2 3 15,4-2-3-15,-5 3 0 16,-7 0 1-16,-5 3 0 15,-8 4-1-15,-4 0-5 16,-6 0 7-16,-1 0-1 16,4 0-1-16,2 0 5 15,9 0 2-15,10 0 2 16,9-3-6-16,8-6 0 16,5 3 10-16,-7 2-13 15,-7 4 0-15,-13 0-6 16,-7 0 0-16,-7 0 0 0,-2 0 0 15,4 0 1-15,3 0-1 16,11 0 6-16,7-5-6 16,11-8 1-16,11-1-1 15,4 2 1-15,5 0 0 16,-7 4 0-16,-3 6 0 16,-8 2-1-16,-4 0 1 15,-3 0-1-15,-2 0 2 16,5 0-1-16,2-5 0 15,8-2 8-15,3-3-8 16,4 4-1-16,-3 3 1 16,-4 3-1-16,-2 0 1 15,3 0-1-15,2 0 1 0,1 0-1 16,11 0 1-16,6 0 1 16,4 0-1-16,9 0 0 15,-2 0-1-15,-3-5 0 16,-6 3 0-16,-14 2 0 15,-12 0 2-15,-10 0-2 16,-13 0 0-16,-7 0 0 16,-8 0 1-16,-7 0 0 15,-8 0 23-15,-1 0 63 16,-1 0-4-16,-2 0-22 16,0 0-14-16,-2 0-4 15,0 0-1-15,0 0-8 0,0 0 1 16,0-5-10-1,3 2-1-15,-1-3-9 0,3 0-8 16,0 0-5-16,-1 2-2 16,3 0 1-16,3-1-1 15,1 2 0-15,2-1 0 16,3-1 0-16,3 5-1 16,-4-5 1-16,-1 3-1 15,-5 0 1-15,-3 2 0 16,-2 0 0-16,-2-3 1 15,0 3-1-15,1 0 0 16,1-1 0-16,1-1 0 16,0 0 1-16,-1 2 0 15,-1 0-1-15,-1 0-2 16,-2 0 1-16,-2 0 0 0,0 0-5 16,0 0 5-16,0 0 1 15,0 0-1-15,0 0 1 16,0 0 1-16,0 0 0 15,0-3-1-15,0 3 1 16,0 0-1-16,0 0 0 16,0 0-30-16,0 0-64 15,0 8-121-15,-15 9-377 16,-1 3-638-16</inkml:trace>
  <inkml:trace contextRef="#ctx0" brushRef="#br0" timeOffset="-6502.62">4074 13944 939 0,'0'0'990'0,"0"0"-843"16,0 0-45-16,0 0-28 15,0 0 59-15,10 131 4 16,3-52 25-16,0 14-44 16,1 3 0-16,-1 0-40 15,0-1-25-15,-4-11-15 16,0-8-16-16,0-8-11 16,-2-14-4-16,-3-12-5 15,0-13-1-15,-1-17-1 0,-3-7-29 16,0-5-29-16,-5-17-51 15,-26-37-212-15,2 1-433 16,0 3-344-16</inkml:trace>
  <inkml:trace contextRef="#ctx0" brushRef="#br0" timeOffset="-6248.44">4001 14203 1202 0,'0'0'164'0,"0"0"27"16,83-123 47-16,-26 81-68 15,11 10 6-15,-4 20-45 16,-6 12-23-16,-12 21-14 16,-12 25 4-16,-18 3 28 0,-12 9-39 15,-4-1-30 1,-13-3-2-16,-14-12-19 0,-4-4-11 16,-2-9-10-16,2-8-4 15,2-8-4-15,4-10-5 16,2-3 1-16,5 0-3 15,7-2-111-15,11-24-110 16,0 3-261-16,16-6-555 0</inkml:trace>
  <inkml:trace contextRef="#ctx0" brushRef="#br0" timeOffset="-5984.98">4703 14008 2002 0,'0'0'230'16,"0"0"-131"-16,0 0 95 16,-83 141-58-16,68-69-16 15,1 6-24-15,10-3-32 16,4-13-38-16,0-15-19 15,20-13-2-15,16-8-5 16,8-11-64-16,30-15-115 16,-12 0-415-16,-10 0-755 0</inkml:trace>
  <inkml:trace contextRef="#ctx0" brushRef="#br0" timeOffset="-5685.72">5095 14543 2087 0,'0'0'264'0,"0"0"-92"16,5-113-18-16,3 48-104 16,4-3-30-16,1-4-14 15,1 6 3-15,-3 12 6 16,2 11 11-16,-1 14 1 16,-2 17 15-16,6 12 4 15,4 0-35-15,5 22-5 16,4 11 10-16,2 11 11 15,-2 4-4-15,-2 1 2 16,-5-3-1-16,-5-5-15 0,-3-8-4 16,-3-11-5-16,-2-4-1 15,0-5-5-15,-4-8-58 16,-3 0-60-16,-2-5-59 16,0-3-54-16,-7-6-528 0</inkml:trace>
  <inkml:trace contextRef="#ctx0" brushRef="#br0" timeOffset="-5505.01">5125 14437 2154 0,'0'0'297'16,"0"0"-63"-16,0 0-43 0,0 0-115 15,0 0-49-15,0 0-27 16,116-118-1-16,-68 86-41 15,12-6-94-15,-15 10-137 16,-9 7-374-16</inkml:trace>
  <inkml:trace contextRef="#ctx0" brushRef="#br0" timeOffset="-5197.69">5806 14103 2223 0,'0'0'297'16,"0"0"-241"-16,0 0 2 0,-8 155 51 16,28-97-58-16,11-7-20 15,7-5 2-15,2-9-16 16,3-16-7-16,-6-9-1 16,-3-12-2-16,-5 0 2 15,-7-7 5-15,-5-15-7 16,-7-10-2-16,-8-7-4 15,-2-5 0-15,0-4 8 16,-7 0-8-16,-8 0 0 16,-2 4 5-16,0 3-6 15,1 4 0-15,5 2-1 16,11-11-41-16,0 11-137 0,0 2-514 16</inkml:trace>
  <inkml:trace contextRef="#ctx0" brushRef="#br0" timeOffset="-4680.58">6431 14127 1607 0,'0'0'260'0,"0"0"-8"16,0 0 69-16,35 114-121 16,-24-90-97-16,-3-8-64 15,-2-4-24-15,-2-6-14 16,-2-6 5-16,-2 0 3 15,0 0 13-15,0-20 22 16,-12-16-27-16,-5-7-16 16,4-3 1-16,4 0-1 0,9 7 4 15,0 3-5-15,12 5 0 16,17 4 0-16,8 5 0 16,3 8-1-16,1 11-5 15,-6 3-4-15,-8 17-3 16,-9 14 7-16,-12 6 0 15,-6-1 5-15,0-4 0 16,-6-6 0-16,-5-10 1 16,4-6 0-16,2-9 1 15,5-1 11-15,0 0 0 16,7 0-12-16,15-1-20 16,5-3-4-16,6 4 6 15,4 4 5-15,-4 20 2 0,-6 11 10 16,-10-4-8-1,-10 3 8-15,-7 2 1 0,-7 0 8 16,-20-8 17-16,-4-2-2 16,-4-4-11-16,-3-10-5 15,0-5 2-15,2-7-3 16,5 0-5-16,7-7-1 16,8-17-79-16,7 2-226 15,9 0-384-15</inkml:trace>
  <inkml:trace contextRef="#ctx0" brushRef="#br0" timeOffset="-4370.68">7151 13825 1450 0,'0'0'203'15,"0"0"-67"-15,0 0 200 16,84 147-90-16,-64-72-69 16,-7 3-70-16,-10-3 1 15,-3-5-31-15,0-15-45 16,-7-6-25-16,-6-15-6 0,-1-6-1 15,1-14-7-15,0-14-116 16,1 0-355-16,6-14-624 0</inkml:trace>
  <inkml:trace contextRef="#ctx0" brushRef="#br0" timeOffset="-3926.67">7897 13124 1422 0,'0'0'224'0,"0"0"-17"16,0 0 7-16,0 0-101 15,123-23-67-15,-92 23-31 16,-4-3-14-16,-2 3-1 16,1 0-56-16,-8 0-175 15,-4 0-301-15</inkml:trace>
  <inkml:trace contextRef="#ctx0" brushRef="#br0" timeOffset="-3756.01">7964 13469 1433 0,'0'0'213'15,"0"0"-116"-15,0 0 102 16,0 0-127-16,125-39-72 15,-76 20-45-15,-11 0-137 16,-9 10-371-16</inkml:trace>
  <inkml:trace contextRef="#ctx0" brushRef="#br0" timeOffset="26371.21">8954 12631 1303 0,'0'0'334'0,"0"0"-197"16,0 0 52-16,0 0-76 15,0 0 52-15,38 156 45 0,-24-43-27 16,-4 23-53-16,1-6-37 16,-1-30-28-16,-6-27-29 15,0-25-6-15,3 2-12 16,-3-2-9-16,4-4-7 16,-4-18-1-16,-2-12 1 15,-2-14-2-15,0 0-14 16,0-18-29-16,0-20-38 15,-2-13-7-15,-14-7 13 16,-4-12 19-16,-2-1 7 16,-1-3 20-16,3-1 14 15,7 4 2-15,7-1 11 16,6 5 2-16,0 5-2 0,19 1 2 16,14 6 0-1,8-3 0-15,5 7-1 0,6 5 1 16,0 10 12-16,-8 14 33 15,-7 17-8-15,-8 5-27 16,-6 29-2-16,-11 15 13 16,-12 8 11-16,0 2 7 15,-16-3-5-15,-13-5-14 16,-5-9-13-16,-1-4-1 16,-3-9-5-16,4-9 1 15,3-7-1-15,2-4 4 16,7-4-5-16,8 0-39 15,8-1-58-15,6-20-72 16,20 3-337-16,9 3-501 0</inkml:trace>
  <inkml:trace contextRef="#ctx0" brushRef="#br0" timeOffset="26645.21">9629 12529 1810 0,'0'0'249'0,"0"0"-179"16,0 0 111-16,-87 108-26 16,70-42-39-16,7 3-56 0,8-2-30 15,2-6-17-15,2-5-4 16,17-8-8-16,1-6 1 15,5-4-2-15,-2-6-20 16,6-6-81-16,19-2-177 16,-6-8-338-16,-5-5-766 0</inkml:trace>
  <inkml:trace contextRef="#ctx0" brushRef="#br0" timeOffset="27175.14">9919 13249 1543 0,'0'0'295'0,"0"0"-86"16,0 0 18-16,0 0-119 0,-9-136-65 16,2 98-1-16,-1 3 10 15,-3-5-5-15,1-1-12 16,4-2 2-16,6-6-10 16,0-2-9-16,9-2-8 15,20 2-10-15,6 2 0 16,4 8-2-16,0 15 1 15,-3 6-6-15,-7 17 1 16,-6 3-3-16,-11 14 3 16,-4 20 4-16,-8 8 2 15,-5 7 1-15,-19 0 1 16,-7-3 4-16,0-3-5 16,2-12 5-16,8-7-6 15,10-11 1-15,4-8-1 16,7-5 9-16,0 0 13 0,0-15-1 15,22-7-21-15,7-5-1 16,9 3-6-16,3 5-1 16,1 10 2-16,5 9 5 15,-3 0-5-15,4 12 4 16,-9 15 1-16,-3 5-1 16,-14 6 1-16,-13 2 0 15,-9 1 1-15,-6-2 11 16,-23-3 49-16,-7-7 20 15,-5-4-31-15,-1-9-26 16,2-11-11-16,2-5-5 16,7 0-5-16,5-9-2 0,5-5-29 15,11 0-70-15,10-12-114 16,0 4-331-16,10 3-400 0</inkml:trace>
  <inkml:trace contextRef="#ctx0" brushRef="#br0" timeOffset="27821.21">10775 13159 785 0,'0'0'134'16,"0"0"-78"-16,0 0 106 15,0 0-105-15,0 0-33 16,0 0 18-16,0 0 163 15,0 53 64-15,0-60-85 16,0-14-20-16,-2-4-32 16,-2-8-13-16,2-4-24 15,2-6-43-15,0-7 2 16,15-2-28-16,9-2-12 16,8 1-13-16,1 7 1 15,0 8-1-15,-4 14-1 16,-2 14 12-16,-4 10-11 0,-1 16-1 15,0 22 0-15,-2 12 0 16,-7 6 1-16,-3 1-1 16,-4-3 0-16,-4-4 1 15,1-8-1-15,-1-6 0 16,4-9-7-16,2-6-121 16,5-11-173-16,0-6-99 15,-2-4-847-15</inkml:trace>
  <inkml:trace contextRef="#ctx0" brushRef="#br0" timeOffset="28248.35">11491 12855 1624 0,'0'0'185'15,"0"0"-135"-15,0 0 190 16,-36 133-26-16,21-78-55 16,-4 3-57-16,4-11-23 15,1-6-46-15,6-13-20 16,3-11-11-16,3-7 4 16,2-10 6-16,0 0 16 15,0-27 29-15,0-18-30 16,5-14-14-16,5-11-13 15,4-2 1-15,4 5 7 16,2 10-8-16,5 11 0 0,-1 15-1 16,2 12 0-16,-3 17-7 15,-1 2-5-15,-1 30 6 16,-4 16 7-16,-1 10 1 16,-5 4 0-16,0 3 6 15,-2-7-6-15,0-6-1 16,0-12 0-16,0-10 0 15,0-10-59-15,-1-18-144 16,-1 0-269-16,-4-20-190 0</inkml:trace>
  <inkml:trace contextRef="#ctx0" brushRef="#br0" timeOffset="28421.29">11426 13043 1448 0,'0'0'316'16,"0"0"-115"-16,0 0 114 15,0 0-170-15,0 0-31 16,0 0-22-16,0 0-51 16,87-7-28-16,-36-12-11 15,1 2-2-15,17-15-114 16,-15 5-397-16,-13 2-710 0</inkml:trace>
  <inkml:trace contextRef="#ctx0" brushRef="#br0" timeOffset="28677.46">11974 12609 1132 0,'0'0'151'0,"0"0"-18"15,0 0 96-15,0 0-107 16,0 0-17-16,0 0 83 15,-127 126-11-15,116-86-32 16,7-6-43-16,4-8-45 16,0-3-32-16,19-12-12 15,8-2-4-15,7-9-9 16,19 0-10-16,-5-13-238 0,-6-2-443 16</inkml:trace>
  <inkml:trace contextRef="#ctx0" brushRef="#br0" timeOffset="28964.31">12393 12398 848 0,'0'0'525'0,"0"0"-433"16,16 115 176-16,-11-41 31 0,-1 14-48 15,-4 4-43-15,0-17-51 16,0 3-66-16,0-10-56 16,0-8-24-16,-6-10-11 15,-19 11-92-15,4-12-208 16,-2-10-414-16</inkml:trace>
  <inkml:trace contextRef="#ctx0" brushRef="#br0" timeOffset="29623.3">8998 13791 182 0,'0'0'346'0,"0"0"34"16,0 0-14-16,0 0-140 15,0 0-72-15,0 0 55 16,0 0 33-16,10 11-69 15,38-11-86-15,12 0-44 16,12 0-22-16,10 0-8 16,26-2-11-16,29 0 5 15,42 2 0-15,13 0-5 16,4 0 4-16,3 4-5 16,-4-1-1-16,26-3 0 15,27 0 0-15,19-7 1 16,7-7 0-16,-4 0 8 0,-25 3 9 15,-33 4-5-15,-34 1-13 16,-46 4-1-16,-36-2-5 16,-31 2-3-16,-19-1 8 15,1 0 1-15,-3 1 1 16,1-2 7-16,-13-1 4 16,-12 2 60-16,-7-1-1 15,-7 2-32-15,-1 2-26 16,-3-3-4-16,-2 3-9 15,2 0-5-15,-2-1-77 16,3-2-157-16,-3-1-373 0</inkml:trace>
  <inkml:trace contextRef="#ctx0" brushRef="#br0" timeOffset="30389.41">10042 14395 1405 0,'0'0'238'0,"0"0"-52"0,-14 146 291 16,12-63-273-16,2 7-77 15,0 7-39-15,0-7-37 16,0-6-22-16,0-8-17 15,0-18-10-15,0-18 4 16,0-13-6-16,0-13-13 16,0-14-30-16,-7-5-13 15,-8-27-73-15,-9-12-87 16,-8-14 32-16,-6-6 51 16,2-6 100-16,9 1 33 15,10 4 7-15,17-2 4 16,2 0 13-16,34 2 20 0,15 5 6 15,12 6 19-15,4 13 38 16,-5 17 17-16,-6 17-43 16,-14 7-55-16,-13 15-24 15,-13 17 8-15,-14 8 20 16,-2 5 42-16,-14 2 5 16,-17-1-32-16,-7-7-17 15,-2-7-16-15,3-4-11 16,8-11 0-16,6-8-1 15,7-9-9-15,5 0-34 16,9 0-38-16,6-19-76 16,23-3-324-16,7 1-478 0</inkml:trace>
  <inkml:trace contextRef="#ctx0" brushRef="#br0" timeOffset="30608.16">10639 14390 1750 0,'0'0'243'16,"0"0"-160"-16,0 0 95 15,0 0-84-15,-107 116-23 16,94-64-3-16,6 0-19 16,7-3-18-16,0 0-17 15,16-13-8-15,13-5-6 16,9-9-42-16,18-8-209 15,-10-9-368-15,-5-5-755 0</inkml:trace>
  <inkml:trace contextRef="#ctx0" brushRef="#br0" timeOffset="30997.5">10898 14529 1425 0,'0'0'179'15,"0"0"15"-15,0 111 99 16,2-55-110-16,12 2-75 16,1-5-62-16,-2-9-31 15,-1-14-7-15,-6-7-7 16,-1-12-1-16,-3-10 0 16,-2-1 11-16,0-3-1 15,0-15-10-15,-2-2-2 16,-9 0-36-16,-1 2-81 15,1 6-124-15,3-11-59 0,1 9-374 16,2-2-162-16</inkml:trace>
  <inkml:trace contextRef="#ctx0" brushRef="#br0" timeOffset="31574.28">10935 14485 743 0,'0'0'367'0,"0"0"-206"15,0 0-110-15,0 0 41 16,0 0 12-16,0 111 2 16,0-57 18-16,0-4 4 15,0 2 13-15,0-11-38 16,0-5-34-16,0-14-34 15,0-8-8-15,0-9-6 0,0-5 26 16,0 0 118 0,0-17 3-16,0-17-88 0,0-15-53 15,0-9-19-15,5-9-2 16,4 0-6-16,2 11 1 16,2 10 0-16,3 14-1 15,0 11 0-15,2 13 0 16,2 8-7-16,3 5-4 15,0 29 5-15,2 7 6 16,0 12-1-16,-3 6 0 16,-2-2 1-16,-6-3 1 15,-2-6-1-15,0-7 0 16,-3-9 0-16,-3-13-6 16,-1-7-98-16,-5-12-146 0,0-5-70 15,-11-14-202-15</inkml:trace>
  <inkml:trace contextRef="#ctx0" brushRef="#br0" timeOffset="31741.72">10906 14798 864 0,'0'0'793'16,"0"0"-453"-16,0 0 26 16,0 0-111-16,0 0-81 15,0 0-105-15,0 0-47 16,108-76-20-16,-48 45-2 15,18-8-26-15,-16 9-194 16,-6 8-534-16</inkml:trace>
  <inkml:trace contextRef="#ctx0" brushRef="#br0" timeOffset="32018.18">11469 14676 1949 0,'0'0'232'15,"0"0"-153"-15,0 0 196 16,13 126-122-16,14-95-71 16,6-7-46-16,8-12-3 15,1-12 4-15,2 0-7 16,1-18-14-16,-5-12-14 16,-7-3 4-16,-8 3-5 15,-9-2-1-15,-8-3 5 16,-8 2-4-16,0-7-1 0,-8 0 1 15,-10 0 0-15,-5 2-1 16,1 0-42-16,2-4-104 16,6 8-234-16,8 7-484 0</inkml:trace>
  <inkml:trace contextRef="#ctx0" brushRef="#br0" timeOffset="32565.01">11857 14626 1373 0,'0'0'384'0,"0"0"-54"15,0 0-17-15,0 0-115 16,0 0-94-16,0 0-64 16,0 0-19-16,11 86-2 0,-9-104 8 15,0-14-19-15,0-10-8 16,2-8 1 0,6-3-1-16,1 7 0 0,4 11 0 15,3 7 0-15,5 11-1 16,1 14-8-16,0 3-6 15,1 17 4-15,-1 17 1 16,-5 9 9-16,-8 1-1 16,-9-4 2-16,-2-5 0 15,0-8 0-15,0-10 1 16,-5-12 0-16,1-5 6 16,2-12 14-16,0-16-14 15,2-7-5-15,0-11 7 0,2 2-9 16,19 7-6-16,11 2-76 15,4 12-52-15,2 12-8 16,-1 11 89-16,-5 16 35 16,-8 21 5-16,-9 9 3 15,-9 5 10-15,-6-5 0 16,-10-3 56-16,-17-5 55 16,-8-8-23-16,-1-4-21 15,-1-12-28-15,3-8 7 16,5-6 17-16,7 0-15 15,7 0-29-15,5 0-12 16,8 0-2-16,2 0-5 16,0 0-17-16,0 0-30 15,8 0-73-15,13 0-67 16,4 0-63-16,1 7-45 0,1 15 37 16,-9-3-251-16,-2 1-8 15</inkml:trace>
  <inkml:trace contextRef="#ctx0" brushRef="#br0" timeOffset="33083.27">12447 14154 827 0,'0'0'177'15,"0"0"-47"-15,0 0 254 16,0 0-116-16,0 0-80 15,0 0-108-15,0 0 11 16,98 145 41-16,-76-31 17 16,-11-3-5-16,-9-11-36 15,-2-12-11-15,-19-28-41 16,-12 11-27-16,-10 1-19 16,-3-11-9-16,0-12-1 15,-16-19-119-15,10-14-440 16,13-14-925-16</inkml:trace>
  <inkml:trace contextRef="#ctx0" brushRef="#br0" timeOffset="49246.26">26101 13585 1068 0,'0'0'582'16,"0"0"-522"-16,-139-26 4 15,79 22 81-15,0 4-57 16,4 0-1-16,-1 0-6 0,-1 18-22 16,0 5 4-16,-2 5-17 15,-3 6 2-15,3 8 5 16,0 5 11-16,2 6-11 16,-2 7 7-16,1 6-3 15,-1 7-17-15,4 7-4 16,8 4 5-16,7 2-9 15,12-3-13-15,18-2-8 16,11-6-10-16,5-1 5 16,32 0-5-16,15-2 8 15,15-1-7-15,9-7 5 16,6-3-5-16,5-12 5 16,2-14-1-16,23-15-5 15,25-20 8-15,31-33 0 0,6-24-8 16,-16-10 6-16,-35 4 17 15,-43 9 20-15,-23 11-17 16,-7-3-6-16,1-15 2 16,5-11 3-16,7-32-10 15,-17 12-2-15,-13-12-9 16,-10 7-5-16,-23 15-8 16,-9-10 7-16,-38 7-5 15,-47 3 6-15,-46 9-6 16,-40 19-14-16,-10 22-27 15,32 24-75-15,22 8-106 16,56 12-399-16,22 5-521 0</inkml:trace>
  <inkml:trace contextRef="#ctx0" brushRef="#br0" timeOffset="50104.4">27543 13531 1370 0,'0'0'189'0,"0"0"-127"15,-145-32 175-15,76 22-85 16,-2 6-51-16,-6 4 16 16,-2 0-33-16,-8 8 11 15,-5 10-3-15,-19 8-25 16,8 3 3-16,-4 2-6 16,0 8-1-16,18 2-1 15,-4 15-14-15,12 7-9 0,17 12-11 16,16 21-13-1,25 26-3-15,23 28 3 0,39 6 5 16,32-10 4-16,1-31-17 16,-11-34-5-16,-11-21-1 15,2-6 1-15,12-1-1 16,17 5 0-16,33-7 5 16,40-30-3-16,55-21 4 15,22-40-5-15,-10-27 4 16,-49-3 3-16,-67 15-9 15,-38 5-1-15,-21-2 1 16,1-26 2-16,-7-32 4 16,-13-45 3-16,-27-7-3 15,-11 10-6-15,-30 27 0 16,-3 41-1-16,1 24 1 0,-5 12-2 16,-12 4 1-16,-14 3-8 15,-13 7-20-15,-4 20-66 16,-50 14-102-16,23 8-345 15,2 13-817-15</inkml:trace>
  <inkml:trace contextRef="#ctx0" brushRef="#br0" timeOffset="50735.09">24585 12883 1607 0,'0'0'203'0,"0"0"-145"16,0 0-17-16,0 0-32 15,0 172 4-15,0-38 24 16,0-4 5-16,0-28 55 16,0-42 55-16,0-28-50 15,0-8-41-15,0-6-21 16,0-9-18-16,0-9 49 16,0-33 74-16,4-19-100 15,3-18-32-15,-5-14-7 16,-2-4-4-16,0-4 5 0,2 5-5 15,6 11-1 1,7 19 1-16,9 22 5 0,12 24-7 16,7 11-7-16,5 25 6 15,2 19 1-15,-2 12 0 16,-1 8 1-16,-7 1 8 16,1 0-8-16,-6-5 0 15,-3-6 0-15,-3-9-1 16,-10-10-7-16,-7-9-118 15,-6-9-203-15,-6-9-341 0</inkml:trace>
  <inkml:trace contextRef="#ctx0" brushRef="#br0" timeOffset="50899.7">24574 13469 1555 0,'0'0'273'15,"0"0"-203"-15,113-32 5 16,3-10-49-16,5-2-19 16,28-10-7-16,-41 15-211 15,-42 13-692-15</inkml:trace>
  <inkml:trace contextRef="#ctx0" brushRef="#br0" timeOffset="52221.03">23441 12709 1395 0,'0'0'186'0,"0"0"-132"0,0 0 16 16,0 0-7-16,0 0-47 15,125-4-3-15,11 4-6 16,51 0-5-16,29 0 8 16,10 0 7-16,8-5 8 15,4-4-6-15,34-2-3 16,25-4 8-16,17 5 8 16,5 2-7-16,-3 6 3 15,1 2-19-15,-3 0-3 16,-2 14-5-16,-17 7-1 15,-28 8-16-15,-35 1-60 16,-40-2-8-16,-32-4 13 16,-39-4 22-16,-36-6 29 0,-27-6 17 15,-21-2 2-15,-1 2 1 16,-9-1-1-16,-3 3 0 16,-11 0-6-16,-6 2 6 15,2 6 1-15,4 8 0 16,5 8 0-16,6 11 0 15,13 35 1-15,3 39 15 16,-3 42 4-16,-8 16 7 16,-15-5 15-16,-12-19 2 15,-2-20 22-15,0 0 8 16,0-7-1-16,-2-3 17 16,-3-5-26-16,-2-2-26 15,1 3-10-15,-3-3-6 0,0-21-14 16,0-16-2-1,-2-25-5-15,-1-13 0 0,0-6 0 16,-5 0 5-16,0-8-6 16,1-8 2-16,-3-15 21 15,-4-4 7-15,-6 0-3 16,-9 0-8-16,-11 0-3 16,-7-8-10-16,-8 2-5 15,-12 4-1-15,-9 2 0 16,-8 0 0-16,-10 0 0 15,-18 0 9-15,-19 0-9 16,-18 0 1-16,-7 5 0 16,9 7 0-16,9 1 0 15,11-4 0-15,0 3 0 16,-4 3 0-16,3-1-1 0,0 3 1 16,2-5-1-16,4 8 0 15,2-3 0-15,3-1 0 16,2 0 1-16,-3 0 0 15,-2 3 5-15,-2-6-5 16,-2 6 0-16,-2-4 1 16,-4 9-1-16,-3-2 7 15,2 5-7-15,21-8 5 16,24-3-5-16,26-1 17 16,3-7 1-16,-9 6 10 15,-10-5-13-15,-15 3-7 16,4-3-9-16,3-3 1 0,1-6 5 15,5 0-5-15,9 0 0 16,9-15 1-16,13-2 4 16,16-9 0-16,16-6 10 15,13-7 50-15,8-2-25 16,3-17-27-16,0-5-1 16,18-29-7-16,7-39-5 15,6-39-1-15,4-15 0 16,1 9 0-16,-1 23 1 15,-3 25 0-15,-6 2 1 16,-1-11-1-16,-2-2 0 16,-1-6-1-16,7-11-1 15,7-5-1-15,6 7-5 0,-7 27-4 16,-6 39-14-16,-11 33-26 16,-7 20-10-16,-1 5-7 15,-8 4-20-15,-2 8-47 16,0 11-184-16,-10 5-470 0</inkml:trace>
  <inkml:trace contextRef="#ctx0" brushRef="#br0" timeOffset="53295.03">28265 13624 1625 0,'0'0'181'0,"0"0"-103"15,4 111 209-15,1-58-99 0,0-7-44 16,1-4-61-16,1-12-35 15,-1-7-29-15,-1-11-8 16,-3-12-10-16,-2 0 31 16,0-15 0-16,-4-19-23 15,-16-7-8-15,-5-12-1 16,-1-5 1-16,3 2 1 16,8-1-1-16,15 5 0 15,0 8 0-15,21 6-1 16,14 10-1-16,-2 13 0 15,-4 15-5-15,-7 0-6 16,-10 19 0-16,-12 11 4 0,0 0 7 16,-8-2-7-16,-7-3 8 15,9-11-1-15,6-5-15 16,6-2-5-16,29-2 19 16,15 4 2-16,6 5 0 15,-1 5-1-15,-8 6 1 16,-12 3 0-16,-14 4-1 15,-19 3 1-15,-2-2 9 16,-27-3 0-16,-15 0-3 16,-9-7 3-16,-3-4-9 15,2-7 0-15,-12-4-77 16,13-1-219-16,6-7-306 0</inkml:trace>
  <inkml:trace contextRef="#ctx0" brushRef="#br0" timeOffset="82861.01">26433 13658 476 0,'0'0'140'0,"0"0"-111"15,0 0-19-15,0 0-3 16,0 0-6-16,0 0 0 15,0 0 1-15,0 0-1 16,0 0 6-16,0 0 1 0,0 1-1 16,0-1-7-1,0 0 2-15,0 0 12 0,0 0 31 16,0 0 8-16,0-8-31 16,0-7-3-16,0-7-9 15,2-7-10-15,13-7 0 16,6-5-36-16,21-37-6 15,-6 15-51-15,0 1-192 0</inkml:trace>
  <inkml:trace contextRef="#ctx0" brushRef="#br0" timeOffset="83205.59">26221 13629 314 0,'0'0'114'0,"0"0"-114"16,0 0-2-16,0 0 2 15,0 0 38-15,0 0 1 16,-18-124 26-16,12 86-18 16,-1-8-19-16,-3-4-17 15,2-7-11-15,-1-4-14 0,1-6 5 16,0 3 4 0,2 6 4-16,1 8-20 0,-3 16-65 15,-2 13 64-15,1 16-63 0</inkml:trace>
  <inkml:trace contextRef="#ctx0" brushRef="#br0" timeOffset="83410.26">25791 13413 608 0,'0'0'173'0,"0"0"-122"0,0 0 15 16,0 0-15-16,-45-133-15 15,43 70-23 1,0-6-12-16,2 8-1 0,0 8 0 16,0 19-7-16,6 19-136 15,4 14-131-15,-6 1-46 0</inkml:trace>
  <inkml:trace contextRef="#ctx0" brushRef="#br0" timeOffset="83642.2">25341 13508 783 0,'0'0'0'0,"0"0"-1"16,-52-137-11-16,32 91 12 15,0 8 7-15,2 9-7 16,1 8 0-16,3 5-7 16,3 5-48-16,5 8-251 0</inkml:trace>
  <inkml:trace contextRef="#ctx0" brushRef="#br0" timeOffset="83867.24">25017 13726 692 0,'0'0'5'16,"0"0"-5"-16,-106-114-5 16,52 71 5-16,0 5 1 15,-2 12-1-15,6 9 0 16,2 5 0-16,13 12 0 15,10 0-11-15,12 12-161 16,8 3-134-16</inkml:trace>
  <inkml:trace contextRef="#ctx0" brushRef="#br0" timeOffset="84069.23">24863 13958 1189 0,'0'0'0'0,"0"0"-19"16,0 0 4-16,-155-19 14 15,96 14-7-15,-1 5-43 16,2 0-80-16,5 0-21 16,4 23-72-16,10-4-1 15,18 2-138-15</inkml:trace>
  <inkml:trace contextRef="#ctx0" brushRef="#br0" timeOffset="84303.01">24805 14217 700 0,'0'0'97'0,"0"0"-71"15,0 0-7-15,-126 50 26 16,70-30-21-16,-5 9-14 15,-5-2-9-15,-5 12 1 16,-1 1-2-16,3 2 7 16,7 0-7-16,10-2 0 15,12-6-2-15,15-4-48 16,25-7-77-16,0-11-75 16,3-5-72-16</inkml:trace>
  <inkml:trace contextRef="#ctx0" brushRef="#br0" timeOffset="84475.36">24487 14626 658 0,'0'0'89'0,"0"0"-76"16,0 0-10-16,0 0 7 15,0 0 3-15,-29 104-4 16,-6-64 1-16,-11 6-4 16,-7 7-5-16,-3 1 1 15,3-2 0-15,8-7-1 16,16 1-1-16,14-15-40 15,15-9-275-15</inkml:trace>
  <inkml:trace contextRef="#ctx0" brushRef="#br0" timeOffset="84669.44">24905 14895 783 0,'0'0'0'0,"0"0"-258"16,0 0 248-16,0 0 10 15,-120 139 85-15,65-80-42 16,-3-1-5-16,2-4-18 16,7-5 0-16,13-9-7 15,14-9-5-15,22-14-8 16,16-11-109-16,15-6-190 0</inkml:trace>
  <inkml:trace contextRef="#ctx0" brushRef="#br0" timeOffset="84843.48">25117 15071 958 0,'0'0'110'0,"0"0"-101"15,0 0 4-15,0 0 3 16,0 0 24-16,0 0-11 16,0 0-7-16,-79 111-12 15,70-93-9-15,9-6-1 16,9-3-73-16,20-9-222 0</inkml:trace>
  <inkml:trace contextRef="#ctx0" brushRef="#br0" timeOffset="85015.26">25588 15097 598 0,'0'0'359'16,"0"0"-260"-16,0 0-67 15,0 0-6-15,-47 133 189 16,30-101-139-16,-2-6-50 15,6 2-17-15,2-7-9 16,8 2 0-16,3-5-33 16,17-6-288-16,7-7-331 0</inkml:trace>
  <inkml:trace contextRef="#ctx0" brushRef="#br0" timeOffset="85443.53">25996 15240 1179 0,'0'0'153'0,"0"0"-124"15,0 0-23-15,0 120-4 16,0-97 4-16,0-14-6 16,36-9-10-16,2-18-232 15,1-12-481-15</inkml:trace>
  <inkml:trace contextRef="#ctx0" brushRef="#br0" timeOffset="85601.18">26355 14962 1011 0,'0'0'139'0,"0"0"-101"16,0 0-11-16,0 0 98 16,0 107-18-16,0-81-67 15,0-6-24-15,6-3-11 16,12-4-5-16,-2-3-265 15,2-6-376-15</inkml:trace>
  <inkml:trace contextRef="#ctx0" brushRef="#br0" timeOffset="85781.96">26562 15258 1026 0,'0'0'0'0,"0"0"-11"15,0 0-131-15,0 0-363 0</inkml:trace>
  <inkml:trace contextRef="#ctx0" brushRef="#br0" timeOffset="86420.54">27744 13180 772 0,'0'0'313'0,"0"0"-238"16,0 0-44-16,0 0 47 16,145-98-16-16,-105 74-40 15,-5 6-22-15,1 7-40 16,-12 6-132-16,-10 5-145 0</inkml:trace>
  <inkml:trace contextRef="#ctx0" brushRef="#br0" timeOffset="86540.65">28113 13113 1046 0,'0'0'0'0</inkml:trace>
  <inkml:trace contextRef="#ctx0" brushRef="#br0" timeOffset="86706.31">28570 13360 68 0,'0'0'0'0</inkml:trace>
  <inkml:trace contextRef="#ctx0" brushRef="#br0" timeOffset="86967.48">27951 14275 230 0,'0'0'121'0,"0"0"-62"16,111 138-46-16,-97-92-13 0</inkml:trace>
  <inkml:trace contextRef="#ctx0" brushRef="#br0" timeOffset="87156.21">27839 14913 548 0,'0'0'90'15,"0"0"-66"-15,143 16 4 16,-92-4 6-16,-10 2-25 16,-14 2-9-16,-15 7-13 15,-5-9-37-15,-7 3-311 0</inkml:trace>
  <inkml:trace contextRef="#ctx0" brushRef="#br0" timeOffset="87275.99">28169 15330 720 0,'0'0'0'15,"0"0"-24"-15</inkml:trace>
  <inkml:trace contextRef="#ctx0" brushRef="#br0" timeOffset="96870.2">26888 13747 449 0,'0'0'132'15,"0"0"-95"-15,0 0 73 16,0 0 15-16,0 0-32 16,0 0 67-16,0 0 58 0,0-9-63 15,0 9-56-15,0 0-64 16,-4 0-27-16,-10 0 27 16,-7 0-14-16,2 0 1 15,-4 0 4-15,8 0 13 16,3 0 28-16,8-8-4 15,4-1-36-15,0-3-7 16,2 1-8-16,16-1-2 16,7 3-10-16,-1 4-5 15,-4 3 4-15,-4 2-6 16,-9 0-7-16,-7 3-5 16,0 11 8-16,-7 3 11 15,-22 0 9-15,-5 0-8 0,1-5 5 16,1-4-4-1,11-7-1-15,3-1 6 0,7 0 9 16,3-13-14-16,8-1-2 16,0 0 3-16,6 4-4 15,11 6 1-15,6 4-6 16,-1 0 0-16,2 1 5 16,-4 15-8-16,-6-2 2 15,-10 1-1-15,-4 1 0 16,-2-3 8-16,-20-4 9 15,-5-1-8-15,2-8 7 16,3 0-3-16,9 0-4 16,4-17 5-16,9-3-6 15,0 3-29-15,4 1-15 16,19-1 32-16,8 8 11 0,7 0 1 16,2 7 0-16,3 2 0 15,-8 0-1-15,-8 5-1 16,-16 9-13-16,-11 4-17 15,-13-2 32-15,-28 1 32 16,-10 3 6-16,-2-9-20 16,5-3-11-16,15-6-6 15,10-2 11-15,13 0-2 16,10-2-1-16,0-12-9 16,27 0-6-16,10 2-17 15,8 4 13-15,2 8 9 16,-2 0 0-16,-3 8 0 0,-9 13 0 15,-10 2 1-15,-13 0-2 16,-10 0 2-16,-6-3 16 16,-27-5 21-16,-7-2 11 15,-1-5-26-15,5-8-7 16,10 0-2-16,10-12 3 16,12-14-6-16,4-6-10 15,7-6-15-15,24 1-33 16,6 8 22-16,9 11 11 15,-4 14 8-15,-1 4 5 16,0 25-8-16,-12 14 8 16,-9 7 2-16,-18 2 13 15,-2-2 1-15,-22-8 16 0,-9-8-8 16,4-8 5-16,9-13-9 16,12-9-9-16,6-5 14 15,4-25-23-15,25-10-63 16,11-6-7-16,7 4 30 15,1 8 29-15,2 16 9 16,-3 18-3-16,-9 0 4 16,-9 29 1-16,-16 10 0 15,-13 3 31-15,-11 2 7 16,-29-2 33-16,-16-5 12 16,-2-9 4-16,4-9-40 15,10-8-26-15,13-11-7 16,15-4 6-16,14-29-20 0,2-11-36 15,20-9-75 1,20-2 36-16,10 8 58 0,4 12 15 16,2 17 2-16,0 18 0 15,-4 7 1-15,-10 28-1 16,-15 5 12-16,-17 2 8 16,-10-2-5-16,-29-5 38 15,-19-10 28-15,-12-4-32 16,0-16-22-16,4-5-20 15,16-5 7-15,13-32-7 16,15-7-7-16,12-14-25 16,14-4-79-16,24 8-9 15,5 10 76-15,5 21 16 16,-1 16-4-16,-5 7 8 16,-6 32 1-16,-11 12 10 0,-19 6-6 15,-6 0 12-15,-38-4 1 16,-22-7 46-16,-13-10 12 15,-8-11 26-15,6-7-35 16,7-11-19-16,16-4 6 16,17-23 11-16,18-18 36 15,17-14-26-15,7-7-33 16,36-4-23-16,11 6 16 16,9 16-14-16,2 20-3 15,0 21-2-15,-3 7-7 16,-4 39 2-16,-11 12 4 15,-21 14-5-15,-21 5 7 0,-10-4 1 16,-34-5 7-16,-17-7-1 16,-7-14 1-16,5-12-7 15,11-14 5-15,12-12 5 16,10-2 6-16,8-29 1 16,10-17-10-16,7-12-8 15,0-5-9-15,22 5-30 16,13 12 12-16,8 17 1 15,9 12 14-15,6 17 6 16,1 7 5-16,-1 27-5 16,-11 14 0-16,-18 8-12 15,-24 2 17-15,-10-4 1 16,-35-6 9-16,-15-7 9 16,-8-9 0-16,3-10-17 15,11-16 8-15,11-6-2 0,18-4 9 16,11-30-2-16,9-10-14 15,13-9-27-15,28 2-42 16,9 6-4-16,13 20 43 16,-1 22 24-16,-2 6-1 15,-8 36 2-15,-15 15 5 16,-16 6 19-16,-19 5 1 16,-4-7 9-16,-32-4 23 15,-11-12-6-15,-5-7-3 16,0-18-23-16,6-8-7 15,9-9-4-15,10-10 9 16,15-25-6-16,10-21-12 16,19-8-9-16,25-10-43 0,16 5 20 15,10 17 16-15,5 20-8 16,-1 23-2-16,-5 14 14 16,-13 36 4-16,-18 19-2 15,-25 8-2-15,-13 4 12 16,-45-1 1-16,-21-13 57 15,-15-12-6-15,-4-13-18 16,6-10-10-16,14-16-12 16,16-7 1-16,20-16 16 15,13-24-6-15,16-18-16 16,0-14-7-16,14-6-47 16,19 4-57-16,11 12 4 0,5 27 27 15,5 32 4-15,2 13 25 16,-8 41 29-16,-12 20 5 15,-22 3 4-15,-14 3 6 16,-38-5 32-16,-22-13 63 16,-12-12-6-16,-1-13-11 15,8-14-35-15,16-10-22 16,16-10-2-16,14-22 7 16,15-24-15-16,4-19-11 15,8-13-47-15,17-2-40 16,16 6 16-16,5 14 49 15,10 21 12-15,7 24-5 16,3 15-7-16,2 19 20 0,-13 30-5 16,-14 13-4-1,-30 4 1-15,-11 2 3 0,-40-10 7 16,-25-12 10-16,-15-8 2 16,-10-15 3-16,-1-19-2 15,8-4-6-15,17-30 10 16,14-23 39-16,24-14-6 15,18-10-27-15,10-3-23 16,38 5-6-16,25 13-31 16,15 24-17-16,11 26 33 15,-2 12 14-15,-9 39-6 16,-18 19 11-16,-24 10-8 16,-27 7 4-16,-11-3 6 0,-41-9 13 15,-17-5 16 1,-14-9 5-16,1-18-2 0,3-10-18 15,16-15-5-15,8-6 5 16,17-24-1-16,16-16-13 16,11-4-48-16,2 2-17 15,15 12 14-15,10 17 31 16,-2 13 6-16,-4 23-6 16,-11 23 20-16,-8 7 17 15,-6 6 31-15,-27-4 16 16,-7-3-11-16,-7-9-13 15,7-14-10-15,7-12-15 16,8-13-8-16,12-4 23 16,9-28-2-16,4-22-16 15,0-14-12-15,17-9 0 0,10 1-2 16,6 10 2-16,-2 18 0 16,-2 21-8-16,-8 23 2 15,-10 5-19-15,-11 29 5 16,0 12 20-16,-21 3 0 15,-16-1 7-15,-10-6 3 16,-4-7 8-16,1-8 0 16,4-13-2-16,13-6-8 15,8-8 2-15,16-17 10 16,9-24-11-16,5-13-9 16,26-8-8-16,11-1 8 15,3 5 1-15,1 12-1 0,-1 14-6 16,-5 22 5-16,-2 10-1 15,-5 16-7-15,-6 22 9 16,-9 8 0-16,-11 0 0 16,-7-1-1-16,-7-9 1 15,-15-10 1-15,-1-12 0 16,6-10 6-16,1-4 1 16,9-25 5-16,5-17-5 15,2-16-8-15,2-13 0 16,21-1 0-16,4 5-6 15,2 13-11-15,-6 20 7 16,-4 24-1-16,-13 10-21 16,-6 28 3-16,0 17 22 0,-19 12 6 15,-8-8 1 1,-2 0 1-16,0-8 0 0,6-18 5 16,8-7 4-16,3-7-2 15,6-9 5-15,-1 0 9 16,3-14-10-16,-1-7-12 15,3 3-4-15,-1 8-8 16,1 8-1-16,0 2-31 16,-2 12 4-16,-9 19 30 15,-7 6 9-15,-12 6 0 16,-7 1 1-16,-9-2 0 16,-1-7 0-16,5-3 1 15,6-15 6-15,9-8-6 16,11-6 7-16,7-3 32 15,5-3-3-15,6-16-21 0,0-5-16 16,0 0-10-16,13 6 10 16,-1 6-6-16,5 12 5 15,-7 2-24-15,4 30 7 16,-5 14 7-16,-3 6 9 16,-6 3 2-16,0-4 0 15,-8-5 0-15,-8-15 0 16,-2-9 7-16,8-12-1 15,0-10 6-15,4-5 23 16,3-22-18-16,3-13-12 16,0-7-5-16,19-1-12 15,6 4-7-15,7 11 18 0,2 10-8 16,4 14 8-16,-1 9-8 16,1 5 3-16,-5 25 5 15,-6 10 0-15,-13 1 0 16,-12 0 1-16,-2-3 0 15,-22-6 10-15,-10-5 4 16,-1-15-4-16,2-7-1 16,8-5 0-16,10-9 0 15,11-21-2-15,2-15-7 16,22-5-26-16,21 2 5 16,11 6-3-16,6 12 7 15,-1 16 10-15,4 14 6 16,-2 4-7-16,-9 28 8 15,-7 6 14-15,-18 4 14 16,-20 1-13-16,-7-8 3 0,-29 0 10 16,-19-12-4-16,-2-7-9 15,-2-7-6-15,7-9-2 16,14-9-1-16,18-25-6 16,13-16-6-16,7-9-25 15,28-8-6-15,14 6-5 16,7 15 24-16,5 17 6 15,3 23 11-15,-2 6-11 16,1 30 12-16,-7 16 2 16,-17 0 11-16,-16 6 2 15,-21-8 3-15,-2-4 3 16,-27-13 13-16,-10-11-4 16,-1-13-20-16,5-3-3 0,8-28-7 15,13-20-36-15,12-15 5 16,8-4 3-16,23-5-4 15,13 10 22-15,10 9 0 16,6 17 10-16,4 22-1 16,5 14 0-16,-4 0 0 15,-7 31 1-15,-15 6 1 16,-24 4 7-16,-19-3-1 16,-6-4 15-16,-32-8 21 15,-14-10 5-15,-6-12-21 16,6-4-12-16,7-18-8 15,13-22 7-15,19-18-1 0,13-13-12 16,13-8-1-16,27 2-28 16,14 1 16-16,6 16 10 15,0 18 1-15,1 19-8 16,-6 23 8-16,-5 12-9 16,-17 31-1-16,-22 15 2 15,-11 3 8-15,-29-3 1 16,-23-7 17-16,-3-13-1 15,2-11 2-15,10-18-8 16,14-9 1-16,18-18 8 16,11-31-11-16,0-18-8 15,18-9-6-15,9-8 6 16,4 5 0-16,3 12-1 16,-1 16 0-16,2 23-11 0,1 23 6 15,2 5-5-15,-7 21 5 16,-9 16-1-16,-15 2-2 15,-7 6 9-15,-29-3 0 16,-22-6 13-16,-19-5-1 16,-5-11-3-16,1-8 2 15,7-12-10-15,11-7 8 16,12-25-3-16,13-10-6 16,11-9 1-16,13 0 7 15,7-2-8-15,4 7-14 16,26 11-13-16,1 10-1 15,6 18 3-15,-2 7 14 16,-9 20 5-16,-8 11-6 16,-18 11 6-16,0 4 5 0,-34-3 1 15,-11-5 8-15,-5-11 7 16,0-6-5-16,4-15-8 16,7-6 7-16,6-8 2 15,12-25-9-15,4-6-1 16,11-12 7-16,6-2-8 15,2-5-1-15,23 3-15 16,10 8 0-16,5 16-4 16,0 14 4-16,1 17 8 15,-12 14 1-15,-12 25-15 16,-17 12 13-16,-6 4 4 16,-34-1 5-16,-18-4 16 15,-7-10 14-15,-7-9 3 0,3-9-8 16,7-17-16-1,6-5-3-15,10-1 4 0,10-25-2 16,4-13-2-16,13-7-5 16,10-2-1-16,9-3 0 15,7 5-38-15,22 13 7 16,10 15 15-16,3 18 4 16,1 2 4-16,-9 30 1 15,-19 10-12-15,-15 6 8 16,-13 2 11-16,-39-2 12 15,-14-11 10-15,-8-7 10 16,0-12-8-16,8-15-10 0,10-3-6 16,14-12 1-1,11-22 0-15,12-8-3 0,13-11-6 16,6 0-12-16,0-1-10 16,16 8 11-16,6 8 11 15,2 7 2-15,1 16-2 16,0 11 0-16,-4 4-1 15,-7 5-12-15,-12 22-10 16,-2 8 22-16,-14 2 0 16,-19-4 1-16,-2-8 0 15,-3-7 1-15,5-10 5 16,6-8 2-16,6 0 1 16,11-19 1-16,3-10-2 0,7-5-7 15,0-2-1 1,13 6-1-16,10 6 1 0,-1 12-1 15,2 12-5-15,-4 0-8 16,-4 22 2-16,-5 5 6 16,-4 6-3-16,-7-1 9 15,0-4 0-15,0-5 0 16,-9-9 0-16,-2-5 0 16,2-9 1-16,4 0 5 15,5-6 6-15,0-20-11 16,5-4-1-16,21-2-6 15,8-1 5-15,11 5 0 16,8 7 0-16,7 10 0 16,5 11 1-16,0 0-1 15,-7 28-1-15,-14 11 2 0,-13 3-1 16,-20 4-4-16,-11-3 5 16,-13-5 6-16,-20-8 7 15,-5-7-11-15,-1-13 7 16,6-10 0-16,6 0 0 15,8-28 4-15,5-12-7 16,10-10-6-16,4-6 0 16,6 2 0-16,25 8-1 15,10 11-7-15,13 19 7 16,8 16 1-16,9 4-2 16,0 29 1-16,-1 13 0 15,-17 8 1-15,-17 4-1 0,-23-4 0 16,-13-4 1-1,-20-7 1-15,-27-10 6 0,-11-10 2 16,-2-13 0-16,4-10-8 16,7-12-1-16,13-27 2 15,15-12-1-15,18-12-1 16,3-2-10-16,38 6-20 16,20 14 8-16,13 15 4 15,10 26 6-15,1 8 4 16,-2 40 1-16,-9 17 6 15,-17 14 0-15,-23 4 1 16,-29 0 11-16,-8-5 12 16,-41-9 11-16,-20-7 9 0,-16-9-16 15,-8-19-15 1,-5-14-11-16,7-16 5 0,9-5 3 16,14-36-9-16,16-22-14 15,17-12-34-15,21-7-8 16,12 2-4-16,23 11-10 15,26 19 30-15,11 24 22 16,9 21 5-16,2 5 7 16,-9 39 0-16,-12 9-3 15,-28 11 2-15,-22 0 7 16,-18 0 25-16,-36-7 34 16,-14-14-4-16,-3-8-14 15,-1-16-22-15,11-14-13 16,15-6 4-16,11-32 2 15,12-12-6-15,12-8-4 0,11 0-2 16,0 7-14-16,20 15 4 16,7 22 9-16,2 14-6 15,-7 17-5-15,-5 26-3 16,-7 14 10-16,-10 5 5 16,-2 1 1-16,-23-8 6 15,-4-6 2-15,2-20 3 16,3-9-6-16,4-11 3 15,2-9 6-15,-3-23-3 16,6-17-5-16,-1-13-5 16,8-6-2-16,8-2 0 15,0 11-12-15,0 17-4 0,10 25 10 16,0 8-23-16,-3 40 1 16,-7 18 27-16,0 9-1 15,-7 0 2-15,-22-4 0 16,-2-8 6-16,-2-12 15 15,4-12 9-15,6-14-2 16,9-15-6-16,10-2 8 16,4-24 6-16,0-22-31 15,22-9-5-15,3-3-1 16,2 9-7-16,-2 10 8 16,-10 19 0-16,-5 13-9 15,-4 7-19-15,-4 27 4 16,-2 12 22-16,0 10 2 0,-14 1 0 15,-11-2 1 1,-6-5 7-16,-2-10-2 0,-1-6 3 16,8-9-8-16,6-10 8 15,6-8 0-15,8 0 9 16,6-12-12-16,0-8-6 16,0-1-11-16,15 6-4 15,7 2 3-15,3 9 0 16,0 4 6-16,-6 13-7 15,-5 19-3-15,-14 10 14 16,0 6 2-16,-27 1 21 16,-15 0 3-16,-7-5 3 15,-3-8-5-15,6-8-3 16,8-8-5-16,12-11-8 16,9-9 1-16,11-9 10 0,6-29-17 15,0-8-32-15,20-8-40 16,12 1 31-16,5 9 30 15,7 21 10-15,8 12-5 16,2 11 6-16,2 23 0 16,-2 17-1-16,-8 6-1 15,-15 2-7-15,-15-2 8 16,-14-6 1-16,-2-12 0 16,-8-6 9-16,-13-8 6 15,-2-11 3-15,1-3-6 16,1-9-3-16,4-18-3 15,6-12-6-15,4 0-6 16,7-4-24-16,7 7-1 0,21 11-29 16,15 5 17-1,4 17 21-15,9 3 21 0,2 10-8 16,0 20 3-16,-9 6 5 16,-16 4-6-16,-18-4-3 15,-15-3 10-15,-8-8 21 16,-25-7 25-16,-7-8-4 15,-3-10-22-15,3 0-6 16,4-20-7-16,12-16-1 16,10-2 0-16,14-6-6 15,5 2-17-15,28 2-7 16,14 4 7-16,6 14-21 0,6 14 10 16,-1 8 19-16,2 18 0 15,-4 18 9-15,-10 4 28 16,-11 2 17-16,-16-3-7 15,-17-6 0-15,-2-6-10 16,-21-8-3-16,-10-5 1 16,0-10-13-16,0-4-2 15,9-18-4-15,11-22-1 16,11-16-6-16,0-12-9 16,26-4-12-16,14 0 12 15,7 10 0-15,5 16-6 16,-4 15-6-16,0 24 20 15,-8 7-12-15,-9 12 4 16,-13 14 2-16,-16 6 7 16,-2-5 0-16,-31-1 29 0,-12-5 19 15,-1-10-19-15,1-8-12 16,10-3-6-16,7-16 1 16,7-22-5-16,11-13-5 15,8-9-2-15,0-6-6 16,13-2-22-16,14 6 7 15,6 11 0-15,5 22 11 16,2 16-11-16,-2 13 10 16,-7 14 5-16,-13 19-3 15,-18 1 1-15,-5-3 8 16,-37 0 31-16,-11-9 29 16,-10-8-20-16,5-14-21 15,8 0-8-15,7-21-2 0,11-14-8 16,8-3-1-16,9-3-36 15,3 5-61-15,7 12-126 16,1 11-487-16</inkml:trace>
  <inkml:trace contextRef="#ctx0" brushRef="#br0" timeOffset="98042.23">13267 13415 1776 0,'0'0'333'0,"0"0"-212"15,0 0 120-15,0 0-149 0,143-6-63 16,-89 6-19-16,-1 0-2 16,-2 0-8-16,-11 0-31 15,-13 0-118-15,-13 2-182 16,-14 5-516-16</inkml:trace>
  <inkml:trace contextRef="#ctx0" brushRef="#br0" timeOffset="98190.17">13265 13700 1842 0,'0'0'261'0,"0"0"-29"15,0 0 10-15,0 0-175 16,152-32-52-16,-81 11-15 0,24 1-53 16,-18 5-228-1,-15 3-393-15</inkml:trace>
  <inkml:trace contextRef="#ctx0" brushRef="#br0" timeOffset="98799.49">14527 12908 1545 0,'0'0'590'0,"0"0"-528"16,0 0 139-16,-5 184 18 16,5-97-85-16,0 2-70 15,5 0-22-15,4-21-23 16,0-4-8-16,-1-14-10 15,2-14 1-15,-4-14-2 16,-1-10-30-16,-3-7-18 16,-2-5-7-16,0 0 7 15,-11-22-37-15,-12-11-26 16,-6-9-24-16,-4-4 49 16,4-2 52-16,2 0 24 0,8-1 10 15,7-1 2-15,10-5 10 16,2-7 31-16,11-1-4 15,18-1-8-15,11 3-18 16,9 10-5-16,7 10 2 16,4 12-4-16,7 11 28 15,-3 14 42-15,-6 4 0 16,-13 18-26-16,-16 19-32 16,-14 12 24-16,-15 4 12 15,0 5 1-15,-17-3-10 16,-16-6-8-16,-10-7-13 15,-6-9-8-15,-2-4-4 16,-1-12-3-16,8-9-3 16,9-8 0-16,14 0-6 15,13-5-21-15,8-17-79 0,27-10-141 16,10 6-349-16,5-1-485 0</inkml:trace>
  <inkml:trace contextRef="#ctx0" brushRef="#br0" timeOffset="99144.93">15294 12818 1551 0,'0'0'291'15,"0"0"-129"-15,0 0 165 16,-98 121-163-16,69-58-54 16,2 5-5-16,7 9-11 15,7-2-19-15,11-4-24 16,2-7-33-16,6-12-12 15,19-11 0-15,8-15-6 16,5-9 0-16,4-7-50 16,20-10-115-16,-10 0-349 0,-7-10-694 0</inkml:trace>
  <inkml:trace contextRef="#ctx0" brushRef="#br0" timeOffset="99829.36">15641 12872 1672 0,'0'0'309'0,"0"0"-236"15,0 0 156-15,0 124 2 0,0-58-84 16,2 5-4-1,4 1-28-15,-4-12-53 0,0-9-34 16,0-10-11-16,0-15-16 16,0-12 6-16,-2-7-7 15,0-7 15-15,0-7 3 16,0-21-5-16,0-12-12 16,-6-9 7-16,-6-2-7 15,6-2 5-15,1-1-5 16,5 2-1-16,0-1-1 15,23 7-9-15,8 0-13 16,5 12-8-16,-3 12-2 0,-6 15 9 16,-10 7 6-1,-7 7 0-15,-10 24 8 0,0 5 8 16,-14 2-7-16,-8-3 8 16,0-4 1-16,3-9 0 15,7-9 1-15,2-4 0 16,8-9 6-16,2 0 10 15,0-4-17-15,2-12-6 16,16-5-2-16,5 4-1 16,4 0 8-16,4 10-7 15,2 5 2-15,-2 2 5 16,0 4-10-16,-4 21 10 16,-7 6-6-16,-6 7 0 15,-12 4 5-15,-2 2 2 16,0-2-1-16,-21-3 1 0,-5-6 0 15,-6-5 10-15,-5-3 11 16,-3-5-2-16,2-7 5 16,2-2-7-16,7-7-7 15,7-4-2-15,4 0-7 16,7 0-1-16,9-16-15 16,2-4-82-16,13-12-185 15,16 3-378-15,2 3-899 0</inkml:trace>
  <inkml:trace contextRef="#ctx0" brushRef="#br0" timeOffset="100181.17">16208 12673 811 0,'0'0'757'16,"0"0"-583"-16,0 0 164 0,71 114-92 15,-53-50-71 1,-12 24-36-16,-6-1-29 0,0 8-46 16,-18-2-35-16,-5-14-17 15,-9 5-11-15,1-4-1 16,-23 12-36-16,11-17-132 16,1-15-430-16</inkml:trace>
  <inkml:trace contextRef="#ctx0" brushRef="#br0" timeOffset="102861.28">16575 13026 758 0,'0'0'530'16,"0"0"-305"-16,0 0-49 0,0 0-46 16,0 0 17-1,0 0 32-15,161 12-35 0,-114-7-10 16,-1-5-20-16,-3 0-42 16,-5 0-43-16,-3 0-17 15,-8 0-11-15,-2 0-1 16,-10 0-44-16,1 0-134 15,-5 0-292-15,-4 0-368 0</inkml:trace>
  <inkml:trace contextRef="#ctx0" brushRef="#br0" timeOffset="103371.38">17236 12781 1761 0,'0'0'235'0,"0"0"-112"16,0 0 153-16,42 139-120 16,-31-74-32-16,-2 2-24 15,-3-1-41-15,-1-8-29 16,1-8-18-16,2-11-4 16,-4-9-7-16,0-13 0 15,-2-4 0-15,-2-9 0 16,0-4 10-16,0 0 0 15,-2-13 5-15,-12-12-1 16,-5-13-13-16,-1-7-1 16,-3-4 5-16,4 3-6 15,0-3 0-15,9 1 1 0,7 0 0 16,3 0 1-16,13-3-2 16,25 1 0-16,16 4-6 15,12 4 4-15,9 11-10 16,-7 20 5-16,-7 11-1 15,-14 8 2-15,-18 24 5 16,-14 9 0-16,-15 3 0 16,0-3-1-16,-23 1 2 15,-10-5 0-15,-7-7 1 16,-2-4 0-16,-1-7-1 16,1-6 2-16,5-6-2 15,-2-7 0-15,8 0-4 16,4 0-29-16,12 0-39 0,11-5-20 15,19-13-66 1,20 2-331-16,8-3-194 0</inkml:trace>
  <inkml:trace contextRef="#ctx0" brushRef="#br0" timeOffset="103598.32">17886 12633 1770 0,'0'0'212'0,"0"0"162"16,-102 113-133-16,64-54-71 15,9 5-39-15,9 1-43 16,13-5-37-16,7-8-29 0,2-8-14 16,23-6-8-16,9-7 0 15,5-6-34-15,30 1-98 16,-9-6-148-16,-2-1-469 0</inkml:trace>
  <inkml:trace contextRef="#ctx0" brushRef="#br0" timeOffset="103948.28">18245 13392 1774 0,'0'0'478'0,"0"0"-206"15,0 0-56-15,0 0-110 16,-4-112-35-16,4 66-29 15,0-9-18-15,0-6-1 0,0-2-1 16,0 2 5-16,0 4-3 16,4 10-5-16,5 8-2 15,7 9-11-15,1 10-6 16,6 10-2-16,3 10-4 16,6 0-1-16,-1 18 5 15,2 15 1-15,-4 6-8 16,-4 5 9-16,-5 2 0 15,-2-8 1-15,-7 1-1 16,0-5 0-16,-4-6 0 16,-3-2 0-16,3-6-1 15,-4-4-14-15,1-6-28 16,-2-3-33-16,0-5-27 0,-2-2-24 16,0-9-73-1,0-9-411-15,0-1-1046 0</inkml:trace>
  <inkml:trace contextRef="#ctx0" brushRef="#br0" timeOffset="104122.65">18227 13150 1891 0,'0'0'282'16,"0"0"-19"-16,0 0-71 15,0 0-129-15,126-34-41 16,-55 10-22-16,6 4-59 0,1 3-167 15,47 17-302 1,-17 0-274-16,-13 0 744 0</inkml:trace>
  <inkml:trace contextRef="#ctx0" brushRef="#br0" timeOffset="104453.13">19266 13326 876 0,'0'0'569'0,"0"0"-177"15,0 0 161-15,0 0-281 16,0 0-86-16,0 0-77 15,0 0-43-15,-109-104-26 16,96 56-11-16,-3-8-7 16,-1-4-10-16,3 2-6 15,5 4-4-15,9 9 4 16,0 11-6-16,17 6-1 16,12 7-7-16,10 4 7 0,1 12-6 15,2 5 5-15,-2 1-5 16,-2 27-2-16,-7 9 1 15,-8 6 7-15,-8 6 0 16,-9-1 0-16,-3-4-1 16,-3-1 1-16,0-10 1 15,0-7-27-15,0-3-25 16,0-10-43-16,0-1-45 16,5-3-28-16,12-4-152 15,-1-1-151-15,-1-4-358 0</inkml:trace>
  <inkml:trace contextRef="#ctx0" brushRef="#br0" timeOffset="105031.26">19846 12847 1612 0,'0'0'181'0,"0"0"-101"16,4 124 186-16,5-59-107 16,-3 0-27-16,0-2 18 15,-4-10-28-15,0-16-56 16,-2-11-29-16,0-13-17 0,0-13 1 16,0 0 1-1,0-28 27-15,-10-16-29 16,4-13-19-16,2-6 6 0,4-2-6 15,0 5 1-15,0 6-2 16,20 8 0-16,7 13-6 16,4 13 5-16,0 15-11 15,-2 5 5-15,-5 14-4 16,-12 18 4-16,-12 8 6 16,0 2 0-16,-21-3-5 15,-6-4 5-15,1-12 1 16,8-6 0-16,9-11 0 15,9-6-1-15,0 0-6 16,18-16-4-16,13-5-10 16,9 4 8-16,5 7 7 0,-3 8 5 15,1 2-5-15,-10 9 0 16,-8 18 6-16,-12 3-1 16,-13 5 1-16,0 0 14 15,-29 1 29-15,-9-3 3 16,-3-8-22-16,4-6-16 15,3-10 1-15,8-6-8 16,8-3-1-16,4 0-12 16,10-14-61-16,4-28-120 15,20 5-387-15,7-3-522 0</inkml:trace>
  <inkml:trace contextRef="#ctx0" brushRef="#br0" timeOffset="105308.83">20488 12479 1513 0,'0'0'219'0,"0"0"44"15,98 155 208-15,-76-42-289 16,-13-2-36-16,-9-10-62 16,-7-12-46-16,-17-19-24 15,-8 8-14-15,-7 10-7 16,-6-5-55-16,-33 17-106 0,8-21-380 16,8-18-736-16</inkml:trace>
  <inkml:trace contextRef="#ctx0" brushRef="#br0" timeOffset="113584.41">27289 13810 794 0,'0'0'205'0,"0"0"20"16,0 0-43-16,0 0-67 15,0 0-35-15,0 0 38 16,31-14-19-16,-31 14-11 15,0 0-4-15,-23 0 40 16,-18 0-19-16,-20 0-47 16,-13 0-38-16,1 0-12 15,6-5-8-15,16-10 8 16,22-2-8-16,18 0 13 0,11 1-13 16,13-1-3-1,20 6-14-15,4 2 9 0,0 6 2 16,-3 3 5-16,-10 0 0 15,-11 0-6-15,-10 5 6 16,-3 4-26-16,-27 0 11 16,-20 3 16-16,-8-5 2 15,-6-2 4-15,5-5-5 16,10 0 2-16,10 0 6 16,14-5-2-16,10-11 4 15,10 2-10-15,2 0 10 16,0 2-11-16,23 2-1 15,4 3-8-15,10 2 9 16,5 1 0-16,5 1-1 16,3 1 1-16,-8 2 0 0,-9 0 0 15,-15 0-1-15,-13 0-14 16,-5 5-24-16,-23-4 39 16,-14 3 6-16,-9-1 3 15,0-3-3-15,3 0-5 16,6 0 12-16,3 0 12 15,9 0 6-15,8 0 15 16,5-4 25-16,10 1 9 16,2 3-20-16,0-1-5 15,31-4-42-15,17 2-12 16,21-2 1-16,18 5 7 16,6 0 21-16,-1 0 8 0,-10 5-8 15,-21 7-16-15,-24-3-14 16,-19 2-8-16,-15-4 0 15,-3 2 8-15,-12-1 0 16,-17-2 0-16,-5-1 12 16,-10-1-11-16,-5-1 5 15,-7-3-5-15,-6 0 5 16,-5-12-6-16,2-4 1 16,10 0-1-16,13-1 1 15,17 9 0-15,16 3-1 16,9 3 1-16,11-1-1 15,29 1 0-15,16 2 0 16,8 0-2-16,8 0 2 0,-3 16-1 16,-4 9-1-1,-12 4 1-15,-11 8-5 0,-19-1 6 16,-19 0-11-16,-4-2 4 16,-31-6 6-16,-13-4 1 15,-8-8 0-15,3-6 1 16,9-10 0-16,15 0 8 15,15-4 5-15,10-18-4 16,15-8-9-16,28-2-1 16,15 0-15-16,6 9 3 15,3 11-1-15,-3 12 2 16,-10 12 5-16,-8 27-1 16,-14 19 6-16,-21 14-5 0,-11 10 6 15,-22-2 8 1,-28-5 16-16,-12-11 4 0,-7-14 5 15,5-16-6-15,10-10-26 16,16-12 5-16,18-12-4 16,13 0 14-16,7-19-4 15,7-20-12-15,22-9 0 16,14 2-6-16,7 0-1 16,8 16-7-16,1 18-5 15,-1 12 10-15,-9 25-2 16,-11 21 10-16,-16 12-10 15,-20 7 4-15,-4-2 7 16,-39-10 0-16,-13-4 8 16,-12-13 11-16,-1-12-2 0,3-10-11 15,10-14-5-15,16 0 10 16,14-22-2-16,15-16-3 16,9-10-6-16,18-9-15 15,22 3-13-15,12 10 1 16,0 15-3-16,2 20 12 15,-7 9 8-15,-7 23 2 16,-11 16 7-16,-16 12-5 16,-13-5 6-16,-13 0 6 15,-24-6 33-15,-15-8 1 16,-2-9-16-16,6-9-12 16,5-11-11-16,14-3 1 15,16-3 11-15,13-24-13 0,4-9 0 16,32-12-42-1,13 2-4-15,7 5 15 0,-3 14 14 16,-4 16 5-16,-9 11-1 16,-7 16 4-16,-12 24 3 15,-17 13-3-15,-4 5 9 16,-19-2 1-16,-26-4 18 16,-7-12 15-16,-3-8-2 15,1-10-16-15,11-16-14 16,12-6 8-16,18-6-10 15,13-28-14-15,5-7-10 16,28-8 0-16,7 3 9 16,5 8 14-16,-3 14-7 15,-7 19 0-15,-10 5 2 16,-11 24-5-16,-14 22 10 0,-2 9 1 16,-37 1 39-16,-11-4 12 15,-11-7-4-15,-5-14-15 16,0-9-22-16,6-12-4 15,7-10-4-15,4-1 5 16,11-27-6-16,11-11-1 16,11-9-5-16,14-6-16 15,2 4 1-15,20 4-10 16,14 16 2-16,6 14 3 16,3 16 7-16,-6 17 6 15,-8 21 10-15,-18 8-10 16,-11 3 11-16,-19-8 1 15,-26-2 11-15,-11-12 18 0,-1-9-1 16,-4-10-3-16,8-8-14 16,5-3 1-16,11-20-2 15,8-8-4-15,10-4 3 16,11 2-9-16,4 11 1 16,4 8 5-16,0 8-6 15,0 6 0-15,0 0-20 16,0 22 7-16,0 8 7 15,0 6 6-15,6 2 0 16,12-1 1-16,9-4 0 16,6-4 0-16,7-5 7 15,5-8-7-15,4-6 1 0,0-6 5 16,3-2-5-16,3 0 4 16,5-2-6-16,0 0 8 15,0 0-8-15,-8 0 1 16,-12 0-1-16,-16 0 2 15,-15 0-1-15,-9 0-1 16,-2 0-7-16,-25 10-5 16,-11 4 11-16,-6 2 1 15,-5 2-1-15,-5-2 1 16,-2-4 0-16,-3-6 1 16,-7-6-1-16,4 0 0 15,4-3 0-15,10-12 0 16,16 1 1-16,14 5 0 15,16 0-1-15,2 5 0 16,16 0-6-16,15 4-1 0,9 0-1 16,10 0 7-16,4 0 1 15,7 12 0-15,6-2 1 16,0-3 0-16,0-2 0 16,-5-5-1-16,-4 0 6 15,-9 0-5-15,-9-14 0 16,-4-2-1-16,-7-5 5 15,-2-3-5-15,0 1-9 16,2-9-7-16,2 2-17 16,2-7-7-16,-6 7-3 15,-5 7 13-15,-6 6 12 16,-12 11 9-16,-4 6-15 16,0 0 6-16,0 2 9 0,0 14 8 15,-7 4-9-15,-1 6-2 16,-6 4 12-16,-1-2-1 15,-3 2 1-15,-5-7 10 16,6-5-9-16,5-10 1 16,10-8-1-16,2 0 17 15,12-14-18-15,17-14-48 16,4-4-36-16,0 1 9 16,-4 7 34-16,-4 7 28 15,-10 2 6-15,-6 7 7 16,-9 8 9-16,0 0 3 15,-26 0-6-15,-15 0 0 0,-5 4 4 16,-4 5 2-16,6-6-2 16,13-3 1-16,13 0 2 15,14-12-4-15,4-14-9 16,6-6-37-16,19-2-33 16,6 0-2-16,0 5 5 15,0 8-8-15,-2 10 16 16,-6 9 29-16,-8 2 17 15,-11 13 6-15,-4 11 7 16,-8 8 54-16,-26-4 51 16,-6 2-2-16,2-7-32 15,4-10-40-15,15-5-19 16,9-8 3-16,10-4 9 0,0-22-18 16,19-11-5-1,12-8-1-15,4-1-1 0,5 4 0 16,1 6 0-16,-6 10 0 15,-8 17-14-15,-7 9-2 16,-11 21 0-16,-9 21 8 16,0 9 4-16,-20 4 5 15,-5-7 18-15,1-10 24 16,6-12-8-16,7-9-19 16,8-16-8-16,3-1 18 15,0-14 6-15,14-21-31 16,9-18-4-16,6-5 1 15,0-5 3-15,-1 5-1 16,1 12 1-16,-4 12-1 16,-9 20-17-16,-5 14-9 0,-7 9 12 15,-4 21 14-15,0 3 1 16,0 1 1-16,-13-5 9 16,1-7 9-16,3-10-4 15,1-6-7-15,6-6 5 16,0 0 11-16,-1-14-18 15,3-15-6-15,0-6-12 16,0-14 6-16,15-5 6 16,12-4 0-16,11 2-43 15,3 11-54-15,-1 25-39 16,-5 20 31-16,-12 20 60 16,-15 23 27-16,-8 11 18 0,0 4 0 15,-24-9 31-15,-5-9 63 16,-3-8 14-16,5-14 4 15,6-12-55-15,3-6-20 16,9-6-18-16,5-22-19 16,4-15-66-16,0-6-20 15,0-9 64-15,8-5 21 16,5 5-1-16,6 5 1 16,-1 14-1-16,1 12-11 15,-1 17 1-15,3 10-1 16,-4 7 4-16,-3 16 8 15,-5 10 1-15,-9-1 0 16,0 0 53-16,-2-8 6 0,-17-2 4 16,0-10-16-1,1-5-26-15,2-7-8 0,3 0 2 16,2-11 2-16,1-19-8 16,6-10-8-16,4-4-1 15,0-5 0-15,0 8 1 16,0 0 0-16,0 10 0 15,0 8 0-15,0 11-1 16,-7 8-2-16,-15 4-13 16,-11 0 14-16,-7 0 1 15,-5 4-1-15,3 1 1 16,4 0 6-16,7-3-6 16,8-2 0-16,9 0 0 0,6-2 7 15,6-12-6 1,2-4 0-16,0-4-1 0,4 2 0 15,16 4-2-15,5 11-17 16,4 5 10-16,-4 21-7 16,-6 25 7-16,-7 15 8 15,-12 7-5-15,0-2 6 16,-18-8 2-16,-9-8 4 16,0-10 1-16,-2-8-7 15,-9-4-12-15,7-7-184 16,-2-8-569-16</inkml:trace>
  <inkml:trace contextRef="#ctx0" brushRef="#br0" timeOffset="116160.33">14605 13858 388 0,'0'0'204'0,"0"0"-148"16,0 0-10-16,0 0 71 15,0 0 10-15,0 0-8 16,56 0 15-16,-46 0-16 16,0 0-17-16,1 0-12 15,-3 2-6-15,4 2-21 16,-1-2-2-16,2 3 13 16,5-4 16-16,7 3 40 15,2-2-19-15,4 3-56 0,0-5-34 16,3 5-14-1,-3-1-5-15,2 2 1 0,0 0 4 16,7-4-5-16,7-2 5 16,7 0-5-16,9 0 7 15,3-2-7-15,1-6-1 16,-3 2 0-16,-6 4 0 16,-2 2 0-16,-6 0 0 15,-2 0 0-15,2 0 0 16,3 0 1-16,12 0-1 15,31 0 1-15,33 0-1 16,-5-2 1-16,-5 2-1 0,-22 0 1 16,-16 0 0-1,8 4 1-15,9 6-2 0,-7-1 0 16,-1-4 1-16,-1-3-1 16,0-2 1-16,7 0 0 15,7 0 0-15,1-7 0 16,4 2-1-16,-4-1 0 15,-6 6 0-15,-9 0-1 16,-4 0 1-16,0 0-1 16,2 0-46-16,24 0-42 15,30 0-1-15,23 0 12 16,-12 0 21-16,-32 0 11 16,-39 0 29-16,-30 0 10 15,7 2 6-15,3 7 1 16,10-4 0-16,2-1 0 0,26 0 0 15,34-4 0-15,43 0 0 16,20 2 0-16,1 3 0 16,-19 2 1-16,-24-2-1 15,-32 0 0-15,-26-3 7 16,-31 0-7-16,-16-2 8 16,-7 0 8-16,-4 0 9 15,-7 0 13-15,-11 0 61 16,-9 0 33-16,1 0-29 15,-3-6 2-15,3 1-17 16,0-4-32-16,3 3-33 16,-1-2-14-16,-1 1-9 15,-6 7-66-15,-5-3-274 0,-2 3-648 16</inkml:trace>
  <inkml:trace contextRef="#ctx0" brushRef="#br0" timeOffset="116657.14">16145 14704 1602 0,'0'0'383'0,"0"0"-282"16,0 0 114-16,69 149-13 0,-35-75-101 16,-3 7-26-16,-9 4-10 15,-6-3-25-15,-9-7-13 16,-5-5-10-16,-2-12-11 15,0-6-5-15,0-9-1 16,0-14-9-16,0-11-103 16,0-14-70-16,-12-26-82 15,-3-16-252-15,-3-8-823 0</inkml:trace>
  <inkml:trace contextRef="#ctx0" brushRef="#br0" timeOffset="116927.46">16163 14945 1039 0,'0'0'174'0,"63"-102"-64"0,-12 47 188 16,11 6-101-16,8 10 5 16,-1 19-33-16,-5 19-91 15,-8 2-42-15,-18 36-13 16,-18 16 34-16,-18 11 53 16,-2 6 26-16,-27-3-45 15,-10-7-1-15,-8-8-4 16,-7-16-11-16,4-8-22 15,0-10-19-15,6-10-18 16,9-8-5-16,8 0 2 16,7-10-13-16,9-12-34 15,7 0-48-15,2-2-39 0,31-2-94 16,9 4-325-16,5 2-430 16</inkml:trace>
  <inkml:trace contextRef="#ctx0" brushRef="#br0" timeOffset="117168.25">17086 14517 2020 0,'0'0'303'16,"0"0"-199"-16,0 0 7 15,0 0 11-15,-110 155-7 16,104-83-12-16,6 5-30 0,0-7-29 15,4-11-31 1,17-10-1-16,1-15-10 0,4-10-2 16,3-12-27-16,2-10-50 15,14-4-78-15,-9-20-202 16,-5-5-615-16</inkml:trace>
  <inkml:trace contextRef="#ctx0" brushRef="#br0" timeOffset="117586.24">17452 14708 1793 0,'0'0'226'0,"0"0"-59"16,-38 103 120-16,26-57-145 0,4 1-35 15,-1-1-24-15,5-5-27 16,-2-7-19-16,2-10-12 15,0-7-14-15,4-8-5 16,0-9 1-16,0-2 16 16,0-24 5-16,0-18-17 15,0-14-10-15,2 0 6 16,12-4 20-16,5 7-5 16,8 7-16-16,6 6-6 15,8 7 0-15,1 10-1 16,0 12 1-16,1 10-6 15,-3 3-1-15,-5 32 1 16,-3 16 5-16,-8 12 1 0,-5 7 6 16,-4-3-5-1,1-3 0-15,-5-12-1 0,2-9 0 16,-4-11-1-16,-2-14-75 16,-7-11-51-16,0-4-37 15,-21-33-97-15,-10-12-352 16,-5 0-933-16</inkml:trace>
  <inkml:trace contextRef="#ctx0" brushRef="#br0" timeOffset="117753.03">17404 14881 1272 0,'0'0'375'0,"0"0"-105"0,0 0 10 16,0 0-73-16,0 0-48 15,0 0-86-15,114-38-47 16,-53 11-11-16,7 1-15 15,15-2-36-15,46-8-86 16,-17 8-419-16,-19 4-645 0</inkml:trace>
  <inkml:trace contextRef="#ctx0" brushRef="#br0" timeOffset="118030.07">18112 14691 1774 0,'0'0'259'15,"0"0"-181"-15,-2 107 191 0,8-48-117 16,21 2-41 0,11-6-39-16,6-13-27 0,5-14-17 15,1-20-10-15,-4-8-8 16,-6-17 2-16,-8-18-4 16,-11-11-2-16,-7-8 4 15,-14-2-9-15,0 1 19 16,-7 4 9-16,-15 5 7 15,0 11-9-15,-1 7-3 16,6 10-12-16,3 2-12 16,5 4-9-16,9 0-73 15,0-3-139-15,13 6-513 0</inkml:trace>
  <inkml:trace contextRef="#ctx0" brushRef="#br0" timeOffset="118532.33">18673 14684 1521 0,'0'0'288'15,"0"0"-21"-15,27 118 38 16,-21-74-97-16,1-13-76 16,-4-9-59-16,-3-10-23 15,0-8-31-15,0-4-4 16,0-2 3-16,0-24 3 16,0-10-21-16,0-13-6 15,-3 1 6-15,3 2 1 16,0 0 7-16,9 8-8 15,20 6 0-15,7 1 0 16,6 8-8-16,-3 9 7 0,-8 12-8 16,-12 2 0-1,-12 24-1-15,-7 14 8 0,-9 11 1 16,-20-6 0-16,-2-1 1 16,4-8 0-16,10-11 1 15,7-14-1-15,10-9 1 16,0 0 17-16,16-12-8 15,15-11-8-15,5-6-1 16,4 7-1-16,0 6 0 16,0 13-8-16,0 3 7 15,-7 7-8-15,-4 19 1 16,-13 6 2-16,-13 4 6 16,-3 3 0-16,-19-1 22 0,-12-4 13 15,-6-7-8 1,-3-4-6-16,2-9-8 0,2-7 1 15,7-7-5-15,5 0-8 16,3-3-1-16,9-6-19 16,4-11-64-16,8-6-97 15,12 1-392-15,13-1-556 0</inkml:trace>
  <inkml:trace contextRef="#ctx0" brushRef="#br0" timeOffset="118803.64">19541 14265 1807 0,'0'0'260'0,"0"0"-74"15,42 123 148-15,-26-52-130 16,-6 11-73-16,-7-1-69 16,-3-5-35-16,-3-4-14 15,-17-12-13-15,-4 2-10 16,-32 21-95-16,7-15-189 16,-3-10-643-16</inkml:trace>
  <inkml:trace contextRef="#ctx0" brushRef="#br0" timeOffset="132042.41">26814 13696 970 0,'0'0'147'0,"0"0"-103"15,0 0 125-15,0 0-99 16,0 0-50-16,-121-14-7 16,100 14 0-16,-2 0 12 15,7 0 35-15,3 0-14 16,5 0-18-16,2 0-11 15,4 2 7-15,2-2 9 16,0 0-1-16,0 0-10 0,18 0 0 16,5 0-15-16,4 0 2 15,-4 0-7-15,2 0 0 16,-7 0-1-16,-5 0 0 16,-6 0-1-16,-4 0 1 15,-3 0 5-15,0 0 22 16,-12 0 33-16,-13 0-30 15,-4 0-16-15,0 0-9 16,-2 0-5-16,5 0 1 16,4 0-1-16,4-4 9 15,5 1-9-15,6 1 7 16,2 0-8-16,5 2 0 16,0 0 0-16,0 0-1 15,0-1 0-15,5-1-2 16,17 0 3-16,2-4 6 0,1-1-5 15,-2 3 0-15,-10 0 0 16,-7 3 6-16,-6 1 3 16,0 0 17-16,-24 0-2 15,-12 0-24-15,-4 0 0 16,2 0 1-16,5 0 0 16,11 0-1-16,9 0-1 15,5 0 0-15,8 0-1 16,0 0-1-16,4 0-3 15,17 0 5-15,8 0 8 16,4 0-7-16,5-8 7 16,5-3-8-16,-1 1 2 15,3 0-1-15,-3 0 0 0,-7 5 7 16,-6-2-6-16,-2 4-1 16,0-1 0-16,0-1 0 15,0 1 0 1,4 1-1-16,0 1 0 0,0-3 0 15,1 3 2-15,-3 0 8 16,-3 2 6-16,-6-1 5 16,-8 1-20-16,-6 0 1 15,-4 0 7-15,-2 0 4 16,0 0 33-16,0-3 29 16,-13 3-28-16,-9-2-30 15,-7 2-11-15,-5 0-6 16,-6 0 2-16,-7 0-2 0,-4 0 1 15,-1 2-1 1,6 6 1-16,8 2-1 0,11-4 0 16,11 1-1-16,8-6-2 15,6 1 2-15,2-2-1 16,0 0 2-16,0 0 1 16,15 0 12-16,9 0-1 15,5 0 15-15,7-3 14 16,5-4-12-16,3 1-16 15,3-2-12-15,1 4 7 16,2 1-7-16,-4 0 5 16,-5 1 0-16,-3 2-6 15,-3 0 1-15,-4 0-1 16,3 6 0-16,-1 8 0 0,3-1 1 16,0 1-1-1,-1 2 0-15,1-1 0 0,-3-1 0 16,-6-1 0-16,-6-4 0 15,-9 0-1-15,-5-6 0 16,-2-1 1-16,-3 1 1 16,-2-3 6-16,0 0 14 15,0 0 73-15,-2-7-30 16,-14-3-48-16,-6-2-10 16,-7 1-5-16,-7 0-1 15,-6 1 1-15,-3-2-1 16,-1 2 1-16,1 0-1 15,3 3 1-15,8 0-1 0,7 3 0 16,9 4 0-16,10-3 1 16,1 3-1-16,7 0 7 15,0 0 2-15,0-2-7 16,0 2-1-16,15 0 8 16,12-3-3-16,6 1-5 15,6 0 1-15,3 2-1 16,-4 0 0-16,0 0-1 15,-2 7 0-15,-5 7 0 16,-2 1 0-16,0-1-1 16,-2 3 0-16,1-3 1 15,1-1 0-15,2 4 0 16,3-5 1-16,-2 2-1 0,-3-3 0 16,-6 2 0-1,-4-3 0-15,-6-3 0 0,-6 0-2 16,-3-3 1-16,-1-3 1 15,-3 2 0-15,0-3 1 16,0 0 10-16,0 0 2 16,0 0 27-16,-9-8-5 15,-9-6-26-15,-5-6-8 16,-6-2-1-16,-2-1 1 16,-5 0-1-16,-1 0 1 15,-1 3-1-15,-1 5 0 16,4 2 0-16,4 1-1 0,4 4 1 15,4 2 0 1,10 4 0-16,7 2-1 0,2 0-6 16,4 0 1-16,0 0-3 15,0 0 0-15,2 0 9 16,13 0 0-16,3 6 6 16,7 2-5-16,2 3 0 15,2 1 0-15,2-1-1 16,2 1 0-16,-2 1 1 15,-2-1-1-15,-3 0 1 16,-3-4-1-16,-3 1 0 16,-2 4 0-16,-2-6 0 15,2 5-1-15,-3 2 1 16,1 1 0-16,1-1 0 16,2-2 0-16,-4 2 0 15,1-3 1-15,-3 1-2 16,1 2 1-16,-6 1 0 0,1 2-1 15,-3 0 0-15,2 1 0 16,-2 0 0-16,3 2 1 16,-3 0 0-16,2 1 0 15,-4 2 1-15,0-1-1 16,-4 0 0-16,0 2 0 16,0-4 0-16,0-1 0 15,0-5 1-15,-4-4-1 16,2-2 1-16,2-8 0 15,-2 0 0-15,2 0 0 16,0 0 11-16,0 0-3 16,0 0 2-16,-2 0 7 15,-1 0-9-15,0-10-3 0,1-2-6 16,2-5 6-16,0-2-4 16,0-3 0-16,0-5-1 15,0 0-1-15,0 1 1 16,0 3 0-16,0 1 0 15,-6 4-1-15,1 0 6 16,-3 2 2-16,0 2-7 16,2 0 0-16,2 3 5 15,-1 6-5-15,5 1 7 16,0 1-8-16,0 3 0 0,0 0-9 16,0 0-4-16,0 9 4 15,0 9 9-15,7 4 0 16,-1 4 0-16,2 2 0 15,-4 2 0-15,0-3 0 16,-2-5 0-16,-2-5 0 16,0-7 0-16,3-4 0 15,-3-3 1-15,0-3 5 16,0 0 5-16,0-9 2 16,0-17-7-16,-7-4-5 15,-5-2-1-15,4 1 0 16,-1 8 0-16,3 9 0 15,3 5 1-15,1 6 0 16,2 3-1-16,0 0-1 16,0 0-9-16,0 3-7 0,0 14 10 15,0 5 6-15,0 2 1 16,2 0 0-16,3-4 0 16,-1-6 0-16,-4-4 0 15,2-6 0-15,-2-1 0 16,0-3 2-16,0 0 8 15,0-13-3-15,-6-10-7 16,-6 0-8-16,3 2 8 16,1 2 0-16,3 9 0 15,3 4 0-15,2 6 0 16,0 0-1-16,0 0-13 16,0 14-2-16,0 10 15 15,7 7-1-15,-1-3 1 0,-2-1 0 16,-1-3 1-16,-3-6 0 15,0-6 0-15,0-5 0 16,0-5 1-16,0-2-1 16,0 0 9-16,0-14 4 15,0-13-13-15,0-7 0 16,0 3 0-16,-3-1-1 16,1 13 1-16,2 9 0 15,0 10-1-15,0 0-10 16,0 16-10-16,0 18 20 15,5 7-1-15,-1 3 1 16,-4-2 1-16,0-3-1 16,0-10 1-16,0-7 0 15,0-6 0-15,0-11 0 16,0-2 0-16,0-3 9 0,0-8 4 16,0-21-7-16,0-9-5 15,0-8-1-15,0-5-2 16,5 0 1-16,0 7-1 15,1 11 1-15,-2 8-11 16,3 16 4-16,-3 6 2 16,4 3-13-16,-2 12 2 15,5 14 16-15,3 8 1 16,-3 4 0-16,1 0 0 16,0 2 0-16,-3-1 1 15,-3 1 0-15,2 0-1 16,-6-4 0-16,-2 4 1 0,0 1-1 15,0-2 1-15,-7-7 6 16,-6-2-6-16,0-3 4 16,-1-5-3-16,1-5 4 15,-1 2-5-15,1-5 0 16,-1-1-1-16,-1 1 2 16,1-4-1-16,1-1 0 15,2-1 5-15,-3-3 9 16,4 4 0-16,-4-1-5 15,-1 4 1-15,-2 0-10 16,-2 5 5-16,-6 2-5 16,1 1 5-16,1-1-5 15,1-7 7-15,6 2-7 0,3-5 11 16,2-3 3-16,0-1-2 16,-3-2-2-16,-1 1-2 15,-3 1 0-15,-4 2-3 16,-3 3-5-16,1 0 0 15,-1 2 5-15,2-3-5 16,2 1 0-16,0-5 0 16,-1 2 0-16,-2-2 1 15,-3-1-1-15,-2-2 0 16,-2 1 1-16,2-3-1 16,0 1 0-16,4-1-1 15,3 3 1-15,2-3-1 16,2 1 0-16,-2 2 0 0,2-3-1 15,-2 0 1-15,0 0-1 16,-4 0-6-16,-3 0-8 16,0 0-5-16,5 0-2 15,1 0 5-15,8 0 8 16,7 0 8-16,6 0-1 16,0 0 2-16,0 0-1 15,0-13-14-15,2-5 6 16,9-2 2-16,3-4 6 15,3-5 0-15,1-5 0 16,5-1-16-16,3-5 11 16,-2-6 0-16,1 2 5 15,-5 1 1-15,-4 6 0 16,-8 6 0-16,0 7 0 0,-6 4 0 16,-2 6-2-16,0 4 2 15,0 6 0-15,0 4-6 16,-2 2-14-16,-19 22 7 15,-6 10 11-15,-8 6 1 16,-1 0 0-16,1-1 1 16,6-13-1-16,8-6 1 15,9-8 0-15,4-10 1 16,8-2 10-16,0-2 7 16,0-20-8-16,0-14-9 15,0-15 0-15,0-7 0 16,0-4-1-16,0 2 0 15,0 8 0-15,2 13 0 16,4 14 0-16,-6 15-1 16,0 10 1-16,0 0-15 0,0 10 4 15,-8 12 11-15,-1 4-2 16,-1 0 2-16,2-4 0 16,4-4-1-16,2-3 1 15,2-10-1-15,0-1 1 16,0-4 1-16,0 0 1 15,0 0 10-15,0-22 1 16,0-11-11-16,0-16-2 16,4-6 0-16,1 8 0 15,0 7 0-15,-1 13 0 16,-4 20 0-16,2 7-7 0,-2 7-8 16,0 21 13-1,0 11 2-15,0 1-1 0,0-4 1 16,-6-2 0-16,-2-5-1 15,4-12 1-15,2-9 0 16,0-4 0-16,2-4 1 16,-3 0 8-16,3-6 4 15,0-17-4-15,0-9-8 16,0-2-1-16,0 3 0 16,0 8 0-16,0 12 0 15,0 8 0-15,0 3-6 16,0 5-8-16,-6 20 4 0,-1 1 10 15,-4 11 0 1,2-3 0-16,3 2 0 0,-1 2 0 16,0 2 0-1,-2 3 1-15,-2 2-1 0,-3-1 0 16,-3 2 1-16,-1-5-1 16,1-6 0-16,1-9 0 15,-1-6 1-15,4-9 0 16,3 4 1-16,-6-8-1 15,-2 5 7-15,-4 4-2 16,-5-2 1-16,0 2-6 16,0-2 5-16,8 0-5 15,3-10 0-15,7 0 0 16,3-1 0-16,0-1 5 16,4-2-6-16,0 0 2 0,-2 1-2 15,2 1 1-15,-3-2-2 16,3 0 1-16,0 2 0 15,2-2 0-15,0 0 1 16,0 0 0-16,0 0 0 16,15 0-1-16,5 0 2 15,3 0-2-15,3 5 0 16,-1 7-2-16,1 6-4 16,-1 3 6-16,-2 8 0 15,-2-7-1-15,0 2 1 16,-5-8-1-16,-8-3 1 15,-1-6-1-15,-5-5 1 16,-2-2 1-16,0 0 0 0,0 0 9 16,0 0-10-1,-2 0 0-15,-11 0-1 0,-5 0 1 16,0-4-2-16,2-4 2 16,6-1 2-16,0 4-1 15,6-3 8-15,-1-1-3 16,3 8-6-16,2-3 1 15,0 4 0-15,0 0-1 16,0 0-11-16,0 0-2 16,0 0 3-16,0 0 9 15,11 7 1-15,7 4 1 16,3-3 8-16,-4-4-9 16,-1 0 1-16,-7-2-1 15,-5 1-1-15,-2 2 1 16,-2-5 0-16,0 0-5 15,0 0 5-15,0 0 1 0,0 0-1 16,0 0 2-16,-4 0 14 16,-9-12-15-16,-6-4 7 15,-1 0-3-15,3-3-4 16,-1 3-1-16,5 7 0 16,3 3 0-16,6 3 0 15,2 2-9-15,2 1 8 16,0 0-8-16,0 0-7 15,0 10 14-15,0 3 2 16,6 4 1-16,2-3-1 16,-2-2 6-16,-2-2-6 0,1-5 0 15,-3 0 0-15,0-3 0 16,-2-2 1-16,0 0 8 16,0 0-8-16,-17-11 9 15,-6-7-10-15,-2-1 0 16,3 1 5-16,5 1-5 15,6 8 1-15,1-3-1 16,4 5 1-16,4-1 0 16,-1 7 0-16,3 1-1 15,0 0-15-15,0 1 2 16,11 17 6-16,10 5 7 16,-4-1 0-16,1 0 0 15,-4-6 1-15,-5-5-2 0,-5-2 1 16,-2-1 0-16,-2-8 0 15,0 0 1-15,0 0-1 16,-11-17 7-16,-9 0-7 16,0-3-1-16,4 4 1 15,5 6 0-15,4 2 1 16,3 6 0-16,4 2-1 16,0 0-1-16,0 0 1 15,0 0-7-15,0 0-9 16,0 11 15-16,0 2 0 15,0-1 1-15,0-2 0 16,2-5 0-16,4-3 1 16,0 1 6-16,-4-3-6 15,-2 0 6-15,0 0-6 16,0 0 13-16,0 0-9 0,0-6-4 16,-2-2-1-16,-4 2 0 15,4 2 0-15,0 4 0 16,2-5 0-16,0 5-1 15,0 0 0-15,0 0-12 16,2 5 0-16,12 5 13 16,4 4 0-16,4-1 0 15,5 0 0-15,6-3 1 16,5-3 0-16,5-2 5 16,-1-1-5-16,0-2-1 15,-4-2 1-15,-9 1 0 16,-7-1 0-16,-6 0 0 0,-1 0-1 15,1 0 1-15,9 0 1 16,8 0-2-16,11 0 0 16,12 3-5-16,5 3 5 15,-3 5 1-15,-11-6-1 16,-14 2 0-16,-11-2-7 16,-6-5-6-16,-5 0 5 15,3 0 8-15,1 0 1 16,9-10-1-16,8 3 0 15,3-4 0-15,-2 5-6 16,-1 2 5-16,-10 2 1 16,-6 2-1-16,-5-4 1 15,-5 4 1-15,4-8 5 16,1-3-6-16,4-1 1 0,5-1-1 16,3 3-1-16,-1-4-1 15,-2 5 2-15,-6 4-1 16,-8 1 1-16,-1 1 0 15,-5 3 1-15,2 0-1 16,-2 0 1-16,0 0-1 16,0 0-1-16,0 0-5 15,0 0-6-15,-13 0 3 16,-10 12 9-16,-8 0-1 16,-4 2 1-16,-8 1 0 15,-1-3 1-15,-4-2-1 16,2-8 0-16,3 0 2 0,3 0-2 15,9-1 1 1,6 1-1-16,6 3-1 0,7-1 1 16,6-4-1-16,4 0 0 15,2 0-12-15,0 0 2 16,0 0 2-16,18 0-4 16,15 0 13-16,9 0 0 15,10 0 2-15,4 0 0 16,-6 0-2-16,-7-4 0 15,-10-1 0-15,-8 2 2 16,-12-1 5-16,-6 2 7 16,-5 2 1-16,-2 0 0 15,0-5-2-15,-20 5-5 16,-16 0-7-16,-10 0 0 16,-4 0 0-16,4 0 1 0,10 5-1 15,14-5-1-15,10 0 0 16,10 0 0-16,2 0 11 15,5 0-11-15,17-8 0 16,9-5-8-16,2 4 7 16,6-1-8-16,-1 2 8 15,-5 2 1-15,-6 2 0 16,-10 4 0-16,-12 0 0 16,-5 0 0-16,-16 0 0 15,-24 0 13-15,-11 6-2 16,-3 6-10-16,3-9 0 15,9 2 0-15,12-3 0 0,15-2-1 16,9 0 6-16,6 0 1 16,0-9-7-16,21-6-13 15,11-3 1-15,6-3 5 16,2 2 5-16,0 2 1 16,-9 7 0-16,-8 1 1 15,-17 6-1-15,-6 3 0 16,-17 0-13-16,-22 3 14 15,-5 8 0-15,-3 1 7 16,5-1-7-16,11-4-1 16,12-2 0-16,13-1 1 15,6-4 0-15,0 0 6 16,9 0-5-16,15 0 0 0,5 0-1 16,5 0 5-1,-5 0-4-15,-2 0-2 0,-7 0 0 16,-9 0 0-16,-5 0-5 15,-6 0 0-15,0 5 6 16,-6 4 0-16,-15-1 9 16,0 2-8-16,0-2 7 15,8-4-8-15,6-1 0 16,7 0-1-16,0-3-8 16,2 0-3-16,19 0 12 15,5 0 0-15,8 0 6 16,1 0-6-16,4-3 1 15,-4-4 0-15,-3-1 0 16,-3 2-1-16,-8 2 1 16,2 0-1-16,-1 0 1 0,-1-5-1 15,-2 4 1-15,-1-6 5 16,0 1 3-16,-2-1 6 16,1-2 4-16,3-1-10 15,1-4-9-15,1 2 1 16,-2 2 0-16,-2 1-1 15,-3 2 1-15,1-1 0 16,-3-4 0-16,3 0-1 16,-3-2 1-16,3-2 0 15,-1-3 0-15,-1 2 5 0,-3 1-6 16,-2 2 0 0,-2-1 0-16,-3 7 1 0,-1 3-1 15,-1 4 1-15,-2 2 0 16,0 1 5-16,0 2 3 15,0 0-9-15,0 0-2 16,0 12-17-16,0 12 18 16,-14 3 0-16,-1-1 0 15,-4 3 1-15,2-3-1 16,-5-3 1-16,-1-4 0 16,1-3 1-16,0 0 0 15,2-4-1-15,2 0 1 16,2-3-1-16,8-4 0 15,3-1 0-15,3 0 0 16,2-4 1-16,0 0 7 0,0-4-7 16,0-14 0-1,2 1-1-15,7-2 0 0,-1 3 0 16,6 0-1-16,-3 0 1 16,2 6-9-16,1-3 7 15,-3 4 2-15,-5 4 1 16,-3 0-1-16,-3 3 1 15,0 2-1-15,-9 0-10 16,-18 2 1-16,-9 12 9 16,-3 4 0-16,-1-4 0 15,6 0 0-15,8-4 1 16,7-3 1-16,13-4-2 16,6-3 8-16,0 0 2 15,17-4-9-15,12-12 0 16,5-4-1-16,2 2 0 0,-5 1 0 15,-2 5 1-15,-9 1 0 16,-6 5-1-16,-10 3-1 16,-4 3-5-16,0 0-4 15,-2 15 1-15,-19 2 9 16,-3 6 1-16,-5 0 0 16,2-6 8-16,5-8-9 15,8 0 1-15,8-9-1 16,6 0 2-16,0 0 5 15,4-18-7-15,17-10-16 16,5-7-2-16,1 2 5 16,-3 3 12-16,-6 8-7 0,-7 8 8 15,-7 8-1-15,-4 6-16 16,0 0 4-16,-17 0 4 16,-10 12 8-16,0-2 1 15,5-2 1-15,7-4 0 16,8-4 4-16,5 0 9 15,2-16-13-15,0-8 0 16,0-11 0-16,15-1 0 16,1-2 5-16,4 3-5 15,-4 4-1-15,-3 11-1 16,-7 9 0-16,-6 11-9 16,0 5-8-16,-4 24 16 15,-16 4 1-15,-6 4 1 0,-3-3 1 16,-1-6 0-16,6-9 10 15,6-6-10-15,5-5 8 16,8-8 0-16,5 0 8 16,0-14-1-16,0-11-9 15,7-4-7-15,9-2-1 16,1-3 1-16,-1 7-1 16,-3 10 0-16,-4 9 0 15,-2 6-10-15,-7 2-4 16,2 0 7-16,-2 8 8 15,0 2-1-15,0-1 1 16,0 0 0-16,-11-2 1 16,2-6 7-16,0-1-7 15,3 0 6-15,4-4 4 16,2-18-9-16,0-6 4 0,13-8-6 16,7 5-9-16,-3 4 8 15,-3 10-5-15,-9 14 4 16,-5 3-11-16,0 20 4 15,-7 14 8-15,-13 5 1 16,-5 0 1-16,-2-4 4 16,-2-3-4-16,-2-8-1 15,-2-7 1-15,-1-4 8 16,-3-8-9-16,-1-5 2 16,4 0-1-16,5-1 5 15,11-17-5-15,12-9-1 16,6-11-5-16,11-2-19 15,22-1-23-15,10 12-9 0,1 17 26 16,-4 12 16-16,-5 14 7 16,-10 30 5-16,-11 6 1 15,-14 7 0-15,-14 0 1 16,-28-2 13-16,-20-9 50 16,-12-6 6-16,-10-6-27 15,-1-15-14-15,2-7-19 16,12-7-9-16,13-5 8 15,15-17-1-15,15-24-7 16,12-10-4-16,14-10-14 16,2-14-6-16,27-5-7 15,15 4-8-15,11 14-13 0,7 24 14 16,3 30 16-16,-3 12 13 16,-6 40 8-16,-21 14-7 15,-24 11-4-15,-16-6 6 16,-46-3 5-16,-25-5 1 15,-15-11 10-15,-6-7 18 16,1-16-2-16,11-7-10 16,14-14-8-16,19 0-7 15,18-18 14-15,18-16-5 16,18-12-10-16,0-8-27 16,31 0-22-16,12 5-8 15,4 13 10-15,0 14 12 16,-7 14-5-16,-7 8-13 0,-6 10 5 15,-5 16 19 1,-4 6 2-16,-4 1-1 0,-4-5-21 16,-3-5-29-16,0-6-12 15,4-7-67-15,-2-2-150 16,-3-8-449-16</inkml:trace>
  <inkml:trace contextRef="#ctx0" brushRef="#br0" timeOffset="132266.38">27104 14247 525 0,'0'0'166'16,"0"0"-60"-16,0 0-8 15,0 0-1-15,0 0-22 16,0 0-48-16,56-102-6 16,-50 86 28-16,1 2 3 0,-5 4 4 15,0 6 5-15,-2 4-25 16,0 0-36-16,-11 24 0 15,-13 14 0-15,-5 16 0 16,-5 8 2-16,-12 36-2 16,7-20-135-16,6-9-592 0</inkml:trace>
  <inkml:trace contextRef="#ctx0" brushRef="#br0" timeOffset="141871.29">26946 13922 1224 0,'0'0'165'0,"0"0"-101"16,0 0 135-16,0 0-66 16,0 0-51-16,-2-44-19 0,2 34-21 15,0 6 16-15,0-2 56 16,0 6-11-16,0 0-78 16,0 16-25-16,0 14 21 15,2 5 8-15,-2 1 3 16,0 0-3-16,0-4-1 15,0-9 5-15,0 0-8 16,0-7-5-16,0-6-11 16,0-6-1-16,0-4 1 15,0 0 11-15,0-14 35 16,0-16-6-16,0-8-33 16,0 3-8-16,0 5 5 15,0 15 50-15,0 8-30 0,0 7-33 16,-4 3-5-16,-2 15 4 15,0 5 0-15,-1 5 1 16,5-3 0-16,0-3 0 16,2-7 0-16,0-3 1 15,0-5-1-15,0-7 0 16,0 0 8-16,0 0 5 16,0-14 6-16,0-14-11 15,0-7-7-15,-6-1-1 16,-2 8 1-16,2 7-1 15,3 16 0-15,3 5-13 16,0 12-2-16,0 19 13 0,13 5 2 16,6-1-1-16,-1-2 1 15,-5-11-1 1,-5-7 1-16,-2-6-1 0,-4-5 1 16,-2-4 6-16,0 0 6 15,0-4 8-15,0-20 25 16,-10-8-32-16,-7-11-12 15,-1-3 0-15,-3 3 0 16,6 11 1-16,5 6-1 16,2 14 0-16,4 7-1 15,4 5-6-15,0 0-6 16,0 20 11-16,0 6 0 16,0 3 1-16,0 6 0 15,0-3-1-15,2-3 1 16,-2-5 0-16,0-10 1 0,0-5-1 15,0-4 1-15,0-5 1 16,0 0 13-16,0 0 1 16,-4-14 0-16,-3 0-14 15,3 3 5-15,0 11-7 16,1 19-14-16,3 32 5 16,0 18 9-16,0 12 1 15,0 4-1-15,0-4 0 16,0-5 0-16,0-6-1 15,0-2 0-15,-14-14 0 16,4-9 1-16,-2-14-6 16,5-14-3-16,7-12-13 15,0-5 10-15,14-22 11 0,24-19-34 16,10-7 4-16,8-5 0 16,-4 19 7-16,-17 24 4 15,-16 14 1-15,-19 38 7 16,0 18 5-16,-29 10 7 15,-14-6 0-15,-4-1 0 16,-2-10 1-16,5-18 9 16,8-12 9-16,12-14-11 15,12-9-1-15,12-14 19 16,0-34-26-16,29-19-40 16,12-10-14-16,9-12-17 15,4 12 10-15,0 12 25 16,-12 26 21-16,-15 27-1 0,-14 12-8 15,-10 33 17 1,-3 15 6-16,0 0-1 0,-12-2 1 16,-1-8 1-16,-3-10 0 15,7-10 0-15,5-11 2 16,4-7 8-16,6-11 7 16,28-24-17-16,15-23-20 15,7-11 10-15,2-5 8 16,-3 4 2-16,-10 14 0 15,-12 17 1-15,-12 25-1 16,-10 14 0-16,-9 21-1 16,-2 16 1-16,0 12 1 15,-9-9-1-15,-9-4 11 16,1-10 8-16,3-10-4 0,5-9-8 16,7-7 2-16,2 0 11 15,0-9 6-15,9-22-20 16,17-10-5-16,6-3-1 15,3 0 0-15,1 9-1 16,-5 20-9-16,-9 15-3 16,-10 4-3-16,-8 25 15 15,-4 6 1-15,-7-3 0 16,-17-2 31-16,-3-13 30 16,3-6-17-16,5-10-21 15,11-1-4-15,8-21 8 16,0-23-18-16,11-19-8 15,18-11 0-15,11-12 1 0,7-2-2 16,2 6 0-16,-7 15 0 16,-9 31 0-16,-8 35 0 15,-9 12-15-15,-9 46 14 16,-5 15 1-16,-2 2 0 16,0-2 1-16,-21-8 5 15,2-11-6-15,-1-12 0 16,7-10-1-16,5-19-1 15,8-12 2-15,0-2 0 16,23-32-13-16,10-14-10 16,5-9-21-16,-2 2 2 15,-12 14 31-15,-8 17 11 16,-12 22-2-16,-4 6-32 0,0 32 24 16,-15 12 10-1,-3 8 1-15,0 1 1 0,3-2-2 16,4-2 0-16,1-1-1 15,-3 20-131-15,5-12-209 16,-8-7-393-16</inkml:trace>
  <inkml:trace contextRef="#ctx0" brushRef="#br0" timeOffset="158963.7">27806 13904 1689 0,'0'0'294'0,"0"0"-223"15,0 0-12-15,0 0 30 16,0 0-48-16,0 0-23 15,0 0-11-15,0 0 2 16,-2 0 7-16,-5 0 57 16,-2 0 38-16,-4 0-41 15,2-6-33-15,-1-4-14 0,4 0-9 16,3 3 25 0,3 0 4-16,2 1-2 0,0 2-3 15,0 1-3-15,11 0-4 16,0 1-17-16,-4 2-14 15,-5 0-1-15,-2 0 1 16,0 0 0-16,-2 10 0 16,-14 2 7-16,-3 0 1 15,-4-2-7-15,3-5 5 16,5-5-4-16,5 0 11 16,4-9-3-16,3-13-4 15,1-5-5-15,2 4 1 16,0 5 5-16,0 4 5 15,0 4 8-15,0 5 2 0,0 4-15 16,0 1-7-16,0 0-7 16,-4 0 1-16,-16 13 6 15,-9-1 6-15,-3 5-5 16,1 0 5-16,9-12-5 16,9-3 0-16,6-2 5 15,7-7 9-15,0-20-15 16,2-4 0-16,18 4-11 15,4 8-17-15,-1 7 15 16,-3 11 12-16,-7 1 1 16,-6 0-11-16,-3 13 11 15,-4 8-1-15,0 3 1 16,-13-2 1-16,-14 0 5 0,-4-2 4 16,-2-4-8-1,4-4 4-15,4-6-5 0,10-4 0 16,9-2 8-16,0-2 1 15,6-14-9-15,0-2-1 16,0 0-5-16,14 4-8 16,-1 4 4-16,-1 6 7 15,-4 4 1-15,-3 0-13 16,-1 0 3-16,-2 12 10 16,-2 4 2-16,0 2-1 15,-2 0 6-15,-13-2 2 16,-3-4-7-16,1-2 5 15,5-6-4-15,5-4 4 16,5 0 9-16,2-12-9 16,0-15-6-16,11 1-6 0,11-1-2 15,5 5-4-15,0 12 3 16,2 10 9-16,0 0-11 16,-5 18 4-16,-1 10 7 15,-7 2 0-15,-10 2 1 16,-6 0-1-16,0-4 1 15,-9-4 0-15,-9-3 7 16,0-8-7-16,5-3 1 16,2-8-1-16,6-2 0 15,3-5 7-15,2-23-8 16,0-9-1-16,9-5-9 16,13 6-1-16,3 10-5 15,-3 14 2-15,1 12 8 0,-2 14-7 16,-2 25 13-16,-6 8 1 15,-4 6-1-15,-9 2 2 16,0 2 0-16,-16-3 4 16,-19-4-4-16,-15 2 8 15,-5-10 2-15,-3-2-11 16,7-10-1-16,11-7 5 16,17-18-4-16,12-5 0 15,9-15-1-15,2-21-5 16,7-5-32-16,17 5 9 15,10 10-17-15,3 13 31 16,1 13 13-16,-2 7-8 0,-7 19 0 16,-11 8 0-1,-14-2 9-15,-4 7 1 0,-27-3 8 16,-21 0 1-16,-12-3 2 16,-8-3-4-16,-1-7-2 15,7-9-5-15,8-12 0 16,12-2 5-16,11-18 1 15,8-17-1-15,13 0-6 16,7-6-1-16,3 8-11 16,5 4-16-16,20 12-2 15,6 17 20-15,4 0 2 16,1 13 2-16,-9 22-4 16,-12 5 8-16,-15 4-4 15,-11-2 6-15,-36 2 2 16,-14-8 8-16,-3-5-8 0,1-8 4 15,8-14-6-15,10-9 9 16,8-15 3-16,8-28-5 16,8-15 0-16,6-11-6 15,10-10 8-15,5-1-9 16,0 3 0-16,0 6-1 16,7 9 0-16,0 9 0 15,2 11 0-15,-3 11 0 16,4 2 0-16,-2 9-6 15,1 2-8-15,-2 6 5 16,2 4 10-16,-5 2 0 16,-2 2 6-16,1 2-5 15,-3-1 1-15,0 3 5 0,2 0-1 16,0 0-5-16,0 0-1 16,2 0-1-16,4 5-11 15,5 22-10-15,5 14 21 16,-1 15 1-16,-3 9 0 15,-9 3 1-15,-5-2 8 16,0-6-9-16,-5-10 1 16,-13-7 0-16,-5-10 0 15,6-7-1-15,-1-9 1 16,7-12 0-16,5-5 10 16,6-16 8-16,0-42-14 15,0-11-5-15,10-16-7 0,11 1-6 16,0 17-4-16,4 17 5 15,4 24-1-15,2 26 4 16,12 4 7-16,6 28 2 16,7 17 21-16,2 1 22 15,-9 8-14-15,-13 0-16 16,-19 3-12-16,-17-3 8 16,-9 0-7-16,-33-3 5 15,-11-2 4-15,-6-11-4 16,6-8-6-16,13-17 0 15,13-12 7-15,14-5 7 16,11-22-2-16,2-19-13 16,13 2-12-16,25 3-7 15,9 9 17-15,7 13 2 16,0 10 0-16,0 4 0 0,-11 4-1 16,-15 19-9-16,-16-1 10 15,-12 3 1-15,-12 4 16 16,-21-5 8-16,-5 1-9 15,5-6-8-15,8-7-8 16,14-12 2-16,11 0 8 16,0-8-10-16,29-15-31 15,9-2-9-15,7 6 20 16,-3 8 20-16,-9 11 0 16,-6 0-14-16,-9 16 4 15,-7 10 8-15,-6 1 1 16,-5 5 0-16,0-6 0 15,-16-1 1-15,-10-3 6 0,-6-6 0 16,-4-4-4-16,3-8-1 16,4-4 0-16,11 0-1 15,16-14-18-15,2-5-25 16,15-6-26-16,21 4-6 16,2-2 52-16,2 11 18 15,-4 10 4-15,-5 2 0 16,-6 11-9-16,-10 15-2 15,-15 9 12-15,0 1 7 16,-17 2 3-16,-19-4 4 16,-5-3 6-16,4-9-11 15,5-8-7-15,15-11 5 0,10-3 2 16,7-12-3-16,4-15-6 16,27-14-25-16,8 1 1 15,3 5 2-15,-2 6 22 16,-6 12 10-16,-10 8 1 15,-8 6-11-15,-8 3 6 16,-3 5-6-16,-5 11 6 16,0 2 4-16,-7 1-3 15,-13-2 7-15,-6 1 4 16,-3-7-5-16,-2-4-5 16,2-7 0-16,6 0-6 15,14-5-2-15,9-16 0 16,0-1-22-16,22 2-32 0,11 0 20 15,8 6 16 1,-3 5 12-16,-3-4 6 0,-1 9-1 16,-10 2 1-16,-5 2-1 15,-11 0-5-15,-8 0-20 16,-2 14 26-16,-29 3 13 16,-14 0 17-16,-10 1-2 15,-3-4-19-15,2-4-3 16,11-6-5-16,14-4-1 15,18 0 0-15,13-12-7 16,0-12-51-16,17-6-25 16,12-2 0-16,2 0 60 15,0 6 10-15,-4 8 12 0,-9 4-11 16,-7 10-13 0,-1 0-141-16,-1 4-52 0,1 0 32 15,6 14-114-15,-3 0-277 16,-1-2-200-16</inkml:trace>
  <inkml:trace contextRef="#ctx0" brushRef="#br0" timeOffset="176831.98">27293 14212 1493 0,'0'0'176'0,"0"0"-129"16,0 0 104-16,-48 113-11 0,16-79-59 15,-4-2-40 1,5-8 2-16,6-7-14 0,10-10-2 15,6-5-9-15,9-2 61 16,0-5-19-16,7-22-60 16,13 1-30-16,2 5 3 15,0 6 4-15,-5 15 12 16,-7 0-8-16,-10 20-5 16,0 13 16-16,-18 4 8 15,-17 4 0-15,-12 1 28 16,-4 0 11-16,-3-3-19 15,2-2-8-15,10-7-10 16,16-7-2-16,8-6 0 16,13-11-47-16,5-2-26 15,0-4-2-15,0 0-21 0,5 0 71 16,6 4 24-16,0 6-3 16,-1 7-3-16,-6 0 7 15,-4 1 0-15,0 5 15 16,-2-9 24-16,-14-1 12 15,-5-1-29-15,2-5-1 16,-2-5-11-16,4-2-1 16,1 0-8-16,7-2-1 15,9-10-17-15,0 0-29 16,3-1-61-16,17 8 60 16,2 1 31-16,2 4 9 15,1 0 6-15,4 4 1 16,2 10 0-16,0-5 0 0,-4 3 0 15,-4 3 0 1,-12-4 0-16,-5 0-9 0,-6-2-7 16,0-2 7-16,0-5-3 15,-6-2-35-15,3-4-12 16,3-23-74-16,0-6-77 16,25-9-152-16,4-1 20 15,4 9 92-15,3 10 250 16,-5 14 46-16,2 10 8 15,-1 0 5-15,1 10-29 16,-2 8 64-16,-2 0 24 16,-11 1-76-16,-11-6-30 15,-7 1 9-15,-7-2 153 16,-19-3-38-16,-6-6-75 16,1-3-41-16,9 0-11 0,11-5-9 15,11-15-84-15,2-3-117 16,25-3 134-16,8 4 67 15,1 9 12-15,2-4 64 16,-1 7 43-16,-2 2-23 16,0 6-30-16,-2 2-32 15,-4 0-23-15,-9 20-11 16,-8 9 0-16,-12 2 6 16,0 1 45-16,0-8 25 15,-10-3-37-15,3-13-22 16,7-2-11-16,0-6 12 15,5-4 1-15,19-19-7 0,8-5-12 16,3-8-19-16,4 2 3 16,-2 6 16-16,-1 1 1 15,-9 15 8-15,-9 1-2 16,-7 9-5-16,-11 2-2 16,0 0 9-16,-4 6 24 15,-17 6-8-15,1 0-6 16,-2-4-3-16,4 2-14 15,1-10-1-15,5 0 8 16,3 0-3-16,5 0 0 16,0-10-6-16,1 2-1 15,0-2-6-15,1 3-6 16,2 7-8-16,0-5 11 0,0-1 9 16,0 0-50-1,18 0-38-15,1-4 53 0,-2 2 23 16,-5 3 13-16,-8 5-1 15,-4 0 2-15,-2 0 60 16,-23 5 9-16,-8 4 13 16,-8 6 43-16,-1 2-49 15,-5-8-28-15,3 3-26 16,2-2-14-16,3-2-8 16,8-6 6-16,4 0-6 15,8-2 5-15,9 0 0 16,8-4-6-16,2-12-3 15,7-2-61-15,17 0 26 16,5 2 20-16,0 4 18 16,-4 0 0-16,-5 7 12 0,-7 5 10 15,-6 0-7-15,-4 0-15 16,-3 0 1-16,0 0 5 16,-19 9 20-16,-12 5-1 15,-6 2 0-15,-6-2-3 16,3 0-11-16,2-6-5 15,9-2-6-15,9-6 6 16,2 0-4-16,2 0 8 16,0 0-3-16,-1-6-7 15,-3 1 0-15,-3 2 0 16,-1 1 1-16,2 2-1 16,2 0 1-16,0 0 0 0,4 0 1 15,3 0 7-15,-3 0 1 16,1 0-3-16,-1 0 1 15,-5 0-7-15,2 0 6 16,1 0-7-16,3 5 0 16,1-5 1-16,3 5 0 15,5-5-1-15,-4 0 7 16,3 0-6-16,-1 0 26 16,1 0 28-16,2 0-21 15,3 0-8-15,0 0-8 16,2 0-6-16,0 0-5 15,0 0-6-15,-2 2 0 16,-5 0 0-16,-6 6-1 0,-7 2-1 16,-7 2 1-16,-4 4-1 15,4 1 1-15,6-4-1 16,8-3 0-16,5-1-5 16,6-4-1-16,2-1-5 15,0-1-8-15,0 2 20 16,6-5 11-16,9 4 5 15,6-4 0-15,6 0-7 16,6 0-1-16,7-4-1 16,3-8-6-16,3-3 7 15,1 2-6-15,-3-1 7 16,-1-2-8-16,-3 2 5 16,-2 0 3-16,0 0-2 15,2-4-6-15,2-2 0 16,3 0-1-16,4-6-2 0,0-1-13 15,-3 0-20-15,-1-4-11 16,0 4 31-16,-5-1 13 16,2 2 1-16,-2-1-1 15,1 5 1-15,-1 0 0 16,-5 0 1-16,-4 2-1 16,-6 4 1-16,-4-1-8 15,-6-2-13-15,-1 3 2 16,-2-2-21-16,0 2 3 15,-1-2 17-15,-2 1 18 16,-1-3 1-16,0 6 0 16,-4-1-8-16,-2 3 5 0,0-2 3 15,-2-1 1-15,3-1 0 16,-1 1-1-16,2-5-16 16,-4-1-31-16,0-3-1 15,0 2-3-15,0-2-27 16,-13-2 38-16,-5-2 29 15,-2-3 11-15,2 2 1 16,5 0 1-16,4 4 5 16,4 6-5-16,3 5 20 15,2 7 18-15,0 5 18 16,0-1-24-16,0 3-20 16,0 0 14-16,7 0-26 15,9 3 0-15,6 6 1 0,4 3-1 16,8-1 0-16,-2 1-1 15,-3-2-1-15,-8 3-12 16,-7 1 0-16,-7 5-15 16,-7 6 1-16,0-2 21 15,-3 3 6-15,-10-3 1 16,4-6 0-16,2-4 0 16,1-6 8-16,4-5-2 15,2-2 38-15,-2 0 52 16,-1-4-8-16,-2-14-51 15,3-2-23-15,-2 0-6 16,-1 0 0-16,-1 5-8 16,2 1 5-16,-4 5-6 0,0 1 1 15,-3 0-1 1,-1 1-1-16,3 4 0 0,3 1 0 16,2 2-5-16,-2 0-6 15,4 0 3-15,-2 0 3 16,0 5-19-16,1-2-18 15,1 1-1-15,2 0 25 16,0 0 7-16,0 1 6 16,0 0-1-16,0 2 7 15,5 0 10-15,3 0-1 16,2 2-6-16,-4-1-3 16,-4-4 0-16,-2-2-11 15,0-2 11-15,0 0 13 16,0 0 1-16,-6 0 14 15,-8-3-5-15,-3-10 14 0,1 3-4 16,1 2-15-16,1 0-10 16,1 1-6-16,1 0-1 15,1 1 0-15,5 2-1 16,1 1 1-16,5-2 5 16,0 3-6-16,0-3-19 15,0 2 15-15,0 1 4 16,0 2 0-16,0 0 0 15,3 0-7-15,-1 0-1 16,0 2-7-16,2 10 2 16,0 6-19-16,1-1-21 15,-5-3-9-15,0 3-16 0,0-5 47 16,0-2 21-16,0-2 3 16,0 3-64-16,-5 2-136 15,-1 1-423-15,0 0-147 0</inkml:trace>
  <inkml:trace contextRef="#ctx0" brushRef="#br0" timeOffset="179858.01">26888 13650 584 0,'0'0'204'0,"0"0"-129"15,0 0 126-15,0 0-38 0,0 0-93 16,0 0-18-16,-94-24 92 16,85 15-18-16,0 1-21 15,-4 0-10-15,-5 4 3 16,-9 3-21-16,-8 1-57 15,-10 0-14-15,-2 5-4 16,0 8 6-16,7 0-2 16,11-2 0-16,10-3-5 15,9-4 0-15,8-3 6 16,2-1 2-16,0 0 25 16,0 0-22-16,6 0 16 15,10 0 50-15,2 0-29 16,4 0-18-16,3 0-9 0,4 0-4 15,2 0-11 1,2 0 5-16,3 0 0 0,-5 0-6 16,-6 0-6-16,-7 0 0 15,-9 0-7-15,-3 3-2 16,-6 1 3-16,0 1 6 16,0 0 6-16,0-1 7 15,0 1-2-15,-13-2 5 16,-5 1 12-16,-9 1-11 15,-6 0-10-15,-5 2-4 16,1 4-2-16,1-2 0 16,9 0 0-16,9-1-1 15,9-4 1-15,7-2-1 16,2-2 1-16,0 0 0 16,0 0 5-16,9 0 9 0,4 0 4 15,3-2 5-15,-1-2-3 16,3-1-2-16,0 2-6 15,0-1-4-15,0-1-3 16,-3-2-4-16,-1 2 4 16,-8 1-5-16,-1 3 8 15,-3-2 2-15,0 3-3 16,-2 0-2-16,0-1 0 16,0 1-3-16,0 0-3 15,0-2 0-15,2 0-1 16,2 0-78-16,8-3-162 15,1 5-240-15,-1 0-401 0</inkml:trace>
  <inkml:trace contextRef="#ctx0" brushRef="#br0" timeOffset="210065.91">26323 13571 557 0,'0'0'125'0,"0"0"-93"15,0 0-9-15,0 0 7 16,0-10-4-16,0 3-8 15,7-4 0-15,3-5 34 16,0-3 16-16,6-8-30 16,6-9-18-16,5-8-19 15,6-8-1-15,6-13-32 16,3-2-45-16,2-5-47 16,5-11 55-16,-9 18-452 15</inkml:trace>
  <inkml:trace contextRef="#ctx0" brushRef="#br0" timeOffset="210400.87">26471 13779 605 0,'0'0'86'0,"0"0"-71"16,107-107-2-16,-54 47-13 15,3-6 7-15,0-4-7 16,-5 7 1-16,-7 5 12 16,4-4-13-16,-15 18-15 15,-4 7-90-15</inkml:trace>
  <inkml:trace contextRef="#ctx0" brushRef="#br0" timeOffset="210632.2">26651 13742 819 0,'0'0'0'0,"0"0"-122"16,116-74 71-16,-36 21-27 16,1-1-164-16</inkml:trace>
  <inkml:trace contextRef="#ctx0" brushRef="#br0" timeOffset="210691.17">27233 13240 10 0,'0'0'0'0</inkml:trace>
  <inkml:trace contextRef="#ctx0" brushRef="#br0" timeOffset="211262.54">25214 12964 418 0,'0'0'0'16,"-150"-74"-211"-16,86 39 21 0</inkml:trace>
  <inkml:trace contextRef="#ctx0" brushRef="#br0" timeOffset="211541.59">24781 13564 517 0,'0'0'0'16,"0"0"-39"-16,0 0 15 16,-121 7 18-16,98 7 6 15,6 5-2-15,11-1-29 16,6-4-239-16</inkml:trace>
  <inkml:trace contextRef="#ctx0" brushRef="#br0" timeOffset="211805.03">25287 13864 889 0,'0'0'0'0,"0"0"-26"16,0 0 26-16,0 0 74 15,-164-10-24-15,92 14-31 16,-6 12-12-16,0 6-1 15,-3 4-6-15,1 5 0 16,0 5 0-16,2 1-1 16,6 6 1-16,8-2-2 15,12 0-21-15,12-3-45 16,20-2-3-16,14-8-59 16,6-11-126-16</inkml:trace>
  <inkml:trace contextRef="#ctx0" brushRef="#br0" timeOffset="212021.09">24892 14141 454 0,'0'0'87'15,"0"0"-63"-15,-100 106-14 16,40-46-4-16,-6 7 3 15,-9-2 4-15,2 4-2 16,3-7 21-16,16-4-16 16,11 0-16-16,16-14-2 15,14-13-207-15</inkml:trace>
  <inkml:trace contextRef="#ctx0" brushRef="#br0" timeOffset="212263.15">24790 14691 428 0,'0'0'174'16,"0"0"-128"-16,-143 138-44 15,75-68 4-15,-2 2 1 16,1 0-6-16,6-10 5 0,5-2 1 15,12-7 0 1,13-9-4-16,25-8-3 0,8-9-9 16,3-18-232-16</inkml:trace>
  <inkml:trace contextRef="#ctx0" brushRef="#br0" timeOffset="212472.46">25002 14962 75 0,'0'0'775'0,"0"0"-691"15,-103 117-84 1,47-55 2-16,-6 5-1 0,4 1 6 16,5-10-6-16,10-4 0 15,16-13-1-15,27-12-39 16,2-14-138-16,23-12-521 0</inkml:trace>
  <inkml:trace contextRef="#ctx0" brushRef="#br0" timeOffset="212690.49">25383 15182 833 0,'0'0'0'0,"0"0"-48"16,-111 109 48-16,62-54 0 15,3-1 10-15,4 4-9 16,7-9 1-16,17 1-2 16,7-14-73-16,11-18-530 0</inkml:trace>
  <inkml:trace contextRef="#ctx0" brushRef="#br0" timeOffset="212854.69">25858 15182 1024 0,'0'0'142'15,"0"0"-129"-15,0 0-3 0,-137 106-10 16,79-48-123-16,14-9-128 15,9-3-153-15</inkml:trace>
  <inkml:trace contextRef="#ctx0" brushRef="#br0" timeOffset="213177.65">26219 15083 1000 0,'0'0'37'16,"0"0"-37"-16,0 0-26 16,-136 135 26-16,98-95 6 15,0 4-5-15,3-4-1 0,-4 13-32 16,10-12-97 0,10-11-144-16</inkml:trace>
  <inkml:trace contextRef="#ctx0" brushRef="#br0" timeOffset="213478.07">26687 15137 1248 0,'0'0'0'15,"0"0"-204"-15,0 0 194 16,151 54-6-16,-99-32-21 15,-10 1-597-15</inkml:trace>
  <inkml:trace contextRef="#ctx0" brushRef="#br0" timeOffset="213799.86">27090 15061 793 0,'0'0'0'0,"143"22"-29"0,-52-8 29 15,15 8 61-15,18 13-1 16,-44-7-60-16,-8-1-211 0</inkml:trace>
  <inkml:trace contextRef="#ctx0" brushRef="#br0" timeOffset="214552.08">27129 14622 424 0,'0'0'88'16,"0"0"-57"-16,0 0 6 15,0 0 28-15,0 0-46 16,0 0-9-16,0 0 7 16,122 28 3-16,-51-6 9 15,35 6-19-15,-6 2-10 0,45 16-7 16,-28-3-59-16,-28-9-259 16</inkml:trace>
  <inkml:trace contextRef="#ctx0" brushRef="#br0" timeOffset="-214608.6">26994 14592 595 0,'0'0'170'0,"0"0"-118"16,143 18 20-16,-27-6 36 15,36 8-60-15,-7 2-33 16,-28-2-8-16,-1 4-7 16,-46-6-64-16,-3-5-301 0</inkml:trace>
  <inkml:trace contextRef="#ctx0" brushRef="#br0" timeOffset="-214299.79">27411 14154 941 0,'0'0'91'0,"114"-20"-91"15,7 5 26-15,43-8 23 16,17 6-11-16,-27 7-18 16,-27 3-20-16,-55 7-4 15,-35-1-529-15</inkml:trace>
  <inkml:trace contextRef="#ctx0" brushRef="#br0" timeOffset="-214059.7">27179 13880 894 0,'0'0'0'16,"0"0"-166"-16,0 0 166 16,0 0 40-16,141-94 11 15,-70 62 20-15,7-1 66 16,3-4-79-16,7-9-58 16,-16 9-110-16,-20 7-403 0</inkml:trace>
  <inkml:trace contextRef="#ctx0" brushRef="#br0" timeOffset="-213787.6">27746 13601 618 0,'0'0'101'16,"0"0"-101"-16,122-90 9 15,-49 38-2-15,8-8 13 0,0-2-4 16,-4 1 19 0,-14 10-14-16,-14 8-21 0,-22 15-86 15,-16 12-125-15,-11 8-183 0</inkml:trace>
  <inkml:trace contextRef="#ctx0" brushRef="#br0" timeOffset="-213578.45">27287 13534 654 0,'0'0'35'15,"0"0"-34"-15,0 0-1 16,62-111 21-16,-10 53-6 0,10-2-1 16,5-3 2-1,-3 5 7-15,-6 4-17 0,-16 16-6 16,-19 12-358-16</inkml:trace>
  <inkml:trace contextRef="#ctx0" brushRef="#br0" timeOffset="-213397.52">27006 13337 674 0,'0'0'115'16,"0"0"-115"-16,136-130-30 0,-49 63-35 15,8-3 38 1,5-24 9-16,-39 30 18 0,-12 3-284 0</inkml:trace>
  <inkml:trace contextRef="#ctx0" brushRef="#br0" timeOffset="-213204.17">26909 13006 428 0,'0'0'0'15,"0"0"-88"-15,166-109 88 16,-114 76 0-16</inkml:trace>
  <inkml:trace contextRef="#ctx0" brushRef="#br0" timeOffset="-212986.61">26670 13068 136 0,'0'0'1004'0,"0"0"-1004"0,0 0-88 15,60-146 88-15,-23 98 0 16,5-5-23-16,-13 16-161 16,-8 11-308-16</inkml:trace>
  <inkml:trace contextRef="#ctx0" brushRef="#br0" timeOffset="-212776.86">25887 13136 689 0,'0'0'0'0,"0"0"-130"0,0 0 64 16,-7-107 44-16,33 68 22 15,9 5 0-15,-4 5 63 16,-12 14-63-16,-9 8-49 0</inkml:trace>
  <inkml:trace contextRef="#ctx0" brushRef="#br0" timeOffset="-212579.59">25376 13128 120 0,'0'0'602'0,"0"0"-602"15,0 0-173-15,-80-136 78 16,48 100 76-16</inkml:trace>
  <inkml:trace contextRef="#ctx0" brushRef="#br0" timeOffset="-212355.47">25004 13106 1141 0,'0'0'0'16,"0"0"-669"-16,-78-126 421 16,49 71 220-16,4 8 5 0</inkml:trace>
  <inkml:trace contextRef="#ctx0" brushRef="#br0" timeOffset="-212293.07">24826 12835 51 0,'0'0'62'0,"0"0"-35"15,-2 111-27-15,2-63-107 0</inkml:trace>
  <inkml:trace contextRef="#ctx0" brushRef="#br0" timeOffset="-212015.71">24576 14038 960 0,'0'0'0'16,"0"0"-6"-16,-128 63-14 16,64-23 20-16,-7 14 10 0,-7 9-9 15,2 11 1-15,2 2-2 16,12 22-9-16,18-20-106 15,19-17-271-15</inkml:trace>
  <inkml:trace contextRef="#ctx0" brushRef="#br0" timeOffset="-211770.27">23970 14761 747 0,'0'0'0'0,"0"0"-57"16,0 0 57-16,0 0 35 15,0 0-35-15,0 0 13 0,0 0-4 16,-18 50 4-16,-11-15-6 16,-2 11-7-16,-1 3 1 15,1 1 0-15,4-1-1 16,3-6-1-16,6-2 1 16,7-11-13-16,11-2-14 15,0-10-60-15,20-9-7 16,32 0 40-16,-8-6 3 15,-5 2-106-15</inkml:trace>
  <inkml:trace contextRef="#ctx0" brushRef="#br0" timeOffset="-211642.12">23939 15276 544 0,'0'0'112'0,"0"0"-82"16,0 0-21-16,0 0-8 15,-110 107 0-15,75-72-1 16,12 5-43-16,10-4-61 15,13-14-446-15</inkml:trace>
  <inkml:trace contextRef="#ctx0" brushRef="#br0" timeOffset="-210958.44">28468 15008 1174 0,'0'0'0'0,"0"0"-142"15,0 0 73-15,0 0-40 16,0 0-449-16</inkml:trace>
  <inkml:trace contextRef="#ctx0" brushRef="#br0" timeOffset="-210794.82">28296 14749 1318 0,'0'0'202'15,"0"0"-201"-15,0 0 22 16,0 0-9-16,183-37-4 16,-100 33-5-16,17 4-5 15,-24 0-60-15,-23 0-774 0</inkml:trace>
  <inkml:trace contextRef="#ctx0" brushRef="#br0" timeOffset="-210605.82">28456 14483 1594 0,'0'0'149'15,"0"0"-148"-15,0 0 33 16,146-56-6-16,-72 33-28 16,-12 2-22-16,-16 3-489 0</inkml:trace>
  <inkml:trace contextRef="#ctx0" brushRef="#br0" timeOffset="-210440.71">28734 14207 1585 0,'0'0'0'16,"0"0"-209"-16,160-62 128 16,-116 37-417-16</inkml:trace>
  <inkml:trace contextRef="#ctx0" brushRef="#br0" timeOffset="-210260.78">28713 13790 1837 0,'0'0'0'0,"0"0"-18"16,0 0-11-16,143-85 16 15,-117 71 13-15,-18 7-694 0</inkml:trace>
  <inkml:trace contextRef="#ctx0" brushRef="#br0" timeOffset="-132970.95">13811 16168 905 0,'0'0'329'16,"0"0"-39"-16,0 0 31 0,0 0-6 16,0 0-95-16,-20-14-61 15,20 10-55-15,0-1-49 16,18-2-37-16,7 2-18 15,2 0 0-15,2 1-50 16,-3 4-37-16,-2 0-95 16,-8 9-121-16,-7 8-49 15,-9 5-357-15</inkml:trace>
  <inkml:trace contextRef="#ctx0" brushRef="#br0" timeOffset="-132807.01">13747 16409 1676 0,'0'0'338'0,"0"0"-102"16,0 0 5-16,0 0-164 0,0 0-56 15,0 0-21-15,114-79-7 16,-79 78-61-16,28-3-146 16,-10 4-261-16,-2 0-527 0</inkml:trace>
  <inkml:trace contextRef="#ctx0" brushRef="#br0" timeOffset="-132341.8">14592 16075 1054 0,'0'0'367'0,"0"0"-223"16,0 0 52-16,0 0-54 15,0 0-85-15,0 0-7 16,0 0 13-16,-105 107 0 16,105-71 8-16,6-4 2 15,17 6-2-15,6-6-25 16,4-4-18-16,6-1-12 15,-2-5-4-15,1-4-11 16,-3-6 8-16,1-8-3 0,-5-4-4 16,-4 0 5-1,-2-12 4-15,-7-15 3 0,-7-4 3 16,-7-5 2-16,-4-8 50 16,0 3-7-16,-15-3 17 15,-8 4-13-15,-6 4-33 16,-2 3-17-16,-2 12-10 15,-1 3-5-15,3 6-1 16,0 10-6-16,4 2-20 16,5 0-60-16,11 22-115 15,3 6-288-15,8 0-130 0</inkml:trace>
  <inkml:trace contextRef="#ctx0" brushRef="#br0" timeOffset="-132079.41">15066 16491 1422 0,'0'0'251'15,"0"0"-61"-15,0 0 36 16,-17 133-132-16,15-101-57 16,2-6-27-16,0-4-10 0,0-5-4 15,0-15-167-15,0-2-195 16,2 0-644-16</inkml:trace>
  <inkml:trace contextRef="#ctx0" brushRef="#br0" timeOffset="-131493.66">15452 16092 1422 0,'0'0'222'0,"0"0"-145"16,0 0 134-16,0 0-69 15,118-70-99-15,-82 70-37 16,-5 0-6-16,-9 16 0 15,-6 12 0-15,-11-2-5 16,-5 6 5-16,0-2 46 16,-18-2 38-16,-1-2-51 0,4-8-14 15,7-9-19 1,2-4-35-16,6-5 27 0,0 0 8 16,6 0 1-16,13-10-1 15,10 3-1-15,4-2-5 16,6 9 3-16,-1 4 2 15,-3 18-8-15,-4 10 1 16,-6 7 7-16,-12-4 1 16,-9 2 1-16,-4-9 61 15,0-3 57-15,-17-2 15 16,-10-5-39-16,-2-8-33 16,-2-6-23-16,-2-4-16 15,-1-2-11-15,1-14-12 16,6 2-1-16,5-4-44 0,3 6-58 15,9 6-72-15,10-2-62 16,0 2-74-16,2 1-490 16</inkml:trace>
  <inkml:trace contextRef="#ctx0" brushRef="#br0" timeOffset="-130832.15">16199 16200 481 0,'0'0'570'16,"0"0"-493"-16,0 0 67 0,0 0 55 15,133-28-56 1,-103 28-76-16,-8 0-37 0,-5 0-11 16,-3 0 26-16,-5 0 18 15,-3 0 5-15,-4 0-7 16,-2 0-20-16,0 0 12 16,-10 0 19-16,-15 0-7 15,-8 0-16-15,-3 2-15 16,1 1-12-16,4-3-2 15,6 0 25-15,9 0-8 16,5 0-10-16,7 0-4 16,4 0-2-16,0 0-6 15,4 0-15-15,18 0 0 16,10 0 0-16,5 0 1 16,3 0 1-16,1 0 5 0,-8 0-6 15,-11 0 5-15,-8-3-5 16,-12 1 7-16,-2 2-2 15,0 0 0-15,-13 0 10 16,-7 0-3-16,-5 0-7 16,-2 0-6-16,-2 7-27 15,-17 5-157-15,5 1-194 16,5-5-433-16</inkml:trace>
  <inkml:trace contextRef="#ctx0" brushRef="#br0" timeOffset="-127655.61">17008 16145 129 0,'0'0'125'0,"0"0"-90"15,0 0-24-15,0 0-4 16,0 0-1-16,0 0 20 16,0 0 97-16,11-21 50 15,-11 21 51-15,0-4-36 16,0-3-21-16,0 4 23 0,0-1-50 16,0-6-38-16,0 6-32 15,0-1 14-15,0 2-21 16,0 3-9-16,0-4 1 15,-4 2-11-15,1-1-8 16,-3 3-8-16,1 0 4 16,-1 0 10-16,-1 0 8 15,-5 0-18-15,0 0-10 16,-2 9-8-16,-1 5-5 16,-2 4-1-16,7 4-6 15,1 5 16-15,5 2 8 16,4 3-9-16,0-6-6 15,0 3-9-15,8-3 5 16,10-8 1-16,6-4 11 16,3-5 2-16,0-1-13 0,2-3-7 15,-2-5 4-15,0 0 29 16,-2 0-16-16,-4-13-9 16,-1-1 5-16,-4-4 0 15,-5-3-1-15,-4-4 27 16,-5-1 5-16,-2-7-23 15,0 4-2-15,0-3-11 16,-6 6-3-16,-5 4-5 16,-1 4-1-16,1 4 0 15,-3 6-1-15,1 4-5 16,-1 4 5-16,-1 0-10 16,1 0-35-16,6 0-64 15,1 12-83-15,7 2-106 0,2-2-227 16,14 2-284-16</inkml:trace>
  <inkml:trace contextRef="#ctx0" brushRef="#br0" timeOffset="-127174.75">17514 16427 806 0,'0'0'786'0,"0"0"-675"15,0 0 32-15,0 0 11 16,0 0-115-16,0 0-33 0,0 0 4 15,-71 20 23-15,51 0 23 16,1-2-19-16,4 0-21 16,1-4-9-16,6-6-1 15,3-4-6-15,3-2 0 16,2-2-13-16,0 0-92 16,2 0-88-16,14-6-285 15,4-2-450-15</inkml:trace>
  <inkml:trace contextRef="#ctx0" brushRef="#br0" timeOffset="-126703.64">17775 16066 1156 0,'0'0'314'0,"0"0"-182"16,0 0 52-16,0 0-84 16,0 0-61-16,0 0-39 15,0 0 1-15,5-4 4 16,1 22 27-16,0 8-3 16,3 1-2-16,1 8 7 15,-4 1-14-15,1 0-10 0,-3 0-9 16,0-1 7-16,-1-7-7 15,0-6 0-15,-3 0 1 16,0-8-1-16,0-7 6 16,0 4 5-16,-8-7-4 15,-7 4-1-15,-3-8-6 16,1 0 0-16,0 0 7 16,7 0-8-16,1 0 1 15,2 0 5-15,4 0 0 16,1 0-6-16,2 0 0 15,0 0-19-15,0 0-22 16,12 4 41-16,3 1 8 16,6 0-8-16,2-1 1 0,2 1-2 15,14 4-113 1,-6-6-137-16,-4 2-526 0</inkml:trace>
  <inkml:trace contextRef="#ctx0" brushRef="#br0" timeOffset="-125749.74">14736 16999 506 0,'0'0'96'15,"0"0"-63"-15,0 0-5 16,0 0 47-16,0 0-17 0,0 0-3 15,0 0 114-15,47 17-91 16,-18-17 1-16,2 0 30 16,3 0-2-16,1 4-42 15,1-2-43-15,2 2-10 16,2 1-11-16,4-5 5 16,6 3-4-16,6-3 6 15,2 0-7-15,0 0 4 16,-4 0-4-16,-8 0-1 15,-4 0 0-15,-4 0 0 16,-2 0 0-16,2 0 0 16,-1 4 1-16,6 3-1 15,3-7 1-15,8 3 6 16,6-3-6-16,5 0 7 16,2 0 2-16,2 0 1 0,-6 0-2 15,-3 0-6-15,-2 0-2 16,-3 0 5-16,5-3-5 15,0-4 0-15,3 3 0 16,2 1 0-16,0 3-1 16,-5 0-10-16,-2 0-11 15,-5 3 5-15,0 8-21 16,-1-4-9-16,4-1 14 16,8 2-4-16,5-4-46 15,10 0 3-15,2-4 54 16,6 5 25-16,3-5 0 15,5 0-1-15,53 0-53 16,-24 0-163-16,-7 0-44 0</inkml:trace>
  <inkml:trace contextRef="#ctx0" brushRef="#br0" timeOffset="-125561.76">18326 17089 173 0,'0'0'542'15,"0"0"-251"-15,0 0-77 16,0 0-71-16,0 0-37 15,0 0-7-15,0 0 1 16,13-55-30-16,-13 52-35 16,0-6-18-16,0 7-11 15,0-2-6-15,0 0-9 16,0 0-4-16,0-5-76 0,0 4-269 16,0 1-443-16</inkml:trace>
  <inkml:trace contextRef="#ctx0" brushRef="#br0" timeOffset="-123468.56">15585 17302 614 0,'0'0'263'16,"0"0"-103"-16,0 0 50 16,0 0-42-16,0 0-53 15,0 0-25-15,0 0-7 16,-73 23-8-16,57 7-1 16,3 6-9-16,5 6-9 15,8 6-17-15,0 0-13 16,4-5-5-16,18-3 8 0,5-10-4 15,4-7-9-15,3-14 7 16,-3-9-13-16,-2 0 31 16,-5-14-17-16,-4-13-23 15,-4-4 10-15,-7 1 42 16,-7-2 18-16,-2 0-18 16,0 2-13-16,-18-3-1 15,-4 8 1-15,0-4-3 16,-1 3-20-16,1 4-11 15,2 4-6-15,6 4 0 16,3 10-1-16,5 4-42 16,4 0-111-16,2 32-132 15,11 3-212-15,9-8-968 0</inkml:trace>
  <inkml:trace contextRef="#ctx0" brushRef="#br0" timeOffset="-123249.64">15951 17494 1750 0,'0'0'317'0,"0"0"-243"16,0 0-43-16,0 0 43 16,0 0-17-16,-24 151-3 15,17-92-17-15,-2-5-23 16,3-10-6-16,3-7-7 15,3-15-1-15,0-13-94 16,3-5-234-16,10-4-498 0</inkml:trace>
  <inkml:trace contextRef="#ctx0" brushRef="#br0" timeOffset="-122754.46">16364 17379 1318 0,'0'0'219'15,"0"0"-152"-15,0 0 108 16,0 0-125-16,0 0-47 16,0 0-3-16,0 0 26 15,78-28-8-15,-54 28-9 16,1 11 5-16,-3 14 35 15,-1 3 15-15,-6 11-8 0,-4 2 14 16,-2 8 7 0,-3 1-36-16,-1-2-20 0,-3-8-5 15,-2-4-7-15,0-5 3 16,0-14 1-16,0-7-7 16,2-5-4-16,-2-2 8 15,0-3 8-15,0 0-15 16,0 0-3-16,0 0-123 15,-15-3-152-15,-1-2-74 16,1 1-445-16</inkml:trace>
  <inkml:trace contextRef="#ctx0" brushRef="#br0" timeOffset="-122543.62">16440 17602 1202 0,'0'0'300'0,"0"0"-189"15,0 0 5-15,0 0-6 16,117-85-66-16,-78 67-38 16,-6 5-6-16,3 5-39 15,-9 3-236-15,-7 5-1000 0</inkml:trace>
  <inkml:trace contextRef="#ctx0" brushRef="#br0" timeOffset="-121943.74">18896 16802 1043 0,'0'0'742'0,"0"0"-644"15,0 0-38-15,0 0 38 16,0 0-50-16,132-18-29 16,-92 10-14-16,-7-1-5 15,-6 4-61-15,-7-4-25 16,-5 9-104-16,-5 0-196 16,-6 0-353-16</inkml:trace>
  <inkml:trace contextRef="#ctx0" brushRef="#br0" timeOffset="-121739.94">18872 17012 1614 0,'0'0'265'0,"0"0"-169"16,0 0 205-16,0 0-148 15,0 0-103-15,113-18-28 16,-75 11-10-16,-6 0 0 15,-3 0-12-15,-6 2-17 16,18 1-229-16,-10-2-350 16,-2 6-900-16</inkml:trace>
  <inkml:trace contextRef="#ctx0" brushRef="#br0" timeOffset="-120172.59">20260 16404 937 0,'0'0'189'0,"0"0"43"16,0 0-10 0,-11 131-113-16,11-87-52 0,16-8-19 15,10-6-3-15,11-16 50 16,0-8 3-16,5-6 6 16,-1 0 6-16,-8-14-20 15,-6-4-8-15,-10-8-11 16,-3 2-3-16,-9-10 13 15,-5-2 17-15,0 0-28 16,-7-5-19-16,-13 6-15 16,-5-1-11-16,0 10-8 15,1 7-7-15,2 6-1 16,4 4-6-16,3 9-37 16,5 0-97-16,6 13-111 15,4 6-89-15,0 2-383 0</inkml:trace>
  <inkml:trace contextRef="#ctx0" brushRef="#br0" timeOffset="-119974.75">20720 16612 1515 0,'0'0'236'15,"0"0"-13"-15,0 0 69 16,0 0-184-16,2 119-65 15,-2-88-28-15,0-9-13 16,0 2-2-16,4-12-61 16,12-12-224-16,-3 0-115 0,7-9-666 15</inkml:trace>
  <inkml:trace contextRef="#ctx0" brushRef="#br0" timeOffset="-119539.64">21036 16311 1187 0,'0'0'238'0,"0"0"-68"15,0 0 66-15,0 0-144 16,0 0-58-16,0 0-9 16,127-21 29-16,-107 26-9 15,-9 11-30-15,-4 3 32 16,-7 7-4-16,0 8 4 16,-7 5-11-16,-10 1-21 15,-6-1-4-15,1 0-3 16,5-3 7-16,0-12 29 15,9-4-7-15,3-6 0 16,3-4-7-16,2-5 1 16,0-2 3-16,2-3-14 15,16 0 23-15,6 0-15 0,5 0-19 16,0 4-9-16,1-2-26 16,-4 6-146-16,3 5-142 15,-7-4-158-15,-8 1-374 0</inkml:trace>
  <inkml:trace contextRef="#ctx0" brushRef="#br0" timeOffset="-119067.5">20299 17031 403 0,'0'0'293'0,"0"0"-157"16,0 0 114-16,0 0-17 15,0 0-46-15,-119 3-40 16,119-3-30-16,0 0-28 16,15 0 9-16,43 0 40 15,52 0-25-15,44-12-45 16,18-2 8-16,-24 5 59 0,-42 0-39 16,-46 9-61-16,-16-3-25 15,10-2-9-15,1 3 1 16,8-2 4-16,-5 1-5 15,-4-2-1-15,-6-2 8 16,-5 0-7-16,-10 3 0 16,-13 0-1-16,-8 4-7 15,-10 0-97-15,-2 0-46 16,-23 0-40-16,-6 8-67 16,0 6-263-16</inkml:trace>
  <inkml:trace contextRef="#ctx0" brushRef="#br0" timeOffset="-118618.77">20269 17391 768 0,'0'0'541'0,"0"0"-473"16,0 0 81-16,0 0-3 0,0 0-101 16,0 0-10-16,0 0 57 15,-78 138 5-15,87-97-18 16,13-5-10-16,7-12-18 15,7-9-27-15,5-8 48 16,1-7-35-16,-3 0-24 16,-2-22 2-16,-13-2-15 15,-6-10 0-15,-10-2 27 16,-8-5-17-16,0 5-4 16,0 0 3-16,-10 4-8 15,-11 6-1-15,-1 9-1 16,-4 2-11-16,-1 7 2 15,0 4-51-15,7 4-86 0,9 0-41 16,4 4-87 0,7 7-460-16</inkml:trace>
  <inkml:trace contextRef="#ctx0" brushRef="#br0" timeOffset="-118391.85">20706 17495 1013 0,'0'0'247'16,"0"0"-138"-16,0 0 128 15,2 121-112-15,-2-85-43 16,0 3-40-16,0-4-18 16,0-7-15-16,0-6-2 0,0-3-7 15,0-7-6-15,0-7-96 16,0-5-27-16,2 0-74 15,10-5-491-15</inkml:trace>
  <inkml:trace contextRef="#ctx0" brushRef="#br0" timeOffset="-118010.6">20926 17302 1428 0,'0'0'186'0,"0"0"-115"16,0 0 75-16,0 0-83 16,0 0-42-16,114-32-21 15,-87 32 12-15,-2 0 30 16,-6 15 8-16,0 7 29 15,-3 4-8-15,-3 10-39 16,-3 1-18-16,0 2-13 16,-6 2 8-16,1 2-9 15,-5-6 1-15,2-5-1 16,-2-2 1-16,0-6-1 16,0-2 1-16,2-5 1 0,0-8-2 15,2-5-39 1,4-4-52-16,-2 0-11 0,5 0-96 15,-2-4-127-15,-2-5-296 16</inkml:trace>
  <inkml:trace contextRef="#ctx0" brushRef="#br0" timeOffset="-117745.56">20974 17517 378 0,'0'0'1053'0,"0"0"-942"16,0 0-62-16,0 0 53 15,0 0-61-15,124-36-28 16,-76 22 0-16,-2 2 17 15,-8-2 44-15,-9 5-74 16,-11 4-140-16,-12 5-629 0</inkml:trace>
  <inkml:trace contextRef="#ctx0" brushRef="#br0" timeOffset="-103808.68">22115 16641 616 0,'0'0'192'15,"0"0"80"-15,0 0 106 0,0 0-50 16,0 0-83-16,0 0-47 15,47 0-61-15,-23 0-19 16,5 0-51-16,3 0-35 16,1-4-21-16,0 0-11 15,-2 4 0-15,-4 0-44 16,-4 0-132-16,-17 4-168 16,-6 6-355-16,0 6-571 0</inkml:trace>
  <inkml:trace contextRef="#ctx0" brushRef="#br0" timeOffset="-103643.76">22112 16848 166 0,'0'0'1911'16,"0"0"-1705"-16,0 0-140 16,0 0 54-16,0 0-84 15,123-54-36-15,-82 50-18 16,-2 4-107-16,-10 0-212 15,-8 4-469-15</inkml:trace>
  <inkml:trace contextRef="#ctx0" brushRef="#br0" timeOffset="-102848.15">23270 16612 1222 0,'0'0'284'0,"0"0"-199"16,0 0 128-16,0 0-114 15,0 0-55-15,0 0-3 16,0 0 10-16,-114 141 15 15,114-96-20-15,7-6-16 16,19-2-8-16,12-16-21 16,9-10 33-16,9-11 39 15,-1 0-22-15,-1-28-25 16,-9-8-9-16,-16-2-15 0,-14-3 16 16,-15 4 11-16,0-2 6 15,-13 3 5-15,-18 0 15 16,-8 4-21-16,2 3-19 15,-1 6-14-15,9 9 0 16,7 5-1-16,11 9-51 16,11 5-183-16,0 17-243 15,4 0-439-15</inkml:trace>
  <inkml:trace contextRef="#ctx0" brushRef="#br0" timeOffset="-102675.08">23700 16902 1425 0,'0'0'234'16,"0"0"-152"-16,-49 150 243 15,28-91-154-15,13-9-115 16,6-6-37-16,2-18-19 16,22-22-80-16,11-4-315 15,1-8-591-15</inkml:trace>
  <inkml:trace contextRef="#ctx0" brushRef="#br0" timeOffset="-102284.87">24172 16583 1347 0,'0'0'248'0,"0"0"-179"16,0 0-5-16,0 0-41 15,121 24-23-15,-110 16 0 16,-11 4 8-16,0 1 33 16,-18-2 79-16,-13-2 52 15,-5-5 0-15,1-4-65 16,4-5-55-16,6-6-27 0,7-3-18 15,9-8-5 1,5-6-1-16,4 1 10 0,0-5 5 16,0 0 63-16,13 0-15 15,14-5-7-15,6-5-38 16,5 2-12-16,0-1-7 16,0-3-1-16,-7 3-60 15,11-1-143-15,-9 2-124 16,-4 1-226-16</inkml:trace>
  <inkml:trace contextRef="#ctx0" brushRef="#br0" timeOffset="-101947.38">24776 16445 1365 0,'0'0'327'16,"0"0"-241"-16,0 0 30 16,0 0-49-16,32 121-37 15,-35-75-14-15,-23-2 16 16,-6-9 16-16,-5-5-15 16,-1-11-17-16,5-15-4 15,4-4 1-15,4-4 16 16,7-22 10-16,5-11-7 15,11-7-12-15,2 0-1 16,4 2-10-16,21 8-9 0,4 2 0 16,4 10 5-1,0 10-5-15,-4 12-34 0,-2 15-156 16,-12 14-74-16,-5 7-577 0</inkml:trace>
  <inkml:trace contextRef="#ctx0" brushRef="#br0" timeOffset="-101654.22">24691 16745 1759 0,'0'0'226'0,"0"0"-72"16,0 0-27-16,0 0-90 0,141 31-14 16,-112 13-11-16,-10 2-4 15,-15 6 2-15,-4-2 8 16,-10-6 47-16,-13-8 18 15,-9-5-29-15,-4-7-26 16,3-16-10-16,-1-8-8 16,3 0 1-16,4-22-2 15,8-15-2-15,9 1-5 16,10-7-2-16,0 2-13 16,14-3-24-16,9 12-27 15,2 1-2-15,23 4-61 16,-8 8-206-16,2 7-252 0</inkml:trace>
  <inkml:trace contextRef="#ctx0" brushRef="#br0" timeOffset="-101338.73">25365 16513 1350 0,'0'0'346'0,"0"0"-260"16,0 0 30-16,0 0 0 16,-136 124 13-16,111-66-7 15,12 9-2-15,9-13-43 16,4-8-22-16,11-8-29 16,18-18-12-16,4-11 3 15,3-9 35-15,-3 0-24 0,-8-11 14 16,-7-7 33-16,-12 1-11 15,-6 3-9-15,0 5-25 16,-4 1-23-16,-14 4-7 16,1 0-6-16,-10 4-67 15,4 0-184-15,6 0-514 0</inkml:trace>
  <inkml:trace contextRef="#ctx0" brushRef="#br0" timeOffset="-101224.56">25655 16990 1758 0,'0'0'0'0,"0"0"-571"15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185 384 6185,'0'0'1399,"0"0"-645,0 0 319,0 0 164,0 0 28,10 0-350,227-12 2871,23-1-2730,-106 12-343,0-6 0,25-10-713,-98 9 124,0 5 0,30 3-124,71-2 615,-135-3-492,-1-2 0,6-3-123,75-10 146,391-20 1,-116 4 217,222-26-88,-253 31-260,-40 5-9,-161 14 3,0 8 0,84 12-10,37 0 8,708-44 81,-500 10-60,-226 15-19,667 1 87,-570 12-74,27-3-19,603 8 14,-31 30 72,-850-30-114,0 6 0,74 18 24,-129-16-8,0 2 0,-1 2 0,-1 4 1,-2 2-1,34 20 8,-90-43-4,0 0 0,0 0 1,0 0-1,0 1 0,0 0 1,-1-1-1,0 1 0,1 1 0,-1-1 1,0 0-1,0 1 0,-1-1 0,1 1 1,-1 0-1,0 0 0,0 0 0,0 0 1,0 1-1,-1-1 0,2 5 4,24 75 359,-3 1 0,-4 1 0,-4 1 1,2 54-360,1-4 133,-6-46-43,-3 1 0,-4 28-90,-6-54 54,-2 0 1,-4 0-1,-2-1 0,-10 35-54,-29 131 110,11 1-1,3 83-109,22-103 59,11 99-59,7-212-1,4-1 0,24 92 1,-8-43 10,23 125 83,70 210-93,-55-242 14,-11 2 0,-11 2-1,12 240-13,-19 446 76,-36-921-76,22 771-32,-19-616 39,-3-162 74,0-2-25,0 0 78,-20-13-90,-2 3-47,-1 1 1,-1 1-1,1 1 1,-1 2-1,0 0 0,-1 1 1,-7 1 2,-48-2 3,-49 6-3,16-1 1,-230 0 37,-112 23-38,174-9-12,-1-12 1,-252-31 11,141 11 8,22 1 2,116 7-1,-12 10-9,-157-4 5,285-10 3,0-6-1,2-6 1,-10-9-8,-135-25 16,80 32-12,0 10-1,-56 8-3,76 2 0,-967-11-13,627 16 12,460 2 5,-726 5-13,484 19 20,-262 58-11,314-41 2,-563 118 21,706-127-14,1 5 0,2 4 0,-86 47-9,-2 0 6,138-60 55,39-17-24,0-2-1,-1 0 1,-11 3-37,26-64 1093,9-2-1085,2 0-1,3 0 1,11-31-8,-2 6 23,-2-12-23,2-64 26,-7 0 0,-6-103-26,-8 148-4,-4 1 0,-8-21 4,-68-604 18,-23-160 82,-51 136-169,106 524 81,0-83-12,23 141 3,-16-40 18,-49-137-21,28 115-25,4-31 25,35 136-5,-39-230 27,3-129-22,55 365 1,6 113-14,0 1 0,1 0 0,0 0 0,1 0-1,1 0 1,0 0 0,5-10 13,15-38 10,12-23 35,-29 109-5287,-6-9-337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11723,'0'0'3080,"0"0"-355,0 0-641,0 0-834,0 0-387,8 1-409,55 2-163,0-3 0,0-3 0,0-3-1,61-13-290,-34 5 12,0 4-1,5 4-11,-75 5-181,-5 0 222,0 0 0,0 1 0,0 1-1,4 1-40,-17-2-91,-1 0-1,0 0 0,1 0 0,-1 0 0,1 0 1,-1 1-1,0-1 0,1 0 0,-1 1 0,0-1 1,1 1-1,-1 0 0,0-1 0,0 1 0,0 0 1,1 0-1,-1 0 0,0-1 0,0 1 0,0 0 1,0 1-1,0-1 0,-1 0 0,1 0 0,0 0 1,0 0-1,-1 1 0,1-1 0,-1 0 0,1 1 1,-1-1-1,0 0 0,1 1 0,-1-1 1,0 1-1,0-1 0,0 0 0,0 1 0,0-1 1,0 1-1,0-1 0,-1 0 0,1 1 92,-9 11-3345,-11-5-2244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14843,'0'0'2613,"0"0"-1076,0 0-507,0 0-509,26 1-210,76 7 301,25 9-612,-92-12 17,0 2 0,-1 2-1,0 1 1,-1 1 0,0 2-1,11 7-16,-37-17-15,-1 1 0,0 1-1,1-1 1,-2 1 0,1 0-1,-1 0 1,0 1 0,0-1-1,0 1 1,2 5 15,-5-9-7,-1 1 0,1 0 0,-1 0 0,1 0 0,-1 0 0,0 0 0,0 1 0,-1-1 1,1 0-1,-1 0 0,1 1 0,-1-1 0,0 0 0,-1 1 0,1-1 0,0 0 0,-1 0 0,0 1 0,1-1 0,-1 0 0,-1 0 0,1 0 0,0 0 0,-1 0 1,0 1 6,-3 2 6,0 1 0,-1-2 0,0 1 1,0 0-1,0-1 0,0 0 1,-1-1-1,0 0 0,0 0 0,0 0 1,-5 1-7,-90 33 122,93-35-107,-59 15 17,51-15-103,0 0 0,0 2 0,1 0 0,0 1 1,0 0-1,1 2 0,-10 5 71,23-12-317,0 1 0,0 0 0,1-1 0,-1 1-1,1 0 1,-1 0 0,1 0 0,0 0 0,-1 0 0,1 0 0,0 0 0,0 0-1,1 0 1,-1 1 0,0 1 317,0 7-5600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5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10506,'0'0'8634,"0"0"-7546,0 0-408,0 0-335,0 0 623,0 0-64,53 140-232,-31-90-504,-2-5-48,-1-5-112,-5-7-8,0-8-24,0-10-488,0-15-992,-3 0-2353,-5-3-3545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17124,'0'0'1671,"0"0"-394,11 27 141,1 9-1022,0-4-140,1-1 1,1 0-1,1-1 1,2 0-257,3 3 95,-11-21-110,-1 1 1,-1-1-1,0 1 1,0 1-1,-2-1 0,1 1 1,-2 0-1,0 0 0,-1 1 1,1 5 14,-4-20-5,0 0 0,0 0 0,-1 0 0,1 0 0,0 0-1,0 0 1,0 0 0,-1 1 0,1-1 0,0 0 0,0 0 0,0 0 0,-1 0 0,1 0 0,0 0 0,0 0 0,0 0 0,-1 0 0,1 0 0,0 0-1,0 0 1,0 0 0,-1 0 0,1 0 0,0 0 0,0-1 0,0 1 0,-1 0 0,1 0 0,0 0 0,0 0 0,0 0 0,0 0 0,-1-1-1,1 1 1,0 0 0,0 0 0,0 0 0,0 0 0,0 0 0,-1-1 0,1 1 0,0 0 0,0 0 0,0-1 5,-7-7 8,1-1 0,-1 0 0,2 0 0,-1-1 0,1 1 0,1-1 0,-1-1 0,2 1 0,0 0 0,0-1 0,1 0 0,0 0 0,0 1 0,2-1 0,-1 0 0,1 0 0,1 0 0,0 0 0,0 0 0,2-2-8,-1 9-1,0 0 0,1 0 0,0 0 0,-1 0 1,1 1-1,0 0 0,1-1 0,-1 1 0,1 0 0,-1 1 0,1-1 0,0 1 1,0-1-1,0 1 0,0 0 0,0 1 0,1-1 0,-1 1 0,0 0 0,1 0 1,-1 0-1,1 0 0,0 1 0,0 0 1,14-2-11,0 1 0,1 0 0,-1 2 0,0 0 0,3 2 11,-17-3 7,-1 1 1,1 0-1,-1 0 1,1 0-1,-1 0 0,0 1 1,0 0-1,1 0 1,-1 0-1,0 0 0,-1 0 1,1 1-1,0 0 1,-1 0-1,0 0 1,1 0-1,-1 0 0,0 1 1,-1 0-1,1-1 1,-1 1-1,1 0 0,-1 0 1,-1 0-1,1 0 1,0 1-1,-1-1 1,0 0-1,0 1 0,0-1 1,0 1-1,-1 1-7,0-5 74,-1-2-66,0 0 0,-1 0 0,1 0 0,0-1 0,0 1 0,0 0 1,0-1-1,1 1 0,-1-1 0,0 1 0,1-1 0,-1 0 0,1 1 0,-1-1 1,1 0-1,0 1 0,-1-1 0,1 0-8,-2-36 142,2 31-133,-1-1-8,1-1 0,0 1 0,0 0 0,1-1 0,0 1 0,1 0 0,0-1 1,0 1-1,0 0 0,2-1-1,-2 5-1,0 1 1,0 0 0,1 0 0,-1 0-1,1 0 1,0 0 0,0 1 0,0-1 0,0 1-1,0 0 1,0 0 0,1 0 0,-1 0-1,1 0 1,-1 1 0,1-1 0,0 1-1,0 0 1,-1 0 0,1 1 0,0-1 0,0 1-1,2 0 1,0-1 1,-1 1 0,1 0 0,-1 0 0,1 1 0,-1-1 0,1 1 0,-1 0 0,1 1 0,-1 0 0,0-1-1,1 2 1,-1-1 0,0 0 0,0 1 0,-1 0 0,1 0 0,-1 1 0,1-1 0,-1 1 0,0 0 0,0 0 0,-1 0 0,1 1 0,-1-1-1,0 1 1,0 0 0,-1 0 0,2 3-1,4 10 2,-1 0-1,-1 1 1,-1 0-1,-1 0 0,0 0 1,-1 0-1,-1 14-1,-2-33-39,0 1-1,0-1 0,0 0 0,0 1 0,-1-1 1,1 0-1,0 1 0,0-1 0,0 1 1,0-1-1,0 0 0,0 1 0,0-1 1,0 0-1,0 1 0,1-1 0,-1 1 0,0-1 1,0 0-1,0 1 0,0-1 0,0 0 1,1 1-1,-1-1 0,0 0 0,0 0 0,1 1 1,-1-1-1,0 0 0,0 1 0,1-1 1,-1 0-1,0 0 0,1 0 0,-1 1 1,0-1-1,1 0 0,-1 0 0,0 0 0,1 0 40,7-15-5354,-3-10-4434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 4417,'0'0'9577,"0"0"-6671,4 23-1495,0 4-990,3 18 505,1-1 0,6 13-926,5 0 342,2-2-1,13 22-341,9 24-49,-28-56-809,-14-17-2860,-3-28 3464,1 1 0,0-1 0,-1 0 0,1 1 0,0-1 0,-1 0 0,1 0-1,-1 0 1,1 0 0,0 0 0,-1 0 0,1 0 0,0-1 0,-1 1 0,1 0 0,0-1 0,-2 0 254,-4-3 39,0 1 1,0-2 0,1 1 0,-1-1-1,1 0 1,0 0 0,0-1 0,1 0-1,0 0 1,0 0 0,0-1 0,0 1-1,0-4-39,-8-12 1347,1-1 1,1 0-1,-5-14-1347,11 22 220,0 1 0,1-1 0,0 0 0,1-1 0,1 1 0,1 0 0,0-1 0,1 1 0,0-1 0,2 1-1,0-1 1,2-10-220,-1 17 41,-1 0-1,2 0 1,-1 0-1,1 0 1,0 1-1,1-1 1,0 1-1,1 0 1,-1 0-1,1 1 1,1 0-1,-1 0 0,1 1 1,1-1-1,-1 1 1,1 1-1,0-1 1,0 2-1,1-1 1,7-2-41,-4 2 13,1 0 1,0 1 0,1 1-1,-1 0 1,0 1-1,1 0 1,0 1 0,11 1-14,-21 0 7,-1 0 0,1 0 1,-1 0-1,1 0 0,0 1 1,-1 0-1,1 0 0,-1 0 1,1 0-1,-1 0 0,0 1 1,0-1-1,1 1 0,-1 0 1,0 0-1,0 0 1,-1 0-1,1 1 0,0-1 1,-1 1-1,1 0 0,-1-1 1,0 1-1,0 0 0,0 1 1,-1-1-1,1 0 0,-1 0 1,1 1-1,-1-1 0,0 1 1,0-1-1,-1 1 0,1 0-7,0 4 42,0 0 0,-1 1-1,0-1 1,0 0 0,-1 0 0,0 1-1,0-1 1,-1 0 0,0 0-1,-1 0 1,1-1 0,-2 1-1,1-1 1,-1 1 0,0-1-1,0 0 1,-1 0 0,0-1-1,0 1 1,-1-1 0,0-1-1,0 1 1,0-1 0,-1 0 0,1 0-1,-1 0 1,0-1 0,-1 0-1,1-1 1,-1 0 0,0 0-1,1 0 1,-1-1 0,-1 0-1,0-1-41,7 0-20,0-1-1,0 0 0,0 1 0,0-1 0,0 0 0,0 0 0,0 0 0,0-1 0,0 1 1,0 0-1,1-1 0,-1 1 0,0-1 0,0 0 0,0 1 0,0-1 0,1 0 0,-1 0 1,-1-2 20,2 2-121,0 0 0,1-1 0,-1 1 0,1-1 1,-1 1-1,1-1 0,0 1 0,0-1 0,0 1 1,-1-1-1,1 1 0,1-1 0,-1 1 0,0-1 1,0 0-1,0 1 0,1-1 0,-1 1 0,1 0 1,-1-1-1,1 1 0,0-1 0,0 1 0,-1 0 1,2-1 120,19-26-5463,4 0-5292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146 223 11803,'0'0'2408,"0"0"-223,0 0 259,0 0-1093,-23 6-824,0-1-481,0 1 0,0 1 0,-3 2-46,24-7 8,0-1-1,0 1 0,0 0 0,0 0 0,0-1 0,1 1 0,-1 0 0,0 1 0,1-1 0,0 0 1,-1 0-1,1 1 0,0-1 0,0 0 0,0 1 0,1-1 0,-1 1 0,0-1 0,1 1 0,0 0 0,0-1 1,0 1-1,0-1 0,0 1 0,0 0 0,0-1 0,1 1 0,0-1 0,-1 1 0,1-1 0,0 1-7,1 5 33,0 1-7,0 0 0,0-1 0,1 1 1,0-1-1,1 0 0,0 0 1,0 0-1,1 0 0,0-1 1,0 0-1,1 0 0,0 0 1,0-1-1,0 0 0,1 0 1,0 0-1,5 2-26,-3-1 15,1-1 1,0-1-1,0 0 0,1 0 1,-1-1-1,1 0 0,0-1 1,0 0-1,1-1 0,-1-1 1,0 1-1,1-2 0,4 1-15,-12-2 10,0 1-1,0-1 0,0 1 0,-1-1 0,1 0 1,0-1-1,-1 1 0,1-1 0,-1 1 0,1-1 0,-1 0 1,0 0-1,0-1 0,0 1 0,0-1 0,0 1 1,-1-1-1,1 0 0,-1 0 0,1 0 0,-1-1 1,0 1-1,0 0 0,-1-1 0,1 1 0,-1-1 1,0 1-1,0-1 0,0 0 0,0 0 0,0-2-9,3-18 182,-2 0 0,0 0 0,-1 0 0,-3-22-182,1 10 333,1 14-304,1 0 1,1 0-1,0 0 1,2 0-30,-1 12-316,0 0 0,0 0 0,0 1 1,2-1-1,-1 1 0,1 0 0,0 0 0,1 1 0,3-4 316,17-21-4838,-1 9-2794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10242,'0'0'5833,"0"0"-3376,0 0-17,0 0-1151,0 0-257,0 0-496,0 0-160,117 165-232,-100-112-80,-6-3-64,-11-3-392,0 1-472,-3-13-1104,-14-13-4058</inkml:trace>
  <inkml:trace contextRef="#ctx0" brushRef="#br0" timeOffset="1">1 369 10578,'0'0'6258,"0"0"-5210,0 0 720,0 0-1040,0 0-720,0 0-8,192-145-752,-117 120-192,3-8-2785,-20 5-1184,-21 6-4369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 11378,'0'0'3028,"0"0"-718,0 0-419,-17 27-690,-47 86-393,61-107-709,0 0 0,0 0 0,1 0-1,0 0 1,1 1 0,-1-1 0,1 0-1,0 1 1,1 0 0,0-1 0,0 1-1,0-1 1,1 1 0,0 3-99,1-5 44,-1-1 0,0 0 0,1 0 1,0 0-1,0 0 0,0 0 0,1 0 0,-1 0 1,1 0-1,0-1 0,0 0 0,0 1 0,0-1 1,1 0-1,-1-1 0,2 2-44,-1-1 15,1-1 1,-1 1-1,1-1 1,-1 0-1,1-1 0,0 1 1,-1-1-1,1 0 0,0 0 1,0 0-1,0-1 1,0 0-1,0 0 0,0 0 1,0 0-1,0-1 1,0 0-1,-1 0 0,1 0 1,0 0-1,0-1 1,-1 0-1,1 0 0,-1 0 1,1-1-1,-1 0 0,0 1 1,0-1-1,0-1 1,1 0-16,2-4-18,-1 0 0,1 0 0,-1 0 0,-1-1 0,1 1 0,-2-1 1,1-1-1,-1 1 0,0-1 0,-1 1 0,1-9 18,1-6-75,-2 0 0,0 0 0,-2 0 1,-1-10 74,1 34 17,0 0 1,0 0-1,0 1 1,0-1 0,0 0-1,0 0 1,0 1 0,0-1-1,0 1 1,0-1-1,0 1 1,0-1 0,-1 1-1,1 0 1,0-1 0,0 1-1,-1 0 1,2 0-18,10 14 32,0 0 0,-1 1-1,-1 0 1,0 1 0,-1 0 0,-1 0 0,-1 1 0,0 0 0,2 13-32,-13-57 106,1 1 1,1-1 0,2 0-1,0 0 1,2 0 0,3-16-107,-5 40 3,1-1 0,0 1 0,0 0 0,0-1-1,0 1 1,1 0 0,-1 0 0,0 0 0,1 0 0,0 0 0,-1 0 0,1 0 0,0 1 0,0-1 0,0 0 0,0 1 0,0 0 0,0-1 0,0 1 0,1 0 0,-1 0 0,0 0-1,1 1 1,-1-1 0,1 1 0,-1-1 0,1 1 0,-1 0 0,1 0 0,-1 0 0,1 0 0,-1 0 0,1 0 0,-1 1 0,1-1 0,-1 1 0,0 0 0,1 0 0,-1 0 0,0 0-1,1 0 1,-1 0 0,0 0 0,0 1 0,0-1 0,0 1 0,0 0 0,-1 0 0,1-1 0,0 1 0,-1 0 0,1 0 0,0 1-3,7 13-9,-1-1-1,0 1 1,-1 0 0,-1 1 0,-1 0 0,0 0 0,-1 0-1,-1 0 1,1 7 9,1-10-547,-5-14 433,0 0 0,1 0 1,-1 0-1,0 1 0,1-1 0,-1 0 1,0 0-1,0 0 0,1 0 0,-1 0 1,0 0-1,1 0 0,-1 0 0,0 0 1,0 0-1,1 0 0,-1 0 0,0 0 1,0 0-1,1 0 0,-1-1 0,0 1 1,1 0-1,-1 0 0,0 0 1,0 0-1,1 0 0,-1-1 0,0 1 1,0 0-1,0 0 0,1 0 0,-1-1 1,0 1-1,0 0 0,0 0 0,0-1 114,11-13-6526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15955,'0'0'3153,"0"0"-2169,0 0 25,0 0 607,22 163-576,-5-88-456,0 0-296,-3-5-88,-3-9-200,-3-14-216,-8-4-840,0-18-1793,0-13-8257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7:2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14227,'0'0'3465,"0"0"-1812,0 0-2,22-25-725,157-162-418,-177 185-496,0 1 0,-1-1-1,1 0 1,-1 0 0,1 0-1,-1-1 1,0 1 0,1 0 0,-1 0-1,0-1 1,0 1 0,-1-1-1,1 1 1,-1-1 0,1 1-1,-1-1-11,0 2 4,0 0 0,0 0 0,-1 0 0,1 0 0,-1 0-1,1 0 1,-1 0 0,1 0 0,-1 1 0,1-1 0,-1 0-1,0 0 1,1 0 0,-1 1 0,0-1 0,0 0 0,0 1 0,1-1-1,-1 1 1,0-1 0,0 1 0,0 0 0,0-1 0,0 1-1,0 0 1,0-1 0,0 1 0,0 0 0,0 0 0,0 0-1,0 0 1,0 0 0,0 0 0,0 0 0,0 0 0,-1 1-4,-2-2-1,0 1 0,1 0 1,-1 0-1,0 0 0,0 0 1,0 1-1,0 0 1,1-1-1,-1 1 0,0 1 1,1-1-1,-1 0 1,0 1-1,1 0 0,0 0 1,-1 0-1,1 0 1,0 1-1,0-1 0,0 1 1,1-1-1,-1 1 1,1 0-1,-1 0 0,1 1 1,0-1-1,0 0 0,0 1 1,1-1-1,-1 1 1,1-1-1,0 1 0,0 0 1,0-1-1,0 4 1,-4 13 36,1 1 0,0-1 1,2 1-1,0-1 0,2 1 0,0 0 0,3 18-36,-2-30 15,0 0-1,0 0 0,1-1 1,0 1-1,0 0 1,1-1-1,1 0 0,-1 1 1,1-1-1,1 0 1,-1-1-1,1 1 1,1-1-1,-1 0 0,1-1 1,0 1-1,1-1 1,0 0-1,1 1-14,-4-5-19,1 0 0,-1 0 0,1 0 0,-1 0 0,1-1 0,-1 1 0,1-1 0,0 0 0,0-1 0,0 1 0,0-1 0,-1 0 0,1 0 0,0 0-1,0-1 1,0 0 0,0 0 0,-1 0 0,1-1 0,0 1 0,-1-1 0,5-2 19,6-5-419,-1 1-1,0-2 1,0 0-1,-1 0 0,6-7 420,46-44-5218,-5 3-3419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22:09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1000 1245 705 0,'0'0'823'0,"0"0"-682"16,0 0 99 0,0 0-11-16,127-46-80 0,-93 46-47 15,-7 18 1-15,-5 8 13 16,-11 2-18-16,-9 2-21 16,-2-1-11-16,-6-3-9 15,-19-2-23-15,-4-6-11 16,0-9-16-16,2-7-5 15,7-2 20-15,4-14-11 16,10-13-11-16,6-10-12 16,0-1 2-16,4 4 1 15,17 8 1-15,1 12 7 16,0 12 0-16,-2 2-13 16,-7 16 4-16,-5 10 10 0,-8 2 5 15,0 0 5-15,-5-4 14 16,-15-5-7-16,2-9-10 15,-2-9-5-15,6-1 14 16,3-8-6-16,5-20-10 16,6-9-7-16,0-7 6 15,0 9 0-15,0 7 0 16,6 16-11-16,7 12-6 16,-1 0 4-16,-1 14 13 15,-5 6-5-15,-6 4 6 16,0-2 13-16,-10 0 20 15,-15-3-7-15,-2-7-10 16,2-7-9-16,6-5 5 0,3 0-1 16,7-17-11-1,5-6 0-15,4 3-9 0,0 4 0 16,0 8 8-16,0 8 1 16,2 0-18-16,7 2 8 15,-3 12 2-15,2 2 8 16,-6 0 2-16,0-4 4 15,0-2-6-15,7-6-64 16,22-4-157-16,0 0-454 16,2-4-615-16</inkml:trace>
  <inkml:trace contextRef="#ctx0" brushRef="#br0" timeOffset="638.34">2205 877 1820 0,'0'0'244'0,"0"0"-185"16,0 0 77-16,-3 133 27 15,-4-62-47-15,0 7-36 0,1 2 3 16,-1 0-23-16,0-8-30 16,3-7-18-16,-1-15-2 15,3-14-8-15,0-12 4 16,2-14-5-16,0-8 5 15,0-2 16-15,0-6 69 16,0-20-29-16,0-9-47 16,0-9-9-16,0-4-5 15,-4-2-1-15,-1-2 0 16,1 4 0-16,4-2 0 16,0 2 0-16,0 1-2 15,0 1-7-15,13 5 3 0,3 2 5 16,-3 11-5-16,-2 10 6 15,-1 10 0-15,-2 8-5 16,3 4-13-16,3 24 18 16,3 11 20-16,1 9-2 15,-3 8 3-15,2 5-5 16,-5 2-9-16,0 4-5 16,-1-4 4-16,-5-2-5 15,2-6-1-15,-2-6 2 16,1-11-1-16,-1-8-1 15,-1-12-2-15,-1-12-38 16,-4-6-18-16,0 0-20 16,0-17-152-16,-2 0-366 0,-13 2-86 15</inkml:trace>
  <inkml:trace contextRef="#ctx0" brushRef="#br0" timeOffset="797.4">2064 1535 1652 0,'0'0'275'16,"0"0"10"-16,0 0-132 16,0 0-37-16,0 0-73 15,153-41-26-15,-90 23-16 16,24-7-1-16,-18 8-94 16,-9 0-584-16</inkml:trace>
  <inkml:trace contextRef="#ctx0" brushRef="#br0" timeOffset="1276.73">2893 1257 1124 0,'0'0'735'15,"0"0"-679"-15,0 0 56 16,0 0 130-16,0 0-61 16,7 124-62-16,15-88-15 15,7-5-31-15,4-7-33 0,-2-7-28 16,-2-9-9-16,-4-6-2 16,-5-2-1-16,-5-10 22 15,-1-17-7-15,-7-12-15 16,-3-1-4-16,-4-4 4 15,0 10 1-15,0 8 8 16,0 11 4-16,0 10 17 16,0 5-23-16,0 2-7 15,0 24 0-15,7 14 20 16,0 14 25-16,-3 13 9 16,1 3-1-16,-1 2-9 15,0-3-17-15,-2-6-15 16,1-10-12-16,-1-12 1 0,2-10-1 15,-1-9-8 1,-1-10-39-16,3-9-39 0,1-3-13 16,7-5-35-16,24-48-207 15,-2 5-422-15,-4-4-230 0</inkml:trace>
  <inkml:trace contextRef="#ctx0" brushRef="#br0" timeOffset="1846.18">3493 1143 2170 0,'0'0'281'0,"0"0"-255"15,0 0 99-15,31 124 61 16,-15-56-77-16,-1 6-40 16,-1-6-18-16,-1-3-14 0,-5-13-24 15,2-12-7-15,-8-10-5 16,0-14-1-16,0-11 0 15,-2-5 4-15,0-11 20 16,0-27-4-16,-6-14-20 16,-1-12 0-16,2-3-6 15,5 3 5-15,0 6-21 16,12 8 1-16,10 8-15 16,2 6-3-16,-1 10 23 15,-8 16 14-15,-5 10-13 16,-10 6-18-16,0 30 33 15,-12 7 0-15,-15 6 1 0,3-3 5 16,4-8 0-16,7-14-6 16,10-10-23-16,3-11-7 15,5-3-32-15,21 0 11 16,5-14 35-16,6 2-13 16,-4 5 7-16,0 7 4 15,-4 0 11-15,-2 23-3 16,-7 7 10-16,-9 8 2 15,-9 4 4-15,-2 1 58 16,-6 1 13-16,-21-7 16 16,-8-2-17-16,-4-3-21 15,-1-11-11-15,3-7-16 16,5-6-10-16,5-8-6 0,5 0-11 16,7 0-1-16,1-14-35 15,7 1-22-15,7-3-44 16,11-16-61-16,18 6-220 15,5 1-987-15</inkml:trace>
  <inkml:trace contextRef="#ctx0" brushRef="#br0" timeOffset="2073.17">4250 1377 1842 0,'0'0'620'0,"0"0"-522"16,0 0 4-16,0 0 42 16,0 0 4-16,38 112-67 0,-22-71-48 15,-3-2-21-15,-3-7-11 16,1-3-1-16,-3-7-7 16,1-6-69-16,7-8-77 15,-3-4-197-15,1-4-478 0</inkml:trace>
  <inkml:trace contextRef="#ctx0" brushRef="#br0" timeOffset="2418.46">4496 1405 2053 0,'0'0'311'0,"0"0"-244"15,0 0 70-15,0 0 72 0,20 127-120 16,-7-78-40-16,1 0-19 15,-3-6-18-15,-3-11-12 16,-3-11-8-16,-5-9-29 16,0-12-26-16,0 0 38 15,0-24 23-15,0-14-5 16,0-6 2-16,0-2 4 16,3 2-3-16,14 6 4 15,8 6 8-15,4 6-8 16,2 10 0-16,2 7 1 15,-4 9 6-15,-2 13 10 16,-6 18-4-16,-9 13 8 0,-5 7-12 16,-5-1 1-16,0-4-3 15,-2-6-7-15,14-5-77 16,-1-14-191-16,10-13-529 0</inkml:trace>
  <inkml:trace contextRef="#ctx0" brushRef="#br0" timeOffset="2845.5">5164 1480 1343 0,'0'0'211'16,"0"0"0"-16,0 0 3 16,-120-29-56-16,84 29-88 0,3 0-14 15,2 23 39 1,4 7-24-16,4 4 3 0,11 8 29 15,7 0-27-15,5 0-36 16,9-1-19-16,20-8-16 16,6-8-5-16,7-13 0 15,3-10 9-15,-3-2-9 16,-3-7-7-16,-10-17-50 16,-10-10-7-16,-7-10-9 15,-10-14 2-15,-2-31-10 16,-2-30-44-16,-14 2-30 15,1 19 100-15,1 24 55 16,6 42 150-16,-1 6 123 16,1 8-62-16,6 15-57 15,0 3-82-15,2 25-66 0,0 21 31 16,0 16 16-16,2 10-25 16,8 6-7-16,1-4-15 15,-3-2-6-15,1-7-29 16,-6 15-98-16,-3-15-202 15,0-16-758-15</inkml:trace>
  <inkml:trace contextRef="#ctx0" brushRef="#br0" timeOffset="7055.66">8844 1023 499 0,'0'0'138'16,"0"0"76"-16,0 0 134 15,0 0-39-15,0 0-27 0,0 0 24 16,-6-37-67-16,2 37-60 16,-1 0-55-16,1 0-57 15,-2 7-43-15,-4 20-18 16,-3 17 25-16,-5 14 12 16,-3 11-2-16,0 3-1 15,3 0-21-15,0-5-4 16,2-7-1-16,5-8-4 15,2-11-4-15,2-12-5 16,3-12 0-16,2-5 0 16,2-12 7-16,-2 0 8 15,2-5 8-15,0-22-17 16,0-6-7-16,0-16-8 0,0-4 8 16,15-5-11-1,5-5 10-15,5 5 0 0,0 6-5 16,-4 8 5-16,2 8 0 15,-3 2-9-15,3 2 10 16,-2 2 0-16,0 6 0 16,-1 3 0-16,-5 10 0 15,-1 11 0-15,-3 0-23 16,-3 15 5-16,-1 21 18 16,3 11 0-16,-2 7 6 15,3 5-5-15,3-1 8 16,5 0 3-16,4-7 5 15,4 0-10-15,-3-10-1 16,3-2-5-16,-4-10-1 16,-4-8 0-16,0-6 0 0,-7-3-24 15,0-7-24-15,-5-1-39 16,-3-2-84-16,-4-2-178 16,-4 0-192-16,-17 0-512 0</inkml:trace>
  <inkml:trace contextRef="#ctx0" brushRef="#br0" timeOffset="7230.58">8847 1497 1407 0,'0'0'378'0,"0"0"-190"0,0 0 22 15,0 0-120-15,0 0-56 16,138-58-27-16,-67 54-7 15,-13 3-156-15,-6 1-400 0</inkml:trace>
  <inkml:trace contextRef="#ctx0" brushRef="#br0" timeOffset="8056.04">9610 1293 1239 0,'0'0'378'16,"0"0"-170"-16,0 0-43 0,0 0-120 16,0 0 14-16,0 0 90 15,8 114-36-15,8-77-45 16,2-5-21-16,4-9-21 16,2-4-10-16,-1-11-7 15,1-8-3-15,-1 0 18 16,-4-17-1-16,-3-11-8 15,-5-2-15-15,-7-4 0 16,-4 5 0-16,0 4 0 16,0 9 23-16,0 8 30 15,0 8-4-15,0 0-49 16,0 24 0-16,0 11 3 16,10 6 34-16,3 8 14 15,-1 2 9-15,1 4 10 0,0 3-24 16,-2 0-28-16,-2 0-9 15,0-5-8-15,-2-5 0 16,0-8-1-16,-1-8-1 16,1-8-23-16,-1-6-31 15,1-8-27-15,2-6-42 16,2-4-27-16,11-12-114 16,1-12-131-16,-4-5-673 0</inkml:trace>
  <inkml:trace contextRef="#ctx0" brushRef="#br0" timeOffset="8429.45">10437 1194 1629 0,'0'0'219'15,"0"0"-152"-15,0 0 143 16,0 0-131-16,0 0-67 16,0 0-9-16,0 0 29 15,-81 139 10-15,79-84 14 16,2-4 21-16,0-2-32 15,20-7-26-15,5-10 0 0,4-8-10 16,4-9-8-16,7-12 23 16,2-3-18-16,1 0 22 15,-3-10-28-15,-5-3-35 16,-8 4-102-16,-11 9-82 16,-9 0-124-16,-7 0-525 0</inkml:trace>
  <inkml:trace contextRef="#ctx0" brushRef="#br0" timeOffset="9369.69">11807 1215 1573 0,'0'0'260'0,"0"0"-175"15,0 0 99-15,21 139-9 16,-15-88-73-16,5-3-50 15,1-5-24-15,-4-11-15 16,1-8-7-16,-2-10-5 16,-2-8 5-16,-5-6 5 15,0 0 27-15,0-20-7 16,-3-16-19-16,-10-15-12 16,-6-5 1-16,2 1-1 0,3 6 2 15,1 8 7-15,7 15-3 16,2 9 19-16,1 7 17 15,3 5 11-15,0 4-5 16,0 1-40-16,0 0-7 16,13 0-1-16,8 0 9 15,0 0-9-15,8 0 1 16,7 0 0-16,5 0-1 16,5 0-13-16,5-14-114 15,3 3-102-15,-7-2-42 16,-7 1 3-16,-11 5-49 15,-11 0 28-15,-10 2 236 0,-2 2 53 16,-6 1 107-16,0 0 112 16,0 2 4-16,-8 0-66 15,-11 2-87-15,-8 12 50 16,-4 1 47-16,2 2-56 16,4-5-37-16,10-2-11 15,5-6-26-15,10-2-24 16,0-2-13-16,2 0-9 15,23-2 9-15,6-12 29 16,5-2-19-16,2 0-8 16,-6 5-2-16,-6 6 0 15,-4 5-6-15,-6 0-3 16,-3 14 2-16,1 11 6 0,-3 6 1 16,-3 7 18-1,4 0-9-15,-5 0-7 0,1-4 6 16,4-5-7-16,1-3-1 15,3-5-26-15,17 0-248 16,-6-7-287-16,-1-8-1027 0</inkml:trace>
  <inkml:trace contextRef="#ctx0" brushRef="#br0" timeOffset="9625.29">12580 1313 1696 0,'0'0'266'0,"0"0"-164"16,0 0 103-16,0 0-33 16,8 122-72-16,16-87-57 0,5-6-21 15,7-7-5-15,0-8-16 16,-3-7-2-16,-2-7-4 16,-6 0 5-16,-8-10 12 15,-3-13-11-15,-10-1-1 16,-4 1-1-16,0-4-4 15,-4 4-3-15,-8 0 2 16,6-7-55-16,4 6-153 16,2 2-395-16</inkml:trace>
  <inkml:trace contextRef="#ctx0" brushRef="#br0" timeOffset="9858.48">13138 1013 1870 0,'0'0'295'16,"0"0"-200"-16,0 0 135 15,2 126-40-15,3-66-97 16,1 4-37-16,4 0-24 16,-1-8-23-16,1-5-8 15,-1-13-1-15,-2-11-7 16,0-10-42-16,-1-12-87 15,-6-6-66-15,0-17-112 16,0-4-546-16</inkml:trace>
  <inkml:trace contextRef="#ctx0" brushRef="#br0" timeOffset="10188.11">12980 1371 499 0,'0'0'1003'15,"0"0"-703"-15,0 0 187 16,0 0-275-16,0 0-150 15,0 0-42-15,0 0-20 16,129-84-33-16,-87 72-37 16,-8 8 36-16,-8 4 27 15,-1 0-5-15,-2 25 12 16,1 6 10-16,5 7 21 16,1 4-8-16,1-3-9 0,2-4-2 15,-2-7-4 1,0-7-7-16,-2-12-1 0,3-9 6 15,-1 0 14-15,0-13-7 16,-4-11-6-16,-12-2-4 16,-11-1 5-16,-4 1-8 15,-8 3 9-15,-19-4-8 16,0 5-1-16,2 4 0 16,4-2-79-16,9 8-166 15,7 0-297-15</inkml:trace>
  <inkml:trace contextRef="#ctx0" brushRef="#br0" timeOffset="10826.79">13740 1289 1570 0,'0'0'286'15,"0"0"-126"-15,0 0 69 16,-60 106-87-16,56-67-62 15,4-3-38-15,2-4-17 16,17-8-14-16,10-8-5 16,3-12-6-16,1-4 2 15,-2 0-2-15,-8-20-2 16,-7-7-20-16,-10-7-8 16,-6-5-4-16,0-2 15 15,0 7 19-15,-2 8 15 0,0 14 71 16,2 12-5-16,0 0-80 15,2 20-1-15,11 12 37 16,3 5-4-16,-3 2-11 16,1-4 2-16,-3-5-6 15,-3-10-12-15,-3-7-5 16,0-10-1-16,-5-3 0 16,0-3-14-16,0-20-60 15,0-9-38-15,0-4 11 16,0-3 56-16,0 7 45 15,0 9 20-15,4 8 40 16,5 15-60-16,4 0-8 16,3 20 6-16,2 10 1 0,-1 4 1 15,-3 1 0 1,-5-5 1-16,-5-10 6 0,-2-8-1 16,-2-9-5-16,0-3 14 15,0 0 23-15,0-19-38 16,0-9-46-16,0-4 21 15,7-3 25-15,3 7 13 16,-2 8 64-16,1 10 11 16,5 10-60-16,1 0-19 15,3 17-8-15,-1 6 0 16,-1 5 11-16,-5 1-6 16,-2-1-5-16,-2-2-1 15,4-5-37-15,-2-2-238 16,-5-11-980-16</inkml:trace>
  <inkml:trace contextRef="#ctx0" brushRef="#br0" timeOffset="11472.35">14302 1414 1224 0,'0'0'243'16,"0"0"-172"-16,0 0 110 15,0 0-29-15,138-67-102 16,-104 55-36-16,-10 0-3 16,-11 4-10-16,-13 3 52 15,-2 2 89-15,-27 3-61 0,-6 0-12 16,-3 3 14-16,1 14-37 16,6 7-16-16,8 8 31 15,4 6 7-15,11 4-14 16,6 1-20-16,2-6-4 15,2-4-20-15,21-8-10 16,10-13-13-16,6-12 13 16,3 0-19-16,3-12-76 15,-5-20-82-15,-9-7-101 16,-10-10 27-16,-10-2-46 16,-9-2-62-16,-2 7 161 15,0 11 198-15,0 14 161 16,0 15 94-16,-2 6-63 0,2 15-87 15,0 20 36 1,4 15-10-16,8 11 26 0,1 3-24 16,1-1-1-16,-8-7-43 15,-2-10-45-15,-1-13-24 16,-3-13-13-16,0-13 1 16,0-7 8-16,-5-21-16 15,-7-21-18-15,4-13-46 16,3-4 24-16,5-3 33 15,0 5-1-15,5 10-5 16,15 10-1-16,5 15 4 16,4 12 10-16,0 10 34 15,-1 3-11-15,1 26-7 16,-6 8-3-16,-3 4 33 16,-9 2 5-16,-3-4-29 0,-4-3-7 15,-4-7-15-15,0-5-6 16,15-6-108-16,-1-6-378 15,5-8-133-15</inkml:trace>
  <inkml:trace contextRef="#ctx0" brushRef="#br0" timeOffset="11853.73">14995 1124 1288 0,'0'0'333'15,"0"0"-138"-15,0 0 159 0,0 0-258 16,0 0-27-16,0 0 53 16,54 139 24-1,-46-75-17-15,1 0-15 0,3-6-56 16,3-10-34-16,3-10-16 16,5-13-8-16,0-16-39 15,6-9-49-15,3 0-34 16,3-26 67-16,-3-8 19 15,-10-5-83-15,-6 0-44 16,-10 6 111-16,-6 11 52 16,0 9 44-16,-16 13 15 15,-7 0-35-15,-2 18-18 16,0 17 6-16,7 5 13 0,9 3 9 16,9 1-8-16,0-6-16 15,14-9-10-15,15-12 0 16,7-10-7-16,24-7-20 15,-9-16-205-15,-8-6-337 0</inkml:trace>
  <inkml:trace contextRef="#ctx0" brushRef="#br0" timeOffset="12056.58">15530 1235 1056 0,'0'0'410'0,"0"0"-272"15,0 0 106-15,45 124 51 16,-25-74-137-16,-5-1-62 16,-3-3 9-16,-6-8-21 0,-6-6-53 15,0-10-19-15,0-8-12 16,-20-4-43-16,-32-6-55 16,4-1-160-16,1-3-470 0</inkml:trace>
  <inkml:trace contextRef="#ctx0" brushRef="#br0" timeOffset="12514.18">16734 1393 1277 0,'0'0'213'15,"0"0"-8"-15,0 0-3 16,136-44 12-16,-111 34-127 0,-14 2-62 16,-9 2-9-16,-2 0-10 15,-2 0 13-15,-19-2-9 16,-6 4-9-16,-4 4 14 16,0 0 2-16,-2 9 18 15,6 14 4-15,5 9 2 16,8 5 8-16,10 2 2 15,4-3-32-15,4-4-18 16,21-7-1-16,13-9-1 16,36-16 0-16,-10 0-152 15,3-2-443-15</inkml:trace>
  <inkml:trace contextRef="#ctx0" brushRef="#br0" timeOffset="12710.34">17404 1269 1892 0,'0'0'276'0,"0"0"-32"15,0 0-53-15,-142 138-48 16,99-89-91-16,8-6-36 16,6-7-8-16,6-7-8 15,6-9-38-15,-3-16-108 16,5-4-201-16,-1 0-342 0</inkml:trace>
  <inkml:trace contextRef="#ctx0" brushRef="#br0" timeOffset="12877.54">17175 1305 1774 0,'0'0'645'16,"0"0"-526"-16,0 0 49 15,0 0 11-15,58 102-70 16,-38-58-67-16,0-1-27 15,1-7-15-15,-2-9-27 16,24-10-100-16,-5-10-249 16,1-7-1012-16</inkml:trace>
  <inkml:trace contextRef="#ctx0" brushRef="#br0" timeOffset="13107.84">17766 1349 1905 0,'0'0'366'0,"0"0"-243"16,0 0 13-16,0 0-32 15,-127 24-38-15,106 8-20 16,8 7-16-16,7-2 3 16,6 0 10-16,0-5-22 15,21-8-15-15,14-8 0 16,9-8-6-16,10-5-42 15,15-3-174-15,-9-20-411 16,-13 1-839-16</inkml:trace>
  <inkml:trace contextRef="#ctx0" brushRef="#br0" timeOffset="13340.7">17989 1173 1185 0,'0'0'410'0,"0"0"-83"15,0 0-87-15,0 0-25 16,0 0-27-16,-5 118-73 16,21-76-28-16,4 1-16 15,4-10-36-15,7-4-12 16,8-9 10-16,3-11 12 16,3-4-18-16,-3-5-27 15,-9 0-46-15,-8 0-60 16,-8-12-70-16,-7 0-92 15,-4-2-324-15</inkml:trace>
  <inkml:trace contextRef="#ctx0" brushRef="#br0" timeOffset="13587.69">18339 1345 1446 0,'0'0'335'0,"0"0"-260"16,0 0-18-16,0 0-19 15,0 0-38-15,0 0-57 16,0 0-165-16,68 78-681 0</inkml:trace>
  <inkml:trace contextRef="#ctx0" brushRef="#br0" timeOffset="13934.68">18339 1345 386 0,'114'-139'1505'16,"-114"139"-1250"-16,0 13-157 0,0 11 91 15,0 8-55-15,10 3-79 16,4-1 6-16,-1-5-13 16,8-7-9-16,8-8-11 15,6-7 2-15,9-7 10 16,1 0-16-16,-3-7-14 16,-13-14-4-16,-10-8-1 15,-15-5-5-15,-4-4-6 16,0 0 6-16,-2 6 6 15,-5 9 3-15,0 4 3 16,5 8 10-16,2 6-14 16,0 5-8-16,0 0-23 15,0 0-2-15,0 0 19 16,9 8 6-16,2 0 0 16,12 2 0-16,-4-1-92 0,-1-4-580 15</inkml:trace>
  <inkml:trace contextRef="#ctx0" brushRef="#br0" timeOffset="14347.43">18872 1245 1460 0,'0'0'271'0,"0"0"-12"15,0 0 20-15,0 0-71 16,64 114-118-16,-35-102-29 0,-2-10-19 16,0-2-18-16,-3-8-24 15,-2-18-55-15,-3-3-20 16,-9-8 22-16,-1 2 4 16,-5 3 38-16,2 9 11 15,-6 11 60-15,2 12-8 16,-2 0-52-16,2 32-3 15,0 17 3-15,-2 20 6 16,0 12 21-16,0 6 32 16,0 2 47-16,-16-5 14 15,-6-10-38-15,-2-18-10 16,-5-13-11-16,-5-22-9 0,-1-13-11 16,-4-8-11-16,2-15-14 15,3-20-16-15,12-13-51 16,13-30-106-16,9 10-119 15,0 8-514-15</inkml:trace>
  <inkml:trace contextRef="#ctx0" brushRef="#br0" timeOffset="14924.35">19226 1323 1428 0,'0'0'288'0,"0"0"-120"15,134-39 136-15,-83 26-217 16,-11 3-87-16,-13 1-10 16,-18 2-97-16,-9-3-94 0,-2 1 197 15,-21 2 4-15,-6 5 142 16,-2 2 57-16,0 6-53 16,4 20-35-16,10 10-17 15,7 4-11-15,10 0-26 16,0-5-33-16,25-8-23 15,10-10-1-15,6-10 11 16,3-7 5-16,1 0-16 16,-5-21-57-16,-7-14-99 15,-8-9-148-15,-8-4-56 16,-7 2-172-16,-4 6 532 16,-6 12 145-16,0 14 181 15,3 12-6-15,1 2-202 0,0 14-84 16,1 22 23-16,-2 10 41 15,-1 4-6-15,-2 0-22 16,0-7-7-16,0-11-29 16,0-13-12-16,-5-8-13 15,0-11-9-15,1-7-15 16,4-22-17-16,0-14-61 16,2-8 31-16,21-6 56 15,3 8 6-15,3 5 59 16,-2 18-26-16,-3 15-3 15,-1 11-9-15,-3 6-12 16,-5 25 0-16,-1 8 8 0,-5 1 3 16,-5 0 10-16,-2-6-9 15,-2-4-14-15,2-5-7 16,21 4-13-16,-1-4-202 16,7-7-600-16</inkml:trace>
  <inkml:trace contextRef="#ctx0" brushRef="#br0" timeOffset="15143.99">20272 950 2013 0,'0'0'234'16,"0"0"-79"-16,0 0 23 15,0 0-117-15,0 0-40 16,0 114 66-16,0-33 29 0,0 3-14 15,-10 0-27-15,4-8-35 16,1-12-27-16,1-13-13 16,0-12-38-16,1-13-170 15,-3-17-646-15</inkml:trace>
  <inkml:trace contextRef="#ctx0" brushRef="#br0" timeOffset="15428.52">20209 1298 1689 0,'0'0'325'15,"0"0"-115"-15,138-27 8 0,-82 15-79 16,-11 2-99-16,-10-1-22 16,-12-1-18-16,-12 1-9 15,-11 2-32-15,-2 2 27 16,-25 5 14-16,-11 2 2 15,-3 4-2-15,4 26 0 16,5 10 3-16,10 6 19 16,13 6-3-16,9-4-13 15,0-5-4-15,21-11 2 16,12-10-2-16,42-13-4 16,-3-4-115-16,6-5-457 0</inkml:trace>
  <inkml:trace contextRef="#ctx0" brushRef="#br0" timeOffset="15669.46">20855 1127 1228 0,'0'0'507'0,"0"0"-388"15,0 0 194-15,0 0-158 16,0 0-96-16,-24 136-28 15,36-80 18-15,-8-2 90 16,-4-4-11-16,0-10-46 16,-12-9-34-16,-12-11-23 15,-10-8-7-15,-4-10-18 16,-26-2-37-16,8-17-151 0,5-2-463 0</inkml:trace>
  <inkml:trace contextRef="#ctx0" brushRef="#br0" timeOffset="18754.29">22841 866 1991 0,'0'0'301'16,"0"0"-212"-16,0 0 49 15,39 152-41-15,-26-85-9 0,1-1-37 16,-4-11-29-16,1-6-7 16,-1-15-14-16,-4-13 1 15,-1-8 4-15,-3-9-6 16,-2-4 12-16,0-8 17 16,0-22-28-16,0-12 6 15,0-11-6-15,0-8 7 16,14-8-8-16,14-1-15 15,17 6-2-15,6 11 8 16,2 20 9-16,-6 19-6 16,-13 14 6-16,-18 14-34 15,-16 24 34-15,-10 8 6 16,-27 5 4-16,-3-5-2 0,-1-7-2 16,10-11-5-1,14-10-1-15,14-11 0 0,3-7-36 16,18 0-1-16,17-12 37 15,8-5 6-15,3 5-6 16,0 9 1-16,-4 3 0 16,-5 5-1-16,-6 19-12 15,-10 9 11-15,-15 3 1 16,-6-1 8-16,-8 2 7 16,-21-7 16-16,-9-2-7 15,-7-8-9-15,-1-4-6 16,3-4-1-16,7-7-8 15,11-5 1-15,12 0-1 0,13-7-59 16,19-21-93-16,18 5-425 16,7-2-272-16</inkml:trace>
  <inkml:trace contextRef="#ctx0" brushRef="#br0" timeOffset="19136.54">23771 1066 1111 0,'0'0'969'16,"0"0"-873"-16,0 0-48 15,0 0 103-15,0 0 32 16,40 114-77-16,-1-95-57 16,5-7-49-16,-1-12 11 0,-6 0-11 15,-8-6-9-15,-9-14 2 16,-11-5-8-16,-6 0 13 15,-3 3 2-15,0 4 15 16,0 8 48-16,0 10 13 16,0 0-64-16,0 17-5 15,4 20 14-15,7 7 28 16,-5 6-4-16,2 4 20 16,-4-4-15-16,-2-6-23 15,0-4-7-15,0-10-14 16,0-4 1-16,3-4-7 15,-3-3-6-15,0-3-25 16,1-4-34-16,2-6-44 0,10-6-106 16,3 0-302-16,1-13-595 15</inkml:trace>
  <inkml:trace contextRef="#ctx0" brushRef="#br0" timeOffset="19415.41">24959 947 1692 0,'0'0'227'16,"0"0"-167"-16,0 0 109 0,0 0-51 15,-138 20-68 1,112 18-25-16,5 9 75 0,6 7 44 15,13-1-27-15,2-7-64 16,11-6-31-16,20-10-15 16,13-12-6-16,5-8-2 15,5-8-15-15,15-2-102 16,-15 0-163-16,-10 0-346 0</inkml:trace>
  <inkml:trace contextRef="#ctx0" brushRef="#br0" timeOffset="19753.31">25682 1063 2148 0,'0'0'478'16,"0"0"-389"-16,0 0-32 15,0 0 74-15,0 0-45 0,58 128-47 16,-48-86-23-16,0-4-14 15,-1-6-2-15,-1-8-21 16,11-14-102-16,-4-5-235 16,1-5-786-16</inkml:trace>
  <inkml:trace contextRef="#ctx0" brushRef="#br0" timeOffset="20075.77">26097 1102 2109 0,'0'0'258'0,"0"0"-45"16,0 0-6-16,0 121-56 0,0-77-94 15,0-6-39 1,0-8-13-16,0-9-5 0,0-14-38 16,2-7-22-16,0-4 19 15,-2-24-61-15,4-5 2 16,3-6 63-16,7-1 30 15,5 1 6-15,8 5 2 16,6 3 4-16,6 8 9 16,-4 14 14-16,1 9-3 15,-7 4-5-15,-10 26 26 16,-7 8-16-16,-8 4-17 16,-4 0-7-16,0-6-6 0,19-6-21 15,0-10-190 1,10-12-618-16</inkml:trace>
  <inkml:trace contextRef="#ctx0" brushRef="#br0" timeOffset="20479.86">26907 1052 1416 0,'0'0'363'16,"0"0"-267"-16,0 0 0 15,-133-8 30-15,102 33-48 16,8 8-31-16,8 6 64 16,11 3 21-16,4-2-31 15,0-6-49-15,15-7-18 0,12-10-5 16,8-8-19-16,3-6 14 16,3-3-9-16,-6 0-15 15,-6-15-39-15,-6-14-21 16,-10-7 2-16,-9-14 8 15,-2-11 43-15,-2-9 7 16,0 1 1-16,0 7 69 16,0 13 82-16,0 15 0 15,0 18-14-15,0 13-32 16,4 3-82-16,6 15-12 16,3 17-6-16,3 11 22 15,1 6-14-15,2-1-14 16,-4 1-1-16,1-7-50 0,17 2-94 15,-4-14-189 1,2-7-1032-16</inkml:trace>
  <inkml:trace contextRef="#ctx0" brushRef="#br0" timeOffset="20774.53">27372 1160 1568 0,'0'0'234'0,"0"0"-101"16,0 0 127-16,137-24-171 16,-110 21-79-16,-16-1-10 15,-11-1-12-15,0 0 12 16,-24-1 7-16,-9 2 1 0,-4 1 23 16,0 3-1-16,1 0 10 15,5 23 10-15,6 7 11 16,12 5 31-16,11 6-13 15,2-3-27-15,11-4-31 16,18-8-21-16,11-12-14 16,7-12-17-16,18-9-166 15,-9-18-371-15,-14-5-1062 0</inkml:trace>
  <inkml:trace contextRef="#ctx0" brushRef="#br0" timeOffset="20939">27644 1066 1585 0,'0'0'350'0,"0"0"-252"0,0 0 106 16,0 0 0-16,42 160-51 16,-22-90-49-16,-1 2-53 15,-5-9-25-15,-5-9-26 16,-5-16 0-16,-4-15-90 16,0-23-176-16,-4-11-62 15,-7-13-311-15</inkml:trace>
  <inkml:trace contextRef="#ctx0" brushRef="#br0" timeOffset="21135.34">27657 1303 529 0,'0'0'826'0,"0"0"-733"16,35-116-39-16,4 68 71 15,9 8-20-15,4 10-35 16,-4 13 113-16,-1 16 24 0,-7 1-101 16,-11 13-36-16,-11 15-32 15,-13 4-11-15,-5 3-2 16,-11 0-2-16,-20-6-8 15,-4-3 1-15,2-8-4 16,2-6-12-16,7-12-57 16,8 0-287-16,8 0-751 0</inkml:trace>
  <inkml:trace contextRef="#ctx0" brushRef="#br0" timeOffset="21449.31">28067 1171 1790 0,'0'0'227'0,"0"0"-73"0,0 0-9 15,140-44-145-15,-109 36-24 16,-6-2-58-16,-9 2-32 16,-7-5 51-16,-5-1 34 15,-2 3 29-15,-2-1 33 16,0 7 96-16,-6 5-43 15,-17 0-49-15,-2 20-22 16,-2 16-5-16,4 8 15 16,5 9 29-16,11 0 6 15,7-7-18-15,2-9-17 16,23-13-16-16,6-12-6 16,7-12-3-16,2-2-133 0,7-46-117 15,-14 2-228-15,-6-3-653 16</inkml:trace>
  <inkml:trace contextRef="#ctx0" brushRef="#br0" timeOffset="21728.59">28470 1016 1141 0,'0'0'336'0,"0"0"-166"15,0 0 108-15,0 0-23 16,0 0-137-16,40 127-44 16,-40-93 2-16,0-6 15 15,0-7-8-15,0-12-46 16,0-6-19-16,-4-3 1 15,0-12-19-15,1-11-78 16,3-9-51-16,0-3 59 0,5 0 70 16,8 3 24-16,5 7 35 15,4 9-25-15,3 13-9 16,4 3-16-16,2 12-9 16,-3 15 9-16,-1 8 15 15,-4 1-9-15,-5-3-2 16,1-2-13-16,33-4-58 15,-5-8-409-15,6-9-719 0</inkml:trace>
  <inkml:trace contextRef="#ctx0" brushRef="#br0" timeOffset="22140.01">29204 1023 1545 0,'0'0'249'16,"0"0"-183"-16,0 0 25 16,-116 74 23-16,89-26-21 15,12 1 65-15,12 2 7 16,3-9-28-16,27-8-39 16,15-11-22-16,10-13-39 15,2-10-22-15,-4 0-15 16,-7-21 0-16,-10-13-43 15,-9-8-41-15,-8-10 5 0,-7-10 20 16,-9-3 11 0,0 3 10-16,0 4 38 0,0 10 101 15,-7 12 34-15,3 10-33 16,0 9-38-16,4 10 3 16,0 7 23-16,0 2-66 15,0 28-9-15,8 12 51 16,3 10-3-16,1 3-26 15,-3 0-4-15,5-6-21 16,-2-12-12-16,5-6-32 16,4-14-104-16,0-8-205 15,-9-9-628-15</inkml:trace>
  <inkml:trace contextRef="#ctx0" brushRef="#br0" timeOffset="22276.3">29587 1030 793 0,'0'0'1059'0,"0"0"-867"15,0 0 86-15,0 0-77 16,7 133-107-16,-7-95-62 16,0-4-21-16,4-10-11 15,3-8-184-15,-1-7-840 0</inkml:trace>
  <inkml:trace contextRef="#ctx0" brushRef="#br0" timeOffset="22854.55">29966 1135 1415 0,'0'0'215'0,"0"0"-84"0,0 0 55 16,0 0-54-16,0 0-89 15,0 0-33-15,0 0 33 16,49-71-8-16,-69 63 35 15,-3 4 21-15,2 4-8 16,-2 7-35-16,1 19-12 16,7 8 25-16,5 2-9 15,10 0-15-15,0-4-19 16,7-10-13-16,19-8-4 16,13-9 13-16,7-5 0 15,10 0-14-15,-2-19-35 16,-10-7-63-16,-13-6-45 15,-15-4-76-15,-11 4 16 0,-5 1 203 16,0 12 100-16,0 6 101 16,0 9-4-16,0 4-103 15,0 7-94-15,0 19 9 16,2 6 9-16,6 2 0 16,0-2-9-16,-2-6 3 15,-1-9-2-15,-3-12-8 16,-2-5 10-16,0-5-12 15,0-20-34-15,0-9-147 16,0-4-32-16,4-3 137 16,10 5 76-16,5 7 203 15,4 7-33-15,4 9-78 0,4 13-14 16,0 0-26-16,-2 25-31 16,-4 6-6-16,-6 8-2 15,-3-1-7-15,-3-4 5 16,-1-4-5-16,3-9-6 15,1-6-154-15,-3-10-486 0</inkml:trace>
  <inkml:trace contextRef="#ctx0" brushRef="#br0" timeOffset="23087.63">30678 770 2300 0,'0'0'348'0,"0"0"-233"16,0 0-9-16,0 0 0 16,0 0 7-16,23 156-21 15,-9-84 5-15,-5 1-22 16,-3-5-32-16,2-10-29 16,-4-12-14-16,0-12-12 15,3-12-82-15,-1-18-95 16,4-4-119-16,-6 0-528 0</inkml:trace>
  <inkml:trace contextRef="#ctx0" brushRef="#br0" timeOffset="23394.19">30782 1078 2085 0,'0'0'336'0,"0"0"-192"16,0 0-53-16,129-34-57 15,-57 32-34-15,-1 2-16 16,-11 0-28-16,-22 0-70 16,-20-1-2-16,-18-3 73 15,0-3 42-15,-29 2 2 16,-4 3 11-16,-8 2 28 16,5 0 18-16,5 14-4 15,10 13-16-15,7 10-11 16,9 3 16-16,5-1 11 15,3-4 3-15,19-7 4 0,9-8-33 16,9-10-20-16,12-6 2 16,37-4-10-16,-12-18-165 15,-3-3-496-15</inkml:trace>
  <inkml:trace contextRef="#ctx0" brushRef="#br0" timeOffset="23613.17">31536 962 1326 0,'0'0'260'0,"0"0"-88"16,0 0 189-16,0 125-70 0,0-79-123 16,0-2-15-16,0-2-24 15,0-9-61-15,-5-8-8 16,-11-11-39-16,-3-7-21 15,-22-7-54-15,3-2-158 16,1-13-452-16</inkml:trace>
  <inkml:trace contextRef="#ctx0" brushRef="#br0" timeOffset="28612.31">2625 3192 2027 0,'0'0'328'0,"0"0"-187"16,0 0-84-16,3 104 15 16,4-2 98-16,3 37-65 15,2 12-51-15,3-8-3 16,-2-30-24-16,-1-34-14 0,-3-26-10 16,-3-7-2-16,1-4 0 15,-2 1-1-15,1-7 0 16,-4-16-94-16,-2-16-90 15,0-14-87-15,-2-18-257 16,-9-9-741-16</inkml:trace>
  <inkml:trace contextRef="#ctx0" brushRef="#br0" timeOffset="28889.95">2585 3453 1538 0,'0'0'560'0,"0"0"-463"15,52-104 129-15,8 60-128 0,15 5-66 16,8 15-16 0,-2 14-9-16,-13 10-7 0,-16 20 0 15,-19 20-1-15,-20 9 1 16,-13 2 11-16,-8 2 38 16,-28-5 21-16,-9-4-19 15,-6-4-10-15,0-4-8 16,4-8-16-16,7-7-10 15,11-12-6-15,6-7-1 16,10-2-22-16,7-2-85 16,6-19-128-16,6 2-257 15,17 3-371-15</inkml:trace>
  <inkml:trace contextRef="#ctx0" brushRef="#br0" timeOffset="29130.33">3459 3176 1759 0,'0'0'361'16,"0"0"-223"-16,0 0 15 16,0 0-70-16,-100 108 9 15,82-50-7-15,7 0-1 16,7-2-26-16,4-3-33 15,4-9-14-15,23-5-10 16,4-13-1-16,24-5-32 0,-5-10-181 16,-5-8-571-16</inkml:trace>
  <inkml:trace contextRef="#ctx0" brushRef="#br0" timeOffset="29558.59">3758 3684 897 0,'0'0'734'16,"0"0"-529"-16,0 0 161 0,0 0-141 15,0 0-117-15,0 0-11 16,2-129 19-16,7 83-37 16,-1-7-32-16,4-3-12 15,1-2-12-15,3 4-8 16,-1 6-6-16,4 10-9 16,-6 12 1-16,0 14-1 15,3 12-6-15,2 7-9 16,4 22 15-16,-2 13 1 15,2 7 11-15,-3 2 1 16,-4-1-12-16,1-3 0 16,-5-10 0-16,1-6-1 15,0-11 0-15,-3-6-1 0,-1-9-52 16,0-5-57-16,-8 0-100 16,0-17-362-16,0 2-442 0</inkml:trace>
  <inkml:trace contextRef="#ctx0" brushRef="#br0" timeOffset="29730.96">3773 3553 1820 0,'0'0'293'0,"0"0"-73"16,0 0-30-16,0 0-102 15,114-19-57-15,-60 2-22 0,0-1-9 16,-6 0 0-16,6-7-120 15,-14 8-439 1,-11-1-632-16</inkml:trace>
  <inkml:trace contextRef="#ctx0" brushRef="#br0" timeOffset="29987.3">4232 3006 1400 0,'0'0'527'0,"0"0"-464"16,0 0 178-16,0 0-124 0,128 40-9 15,-82 22 23 1,-8 18 6-16,-9 7 3 0,-11 2-53 16,-7-4-41-16,-7-13-32 15,0-12-13-15,-2-14 1 16,0-14-2-16,0-11-36 15,7-21-107-15,-3 0-219 16,6-7-427-16</inkml:trace>
  <inkml:trace contextRef="#ctx0" brushRef="#br0" timeOffset="30219.59">4685 3337 202 0,'0'0'2060'15,"0"0"-1850"-15,0 0-92 16,0 0-29-16,0 0-55 16,0 0-28-16,154 0-5 15,-101 0 0-15,-3 0-1 16,0 0-74-16,-13-4-426 15,-18-3-705-15</inkml:trace>
  <inkml:trace contextRef="#ctx0" brushRef="#br0" timeOffset="30375.47">4828 3537 1669 0,'0'0'342'15,"0"0"-164"-15,0 0 65 0,0 0-93 16,0 0-37-16,0 0-67 15,147-12-32-15,-89-2-14 16,25-6-5-16,-16 2-153 16,-15 0-507-16</inkml:trace>
  <inkml:trace contextRef="#ctx0" brushRef="#br0" timeOffset="30713.82">5474 3244 512 0,'0'0'1635'16,"0"0"-1465"-16,0 0-89 15,0 0 16-15,0 0 1 16,-111 156-9-16,107-97 4 16,4-1-11-16,2-8-33 15,27-8-28-15,9-12-12 16,8-16 3-16,8-14 0 15,-1 0-2-15,-6-26-4 16,-6-9 3-16,-15-4-1 16,-13-1 2-16,-11-2 7 15,-2 1 15-15,-10 3 6 16,-19 5-13-16,-3 5-14 16,-3 3-11-16,-4 11-9 0,6 6-29 15,2 8-53-15,8 0-46 16,10 14-185-16,9-2-403 0</inkml:trace>
  <inkml:trace contextRef="#ctx0" brushRef="#br0" timeOffset="30977.61">5871 3497 1423 0,'0'0'655'0,"0"0"-466"0,0 0 169 16,0 0-98-16,0 0-129 15,0 0-50-15,0 0 10 16,31-2-28-16,-31 2-34 16,0 0-29-16,0 0-7 15,0 0-43-15,0 0-74 16,0 0-41-16,5-7-68 15,6 2-431-15,2-5-743 0</inkml:trace>
  <inkml:trace contextRef="#ctx0" brushRef="#br0" timeOffset="31315.43">6417 3132 1609 0,'0'0'210'0,"0"0"-133"16,0 0 96-16,0 0-70 16,-136 122 20-16,105-55 79 15,9 4-55-15,11 2-14 16,11-7-51-16,0-12-47 15,29-12-18-15,11-16-8 0,7-17 1 16,1-9-1 0,0-12-8-16,-9-14 7 0,-14-6 1 15,-12 7 0-15,-11-1 7 16,-2 8-13-16,-11 6-3 16,-53 12-112-16,4 0-392 15,-7 9-1146-15</inkml:trace>
  <inkml:trace contextRef="#ctx0" brushRef="#br0" timeOffset="33694.64">9272 3090 1536 0,'0'0'370'15,"0"0"-301"-15,16 118 237 16,-3-12-96-16,1 3-49 15,-3-9-49-15,-1-11-29 16,-4-24-29-16,3 5-32 16,-1 0-13-16,4-13-9 15,-5-15 2-15,-1-14-2 16,-2-12-21-16,-1-16-52 16,-3 0-55-16,-5-42-98 15,-14-6-358-15,-4-2-483 0</inkml:trace>
  <inkml:trace contextRef="#ctx0" brushRef="#br0" timeOffset="33927.51">9244 3328 704 0,'0'0'795'15,"0"0"-597"-15,84-102 110 16,-21 64-74-16,6 9-111 16,0 14-6-16,-6 15-45 15,-12 12-46-15,-15 30-15 16,-19 12-1-16,-17 7 24 15,0-3 57-15,-22-4-24 16,-13-8-28-16,-4-10-16 16,2-9-13-16,1-6-4 15,3-9-6-15,4-6-37 16,6-6-119-16,10-10-140 0,6-12-223 16,7-6-373-16</inkml:trace>
  <inkml:trace contextRef="#ctx0" brushRef="#br0" timeOffset="34181.61">10100 3062 20 0,'0'0'1867'0,"0"0"-1617"15,0 0-111-15,0 0 20 16,-54 140-35-16,38-74-3 15,5 3 3-15,7-6-51 16,4-7-36-16,0-7-23 16,4-13-13-16,9-8 0 15,4-10 0-15,-5-6-1 0,2-4-15 16,1-3-55-16,14-5-109 16,-4 0-289-16,2-7-362 0</inkml:trace>
  <inkml:trace contextRef="#ctx0" brushRef="#br0" timeOffset="35156.37">10490 3069 1512 0,'0'0'404'0,"0"0"-94"16,0 0-164-16,0 0-86 16,55 123 51-16,-39-51 23 15,-5 6-19-15,1-6-37 16,-4-10-43-16,1-13-21 16,1-17-13-16,-4-12 0 15,-1-14 0-15,-3-6 8 16,-2-8 12-16,0-24-21 15,0-11-24-15,0-6 2 16,-5-10 7-16,-3 4-3 16,8 0 11-16,0 10-2 0,4 10 1 15,23 13-7-15,4 13 6 16,0 9 8-16,-2 5-16 16,-11 21 16-16,-10 6-8 15,-8 7 9-15,-2-6 0 16,-22 2 2-16,0-9-1 15,1-9 0-15,8-5-1 16,10-5-41-16,5-7-47 16,0 0 21-16,22 0 23 15,14 0 24-15,4 0 12 16,2 10 1-16,0 7-2 16,-5 4 9-16,-11 4 1 15,-10 1 6-15,-16 1 14 16,0-1 91-16,-21 0-3 15,-12-3-39-15,-5-9-33 0,-1-3-19 16,0-7-9-16,4-4-9 16,3 0-35-16,15-16-95 15,17-30-99-15,0 2-280 16,7-2-757-16</inkml:trace>
  <inkml:trace contextRef="#ctx0" brushRef="#br0" timeOffset="35444.12">11074 2963 1403 0,'0'0'382'0,"0"0"-196"15,0 0 155-15,136 79-115 16,-96-20-67-16,-14 11-31 15,-10 3-32-15,-16-1-17 16,0-1-9-16,-6-11-32 16,-12-10-23-16,-2-8-14 15,4-12-1-15,1-10 0 16,5-8-57-16,4-9-67 16,6-3-52-16,0-9-119 0,9-11-389 15,9 0-318-15</inkml:trace>
  <inkml:trace contextRef="#ctx0" brushRef="#br0" timeOffset="35691.19">11569 3237 185 0,'0'0'1589'0,"0"0"-1299"15,0 0-110-15,0 0-59 0,0 0-64 16,127 1-36-16,-80-1-21 16,-7 0-21-16,-11 0-294 15,-15 2-728-15</inkml:trace>
  <inkml:trace contextRef="#ctx0" brushRef="#br0" timeOffset="35841.07">11625 3447 753 0,'0'0'707'0,"0"0"-482"16,0 0 89-16,0 0-147 16,0 0-22-16,0 0-43 15,0 0-65-15,137 41-28 16,-67-41-9-16,-12 0-265 0,-7-5-847 15</inkml:trace>
  <inkml:trace contextRef="#ctx0" brushRef="#br0" timeOffset="36162.69">12237 3174 1913 0,'0'0'230'0,"0"0"-119"16,0 0-27-16,0 0-7 16,0 0-8-16,-58 147 17 15,58-99-9-15,5-7-1 16,22-6-32-16,6-15-15 16,10-10-5-16,1-10 6 0,-1-2-12 15,-8-20-9-15,-10-6 4 16,-12-6-1-16,-11-5 3 15,-2 3 18-15,-6 0 11 16,-17 6 7-16,1 6-17 16,2 6-16-16,2 6-18 15,7 3-8-15,7 8-68 16,2 1-125-16,2 0-598 0</inkml:trace>
  <inkml:trace contextRef="#ctx0" brushRef="#br0" timeOffset="36368.49">12580 3414 1927 0,'0'0'393'0,"0"0"-31"16,0 0-177-16,0 0-115 16,0 0-53-16,0 0-8 15,0 0-9-15,-4-25-10 16,4 25-4-16,0 0 4 15,0 0-33-15,8-8-120 16,4-1-227-16,1-3-940 0</inkml:trace>
  <inkml:trace contextRef="#ctx0" brushRef="#br0" timeOffset="36705.33">12893 3069 1729 0,'0'0'546'0,"0"0"-409"15,0 0 152-15,0 0-171 16,0 0-82-16,0 0 11 16,0 0 10-16,11 113-15 15,-20-71-10-15,-7-2-20 16,5-6-5-16,3-8-6 15,6-5-1-15,2-10-1 16,0 0 0-16,4-6 1 16,15 0 6-16,8-3 3 0,9-2-8 15,5 0 8-15,3 0-8 16,-1-5-1-16,-4-5-10 16,-3 1-49-16,-7 1-48 15,-4-8-104-15,-10 1-311 16,-6 0-177-16</inkml:trace>
  <inkml:trace contextRef="#ctx0" brushRef="#br0" timeOffset="36886.37">13221 3090 2043 0,'0'0'353'0,"0"0"-275"0,0 0-35 15,0 0 100-15,-5 140-19 16,0-72-34-16,-3 5-26 15,-3-3-39-15,-3-6-20 16,-1-9-5-16,-3 0-66 16,5-17-214-16,-1-14-998 0</inkml:trace>
  <inkml:trace contextRef="#ctx0" brushRef="#br0" timeOffset="39078.43">17412 3042 1532 0,'0'0'250'0,"0"0"30"15,0 0 302-15,0 0-452 16,0 0-105-16,0 0 60 15,0 129 62-15,0-44-38 16,0 4-13-16,0-4-24 16,0-2-34-16,2-7-20 15,4-8-12-15,1-9-4 16,-3-13-2-16,1-12-25 16,0-13-75-16,-3-13-68 15,2-19-64-15,-1-21-143 16,-3-12-774-16</inkml:trace>
  <inkml:trace contextRef="#ctx0" brushRef="#br0" timeOffset="39303.49">17452 3050 1252 0,'0'0'241'0,"0"0"-36"15,166-32 26-15,-92 32-20 16,-9 24-99-16,-21 18-51 15,-19 8-30-15,-23 4 5 16,-2-4 77-16,-36-4 35 16,-10-6-36-16,-5-5-60 15,-5-7-35-15,9-8-17 16,7-10-20-16,15-10-104 16,14-8-118-16,11-12-376 0</inkml:trace>
  <inkml:trace contextRef="#ctx0" brushRef="#br0" timeOffset="39536.37">18176 3035 1605 0,'0'0'282'15,"0"0"-198"-15,-101 124 256 16,78-71-139-16,15-5-68 15,8-3-54-15,10-12-14 16,21-7-9-16,4-8-26 0,5-5-17 16,3-5-13-16,-3-1-50 15,16 0-103-15,-12-3-198 16,-3-4-405-16</inkml:trace>
  <inkml:trace contextRef="#ctx0" brushRef="#br0" timeOffset="39820.78">18740 3069 1570 0,'0'0'302'16,"0"0"-90"-16,0 0 44 15,0 0-169-15,-115-31-53 16,80 45-14-16,2 18 2 0,6 9-6 15,5 12-1-15,11 1 25 16,11 2 35-16,0-6-1 16,9-6-39-16,20-8-19 15,7-12-8-15,8-10-8 16,3-7-8-16,-1-7-85 16,-3 0-114-16,8-26-65 15,-10-2-239-15,-10 0-791 0</inkml:trace>
  <inkml:trace contextRef="#ctx0" brushRef="#br0" timeOffset="40345.19">19028 2796 666 0,'0'0'95'15,"0"0"-11"-15,0 0 86 16,0 0-53-16,0 0-5 16,0 0 30-16,0 0-13 15,40 29 40-15,-38-27 27 16,0 1 1-16,7 0-59 15,4 6-11-15,6 6-23 16,2 9-51-16,6 14-1 16,-2 13 14-16,-5 9-8 0,-5 8-8 15,-8 2-14 1,-7-4 1-16,0-6-16 0,0-7-7 16,-5-11-14-16,-1-10 0 15,0-6-1-15,3-10-33 16,3-8-169-16,0-6-360 15,0-2-612-15</inkml:trace>
  <inkml:trace contextRef="#ctx0" brushRef="#br0" timeOffset="40580.43">19680 3146 1741 0,'0'0'385'0,"0"0"-270"16,0 0-41-16,0 0-46 16,121 0-20-16,-74 0-8 15,-9 0-84-15,-16 4-306 16,-15 0-774-16</inkml:trace>
  <inkml:trace contextRef="#ctx0" brushRef="#br0" timeOffset="40737.28">19657 3384 1355 0,'0'0'285'16,"0"0"-125"-16,0 0 198 16,0 0-47-16,0 0-95 15,0 0-103-15,153 11-77 16,-96-11-24-16,2-4-12 15,15-8-40-15,-16 2-283 16,-10-4-735-16</inkml:trace>
  <inkml:trace contextRef="#ctx0" brushRef="#br0" timeOffset="41037.44">20372 3080 1702 0,'0'0'331'0,"0"0"-212"0,0 0 116 16,-85 112-77-16,78-67-35 15,7-2-47-15,2-2-22 16,27-7-9-16,11-10-14 16,14-11-15-16,4-9-4 15,0-4-1-15,-2-7-4 16,-12-15-5-16,-11-7 14 15,-14-4 25-15,-15-6-4 16,-4-1-13-16,-6 2-15 16,-19 9 3-16,-2 4-11 15,0 9-1-15,0 8-26 0,8 6-115 16,7 2-447-16</inkml:trace>
  <inkml:trace contextRef="#ctx0" brushRef="#br0" timeOffset="41195.37">20911 3391 2271 0,'0'0'494'16,"0"0"-301"-16,0 0-115 16,0 0-78-16,0 0-62 15,0 0-236-15,0 0-1049 0</inkml:trace>
  <inkml:trace contextRef="#ctx0" brushRef="#br0" timeOffset="41667.76">21185 3273 1508 0,'0'0'248'0,"0"0"55"16,5-121-55-16,-1 69-64 15,0 2-82-15,-1 7 13 16,-3 10-12-16,2 8-33 16,-2 11-16-16,0 9 7 15,3 5-46-15,-1 9-15 16,5 24-1-16,-1 11 1 0,0 9 1 16,4 3 0-1,-3 1 1-15,-3-5-1 0,0-8-1 16,-2-9 1-16,-2-7-1 15,2-10-13-15,-2-5-37 16,0-1-32-16,0 0-22 16,0-1 4-16,-8-1-27 15,-10 3-18-15,-2-4 44 16,-2 1 17-16,1-4 48 16,4 2 30-16,5-4 5 15,6 0 1-15,1 0 24 16,5 2-6-16,0-2-11 15,0 2 15-15,7 0 39 16,15-1 28-16,10 2-24 16,3-2-32-16,5 1-21 0,1-6-5 15,-1 0-7-15,3 0-41 16,-10-3-190-16,-9-5-598 0</inkml:trace>
  <inkml:trace contextRef="#ctx0" brushRef="#br0" timeOffset="45353.14">2342 5328 1555 0,'0'0'390'0,"0"0"-201"16,0 0 6-16,0 0-82 15,0 0-54-15,0 0-37 16,0-24-13-16,0 4-1 16,-2-5 36-16,-11-3 28 15,-5 3-7-15,-3 3-24 16,2 8-10-16,-4 6-13 15,-6 8-17-15,-4 4-1 16,-9 26-1-16,-3 16-1 16,-1 14 1-16,3 13-5 0,12 12 0 15,10-3 4 1,17-2 1-16,4-11 0 0,12-11 1 16,21-11 1-16,5-10 1 15,7-9-1-15,5-8-1 16,4-8-45-16,37-8-164 15,-15-4-298-15,-4 0-687 0</inkml:trace>
  <inkml:trace contextRef="#ctx0" brushRef="#br0" timeOffset="45750.34">2735 5386 1602 0,'0'0'191'0,"0"0"-89"16,0 0 33-16,0 0-35 16,0 0-78-16,0 0 16 15,-100 148 19-15,100-78 6 16,0-1-11-16,24-9-15 16,10-14-12-16,8-16-10 15,3-16 1-15,-1-14-15 16,-2 0 20-16,-8-27-21 15,-12-11-14-15,-8-5-1 16,-12-9 5-16,-2-5 10 16,0 3 1-16,-12 8 48 15,3 14 62-15,3 16 47 16,6 11-25-16,0 5-96 0,0 9-37 16,0 21-1-1,13 6 1-15,3 5 6 0,-1-2-5 16,1-1 0-16,-1-7 1 15,-1-9-2-15,1-6 0 16,10-14-101-16,-3-2-388 16,-4 0-736-16</inkml:trace>
  <inkml:trace contextRef="#ctx0" brushRef="#br0" timeOffset="45985.73">3194 5066 1798 0,'0'0'364'0,"0"0"-280"16,0 0 97-16,74 155 2 15,-57-76-22-15,-3 4-51 16,-5 1-23-16,-5-6-32 16,0-15-37-16,1-12-11 15,0-13-7-15,-1-13-7 16,0-9-80-16,1-4-72 15,3 1-122-15,2-6-284 16,1-4-426-16</inkml:trace>
  <inkml:trace contextRef="#ctx0" brushRef="#br0" timeOffset="46585.32">3740 5453 1024 0,'0'0'675'0,"0"0"-595"16,0 0 43-16,0 0-14 15,0 0-60-15,0 0-13 16,-121 101 56-16,115-47-9 16,6-1 13-16,0-10-30 15,11-6-23-15,16-13-18 16,6-10-12-16,8-11 7 15,3-3-4-15,3 0-16 16,-7-12-92-16,-7-8-120 0,-10 1-85 16,-8-3 78-16,-8-5-14 15,-7-1 12-15,0 1 161 16,0-4 60-16,0 8 114 16,0 4 84-16,0 10 124 15,0 9-41-15,0 0-210 16,0 17-70-16,11 13 47 15,7 7-5-15,2-2-19 16,9-2-6-16,2-9 3 16,2-7 1-16,1-12-11 15,-1-5-10-15,-4 0 3 16,-4-22-4-16,-7-12-73 16,-5-12-67-16,-3-12 25 15,-8-12 53-15,-2-7 5 16,0 1 57-16,0 12 43 0,0 17 155 15,0 19 0-15,0 18 6 16,0 10-73-16,6 13-116 16,5 20 15-16,3 10 31 15,-3 6-12-15,-1 2-7 16,0-1-27-16,-3-8-14 16,-1-4 5-16,0-6-6 15,2-8-25-15,16 5-129 16,-2-10-392-16,9-4-381 0</inkml:trace>
  <inkml:trace contextRef="#ctx0" brushRef="#br0" timeOffset="46877.43">4641 5414 1763 0,'0'0'398'15,"0"0"-276"-15,0 0 156 16,0 0-142-16,0 0-121 15,0 0-15-15,0 0 0 16,-83 108 1-16,83-49 0 16,0-8 6-16,14-10-5 15,17-15 4-15,11-14 7 16,7-12 10-16,4 0-7 16,-3-20-3-16,-8-7-12 15,-13-3 5-15,-7-1 0 16,-8-6 2-16,-5 1-7 0,-3 2 0 15,1 0-1-15,-1 4-60 16,2-4-159-16,-2 10-283 16,-2 6-688-16</inkml:trace>
  <inkml:trace contextRef="#ctx0" brushRef="#br0" timeOffset="47485.61">6529 5500 1886 0,'0'0'260'15,"0"0"-163"-15,0 161 134 16,0-79-18-16,0 3-40 16,0-1-61-16,0-11-49 15,8-5-33-15,6-11-18 16,-3-13-6-16,1-14-6 0,-4-11-8 15,-3-14-42-15,-1-5-34 16,-2-10 0-16,-2-31-98 16,0-12-185-16,0-13-113 15,-15-5 325-15,-10 4 107 16,-6 2 48-16,2 7 99 16,4 3 208-16,15-1-68 15,10-6-142-15,24-1-5 16,27 1-1-16,19 7-55 15,3 17-17-15,-2 20 23 16,-7 18 14-16,-12 7-26 16,-14 30-18-16,-18 9 15 15,-16 9 33-15,-4-2 16 0,-17-1-9 16,-17-6-4-16,-6-10-23 16,-2-7-17-16,-1-9-14 15,3-6-9-15,7-4-26 16,2-6-62-16,10-4-55 15,21-7-138-15,0-16-302 16,7-5-529-16</inkml:trace>
  <inkml:trace contextRef="#ctx0" brushRef="#br0" timeOffset="47734.98">7284 5208 2107 0,'0'0'260'0,"0"0"-197"15,0 0-13-15,0 0 65 16,-49 167 25-16,40-84-18 16,3 4 8-16,6-8-57 15,0-14-43-15,19-16-19 16,13-20-11-16,10-15 0 15,21-14-47-15,-7 0-137 16,-10-18-591-16</inkml:trace>
  <inkml:trace contextRef="#ctx0" brushRef="#br0" timeOffset="48147.24">7775 5525 1627 0,'0'0'304'0,"0"0"-47"16,-21 136 38-16,19-73-124 15,2-5-97-15,0-5-45 16,0-14-11-16,0-13-5 16,0-13-4-16,0-13-2 15,8 0 17-15,0-13 6 16,3-22-19-16,3-11-10 15,1-10-1-15,-1-15 0 0,-1-6 1 16,3-4 8-16,1 3-8 16,1 12 11-16,0 18-6 15,0 20 27-15,0 18-5 16,-1 10-14-16,4 13-14 16,4 28 6-16,-6 13 13 15,1 10-4-15,-5 2 2 16,-1-2-16-16,-3-9 5 15,1-12-4-15,-3-9-2 16,-1-14 0-16,-4-5-40 16,4-9-81-16,-2-6-123 15,1 0-369-15,-3 0-334 0</inkml:trace>
  <inkml:trace contextRef="#ctx0" brushRef="#br0" timeOffset="48336.84">7773 5733 1735 0,'0'0'497'16,"0"0"-352"-16,0 0-33 16,167-46-75-16,-96 20-25 15,2-1-12-15,4-4-31 16,-22 6-253-16,-17 4-819 0</inkml:trace>
  <inkml:trace contextRef="#ctx0" brushRef="#br0" timeOffset="48883.49">8437 5224 1512 0,'0'0'211'0,"0"0"74"16,0 0-91-16,0 0-108 15,0 0-28-15,-16 151 53 16,43-84 12-16,6-3-33 15,8-6-37-15,1-12 1 16,-2-11 3-16,-2-17-21 0,-4-10-18 16,-5-8 1-16,-3-7-6 15,-2-16 2-15,-3-10-7 16,-5-4-2-16,-6-9-5 16,-7 0 7-16,-3-1-1 15,0 7 11-15,0 6 6 16,-9 12-10-16,-1 6-14 15,4 8 0-15,2 1-11 16,1 2-58-16,3-6-101 16,3 1-394-16,11-2-948 0</inkml:trace>
  <inkml:trace contextRef="#ctx0" brushRef="#br0" timeOffset="49423.44">8992 5206 222 0,'0'0'1780'15,"0"0"-1586"-15,0 0-73 16,16 110 63-16,-5-52-32 16,5 2-58-16,-1-2-11 15,-1-5-33-15,-4-12-24 16,-3-10-14-16,-3-14-4 16,-2-6-8-16,-2-11 2 15,0 0 14-15,0-4 11 16,0-20-1-16,0-12-17 15,0-13-2-15,-6-7 2 0,2-8 11 16,4-2-9 0,0 6-10-16,16 9-1 0,10 14 0 15,5 14-10-15,0 15 2 16,-4 8 1-16,-5 6-7 16,-6 19 4-16,-9 6 2 15,-7 6 7-15,0-3 0 16,-16-2 1-16,-4-6 0 15,2-9-1-15,7-6 0 16,9-9 0-16,2-2-26 16,7-6-18-16,22-13-13 15,2 2-1-15,4 7 40 16,-1 8 7-16,-3 2 11 16,-6 12 1-16,-3 16 1 15,-11 4 15-15,-9 4 5 0,-2 1 17 16,-9 0 11-16,-20-3 3 15,-8-1-11-15,-4-6-17 16,-1-3-3-16,4-5-14 16,7-6 0-16,4-4-7 15,9-6-8-15,5-3-79 16,13 0-115-16,0-1-182 16,0-12-447-16</inkml:trace>
  <inkml:trace contextRef="#ctx0" brushRef="#br0" timeOffset="49783.76">9681 5252 1790 0,'0'0'378'0,"0"0"-308"15,0 0 141-15,-16 143-20 16,16-78-64-16,0 3-24 16,0-8-26-16,24-14-21 15,12-17-26-15,16-19 13 16,6-10 18-16,0-9-31 16,-7-19-16-16,-15-5-4 0,-17-6-2 15,-9-5 1 1,-10-2-2-16,0-2 1 0,-10 0-7 15,-3 7 0-15,2 8-1 16,2 8 0-16,2 12 0 16,5 3-12-16,2 6-54 15,0-8-79-15,16 3-159 16,6-5-721-16</inkml:trace>
  <inkml:trace contextRef="#ctx0" brushRef="#br0" timeOffset="50286.97">10225 5191 1879 0,'0'0'271'0,"0"0"-46"0,0 0-98 16,0 0-43-16,0 0-25 16,42 119-4-16,-38-87-1 15,-4-6 0-15,0-6-14 16,0-6 17-16,0-7-9 15,0-4-14-15,0-3 2 16,0 0 0-16,0 0 4 16,0 0-1-16,0-8 5 15,0-13-29-15,-6-2-2 16,-3-3-11-16,3-4-1 16,0 5 0-16,2 5 0 15,2 6 5-15,2 11-4 16,0 3-2-16,0 7-21 0,0 23 1 15,0 13 19 1,4 10 1-16,4 6-1 0,-6-3-1 16,0-4-2-16,0-10 4 15,0-11 1-15,-2-12-1 16,0-8 1-16,0-10-1 16,0-1 12-16,0-4 7 15,0-18-8-15,0-6-4 16,0-5-1-16,0-1-4 15,-4-1-1-15,2 9-1 16,0 4 0-16,-1 6-2 16,3 6-32-16,-3 3-67 15,3 0-60-15,0-9-99 0,12 2-338 16,5-2-610-16</inkml:trace>
  <inkml:trace contextRef="#ctx0" brushRef="#br0" timeOffset="50661">10516 5211 1358 0,'0'0'278'0,"0"0"-129"16,0 0 129-16,0 0-73 15,0 0-111-15,0 0 22 16,0 0 27-16,-79-44-33 15,60 44-10-15,2 0-33 0,-5 0-34 16,-3 18-18-16,-4 8-4 16,-5 10-5-16,5 8 0 15,3 5 0-15,8 3 1 16,7 0 5-16,11-2 9 16,0-3 5-16,4-4-15 15,16-7 0-15,7-7-10 16,2-12 0-16,2-8 11 15,3-9-4-15,1 0-2 16,-4-2-5-16,-2-10-1 16,-10 1-6-16,-6 3-35 15,-5-2-37-15,4-4-96 16,-1 2-368-16,3 1-446 0</inkml:trace>
  <inkml:trace contextRef="#ctx0" brushRef="#br0" timeOffset="51059.48">10825 5007 1292 0,'0'0'370'16,"0"0"-217"-16,0 0 155 16,0 0-120-16,0 0-116 15,0 0-35-15,0 0 52 16,131 85 13-16,-100-24 15 15,-6 10-12-15,-10 3-20 16,-9 0-27-16,-6-2-31 16,0-5-16-16,-6-9-5 15,-9-10-1-15,-6-8-5 16,1-6-13-16,1-8-71 16,-4-5-149-16,8-9-420 0,1-4-580 0</inkml:trace>
  <inkml:trace contextRef="#ctx0" brushRef="#br0" timeOffset="51353.18">11350 5354 1731 0,'0'0'532'0,"0"0"-386"16,0 0 28-16,0 0-50 16,0 0-75-16,138 0-35 15,-86-5-3-15,-1-4-11 16,-4-3-5-16,-2-4-104 15,-14 2-270-15,-11 4-759 0</inkml:trace>
  <inkml:trace contextRef="#ctx0" brushRef="#br0" timeOffset="51509.57">11404 5566 1468 0,'0'0'310'16,"0"0"-27"-16,0 0 19 0,0 0-137 15,138 0-114-15,-91-4-36 16,-3 2-14-16,-1 2-1 16,-9 0-69-16,-15 0-600 0</inkml:trace>
  <inkml:trace contextRef="#ctx0" brushRef="#br0" timeOffset="76081.86">12086 5155 1928 0,'0'0'276'16,"0"0"-76"-16,0 0-75 15,0 0-87-15,0 0-23 16,54 120 37-16,-28-15 24 15,-1 3-16-15,-5-8-8 16,-7-13-17-16,-2-27-20 16,0 1-9-16,3 6 0 15,-5-14-6-15,-3-11 1 16,-1-8 0-16,-2-12-1 16,-3-11-22-16,0-8-85 0,0-3-54 15,0-24-115-15,-10-13-256 16,-5-1-399-16</inkml:trace>
  <inkml:trace contextRef="#ctx0" brushRef="#br0" timeOffset="76383.31">12153 5312 563 0,'0'0'530'15,"0"0"-458"-15,101-135 253 16,-53 94-35-16,-5 14-17 15,-3 22-72-15,-9 5-92 16,-4 32 18-16,-7 16-13 0,-9 8-41 16,-7 6 3-16,-4-1-3 15,-2-3-14-15,-23-5-7 16,-4-5-3-16,-6-6 5 16,-1-10-29-16,3-8-17 15,6-10-2-15,5-12 0 16,4-2 7-16,4-7-13 15,6-18-37-15,3-5-41 16,5 1-58-16,5-8-80 16,17 8-285-16,2 6-188 0</inkml:trace>
  <inkml:trace contextRef="#ctx0" brushRef="#br0" timeOffset="76689.59">12881 4988 555 0,'0'0'1154'0,"0"0"-1016"15,0 0 35-15,0 0 38 16,-77 159-61-16,57-93-18 16,7 0-47-16,8-5-39 0,5-13-25 15,0-12-11-15,20-10-10 16,9-9-1-16,6-8-41 16,23-1-148-16,-6-4-366 15,-8 0-640-15</inkml:trace>
  <inkml:trace contextRef="#ctx0" brushRef="#br0" timeOffset="77072.16">13209 5624 1677 0,'0'0'265'0,"0"0"-190"15,0 0 148-15,-2-150-130 0,2 102-47 16,0 2 3-16,0 3 46 15,0 6-4-15,0 3-24 16,2 3-18-16,10 4-5 16,-1 3-13-16,4 6-22 15,-1 2-8-15,-1 11 5 16,1 5-5-16,1 0-1 16,1 17 1-16,1 6 5 15,1 5 0-15,1 4-5 16,-4 1 0-16,1-4 9 15,-3 1-9-15,-2-1-1 16,-2-5 0-16,-2-2 0 16,-1-4 2-16,-2-4-2 0,3-5-1 15,-4-2-28 1,1-5-68-16,1-2-46 0,-1 0-93 16,-2 0-92-16,0 0-54 15,0-9-211-15,-2-2-33 0</inkml:trace>
  <inkml:trace contextRef="#ctx0" brushRef="#br0" timeOffset="77268.64">13180 5428 1373 0,'0'0'239'0,"0"0"-9"0,0 0 65 15,0 0-161-15,0 0-95 16,123-33-29-16,-76 18-10 16,11-5-29-16,-14 6-274 15,-4 0-467-15</inkml:trace>
  <inkml:trace contextRef="#ctx0" brushRef="#br0" timeOffset="77659.46">13784 4991 793 0,'0'0'906'16,"0"0"-761"-16,0 0 213 15,0 0-169-15,0 0-131 16,0 0-16-16,0 0 24 16,121 130-10-16,-103-69 15 15,-9 0-22-15,-9 3-8 16,0-5-10-16,0-4-18 0,-2-9-7 15,-7-5-4-15,-1-7-1 16,4-5-1-16,-1-8 0 16,5-3-64-16,2-6-87 15,0-12-150-15,7 0-314 16,11 0-587-16</inkml:trace>
  <inkml:trace contextRef="#ctx0" brushRef="#br0" timeOffset="77974.14">14451 5073 1714 0,'0'0'217'16,"0"0"-30"-16,0 0-79 16,0 0 67-16,2 140-25 15,9-74-13-15,-4 4-35 16,0-3-28-16,-1-9-43 16,-3-7-22-16,1-7-8 15,1-10 0-15,-3-10-1 16,0-9-37-16,-2-15-128 15,0 0-202-15,0-10-325 0</inkml:trace>
  <inkml:trace contextRef="#ctx0" brushRef="#br0" timeOffset="78147.33">14193 5482 1545 0,'0'0'524'16,"0"0"-309"-16,0 0 76 15,0 0-181-15,0 0-77 16,125-44-24-16,-67 24-8 16,4-3-1-16,27-9-39 15,-18 3-233-15,-10 0-617 0</inkml:trace>
  <inkml:trace contextRef="#ctx0" brushRef="#br0" timeOffset="78418.34">15031 5257 2114 0,'0'0'305'0,"0"0"-235"15,0 0-24-15,0 0 19 16,0 0 10-16,11 152-10 16,-2-85 17-16,0 5-1 15,-1 2-26-15,0-1-25 16,-2-10-10-16,-2-10-4 15,3-13-8-15,-3-12-8 0,-2-10 1 16,4-10-1 0,-2-6-18-16,0-2-37 0,1-7-26 15,-3-18-116-15,-2-22-262 16,0 3-122-16,0 7-364 0</inkml:trace>
  <inkml:trace contextRef="#ctx0" brushRef="#br0" timeOffset="78701.72">15031 5305 1016 0,'0'0'522'0,"0"0"-455"15,62-123 123-15,-17 80 0 16,3 15 31-16,4 16-82 16,0 12-18-16,-8 12-27 0,-13 27-43 15,-13 7-23-15,-16 5 46 16,-2 0-2-16,-4-5-12 15,-16-7-13-15,-5-6-18 16,-4-8-11-16,-2-8 7 16,-5-3 5-16,1-7-9 15,4-7-19-15,1 0-1 16,10 0-1-16,5 0-27 16,9-3-46-16,6-6-27 15,8-17-61-15,19 1-213 16,2 1-406-16</inkml:trace>
  <inkml:trace contextRef="#ctx0" brushRef="#br0" timeOffset="78957.47">15834 5005 1620 0,'0'0'291'16,"0"0"-240"-16,0 0 195 16,0 0-15-16,-81 157-20 15,63-94-70-15,7 1-18 16,5-7-39-16,6-8-42 16,0-12-26-16,8-9-15 15,19-9-1-15,33-12-47 16,-6-7-154-16,-1 0-587 0</inkml:trace>
  <inkml:trace contextRef="#ctx0" brushRef="#br0" timeOffset="79640.92">16243 5043 1692 0,'0'0'218'0,"0"0"-60"15,0 0 93-15,7 130-103 16,9-78-59-16,-3 5-13 15,-1-3 0-15,-6-7-28 16,-4-2-15-16,-2-13-15 16,0-10-9-16,0-10-8 15,0-7 5-15,0-5 9 16,0 0 52-16,0-17 53 16,0-17-70-16,0-14-30 15,-6-8-14-15,1-4-6 0,5 4 1 16,0 5-1-16,0 10 0 15,11 2-9-15,10 9-3 16,-2 9 0-16,-1 6-1 16,-3 13-5-16,-5 2-3 15,-4 17-3-15,-6 16 11 16,0 5 7-16,-16 2 5 16,-7-3 1-16,0-7 0 15,7-12-1-15,12-8 0 16,4-8-8-16,2-2-22 15,22 0-8-15,10-11-3 16,1 3-6-16,1 6 19 16,-2 2 12-16,-5 9 8 0,-7 16 2 15,-4 6 1 1,-9 5 4-16,-9 0 1 0,0-2 1 16,-11 0 29-16,-18-5 24 15,-7-6 13-15,-7-2-17 16,4-7-16-16,1-5-16 15,7-5-17-15,10-4 0 16,8 0-27-16,8-13-58 16,7-26-109-16,21 3-420 15,4-2-421-15</inkml:trace>
  <inkml:trace contextRef="#ctx0" brushRef="#br0" timeOffset="79933.62">16750 4752 548 0,'0'0'1126'0,"0"0"-890"15,0 0-156-15,0 0 99 16,68 144 33-16,-39-65-64 0,-4 9-8 16,-5-1-44-1,-6 1-52-15,-4-10-27 0,-5-11-16 16,-5-8-1-16,0-2-60 16,-15-15-208-16,-6-12-602 0</inkml:trace>
  <inkml:trace contextRef="#ctx0" brushRef="#br0" timeOffset="80384.75">17909 4892 1785 0,'0'0'388'0,"0"0"-255"0,0 119 97 16,2-55-23 0,4 6-81-16,-1-4-64 0,2-6-41 15,-1-9-10-15,1-7-10 16,-5-8 0-16,-2-8-1 15,0-8-13-15,0-6-31 16,-13-8-36-16,-22-6-77 16,0-17-151-16,4-6-397 0</inkml:trace>
  <inkml:trace contextRef="#ctx0" brushRef="#br0" timeOffset="80572.24">17560 5307 1894 0,'0'0'473'0,"0"0"-196"16,0 0-130-16,0 0-85 15,124-28-46-15,-53 15-10 16,4-1-6-16,1 0-24 16,0 0-106-16,23-9-117 15,-22 6-302-15,-10-1-689 0</inkml:trace>
  <inkml:trace contextRef="#ctx0" brushRef="#br0" timeOffset="81058.5">18506 5079 1318 0,'0'0'1072'0,"0"0"-888"15,0 0-125-15,0 0 96 16,27 142-19-16,-18-65-64 15,-5 5-28-15,-2 5-1 16,-2-8-21-16,0-7-8 16,0-12-13-16,0-12 0 15,0-11-1-15,5-13-10 16,1-12-48-16,2-12-38 16,0 0-5-16,-1-29-25 15,-3-20-121-15,-4-9-270 16,0-5-29-16,-4 4-23 15,-19 8 351-15,-6 5 218 0,0 4 169 16,3-4 120 0,1-5 75-16,11-5-143 0,12-2-107 15,2 0 52-15,34 4-54 16,17 9-55-16,14 10 4 16,4 12 45-16,0 20 17 15,-6 3 18-15,-13 18-8 16,-15 18-59-16,-18 10-32 15,-17 5 12-15,0 2 25 16,-25-2-18-16,-10-5-25 16,-5-6-15-16,2-10-14 15,0-11-5-15,9-7-2 0,5-7-41 16,6-5-82 0,13-20-84-16,5-11-351 0,0-5-686 0</inkml:trace>
  <inkml:trace contextRef="#ctx0" brushRef="#br0" timeOffset="81317">19197 4891 1560 0,'0'0'185'0,"0"0"80"16,-55 117-16-16,32-58-33 0,5 1-55 16,7-3-37-16,7-6-56 15,4-8-42-15,0-9-14 16,17-9-11-16,10-8-1 16,29-15-101-16,-7-2-264 15,-5 0-916-15</inkml:trace>
  <inkml:trace contextRef="#ctx0" brushRef="#br0" timeOffset="81607.36">19562 5119 1542 0,'0'0'275'0,"0"0"-84"15,0 0 91 1,0 0-129-16,-35-114-92 0,24 92-27 15,-3 10 26-15,-3 10 5 16,-4 2-32-16,-6 14-20 16,-2 20 4-16,0 10 13 15,6 8 7-15,7 5 15 16,7-3 2-16,9-4-30 16,0-8-15-16,13-10-2 15,18-10-7-15,10-12-12 16,1-10-54-16,2 0-94 15,12-20-158-15,-11-6-295 0,-7-4-1081 16</inkml:trace>
  <inkml:trace contextRef="#ctx0" brushRef="#br0" timeOffset="81902.27">19884 4628 1360 0,'0'0'264'0,"0"0"-127"15,0 0 105-15,51 164-17 0,-36-84-39 16,-3 1 9-16,-10-3-32 15,-2-8-56-15,0-9-64 16,0-7-29-16,-20-9-14 16,-7 1-1-16,-31 10-99 15,7-10-195-15,2-9-507 0</inkml:trace>
  <inkml:trace contextRef="#ctx0" brushRef="#br0" timeOffset="86380.41">20450 5304 1038 0,'0'0'653'0,"0"0"-427"16,0 0 67-16,0 0-135 15,0 0-72-15,0 0-53 16,13 0-19-16,18 0 0 15,12-4-2-15,8-8-6 0,9-2-6 16,21-3-122 0,-17 3-387-16,-14 6-540 0</inkml:trace>
  <inkml:trace contextRef="#ctx0" brushRef="#br0" timeOffset="88385.25">21159 4981 525 0,'0'0'1030'0,"0"0"-795"15,0 0 14-15,0 0-37 16,0 0-86-16,0 0-71 16,0 0-55-16,20 34 1 15,-3 12 27-15,6 14 60 16,-3 10 6-16,-5 10-30 16,-6 5-30-16,-4 0-10 0,0-6-5 15,-5-4-5-15,2-11-8 16,2-14-5-16,-2-14 5 15,3-14-5-15,-3-10-1 16,0-9-37-16,-2-4-82 16,0-19-125-16,0-6-642 0</inkml:trace>
  <inkml:trace contextRef="#ctx0" brushRef="#br0" timeOffset="88707.51">21154 5083 1185 0,'0'0'189'0,"0"0"-131"16,0 0 58-16,127-95-1 16,-69 66 12-16,0 2 0 15,-8 11 74-15,-8 16-49 16,-11 2-99-16,-6 33-32 15,-8 11 7-15,-10 8 27 16,-7 2 27-16,0 1-14 16,-24-7 25-16,-8-7-11 15,-3-4-9-15,-6-9-27 16,3-9-25-16,7-7-12 0,7-7 0 16,8-7-9-1,7 0-31-15,9-33-105 16,4 1-172-16,19-2-450 0</inkml:trace>
  <inkml:trace contextRef="#ctx0" brushRef="#br0" timeOffset="88964.32">21995 4834 1362 0,'0'0'681'0,"0"0"-514"0,0 0 15 16,0 0-101 0,0 0-29-16,0 0 6 0,-120 154 11 15,101-93-11-15,6-1 16 16,8-6-39-16,5-8-25 16,0-6-4-16,5-5-4 15,17-9-2-15,34-7-44 16,-2-6-248-16,-1-7-677 0</inkml:trace>
  <inkml:trace contextRef="#ctx0" brushRef="#br0" timeOffset="89361.02">22380 5386 1862 0,'0'0'282'16,"0"0"-179"-16,0 0 50 15,0 0-72-15,0-125-42 16,0 88-26-16,0-2 11 16,0-1 16-16,0-1 11 15,0 3-24-15,4-1-11 16,6 5-7-16,-1 3-3 16,-1 10 0-16,0 5 13 15,-4 7 45-15,0 9-10 16,1 0-52-16,3 2-2 15,4 19 0-15,3 5-1 16,3 4 1-16,0-2 0 16,0-2 0-16,-3-4 1 0,1-4-1 15,-3-3 1 1,1 2-1-16,-1 0 0 0,-1-2-7 16,-2-1-32-16,-1 1-30 15,1-3-20-15,-4-5-42 16,3 0-32-16,-3-6-18 15,-2-1-40-15,2 0-108 16,-6-6-555-16</inkml:trace>
  <inkml:trace contextRef="#ctx0" brushRef="#br0" timeOffset="89533.73">22398 5238 1370 0,'0'0'264'0,"0"0"-121"16,0 0-29-16,0 0-53 16,0 0-29-16,118-27-23 15,-49 15-9-15,-13 4-66 16,-7 2-552-16</inkml:trace>
  <inkml:trace contextRef="#ctx0" brushRef="#br0" timeOffset="89884.24">22984 5395 1667 0,'0'0'272'0,"0"0"-149"16,0 0-17-16,0 0-24 16,-2-113-31-16,-2 76-17 15,-1 3 38-15,1 2 31 16,2-2-26-16,2-2-43 15,0 0-22-15,17 0-10 16,6 4-1-16,4 6-1 16,2 6 0-16,-5 8-1 15,2 10-5-15,-3 2-3 16,1 8-1-16,-1 18 9 16,-4 6 1-16,0 3-6 15,-6 4 6-15,-2 1 1 16,-2-2-1-16,-5 2-1 0,-2-3 1 15,-2-3 0 1,0-4-1-16,0-6-59 0,10 2-165 16,1-8-280-16,7-7-446 0</inkml:trace>
  <inkml:trace contextRef="#ctx0" brushRef="#br0" timeOffset="90487.46">23561 4950 1523 0,'0'0'270'0,"0"0"-217"0,0 0 95 16,0 0 68-16,34 154-37 15,-22-103-84-15,-6 0-27 16,1-10-32-16,-5-10-18 15,-2-9-17-15,0-10 8 16,0-10-2-16,0-2 8 16,-2-4 12-16,-11-22-18 15,-3-13-1-15,0-5-8 16,7-7 13-16,9-4-4 16,0-1-8-16,27 2-1 15,10 6-15-15,8 11-25 16,-3 16 3-16,-3 14 25 0,-13 7-3 15,-10 20-2-15,-12 18 8 16,-4 3 9-16,-6 3-1 16,-15-4 0-16,0-6 1 15,3-10-1-15,7-10 1 16,6-8-1-16,5-6-12 16,0-2 12-16,18-18-12 15,9-6-1-15,4 2 4 16,4 9 1-16,1 8 0 15,-5 7 0-15,0 4-3 16,-6 20 3-16,-9 6-4 16,-7 0 7-16,-9 2 0 15,0-4 6-15,-14-2 36 16,-14-1 14-16,-7-6 14 0,-4-2-12 16,1-5-13-16,2-5-12 15,5-2-15-15,9-5-12 16,3 0-1-16,9 0-68 15,10-14-155-15,0-4-265 16,8-1-133-16</inkml:trace>
  <inkml:trace contextRef="#ctx0" brushRef="#br0" timeOffset="90826.46">24240 4598 1624 0,'0'0'268'0,"0"0"-207"15,0 0 84-15,69 116 33 16,-34-55-21-16,-4 5-83 16,-10 6-42-16,-13-2-12 15,-8-2-11-15,0-6-3 0,0-5-6 16,-10-7 0 0,-7-4-17-16,-3-2-97 0,-11 2-160 15,4-10-204-15,5-10-564 0</inkml:trace>
  <inkml:trace contextRef="#ctx0" brushRef="#br0" timeOffset="91343.66">24792 4983 1228 0,'0'0'346'15,"0"0"-107"-15,0 0 38 16,0 0-65-16,0 0-40 16,123 0-90-16,-94 2-63 15,2 1-8-15,3-3-11 16,24 0-156-16,-10 0-381 15,-1-9-667-15</inkml:trace>
  <inkml:trace contextRef="#ctx0" brushRef="#br0" timeOffset="91605.29">25439 4800 1857 0,'0'0'221'0,"0"0"-63"16,0 0 30-16,0 0-137 15,0 0-19-15,53 123 74 16,-33-49 10-16,-4 4-44 16,-8 0-38-16,-3-3-17 15,-3-12-16-15,-2-8-1 0,0-13 0 16,0-9-69-16,0-24-173 15,-4-9-313-15,-5 0-244 0</inkml:trace>
  <inkml:trace contextRef="#ctx0" brushRef="#br0" timeOffset="91838.06">25432 4882 910 0,'0'0'268'0,"0"0"65"16,94-133-111-16,-36 89-117 15,0 13 18-15,-2 19 59 16,-8 12-73-16,-12 16-26 16,-14 18-24-16,-13 10 2 0,-9 2 46 15,-5 1 2 1,-26-4-36-16,-6 0-21 0,-5-7-33 16,-1-8-10-16,5-4-9 15,7-10-55-15,8-14-165 16,13 0-309-16,7-8-186 0</inkml:trace>
  <inkml:trace contextRef="#ctx0" brushRef="#br0" timeOffset="92064.32">26145 4546 1991 0,'0'0'217'16,"0"0"-170"-16,0 0 36 16,-25 154 63-16,25-86-48 15,0 0-12-15,0-5-14 16,8-8-44-16,11-10-16 16,31-10-12-16,-6-8-136 15,3-13-480-15</inkml:trace>
  <inkml:trace contextRef="#ctx0" brushRef="#br0" timeOffset="92536.76">26604 5150 1958 0,'0'0'294'0,"0"0"-110"16,-11-107 18-16,5 57-72 15,4 4-67-15,2 2-44 16,0 4-11-16,0 3-8 15,15 2 0-15,7 0 0 16,7 1 0-16,0 6-1 16,3 5-1-16,-3 14-13 15,-5 9 5-15,-4 0-7 16,-6 24 11-16,-10 7 5 16,-4 6-7-16,-4 0 8 15,-19-4-1-15,-4-4 1 16,0-10 1-16,10-5-1 0,5-9-1 15,12-5-21 1,0 0-39-16,10-10 16 0,14-6-25 16,10-3 23-16,1 7 30 15,1 4 11-15,-5 8 0 16,-2 0 0-16,-6 19-4 16,-10 7 5-16,-7 6 5 15,-6 4 18-15,-4 0 37 16,-25-3 6-16,-7-2 18 15,-6-7-17-15,-3-4-24 16,5-8-11-16,5-6-13 16,6-6-13-16,6 0-1 15,10-4-66-15,13-30-111 16,5 2-408-16,14 0-653 0</inkml:trace>
  <inkml:trace contextRef="#ctx0" brushRef="#br0" timeOffset="92867.27">27239 5034 1521 0,'0'0'276'0,"0"0"-10"15,0 0-21-15,-4-109-64 16,4 70-110-16,0 2-21 15,0-5-24-15,14-1-6 0,8 1-13 16,7 0-7-16,7 7 0 16,2 6-1-16,-3 14-5 15,1 15 0-15,-3 0-5 16,-6 31 10-16,-4 11 1 16,-8 6 0-16,-6 2 8 15,-7 1-1-15,-2-7-5 16,0-4-1-16,0-6-1 15,0-8 0-15,0-8-140 16,0-6-373-16,7-12-544 0</inkml:trace>
  <inkml:trace contextRef="#ctx0" brushRef="#br0" timeOffset="93144.53">27951 4613 1205 0,'0'0'165'0,"0"0"-115"16,0 0 35-16,0 0-10 16,0 0 32-16,-127 69 67 15,98-21 68-15,7 4-26 16,8 0-71-16,14-5-43 15,0-7-48-15,34-11-27 16,8-4-9-16,7-12-5 16,2-6-13-16,14-7-13 0,-16 0-228 15,-9-12-426-15</inkml:trace>
  <inkml:trace contextRef="#ctx0" brushRef="#br0" timeOffset="93520.24">28392 4337 1534 0,'0'0'198'16,"0"0"-115"-16,0 0 37 15,105 122 87-15,-67-53-63 16,-5 7-46-16,-6-4-37 15,-9-6-22-15,-9-12-27 16,-9-12-1-16,-2-6-11 0,-21-6-27 16,-19 7-154-16,4-7-323 15,6-8-422-15</inkml:trace>
  <inkml:trace contextRef="#ctx0" brushRef="#br0" timeOffset="95376.38">28818 4792 1317 0,'0'0'606'0,"0"0"-371"16,0 0-31-16,0 0-59 15,0 0-73-15,122-8-39 16,-62-1-17-16,1 2-10 15,-1 0-5-15,-4 0-1 16,13-7-71-16,-14 3-292 16,-9-1-327-16</inkml:trace>
  <inkml:trace contextRef="#ctx0" brushRef="#br0" timeOffset="95616.54">29357 4580 2170 0,'0'0'276'0,"0"0"-227"16,0 0 16-16,0 0 27 15,69 152-34-15,-53-84-8 16,-5 3 8-16,-1-3-30 16,0-8-16-16,-1-8-10 15,3-8 4-15,-3-10-6 16,-3-10-42-16,0-10-137 15,-3-11-172-15,-3-11-129 16,-5-18-155-16,-10-6-260 0</inkml:trace>
  <inkml:trace contextRef="#ctx0" brushRef="#br0" timeOffset="95832.54">29415 4909 715 0,'0'0'304'16,"0"0"-89"-16,0-129 45 16,23 73-59-16,8 3-23 15,7 10 0-15,4 8 29 16,1 14-28-16,1 11-69 15,-1 10-53-15,-3 4-19 16,-7 20-15-16,-13 8-8 16,-13 5 4-16,-7 0 11 15,-7 1 18-15,-24-2-2 0,-6-6-24 16,-4-2-8 0,-1-6-14-16,6-7-15 0,7-8-123 15,11-7-156-15,9-5-308 16,9-16-691-16</inkml:trace>
  <inkml:trace contextRef="#ctx0" brushRef="#br0" timeOffset="96065.88">30144 4463 1018 0,'0'0'922'16,"0"0"-872"-16,0 0 144 0,-49 129 18 16,34-62-59-16,1 6-19 15,5-5-5-15,7-10-78 16,2-12-30-16,2-9-21 16,36-17-26-16,1-10-214 15,-4-10-764-15</inkml:trace>
  <inkml:trace contextRef="#ctx0" brushRef="#br0" timeOffset="96373.28">30408 5015 1735 0,'0'0'686'16,"0"0"-563"-16,0 0 84 15,-2-106-111-15,8 64-44 16,9-4-34-16,-1-7-3 0,-1-5 6 15,1-2 3-15,1-3-11 16,-1 8-4-16,1 11-8 16,-3 15-1-16,1 18 0 15,0 11 0-15,5 8-21 16,4 24 13-16,0 9 8 16,1 8 9-16,-3 1-8 15,-5 0-1-15,-3-6 2 16,-3-3-1-16,-3-8-1 15,4-5-23-15,-2-7-60 16,7-16-104-16,-1-5-279 16,-3 0-191-16</inkml:trace>
  <inkml:trace contextRef="#ctx0" brushRef="#br0" timeOffset="96547.38">30495 4841 654 0,'0'0'1288'0,"0"0"-1093"16,0 0-45-16,0 0-55 15,0 0-70-15,151-45-25 16,-69 31-22-16,-15 2-183 16,-7 5-299-16</inkml:trace>
  <inkml:trace contextRef="#ctx0" brushRef="#br0" timeOffset="96861.16">31033 4939 1943 0,'0'0'302'0,"0"0"-85"16,0 0 20-16,0 0-137 16,0 0-72-16,-8-137-17 15,8 96-5-15,6-3-6 16,4-2 1-16,1-1 1 15,4 5-1-15,3 3-1 16,7 12-1-16,2 7 0 16,4 12-5-16,0 8 5 0,0 1-11 15,-4 24 1 1,-8 4 4-16,-2 8 6 0,-9 1 0 16,-1 3 1-16,-5-4 1 15,-2-3 0-15,0-3 5 16,0-5-6-16,0-6-76 15,0-4-141-15,0-6-288 16,0-7-399-16</inkml:trace>
  <inkml:trace contextRef="#ctx0" brushRef="#br0" timeOffset="97085.58">31694 4514 438 0,'0'0'814'0,"0"0"-814"16,0 0-23-16,0 0-222 0</inkml:trace>
  <inkml:trace contextRef="#ctx0" brushRef="#br0" timeOffset="115170.9">32001 4592 1134 0,'0'0'703'0,"0"0"-403"16,0 0 33-16,0 0-151 15,0 0-108-15,0 0-42 16,-75-20-20-16,44 38 2 16,-8 10 22-16,1 8 9 15,1 13 1-15,-1 9-17 16,5 4 1-16,6-3-18 15,9 0-12-15,11-12-2 16,7-8-19-16,4-11 15 16,23-10 6-16,7-8 0 15,5-10 0-15,4 0-42 0,15-16-82 16,-11-5-162-16,-7 0-350 16</inkml:trace>
  <inkml:trace contextRef="#ctx0" brushRef="#br0" timeOffset="115423.48">32293 4446 1573 0,'0'0'241'16,"0"0"3"-16,52 116 103 0,-39-46-79 15,-7 4-83-15,-6-5-59 16,0-3-44-16,0-15-36 16,0-6-28-16,0-9-18 15,-2-6-25-15,-2-2-57 16,-12 7-112-16,1-9-530 16,-1-9-1071-16</inkml:trace>
  <inkml:trace contextRef="#ctx0" brushRef="#br0" timeOffset="116489.95">11546 6740 1809 0,'0'0'372'16,"0"0"-270"-16,0 0 2 16,0 128 58-16,0-18-3 15,2-4-11-15,1-5-47 16,0-21-29-16,1-24-20 16,5 4-31-16,-3-2-13 15,6-9-8-15,-4-12 0 16,-1-10-28-16,-1-12-30 15,-6-8-59-15,0-11-34 16,-4-18-108-16,-11-9-482 0</inkml:trace>
  <inkml:trace contextRef="#ctx0" brushRef="#br0" timeOffset="116670.07">11257 7236 1557 0,'0'0'388'15,"0"0"-36"-15,0 0-173 16,0 0-32-16,0 0-15 16,160-19-52-16,-104 13-38 15,6 2-27-15,1 1-15 16,26 3-46-16,-16 0-259 16,-13 0-508-16</inkml:trace>
  <inkml:trace contextRef="#ctx0" brushRef="#br0" timeOffset="117142.3">12345 6956 2261 0,'0'0'295'16,"0"0"-161"-16,0 0 33 15,31 128-20-15,-12-53-76 16,4 6-14-16,2 2-7 15,-5-3-17-15,0-5-21 16,-4-12-2-16,-3-8-10 16,-2-13-17-16,-4-14-48 15,-3-11-38-15,-4-11-38 0,0-6 17 16,0-21 10-16,-22-23-160 16,-5-15 18-16,-4-9 156 15,-1-8 77-15,3 0 23 16,5 4 1-16,13 3 44 15,11 4 83-15,0 4 1 16,25 3-18-16,21 8-62 16,12 10-31-16,10 12 21 15,3 21-7-15,-7 7 37 16,-10 17-10-16,-17 24-23 16,-18 6 25-16,-15 3 10 15,-4-1-9-15,-12-6-5 0,-14-4-27 16,-5-9-12-16,-1-8-9 15,-1-6-2-15,-1-8-7 16,5-7-38-16,2-1-97 16,10-2-142-16,5-16-230 15,12-1-604-15</inkml:trace>
  <inkml:trace contextRef="#ctx0" brushRef="#br0" timeOffset="117405.8">13161 6798 1582 0,'0'0'654'0,"0"0"-585"16,0 0 84-16,0 0-43 15,-70 158 48-15,70-80-45 16,0 6-41-16,4-5-26 15,19-13-32-15,8-13-13 16,5-15-1-16,0-11-16 16,0-11-40-16,-7-10-53 15,4-6-99-15,-8-8-334 16,-8-8-1372-16</inkml:trace>
  <inkml:trace contextRef="#ctx0" brushRef="#br0" timeOffset="117990.52">13475 7353 1147 0,'0'0'231'16,"0"0"30"-16,0 0 37 15,0 0-88-15,0 0-12 16,0 0 31-16,0 0-56 16,25-124-57-16,-21 90-16 15,7-7-31-15,7-7-18 16,7-4-32-16,0-3-13 0,2 2-4 15,-2 9-1 1,-2 10 0-16,-8 10 5 0,1 14-6 16,2 10-9-16,4 0 2 15,4 26 6-15,8 14 0 16,-3 10 1-16,0 8 0 16,-2 3 0-16,-4-3 0 15,-3-7-1-15,-2-7-13 16,-2-8-19-16,-5-9-37 15,-1-7-43-15,-10-14-169 16,0-6-392-16,-2 0-488 0</inkml:trace>
  <inkml:trace contextRef="#ctx0" brushRef="#br0" timeOffset="118149.28">13711 7233 1676 0,'0'0'332'15,"0"0"-4"-15,0 0-194 16,0 0-81-16,123-38-53 16,-70 28-7-16,14 10-127 15,-14 0-237-15,-12 0-705 0</inkml:trace>
  <inkml:trace contextRef="#ctx0" brushRef="#br0" timeOffset="118427.24">14273 7499 1485 0,'0'0'331'16,"0"0"41"-16,0 0 0 16,0 0-138-16,0 0-157 15,-7-136-58-15,7 78-13 16,0-2-6-16,15 0 0 16,3 3-11-16,5 6 3 15,4 6-7-15,2 12 2 16,2 12 13-16,2 15 10 15,-4 6-2-15,0 18-8 16,-5 20-10-16,-3 11 10 16,-5 5 1-16,-6 2-1 15,-1-8 9-15,-1-6-9 16,-4-11-37-16,2-4-89 0,-1-9-135 16,3-8-400-16</inkml:trace>
  <inkml:trace contextRef="#ctx0" brushRef="#br0" timeOffset="119493.02">14802 7511 1528 0,'0'0'292'0,"0"0"33"15,0 0-112-15,-17-140-68 16,11 77-51-16,2-7-7 15,4-2-28-15,0 5 1 0,0 6-24 16,6 13-23 0,17 11-13-16,6 8 1 0,4 9 0 15,0 11-1-15,-1 9-1 16,-6 3-8-16,-1 20-5 16,-8 9 8-16,-6 1-7 15,-6-3-5-15,-5-1 12 16,0-10 5-16,0-5-1 15,0-8 2-15,0-6 9 16,0 0 9-16,-5 0 0 16,-1-7-16-16,1-6 5 15,1 1-7-15,0-3 1 16,-1-2-1-16,1-1-7 16,1 2-20-16,3 2-19 15,0 2-15-15,0 2 7 0,0 4-10 16,0 2 12-16,0 0 31 15,0 0 21-15,0 2 1 16,0-1 0-16,0-3 1 16,0 3-2-16,0-3 1 15,0 1-1-15,0 2 0 16,0 1 24-16,0-2-5 16,0 1-3-16,0 3-1 15,7 0-15-15,2 0-4 16,2 0-2-16,-2 0-14 15,0 0-6-15,-2 7-5 16,-3 7-1-16,-2 0 23 0,0 2 9 16,-2 2 1-16,3-3-1 15,-3 0 0-15,0-3 0 16,0-4-13-16,0 0 0 16,0 2-2-16,0 3-3 15,-3 1 17-15,-5-1 0 16,-1 3 1-16,5-1 0 15,-1-3 0-15,0-5 0 16,3-1 1-16,-2-2-1 16,-3 3 3-16,-2 0-3 15,-2 4 7-15,0 3-5 16,-2-3-1-16,1 4 5 16,1-3 4-16,2-4 4 15,0-3-3-15,1 0-3 16,1-1 7-16,-5 0 7 0,1-1 3 15,3 2-14-15,-4 1 1 16,6-2 1-16,1-1-8 16,5-3-4-16,0 0 7 15,0 0 4-15,0 0 12 16,9-6-17-16,7-6-6 16,6-2 17-16,4-1-12 15,6-2 0-15,1 3-6 16,3 4 0-16,-2 10-6 15,-3 0 4-15,-6 9-7 16,-6 14-1-16,-5 6 7 16,-8 3 2-16,-3 0 0 15,-3-2 1-15,0-4 11 0,-13 0 34 16,-12-2 11-16,-2-3-8 16,-4-4-9-16,-2-5-15 15,1-4-12-15,3-7-5 16,5-1-1-16,1 0-6 15,8-13-54-15,8-9-111 16,2 5-183-16,5 2-286 0</inkml:trace>
  <inkml:trace contextRef="#ctx0" brushRef="#br0" timeOffset="119852.29">15456 7361 1719 0,'0'0'272'0,"0"0"12"16,0 0-51-16,-8-149-68 15,8 100-56-15,0 1-18 16,0 2-51-16,10 2-17 15,15 7-16-15,6 2-5 16,5 10-2-16,1 6 6 16,0 16-6-16,-6 3 0 0,-4 15-10 15,-8 20-2-15,-5 9 12 16,-5 4 2-16,-3 0 4 16,-1-2-6-16,-3-6-11 15,1-5-38-15,-3-9-20 16,0-6-31-16,0-2-49 15,0-6-199-15,4-6-452 0</inkml:trace>
  <inkml:trace contextRef="#ctx0" brushRef="#br0" timeOffset="120139.37">16131 6956 1111 0,'0'0'345'16,"0"0"-140"-16,0 0 71 15,0 0-83-15,0 0-32 16,0 0 8-16,-122 81 13 16,109-38-42-16,4 4-52 15,9-6-31-15,0-2-26 16,3-11-25-16,18-7-6 15,10-10-14-15,4-8 13 16,4-3-4-16,-1 0-71 0,11-21-144 16,-9-1-410-1,-9-2-685-15</inkml:trace>
  <inkml:trace contextRef="#ctx0" brushRef="#br0" timeOffset="120409.57">16451 6592 1023 0,'0'0'591'0,"0"0"-463"16,0 0 250-16,71 172-161 0,-65-61 12 15,-6 0-74 1,0-11-54-16,-11-18-47 0,-6-26-35 16,-3 1-19-16,-7-3-25 15,-23-3-93-15,6-12-348 16,2-12-683-16</inkml:trace>
  <inkml:trace contextRef="#ctx0" brushRef="#br0" timeOffset="144985.25">2608 9324 1847 0,'0'0'192'0,"0"0"-163"16,0 175 95-16,0-77 50 0,0-4-28 16,0-11-12-16,0-24-34 15,-2 6-33-15,-1-3-33 16,1-11-13-16,0-16 4 15,2-12-8-15,0-14-11 16,0-9 3-16,0 0 13 16,0-22 41-16,0-18-37 15,0-16-19-15,7-14-6 16,-1-10 6-16,0-11-2 16,1 1-5-16,5 5-1 15,1 15-5-15,1 22-1 16,-1 19 6-16,3 18-14 0,1 11 10 15,8 2 5-15,4 21 15 16,6 6-3-16,8 10-5 16,-3 9 7-16,0 3-5 15,-3 7-8-15,-8 3 6 16,-2-2-7-16,-6-4-1 16,-5-6 1-16,-1-7-1 15,-4-8 0-15,0-10-17 16,0-8-60-16,-4-10-40 15,-7-6-94-15,0-14-118 16,-3-8-568-16</inkml:trace>
  <inkml:trace contextRef="#ctx0" brushRef="#br0" timeOffset="145158.07">2701 9856 2000 0,'0'0'281'15,"0"0"-37"-15,0 0-113 16,0 0-68-16,0 0-35 16,152-67-28-16,-88 38-7 15,23-20-144-15,-16 6-367 16,-13 8-347-16</inkml:trace>
  <inkml:trace contextRef="#ctx0" brushRef="#br0" timeOffset="145494.54">3323 9645 1324 0,'0'0'241'16,"0"0"-42"-16,0 0 160 15,0 0-174-15,0 0-68 16,132 90-24-16,-82-90-53 16,2-12-22-16,-7-14-18 15,-9-6-19-15,-14-2-35 16,-11-4 1-16,-11 4 26 15,0 4 20-15,0 9 7 16,0 12 88-16,0 9-15 16,0 4-63-16,6 25-4 15,13 14 64-15,0 9 6 16,1 3 23-16,5 5-7 16,-2-2-23-16,0-4-22 0,0-4-15 15,0-6-23 1,-3-7-3-16,-3-6-6 0,-3-9-32 15,-1-12-83-15,5-10-109 16,-3-12-385-16,2-18-490 0</inkml:trace>
  <inkml:trace contextRef="#ctx0" brushRef="#br0" timeOffset="146042.48">4124 9310 2191 0,'0'0'271'0,"0"0"-194"16,0 0 127 0,93 133-60-16,-62-63-82 0,-4 2 7 15,-10-4-11-15,-3-7-37 16,-7-12-19-16,-3-11-1 16,-4-14 1-16,0-9-1 15,0-13 1-15,0-2 10 16,-8-17 7-16,-13-19-17 15,0-18-1-15,7-13 1 16,9-12-2-16,5-7-2 16,15-1-32-16,24 15-14 15,5 16-21-15,3 24 11 16,-2 25 29-16,-10 7 9 16,-8 25 11-16,-13 15 3 15,-14 9 6-15,0-1 5 0,-21-1 1 16,-3-8 15-16,4-9-5 15,4-13-10-15,12-10-6 16,4-7 8-16,0 0 5 16,27-16-13-16,13-4-9 15,9 6-3-15,9 7 0 16,0 7 11-16,-3 9-6 16,-6 19 7-16,-11 2 0 15,-15 4 1-15,-19 0 0 16,-4-2 24-16,-17 1 34 15,-20-6 5-15,-9-1-22 16,-1-4-11-16,3-5-16 16,3-10-9-16,7-4-6 0,3-3-30 15,8 0-88-15,4-31-85 16,11 4-306-16,8-2-410 0</inkml:trace>
  <inkml:trace contextRef="#ctx0" brushRef="#br0" timeOffset="146606.46">5536 9316 2234 0,'0'0'265'15,"0"0"-207"-15,0 0 109 16,10 156-30-16,1-87-49 16,5-3-7-16,-1-12-41 15,5-10-29-15,0-14-11 16,0-9 0-16,1-14-40 0,8-7-86 15,-8-14-203 1,-3-9-478-16</inkml:trace>
  <inkml:trace contextRef="#ctx0" brushRef="#br0" timeOffset="146921">5793 9413 1696 0,'0'0'248'0,"0"0"-147"16,0 0 171-16,52 102-115 15,-33-53-41-15,-1 0-18 16,0-6-49-16,-2-10-29 16,-5-11-14-16,-2-7-5 0,-4-10 0 15,-3-5 6-15,-2-10 23 16,0-20-21-16,0-12-8 16,0-8 0-16,0-2 1 15,0 2-2-15,15 6 0 16,18 9-11-16,8 14-1 15,5 14 3-15,1 7 8 16,-2 10 1-16,-10 21 0 16,-4 5 0-16,-10 5 1 15,-3 2 5-15,-1-4-5 16,22-2-1-16,-6-11-77 16,5-11-602-16</inkml:trace>
  <inkml:trace contextRef="#ctx0" brushRef="#br0" timeOffset="147408.69">6709 9276 1438 0,'0'0'204'0,"0"0"37"16,-118-27 24-16,70 27-156 15,5 0-32-15,7 19 51 16,5 13-54-16,8 10 21 16,8 4-2-16,6 2-29 15,9 2-18-15,0-1-17 16,2-6-13-16,20-8-4 0,12-9-11 16,11-12 7-16,5-10-8 15,4-4 0-15,-2-8-1 16,-10-17-70-16,-11-2-10 15,-11-6 14-15,-11-11 19 16,-7-5 31-16,-2-13 15 16,-2-8 2-16,-18-8 7 15,-4-3 32-15,-5 0 13 16,0 11 0-16,4 14 14 16,5 15-5-16,9 22 24 15,11 13-3-15,0 6-65 16,16 23-16-16,17 16 5 15,3 16 11-15,1 6 2 16,1 8 5-16,-5-3-12 16,-4-4-12-16,-4-5 0 0,-2-10-52 15,-1 3-111-15,-7-14-331 16,1-9-1031-16</inkml:trace>
  <inkml:trace contextRef="#ctx0" brushRef="#br0" timeOffset="147522.22">7153 9641 2223 0,'0'0'270'0,"0"0"-196"15,0 0-74-15,0 0-445 0</inkml:trace>
  <inkml:trace contextRef="#ctx0" brushRef="#br0" timeOffset="183772.19">9153 9281 1565 0,'0'0'320'16,"0"0"19"-16,0 0-11 0,0 0-118 16,0 0-142-16,0 0-54 15,44 82 28-15,-15-6 13 16,-2 12 5-16,-5 2-13 16,-6-13-8-16,4 1-24 15,-3-8-13-15,-1-12-1 16,-1-10 1-16,-1-11-1 15,-3-8-1-15,-4-11-11 16,-2-10-48-16,-5-8-57 16,0 0-43-16,-3-29-144 15,-17-8-361-15,0-1-407 0</inkml:trace>
  <inkml:trace contextRef="#ctx0" brushRef="#br0" timeOffset="184057.61">9097 9272 1326 0,'0'0'169'16,"0"0"-22"-16,0 0 50 15,162-118-54-15,-88 104 1 16,-3 14 39-16,-4 0-46 16,-15 22-56-16,-12 14-14 15,-14 4 9-15,-13 3 5 16,-13 0-11-16,0-2-6 15,-13-2-3-15,-18-3-19 16,-6-2-18-16,-6-5-9 16,5-7-14-16,7-10 1 15,6-6-1-15,8-5-1 0,5-1-30 16,8 0-36-16,4-5-44 16,18-9-102-16,9-5-523 0</inkml:trace>
  <inkml:trace contextRef="#ctx0" brushRef="#br0" timeOffset="184307.45">9990 9090 1721 0,'0'0'369'0,"0"0"-211"0,0 0 99 16,0 0-141-16,0 0-43 15,-100 125-5-15,92-72-9 16,5-2-6-16,3-3-10 16,0-6-22-16,18-5-9 15,7-2-11-15,-1-5-1 16,3-2-5-16,15 4-81 16,-8-6-189-16,-1-8-503 0</inkml:trace>
  <inkml:trace contextRef="#ctx0" brushRef="#br0" timeOffset="184658.57">10391 9742 1967 0,'0'0'334'0,"0"0"-96"16,0 0-27-16,-10-109-136 15,8 59-51-15,2-4-17 16,0-4-6-16,0 1 8 15,0 3 9-15,2 1 12 16,11 4-2-16,3 6-11 16,2 12-8-16,1 11-8 15,6 12 0-15,2 8-1 16,4 12 0-16,0 20 0 16,0 10 1-16,-4 6 7 15,-2 4-1-15,-3-2 1 16,-2-3-2-16,-2-5-5 15,0-6 0-15,-2-6 0 0,-3-6 0 16,-2-6-1-16,0-6-13 16,-2-6-61-16,-5-6-50 15,-4-6-87-15,0-14-374 16,0 0-643-16</inkml:trace>
  <inkml:trace contextRef="#ctx0" brushRef="#br0" timeOffset="184832.03">10389 9566 1713 0,'0'0'291'15,"0"0"11"-15,0 0-72 16,0 0-125-16,0 0-69 0,158-34-22 16,-94 17-14-16,-2 1-1 15,7 6-210-15,-17 4-482 16,-6 4-1018-16</inkml:trace>
  <inkml:trace contextRef="#ctx0" brushRef="#br0" timeOffset="185168.25">11134 9779 1520 0,'0'0'569'0,"0"0"-311"15,0 0 105-15,0 0-185 16,0 0-99-16,0 0-25 0,0 0-30 15,-33-120-2-15,23 71-7 16,2-6-3-16,6-1 0 16,2 0-6-16,0 5-5 15,16 5-1-15,7 7 0 16,6 13-2-16,3 9 1 16,-1 14-7-16,2 3-1 15,-2 11 8-15,-2 22-5 16,0 6 6-16,-6 7 0 15,-3 3 0-15,-5-3 6 16,-3 0-6-16,-5-6 0 16,-1-4 1-16,-4-7-1 15,0-6-45-15,1-7-101 16,21-9-187-16,-1-7-416 16,8 0-531-16</inkml:trace>
  <inkml:trace contextRef="#ctx0" brushRef="#br0" timeOffset="185716.24">11760 9711 1395 0,'0'0'206'16,"0"0"-66"-16,0 0 237 16,0 0-208-16,0 0-71 15,0 0 94-15,0 0-9 16,-2 34-44-16,-5-62-73 15,-1-9-44-15,-4-14-14 16,1-7-7-16,3-7 0 0,3-1 0 16,5 3 0-16,0 5-1 15,15 9-2-15,12 11 1 16,2 14-5-16,3 16-2 16,-3 8-2-16,-5 6-4 15,-4 23 1-15,-11 8 4 16,-7 1 7-16,-2 0 2 15,-2-5-1-15,-12-5 1 16,1-11 0-16,7-8 1 16,4-9 0-16,2 0 15 15,2-9-2-15,17-13-14 16,10 0-13-16,5 5-13 0,4 8-5 16,-2 9 13-16,-1 2 11 15,-3 25-1-15,-8 6 7 16,-11 7 0-16,-11 8-5 15,-2-2 6-15,-8-3 7 16,-21-5 45-16,-3-6 10 16,-3-10-17-16,0-6-11 15,1-8-13-15,5-8-11 16,4 0 2-16,7 0-12 16,5-8-7-16,5-4-38 15,2 1-19-15,6-4-25 16,0-14-118-16,16 6-441 15,7-1-881-15</inkml:trace>
  <inkml:trace contextRef="#ctx0" brushRef="#br0" timeOffset="186019.32">12117 8961 1448 0,'0'0'177'0,"0"0"0"16,0 0 32-16,143 119 3 16,-101-47 3-16,-3 11 15 15,-16 1-70-15,-9-1-30 0,-9-11-38 16,-5-14-45-16,0-9-26 15,0-11-15-15,-3-8-6 16,-5-6-2-16,-4-6-50 16,-11-6-125-16,6-6-326 15,1-6-892-15</inkml:trace>
  <inkml:trace contextRef="#ctx0" brushRef="#br0" timeOffset="186610.21">12794 9388 1879 0,'0'0'245'16,"0"0"-71"-16,0 0 47 16,0 0-143-16,119-10-50 15,-63-3-10-15,-1 1-11 16,-5-1-6-16,-10 1-1 15,-11 3-78-15,-14 6-286 16,-10 3-443-16</inkml:trace>
  <inkml:trace contextRef="#ctx0" brushRef="#br0" timeOffset="186745.59">12949 9511 1222 0,'0'0'271'15,"0"0"-60"-15,0 0 85 16,0 0-108-16,0 0-11 0,117 41-88 15,-47-56-68-15,32-28-21 16,-15 6-144-16,-13-4-484 0</inkml:trace>
  <inkml:trace contextRef="#ctx0" brushRef="#br0" timeOffset="187166.46">13805 9228 1872 0,'0'0'225'15,"0"0"-60"-15,13 130 131 16,5-60-153-16,5 3-49 16,3-1-34-16,0-4-30 0,1-6-23 15,-6-8-6-15,-8-11-1 16,-7-11-18-16,-3-17-119 16,-3-15-229-16,0-1-151 15,-5-34-277-15,-15-11 444 16,-6-8 350-16,-6 0 308 15,-1-2 219-15,2-2-231 16,11-6-41-16,17-4-74 16,3-4-73-16,34 1-43 15,17 11-20-15,12 14-27 16,1 22-8-16,-1 19 13 16,-12 5-4-16,-11 33-7 15,-15 11-6-15,-19 12 27 16,-6 2 53-16,-11 0 26 15,-22-1-23-15,-8-10-24 0,-1-8-29 16,-1-9-21-16,3-14-9 16,5-9-6-16,6-7-5 15,6-12-59-15,23-37-104 16,0 3-122-16,12-7-678 0</inkml:trace>
  <inkml:trace contextRef="#ctx0" brushRef="#br0" timeOffset="187369.31">14520 9126 2155 0,'0'0'290'16,"0"0"-59"-16,-53 106-76 15,46-60-101-15,7-2-32 16,7-3-16-16,19-4-6 15,8-5-54-15,17 8-164 16,-8-9-388-16,-8-2-565 0</inkml:trace>
  <inkml:trace contextRef="#ctx0" brushRef="#br0" timeOffset="187639.21">14860 9656 912 0,'0'0'1151'0,"0"0"-683"16,0 0-125-16,4-145-175 0,0 80-97 15,0 0-32-15,3 0-16 16,-3 5-8-16,1 10-5 16,0 8 1-16,-3 9-5 15,2 8 10-15,3 13 5 16,4 8-6-16,7 4-15 16,9 11-9-16,8 19 8 15,3 11-5-15,1 7 6 16,-2 0 0-16,-6-2 2 15,-6-6-2-15,-8-8-1 16,-3-7-14-16,-7-11-55 16,-7-13-75-16,0-1-106 15,0 0-413-15</inkml:trace>
  <inkml:trace contextRef="#ctx0" brushRef="#br0" timeOffset="187797.39">14919 9467 1802 0,'0'0'528'0,"0"0"-334"16,0 0 101-16,0 0-195 16,0 0-73-16,0 0-27 15,0 0-16-15,136-46-53 16,-78 15-88-16,-11 4-342 16,-4 0-534-16</inkml:trace>
  <inkml:trace contextRef="#ctx0" brushRef="#br0" timeOffset="188029.27">15232 9051 1971 0,'0'0'258'16,"0"0"-95"-16,0 0 85 16,0 0-179-16,0 0-33 15,158 64 22-15,-116-5 6 16,-9 7 27-16,-13 1-23 15,-11 0-21-15,-9-9-23 16,0-11-13-16,-2-11-10 16,-9-10-1-16,-2-10-3 15,-1-16-122-15,6 0-155 16,3-5-492-16</inkml:trace>
  <inkml:trace contextRef="#ctx0" brushRef="#br0" timeOffset="188203.31">15782 9365 2266 0,'0'0'264'0,"0"0"-57"16,0 0-114-16,0 0-93 15,0 0-169-15,0 0-390 16,0 0-950-16</inkml:trace>
  <inkml:trace contextRef="#ctx0" brushRef="#br0" timeOffset="188667.26">16094 9057 2125 0,'0'0'233'16,"0"0"-203"-16,0 0 161 15,29 149-40-15,-9-69-38 16,-3 4 10-16,-5 1-51 16,-5-11-44-16,-5-14-15 15,-2-13-11-15,0-15-1 16,0-13-1-16,0-15-17 16,0-4-26-16,-9-9-16 15,-7-22-89-15,-3-7-25 0,-6-9-72 16,0-1-68-16,5 1 243 15,3-1 70-15,7-3 239 16,10-2-1-16,0-8-64 16,29-3-100-16,16 1-53 15,11 3-19-15,9 14-1 16,-1 18-1-16,-4 21-1 16,-8 7-8-16,-14 25 0 15,-14 21 9-15,-17 11 13 16,-7 2 29-16,-16-1 24 15,-18-5-1-15,-3-11-9 16,-1-9-28-16,0-11-10 16,0-10-9-16,7-12-9 0,4 0-21 15,7-9-75-15,13-26-100 16,5 1-340-16,2 1-695 0</inkml:trace>
  <inkml:trace contextRef="#ctx0" brushRef="#br0" timeOffset="188900.41">16640 8979 2039 0,'0'0'221'0,"0"0"-67"15,0 0 29 1,-17 140-56-16,11-70-6 0,6-1-11 15,0-5-65-15,0-9-28 16,10-16-17-16,7-9 2 16,10-14-2-16,27-16-74 15,-5-4-397-15,2-15-1693 0</inkml:trace>
  <inkml:trace contextRef="#ctx0" brushRef="#br0" timeOffset="189387.56">17128 9358 1879 0,'0'0'337'16,"0"0"-259"-16,0 0 271 15,0 0-221-15,-11 121-79 0,11-106-5 16,0-6 11-16,0-9-21 16,0 0 22-16,0-13 62 15,-4-19-72-15,-2-13-31 16,-2-12-15-16,4-6 0 15,4 0 0-15,0 7 1 16,6 6-1-16,12 8 0 16,7 10-1-16,0 7 0 15,-1 13-1-15,-4 12-8 16,-4 0-11-16,-9 23 7 16,-7 9 13-16,0 4-1 15,-10-4 2-15,-3-8-1 16,7-10 0-16,6-11-8 0,0-3-2 15,29-5-8-15,8-13-26 16,5 0-39-16,1 6-4 16,-3 10 3-16,-11 2 36 15,-6 20 32-15,-15 15 10 16,-8 12 7-16,-6 1 20 16,-26 2 77-16,-7-4 11 15,-4-8-14-15,3-9-33 16,4-11-28-16,5-11-22 15,7-7 4-15,3 0-15 16,6-7-17-16,5-11-87 16,10-18-61-16,0 5-161 0,6 2-708 15</inkml:trace>
  <inkml:trace contextRef="#ctx0" brushRef="#br0" timeOffset="189665.82">17520 8773 1962 0,'0'0'291'16,"0"0"-245"-16,0 0 77 15,104 157-18-15,-58-80-30 0,-8 6 42 16,-12-1-27-16,-12-10-48 16,-14-9-27-16,-7-7-14 15,-24-10 5-15,-40 5-6 16,6-10-116-16,3-10-612 0</inkml:trace>
  <inkml:trace contextRef="#ctx0" brushRef="#br0" timeOffset="203644.5">15809 9443 857 0,'0'0'310'16,"0"0"-44"-16,0 0-5 16,0 0-137-16,0 0-82 15,0 0-23-15,-16-4 8 0,14 4-8 16,2 0 0-16,0 0 76 15,0 0 67-15,0 0-63 16,0 0-19-16,0 0-30 16,0 0-26-16,0 0-12 15,0 0-5-15,0 0 2 16,6 0-9-16,4-3 0 16,-4-1-1-16,-1 3 1 15,-5 1 0-15,0 0-2 16,0 0-4-16,-13 0 6 15,-6 8 2-15,1-1 4 16,5 0-5-16,2-5 5 16,7-2 0-16,1 0 6 0,3 0-3 15,0-7-8 1,7-2-1-16,6 1-2 0,3 2 1 16,-3 4 0-16,-2 2-7 15,-1 0 1-15,-6 2 6 16,-4 9 1-16,0 1 9 15,0-2 15-15,-4-3-8 16,-4-7-1-16,0 0 0 16,1 0-3-16,3-12-6 15,0-2-5-15,1 0 0 16,1 5-1-16,2 6-1 16,0 3-6-16,0 0-11 15,0 0 0-15,0 5 18 16,-5 5 0-16,-2 1 47 0,1-4-7 15,0-3-14-15,-1-4-11 16,0 0 2-16,2 0-17 16,3-14-91-16,2 1-216 15,0 1-350-15</inkml:trace>
  <inkml:trace contextRef="#ctx0" brushRef="#br0" timeOffset="-208204.62">3428 11944 1971 0,'0'0'213'0,"0"0"-100"16,0 0 4-16,0 0-51 16,-87 141 30-16,72-71 6 15,3 5-28-15,1 0 4 0,0-6-35 16,0-4-13-16,0-10-17 16,-3-6 1-16,5-11-8 15,3-12-6-15,-1-11 0 16,4-8 6-16,1-7 1 15,2-16 11-15,0-26-4 16,0-21-13-16,0-11 0 16,0-9 0-16,8 2-1 15,7 9 1-15,5 14-1 16,0 15 0-16,4 19 0 16,5 20-9-16,5 4-2 15,6 31 1-15,4 16 8 16,-4 12 2-16,-1 7 0 0,-10 1 1 15,-7-6 0-15,-4-3 0 16,-5-10 5-16,1-9-5 16,-6-11-2-16,-1-12 1 15,-5-6-15-15,-2-10-125 16,-17-3-130-16,-8-12-429 0</inkml:trace>
  <inkml:trace contextRef="#ctx0" brushRef="#br0" timeOffset="-208046.96">3312 12504 1938 0,'0'0'303'0,"0"0"-48"16,0 0-56-16,0 0-142 16,0 0-45-16,122-74-12 0,-28 27-109 15,-13 6-206-15,-15 9-515 16</inkml:trace>
  <inkml:trace contextRef="#ctx0" brushRef="#br0" timeOffset="-207665.48">3947 12163 1857 0,'0'0'245'0,"0"0"-189"16,0 0 105-16,21 123-50 15,0-84-7-15,6-8-18 16,2-2-45-16,0-12-19 0,-2-5-7 16,2-12-3-16,-2 0 4 15,0-14-4-15,-8-14-3 16,-5-5-3-16,-10-4-5 16,-4 2 0-16,0 6 5 15,0 5 4-15,0 10 21 16,0 10 32-16,0 4-43 15,3 4-20-15,13 26-7 16,3 10 7-16,4 12 0 16,1 6 8-16,-1 3 8 15,-4-8 2-15,2-2-2 16,-6-9-8-16,-1-10-7 0,-1-9 0 16,-2-8-1-16,0-11-25 15,25-11-155-15,-5-20-380 16,4-11-775-16</inkml:trace>
  <inkml:trace contextRef="#ctx0" brushRef="#br0" timeOffset="-207416.46">4589 12075 1721 0,'0'0'338'0,"0"0"-147"0,0 0 47 16,-96 109-154 0,96-58 0-16,0 4-4 0,34-3-29 15,9-4-15-15,9-8-17 16,4-8-7-16,0-9-4 16,-2-11-8-16,-6-6-86 15,10-6-200-15,-12-18-283 16,-11-7-414-16</inkml:trace>
  <inkml:trace contextRef="#ctx0" brushRef="#br0" timeOffset="-206817.41">5721 11941 1517 0,'0'0'168'15,"0"0"-109"-15,14 110 157 16,9-46-51-16,-2 5-65 15,2-6-50-15,-3-2-25 16,-5-15-13-16,-3-10-6 16,-5-12-5-16,-5-14 0 15,-2-10 11-15,0 0 117 16,0-24 0-16,-9-16-77 16,-13-12-32-16,-5-9 7 0,0-6 22 15,-2-1-12 1,4-1-13-16,6 5-11 0,5 10-2 15,7 12 4-15,7 16 1 16,0 16 5-16,5 10-21 16,19 0-5-16,10 20 4 15,3 6 0-15,6-1 0 16,4 0 0-16,31-6-62 16,-11-8-164-16,-5-8-490 0</inkml:trace>
  <inkml:trace contextRef="#ctx0" brushRef="#br0" timeOffset="-206471.25">6279 11893 1438 0,'0'0'584'0,"0"0"-447"16,-143 0 180-16,89 11-161 16,10 3-44-16,11 5-39 15,15-3-29-15,11-4-25 16,7-4-18-16,7-5-1 15,26-3 11-15,10 0 4 16,5-17-9-16,2-3-4 16,-4-1-1-16,-3 1 0 15,-5 9 0-15,-3 9 0 16,-1 2-1-16,-3 12-2 16,-2 18 1-16,-4 8 1 15,-7 5 0-15,-7 3 0 0,-7-3 0 16,-2 0 0-16,0-6 1 15,-2 2-1-15,0-5 0 16,3-2-1-16,2-2-13 16,-1-3-79-16,19-8-112 15,-4-5-341-15,8-12-220 0</inkml:trace>
  <inkml:trace contextRef="#ctx0" brushRef="#br0" timeOffset="-206229.19">6727 11853 1802 0,'0'0'220'15,"0"0"55"-15,0 0-146 16,0 0-91-16,150-70-27 15,-95 55-10-15,-1 5 0 16,-5 5 0-16,-9 3-1 16,2 2-70-16,-13 0-276 15,-9 0-521-15</inkml:trace>
  <inkml:trace contextRef="#ctx0" brushRef="#br0" timeOffset="-205968.32">6999 11744 1307 0,'0'0'539'16,"0"0"-418"-16,0 0 200 16,0 0-207-16,-120 99-52 15,98-47-2-15,3 8 22 16,4 7 7-16,9-4 6 16,6-1-24-16,0-3-25 15,21-9-30-15,18-10-2 16,5-10-7-16,5-10-5 15,4-10 6-15,-3-8-8 16,-3-2-38-16,-7 0-42 16,-7-12-56-16,-8-4-29 15,-14-9-110-15,-7 2-258 16,-4 1-541-16</inkml:trace>
  <inkml:trace contextRef="#ctx0" brushRef="#br0" timeOffset="-205809.6">6867 12184 1213 0,'0'0'312'0,"0"0"-140"15,0 0 37-15,0 0-155 16,0 0-54-16,125-11-46 16,-44-2-74-16,-17 0-27 15,-6-1-196-15</inkml:trace>
  <inkml:trace contextRef="#ctx0" brushRef="#br0" timeOffset="-203739.34">9973 11667 1422 0,'0'0'380'16,"0"0"-224"-16,0 0-24 15,-25 109 17-15,9-45-36 16,1 7-57-16,-1 1-7 0,3-7 31 16,-1-3-13-1,4-10-19-15,-1-5-5 0,-1-9-4 16,6-5-17-16,1-11-8 16,3-8-13-16,2-8 5 15,0-3-5-15,0-3 18 16,0-3 29-16,0-19 3 15,0-6-35-15,0-9-8 16,7-9-8-16,1 0 1 16,2-1 0-16,-2-6 0 15,3-1-1-15,3 0 1 16,1-4-1-16,3 6 0 16,0 3 0-16,-2 12 1 15,-5 8-1-15,-2 12 0 16,-4 6 6-16,-3 5 11 0,0 6-1 15,0 0-16-15,2 0 0 16,3 0-6-16,5 0 6 16,3 0 0-16,3 8 0 15,-1 6-1-15,4 0 0 16,-5 0 1-16,1 3 1 16,-1-2 5-16,1 3-4 15,1 4-1-15,2 5 7 16,0 1-7-16,-2 4 0 15,0 1 0-15,-2-1 0 16,-1-1 5-16,1 5-5 16,-1 1 0-16,1-2 10 0,1 2-5 15,4-3-5 1,-1-7 5-16,0-2-4 0,0-7 4 16,-4-8-5-16,-3-3 0 15,-4-4 0-15,-5-3 0 16,-1 0 6-16,-3 0-7 15,0 0-25-15,0-3-34 16,0-9-45-16,-3-5-99 16,-8 5-372-16,0 0-387 0</inkml:trace>
  <inkml:trace contextRef="#ctx0" brushRef="#br0" timeOffset="-203399.53">9832 12150 669 0,'0'0'1098'0,"0"0"-889"15,0 0 28-15,0 0-55 16,0 0-125-16,0 0-39 0,121-63-3 16,-73 49-13-16,4 7-2 15,-1 5-2-15,3 2-39 16,21 0-217-16,-10 2-244 15,-7 5-568-15</inkml:trace>
  <inkml:trace contextRef="#ctx0" brushRef="#br0" timeOffset="-202986.43">10686 12348 998 0,'0'0'365'0,"0"0"-159"15,0 0 52 1,0 0-81-16,0 0-45 0,0 0-17 16,0 0 23-16,-62-46-3 15,43 23-29-15,2-9-12 16,3-3-29-16,1-5-29 16,7-3-10-16,2-1-10 15,4 0-8-15,0 0-7 16,12 0 0-16,15-2-1 15,7 4 0-15,3 3-1 16,1 11 1-16,-2 15-2 16,0 13-7-16,-3 0 3 15,1 27 5-15,-1 16 0 0,0 7 1 16,-4 2 0 0,-2 1 0-16,-6-4 0 0,-6-3 0 15,-6-1 1-15,-4-4 0 16,-1-4-1-16,0-5 1 15,1-6 0-15,5-7-1 16,4-12-1-16,22-7-173 16,-5-10-131-16,2-8-528 0</inkml:trace>
  <inkml:trace contextRef="#ctx0" brushRef="#br0" timeOffset="-202605.47">11460 11829 871 0,'0'0'309'15,"0"0"-29"-15,0 0 33 16,0 0-71-16,0 0-63 15,-120-18-59-15,101 28-11 16,-1 15-39-16,1 8-13 16,-2 13-4-16,3 5 20 15,7 0-9-15,7 0-10 16,4-6-17-16,9-6-13 0,20-5-7 16,6-6-2-16,6-5-5 15,3-6-1 1,-2-8-3-16,3-2-5 0,-1-7 0 15,3 0 7-15,3 0-8 16,-6 0-17-16,1-13-119 16,6-10-171-16,-14 1-323 15,-6 1-611-15</inkml:trace>
  <inkml:trace contextRef="#ctx0" brushRef="#br0" timeOffset="-202116.34">12055 11911 1452 0,'0'0'483'0,"0"0"-381"15,0 0 102-15,0 0-82 16,0 0-53-16,127-13-46 15,-78 0-11-15,-3 0-12 16,-3 1-6-16,-5 1-186 16,-11 8-350-16,-14 3-638 0</inkml:trace>
  <inkml:trace contextRef="#ctx0" brushRef="#br0" timeOffset="-201928.45">12135 12119 1572 0,'0'0'293'16,"0"0"-91"-16,0 0 21 16,0 0 17-16,0 0-97 15,119 4-94-15,-69-19-28 16,4-1-14-16,0-3-7 16,-6 3 0-16,15-2-76 0,-16 2-222 15,-8 3-421-15</inkml:trace>
  <inkml:trace contextRef="#ctx0" brushRef="#br0" timeOffset="-201499.57">12881 11679 1033 0,'0'0'384'0,"0"0"-255"16,0 0 103-16,0 0 46 16,-137 128-92-16,116-63-90 15,13 0 3-15,8-5-8 0,6-10-35 16,28-10-2-16,9-15 2 16,7-14-26-16,6-11-10 15,6 0-11-15,1-22 9 16,-5-8-17-16,-7-6 11 15,-13 0-3-15,-13-4 6 16,-12-1 36-16,-11 0-4 16,-2 1 3-16,-5 0 10 15,-17 1-7-15,-9 6-9 16,-9 2-19-16,-8 4-16 16,-6 2-3-16,-4 7-6 15,0 7 0-15,6 4-2 16,12 7-7-16,11 0-6 0,16 0-45 15,13 9-89-15,11 2-112 16,20-2-503-16,0-8-428 0</inkml:trace>
  <inkml:trace contextRef="#ctx0" brushRef="#br0" timeOffset="-201230.43">12949 11432 1704 0,'0'0'402'0,"0"0"-198"16,0 0-26-16,0 0-126 0,0 0-24 15,0 108 90 1,7-15 16-16,-5 0-44 0,-2 10-6 16,0-2-11-16,-7-18-25 15,-7 0-29-15,1-13-11 16,-1-12-7-16,4-12 0 15,1-8 7-15,2-9-8 16,2-8-33-16,-1-5-55 16,-5 0-60-16,-1-6-196 15,-1-1-484-15</inkml:trace>
  <inkml:trace contextRef="#ctx0" brushRef="#br0" timeOffset="-195902.42">15394 11671 1840 0,'0'0'257'0,"0"0"-181"16,0 0-15-16,0 0-27 15,43 114 89-15,-17-39-11 0,1 9-18 16,2 6 10 0,-7-2-22-16,-1-9-28 0,-8-7-21 15,-3-11-12-15,-2-12-9 16,-4-18-11-16,0-11 1 16,-4-13-1-16,0-7-1 15,0-5-16-15,-4-21-144 16,-23-28-201-16,0 3-318 15,3 6-874-15</inkml:trace>
  <inkml:trace contextRef="#ctx0" brushRef="#br0" timeOffset="-195654.42">15429 11694 1207 0,'0'0'206'15,"0"0"-40"-15,0 0 63 0,104-130-15 16,-54 109-77-16,8 14-54 15,2 7 1-15,-6 7-27 16,-12 22-4-16,-15 5-13 16,-13 4 6-16,-14 7 36 15,0-4 19-15,-27 4-38 16,-6-6-32-16,-5 0-17 16,2-7-13-16,2-8 1 15,5-8-2-15,5-11-76 16,6-5-104-16,6-3-285 15,8-13-114-15</inkml:trace>
  <inkml:trace contextRef="#ctx0" brushRef="#br0" timeOffset="-195427.46">16119 11416 104 0,'0'0'1848'0,"0"0"-1648"16,0 0-96-16,-42 110 76 16,42-54-70-16,0 2-33 15,0-5-38-15,13-7-18 16,7-10-10-16,5-6-10 16,6-10-1-16,19-6-77 0,-4-6-469 15,-7-4-839-15</inkml:trace>
  <inkml:trace contextRef="#ctx0" brushRef="#br0" timeOffset="-195090.46">16615 11897 1517 0,'0'0'498'16,"0"0"-307"-16,0 0 46 15,-40-130-111-15,34 77-83 16,2-5-19-16,-1 3 13 15,5 0 54-15,0 3-22 16,0 6-38-16,7 3 9 16,12 6-10-16,4 11-18 15,2 7-10-15,6 15-2 0,2 4 1 16,5 14 0-16,0 18-1 16,-2 10 1-16,-7 5 5 15,-2 5-5-15,-8-3 5 16,2 0-5-16,-3-5 0 15,-5-8-1-15,2-8 0 16,-3-7 0-16,-6-11-33 16,0-10-53-16,-6 0-32 15,0-18-67-15,-8-7-285 16,-10 4-210-16</inkml:trace>
  <inkml:trace contextRef="#ctx0" brushRef="#br0" timeOffset="-194917.93">16449 11798 1854 0,'0'0'386'15,"0"0"-275"-15,0 0 88 16,0 0-105-16,133-55-66 16,-69 24-16-16,4 1-12 15,12-4-41-15,-18 7-225 16,-6 2-443-16</inkml:trace>
  <inkml:trace contextRef="#ctx0" brushRef="#br0" timeOffset="-194567.4">17233 11379 1809 0,'0'0'298'15,"0"0"-243"-15,0 0-33 16,0 0 98-16,80 125-20 16,-41-74-46-16,-2 2 45 15,-1-7-18-15,-1-7-38 16,-1-14-22-16,-1-10-9 16,0-15 7-16,2-3 2 15,-6-24-6-15,-6-14-6 16,-7-7 4-16,-11-2 5 15,-5-3 21-15,0 4 21 0,-18 3-3 16,-6 3-20-16,-3 5-13 16,2 4-10-16,1 6-13 15,1 6-1-15,8 2-6 16,4 6-49-16,11 4-87 16,0 4-220-16,0 5-873 0</inkml:trace>
  <inkml:trace contextRef="#ctx0" brushRef="#br0" timeOffset="-194091.26">17994 11185 1362 0,'0'0'219'0,"0"0"-158"16,0 0 107-16,0 0-79 16,0 0-14-16,0 0 48 15,0 0 4-15,81 125-15 16,-75-93-23-16,-4-5-34 0,-2-4 12 15,0-10 2-15,0-2 1 16,0-9-12-16,0-2 0 16,0 0 3-16,0-2 20 15,0-13-45-15,0 0-24 16,0-2-6-16,-2 2 0 16,2 0-6-16,-3 4 0 15,3-2 1-15,0-1 0 16,0 2-1-16,0 2-6 15,0 0-21-15,0 6-18 16,0 0-19-16,0 4-65 16,0 0-78-16,0 0-113 15,0 0 32-15,0 0-13 0,0-4-530 16</inkml:trace>
  <inkml:trace contextRef="#ctx0" brushRef="#br0" timeOffset="-193703.12">18227 11175 933 0,'0'0'709'16,"0"0"-525"-16,0 0 30 15,0 0-2-15,0 0-100 16,0 0-66-16,0 0-20 0,-88-56-16 16,76 80 9-16,-1 13 11 15,3 9 0-15,2 12 34 16,3 1 7-16,5 2-8 16,0-5-15-16,0-8-13 15,7-6-12-15,15-10-4 16,5-10-2-16,7-11-2 15,1-4 1-15,3-7-6 16,3 0-2-16,-6 0-8 16,-4-12 0-16,-2 0-20 15,-2 0-35-15,-2-5-60 16,-1-4-120-16,-4 2-378 0,-5 0-1093 16</inkml:trace>
  <inkml:trace contextRef="#ctx0" brushRef="#br0" timeOffset="-193394.6">18629 10917 1172 0,'0'0'275'0,"0"0"-180"16,0 0 220 0,133 135-29-16,-86-62-78 0,-11 3-61 15,-9 4-25-15,-14-3-22 16,-13-8-29-16,0-6-30 16,0-10-23-16,-13-12-11 15,-1-7-5-15,1-5-2 16,3-12-58-16,8-14-174 15,2-3-411-15,0 0-479 0</inkml:trace>
  <inkml:trace contextRef="#ctx0" brushRef="#br0" timeOffset="-193137.45">19246 11155 1564 0,'0'0'256'16,"0"0"-64"-16,0 0 69 16,0 0-189-16,0 0-50 15,0 0-11-15,0 0-4 16,129 18-7-16,-88-14 0 15,5-1-123-15,-13-3-200 16,-10 2-786-16</inkml:trace>
  <inkml:trace contextRef="#ctx0" brushRef="#br0" timeOffset="-192996.45">19311 11412 1264 0,'0'0'734'0,"0"0"-655"15,0 0-58-15,0 0 1 16,120 18-22-16,-58-18-365 16,-8 0-619-16</inkml:trace>
  <inkml:trace contextRef="#ctx0" brushRef="#br0" timeOffset="-190413.68">19973 10972 1817 0,'0'0'374'0,"0"0"-277"15,0 0 56-15,0 0-31 16,66 159-12-16,-43-90-8 15,0 6-37-15,-6 5-20 16,1-1-17-16,-3-5-14 16,3-7-8-16,-3-9-5 15,-1-11 6-15,-3-10-7 16,-1-14-1-16,-6-7-11 16,-2-11-55-16,-2-5-21 0,0-5-36 15,-11-37-260 1,-11 4-307-16,-1-2-538 0</inkml:trace>
  <inkml:trace contextRef="#ctx0" brushRef="#br0" timeOffset="-190159.42">19957 11261 153 0,'0'0'886'0,"0"0"-694"16,70-106 104-16,-20 68-54 15,8 8-46-15,2 12-45 16,-4 13-11-16,-4 5-51 15,-15 17-10-15,-10 17-23 16,-12 4 8-16,-15 2 13 16,0 2 4-16,-12-4-29 15,-18 0-9-15,-5-6-14 0,-1-3-11 16,1-9-11-16,4-7-6 16,6-4 5-16,7-7-6 15,7-2-11-15,11-9-101 16,2-10-199-16,19-4-306 0</inkml:trace>
  <inkml:trace contextRef="#ctx0" brushRef="#br0" timeOffset="-189939.24">20693 11011 1766 0,'0'0'263'0,"0"0"-127"15,0 0 47-15,0 0-46 16,-62 116-29-16,62-70-21 16,0-2-46-16,13 0-24 15,11-5-11-15,3-7-6 16,2-3-29-16,24 0-120 16,-8-12-376-16,-3-2-564 0</inkml:trace>
  <inkml:trace contextRef="#ctx0" brushRef="#br0" timeOffset="-189662.62">21043 11414 1378 0,'0'0'300'0,"0"0"22"15,0 0 19-15,-20-153-181 16,15 99-81-16,5-2-6 16,0 2-16-16,0 5-18 15,9 9-17-15,2 11 20 16,0 10-5-16,1 14 6 15,1 5-22-15,7 7-15 16,3 25 2-16,4 13-7 16,-4 5-1-16,2 3 2 15,-2-4-1-15,-3-5 8 16,-5-7-9-16,-2-8 0 16,-3-9-1-16,-4-6 0 15,-2-7-59-15,-4-7-128 16,0-9-129-16,0-6-627 0</inkml:trace>
  <inkml:trace contextRef="#ctx0" brushRef="#br0" timeOffset="-189511.63">20984 11272 1515 0,'0'0'502'0,"0"0"-378"15,0 0 43-15,0 0-109 16,125-17-40-16,-69 5-18 15,25-5-40-15,-17 0-214 16,-10 1-558-16</inkml:trace>
  <inkml:trace contextRef="#ctx0" brushRef="#br0" timeOffset="-189250.47">21595 10851 1228 0,'0'0'293'0,"0"0"-147"15,0 0-26-15,0 0 25 16,128 67 22-16,-84-13-33 16,-8 11 5-16,-14 3-9 15,-9-2-11-15,-11-4-37 16,-2-10-46-16,0-5-27 0,0-11-7 15,0-6-2 1,0-2-60-16,0-8-257 0,0-8-632 0</inkml:trace>
  <inkml:trace contextRef="#ctx0" brushRef="#br0" timeOffset="-188980.25">22332 10918 1362 0,'0'0'315'0,"0"0"-122"0,62 129 140 15,-31-54-123-15,-4 4-39 16,-5 1-65-16,-6-7-54 15,-6-9-35-15,-3-11-16 16,-2-16 5-16,-3-11-6 16,-2-24-121-16,0-2-361 15,0-7-194-15</inkml:trace>
  <inkml:trace contextRef="#ctx0" brushRef="#br0" timeOffset="-188821.36">22242 11285 1536 0,'0'0'349'16,"0"0"-119"-16,0 0-1 15,127-42-119-15,-62 25-85 16,24-4-25-16,-16 3-98 16,-13 2-450-16</inkml:trace>
  <inkml:trace contextRef="#ctx0" brushRef="#br0" timeOffset="-188604.63">23113 11030 1892 0,'0'0'315'0,"0"0"-241"0,0 0 43 16,50 106 9-16,-28-49-1 15,-2 5-58 1,-2 4-33-16,-7-1-17 0,-4-1-16 15,-5-6 1-15,0-4-2 16,5-8 0-16,6-10-119 16,25-18-150-16,-2-12-128 15,-5-6-680-15</inkml:trace>
  <inkml:trace contextRef="#ctx0" brushRef="#br0" timeOffset="-188341.77">23102 11147 1721 0,'0'0'215'16,"0"0"-164"-16,71-132 36 0,-10 88-45 15,11 13-1-15,3 17-8 16,-5 14 32-16,-13 0 7 16,-14 29-5-16,-19 10-25 15,-15 8-13-15,-9 1 20 16,-11-1 21-16,-23-3-4 15,-4-9-8-15,-2-4-30 16,1-12-14-16,4-3-7 16,12-8-7-16,7-8-61 15,16-4-112-15,0-18-209 16,8-3-650-16</inkml:trace>
  <inkml:trace contextRef="#ctx0" brushRef="#br0" timeOffset="-188086.42">23983 10747 1197 0,'0'0'628'0,"0"0"-543"15,0 0 132-15,0 0-25 16,-100 143-4-16,80-78-37 15,4 1-26-15,11-4-43 16,5-9-45-16,2-9-23 16,23-9-2-16,6-11-12 0,8-10-25 15,21-14-128 1,-7-13-433-16,-6-10-920 0</inkml:trace>
  <inkml:trace contextRef="#ctx0" brushRef="#br0" timeOffset="-187787.53">24402 10824 1094 0,'0'0'248'0,"0"0"-78"15,0 0 13-15,0 0-127 16,0 0-45-16,0 0 2 15,0 0 47-15,-129 61 65 16,109-21 73-16,2 3-9 16,5 6-48-16,6-2-35 15,7-4-47-15,0-5-29 16,22-8-12-16,12-8-10 16,4-8-7-16,4-8 12 15,1-6-13-15,14 0-97 16,-12-8-212-16,-5-8-606 0</inkml:trace>
  <inkml:trace contextRef="#ctx0" brushRef="#br0" timeOffset="-187448.83">24694 10464 1502 0,'0'0'244'15,"0"0"-147"-15,0 0 29 16,0 0-62-16,159 46-19 0,-111-5 19 15,-3 12 57-15,-11 7 2 16,-14 6-19-16,-9 0-51 16,-11 2-14-16,0-2-23 15,-9-3-7-15,-11-1-8 16,-18 12-1-16,7-14-230 16,0-10-801-16</inkml:trace>
  <inkml:trace contextRef="#ctx0" brushRef="#br0" timeOffset="-161900.65">8535 11857 1694 0,'0'0'227'16,"0"0"-164"-16,0 0 126 15,0 0-13-15,0 0-66 16,-34-109-49-16,34 101-15 16,-2 3-4-16,2 0-4 15,0 1-14-15,0 3-7 16,0 1-7-16,0 0-3 16,-2 0 5-16,2 0-3 15,0 0-7-15,0 0-2 16,0 0-1-16,0 0-1 0,0 0 1 15,0 0-5-15,-2 0 6 16,2 0 0-16,0 0 0 16,0 0 1-16,0 0 1 15,0 0-1-15,0 0 7 16,0 0-2-16,-2 0 7 16,2 0 20-16,0 0-6 15,0 0-12-15,-2 0-9 16,2 0-5-16,0 0 0 15,0 0 0-15,0 0-1 16,0 0 1-16,0 0 0 16,0 0-1-16,0 0 0 15,0 0 0-15,0 0 0 0,0 0 1 16,0 0 1-16,0 0 4 16,0 0-6-16,0 0 1 15,0 0-1-15,0 0-1 16,0 0 1-16,0 0-1 15,0 0 0-15,0 0 1 16,0 0 1-16,0 0-1 16,0 0 0-16,0 0 1 15,0 0 0-15,-3-3 0 16,3-1 0-16,-2 0-1 16,-1 0 1-16,3-1-1 15,-2 0-2-15,2-2-43 16,0-14-102-16,0 5-241 15,0 0-797-15</inkml:trace>
  <inkml:trace contextRef="#ctx0" brushRef="#br0" timeOffset="-161320.83">9050 13513 1676 0,'0'0'210'0,"0"0"-172"16,0 0 9-16,0 0 120 15,-2 113-9-15,2-52 19 16,10 4-48-16,0-1-41 15,-1-6-33-15,-1-8-15 16,2-7-19-16,-4-8-15 16,1-12-5-16,-1-5-1 15,-1-11-52-15,0-7-106 16,-5-13-65-16,0-16-140 0,0-4-700 16</inkml:trace>
  <inkml:trace contextRef="#ctx0" brushRef="#br0" timeOffset="-161082.8">9050 13483 988 0,'0'0'133'16,"0"0"-95"-16,80-140 42 15,-40 102 73-15,2 20-18 16,-3 18-56-16,-6 10-31 16,-4 27 35-16,-6 16 51 15,-13 3 16-15,-10 2 57 16,0-4-45-16,-22-5-35 0,-11-7-52 15,-5-11-38 1,2-4-16-16,3-10-15 0,8-8 0 16,5-7-6-16,5-2-31 15,5-20-192-15,6-6-143 16,4-5-295-16</inkml:trace>
  <inkml:trace contextRef="#ctx0" brushRef="#br0" timeOffset="-160850.28">9560 13221 1558 0,'0'0'516'0,"0"0"-465"16,0 0 103-16,-82 142 65 0,57-80-110 15,8 1-41-15,5-8-23 16,10-5-26-16,2-7-10 15,0-4-3-15,14-2-6 16,10-5-43-16,8 3-99 16,20 6-221-16,-4-7-313 15,-9-8-686-15</inkml:trace>
  <inkml:trace contextRef="#ctx0" brushRef="#br0" timeOffset="-160565.63">9785 13939 1438 0,'0'0'335'15,"0"0"-28"-15,0 0-36 16,16-134-123-16,-11 81-68 0,1-5-7 16,-2-3-28-1,4 1-14-15,-2 4-8 0,3 6-14 16,-3 10 9-16,4 14 13 16,-4 12-10-16,3 14-21 15,5 2 0-15,5 27-5 16,6 12 5-16,2 8 14 15,-2 4-4-15,-8-2-2 16,1-8-7-16,-7-7 5 16,1-6-6-16,-4-7-1 15,1-8-8-15,-3-7-63 16,0-5-125-16,-6-3-117 16,0-12-195-16,0-6-872 0</inkml:trace>
  <inkml:trace contextRef="#ctx0" brushRef="#br0" timeOffset="-160428.62">9779 13779 1822 0,'0'0'272'16,"0"0"-148"-16,0 0-43 16,0 0-81-16,151-61-347 15,-91 43-643-15</inkml:trace>
  <inkml:trace contextRef="#ctx0" brushRef="#br0" timeOffset="-160122.22">10383 13820 1748 0,'0'0'372'0,"0"0"-160"16,0 0-32-16,0 0-98 15,-42-138-44-15,42 89-26 16,0 3-6-16,0 2-5 15,11 0 4-15,5 2-5 16,3 3-13-16,6 5 13 16,2 10 0-16,2 13 0 15,-2 11-1-15,0 14-13 16,-4 27 4-16,-2 10 9 16,-5 7 1-16,-6-2 0 15,-3-10 1-15,-3-3 1 0,-2-12-2 16,1-4 0-16,0-10 0 15,1-4-88-15,7-12-196 16,0-1-229-16,0 0-199 16</inkml:trace>
  <inkml:trace contextRef="#ctx0" brushRef="#br0" timeOffset="-159880.66">10788 13375 1513 0,'0'0'179'15,"0"0"-138"-15,0 0 111 0,-73 147-6 16,71-94-7-16,2 1-43 16,9-6-28-16,17-7-31 15,8-9-19-15,3-10-5 16,6-10-13-16,-1-8-27 15,10-4-169-15,-10-9-170 16,-9-11-531-16</inkml:trace>
  <inkml:trace contextRef="#ctx0" brushRef="#br0" timeOffset="-159615.5">11066 13124 1627 0,'0'0'207'0,"0"0"-110"16,0 0 5-16,0 0 23 15,0 0 69-15,86 163-22 16,-57-83-36-16,-7-2-54 16,-8-8-30-16,-5-10-22 15,-5-8-17-15,-4-9-4 16,0-9-8-16,0-3-1 15,0-4-9-15,0-7-97 16,2-12-178-16,9-7-285 16,3-1-618-16</inkml:trace>
  <inkml:trace contextRef="#ctx0" brushRef="#br0" timeOffset="-159400.43">11533 13430 1577 0,'0'0'245'0,"0"0"-119"16,0 0 76-16,0 0-124 15,0 0-67-15,118-17-11 16,-73 13-87-16,-12 2-236 15,-11 2-594-15</inkml:trace>
  <inkml:trace contextRef="#ctx0" brushRef="#br0" timeOffset="-159237.14">11620 13647 1527 0,'0'0'395'15,"0"0"-119"-15,0 0-34 16,0 0-58-16,0 0-81 15,0 0-75-15,0 0-28 16,129-33-107-16,-62 4-125 16,-11 3-320-16,-9 1-745 0</inkml:trace>
  <inkml:trace contextRef="#ctx0" brushRef="#br0" timeOffset="-158951.83">12094 13439 1046 0,'0'0'735'15,"0"0"-527"-15,-23 127 91 16,23-78-94-16,8-6-80 16,24-7-66-16,10-12-35 15,7-10-9-15,3-13-2 16,-2-1-4-16,-5-17 0 15,-5-15-8-15,-9-11 0 0,-8-2 13 16,-15-4 23-16,-8 1 32 16,0 4-11-16,-15 4-33 15,-14 4-25-15,-33-2-15 16,6 11-133-16,-2 8-440 0</inkml:trace>
  <inkml:trace contextRef="#ctx0" brushRef="#br0" timeOffset="-136795.88">5742 1717 743 0,'0'0'107'16,"0"0"-69"-16,0 0-33 15,0 0-5-15,0 0 0 16,0 0 16-16,-21-63 9 0,17 47-6 16,0-2 8-1,-3-1 27-15,3 2 9 0,2-3-31 16,0 2-12-16,2-2 31 16,0 3 53-16,0 4-28 15,0 5 18-15,0 5 37 16,-3 3-44-16,1 0-30 15,2 0-6-15,-3 0-42 16,3 0-9-16,0 0 0 16,0 4 0-16,0 4 54 15,0 4 44-15,0 2-29 16,0 2-18-16,0-3-6 0,0-5-17 16,0-4-12-1,0-2-7-15,0-2 20 0,3 0 51 16,-1-6-24-16,3-15-8 15,-3 0-20-15,2-1-27 16,-2 3 8-16,-2 9 2 16,0 6-7-16,0 4-4 15,0 0-15-15,0 0-9 16,0 9 14-16,5 4 10 16,-1 8 9-16,0 3-3 15,2 3-5-15,-4 4 6 16,0-3 1-16,0-2-7 15,-2-9 0-15,2-5-1 16,2-9 0-16,1-3 0 16,1 0-6-16,4-1-3 0,5-18 9 15,10-8 46-15,4-8-19 16,8-11-12-16,11-6-14 16,10-8-1-16,58-39-19 15,-14 16-243-15,-4 11-288 0</inkml:trace>
  <inkml:trace contextRef="#ctx0" brushRef="#br0" timeOffset="-129202.59">3036 15302 643 0,'0'0'229'0,"0"0"0"16,0 0 28-16,0 0-27 16,0 0-52-16,13 142 37 15,0-84-38-15,5 15 13 16,2 11-45-16,1 6-44 16,-2-2-37-16,1 2-28 15,-1-5-21-15,-4-13-14 0,-1-11 0 16,-6-15 5-16,-3-11 0 15,-3-17 0-15,-2-10 0 16,0-8 27-16,0-3 70 16,0-32-42-16,-13-11-41 15,-6-16-14-15,4-6-5 16,-1-2 0-16,3-3 1 16,4-3-2-16,2 6-10 15,5-2 10-15,2-2-1 16,0 9-11-16,2 7 2 15,19 7-8-15,1 12 17 16,2 11-5-16,-4 14-4 16,-4 14-2-16,-3 0 0 15,-4 26 0-15,-5 15 12 16,-4 2 0-16,0 6 6 0,0-4-5 16,-13-1 9-16,3-11-9 15,2-8-1-15,4-10-5 16,4-7-35-16,0-8 5 15,0 0 20-15,2 0-10 16,16 0 24-16,5-4 1 16,8 4 0-16,7 0-5 15,6 18-3-15,3 14 8 16,-3 15-1-16,-3 8 0 16,-14 7 1-16,-12 1 1 15,-13-1 29-15,-2-8 25 16,-4-10-22-16,-17-9-13 0,-2-6 0 15,-2-12-9-15,0-14 5 16,0-3-1 0,1 0-7-16,-3-12-8 0,3-5-25 15,4-6-54-15,13-17-71 16,7 8-169-16,0-2-428 0</inkml:trace>
  <inkml:trace contextRef="#ctx0" brushRef="#br0" timeOffset="-128790.52">3918 15691 1551 0,'0'0'324'15,"0"0"-288"-15,0 0 16 16,0 0 43-16,71 125 8 15,-36-93-42-15,-4-6-36 16,-2-9-13-16,-3-7-11 16,-4-10 6-16,1 0 9 15,-6-10 12-15,-1-19-12 16,-3-4-4-16,-3 1-1 16,-4 2-11-16,-2 8 54 15,-4 12 55-15,0 6-14 16,3 4-55-16,3 13-40 0,6 24 12 15,3 19 69 1,3 16 16-16,3 9-39 0,-6-1-12 16,1 0-23-16,-3-7-8 15,-3-12-8-15,0-13-5 16,-1-11-2-16,-3-18-1 16,-2-10-29-16,1-9-34 15,7-28-23-15,-4-11-222 16,1-7-669-16</inkml:trace>
  <inkml:trace contextRef="#ctx0" brushRef="#br0" timeOffset="-128488.59">4982 15651 1345 0,'0'0'177'0,"0"0"-132"15,0 0 29-15,0 0-15 16,-83 126 57-16,83-67 12 16,0 0 31-16,2 0-11 15,20-5-67-15,3-14-44 16,4-10-19-16,2-6-17 15,3-14-1-15,6-6-41 0,3-4-101 16,25-4-171-16,-7-14-493 16,-6-1-82-16</inkml:trace>
  <inkml:trace contextRef="#ctx0" brushRef="#br0" timeOffset="-128263.06">5704 15654 2118 0,'0'0'195'15,"0"0"-147"-15,0 0 77 16,0 109 33-16,6-56-72 0,3-4-34 16,3-1-23-1,1-7-22-15,1-14-2 0,1-5-5 16,5-12-28-16,11-11-151 15,-4-21-176-15,-5-13-672 0</inkml:trace>
  <inkml:trace contextRef="#ctx0" brushRef="#br0" timeOffset="-127925.45">5936 15633 1866 0,'0'0'221'0,"0"0"-155"15,22 105 119-15,-6-50-4 16,-1-5-65-16,-1-6-77 16,-3-8-29-16,-7-14-1 0,0-8-9 15,-2-5 0-15,-2-9 9 16,0-5 10-16,0-21-19 16,0-5-7-16,0-13 6 15,0 1 0-15,0-1 0 16,19 6-27-16,5 10-45 15,5 14 9-15,5 10 40 16,-3 4 24-16,-4 26-10 16,-2 15 10-16,-10 5 9 15,-4 1 9-15,-2-3 5 16,-5-3-11-16,1-18-12 16,3-6 0-16,8-17-159 0,3 0-371 15,-4-3-459-15</inkml:trace>
  <inkml:trace contextRef="#ctx0" brushRef="#br0" timeOffset="-127498.69">6591 15686 1588 0,'0'0'232'0,"0"0"-169"15,0 0-44-15,0 0 6 16,-118 14-1-16,98 13-14 0,9 4 15 16,8 10 60-1,3 1 24-15,9-2-22 0,20-6-43 16,2-4-25-16,6-7-19 16,-4-5 0-16,-4-14-4 15,-5-4 2-15,-2 0-95 16,-6-12-21-16,-7-21 12 15,-2-13 43-15,-7-16 33 16,0-26-17-16,-3-2-63 16,-14-3-142-16,-1 3 40 15,0 29 212-15,0 3 202 16,4 21 92-16,8 19 43 16,2 14-96-16,4 4-142 15,0 22-75-15,2 24 19 16,16 14 41-16,1 8-40 0,4-1-26 15,0-3-18-15,1 11-43 16,-4-22-339-16,-9-9-991 0</inkml:trace>
  <inkml:trace contextRef="#ctx0" brushRef="#br0" timeOffset="-126379.2">9446 15520 1513 0,'0'0'242'0,"0"0"-162"16,29 121 224-16,-8-45-65 16,1 11-89-16,4 4-34 15,1 8-49-15,0-9-16 16,-4-2-11-16,-1-8-17 16,-5-12-17-16,2-10-6 15,-9-17 1-15,-1-15-1 16,-4-12 0-16,-2-14-15 15,-3-12-7-15,0-26-90 16,0-15-129-16,-8-10-127 16,-5-4-11-16,-5-3-113 15,-2 1 194-15,0 4-73 0,-5-3 263 16,2-7 108-16,0-2 398 16,7-6-96-16,10 2-117 15,6 5-16-15,6 13 39 16,23 5-53-16,7 19-34 15,6 15 30-15,3 20-24 16,-2 4-74-16,-1 41-2 16,-7 17 11-16,-10 9-19 15,-15 12 27-15,-10-7 50 16,-4-5-15-16,-25-9-41 16,-4-9-34-16,-5-13-18 15,5-14-11-15,2-13 10 16,4-9-11-16,4 0-11 15,8-23-54-15,15-17-102 16,0 4-297-16,11 2-221 0</inkml:trace>
  <inkml:trace contextRef="#ctx0" brushRef="#br0" timeOffset="-126144.72">10250 15422 1572 0,'0'0'352'15,"0"0"-263"-15,0 0-17 16,0 0 34-16,-75 116-10 16,75-61-28-16,3 3-13 0,17 0-25 15,7 0-16-15,6-4-14 16,30-1-26-16,-8-14-325 15,-1-15-828-15</inkml:trace>
  <inkml:trace contextRef="#ctx0" brushRef="#br0" timeOffset="-108986.38">11413 16087 214 0,'0'0'111'0,"0"0"-72"0,0 0-39 16,0 0-85-16</inkml:trace>
  <inkml:trace contextRef="#ctx0" brushRef="#br0" timeOffset="-96040.51">10642 15473 1480 0,'0'0'241'0,"0"0"-144"16,0 0 144-16,0 0-95 15,0 0-121-15,0 0-16 16,0 0 41-16,11 39 19 16,4 1 30-16,3 4-38 15,0 7-33-15,2 7-1 16,0 4-14-16,0 0 1 16,0 4-13-16,-2-11 8 15,-3-5-7-15,-3-12 6 16,-6-14-6-16,-3-11-1 0,-3-8 9 15,0-5 32-15,0 0 55 16,0-10-27-16,-13-12-46 16,-8-13-7-16,-1-2-7 15,-1-7-1-15,4-1-8 16,3-6 1-16,3-1-2 16,6 6 0-16,5 3-5 15,2 2 4-15,0 6-5 16,7-4 5-16,12 7-1 15,8 0-5-15,6 0-2 16,4 10 2-16,0 1 5 16,-5 16 1-16,-8 5-11 15,-9 0 0-15,-3 12 11 0,-5 13-8 16,-7 2 7-16,0 7 2 16,-7-2 0-16,-11 3-1 15,0-3 1-15,-2-6 0 16,2-6 1-16,5-4 0 15,3-8 0-15,6-2 0 16,2-6 5-16,2 0 2 16,0 0-8-16,18-14-5 15,11-4-1-15,5 0 5 16,3 4 1-16,5 6-1 16,3 8-7-16,-1 0 7 15,1 1 0-15,-7 22-5 16,-9 7 5-16,-13 6 1 15,-11 0-5-15,-5 3 5 16,-7-2 9-16,-20-2-1 0,-4-3-7 16,-2-6 0-16,-4-8 0 15,2-5 5-15,1-5-5 16,3-6 1-16,7-2-2 16,4 3-17-16,8-1-88 15,12 1-131-15,5 2-142 16,19-1-344-16</inkml:trace>
  <inkml:trace contextRef="#ctx0" brushRef="#br0" timeOffset="-95686.75">11517 16056 1817 0,'0'0'299'0,"0"0"-141"16,0 0 110-16,0 0-153 15,-42-133-81-15,42 87-19 16,0-2-15-16,0-4 6 16,13 6-4-16,5 1-1 15,3 1 0-15,0 9 17 16,4 7 15-16,2 10 4 16,2 5-21-16,0 13-10 15,2 4-6-15,-4 24 0 16,-4 11 0-16,-8 3 1 15,-7 6 8-15,-2 1-8 0,-6-8 9 16,0 1-8-16,0-6-1 16,0 0-1-16,2-4-30 15,4-4-37-15,7-1-26 16,12-10-87-16,53-17-123 16,0-1-76-16,4-25-745 0</inkml:trace>
  <inkml:trace contextRef="#ctx0" brushRef="#br0" timeOffset="-95385.84">12463 15561 1035 0,'0'0'199'15,"0"0"-36"-15,0 0 73 16,-122 32-65-16,89-2-7 16,5 10 48-16,10 6-33 15,14 3-41-15,4-5-30 16,13-3-57-16,22-7-18 16,10-5-8-16,9-12-10 15,-1-4-9-15,3-9-6 16,-3-4-19-16,-3 0-109 15,12-31-209-15,-15 3-228 16,-12-2-367-16</inkml:trace>
  <inkml:trace contextRef="#ctx0" brushRef="#br0" timeOffset="-95145.53">12739 15325 1568 0,'0'0'330'16,"0"0"-246"-16,0 0 113 15,88 119 14-15,-51-47-40 16,-3 8-47-16,-10 1-45 16,-9-5-41-16,-6-10-23 0,-2-10-15 15,-4-8 0-15,-1-17-52 16,6-17-95-16,-1-9-332 15,5-5-430-15</inkml:trace>
  <inkml:trace contextRef="#ctx0" brushRef="#br0" timeOffset="-94913.22">13454 15552 373 0,'0'0'1827'0,"0"0"-1617"0,0 0-111 16,0 0 6-16,0 0-82 16,152-76-23-16,-96 62-32 15,-4 14-169-15,-17 0-141 16,-17 4-340-16</inkml:trace>
  <inkml:trace contextRef="#ctx0" brushRef="#br0" timeOffset="-94747.55">13526 15816 1846 0,'0'0'485'0,"0"0"-302"15,0 0 43-15,0 0-130 16,0 0-81-16,0 0-15 0,165-99-30 15,-107 69-28-15,23-6-119 16,-17 4-376-16,-4 1-633 0</inkml:trace>
  <inkml:trace contextRef="#ctx0" brushRef="#br0" timeOffset="-94537.68">14364 15588 798 0,'0'0'1213'15,"0"0"-1017"-15,0 0 100 16,20 124-50-16,-7-61-113 16,3 3-54-16,-1 6-46 0,-1-7-26 15,-1-3-6-15,-4-8-1 16,3-6 0-16,-4-8-42 16,-1-11-17-16,-2-10-118 15,-5-19-173-15,-9 0-154 16,-7-18-519-16</inkml:trace>
  <inkml:trace contextRef="#ctx0" brushRef="#br0" timeOffset="-94298.7">14351 16026 920 0,'0'0'617'16,"0"0"-295"-16,-67-108-5 15,56 49-135-15,11-10-34 16,16-12-58-16,32-3-61 16,14 4-20-16,10 11-1 15,-3 19 38-15,-9 28-1 0,-10 22-33 16,-15 22-11-16,-15 28 0 15,-15 14 48-15,-5 7 17 16,-12-5-14-16,-17-8-25 16,-2-9-14-16,0-8-4 15,0-11-8-15,2-10 0 16,4-8-1-16,10-8-43 16,6-4-50-16,9-22-43 15,0-10-382-15,18-3-726 0</inkml:trace>
  <inkml:trace contextRef="#ctx0" brushRef="#br0" timeOffset="-94027.6">15134 15266 1505 0,'0'0'322'0,"0"0"-140"15,-99 134 189-15,68-58-118 16,16 5-114-16,15 0-81 16,13-7-42-16,36-16-16 15,13-17-9-15,7-15-98 16,14-26-131-16,-19 0-122 0,-12-21-521 0</inkml:trace>
  <inkml:trace contextRef="#ctx0" brushRef="#br0" timeOffset="-93006.81">15956 15651 1575 0,'0'0'201'16,"24"107"-106"-16,-4-46 128 15,3 1-108-15,-8-11-68 16,-1-15-27-16,-6-10-10 16,-5-20-3-16,-3-6 94 15,0-10 103-15,-11-26-121 16,-16-19-41-16,-2-11-8 16,0-9-3-16,6 3-8 15,15-3-7-15,8 9-14 16,0 11-2-16,27 13 0 15,4 16-6-15,2 19 0 0,-4 7 4 16,-6 7-10 0,-12 25 11-16,-11 13 1 0,0 3 0 15,-19 1 1-15,0-4 9 16,-2-9-9-16,9-13 0 16,7-11-1-16,5-7 1 15,0-5 8-15,20-8-7 16,13-10-2-16,12 4 0 15,3 10 0-15,4 4-6 16,-5 4 5-16,-11 22-5 16,-14 9 6-16,-15 6 0 15,-7 1 3-15,-23 6 33 16,-14-4 5-16,-6-7-18 0,1-7-14 16,6-7-8-1,3-10 8-15,8-7-8 0,7-6-1 16,7 0-21-16,11-6-51 15,13-42-177-15,18 3-480 16,10-4-521-16</inkml:trace>
  <inkml:trace contextRef="#ctx0" brushRef="#br0" timeOffset="-92757.22">16453 15254 1881 0,'0'0'337'16,"0"0"-197"-16,0 0 72 0,135 50-62 15,-85 6-57-15,-13 13-26 16,-14 6 14-16,-17 1 14 16,-6-5-36-16,0-13-29 15,-15-9-21-15,-1-10-3 16,3-11-6-16,2-12-42 15,-2-9-92-15,2-7-119 16,1 0-505-16</inkml:trace>
  <inkml:trace contextRef="#ctx0" brushRef="#br0" timeOffset="-92083.28">17240 15651 553 0,'0'0'818'16,"0"0"-729"-16,0 0-77 0,0 0-10 15,0 0-1-15,0 0 0 16,0 0 5-16,-29 3 13 16,25-3 126-16,1 0-8 15,1-3-45-15,2-7 8 16,0 2 20-16,0 4-5 16,0 4-48-16,0 0-41 15,9 0-14-15,-3 9 3 16,-1 7 26-16,-5-1 20 15,0-1 18-15,0-6-29 16,-3 1-29-16,-5-9 2 16,1 0-6-16,1 0-17 0,6-14 0 15,0-7-133-15,15 7-217 16,8 0-291-16</inkml:trace>
  <inkml:trace contextRef="#ctx0" brushRef="#br0" timeOffset="-91811.44">17614 15473 2119 0,'0'0'272'15,"0"0"-196"-15,0 0 38 0,0 0-14 16,0 0 16-16,74 165-50 15,-45-86-27-15,-5 6 18 16,-6 0-14-16,-2-9-31 16,-3-5-11-16,0-18-1 15,-3-7-9-15,-2-19-73 16,-3-13-93-16,-5-16-192 16,-2-20-100-16,-11-16-615 0</inkml:trace>
  <inkml:trace contextRef="#ctx0" brushRef="#br0" timeOffset="-91588.22">17618 15691 1272 0,'0'0'290'16,"0"0"-57"-16,2-157 37 15,31 87-149-15,13 6-71 16,8 12 25-16,4 20 29 0,-2 27-18 16,-10 10-53-16,-8 36-21 15,-9 17 37-15,-13 11-5 16,-12 4 28-16,-4-7 10 15,-9-2-28-15,-18-10-23 16,-2-11-15-16,3-6-10 16,1-15-6-16,8-10-22 15,3-12-88-15,5-22-118 16,9-7-448-16</inkml:trace>
  <inkml:trace contextRef="#ctx0" brushRef="#br0" timeOffset="-91339.8">18479 15360 1905 0,'0'0'345'16,"0"0"-191"-16,0 0 39 15,0 0-89-15,-89 113-19 16,87-64-28-16,2 9-2 15,0 4 1-15,11 1-4 16,7-5-32-16,9-5-15 16,2-7-5-16,9-11-65 15,26-9-72-15,-6-13-206 0,-6-13-783 16</inkml:trace>
  <inkml:trace contextRef="#ctx0" brushRef="#br0" timeOffset="-91040.01">18997 15530 1407 0,'0'0'538'15,"0"0"-359"-15,0 0 35 16,-69-135-103-16,51 103-76 16,-1 11-22-16,2 9-3 15,-3 12-2-15,-5 0 5 16,-2 20 42-16,1 20 0 15,4 14 32-15,1 14 13 16,10 3-11-16,9 0-36 0,2-2-8 16,18-9-26-16,17-10-12 15,10-18-7-15,1-10-1 16,0-12-18-16,-7-10-37 16,-3 0-30-16,-5-6-7 15,16-30-86-15,-9 2-314 16,-3-3-547-16</inkml:trace>
  <inkml:trace contextRef="#ctx0" brushRef="#br0" timeOffset="-90790.75">19375 15133 1855 0,'0'0'471'16,"0"0"-382"-16,0 0 195 15,89 155-105-15,-66-74-61 16,-10 4-54-16,-13 6-38 16,0-3-26-16,-22-2-20 15,-42 32-138-15,3-19-358 16,-4-13-1126-16</inkml:trace>
  <inkml:trace contextRef="#ctx0" brushRef="#br0" timeOffset="-57123.63">27735 4187 147 0,'0'0'90'0,"0"0"-54"16,0 0 19-16,0 0-24 15,0 0-16-15,0 0 8 16,0 0 68-16,31 44 49 15,-7-52-41-15,39-38-99 16,-8 1-26-16,3-4-235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36:50.6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8356 1756 1446 0,'0'0'405'16,"0"0"-394"-16,137-82-11 15,-52 32-78-15,3 6-244 0</inkml:trace>
  <inkml:trace contextRef="#ctx0" brushRef="#br0" timeOffset="937.37">21163 1613 1698 0,'0'0'198'0,"31"155"-142"0,-6-22 43 16,6 12 36-16,-4-24 14 16,-5-39-48-16,-6-35-48 15,-5-17-29-15,0-5-17 16,-4-4-1-16,-1-9-5 15,-6-12 17-15,0-10 22 16,-19-30-24-16,-10-23-10 16,-5-14-4-16,1-16 27 15,6-6-6-15,11 4-16 16,16 2-7-16,0 13-12 16,23 14-11-16,10 16 6 15,5 16 17-15,-5 22-2 16,-2 12-10-16,-8 20-17 15,-9 26 29-15,-12 12 6 16,-2 6 6-16,-8-3-11 0,-9-13 5 16,3-14-5-16,8-19 0 15,6-12-1-15,4-3-56 16,27-18-42-16,12-11 33 16,5 4 29-16,4 9 27 15,0 16 2-15,-8 12-12 16,-4 34 17-16,-14 16 2 15,-12 12 11-15,-14 3 51 16,-6-5 42-16,-31-6 18 16,-5-12-45-16,-5-10-46 15,3-10-17-15,2-10-14 16,-10-4-96-16,13-6-410 16,2-6-841-16</inkml:trace>
  <inkml:trace contextRef="#ctx0" brushRef="#br0" timeOffset="1742.05">21210 14536 1776 0,'0'0'303'0,"0"0"-233"15,0 0-17-15,0 0 50 16,0 0-27-16,-154-14-41 15,101 26 4-15,-10 16-14 16,-15 14-7-16,-9 18-11 16,-17 28-5-16,16-3-1 15,15 7 1-15,26-1 7 16,45-22 3-16,4 5-7 16,65-9-5-16,42-9-1 15,7-20 1-15,-9-14-14 0,-14-22-53 16,8-5-65-1,-13-12-149-15,-9-5-230 0</inkml:trace>
  <inkml:trace contextRef="#ctx0" brushRef="#br1" timeOffset="95888.59">2182 16441 212 0,'0'0'0'0</inkml:trace>
  <inkml:trace contextRef="#ctx0" brushRef="#br0" timeOffset="-212971.46">10967 3437 1371 0,'0'0'233'0,"0"0"-185"15,0 0 73-15,0 0 84 0,0 0-57 16,0 0-59-16,-15-12-4 16,15 10 15-16,0 0-28 15,0-2-21-15,0-3-17 16,0 0-3-16,0-1-5 16,0-3 3-16,0 4 16 15,-7-1 0-15,-5-2 2 16,-3 1-20-16,-3 0-9 15,-5-4-10-15,0 4-7 16,-4 0 1-16,-2 4-2 16,-7-2 0-16,-2 3 0 15,-9 2 1-15,-4 2 0 16,-5 0-1-16,-6 0 0 0,-3 14 0 16,-8 4 0-16,-8 5 1 15,-6 2-1-15,-4 6 1 16,-1 3-1-16,1 2 0 15,4 2-1-15,2 0 1 16,8 2 0-16,0 0 0 16,9 1-2-16,-3 2 2 15,1 6-1-15,-3 5 1 16,-3 5-1-16,-4 7 1 16,-1 1 0-16,-2 6 0 15,6 0 0-15,1 4 9 16,7 1-7-16,4 4-1 15,-4 19 5-15,-7 20 5 16,-1 16 2-16,7-8 5 16,21-25 0-16,9 5-6 0,12 2-11 15,5 18 5-15,3 18-5 16,13-34 0-16,5-30 0 16,2-20 0-16,0-5 6 15,0 29-7-15,0 32 8 16,15 33 2-16,3 3 11 15,3-25-10-15,-2-32 7 16,10-4 4-16,14 10 5 16,8 17 1-16,9 11-4 15,0-16-9-15,-4-9-4 16,0 3-2-16,0 6-2 16,-2 8 5-16,0 11-1 15,7 2 17-15,8 2-4 0,7-4-9 16,6-7-3-16,12-7-6 15,6-5-6-15,12-4-1 16,8-1 0-16,11-7 1 16,10-2 0-16,4-8 6 15,9-2 6-15,11-2-1 16,11-6-4-16,13-11-5 16,14-7-2-16,9-11 6 15,13-9-5-15,7-10 0 16,2-9 1-16,4-6 4 15,3-9 0-15,-2-10-6 16,1-2-1-16,3-9 0 0,-2-17 1 16,0-13 1-1,2-15 12-15,-4-13 0 0,-3-13-11 16,-7-12-1-16,-5-9 1 16,-12-5-1-16,-12-8 6 15,-13-6-5-15,-18-10 4 16,-15-5 2-16,-18-3-8 15,-14-5 0-15,-14-7 7 16,-17-5-6-16,-12-4 5 16,-15-4-6-16,-13 0 0 15,-11-3 0-15,-13-1 0 16,-9-2 1-16,-14 4 0 16,-4 1 7-16,-7-3-1 0,-24-3-5 15,-13-4-2 1,-7 2-1-16,-10-6 0 0,-7 3-5 15,-9 5 6-15,-6 1 0 16,-3 9 1-16,-7 1 11 16,-6 1-6-16,-5-8-6 15,-8-5 0-15,-11-11-7 16,-16-12 6-16,-16-2 1 16,-16 3-1-16,-16 18-8 15,-27 29 7-15,-37 23-5 16,-44 36-19-16,-60 36-27 15,-50 39-22-15,-46 26-15 16,-26 50-48-16,6 19-85 16,121-14-244-16,76-15-505 0</inkml:trace>
  <inkml:trace contextRef="#ctx0" brushRef="#br0" timeOffset="-210975.32">14708 1925 1313 0,'0'0'189'16,"0"0"-153"-16,0 0 14 15,0 0 31-15,0 0 36 16,-120 22 10-16,95-6-25 0,-2 6-26 15,-4 4 15 1,0 9-16-16,-5 2-12 0,-3 7-21 16,0 5 13-16,-5 6 0 15,-2 7-9-15,2 5-6 16,-1 8-10-16,-1 0 4 16,1 3-7-16,1 7-9 15,1 1-6-15,-8 20 4 16,-3 21-8-16,-1 19 8 15,7 4 7-15,13-6-7 16,13-5-1-16,10-4-6 16,4 10-8-16,4 8 6 15,-1 0-1-15,5-1 0 16,0 0 6-16,0 5 0 16,0 5-3-16,9-1 3 0,11-1-1 15,6-2-10-15,8 7 5 16,6-3 2-16,4-1-7 15,10-5 0-15,4 1 10 16,7 0-10-16,9 10 8 16,5 2 3-16,8 7-5 15,5 7-1-15,8-3-6 16,12-7 1-16,15-11 0 16,18-15 0-16,15-11 8 15,10-6-8-15,10-5 5 16,7-7 2-16,7-6-7 15,7-1 7-15,6-7-7 16,7-8 0-16,11-8 0 0,16-14 0 16,14-16 5-16,14-19-4 15,10-17-1-15,6-18 0 16,3-4 0-16,-3-2 0 16,-2-17 5-16,-9-8 3 15,-13-5 3-15,-14-13-12 16,-8-6 1-16,-7-16 7 15,-5-13 2-15,1-14-8 16,-8-15 7-16,-3-7 0 16,-14-8-8-16,-21-4 18 15,-19-5 0-15,-22 1-10 16,-19-3 2-16,-11-8 1 0,-8-11 6 16,-5-12-5-1,-2-12-2-15,-7-8-1 0,-6 1 1 16,-10-4-2-16,-15 6 9 15,-18 2-8-15,-13-4 7 16,-14 0-2-16,-10-5 3 16,-3-3-5-16,-5-3-1 15,-15-5-3-15,-9 1-4 16,-9-1-5-16,-9-3 0 16,-9 1 6-16,-13 4 3 15,-13 9 15-15,-14 12-14 16,-13 13 4-16,-11 7-13 15,-12 9-1-15,-6 5-6 16,-12 6 5-16,-8 1 0 16,-11-2 1-16,-8 6 1 0,-8-2 0 15,-6 11 0-15,-8 11 0 16,-5 5 1-16,1 18 6 16,-3 4-8-16,3 7-11 15,-1 16 10-15,-6-2-5 16,-2 11 6-16,-4 12-1 15,-7 9 1-15,-4 7 0 16,-3 6 0-16,3 8-6 16,1-2-1-16,6 9 1 15,8-2-1-15,7 6 7 16,9 1 1-16,5 0 0 16,6 8-1-16,4 22-1 15,-2 14 0-15,-9 14-9 0,-8 20-11 16,-14 21-24-16,-16 35-27 15,-13 44-3-15,-11 45-18 16,-5 31-32-16,65-53-119 16,35-34-458-16</inkml:trace>
  <inkml:trace contextRef="#ctx0" brushRef="#br0" timeOffset="-205528.61">19030 7391 1694 0,'0'0'120'15,"0"0"-108"-15,0 0 49 0,0 0 23 16,0 0 25-16,0 0 11 15,-98-84-49-15,78 84-33 16,-3 0 8-16,-4 0 18 16,-4 0 3-16,0 0-9 15,-2 6 3-15,1 2-5 16,-1-1-4-16,0 4-8 16,-5-1-9-16,-5 4-6 15,-1 2-1-15,-8 4-5 16,-1 1-8-16,0 3-5 15,3-3-3-15,4 2 1 16,1-1-2-16,3 1 1 16,-5 8 2-16,-3 7 2 0,-7 8-5 15,-8 9 3 1,-13 10-3-16,-25 21-5 0,5-5 10 16,-6 4-1-16,-1 5-8 15,13-13 5-15,-5 15 1 16,-6 19-2-16,-6 25-6 15,-12 27 0-15,-1 15 1 16,8 1 0-16,10-7-1 16,10-4 1-16,7 5 0 15,12 1 5-15,14-1-4 16,18-1 2-16,19 1-4 16,11-1-6-16,13 2 6 15,0-1-1-15,6 5 1 16,23 5 2-16,7 1 4 15,11 5-6-15,13 0 0 0,20-7-1 16,19-10-1-16,21-11 1 16,24-15 1-16,15-8 0 15,19-9 2-15,12-9-1 16,12-7 0-16,10-9-1 16,9-7 0-16,8-10-1 15,6-7 1-15,8-9 0 16,8-15 1-16,6-18 2 15,6-18-3-15,9-16 0 16,4-4 0-16,-4-14 0 16,0-16 9-16,-4-8-3 15,-11-7-6-15,-8-5 3 0,-8-8-3 16,-6-4 6-16,-3-9-5 16,1-6 1-16,-6-8 5 15,-4-7-1-15,-11-12-6 16,-12-6 1-16,-11-8 5 15,-15 0-6-15,-13-3 20 16,-12-5-1-16,-15-13-1 16,-9-16-7-16,-11-10-2 15,-8-14-9-15,-6-6 2 16,-8-1 10-16,-16-5 0 16,-14 5 10-16,-14-1 5 15,-22-1-3-15,-15-1-4 16,-11 0-7-16,-18 1 2 0,-24 1-13 15,-12-5 7 1,-14 2-4-16,-13-3-5 0,-15-1-2 16,-13 5 2-16,-14 5 0 15,-15 13 2-15,-15 9 8 16,-17 9-1-16,-11 5-2 16,-12 10-7-16,-13 10-8 15,-10 12 7-15,-12 4 0 16,-9 8 0-16,-6 10 1 15,-8 6 1-15,0 12 1 16,-10 13-2-16,-4 14-2 16,-11 11 1-16,-17 13-6 15,-10 21 7-15,-15 12-8 16,-26 45-19-16,-22 37-25 16,-28 38-29-16,-30 35-31 0,-28 31-51 15,102-37-173-15,53-19-391 16</inkml:trace>
  <inkml:trace contextRef="#ctx0" brushRef="#br0" timeOffset="-196163.73">24043 1135 1796 0,'0'0'289'15,"0"0"-109"-15,0 0 51 0,0 0-183 16,0 0 26-16,33 178 69 15,-10-43-38-15,-3 9-17 16,-4-22-34-16,-6-31-30 16,2-37-14-16,-1-10-10 15,1-5-6-15,-4-2-39 16,1-9-54-16,-7-21-105 16,-2-19-89-16,-11-23-352 15,-7-9-902-15</inkml:trace>
  <inkml:trace contextRef="#ctx0" brushRef="#br0" timeOffset="-195923.4">24005 1194 738 0,'0'0'1003'0,"0"0"-892"0,0 0 55 16,140-89 12-16,-79 86-78 15,-6 3-60-15,-5 25-23 16,-15 15-4-16,-16 6 57 15,-17 5 32-15,-2 2 4 16,-29-1-11-16,-12-5-8 16,-8-5-35-16,-2-8-27 15,5-8-25-15,7-10-31 16,15-8-120-16,19-8-105 16,5-10-284-16,0-11-417 0</inkml:trace>
  <inkml:trace contextRef="#ctx0" brushRef="#br0" timeOffset="-195706.01">24645 1133 1942 0,'0'0'304'16,"0"0"-217"-16,-56 114 169 15,46-54-106-15,10 2-71 16,0-4-55-16,19-5-24 16,8-3-27-16,16 8-122 15,-8-12-365-15,-8-6-557 0</inkml:trace>
  <inkml:trace contextRef="#ctx0" brushRef="#br0" timeOffset="-195421.4">24915 1763 1925 0,'0'0'351'16,"0"0"-124"-16,0-139-5 15,0 75-119-15,0 1-58 16,11 4-33-16,7 1-12 16,-3 9 2-16,1 11 9 15,-3 9 15-15,-1 14 13 16,-3 9 0-16,1 6-26 0,6 0-12 15,4 24-1 1,2 7 9-16,3 4-2 0,-4 5-5 16,-6 1 4-16,-1-4-6 15,-4 0-1-15,1-7-38 16,-1-6-39-16,3 3-58 16,-3-8-217-16,0-6-401 0</inkml:trace>
  <inkml:trace contextRef="#ctx0" brushRef="#br0" timeOffset="-195256.9">24971 1564 1041 0,'0'0'600'0,"0"0"-503"0,0 0-60 15,0 0-37-15,115-32-12 16,-41 20-199-16,-11 1-316 15,-12 4-271-15</inkml:trace>
  <inkml:trace contextRef="#ctx0" brushRef="#br0" timeOffset="-194603.84">25452 1690 1227 0,'0'0'309'16,"0"0"-25"-16,0 0 67 16,0 0-150-16,0 0-105 15,0 0-39-15,0 0-8 16,16-121-2-16,-14 80-12 0,2-3-4 15,5-5 11 1,5-3-20-16,8 0-14 0,5 6-8 16,1 8-1-16,4 12 0 15,-6 14-8-15,3 12-3 16,-2 2 2-16,-2 26 10 16,-3 10 5-16,-7 6 3 15,-3 6 1-15,-7-2 0 16,-3-4-8-16,-2-3 5 15,0-10-6-15,2-4-32 16,16-9-110-16,-1-6-245 16,4-10-358-16</inkml:trace>
  <inkml:trace contextRef="#ctx0" brushRef="#br0" timeOffset="-193567.82">26003 1221 955 0,'0'0'233'16,"0"0"-91"-16,0 0-73 16,0 0-69-16,0 0-5 15,0 0 5-15,0 0 1 16,13 12 12-16,-7-10 128 15,1 6 34-15,3 6-6 16,-4 13 0-16,0 8 40 16,-1 11-68-16,-3 6-65 0,0 3-8 15,3-6-28-15,-2-4-20 16,1-13-12-16,0-8-7 16,-2-14 1-16,-2-10 4 15,0 0 27-15,0-14 2 16,0-18-26-16,-2-11-8 15,-9-8 0-15,2-7-1 16,7-3 0-16,2 3 0 16,9 4-1-16,25 8-11 15,5 8-1-15,5 9-2 16,-3 16 13-16,-10 13-8 16,-13 4-5-16,-13 28 7 15,-5 14-4-15,-16 6 12 0,-15 0 1 16,-3-8 10-16,10-9-10 15,11-14-1-15,13-11 0 16,6-10-24-16,28 0 2 16,13-15-33-16,3-3-21 15,-2 3 49-15,-6 12 18 16,-9 3-1-16,-6 18 4 16,-11 15 6-16,-12 12 0 15,-4 0 15-15,-12 3 30 16,-21-4 50-16,-7-3 17 15,-7-10-48-15,-1-11-23 16,-2-8-8-16,4-10-16 16,9-2-17-16,9-2 0 0,8-15-94 15,16-12-137 1,4 2-231-16,0 1-92 0</inkml:trace>
  <inkml:trace contextRef="#ctx0" brushRef="#br0" timeOffset="-193271.68">26569 948 317 0,'0'0'1367'15,"0"0"-1171"-15,0 0 131 16,74 130-45-16,-59-60-68 16,-9 8-96-16,-6-1-54 15,0-7-22-15,0-8-26 16,-13-8-14-16,-3-9-2 16,3-10-61-16,-3-6-116 15,10-9-190-15,1-8-297 16,5-12-566-16</inkml:trace>
  <inkml:trace contextRef="#ctx0" brushRef="#br0" timeOffset="-193078.16">26896 1275 2009 0,'0'0'231'0,"0"0"-152"16,0 0-13-16,0 0-49 16,141-8-17-16,-94 8-168 15,-14 6-142-15,-15 5-446 0</inkml:trace>
  <inkml:trace contextRef="#ctx0" brushRef="#br0" timeOffset="-192950.6">26930 1502 1476 0,'0'0'243'0,"0"0"-121"0,0 0 77 16,0 0-130-16,0 0-69 15,151-37-346-15,-101 25-976 0</inkml:trace>
  <inkml:trace contextRef="#ctx0" brushRef="#br0" timeOffset="-192508.99">27601 1233 1689 0,'0'0'218'16,"0"0"21"-16,27 130 70 15,-9-58-102-15,-5 11-115 16,-5 0-49-16,-2-4-33 15,-6-7-10-15,0-14-52 16,0-16-52-16,-8-20-85 16,-5-19-101-16,-3-6-59 15,1-33-258-15,-1-18 257 16,3-11 350-16,2-8 153 16,-1-1 371-16,6 1-285 15,6 5-157-15,0 0-11 16,16 4 49-16,22 4-31 15,12 10-36-15,8 9 28 0,5 20 3 16,-3 18 5-16,-6 3-25 16,-11 22-29-16,-20 15-24 15,-13 6 13-15,-10 0 22 16,-16 1 30-16,-20-3-20 16,-3-7-25-16,-4-6-16 15,3-9-15-15,7-5-23 16,1-12-185-16,10-2-331 15,9 0-532-15</inkml:trace>
  <inkml:trace contextRef="#ctx0" brushRef="#br0" timeOffset="-192303.9">28236 1051 1910 0,'0'0'373'0,"0"0"-287"16,0 0-27-16,0 0 53 16,-93 143-19-16,93-85-54 15,0 0-39-15,13-7-4 16,21 9-151-16,-5-16-333 16,-5-5-223-16</inkml:trace>
  <inkml:trace contextRef="#ctx0" brushRef="#br0" timeOffset="-192042.81">28339 1630 1418 0,'0'0'623'16,"0"0"-350"-16,0 0 6 0,42-134-81 15,-24 73-103-15,2-1-52 16,2-1-10-16,1 2-8 16,1 3-23-16,-2 10 5 15,-4 10-6-15,-2 9 0 16,-5 16 0-16,-2 10 26 15,2 3-19-15,3 11-8 16,5 17 12-16,1 6-3 16,3 6-9-16,-4 0 0 15,2-1-7-15,-5-6-27 16,-5-5-29-16,-3-4-46 16,2 0-58-16,-6-8-173 0,-2-5-467 15</inkml:trace>
  <inkml:trace contextRef="#ctx0" brushRef="#br0" timeOffset="-191876.45">28415 1423 1069 0,'0'0'1094'16,"0"0"-903"-16,0 0-25 15,0 0-51-15,0 0-115 16,113-55-18-16,-46 32-70 15,-11 5-189-15,-4 1-305 0</inkml:trace>
  <inkml:trace contextRef="#ctx0" brushRef="#br0" timeOffset="-191659.94">28813 1020 1733 0,'0'0'265'0,"0"0"-175"16,0 0 65-16,0 0-31 16,0 0-61-16,114 137-28 15,-95-68 72-15,-9-4 2 16,-7-2-58-16,-3-10-35 16,0-9-16-16,0-1-30 0,-7-14-269 15,5-9-588-15</inkml:trace>
  <inkml:trace contextRef="#ctx0" brushRef="#br0" timeOffset="-191403.96">29280 1296 1879 0,'0'0'326'16,"0"0"-190"-16,0 0 91 0,0 0-70 16,0 0-101-16,0 0-33 15,0 0-4-15,4-11-5 16,-4 13-8-16,2 2-6 16,7 1-27-16,16-5-152 15,-1 0-386-15,3 0-578 0</inkml:trace>
  <inkml:trace contextRef="#ctx0" brushRef="#br0" timeOffset="-190960.82">29573 1115 2031 0,'0'0'289'0,"0"0"-199"0,0 0 159 16,38 123-93-1,-24-63-77-15,-1 1-26 0,-1-1-19 16,-6-9-11-16,-1-10-13 16,-5-10-9-16,2-13-1 15,-2-9-6-15,0-6-31 16,0-3 4-16,0-12 1 16,-7-18-47-16,-4-8 12 15,-5-8 46-15,3 0 20 16,0-3 1-16,6 3 22 15,7 0 45-15,0-2-23 16,20 1-35-16,16 5-9 16,8 5-1-16,1 11-5 0,-3 11 5 15,-6 13 1-15,-12 2 1 16,-5 18 6-16,-11 12 11 16,-8 7 1-16,-4 3 5 15,-25-1 5-15,-11 0-7 16,-5-3-10-16,1-7-10 15,5-4-2-15,8-4 0 16,7-9-72-16,8-4-75 16,12-8-124-16,2-7-250 15,2-15-559-15</inkml:trace>
  <inkml:trace contextRef="#ctx0" brushRef="#br0" timeOffset="-190758.53">29951 1069 78 0,'0'0'2103'16,"0"0"-1859"-16,0 0-149 15,0 0 151-15,0 0-95 16,-60 146-55-16,55-90 7 16,5-6-57-16,0-3-46 15,11-12-3-15,14-7-82 16,21-1-90-16,-5-9-375 15,3-5-950-15</inkml:trace>
  <inkml:trace contextRef="#ctx0" brushRef="#br0" timeOffset="-190309.74">30276 1497 1891 0,'0'0'372'16,"0"0"-53"-16,-11-106-94 15,11 57-128-15,0-4-66 16,0 2-17-16,18 0-8 16,-1 5 4-16,4 7-4 15,-2 8 3-15,1 11 5 16,1 8-13-16,-4 12-1 16,1 0-6-16,-7 12 0 15,-7 11 5-15,-4 4-5 16,0-1 6-16,-4-7 1 0,-4-5 8 15,3-7-8 1,5-6 1-16,0-1-2 0,0 0-14 16,15 0-11-16,6 0-13 15,6 0 12-15,-3 0 14 16,1 9 1-16,-8 15 10 16,-3 6 1-16,-7 3 2 15,-7 2 26-15,-3-1 3 16,-19-6 17-16,-9-4-6 15,-3-6-10-15,-3-5-12 16,3-8-2-16,3-3-4 16,7-2-8-16,3 0-6 15,10-2-39-15,4-12-60 16,10-22-98-16,19 4-493 16,7 3-943-16</inkml:trace>
  <inkml:trace contextRef="#ctx0" brushRef="#br0" timeOffset="-190060.78">30813 868 1698 0,'0'0'322'16,"0"0"-23"-16,0 0-29 15,154 97-72-15,-123-14-62 0,-13 4-5 16,-18 9-20-16,0 3-31 16,-27-22-50-16,-16 5-30 15,-5-11-59-15,-39 5-119 16,14-18-202-16,1-18-936 0</inkml:trace>
  <inkml:trace contextRef="#ctx0" brushRef="#br0" timeOffset="-189271.98">27204 2609 1947 0,'0'0'277'15,"0"0"-179"-15,0 0 83 16,120-24-107-16,-70 13-51 16,-6 6-23-16,-3 2-20 15,-8 3-174-15,-11 0-382 16,-15 0-516-16</inkml:trace>
  <inkml:trace contextRef="#ctx0" brushRef="#br0" timeOffset="-189137.34">27249 2862 1315 0,'0'0'199'0,"0"0"113"15,0 0-94-15,0 0-147 16,162-17-71-16,-99 3-271 0,-12 2-821 0</inkml:trace>
  <inkml:trace contextRef="#ctx0" brushRef="#br0" timeOffset="-183777.39">28354 2566 1156 0,'0'0'305'0,"0"0"-69"16,0 0 112-16,0 0-100 16,0 0-106-16,0 0-50 15,0 0-1-15,-102 61-12 0,93-20-16 16,9 4-8-16,0-3-28 16,11-6-6-16,16-10-5 15,4-8-10-15,9-14-4 16,2-4-1-16,-1-8 15 15,-10-16-10-15,-9-4-5 16,-11-2 5-16,-11 0 16 16,0 0 16-16,-16 1 22 15,-7 3-4-15,-6 5-18 16,4 3-23-16,2 6-15 16,10 3-7-16,4 8-57 15,9 1-101-15,0 5-363 0,4 7-905 16</inkml:trace>
  <inkml:trace contextRef="#ctx0" brushRef="#br0" timeOffset="-183481.93">28724 2830 1182 0,'0'0'1096'0,"0"0"-943"16,0 0 9-16,0 0-83 15,0 0-79-15,0 0-44 16,0 0-20-16,-4-61 44 16,10 61 9-16,-1 0 11 0,-2 0 0 15,1 0 6 1,-2 8 3-16,-2-1 30 0,0 5-8 16,0-7 9-16,0 1 18 15,0-3 2-15,-4-3-27 16,-1 0-23-16,5 0-10 15,0 0-67-15,0-14-152 16,16 2-450-16,2 1-363 0</inkml:trace>
  <inkml:trace contextRef="#ctx0" brushRef="#br0" timeOffset="-183085.42">29137 2464 1239 0,'0'0'556'16,"0"0"-370"-16,0 0 65 16,0 0-129-16,0 0-103 15,0 0 33-15,-23 112 86 16,3-47-20-16,1 3-7 15,3-2-28-15,11-6-49 16,5-7-22-16,5-14-5 16,21-10-6-16,10-13 4 15,5-14-5-15,-2-2-11 16,3-9 11-16,-5-12 1 0,-9-4 0 16,-10 1 16-16,-9 0-10 15,-9 7 34-15,0 0 10 16,-7 5-16-16,-13 4-23 15,-4 4-12-15,0 4-22 16,-1 0-26-16,2 8-34 16,10 13-76-16,5 0-309 15,8-5-597-15</inkml:trace>
  <inkml:trace contextRef="#ctx0" brushRef="#br0" timeOffset="-182372.95">29814 2624 1438 0,'0'0'338'0,"0"0"-218"15,0 0 19-15,0 0-1 16,0 0-71-16,0 0 39 16,0 0 5-16,-62 49-57 15,45-45-32-15,7-4-2 16,8 0 8-16,2 0-21 16,0-10-7-16,20-2-1 0,3 0-5 15,-2 1 12-15,0 8-2 16,-6 3 14-16,-5 0-9 15,-4 3 10-15,-6 11 1 16,0 0-4-16,0-1 8 16,-13-1 16-16,-3-6-5 15,3-5-12-15,3-1-6 16,6 0 7-16,4-10-12 16,0-8-12-16,4-1-14 15,17-2-5-15,1 7 18 16,2 6 2-16,-1 8-1 15,-3 0 0-15,-5 0-6 16,-5 17 6-16,-4-2 1 0,-6-1 5 16,0 1 2-16,-4-5 2 15,-12-6 5-15,-1-1-1 16,-2-3-2-16,9 0 5 16,5-17-3-16,5-1-14 15,0-3-10-15,9 7-3 16,8 3 1-16,4 4 7 15,-3 5 5-15,-1 2 0 16,-5 0-16-16,-6 11 4 16,-6 2 12-16,0 4 0 15,-12-3 13-15,-9 0 29 16,-2-5-14-16,5-4-10 0,7-5-3 16,9 0 3-1,2-5-13-15,0-12-5 0,13-2-35 16,5 4-26-16,5 11-103 15,-8 4-208-15,-1 0-558 0</inkml:trace>
  <inkml:trace contextRef="#ctx0" brushRef="#br0" timeOffset="-179744.99">30425 2609 342 0,'0'0'199'15,"0"0"-95"-15,0 0 61 16,0 0-1-16,0 0-28 15,0 0 65-15,0 0-26 16,41-99-68-16,-37 87 21 16,-4 4 87-16,0 2 56 15,0 6-26-15,0 0-126 16,0 14-95-16,-12 22-15 16,-1 15 30-16,-3 5 4 15,10 2-22-15,6-5-8 16,0-6-2-16,27-15-10 0,12-12 0 15,11-16-1-15,1-4 0 16,0-16 0-16,-8-14 0 16,-12-6 6-16,-14-4 0 15,-9-4 7-15,-8 1 45 16,0 2 5-16,-16 2 6 16,-7 7-14-16,4 8-19 15,-4 8-30-15,5 6-6 16,1 8-46-16,-1 2-81 15,7 20-143-15,4 6-335 16,5-2-511-16</inkml:trace>
  <inkml:trace contextRef="#ctx0" brushRef="#br0" timeOffset="-179549.48">30909 2763 1991 0,'0'0'199'0,"0"0"-85"16,0 0 6-16,0 0-57 15,4 106-34-15,-4-77-15 16,0-1-14-16,-4-5-58 16,2-5-325-16,2-10-485 0</inkml:trace>
  <inkml:trace contextRef="#ctx0" brushRef="#br0" timeOffset="-179219.47">31201 2456 2150 0,'0'0'268'16,"0"0"-100"-16,0 0 12 15,0 0-137-15,0 0-17 16,0 0 5-16,0 0-3 16,11 131-10-16,-13-101-3 0,-3-4-13 15,5-9-1 1,0-2 0-16,0-5 11 0,0-4-10 16,17 0 8-16,2 2 2 15,4 0-12-15,3-2 0 16,1-2-12-16,2-4-42 15,-3 0-28-15,-3 0-37 16,-3-6-98-16,-7-20-115 16,-3-1-223-16,-6 2-462 0</inkml:trace>
  <inkml:trace contextRef="#ctx0" brushRef="#br0" timeOffset="-179075.82">31467 2472 508 0,'0'0'1450'15,"0"0"-1098"1,0 0-217-16,0 0-111 0,0 0 65 15,0 0 30-15,15 129-50 16,-13-79-38-16,-2-2-15 16,0 2-16-16,0 22-49 15,-7-12-179-15,-9-6-391 0</inkml:trace>
  <inkml:trace contextRef="#ctx0" brushRef="#br0" timeOffset="-178078.63">27581 3840 1385 0,'0'0'582'16,"0"0"-329"-16,0 0 9 15,0 0-64-15,0 0-89 16,0 0-37-16,0 0 2 0,49-3 3 16,-12-4-19-16,8-1-25 15,7-2-20-15,-1 3-12 16,-6-5-1-16,-12 7 0 15,-13 2-15-15,-9 2-20 16,-6 1-27-16,-5 0-30 16,0 0-41-16,0 0-94 15,0 1-286-15,0 3-333 0</inkml:trace>
  <inkml:trace contextRef="#ctx0" brushRef="#br0" timeOffset="-177860.88">27717 4131 1437 0,'0'0'212'0,"0"0"88"0,0 0 75 16,129-17-209-16,-82 3-66 15,-3 1-57-15,-5-1-28 16,-13 5-15-16,-6 2 0 15,-6 2-49-15,-3 3-143 16,-5-2-177-16,1 3-433 0</inkml:trace>
  <inkml:trace contextRef="#ctx0" brushRef="#br0" timeOffset="-174534.74">29175 3735 1134 0,'0'0'779'15,"0"0"-615"-15,0 0 88 16,0 0-102-16,0 0-123 16,0 0-20-16,0 0 8 0,-40 128 5 15,38-82 17-15,2-5-9 16,2-9 14-16,17-14 2 16,10-10-14-16,12-8-3 15,1-4 21-15,3-21-23 16,-5-10-10-16,-13-3 2 15,-12 0 2-15,-11 1 39 16,-4 4 5-16,-4 2-25 16,-21 6-3-16,-8 3-18 15,-3 5-13-15,-1 10-4 16,3 2-12-16,5 5-44 16,7 0-60-16,9 22-75 15,3 0-291-15,10-3-389 0</inkml:trace>
  <inkml:trace contextRef="#ctx0" brushRef="#br0" timeOffset="-174353.86">29578 4023 1664 0,'0'0'265'16,"0"0"-112"-16,0 0 198 15,-24 114-186-15,12-83-79 16,4 0-58-16,3-5-17 15,1-4-11-15,4-6-20 16,0-6-172-16,2-4-184 16,13-6-349-16</inkml:trace>
  <inkml:trace contextRef="#ctx0" brushRef="#br0" timeOffset="-173919.54">29839 3698 377 0,'0'0'1258'0,"0"0"-1071"15,0 0 96-15,0 0-36 16,0 0-141-16,114-93-54 15,-92 93-22-15,-4 4-30 0,-5 20-14 16,-6 9 14-16,-7 7 25 16,0 1-3-16,-12 5-14 15,-11-1 5-15,-6-3-1 16,0-4-3-16,4-6-9 16,7-6 0-16,7-9 1 15,7 0-1-15,4-7-1 16,0-2 1-16,0-4-2 15,6-2 2-15,14-2 5 16,9 0 75-16,7 0-29 16,6-4-26-16,1-6-9 15,-5 0-7-15,-5 2-9 0,-6-1-7 16,-6 4-34-16,0-11-113 16,-5 4-166-16,-5-6-429 0</inkml:trace>
  <inkml:trace contextRef="#ctx0" brushRef="#br0" timeOffset="-173633.85">30338 3567 836 0,'0'0'1152'16,"0"0"-917"-16,0 0-7 15,0 0-103-15,0 0-106 16,0 0 51-16,0 0-30 0,10 104 5 15,-24-66-6 1,5-4-29-16,5-6-8 0,4-6-1 16,0-5 7-16,0-3-8 15,15-4 0-15,7-4 2 16,5 0 13-16,7-6-6 16,1 0-3-16,4 0-6 15,-2-3-67-15,-1-6-135 16,-3-11-267-16,-6 4-160 15,-14-2-533-15</inkml:trace>
  <inkml:trace contextRef="#ctx0" brushRef="#br0" timeOffset="-173468.37">30646 3575 872 0,'0'0'926'16,"0"0"-595"-16,0 0-171 0,0 0 19 15,0 0 16-15,0 121-71 16,0-65-30-16,0-1-52 15,-7 4-28-15,3-1-14 16,-3-2-49-16,-9 19-121 16,1-17-403-16,-5-8-1169 0</inkml:trace>
  <inkml:trace contextRef="#ctx0" brushRef="#br0" timeOffset="-171264.84">14520 5620 758 0,'0'0'212'16,"0"0"-86"-16,0 0 97 15,0 0-81-15,0 0-36 16,-27 113 33-16,27-79-24 16,0 0-43-16,0-2 0 15,16-6-2-15,7-6-5 0,4-8-2 16,2-6-13-16,4-6-3 16,-2-2-4-16,0-18 0 15,-2-6-21-15,-9-6 17 16,-9-3 29-16,-6-2 17 15,-5-4-3-15,0 3 15 16,-12 3-12-16,-7 3-25 16,-4 7-32-16,-2 8-18 15,1 6-10-15,0 7-9 16,-1 4-21-16,0 0-7 16,1 17-14-16,1 5-25 15,4 3-55-15,5 10-85 16,7-8-171-16,5-4-1000 0</inkml:trace>
  <inkml:trace contextRef="#ctx0" brushRef="#br0" timeOffset="-171050.58">14943 5782 1453 0,'0'0'201'16,"0"0"63"-16,0 0-145 16,0 109-60-16,0-80-28 15,0-5-18-15,0-5-7 16,3-4-6-16,-3-12-14 16,0-3-204-16,0 0-143 0</inkml:trace>
  <inkml:trace contextRef="#ctx0" brushRef="#br0" timeOffset="-170585.49">15076 5378 1035 0,'0'0'328'16,"0"0"-206"-16,0 0 66 0,0 0-63 16,0 0-62-16,0 0-29 15,0 0 26-15,110-22 17 16,-100 41-22-16,-6 8-24 16,-4 3 23-16,0 5-26 15,0 0-16-15,-14 0-3 16,-1-3-3-16,1-5-5 15,4-5 0-15,3-6 1 16,3-5 5-16,-1-6 14 16,5-2-8-16,0-2 9 15,0-1 8-15,0 0-5 16,0 0 14-16,3 3-1 0,7-3 13 16,3 0 13-1,4 0-6-15,0 0-43 0,1-3 16 16,0-6-15-16,-5 0-14 15,0 0-2-15,-1-1-21 16,-1 1-55-16,-2 0-31 16,-2-7-65-16,-3 2-186 15,-4-1-721-15</inkml:trace>
  <inkml:trace contextRef="#ctx0" brushRef="#br0" timeOffset="-170255.39">15332 5194 1397 0,'0'0'359'0,"0"0"-156"16,0 0-31-16,0 0-106 16,0 0-1-16,0 0 52 15,0 0 9-15,4 111-4 16,-4-76-53-16,0-1-45 15,0-6-11-15,2-4-12 16,6-4 7-16,0-8-7 16,3-3-1-16,1-6 0 15,5-3-1-15,1 0 1 16,4 0 36-16,2-3-28 16,-1-8-8-16,-3-1-16 15,0 2-29-15,-6-3-48 0,-1 1-97 16,-7-2-104-16,-1 1-29 15,-2 1-225-15</inkml:trace>
  <inkml:trace contextRef="#ctx0" brushRef="#br0" timeOffset="-170081.78">15519 5220 1870 0,'0'0'387'16,"0"0"-242"-16,0 0-38 15,0 0 57-15,18 114-79 16,-5-65-51-16,3 6-25 0,1-1-9 16,8 25-39-16,-7-14-164 15,-5-4-403-15</inkml:trace>
  <inkml:trace contextRef="#ctx0" brushRef="#br0" timeOffset="-157240.1">24286 6084 2307 0,'0'0'281'16,"0"0"-128"-16,0 0-42 0,0 0-70 15,-4 133 25 1,12-59-10-16,4 2-19 16,1-4-22-16,-2-8-4 0,1-10-11 15,-4-10-1-15,1-12-26 16,-2-10-57-16,-4-10-64 15,-3-12-165-15,-8-5-218 16,-9-18-607-16</inkml:trace>
  <inkml:trace contextRef="#ctx0" brushRef="#br0" timeOffset="-157022">24411 6078 1392 0,'0'0'242'16,"0"0"-42"-16,0 0 89 15,129-67-122-15,-90 67-102 0,-8 27-34 16,-12 14-7-16,-11 10 38 16,-8 1 16-16,-14 0 12 15,-20-6-20-15,-6-5-14 16,-7-8-10-16,5-6-46 16,5-5-14-16,10-11-106 15,13-11-141-15,9 0-240 16,5-19-523-16</inkml:trace>
  <inkml:trace contextRef="#ctx0" brushRef="#br0" timeOffset="-156828.68">24955 5992 1846 0,'0'0'494'16,"0"0"-412"-16,0 0 159 15,-89 150-103-15,89-101-87 16,0 0-34-16,31-7-17 16,6-3-46-16,17 0-130 15,-9-8-360-15,-7-9-378 0</inkml:trace>
  <inkml:trace contextRef="#ctx0" brushRef="#br0" timeOffset="-156557.62">25264 6483 1905 0,'0'0'469'0,"0"0"-299"16,5-145 5-16,2 68-105 0,4-2-35 15,-2 3-1-15,0 8-10 16,0 15 21-16,-5 17 15 16,3 16 7-16,4 18-15 15,5 2-40-15,8 24-11 16,5 15 5-16,5 5-5 15,-3 6 0-15,-2-2 5 16,-2-4-6-16,-3-3 0 16,-6-4-6-16,-4-7-34 15,-6-5-42-15,-3-8-75 16,-5-10-174-16,0-7-363 16,-5 0-588-16</inkml:trace>
  <inkml:trace contextRef="#ctx0" brushRef="#br0" timeOffset="-156407.06">25278 6330 1802 0,'0'0'583'0,"0"0"-320"15,0 0-104-15,0 0-112 16,0 0-40-16,167-76 1 16,-111 56-8-16,6-6-34 15,-14 4-153-15,-11 4-509 0</inkml:trace>
  <inkml:trace contextRef="#ctx0" brushRef="#br0" timeOffset="-155889.73">25827 5955 1495 0,'0'0'310'0,"0"0"-209"16,0 0-55-16,0 0 127 16,17 119-4-16,-3-65-7 15,1 0-30-15,3-7-44 16,7-10-46-16,6-12-23 15,7-14-1-15,6-11-3 16,3-4-3-16,-3-26-11 16,-7-9 9-16,-10-4-4 0,-14-5 6 15,-11 2 2-15,-2 2 35 16,-2 7 11-16,-15 7-33 16,0 8-22-16,-1 9-5 15,3 4-34-15,-1 9-113 16,5 0-319-16,7 0-1114 0</inkml:trace>
  <inkml:trace contextRef="#ctx0" brushRef="#br0" timeOffset="-155545.05">26662 5925 1785 0,'0'0'353'0,"0"0"-155"16,0 0 16-16,0 0-101 15,-131 65-40-15,102-19-24 16,8 4-6-16,11 4-8 15,8-3-15-15,2-10-20 16,12-5 0-16,18-9 10 16,8-12-4-16,6-9 4 0,4-6-10 15,-2 0-3 1,-1-7-79-16,-3-7-115 0,2-6-184 16,-10 6-209-16,-10-1-724 15</inkml:trace>
  <inkml:trace contextRef="#ctx0" brushRef="#br0" timeOffset="-154972.52">27166 5588 23 0,'0'0'1442'16,"0"0"-1279"-16,0 0-40 15,65 116 83-15,-30-50-2 16,-6 11-7-16,-4 3-31 16,-9-1-31-16,-9-7-48 15,-7-5-35-15,0-9-3 16,-23-5-20-16,-4-7-4 0,0-6-13 15,0-3-12-15,10-12-63 16,17-6-170-16,0-12-374 16,17-7-350-16</inkml:trace>
  <inkml:trace contextRef="#ctx0" brushRef="#br0" timeOffset="-154748.27">27623 5939 1512 0,'0'0'297'0,"0"0"-214"0,0 0-22 15,156-18-44-15,-104 17-7 16,-8 1-10-16,-13 0-49 15,-11 0-102-15,-11 3-424 0</inkml:trace>
  <inkml:trace contextRef="#ctx0" brushRef="#br0" timeOffset="-154591.14">27641 6200 1476 0,'0'0'238'16,"0"0"44"-16,0 0 23 15,0 0-115-15,0 0-103 0,134 17-60 16,-90-14-27-16,-5 13-9 16,-16-2-251-16,-11 4-668 0</inkml:trace>
  <inkml:trace contextRef="#ctx0" brushRef="#br0" timeOffset="-153434.89">28419 6021 1776 0,'0'0'244'0,"0"0"-170"16,0 127 179-16,0-53-108 15,12 4-57-15,3 3-35 16,5-8-26-16,-1-7-19 16,0-8-7-16,-6-15-1 15,-2-11-1-15,-4-10-121 0,-7-22-225 16,0 0-290-16,0-18-360 16</inkml:trace>
  <inkml:trace contextRef="#ctx0" brushRef="#br0" timeOffset="-153216.37">28408 6145 1048 0,'0'0'512'16,"0"0"-416"-16,136-88 131 15,-62 60-132-15,-3 16-57 16,-11 12 0-16,-15 15-37 16,-23 25 1-16,-20 12 26 15,-2 4 146-15,-24-2 23 0,-15-4-47 16,-5-8-47-16,-3-10-51 15,3-6-30-15,3-10-22 16,10-7-50-16,14-9-181 16,10-13-237-16,7-9-387 0</inkml:trace>
  <inkml:trace contextRef="#ctx0" brushRef="#br0" timeOffset="-153012.49">29160 5999 2085 0,'0'0'239'16,"0"0"-93"-16,-56 111 5 0,53-65-110 16,3 1-14-16,18-6-16 15,15-3-11-15,21 2-76 16,-9-9-271-16,-3-10-538 0</inkml:trace>
  <inkml:trace contextRef="#ctx0" brushRef="#br0" timeOffset="-152743.84">29457 6298 1778 0,'0'0'230'15,"0"0"-27"-15,0-134 39 16,0 76-112-16,8 4-53 15,3 9-14-15,2 9-9 0,3 11-10 16,-3 8-14-16,1 13 0 16,-2 4-9-16,9 14-21 15,1 22 0-15,2 9 6 16,-1 2-5-16,-3 4 0 16,-3-3 1-16,-3-8-1 15,-3-6-1-15,-1-6 0 16,-2-9-36-16,-1-10-115 15,-3-9-163-15,-2-9-231 16,-2-14-866-16</inkml:trace>
  <inkml:trace contextRef="#ctx0" brushRef="#br0" timeOffset="-152585.99">29465 6224 1532 0,'0'0'651'0,"0"0"-376"16,0 0-4-16,0 0-179 15,0 0-74-15,131-38-18 16,-75 23-5-16,0-2-41 16,-1-4-96-16,-12 6-431 15,-12-4-435-15</inkml:trace>
  <inkml:trace contextRef="#ctx0" brushRef="#br0" timeOffset="-152345.64">29991 5845 1802 0,'0'0'362'0,"0"0"-274"0,0 0 69 16,0 0-76-16,133 64-12 16,-102-10 4-16,-13 11 15 15,-13 3-1-15,-5 0-26 16,0-10-27-16,-7-5-19 15,-4-14-10-15,4-11-5 16,5-7-64-16,2-16-129 16,2-5-399-16,14 0-697 0</inkml:trace>
  <inkml:trace contextRef="#ctx0" brushRef="#br0" timeOffset="-152103.99">30501 5799 1475 0,'0'0'554'0,"0"0"-530"16,0 0 101-16,51 126 39 15,-26-61-23-15,-3 0-78 16,-4-2-14-16,-3-10-33 15,-4-10-4-15,-1-8-12 0,-2-12-29 16,-1-7-279-16,-5-12-587 16</inkml:trace>
  <inkml:trace contextRef="#ctx0" brushRef="#br0" timeOffset="-151940.04">30372 6116 1363 0,'0'0'943'0,"0"0"-783"16,0 0-29-16,0 0-30 16,0 0-74-16,176-10-27 15,-109 10-5-15,13-5-63 16,-20 1-235-16,-11-3-854 0</inkml:trace>
  <inkml:trace contextRef="#ctx0" brushRef="#br0" timeOffset="-151736.31">31141 6006 2049 0,'0'0'251'0,"0"0"-154"16,0 0 109-16,46 146-78 15,-25-88-46-15,-1 0-53 16,-5-4-22-16,-3-4-7 15,-8-9-34-15,1-13-136 16,-3-10-425-16,0-16-709 0</inkml:trace>
  <inkml:trace contextRef="#ctx0" brushRef="#br0" timeOffset="-151487.98">31187 5941 1147 0,'0'0'284'16,"0"0"-162"-16,116-34 74 16,-62 32-82-16,-5 2-53 15,-9 16-21-15,-15 14 10 16,-14 11 71-16,-11 1 77 16,-5 2-20-16,-24-2-24 15,-4-6-63-15,-5-6-33 0,2-8-25 16,3-6-33-16,6-6-62 15,18-10-170-15,7 0-307 16,2-12-418-16</inkml:trace>
  <inkml:trace contextRef="#ctx0" brushRef="#br0" timeOffset="-151242.93">31762 5825 1883 0,'0'0'214'0,"0"0"-129"0,0 0 130 16,-95 116-67-16,77-65-45 16,11-2-2-16,7-3-32 15,0-5-35-15,7-7-16 16,17-8-16-16,7-6-2 15,25-12-68-15,-6-4-250 16,-4-4-715-16</inkml:trace>
  <inkml:trace contextRef="#ctx0" brushRef="#br0" timeOffset="-150965.02">32225 5825 1443 0,'0'0'179'15,"0"0"-106"-15,0 0 106 16,0 0-119-16,0 0-27 16,0 0 140-16,-121 88 19 15,107-42-53-15,6 1-58 16,8-5-37-16,0-6-20 15,4-4-15-15,19-6-2 16,6-9 5-16,8-5-12 0,21-12-99 16,-6 0-441-1,-8-12-896-15</inkml:trace>
  <inkml:trace contextRef="#ctx0" brushRef="#br0" timeOffset="-150723.96">32655 5574 183 0,'0'0'1159'0,"0"0"-1040"15,35 133 31-15,-33-17 64 0,-2 0 54 16,-4-7-26-16,-16-17-136 15,2-29-74-15,-2-5-32 16,-16 11-75-16,5-22-304 16,0-20-752-16</inkml:trace>
  <inkml:trace contextRef="#ctx0" brushRef="#br0" timeOffset="-143029.77">28787 7528 1258 0,'0'0'706'15,"0"0"-523"-15,0 0 107 16,0 0-150-16,0 0-101 16,0 0-5-16,-82 103 18 15,82-56-19-15,0-1-15 16,21-9-6-16,18-5 0 16,5-13 2-16,8-9-2 15,-2-10 0-15,-2 0-3 16,-13-12 0-16,-10-14 11 15,-15-6 66-15,-10-2-21 16,0-4-23-16,-21 3-11 0,-10 0-10 16,0 4-12-16,-2 8-8 15,10 5 0-15,4 5 0 16,9 5-1-16,5 8-9 16,3 0-79-16,2 7-115 15,9 10-149-15,8-1-402 0</inkml:trace>
  <inkml:trace contextRef="#ctx0" brushRef="#br0" timeOffset="-142789.49">29386 7718 1290 0,'0'0'182'15,"0"0"101"-15,0 0 60 0,0 0-99 16,-20 135-83-16,1-100-55 16,-2 0-43-16,3-5-35 15,3-6-18-15,4-2-9 16,4-8-1-16,7-7-53 16,9-12-125-16,15-17-191 15,8-13-735-15</inkml:trace>
  <inkml:trace contextRef="#ctx0" brushRef="#br0" timeOffset="-142503.95">29748 7393 1807 0,'0'0'399'15,"0"0"-325"-15,0 0 19 16,-50 102 8-16,35-44-12 15,11 0-40-15,4-1-13 16,11-10-20-16,18-8-8 16,8-12 1-16,4-13-2 15,-1-13 2-15,-7-1-3 16,-8-1 3-16,-10-19 0 16,-11-1-2-16,-4 2 1 15,-6-4-4-15,-23 7-4 16,-11 2-7-16,-33 3-47 15,11 6-202-15,0 1-656 0</inkml:trace>
  <inkml:trace contextRef="#ctx0" brushRef="#br0" timeOffset="-142075.15">28020 7360 1640 0,'0'0'262'0,"0"0"-4"16,0 0-162-16,0 0-50 15,42 142 100-15,-15-72-9 16,0 3-21-16,-3-6-50 0,1-5-38 15,-6-8-19-15,0-10-8 16,-9-8 1-16,0-12-2 16,-6-7-17-16,-4-17-184 15,0 0-446-15,-14-18-672 0</inkml:trace>
  <inkml:trace contextRef="#ctx0" brushRef="#br0" timeOffset="-141917.24">27947 7738 1505 0,'0'0'186'16,"0"0"-132"-16,164-32 25 16,-48 15-69-16,-20-1-10 0,-15 4-553 15</inkml:trace>
  <inkml:trace contextRef="#ctx0" brushRef="#br0" timeOffset="-140077.45">27278 7878 1290 0,'0'0'552'0,"0"0"-410"16,0 0 24-16,0 0-79 15,152-25-60-15,-81 11-20 16,-3 2-6-16,-9 1-1 16,-22 7-22-16,-32 4-198 15,-5 0-295-15,-13 2-396 0</inkml:trace>
  <inkml:trace contextRef="#ctx0" brushRef="#br0" timeOffset="-139941.78">27369 8065 1033 0,'0'0'361'16,"0"0"-38"-16,0 0-133 16,142-28-132-16,-86 16-41 15,21 7-17-15,-15 2-77 16,-14 3-694-16</inkml:trace>
  <inkml:trace contextRef="#ctx0" brushRef="#br0" timeOffset="-136400.2">30686 7281 1111 0,'0'0'268'0,"0"0"-29"16,0 0-14-1,0 0-157-15,0 0-35 0,0 0 115 16,58 84 28-16,-45-43 16 15,1-2-47-15,-5-1-55 16,-1-1-57-16,2-5-18 16,-4-2-6-16,1-1-3 15,-1 5-5-15,-1-5 0 16,0 0 1-16,-1-6-1 16,1-3-1-16,-5-5-62 15,0-2-147-15,-16-6-311 16,-9-6-332-16</inkml:trace>
  <inkml:trace contextRef="#ctx0" brushRef="#br0" timeOffset="-136241.02">30535 7735 1864 0,'0'0'478'0,"0"0"-324"15,0 0 4-15,0 0-115 16,158-49-31-16,-82 33-12 15,35-9-68-15,-18 2-237 16,-12-2-453-16</inkml:trace>
  <inkml:trace contextRef="#ctx0" brushRef="#br0" timeOffset="-135972.85">31324 7365 1461 0,'0'0'324'0,"0"0"-229"15,0 0 182-15,-11 116-135 16,11-69-50-16,15-3 22 16,23-8-31-16,13-11-20 15,12-10-19-15,-1-13-9 16,-6-2-20-16,-18-10 0 16,-18-16 17-16,-20-2 21 15,0-6-3-15,-33-1-33 16,-13 3-11-16,-4 5-5 15,-4 8 1-15,5 9-2 16,7 6-6-16,19 4-76 0,12 0-225 16,11 0-999-16</inkml:trace>
  <inkml:trace contextRef="#ctx0" brushRef="#br0" timeOffset="-135829.39">31905 7793 1677 0,'0'0'337'0,"0"0"-49"16,0 0 55-16,0 0-234 16,0 0-79-16,0 0-30 15,0 0-142-15,-29 49-585 0</inkml:trace>
  <inkml:trace contextRef="#ctx0" brushRef="#br0" timeOffset="-135451.89">32140 7497 2045 0,'0'0'255'0,"0"0"46"15,0 0-80-15,-41-136-121 16,37 96-31-16,4 6-17 16,0 10-22-16,0 10-6 15,0 12-9-15,11 2-15 16,11 28-15-16,3 18 13 15,-1 10 1-15,-3 8 1 16,-8 2 0-16,-3-1 1 16,-2-9 0-16,-4-10 0 15,1-10 0-15,-3-10 0 0,-2-10 0 16,0-7-1-16,2-9 0 16,-2 3 2-16,0-3-1 15,0 0 0-15,0 2 0 16,2 0-1-16,2 0-9 15,10 2-4-15,4 0 4 16,6 0-3-16,3-2-9 16,-2 2-25-16,10-4-74 15,-6 0-223-15,-6 0-656 0</inkml:trace>
  <inkml:trace contextRef="#ctx0" brushRef="#br0" timeOffset="-134874.87">27644 9140 1916 0,'0'0'341'0,"0"0"-210"16,0 0 78-16,0 0-140 15,153-25-53-15,-82 16-9 16,0-1-7-16,1 1-27 15,-21 4-266-15,-20 3-452 0</inkml:trace>
  <inkml:trace contextRef="#ctx0" brushRef="#br0" timeOffset="-134725.61">27815 9340 751 0,'0'0'859'0,"0"0"-722"16,0 0 175-16,0 0-58 15,122-8-149-15,-52-10-73 16,30-15-32-16,-17 1-72 16,-14 3-647-16</inkml:trace>
  <inkml:trace contextRef="#ctx0" brushRef="#br0" timeOffset="-134388.85">28570 8865 1510 0,'0'0'250'16,"0"0"-181"-16,0 0 105 16,0 0-12-16,-62 125-3 15,58-69-52-15,4-3-37 16,8-7-37-16,24-11-14 15,13-12-1-15,8-14-3 16,0-9 1-16,-1-2-7 16,-15-19 3-16,-10-6 7 15,-18-4 78-15,-9-6-7 0,-9 0-42 16,-24 2-22 0,-5 5-17-16,-5 5-7 0,6 11-2 15,3 8-9-15,1 6-90 16,6 6-158-16,12 6-457 0</inkml:trace>
  <inkml:trace contextRef="#ctx0" brushRef="#br0" timeOffset="-134207.46">28929 9184 2046 0,'0'0'221'15,"0"0"-70"-15,0 0 8 16,38 132-108-16,-36-90-35 0,-2-1-16 16,0-4-9-16,0-8-184 15,0-13-561-15</inkml:trace>
  <inkml:trace contextRef="#ctx0" brushRef="#br0" timeOffset="-133899.08">29241 8773 1590 0,'0'0'197'0,"0"0"-46"15,0 0 65-15,148 14-150 16,-105 27-5-16,-10 12 23 16,-12 10 11-16,-4 4-30 15,-9 2-38-15,-4-4-12 16,-1-4-14-16,-3-11 7 16,0-8-8-16,0-12-47 15,0-16-159-15,0-10-361 16,0-4-877-16</inkml:trace>
  <inkml:trace contextRef="#ctx0" brushRef="#br0" timeOffset="-133733.96">29286 9094 902 0,'0'0'772'16,"0"0"-686"-16,113-2-48 15,-57 2-13-15,18 0-25 16,-16 0-98-16,-13 0-764 0</inkml:trace>
  <inkml:trace contextRef="#ctx0" brushRef="#br0" timeOffset="-116948.74">25445 11159 1923 0,'0'0'247'0,"0"0"-61"16,2 169 134-16,-2-70-183 15,5 22-70-15,-5 17-43 0,0-15-18 16,0-27-5-16,0-34-1 16,0-28-40-16,-13-4-132 15,2-7-192-15,-1-13-350 0</inkml:trace>
  <inkml:trace contextRef="#ctx0" brushRef="#br0" timeOffset="-116717.95">25399 11229 1694 0,'0'0'230'0,"79"-102"-158"16,-16 50 173-16,9 6-164 15,-1 23-58-15,-9 23-6 16,-17 17-16-16,-19 29 8 0,-18 14 15 16,-8 5 39-16,-29 2 31 15,-17-7-8-15,-6-5-25 16,-4-9-10-16,2-10-30 15,7-12-8-15,9-9-13 16,9-15-70-16,20-3-166 16,9-20-240-16,0-6-604 0</inkml:trace>
  <inkml:trace contextRef="#ctx0" brushRef="#br0" timeOffset="-116310.81">26306 11107 1877 0,'0'0'244'16,"0"0"-11"-16,0 0 52 0,0 0-159 15,0 0-79-15,0 0 97 16,-87 112-23-16,54-59-45 15,2 3-31-15,10-3-21 16,10 0-15-16,11-7-9 16,0-6 0-16,7-5-9 15,14-10-33-15,27-11-81 16,-8-7-108-16,-2-7-546 0</inkml:trace>
  <inkml:trace contextRef="#ctx0" brushRef="#br0" timeOffset="-115854.79">26427 11628 2237 0,'0'0'460'0,"0"0"-219"15,0 0-47-15,0 0-113 16,-8-114-51-16,8 60-15 16,4-6-15-16,17-5-6 15,4 2 0-15,6 0-6 16,0 7-18-16,2 10 6 15,-2 14 3-15,-4 18 6 16,0 14 2-16,-4 0 2 16,-10 24 4-16,-7 8 6 15,-6 2 0-15,-2-3 1 16,-17-2 1-16,-2-7 7 0,5-8-7 16,5-6 5-1,7-8 1-15,4 0 8 0,0-15-15 16,6-6-15-16,13-4-10 15,4 8 4-15,4 11-5 16,4 6 14-16,1 4 2 16,-3 24 3-16,-2 8-14 15,-14 6-5-15,-10 0 13 16,-3-1 13-16,-27-4 0 16,-16-6 9-16,-6-5 15 15,-2-6 5-15,-1-6-6 16,8-6-14-16,11-8-7 15,10 0-2-15,12-8-18 0,11-20-105 16,9 0-233 0,9 4-476-16</inkml:trace>
  <inkml:trace contextRef="#ctx0" brushRef="#br0" timeOffset="-115531.67">27115 11550 1822 0,'0'0'300'16,"0"0"-109"-16,0 0 97 16,0-140-180-16,2 94-73 15,10 0-8-15,3 0 7 0,1 3-18 16,3 8 46-16,2 9-18 15,3 11 3-15,3 13-14 16,0 2-24-16,-1 17-9 16,-1 18-1-16,-9 8 1 15,-5 3 0-15,-9-3-1 16,-2-5 0-16,0-6-8 16,0-5-5-16,6-5-56 15,6-8-163-15,1-8-531 0</inkml:trace>
  <inkml:trace contextRef="#ctx0" brushRef="#br0" timeOffset="-115262.79">27777 11125 1894 0,'0'0'232'15,"0"0"-99"-15,0 0 117 16,0 0-183-16,0 0-50 16,0 0 24-16,-116 69 40 15,107-16 10-15,7 1-13 16,2-1-41-16,0-7-25 16,23-10-2-16,3-10-10 0,10-10-1 15,6-12-50 1,18-4-162-16,-8-8-411 0,-10-10-805 0</inkml:trace>
  <inkml:trace contextRef="#ctx0" brushRef="#br0" timeOffset="-114967.46">28209 10872 884 0,'0'0'949'0,"0"0"-868"16,0 0 96-16,56 118 34 15,-42-49-73-15,-10 7 17 16,-4 4-17-16,-9-6-81 15,-17-3-33-15,-9-8-15 16,0-4-9-16,-3 5-52 16,9-16-259-16,11-12-739 0</inkml:trace>
  <inkml:trace contextRef="#ctx0" brushRef="#br0" timeOffset="-114743.2">28548 11193 1925 0,'0'0'499'0,"0"0"-444"15,0 0 36-15,0 0-45 16,128-20-34-16,-84 20-12 15,-7 0-76-15,-12 7-311 16,-13-2-250-16</inkml:trace>
  <inkml:trace contextRef="#ctx0" brushRef="#br0" timeOffset="-114616.42">28515 11460 728 0,'0'0'1522'16,"0"0"-1425"-16,0 0-90 15,0 0-14-15,130-16-341 16,-82 6-809-16</inkml:trace>
  <inkml:trace contextRef="#ctx0" brushRef="#br0" timeOffset="-111843.53">29457 11301 1842 0,'0'0'326'15,"0"0"-81"1,0 0-50-16,0 0-128 0,0 0-3 16,97 196 8-16,-82-57-32 15,-8-4 3-15,-7-27-23 16,0-34-11-16,0-30-8 15,0-2-1-15,0-3-11 16,0-9-113-16,0-30-162 16,0 0-379-16,-5-19-713 0</inkml:trace>
  <inkml:trace contextRef="#ctx0" brushRef="#br0" timeOffset="-111611.5">29598 11301 1362 0,'0'0'186'0,"0"0"3"16,129-108 44-16,-69 80-103 16,-6 20-47-16,-12 8-57 15,-11 23-26-15,-15 18 1 16,-16 10 21-16,-2 2 30 16,-31 0 14-16,-12-5 41 15,-4-9-12-15,-2-7-47 16,7-9-22-16,7-7-17 15,10-9-9-15,14-7-79 16,9 0-287-16,4-17-433 0</inkml:trace>
  <inkml:trace contextRef="#ctx0" brushRef="#br0" timeOffset="-111384.87">30038 11135 1773 0,'0'0'294'15,"0"0"-219"-15,0 0 141 16,-34 134-81-16,34-85-65 16,0-2-46-16,13-2-17 15,3-7-7-15,2-6-71 16,4 6-137-16,-7-8-169 0,2-3-469 0</inkml:trace>
  <inkml:trace contextRef="#ctx0" brushRef="#br0" timeOffset="-110935.24">30234 11680 1713 0,'0'0'401'15,"0"0"-97"-15,0 0 6 16,0-125-161-16,0 74-86 15,0-3-41-15,2-3-11 16,14 1-11-16,1 8 0 16,6 5 0-16,-3 11-1 15,-1 7 1-15,-2 11-2 0,-5 12 1 16,-5 2-23 0,-2 12 13-16,-5 12 5 0,0 6 0 15,0-4 6-15,-7-2 0 16,-4-8-1-16,7-6-5 15,4-6-10-15,0-4-24 16,17 0-8-16,14-5-36 16,6-4 2-16,-4 8 61 15,-4 1 13-15,-5 6 2 16,-8 16-2-16,-8 6 7 16,-8 2 1-16,0-1 22 15,-8-2 36-15,-19-1 30 16,-6-4 2-16,-5-5-14 15,-3-5-25-15,3-3-17 0,5-5-10 16,8-4-8-16,6 0-15 16,1 0-1-16,7 0-10 15,6-13-78-15,8-10-109 16,16 3-393-16,10 0-586 0</inkml:trace>
  <inkml:trace contextRef="#ctx0" brushRef="#br0" timeOffset="-110640.98">30840 10993 1824 0,'0'0'384'0,"0"0"-251"15,0 0-22-15,0 0-59 16,0 0 97-16,71 160-31 16,-55-92-12-16,-10 0-16 15,-6-6-29-15,0-8-16 16,-2-9-17-16,-6-13-14 16,-4-10-13-16,5-9-1 15,3-12 0-15,4-1-63 16,0-21-124-16,2-4-638 0</inkml:trace>
  <inkml:trace contextRef="#ctx0" brushRef="#br0" timeOffset="-110499.52">31154 11412 2407 0,'0'0'268'16,"0"0"-200"-16,0 0-68 15,0 0-55-15,0 0-891 0</inkml:trace>
  <inkml:trace contextRef="#ctx0" brushRef="#br0" timeOffset="-110063.83">31536 11180 783 0,'0'0'1262'16,"0"0"-1131"-16,0 0 113 16,-12 148-32-16,7-86-86 15,-3 6-71-15,-1 0-27 16,-3-5-16-16,2-8-10 16,1-10-1-16,3-13-1 15,2-14-39-15,2-13-85 16,2-5-20-16,0-18 8 15,0-19-44-15,0-14 46 16,0-7 119-16,0-2 15 0,0 0 156 16,6 1-11-16,15 5-90 15,10 4-27-15,14 6 5 16,6 10-27-16,3 9-6 16,-3 16 0-16,-7 9-1 15,-12 4-11-15,-14 24 12 16,-16 4 7-16,-2 4 28 15,-20-2 9-15,-16-2 10 16,-2-5-15-16,1-7-11 16,3-4-15-16,8-8-8 15,7-7-5-15,13-1-154 16,6-9-419-16,0-13-671 0</inkml:trace>
  <inkml:trace contextRef="#ctx0" brushRef="#br0" timeOffset="-109844.84">32044 11142 1322 0,'0'0'789'16,"0"0"-721"-16,0 0-31 15,0 0 38-15,-118 131 2 16,102-79-18-16,7 1 8 15,9-4-42-15,0-5-23 0,0-9-2 16,38-11-125 0,-5-11-271-16,0-8-1275 0</inkml:trace>
  <inkml:trace contextRef="#ctx0" brushRef="#br0" timeOffset="-109590.77">32356 11269 905 0,'0'0'119'15,"0"0"91"-15,0 0-29 16,0 0-103-16,0 0 30 16,-118 24 61-16,99 6-23 15,2 8 77-15,5 5-20 0,6 1-68 16,6-2-39-1,0-6-57-15,2-4-20 0,18-8-17 16,12-8-2-16,26-16-60 16,-9 0-293-16,-3-2-865 0</inkml:trace>
  <inkml:trace contextRef="#ctx0" brushRef="#br0" timeOffset="-109343.7">32886 11096 550 0,'0'0'787'0,"0"0"-555"16,7 161 164-16,-7-93-81 15,0-3-112-15,-5-9-129 16,-14-5-46-16,-29 12-28 16,9-13-55-16,-7-8-602 0</inkml:trace>
  <inkml:trace contextRef="#ctx0" brushRef="#br0" timeOffset="-108464.99">25296 13006 1460 0,'0'0'401'0,"0"0"-281"16,0 0 87-16,0 0-77 15,132 11-75-15,-86-8-36 0,-3-1-7 16,-5 0-12-16,-1 3-65 16,-10-2-258-16,-12-1-554 0</inkml:trace>
  <inkml:trace contextRef="#ctx0" brushRef="#br0" timeOffset="-108308.61">25365 13314 1506 0,'0'0'209'0,"0"0"-21"16,0 0 11-16,118 0-143 15,-55 0-40-15,-1 0-16 16,18 0-128-16,-20 7-185 0,-12-3-468 16</inkml:trace>
  <inkml:trace contextRef="#ctx0" brushRef="#br0" timeOffset="-102376.75">26878 12901 1485 0,'0'0'404'15,"0"0"-301"-15,0 0-8 16,0 0 24-16,-115 67-61 16,93-23-5-16,5 4 6 15,11 0-5-15,6-6 1 16,4-10-27-16,19-9-4 0,8-16 1 15,7-7 6-15,3-4-7 16,-4-22-6-16,-1-6-5 16,-9-2 5-16,-9 2 42 15,-12 3 14-15,-6 6 1 16,0 5-15-16,-20 4-23 16,-7 6-22-16,-4 1-15 15,0 7-1-15,-1 0-6 16,8 0-37-16,11 11-78 15,6 1-216-15,7 0-516 0</inkml:trace>
  <inkml:trace contextRef="#ctx0" brushRef="#br0" timeOffset="-101821.37">27374 13174 1737 0,'0'0'303'0,"0"0"-49"15,0 0 29-15,0 0-144 16,0 0-97-16,0 0-27 16,0 0-15-16,0 2 0 15,0-2-7-15,0 0-4 16,0 0 2-16,0 0 9 16,0 0 1-16,0 0 11 15,0 0 0-15,0 0-6 16,0 0 3-16,0-8 4 15,0-1-1-15,0-2-11 16,2-1-1-16,4 2 0 16,1 2 1-16,-3 4 0 15,-4 3 6-15,2 1 4 16,-2 0-11-16,0 0-14 0,0 8 14 16,0 4 0-16,0 3 0 15,0 3 0-15,-13 2 0 16,-7 6 1-16,-4 6 0 15,-7 4 1-15,-5 3-2 16,2-3 2-16,7-2-2 16,6-5 1-16,9-12-1 15,12-15-51-15,4-2-184 16,19-7-357-16</inkml:trace>
  <inkml:trace contextRef="#ctx0" brushRef="#br0" timeOffset="-101467.98">27764 12909 1498 0,'0'0'321'0,"0"0"-245"16,0 0 89-16,0 0 33 16,0 0-83-16,-41 123-35 15,26-91-26-15,3-7-29 16,8-6-14-16,4-3-4 0,0-7 0 16,0 0 5-1,14-3 8-15,5-2-1 0,6-2-3 16,4-2-7-16,2 0-7 15,-2 0-2-15,0 0-34 16,-6-7-116-16,-1-7-171 16,-6-1-172-16,-6-2-423 0</inkml:trace>
  <inkml:trace contextRef="#ctx0" brushRef="#br0" timeOffset="-101287.27">27971 12950 1525 0,'0'0'321'0,"0"0"-8"0,0 0-77 15,0 0-170 1,0 0 25-16,0 0 13 0,18 125-20 16,-18-74-28-16,0-1-30 15,0-4-19-15,-5-5-5 16,-1-6-2-16,4-4-1 16,2-7-146-16,0-8-375 15,0-10-569-15</inkml:trace>
  <inkml:trace contextRef="#ctx0" brushRef="#br0" timeOffset="-100753.36">28689 13182 1647 0,'0'0'209'16,"0"0"-121"-16,0 0 33 15,0 0 18-15,0 0-12 16,0 0-6-16,0 0-33 16,-63 74-42-16,55-72-22 15,3-2 4-15,5 0 25 16,0-5-6-16,7-11-26 15,8 1-13-15,1 5-8 16,1 6-1-16,-3 4 0 0,-3 0-11 16,-7 17 2-1,-4 5 1-15,0 2 9 0,-10-2 0 16,-13-4 18-16,-2-4 15 16,6-6-15-16,5-8-9 15,7 0 7-15,7-12-4 16,0-14-6-16,14-1-6 15,6 3-2-15,0 6 1 16,-5 9 0-16,-3 6-1 16,-5 3-10-16,-1 0 6 15,-4 0 5-15,-2 7 0 16,0 1 1-16,0-5 16 0,-15 2 10 16,-3-2-14-16,1-3-11 15,5 0-1-15,7 0-66 16,5 0-131-16,0-10-358 15,11 1-367-15</inkml:trace>
  <inkml:trace contextRef="#ctx0" brushRef="#br0" timeOffset="-99562.35">29520 13154 1365 0,'0'0'169'0,"0"0"24"16,0 0-36-16,-59 148-106 16,59-95-16-16,4-7 2 15,25-8-13-15,4-10-10 16,7-16 9-16,0-10 1 16,-2-2-5-16,-4-19-4 15,-5-13 17-15,-10-7 61 16,-7 1 19-16,-10-1-5 0,-2 4 8 15,0 3-26 1,-20 3-35-16,-3 5-27 0,-1 6-20 16,0 6-7-16,1 7-5 15,10 5-43-15,8 5-221 16,5 13-253-16,0 3-625 0</inkml:trace>
  <inkml:trace contextRef="#ctx0" brushRef="#br0" timeOffset="-99380.9">29937 13534 1827 0,'0'0'220'0,"0"0"-100"0,0 0 176 16,-20 104-187-16,9-72-64 15,0-6-29-15,4-1-16 16,7-13-12-16,0-3-352 15,7-9-698-15</inkml:trace>
  <inkml:trace contextRef="#ctx0" brushRef="#br0" timeOffset="-98925.05">30348 13179 1505 0,'0'0'376'0,"0"0"-272"0,0 0 139 15,0-133-103-15,0 107-43 16,2 10-47-16,0 8-2 16,0 8 0-16,2 0-47 15,1 13-1-15,4 24-5 16,0 9 5-16,-3 12 0 15,-4 2 0-15,-2 2 0 16,0-5 1-16,0-5 0 16,-8-8-1-16,-1-10 1 15,-3-12 0-15,2-6-1 16,-2-10 0-16,-3-4-1 0,-6-2 1 16,0 0 1-16,-2 0-1 15,1 0 1-15,3 0-1 16,7 0 0-16,5 0 0 15,5 0-1-15,2 0-6 16,0 0 6-16,9 0 1 16,13 0 9-16,7 3-7 15,4-3-1-15,5 0-1 16,4 0 0-16,20-7-74 16,-8-9-179-16,-7-2-450 0</inkml:trace>
  <inkml:trace contextRef="#ctx0" brushRef="#br0" timeOffset="-98667.48">30952 13180 1560 0,'0'0'266'0,"0"0"-7"16,0 0 36-16,0 0-176 15,0 0-86-15,0 0-15 16,0 0-18-16,104-6-22 16,-62 4-95-16,-11 1-174 0,-8-4-317 0</inkml:trace>
  <inkml:trace contextRef="#ctx0" brushRef="#br0" timeOffset="-98509.71">30892 13367 1681 0,'0'0'245'0,"0"0"84"16,0 0-133-16,0 0-135 15,144 0-45-15,-101 0-16 16,-4 0-10-16,-12 0-338 15,-14 10-1161-15</inkml:trace>
  <inkml:trace contextRef="#ctx0" brushRef="#br0" timeOffset="-96528.16">31916 13078 1560 0,'0'0'228'0,"0"0"-86"15,0 0 17-15,0 0-67 0,0 0-38 16,-117 116 22-16,94-70 2 16,7 2-4-16,10 1-13 15,6-5-30-15,0-4-8 16,8-8-10-16,17-9-1 16,2-10-1-16,4-9 9 15,0-4-5-15,3-4-4 16,-5-16 2-16,-5-8 27 15,-5-2 20-15,-11-2-15 16,-8-1 10-16,0-1 0 16,0-2-10-16,-8 4-13 15,-11 0-19-15,6 4-7 16,2 3-6-16,2 8 0 0,5 8-15 16,4 4-45-1,0 5-71-15,0 5-204 0,0 9-369 0</inkml:trace>
  <inkml:trace contextRef="#ctx0" brushRef="#br0" timeOffset="-96114.39">32393 13407 1798 0,'0'0'245'0,"0"0"26"16,0 0-78-16,0 0-102 15,0 0-50-15,0 0-24 16,0 0-5-16,-2 0 4 15,2 0 6-15,0 0 17 16,0 0 3-16,0 0-26 16,0 0-4-16,0 0-11 15,-4-3-1-15,0 3 0 16,-3-5 0-16,-2 1-1 16,-2-2 1-16,2 1 0 0,0 4 0 15,4-3 0-15,5 2 0 16,0-3-5-16,0 2-50 15,14-8-121-15,6 4-373 16,4-1-346-16</inkml:trace>
  <inkml:trace contextRef="#ctx0" brushRef="#br0" timeOffset="-95701.77">32653 13098 1607 0,'0'0'318'15,"0"0"-130"-15,0 0 10 16,0 0-139-16,0 0-58 16,0 0 5-16,0 0 0 15,-12 123 9-15,7-78 4 16,5-4-1-16,0-5-9 15,0-8 2-15,17-8 4 16,4-10 33-16,4-10 7 16,4 0-30-16,-4-12-11 15,-3-12 8-15,-7-4 2 16,-3 0 28-16,-6-2 25 16,-6 4-8-16,0-1 0 0,0 6-29 15,-8 0-17 1,-4 3-5-16,1 4-11 0,-1 4-6 15,2 1-1-15,-3 9-6 16,-8 0-8-16,1 0-26 16,-5 0-36-16,4 5-104 15,5 4-292-15,9-4-506 0</inkml:trace>
  <inkml:trace contextRef="#ctx0" brushRef="#br0" timeOffset="-95356.45">33022 12971 1679 0,'0'0'234'16,"0"0"83"-16,0 0-155 16,0 0-67-16,0 0-26 15,0 0-18-15,0 0-24 16,5 118-15-16,-18-86-5 15,-1-3 0-15,3 0-6 16,5-8-1-16,2-3 1 16,4-4 1-16,0-4-1 15,0-3 14-15,6-3 4 16,9-1-1-16,5-3-8 16,5 0 1-16,-1 0-10 15,0 0-1-15,-3 0-10 0,-4 0-24 16,-3-3-29-16,-3 1-51 15,-2-2-88-15,6-6-101 16,-2-1-249-16,-1 2-379 0</inkml:trace>
  <inkml:trace contextRef="#ctx0" brushRef="#br0" timeOffset="-95161.68">33307 12996 1403 0,'0'0'304'0,"0"0"199"15,0 0-419-15,0 0-52 16,0 0 77-16,0 105 21 16,-8-52-57-16,-8 0 0 0,-4-2-29 15,2-4-28 1,1-6-10-16,1-8-5 0,5-8-1 16,-5 1-53-16,3-13-237 15,-1-6-451-15</inkml:trace>
  <inkml:trace contextRef="#ctx0" brushRef="#br0" timeOffset="-93134.81">19246 7819 821 0,'0'0'308'0,"0"0"-60"16,0 0 70-16,0 0-104 16,0 0-106-16,0 0-82 15,-35 66 77-15,35-23 8 16,12 3-49-16,7 0-13 16,1-9-8-16,4-7-12 15,5-10-16-15,6-12 0 0,6-8 30 16,3 0-16-16,-1-22-10 15,-12-7-7-15,-11-10 8 16,-13-1 53-16,-7-5 7 16,0 5-25-16,-20 3-3 15,-7 6-19-15,-6 7-23 16,-5 9-7-16,3 3 0 16,0 3-1-16,9 5 1 15,10 2-1-15,12 2-61 16,4 0-158-16,15 0-411 15,8 0-452-15</inkml:trace>
  <inkml:trace contextRef="#ctx0" brushRef="#br0" timeOffset="-92697.85">19939 7849 1714 0,'0'0'208'0,"0"0"-100"16,0 0 120-16,0 0-140 16,0 0-59-16,0 0-12 15,0 0-10-15,-35-54-7 16,35 49 0-16,0-1 14 16,0 4-13-16,6 1 1 15,3 1-2-15,3 0 1 0,-4 0-1 16,-3 0 0-16,-3 7 1 15,-2 3 8-15,0-1 19 16,-4-2 13-16,-5-1-12 16,2-4-12-16,2-2-3 15,3 0 9-15,2-3-2 16,0-12 5-16,0 6-6 16,4 0 5-16,10 9-16 15,1 0-9-15,4 7 6 16,-6 16-5-16,-4 7 6 15,-7 5-6-15,-2 0 5 16,0 3-4-16,-18-2 4 16,3-3-5-16,1-11-1 15,5-16-102-15,7-6-475 16,2 0-566-16</inkml:trace>
  <inkml:trace contextRef="#ctx0" brushRef="#br0" timeOffset="-92203.6">20178 7447 658 0,'0'0'811'0,"0"0"-476"16,0 0-97-16,0 0-139 15,0 0-71-15,0 0 37 16,29 114 15-16,-9-69 11 15,6-6-9-15,6-6 16 16,5-8-14-16,8-13-19 16,-1-5-10-16,4-7-10 15,-6-2-21-15,-2-20-12 0,-6-8-4 16,-9-5-1-16,-10-1 2 16,-9 3 12-16,-6 2-5 15,-2 8-8-15,-20 1-2 16,-7 8 1-16,-7 4-6 15,-2 3 0-15,3 5-1 16,4 2 0-16,6 0-7 16,8 0-66-16,9 3-102 15,4 4-204-15,4-5-421 0</inkml:trace>
  <inkml:trace contextRef="#ctx0" brushRef="#br0" timeOffset="-91691.74">20683 7316 1587 0,'0'0'323'0,"0"0"-45"15,0 0-72-15,0 0-111 16,0 0-53-16,0 0 11 16,0 0-16-16,39 79-5 15,-28-49-14-15,-2-3-8 16,2-4-4-16,-2-5-5 15,0-4 0-15,0-5 9 16,2-8-4-16,4-1 11 16,8 0 14-16,3 0-11 15,1-10-12-15,2 0-6 16,-6 1-1-16,-4-1 0 16,-3-1 0-16,-7 2-1 0,0 0-19 15,-7-3-36-15,1 0-15 16,-3 0-48-16,0-1-63 15,0 4-51-15,-3-1 77 16,-4 0 92-16,-1-1 48 16,1-7 15-16,0 4 1 15,5-6 56-15,2 5 109 16,0 1 18-16,0 5 2 16,0 6-38-16,5 3-28 15,10 3-86-15,8 23 3 16,1 9 13-16,5 9-21 15,-3 6-6-15,3 0-2 0,-2 0-11 16,0-1-4-16,-2-5-6 16,-3-5 0-1,-5-5-39-15,-3 4-130 0,-5-11-334 16,-9-9-849-16</inkml:trace>
  <inkml:trace contextRef="#ctx0" brushRef="#br0" timeOffset="-90604.06">20276 7511 416 0,'0'0'143'16,"0"0"-84"-16,0 0-13 16,0 0-20-16,0 0 44 15,0 0 109-15,0 0 17 16,-7 2-71-16,7-2-44 16,0 0-36-16,0 0-45 15,0 0 21-15,9-3-21 16,2-4-8-16,1 3-32 15,1 0-12-15,3 1-19 16,-1 3-74-16,1 0-141 0,-3 0-507 16</inkml:trace>
  <inkml:trace contextRef="#ctx0" brushRef="#br0" timeOffset="-44438.84">17913 4092 1647 0,'0'0'335'0,"0"0"-94"16,0 0-28-16,0 0-134 15,0 0-42-15,-33 119 27 16,37-59-9-16,21 0-22 16,8-8-15-16,7-14-12 15,7-11 1-15,-1-16 1 0,2-11-2 16,-7-6 6-16,-6-24 7 16,-14-10 36-16,-9-8 18 15,-12-3-10-15,0 2 3 16,-18 5-18-16,-13 7-15 15,-5 10-5-15,-1 6-8 16,-4 10-20-16,1 4-1 16,5 7-9-16,5 0-47 15,8 0-54-15,18 21-40 16,4 1-163-16,0-7-464 0</inkml:trace>
  <inkml:trace contextRef="#ctx0" brushRef="#br0" timeOffset="-44227.8">18687 4296 1949 0,'0'0'270'0,"0"0"-192"16,0 0 96-16,0 111-43 15,-5-70-70-15,2-4-39 16,3-1-17-16,0-2-5 15,0-9-82-15,0-7-162 16,17-18-268-16,-2-14-101 16,-1-15-469-16</inkml:trace>
  <inkml:trace contextRef="#ctx0" brushRef="#br0" timeOffset="-44025.38">18751 3767 1627 0,'0'0'394'0,"0"0"-143"16,0 0-66-16,0 0-127 16,0 0 96-16,80 107-34 15,-47-39-54-15,-1 6-8 16,0-6-32-16,-4-3-19 16,-4-11-7-16,-1-8-38 15,4 1-121-15,-10-15-207 16,-3-11-387-16</inkml:trace>
  <inkml:trace contextRef="#ctx0" brushRef="#br0" timeOffset="-43635.98">19007 3757 1861 0,'0'0'333'0,"0"0"-199"16,0 0 6-16,52-109-39 16,-17 78-34-16,3 11-46 15,-2 8-20-15,-5 12-1 16,-2 0-6-16,-7 20 6 0,-6 14 1 16,-5 8 11-16,-6 8 6 15,-5 8 3-15,0 1-8 16,-3-1-7-16,-3-8-5 15,-1-7 0-15,5-12 0 16,2-9 0-16,0-6-1 16,0-3 14-16,13-7 32 15,5-2 2-15,6-4-9 16,3 0-11-16,4 0-6 16,3-13-10-16,0-3-6 15,1 0-6-15,-3 4-22 16,3 12-73-16,-10 4-160 15,-8 15-546-15</inkml:trace>
  <inkml:trace contextRef="#ctx0" brushRef="#br0" timeOffset="-33220.06">20523 9927 1796 0,'0'0'223'0,"0"0"-170"15,-42 137 158-15,38-74-74 16,4-5-67-16,11-12-31 15,22-16-18-15,9-16-4 0,5-14 10 16,3-7 15-16,-8-26 6 16,-7-12-16-16,-12-5 9 15,-12 2 0-15,-11 4 16 16,0 7 10-16,-11 11-4 16,-16 6-15-16,-6 8-26 15,-7 10-14-15,-5 2-8 16,1 0 0-16,1 14-6 15,7 6 0-15,11 3-65 16,12 1-98-16,13 6-175 16,3-6-354-16,17-9-692 0</inkml:trace>
  <inkml:trace contextRef="#ctx0" brushRef="#br0" timeOffset="-33053.01">20982 10078 1570 0,'0'0'229'15,"0"0"27"-15,0 0 81 16,50 137-131-16,-42-94-108 16,-1 0-57-16,-3-5-28 15,4-10-13-15,2-9-42 16,13-19-182-16,-4-1-349 16,4-24-514-16</inkml:trace>
  <inkml:trace contextRef="#ctx0" brushRef="#br0" timeOffset="-32719.28">21333 9573 1787 0,'0'0'231'16,"0"0"-168"-16,-56 153 197 15,52-81-94-15,4-5-78 16,15-6-33-16,23-13-25 15,9-16-13-15,6-16-8 16,5-16 2-16,-4 0-2 16,-5-30-3-16,-14-11-5 15,-12-3 5-15,-17 1 3 16,-6 0-1-16,-13 6 1 16,-20 5 0-16,-10 9 23 0,-8 5-8 15,0 8-10-15,-1 3-13 16,6 7 5-16,5 0-6 15,10 0-1-15,14 3-19 16,10 11-105-16,11-6-167 16,20-1-276-16,8-7-787 0</inkml:trace>
  <inkml:trace contextRef="#ctx0" brushRef="#br0" timeOffset="-32444.77">21830 9330 1908 0,'0'0'224'0,"0"0"-132"15,0 146 118-15,0-71-69 0,10-4-69 16,22-6-26-16,10-12-19 16,8-14-14-16,3-15-5 15,0-12 2-15,-8-12-2 16,-11 0-2-16,-15-4 4 15,-9-9 9-15,-10 1 29 16,-2 0 1-16,-21 3-17 16,-4 5-25-16,0 4-7 15,-2 2-21-15,9 14-152 16,5 3-510-16</inkml:trace>
  <inkml:trace contextRef="#ctx0" brushRef="#br0" timeOffset="-22761.71">10557 6341 1527 0,'0'0'202'0,"0"0"-34"0,0 0 27 15,0 0-127 1,0 0-9-16,-31 116-3 0,52-73-11 16,12-4-19-16,4-13-14 15,9-16 3-15,6-10 13 16,0-10 31-16,-6-23-16 15,-8-9-19-15,-16-1 6 16,-10-4 18-16,-12 5 38 16,0 5-25-16,-21 7-22 15,-8 7-3-15,-4 9 7 16,0 9-21-16,2 5-10 16,4 0-12-16,6 0-1 15,6 7-25-15,3 9-91 0,10 10-108 16,2-2-270-16,0-8-394 0</inkml:trace>
  <inkml:trace contextRef="#ctx0" brushRef="#br0" timeOffset="-22565.61">11181 6264 1260 0,'0'0'621'0,"0"0"-527"16,0 0 141-16,14 147-72 15,-6-99 0-15,1 0-74 16,3-4-53-16,1-5-22 16,0-5-13-16,0-11-1 15,3-7-87-15,2-16-177 0,-4-1-247 16,-6-25-420-16</inkml:trace>
  <inkml:trace contextRef="#ctx0" brushRef="#br0" timeOffset="-22125.11">11286 5719 907 0,'0'0'648'15,"0"0"-482"-15,62-116 131 16,-37 87-115-16,-6 19-68 0,0 10-78 15,-6 20-1-15,-6 18 38 16,-3 6 25-16,-4 2-40 16,0-3-19-16,-4-5-29 15,-6-8-3-15,2-11-6 16,6-4-2-16,2-11-7 16,0-4-4-16,0 0 10 15,17 0 2-15,12-10 1 16,7 1 0-16,2 9-1 15,-2 0 0-15,-7 5-1 16,-9 15 1-16,-9 6 0 16,-11 4 17-16,0 2 30 0,-23 5 12 15,-8-1-22 1,-2-7-12-16,-1-2-17 0,5-12 2 16,7-6-10-16,5-9-9 15,7 0-45-15,6-12-59 16,4-10-119-16,9-18-130 15,13 3-212-15,0 1-686 16</inkml:trace>
  <inkml:trace contextRef="#ctx0" brushRef="#br0" timeOffset="-21793.03">11812 5138 1800 0,'0'0'282'16,"0"0"-187"-16,0 0-61 15,-15 102 82-15,15-30-12 16,0 8-38-16,21 0 3 16,10-10-9-16,8-16-41 15,5-18-7-15,6-19-1 16,-4-17-4-16,-1 0 1 15,-12-27-7-15,-10 0 8 16,-15-4 0-16,-8 9 12 16,-6 5 10-16,-21 14 32 15,-4 3-26-15,-2 3-23 16,4 24-14-16,2 9-7 0,-2 30-73 16,10-5-150-16,2-3-421 15</inkml:trace>
  <inkml:trace contextRef="#ctx0" brushRef="#br0" timeOffset="-12353.69">25363 14600 1916 0,'0'0'269'0,"5"108"-191"16,18-5 250-16,2 4-158 16,-5-8-47-16,-1-15-49 15,-11-26-27-15,3 4-28 16,1 1-8-16,-3-13-10 16,-1-10 4-16,-4-14-5 15,1-11-30-15,0-12-34 16,-5-3 17-16,0-10-33 15,0-24-110-15,-18-10-145 16,-24-24-179-16,3 6-138 0,4 3-212 16</inkml:trace>
  <inkml:trace contextRef="#ctx0" brushRef="#br0" timeOffset="-12121.99">25316 14761 54 0,'0'0'1192'0,"0"0"-918"15,71-121 31-15,-26 85-1 16,1 16-150-16,2 18-31 15,-6 2-53-15,-9 28-6 16,-8 12 28-16,-11 6-4 16,-12 7 16-16,-2 5-42 15,-18 0-3-15,-14 4-24 16,-7-7-16-16,1-6-10 16,-1-14-9-16,10-10-18 0,10-15-40 15,5-10 38 1,7 0-30-16,7-18-44 0,19-18-142 15,16 2-286-15,9 3-391 16</inkml:trace>
  <inkml:trace contextRef="#ctx0" brushRef="#br0" timeOffset="-11926.98">25902 14650 1629 0,'0'0'289'0,"0"0"-211"16,0 0 195-16,-120 143-134 16,105-79-84-16,15 2-19 0,0-1-17 15,26-4-19-15,16-13-20 16,35-12-253-16,-13-14-240 16,-6-14-745-16</inkml:trace>
  <inkml:trace contextRef="#ctx0" brushRef="#br0" timeOffset="-11409.86">26244 15071 1277 0,'0'0'175'0,"0"0"-124"15,0 0 195-15,0 0-94 0,24 106 0 16,-20-96-29-16,-1-7-11 15,-3-3 23-15,0 0 27 16,0-18-42-16,0-17-79 16,-5-13-29-16,0-14-11 15,5-8 1-15,0 0 4 16,5-1-6-16,13 12 0 16,5 14-1-16,-2 15 0 15,-1 20-14-15,1 10 0 16,-6 19-2-16,-5 16 11 15,-10 14 6-15,0 5 0 16,-10-2 0-16,-9-6 8 16,0-11-8-16,6-12 1 15,8-11-1-15,5-10 1 16,0-2 6-16,12-2-7 0,15-10-18 16,10 2-17-16,5 10 3 15,6 0 17-15,-4 19 6 16,-6 14 7-16,-16 6 1 15,-15 2 0-15,-7-3 1 16,-14 3 1-16,-19-9 36 16,-2-2 5-16,-5-8-20 15,3-6-5-15,4-4-7 16,6-12-8-16,6 0-2 16,9 0-42-16,12-22-178 15,0 0-351-15,4 0-501 0</inkml:trace>
  <inkml:trace contextRef="#ctx0" brushRef="#br0" timeOffset="-11086.59">26747 14575 1482 0,'0'0'279'0,"0"0"-195"16,0 0 56-16,0 0 44 16,85 162 39-16,-54-83-9 15,-4 9-95-15,-8-7-20 16,-7-11-53-16,-5-12-24 15,-5-8-13-15,0-13-8 16,0-7-1-16,0-8-72 16,12-12-120-16,-3-6-397 15,3-4-452-15</inkml:trace>
  <inkml:trace contextRef="#ctx0" brushRef="#br0" timeOffset="-10867.62">27239 14776 1888 0,'0'0'218'15,"0"0"-161"-15,0 0 20 16,0 0-65-16,154-6-12 15,-96 6-117-15,-13 9-148 16,-13-4-374-16</inkml:trace>
  <inkml:trace contextRef="#ctx0" brushRef="#br0" timeOffset="-10703.47">27273 15055 1807 0,'0'0'307'0,"0"0"-193"15,0 0 132-15,0 0-124 16,0 0-78-16,0 0-20 16,0 0-24-16,194-6-52 15,-125-10-242-15,-6-2-522 0</inkml:trace>
  <inkml:trace contextRef="#ctx0" brushRef="#br0" timeOffset="-10388.17">27839 14821 1884 0,'0'0'221'16,"0"0"-8"-16,0 0-38 15,-24 136-111-15,40-90-42 16,24-2-11-16,7-16-11 15,3-8-8-15,0-14-72 16,-10-6 28-16,-9-10 15 16,-13-15 37-16,-9-7 6 15,-9-3 31-15,0-5 20 16,-13-3-11-16,-10 4 11 0,1 5-20 16,-3 3-16-16,1 9-21 15,4 8 0-15,7 14-127 16,3 0-343-16,8 0-547 0</inkml:trace>
  <inkml:trace contextRef="#ctx0" brushRef="#br0" timeOffset="-10214.44">28319 15173 1888 0,'0'0'249'0,"0"0"-32"15,0 0-12-15,0 0-141 16,0 0-64-16,-4 117-16 0,4-102-166 16,0-4-307-16,2-7-332 0</inkml:trace>
  <inkml:trace contextRef="#ctx0" brushRef="#br0" timeOffset="-9908.09">28539 14708 1936 0,'0'0'318'16,"0"0"-226"0,0 0-5-16,0 0-54 0,0 0-14 15,0 0 0-15,-29 107 1 16,23-71-2-16,1-8 16 15,3-3-7-15,2-6-4 16,0-9 6-16,9 2-10 16,13 0 0-16,7 0-8 15,5-2-5-15,-3-1 1 16,0-3-7-16,-2-5-38 16,-4-1-96-16,6-1-171 15,-9-14-92-15,-2-2-543 0</inkml:trace>
  <inkml:trace contextRef="#ctx0" brushRef="#br0" timeOffset="-9718.09">28742 14732 1976 0,'0'0'260'0,"0"0"-206"16,0 0 98-16,0 0 1 15,36 138-42-15,-23-75-64 16,-4-2-18-16,-4-8-18 15,-3-7-5-15,-2-10-6 16,0-2-17-16,-9-2-83 16,-7-6-199-16,1-7-462 0</inkml:trace>
  <inkml:trace contextRef="#ctx0" brushRef="#br0" timeOffset="-3593.23">29034 14776 745 0,'0'0'202'0,"0"0"-122"15,0 0 109-15,0 0 42 16,0 0-68-16,0 0-74 15,51-54-24-15,-37 44 0 16,-5-2-19-16,-5 6-10 16,-2 3-20-16,-2 3-6 15,0 0 9-15,0 0 4 16,0 0 8-16,-2 5 0 0,-4 7 22 16,1-3-31-1,3-4-13-15,2-1-1 0,0-4 7 16,0 0 1-16,20-8-2 15,13-12-14-15,8-6-21 16,9-13-79-16,35-24-48 16,-14 9-122-16,-1-4-551 0</inkml:trace>
  <inkml:trace contextRef="#ctx0" brushRef="#br0" timeOffset="-429.91">14717 4622 139 0,'0'0'49'0,"0"0"-32"16,0 0 8-16,0 0 83 16,0 0 7-16,0 0-33 15,-9 10-35-15,6-10-23 16,3 2-15-16,-2 2-9 16,2 0 2-16,-3 0-2 0,3 0 0 15,-2 0 0-15,2 1 1 16,0-5 0-16,0 5 0 15,0-3 1-15,0 0-1 16,0 1-1-16,0-3-1 16,0 0-8-16,0 0 8 15,0 0-31-15,0-3-27 16,2-6-41-16,21-14-18 16,0 5-103-16</inkml:trace>
  <inkml:trace contextRef="#ctx0" brushRef="#br0" timeOffset="1380.14">19942 7122 189 0,'0'0'87'0,"0"0"-11"16,0 0-33-16,0 0-24 16,0 0-12-16,0 0-7 15,0 0 0-15,6 75 0 16,-6-57 1-16,0-4-1 16,0-3 0-16,2-1 0 15,-2-3 0-15,2-3 1 16,6-2-1-16,0-2 0 15,21-13 0-15,1-10-61 0,3-5-243 16</inkml:trace>
  <inkml:trace contextRef="#ctx0" brushRef="#br0" timeOffset="11591.16">18711 4916 198 0,'0'0'368'16,"0"0"-153"-16,0 0-72 15,0 0 0-15,0 0-38 16,0 0-48-16,0 0-14 16,0 0-38-16,2 0 12 15,12 0-17-15,8-7 22 16,12-6-21-16,8-4 0 15,13-7 0-15,12-7 0 16,14-5-1-16,27-14 1 16,31-12-1-16,28-13-29 15,5-1-64-15,-29 17-36 16,-41 14-66-16,-42 22 59 16,-22 11 93-16,-11 3 34 0,-27 9 8 15,0 0-169 1</inkml:trace>
  <inkml:trace contextRef="#ctx0" brushRef="#br0" timeOffset="18506.21">30412 14829 1371 0,'0'0'185'15,"0"108"1"-15,4-37 97 16,3 8-73-16,-3-7-65 16,0-10-50-16,2-11-19 15,-2-7-27-15,0-10-24 16,3-10-14-16,-5-6-10 16,2-10 7-16,-4-6-7 15,0-2 9-15,0-2-10 16,0-24-77-16,-10-6-124 15,-28-20-141-15,5 7-228 0,-1 8-241 16</inkml:trace>
  <inkml:trace contextRef="#ctx0" brushRef="#br0" timeOffset="18723.6">30289 14833 1152 0,'0'0'162'16,"0"0"97"-16,92-103 55 15,-48 81-98-15,1 18-41 16,-1 4-47-16,-6 28-24 15,-6 12-1-15,-15 7-5 16,-12 3 11-16,-5-6-27 16,-13-4-19-16,-16-2-21 15,-7-9-15-15,-3-2-6 16,6-8-21-16,4-14-19 16,12-5-47-16,7 0-30 15,10-14-108-15,6-9-274 0,13-3-413 16</inkml:trace>
  <inkml:trace contextRef="#ctx0" brushRef="#br0" timeOffset="18985.5">30985 14700 1925 0,'0'0'242'0,"0"0"-177"16,0 0 133-16,0 0-51 0,-85 141-23 16,71-78-20-16,8 0-16 15,6-5-37-15,0-12-25 16,9-8-11-16,17-10-14 16,9-6-1-16,2-8-19 15,7-1-71-15,12-13-141 16,-11 0-490-16,-7-13-1080 0</inkml:trace>
  <inkml:trace contextRef="#ctx0" brushRef="#br0" timeOffset="19286.23">31353 14737 1620 0,'0'0'328'15,"0"0"-210"-15,0 0 77 16,0 0-105-16,0 0-25 16,-118 70 39-16,101-24 11 15,9 5-32-15,8-2-13 16,0-5-35-16,0-7-14 15,14-5-11-15,5-11-8 16,8-7-2-16,4-10-5 16,21-4-114-16,-8-12-214 0,-5-3-569 15</inkml:trace>
  <inkml:trace contextRef="#ctx0" brushRef="#br0" timeOffset="19572.01">31531 14587 1585 0,'0'0'200'16,"0"0"-74"-16,0 0 175 15,0 0-182-15,0 0-89 16,0 0-3-16,89 111 56 0,-67-37 52 15,-6 7-7-15,-5-7-26 16,-7-6-38-16,-4-14-31 16,0-10-21-16,0-13-11 15,0-10-1-15,0-11-33 16,5-10-94-16,4 0-150 16,2-4-303-16</inkml:trace>
  <inkml:trace contextRef="#ctx0" brushRef="#br0" timeOffset="19811.94">32039 14766 785 0,'0'0'1242'15,"0"0"-1122"-15,0 0 45 16,0 0-60-16,0 0-68 16,130-4-26-16,-99 8-11 15,-4 2-1-15,0-3-216 16,-12-3-333-16,-4 0-1021 0</inkml:trace>
  <inkml:trace contextRef="#ctx0" brushRef="#br0" timeOffset="19968.95">32115 15013 1485 0,'0'0'587'0,"0"0"-506"15,0 0 170-15,0 0-93 16,0 0-64-16,0 0-61 16,0 0-33-16,176-25-127 15,-125-1-333-15,-6-6-394 0</inkml:trace>
  <inkml:trace contextRef="#ctx0" brushRef="#br0" timeOffset="20278.22">32512 14672 1991 0,'0'0'201'16,"0"0"-59"-16,0 0 82 15,-25 139-111-15,25-97-43 16,16-3-35-16,15-4-13 16,3-12-12-16,3-16-4 15,3-7 5-15,1-7-4 16,-8-20-7-16,-6-9-1 16,-10 0 1-16,-9 0 1 15,-8 5 0-15,0 5 8 16,-8 5 0-16,-9 4 1 0,-1 9-5 15,-3 4-5-15,0 4-11 16,-6 0-72-16,7 12-288 16,9-2-950-16</inkml:trace>
  <inkml:trace contextRef="#ctx0" brushRef="#br0" timeOffset="20442.91">32826 14913 1846 0,'0'0'224'0,"0"0"-98"16,0 0 36-16,0 0-39 15,14 121-82-15,-12-94-41 16,4 1-10-16,1-8-255 16,2-10-418-16</inkml:trace>
  <inkml:trace contextRef="#ctx0" brushRef="#br0" timeOffset="20913.99">33143 14830 1679 0,'0'0'247'15,"0"0"-191"-15,-5-108 116 16,3 65 8-16,0 4-84 15,-1 9 5-15,3 4-6 16,0 8-5-16,0 6-1 0,0 4-21 16,0 8-18-16,0 0-50 15,0 18-17-15,10 18 17 16,3 14-1-16,3 4 1 16,-6 3 0-16,-3-3 0 15,-5-4 0-15,-2-6 0 16,0-12 0-16,0-6 0 15,0-11 0-15,0-6 0 16,0-3-7-16,-6-4 5 16,-5 2 2-16,-1 1 7 15,-1-2-7-15,2 1 2 16,4-2-1-16,0 1 0 0,7-3-1 16,0 5-1-16,0-5-11 15,0 2-5-15,5 2-3 16,15 2 14-16,5 0 0 15,2-2-30-15,0-4-44 16,-4 0-56-16,0 0-93 16,-3 0-72-16,-9-4-183 15,-5-5-680-15</inkml:trace>
  <inkml:trace contextRef="#ctx0" brushRef="#br0" timeOffset="31191.95">1444 7735 1796 0,'0'0'213'0,"0"0"-122"0,0 0 24 16,0 0-99-16,0 0 68 16,123 219 61-16,-54-60-38 15,-3 5-19-15,-12-31-27 16,-18-39-20-16,-14-36-25 15,-4-10-4-15,-2 1-11 16,-1-5 5-16,-1-7-6 16,-8-19-1-16,-6-18-31 15,0-7-10-15,-20-36-193 16,-38-50-259-16,3 6-27 16,1 3-115-16</inkml:trace>
  <inkml:trace contextRef="#ctx0" brushRef="#br0" timeOffset="31409.89">1439 8078 857 0,'0'0'250'15,"0"0"8"-15,-13-155-21 16,24 86-27-16,32 8-83 16,17 12 37-16,15 17 19 15,8 20-31-15,0 12-29 16,-10 24-49-16,-15 20-23 16,-18 10-6-16,-20 6 19 15,-20 3 3-15,-2 0-18 16,-35 0-14-16,-11-3-20 15,-5-8-15-15,4-9-8 16,6-17-65-16,14-15-19 16,14-14-34-16,9-24-257 0,6-9-645 15</inkml:trace>
  <inkml:trace contextRef="#ctx0" brushRef="#br0" timeOffset="31607.93">2286 7742 2034 0,'0'0'313'0,"0"0"-228"16,-44 139 87-16,40-81-108 16,4-3-37-16,11-4-27 15,22-6-52-15,27 26-142 16,-6-13-360-16,-5-3-464 0</inkml:trace>
  <inkml:trace contextRef="#ctx0" brushRef="#br0" timeOffset="31861.07">2757 8546 1455 0,'0'0'266'16,"0"0"77"-16,0 0-32 16,-38-170-110-16,22 87-58 15,-2-7-69-15,5-2-30 16,2 4-16-16,4 5-17 15,3 17-11-15,4 19 24 16,0 15 10-16,0 19-17 0,16 13-11 16,13 11-5-1,6 24 6-15,5 14 0 0,1 6-6 16,1 6 8-16,-5-3-7 16,-3-5-2-16,-7-6-25 15,-9-3-62-15,-18 4-117 16,0-9-347-16,-16-14-308 0</inkml:trace>
  <inkml:trace contextRef="#ctx0" brushRef="#br0" timeOffset="32004.88">2674 8272 1594 0,'0'0'544'16,"0"0"-384"-16,0 0 128 15,0 0-142-15,0 0-124 16,0 0-4-16,108-115-18 0,-44 55-101 15,-13 8-280-15,-10 0-567 16</inkml:trace>
  <inkml:trace contextRef="#ctx0" brushRef="#br0" timeOffset="32206.87">2946 7564 1945 0,'0'0'223'0,"0"0"-171"15,0 0 111-15,119 119 36 16,-80-48-46-16,-7 5-23 16,-8 1-37-16,-5-7-54 15,-9-8-27-15,-3-8-11 16,-7-8-1-16,0-3-77 16,-5-4-153-16,-10-7-397 0,1-15-665 0</inkml:trace>
  <inkml:trace contextRef="#ctx0" brushRef="#br0" timeOffset="32386.81">3626 7786 1625 0,'0'0'257'15,"0"0"-256"-15,0 0 20 16,151-76-21-16,-92 55-394 0</inkml:trace>
  <inkml:trace contextRef="#ctx0" brushRef="#br0" timeOffset="32544.29">3769 7981 1796 0,'0'0'226'15,"0"0"15"-15,0 0-33 16,0 0-39-16,0 0-122 16,0 0-47-16,149-70-57 15,-89 31-267-15,-8-1-582 0</inkml:trace>
  <inkml:trace contextRef="#ctx0" brushRef="#br0" timeOffset="32800.03">4257 7664 1592 0,'0'0'607'16,"0"0"-533"-16,-38 118 129 15,38-76-27-15,13-10-30 16,26-11-74-16,11-16-26 16,8-5-30-16,1-14-7 15,-6-22-1-15,-13-10 5 16,-17-2-2-16,-21 1 4 15,-2 6-3-15,-25 9-11 0,-10 8 0 16,-5 5 1-16,2 9-2 16,2 6-6-16,9 4-43 15,10 0-107-15,12 0-549 16</inkml:trace>
  <inkml:trace contextRef="#ctx0" brushRef="#br0" timeOffset="32972.81">4995 7925 1679 0,'0'0'301'15,"0"0"-74"-15,0 0 48 16,0 0-160-16,-40 114-80 16,27-87-35-16,1 4-37 15,-1-1-157-15,4-6-355 0,5-12-376 16</inkml:trace>
  <inkml:trace contextRef="#ctx0" brushRef="#br0" timeOffset="33265.28">5274 7308 692 0,'0'0'1587'0,"0"0"-1438"15,-101 112-67-15,68-37 105 16,20 12-7-16,13-5-101 0,15-10-43 16,32-15-20-16,11-20-2 15,2-14-14-15,-2-22-14 16,-9-1-26-16,-13-18 4 16,-14-11 25-16,-13-3 11 15,-9 3 6-15,-3 3-5 16,-16 9 0-16,-8 4-1 15,-2 13-28-15,-15 4-83 16,7 17-182-16,2 4-411 0</inkml:trace>
  <inkml:trace contextRef="#ctx0" brushRef="#br0" timeOffset="47853.84">1435 10957 1397 0,'0'0'200'16,"0"0"38"-16,0 0 99 16,0 0-102-16,0 0-105 15,0 0-93-15,4 24-10 16,21 52 74-16,2 35 12 15,0 26-17-15,-5 8-15 16,-7-27-38-16,-5-32-9 16,-6-30-11-16,3-8-14 15,1 3-8-15,4 0 7 16,-1-6-8-16,-3-15 0 0,-1-14-39 16,-2-14-59-16,-5-2-2 15,-7-35-84-15,-15-6-420 16,-7-5-574-16</inkml:trace>
  <inkml:trace contextRef="#ctx0" brushRef="#br0" timeOffset="48130.87">1310 11200 1370 0,'0'0'190'0,"0"0"-94"16,125-119 113-16,-61 81-61 0,2 13-8 15,-4 18-42 1,-7 7-16-16,-10 26 19 0,-11 15-3 16,-14 12-8-16,-14 1 6 15,-6 1-31-15,-14 2-8 16,-17-3-13-16,-6-4-18 16,-3-7 3-16,2-9-29 15,9-12-6-15,4-11-66 16,9-8-7-16,8-3-19 15,8-12-103-15,8-8-118 16,15-2-249-16</inkml:trace>
  <inkml:trace contextRef="#ctx0" brushRef="#br0" timeOffset="48936.03">2269 11048 1167 0,'0'0'254'0,"0"0"-19"16,0 0 6-16,0 0-123 16,0 0-70-16,0 0 36 15,-31 132 74-15,19-65-13 16,6 4-1-16,-1-3-41 15,7-6-48-15,0-10-29 16,0-9-16-16,13-10-9 16,5-8 1-16,3-5-2 15,0-6-62-15,16-7-140 16,-6-1-310-16,-5-6-537 0</inkml:trace>
  <inkml:trace contextRef="#ctx0" brushRef="#br0" timeOffset="49431.08">2666 11200 1829 0,'0'0'215'0,"0"0"-164"15,0 0 178-15,-2 119-94 16,-1-66-47-16,-1-3 11 15,1-4-41-15,3-4-19 16,0-4 6-16,-2-6-20 16,2-6-8-16,-2-4-10 0,-1-6 2 15,1-6-7 1,0-4-1-16,2-6 7 0,0 0 8 16,-2-12 12-16,2-15-20 15,0-10-8-15,0-4 1 16,0-5 0-16,0-5 0 15,0 1 0-15,0 0-1 16,4 0 0-16,10 3 0 16,-1 9 0-16,3 7-6 15,2 14-1-15,2 11-1 16,5 6-8-16,1 8 16 16,0 24 0-16,3 10 9 0,-4 6-1 15,-2 7 0 1,-6-1-1-16,-1-2-6 0,-3-3 0 15,-3-12 0-15,-2-7 0 16,-1-10 0-16,-3-10-1 16,0-3-10-16,-1-7-50 15,-3 0-83-15,0 0-157 16,0 0-393-16</inkml:trace>
  <inkml:trace contextRef="#ctx0" brushRef="#br0" timeOffset="49611.17">2628 11648 1445 0,'0'0'653'0,"0"0"-467"15,0 0 81-15,0 0-75 0,0 0-139 16,0 0-36-16,115-93-11 16,-65 64-5-16,1 3-1 15,-5 0-71-15,13-2-99 16,-14 4-328-16,-14 3-102 0</inkml:trace>
  <inkml:trace contextRef="#ctx0" brushRef="#br0" timeOffset="49971.07">3078 11285 1590 0,'0'0'283'0,"0"0"-36"0,0 0-95 15,0 0-49 1,0 0 55-16,0 0-48 0,113 131-24 16,-83-89-14-16,-1-6-29 15,-3-7-19-15,1-6-4 16,0-9-3-16,2-8-3 16,0-6-1-16,0 0 4 15,2-18-4-15,-7-12-5 16,-3-3 4-16,-13-6-5 15,-8 0-5-15,0 0-1 16,-19 3 0-16,-6 4 0 16,0 5 9-16,3 5-1 0,7 4-8 15,1 4 5 1,3 2-6-16,4 2 0 0,5 6-9 16,0 2-44-16,-2 2-86 15,1 0-347-15,1 9-716 0</inkml:trace>
  <inkml:trace contextRef="#ctx0" brushRef="#br0" timeOffset="50692.49">3635 11194 1385 0,'0'0'386'15,"0"0"-357"-15,0 0 163 0,0 0 53 16,0 0-211-16,0 0-12 16,0 0 104-16,82 90-57 15,-64-31 59-15,-9 2-30 16,-5-5-37-16,-4-8-28 16,0-10-15-16,0-9-5 15,0-12-4-15,0-11-3 16,0-6 9-16,0 0 45 15,-6-20 15-15,-3-6-42 16,1-4-13-16,-2 0-9 16,4 0-10-16,1 2 0 15,-1 1-1-15,-1 3 1 16,2 2 5-16,1-2-6 0,-1-2 0 16,3-1-2-16,2-6 2 15,0 3-1-15,2 0-10 16,17 2 5-16,-2 4 1 15,5 4 4-15,-1 8 1 16,0 4-7-16,2 8-4 16,0 0 2-16,1 23 2 15,-2 8 6-15,-4 7 0 16,-9 6 0-16,-7-2 1 16,-2-1 0-16,0-9-1 15,-9-6 0-15,-2-10 1 16,2-7 0-16,5-6 1 0,1-3 11 15,3-3-10-15,0-17-2 16,0-3-33-16,16-2-11 16,9 6-10-16,-1 6 20 15,5 12 22-15,0 1 3 16,-4 7 9-16,-3 18-1 16,-9 1 1-16,-6 4 0 15,-7 1 14-15,0 1 27 16,-15-1 3-16,-12 1-2 15,-2-3-14-15,-5-6-16 16,1 0-3-16,2-11-7 16,4 1-1-16,2-6-1 15,8-4-30-15,1-3-57 16,9 0-128-16,5 0-404 16,2 0-493-16</inkml:trace>
  <inkml:trace contextRef="#ctx0" brushRef="#br0" timeOffset="51111.88">4143 11189 1940 0,'0'0'279'0,"0"0"-201"15,0 0 152-15,0 0-148 16,0 0-70-16,0 0 10 16,18 146 48-16,0-85 5 15,2-9-11-15,2-10-32 16,1-12-21-16,0-12 0 15,-2-13-1-15,4-5 31 16,-3-11 10-16,-2-17-20 16,-4-8-3-16,-5-6 1 15,-6-3-11-15,-5-1 0 16,0 7-11-16,0 4-7 16,0 9 0-16,-8 10-10 0,0 8-44 15,-3 8-33 1,-3 0-68-16,3 18-218 0,3-1-413 0</inkml:trace>
  <inkml:trace contextRef="#ctx0" brushRef="#br0" timeOffset="51403.8">4583 11226 441 0,'0'0'887'0,"0"0"-723"15,0 0 113-15,0 0-29 0,0 0-85 16,0 0-50-16,0 0-34 16,-11 0-14-16,-3 25 32 15,1 9-41-15,7 4-25 16,0 3 20-16,6-1 4 16,0-2-28-16,2-2 1 15,10-8-7-15,1-5-12 16,3-9-9-16,1-9 8 15,4-5 2-15,6 0-10 16,2-2-34-16,8-21-123 16,-8 6-132-16,-6-4-376 0</inkml:trace>
  <inkml:trace contextRef="#ctx0" brushRef="#br0" timeOffset="51720.87">4873 11023 1280 0,'0'0'170'0,"0"0"-31"16,0 0 158-16,67 128-48 15,-41-64-67-15,-2 8-1 16,-6 1 2-16,-7-6-52 16,-9-6-55-16,-2-9-21 0,0-10-31 15,0-9-15 1,-10-4-7-16,-3-6-2 0,-1-6 0 16,1-3-61-16,3-9-100 15,4-5-350-15,6 0-433 0</inkml:trace>
  <inkml:trace contextRef="#ctx0" brushRef="#br0" timeOffset="51945.94">5235 11217 1722 0,'0'0'248'16,"0"0"-178"-16,0 0 67 16,0 0-95-16,0 0-28 15,130-8-14-15,-92 6-31 16,4-4-82-16,-9 2-67 16,-10-2-380-16</inkml:trace>
  <inkml:trace contextRef="#ctx0" brushRef="#br0" timeOffset="52102.11">5301 11476 1943 0,'0'0'316'0,"0"0"-218"16,0 0 77-16,0 0-102 16,0 0-73-16,154-26-91 15,-94 13-186-15,-12 6-87 16,-14 3-263-16</inkml:trace>
  <inkml:trace contextRef="#ctx0" brushRef="#br0" timeOffset="65465.02">6636 11361 1151 0,'0'0'220'15,"0"0"44"-15,0 0 52 16,0 0-84-16,0 0-86 15,0 0-64-15,-56 8-35 0,52 24-2 16,4 11-12 0,0 5-2-16,9 6-13 0,15 1-5 15,12-6 1-15,6-9-8 16,9-12-4-16,3-17-1 16,0-11 8-16,-4-17 0 15,-9-23 3-15,-15-8-1 16,-10-7-2-16,-14 3 29 15,-2 0 21-15,-16 9 2 16,-15 7 4-16,-5 5-5 16,-5 9-21-16,-2 7-18 15,3 4-15-15,6 5-6 16,8 6 0-16,6 0-14 16,8 9-98-16,12 32-97 15,0 0-344-15,0-6-482 0</inkml:trace>
  <inkml:trace contextRef="#ctx0" brushRef="#br0" timeOffset="65721.29">7284 11494 1416 0,'0'0'293'0,"0"0"-61"0,0 0 144 16,-26 141-185-16,13-96-124 15,-1 0-39-15,1-3-14 16,-1-7-13-16,3-4-1 16,2-7-14-16,9-18-167 15,0-6-341-15,0 0-302 0</inkml:trace>
  <inkml:trace contextRef="#ctx0" brushRef="#br0" timeOffset="66071.84">7630 11135 1698 0,'0'0'308'15,"0"0"-174"-15,0 0 67 16,0 0-97-16,-55 154-52 16,55-89 3-16,2-5 7 15,19-6-20-15,13-12-26 16,7-12-10-16,0-15 0 16,2-8 0-16,-5-7 1 15,-9 0 1-15,-12-10-1 16,-12-2 13-16,-5 2 1 15,-7 2 29-15,-20 3-3 16,-8 5-25-16,-7 0-8 16,1 0-13-16,6 0 0 15,8 6-1-15,9 7-7 0,10 3-62 16,8 8-116-16,15-4-207 16,10-2-257-16</inkml:trace>
  <inkml:trace contextRef="#ctx0" brushRef="#br0" timeOffset="66329.38">8161 11226 829 0,'0'0'1193'0,"0"0"-920"15,0 0-17-15,0 0-97 0,0 0-120 16,0 0-2-16,0 0 75 15,46 157-21-15,-32-96-35 16,-3-3-33-16,0-5-12 16,-2-10-5-16,0-6-6 15,-3-12 0-15,-2-5-33 16,-4-10-79-16,0-10-108 16,-6-1-291-16,-11-16-671 0</inkml:trace>
  <inkml:trace contextRef="#ctx0" brushRef="#br0" timeOffset="66493.67">8009 11590 1925 0,'0'0'338'0,"0"0"-129"16,0 0-7-16,0 0-133 16,0 0-48-16,143-79-12 15,-92 58-9-15,0-1 0 16,9 0-98-16,-13 3-369 15,-4 4-655-15</inkml:trace>
  <inkml:trace contextRef="#ctx0" brushRef="#br0" timeOffset="66854.98">8682 11323 1530 0,'0'0'213'0,"0"0"-82"15,0 0 105-15,0 0-81 16,-23 142-18-16,23-99-22 16,7-8-46-16,13-9-39 15,7-9-19-15,4-13 1 16,3-4-1-16,1-15-2 15,-6-17 1-15,-8-3 1 16,-13-1-4-16,-8 0 6 16,0 5 25-16,-27 5 29 15,-4 7-27-15,-2 6-13 16,-3 5-9-16,7 6-13 0,7 2-5 16,7 0-7-16,8 6-29 15,7 16-149-15,2-1-442 16,14-6-1067-16</inkml:trace>
  <inkml:trace contextRef="#ctx0" brushRef="#br0" timeOffset="67035.95">9210 11560 614 0,'0'0'1425'15,"0"0"-1224"-15,0 0 19 16,0 0 24-16,-11 113-163 0,7-79-56 15,2-8-16 1,2-3-9-16,0-4-23 0,0-9-108 16,0-4-149-16,0-6-357 0</inkml:trace>
  <inkml:trace contextRef="#ctx0" brushRef="#br0" timeOffset="67493">9342 11300 2116 0,'0'0'272'0,"0"0"-182"16,0 0 63 0,0 0-108-16,0 0-27 0,0 0 15 15,0 116 3-15,7-84-16 16,3-4-6-16,9-4-5 15,1-7-9-15,4-11 9 16,3 1-2-16,4-7-5 16,-2 0-2-16,0 0-14 15,-4-4-78-15,-5-8-60 16,-7-5-130-16,-4-2-27 16,-4-8-5-16,-5 2 62 15,0-3 132-15,0 2 120 16,-8 5 29-16,4 7 254 15,2 7 192-15,2 7-217 16,0 0-142-16,0 9-60 0,0 16 87 16,6 4-20-16,2 10-31 15,0 3-11-15,-1 1-8 16,2-2-46-16,0-1-11 16,0-5-14-16,-3-6-2 15,3-7-40-15,-2-6-65 16,2-11-92-16,0-5-280 15,5 0-414-15</inkml:trace>
  <inkml:trace contextRef="#ctx0" brushRef="#br0" timeOffset="67742.46">10136 11318 914 0,'0'0'1215'0,"0"0"-1064"16,0 0-114-16,0 0 184 15,29 118-85-15,-19-57-45 16,0 2 9-16,-6-1-50 16,1-5-33-16,-1-11-16 15,-2-10-1-15,-2-14-28 16,0-20-142-16,0-2-178 15,-4-6-482-15</inkml:trace>
  <inkml:trace contextRef="#ctx0" brushRef="#br0" timeOffset="67905.71">10009 11608 1395 0,'0'0'842'0,"0"0"-627"16,0 0-107-16,0 0 31 15,0 0-88-15,144-39-36 16,-95 16-15-16,7-6-36 16,-12 2-116-16,-9 5-508 0</inkml:trace>
  <inkml:trace contextRef="#ctx0" brushRef="#br0" timeOffset="68212.31">10673 11360 418 0,'0'0'1323'16,"0"0"-1143"-16,0 0-64 15,0 0 58-15,-65 118-59 16,65-74-16-16,0-2 17 16,11-5-41-16,14-12-40 15,4-11-17-15,7-14 0 16,1 0 3-16,-1-22-8 15,-5-10-5-15,-13-4 1 16,-9 3 4-16,-9-2 51 0,-5 4 15 16,-19 6-5-16,-5 4-34 15,-2 8-23-15,2 2-17 16,2 6-1-16,7 5-27 16,11 0-90-16,4 0-225 15,5 7-528-15</inkml:trace>
  <inkml:trace contextRef="#ctx0" brushRef="#br0" timeOffset="68349.03">10931 11642 1785 0,'0'0'378'16,"0"0"-136"-16,0 0 41 16,0 0-199-16,0 0-78 0,-4 112-6 15,-5-98-252 1,2-3-621-16</inkml:trace>
  <inkml:trace contextRef="#ctx0" brushRef="#br0" timeOffset="68798.64">11261 11575 1618 0,'0'0'260'16,"0"0"-2"-16,0 0 208 16,0 0-306-16,-24-121-74 15,19 99-37-15,5 4-31 0,0 5-10 16,0 8-7-16,0 5-1 16,0 2 0-16,2 23-12 15,12 14 11-15,1 7 1 16,1 4-1-16,-3 0 0 15,-2-6 1-15,-7-7-2 16,0-9-5-16,-4-6-15 16,0-8-17-16,-8-6-14 15,-7-2 7-15,-3-5 12 16,3 4 25-16,1-2 8 16,5 0 1-16,3-3 0 15,4 1 2-15,2 2-2 16,0-1-5-16,0 2-5 0,10 1 10 15,11-2 0-15,3-3 1 16,8 0 0-16,-1 0-1 16,0-6-24-16,4-10-171 15,-5 2-336-15,-13 1-740 0</inkml:trace>
  <inkml:trace contextRef="#ctx0" brushRef="#br0" timeOffset="74288.16">11894 9682 421 0,'146'51'0'0</inkml:trace>
  <inkml:trace contextRef="#ctx0" brushRef="#br0" timeOffset="94191.23">11640 11633 1283 0,'0'0'323'16,"0"0"-119"-16,0 0 24 16,0 0-23-16,0 0-94 15,0 0-20-15,47 0 38 16,-22-3-1-16,6-5-36 16,2 1-20-16,1 2-24 15,-1-1-23-15,-2 3-7 16,-2 3-16-16,-4 0-1 15,-5 0-1-15,-5 0-1 16,-4 0 0-16,-3 0-5 0,-6 0-19 16,0 0-44-16,-2 0-53 15,0 0-91-15,0 3-138 16,0 3-196-16,-4-2-616 0</inkml:trace>
  <inkml:trace contextRef="#ctx0" brushRef="#br0" timeOffset="96255.11">12514 11414 1137 0,'0'0'245'0,"0"0"-65"15,0 0 23-15,0 0-117 16,0 0-55-16,0 0 11 0,0 0 62 16,-40 116 0-16,40-70-9 15,0-4-42-15,2-4-31 16,14-8-7-16,4-11-5 15,4-14-2-15,1-5 7 16,2-5 16-16,-8-21-12 16,-5-5-3-16,-9-3 24 15,-5 0 30-15,0 4 3 16,-14 2-9-16,-6 3 11 16,0 8-28-16,-1 2-24 15,4 8-22-15,1 3 0 16,5 4-1-16,5 0-51 15,6 17-110-15,0 4-301 0,0-3-489 16</inkml:trace>
  <inkml:trace contextRef="#ctx0" brushRef="#br0" timeOffset="96457.91">12831 11753 1558 0,'0'0'226'0,"0"0"-109"16,-23 124 172-16,9-71-107 16,6 2-116-16,3-9-46 15,3-4-11-15,2-7-9 16,0-14-17-16,0-9-143 0,0-12-162 16,0 0-174-1,0-18-778-15</inkml:trace>
  <inkml:trace contextRef="#ctx0" brushRef="#br0" timeOffset="96893.92">13004 11485 1322 0,'0'0'242'15,"0"0"-134"-15,0 0 70 16,0 0-103-16,116-67-55 0,-93 67-20 16,-3 1 0-16,-9 24 6 15,-7 9 10-15,-4 6 45 16,-2 4 81-16,-18 2-46 16,-4-2-30-16,-1 0 1 15,3-5-34-15,3-6 4 16,6-7-9-16,7-8-12 15,4-5-7-15,2-5-8 16,0-7 8-16,0 2 4 16,0-3 48-16,4 0 39 15,13 0-24-15,6-11-30 16,-1 1-13-16,1-1-10 16,-1 0-10-16,-4 2-4 0,-3-1-8 15,-5 3-1 1,-4 4 2-16,-4 1-2 0,0-3-5 15,0-2-67-15,3-9-159 16,2-2-317-16,-2 1-556 0</inkml:trace>
  <inkml:trace contextRef="#ctx0" brushRef="#br0" timeOffset="97153.83">13375 11434 1532 0,'0'0'353'16,"0"0"-145"-16,0 0-39 0,0 0-81 16,0 0-26-1,0 0 5-15,-33 135 4 0,27-96-34 16,6-5-11-16,0-5-12 16,2-10-2-16,17-4-1 15,5-8 1-15,1-2 1 16,4-5-1-16,2 0-11 15,-2 0-1-15,-1-10-14 16,-1-4-131-16,0-15-163 16,-7 5-81-16,-7-1-425 0</inkml:trace>
  <inkml:trace contextRef="#ctx0" brushRef="#br0" timeOffset="97358.82">13595 11448 1373 0,'0'0'484'0,"0"0"-276"15,0 0-19-15,0 0-103 16,0 0 61-16,0 0 18 16,11 158-28-16,-4-93-28 15,-2 1-36-15,-1-2-44 16,0-5-19-16,1-12-10 16,-1-10 0-16,3-8-6 15,2-14-72-15,8-15-104 16,2 0-303-16,-4-19-614 0</inkml:trace>
  <inkml:trace contextRef="#ctx0" brushRef="#br0" timeOffset="97800.29">13940 11748 1347 0,'0'0'283'16,"0"0"-165"-16,0 0-20 15,0 0 38-15,133-26-60 16,-96 18-49-16,-10 4-15 16,-7 2-5-16,-11 2 3 15,-7 0 37-15,-2 0 86 16,0 0 69-16,-14 0-17 15,-10 2-78-15,-10 6-50 0,-1 0-17 16,1 1-1-16,1-4-12 16,2-1-17-16,6-1-8 15,3-3-1-15,4 0-1 16,10 0-6-16,5 0-10 16,3 0-10-16,0 0-5 15,18 4 22-15,11-4 9 16,4 2 1-16,3-2 1 15,-1 0-1-15,-8 0-1 16,-4 0-10-16,-7 1-26 16,-8 3-14-16,-1-1-26 15,-7-1-49-15,0 0-201 16,0-2-211-16</inkml:trace>
  <inkml:trace contextRef="#ctx0" brushRef="#br0" timeOffset="102643.98">6458 12655 1136 0,'0'0'211'0,"0"0"-87"0,0 0 50 16,0 0-73-16,0 0-40 15,-36 110 14-15,36-61 26 16,0-4 6-16,11-3-3 15,6-7-33-15,6-12-7 16,4-6-14-16,4-13-11 16,4-4-12-16,2-9-5 15,-9-14-7-15,-6-7-5 16,-10-2 21-16,-12 1 50 16,0 4 1-16,-16 4-12 15,-11 5-38-15,-2 6-18 16,0 4-8-16,2 6-6 15,4 2 0-15,2 0-12 0,10 8-112 16,6 10-229-16,5 2-372 16</inkml:trace>
  <inkml:trace contextRef="#ctx0" brushRef="#br0" timeOffset="102847.2">6898 13002 215 0,'0'0'1352'16,"0"0"-1104"-16,-31 111 105 16,10-65-94-16,0 3-131 15,5-4-76-15,5-5-30 16,5-7-11-16,2-6-11 0,2-9 0 16,2-12-47-16,0-14-136 15,8-20-105-15,7-11-581 16</inkml:trace>
  <inkml:trace contextRef="#ctx0" brushRef="#br0" timeOffset="103169.76">6954 12850 1644 0,'0'0'232'16,"0"0"-162"-16,0 0 122 0,0 0-60 15,-2 135-75-15,23-100-31 16,5-9-15 0,6-6 3-16,3-11-1 0,1-9 0 15,-1 0-4-15,-4-15 0 16,-6-7-1-16,-10-4 1 16,-10-1 13-16,-5 0 25 15,-5-1 31-15,-16 3 8 16,-6 6-14-16,-4 5-38 15,-1 4-19-15,3 3-14 16,5 6-1-16,5 1-6 16,11 0-64-16,8-3-85 15,0-1-404-15,6-1-742 0</inkml:trace>
  <inkml:trace contextRef="#ctx0" brushRef="#br0" timeOffset="103408.98">7287 12767 1659 0,'0'0'341'0,"0"0"-245"16,0 0 83-16,0 0 36 15,0 0-108-15,0 114-40 16,0-86-35-16,0-3-18 16,6-3-7-16,0-7-6 15,6-1 5-15,1-3-4 16,5-5 5-16,5-4-6 15,3-2 8-15,1 0-9 16,2 0 0-16,-5-14-61 0,8-8-85 16,-10 4-152-16,-7 0-323 15</inkml:trace>
  <inkml:trace contextRef="#ctx0" brushRef="#br0" timeOffset="103567.78">7532 12805 1211 0,'0'0'576'0,"0"0"-395"16,0 0-31-16,0 0 101 16,0 0-83-16,-2 136-112 15,6-87-39-15,0 1-17 16,-2 36-53-16,-2-12-254 16,0-2-580-16</inkml:trace>
  <inkml:trace contextRef="#ctx0" brushRef="#br0" timeOffset="121522.36">8361 12896 1064 0,'0'0'326'0,"0"0"-144"15,0 0 45-15,0 0-35 0,0 0-4 16,0 0-24 0,-7 0-15-16,7 0-57 0,0 0-34 15,14 0-6-15,13 0 8 16,11-8-4-16,6-2-6 16,3-1-25-16,-3 2-13 15,-3-2-12-15,-6 6-1 16,-6-2 1-16,-4 4-13 15,-5 1-34-15,-7 0-92 16,-13 2-225-16,0 0-223 16,0 0-431-16</inkml:trace>
  <inkml:trace contextRef="#ctx0" brushRef="#br0" timeOffset="121731.88">8486 13145 1315 0,'0'0'741'0,"0"0"-663"16,0 0-17-16,0 0 56 15,0 0-33-15,0 0-53 16,132-35-19-16,-91 26-11 16,0-2 0-16,-5 3-1 15,-3 1-58-15,5 2-211 16,-11 3-129-16,-5 2-464 0</inkml:trace>
  <inkml:trace contextRef="#ctx0" brushRef="#br0" timeOffset="165681.84">9496 12735 1438 0,'0'0'266'0,"0"0"-150"15,0 0 76-15,0 0-71 16,0 0-41-16,0 0-28 15,-89 76 8-15,89-28 47 16,0 2-30-16,8 0-38 16,17-7-24-16,10-11-2 15,5-11-7-15,5-14 2 16,-3-7 5-16,-1-4 5 16,-10-22 6-16,-11-9 18 15,-11-3 19-15,-9-3-6 16,0-1-13-16,-24 1 4 0,-5 5-9 15,-7 4-4-15,-3 6-6 16,4 8-20-16,2 10-7 16,4 7-18-16,4 1-65 15,14 9-117-15,7 11-417 16,4 0-559-16</inkml:trace>
  <inkml:trace contextRef="#ctx0" brushRef="#br0" timeOffset="165906.21">9966 13122 955 0,'0'0'917'0,"0"0"-647"16,0 0 65-16,-9 144-122 16,5-94-123-16,-1 3-58 15,1-7-20-15,-3-6-6 16,0-7-6-16,1-13 0 15,-1-8 0-15,5-10-14 16,-3-2-14-16,5-26-73 16,0-11-204-16,0-1-535 0</inkml:trace>
  <inkml:trace contextRef="#ctx0" brushRef="#br0" timeOffset="166236.88">10287 12805 1721 0,'0'0'275'0,"0"0"-80"16,0 0 29-16,138-21-145 16,-107 24-53-16,-6 15-17 15,-14 7 8-15,-11 3 38 16,-5 4 65-16,-32 1-15 15,-12 2-37-15,-5-5-27 16,1-6-13-16,9-14-10 16,7-10 17-16,13 0 17 15,6-22-31-15,7-10-11 16,7-6-9-16,4-1-1 0,0 6-12 16,19 3-36-16,8 7-33 15,2 11-28-15,16 12-65 16,-7 0-179-16,-7 6-340 0</inkml:trace>
  <inkml:trace contextRef="#ctx0" brushRef="#br0" timeOffset="166552.19">10341 13043 1646 0,'0'0'226'0,"0"0"-134"15,0 0 90-15,0 0-55 0,127-69-71 16,-90 69-39 0,-3 26 3-16,-14 14 7 0,-11 7 76 15,-9 2 16-15,0 1 4 16,-25-2-32-16,-8-7-22 16,-5-9-26-16,0-10-7 15,0-12-9-15,0-10-1 16,5-2 0-16,2-24-9 15,6-6-16-15,8-5 1 16,7 0-2-16,10 3-10 16,0 1-41-16,8 3-31 15,31-3-69-15,-3 8-233 16,-3 4-655-16</inkml:trace>
  <inkml:trace contextRef="#ctx0" brushRef="#br0" timeOffset="167009.52">10677 12901 1320 0,'0'0'292'0,"0"0"-108"16,0 0 3-16,0 0-55 15,0 0-64-15,117-27-15 16,-92 41-7-16,0 10 1 0,-7 3-10 16,-5 5-4-16,-8 9-9 15,-5 2-3-15,0 6 45 16,-18 1-2-16,-6 3-25 16,-3-4-12-16,0-5 15 15,7-5-4-15,7-9-8 16,4-10-16-16,7-8-13 15,2-4 0-15,0-2 5 16,13-3 0-16,16 0 6 16,8-1-2-16,11-2 7 15,1 0-2-15,2 0 6 16,-2-2-8-16,-7-4-7 16,-3-2 0-16,-10 2-5 0,-10 0 0 15,-5 2 0 1,-7 0-1-16,-3 0-21 0,-2 0-54 15,-2-18-64-15,-6 2-205 16,-13-6-398-16</inkml:trace>
  <inkml:trace contextRef="#ctx0" brushRef="#br0" timeOffset="207303.43">11344 13182 1107 0,'0'0'194'15,"0"0"-130"-15,0 0 81 16,0 0-49-16,0 0-55 16,0 0-26-16,4 14 11 15,-4 7 44-15,0-4 56 16,0 2-68-16,0-6-39 16,0-4-11-16,0-5-8 15,0-4-5-15,0 0 5 16,5 0 12-16,-1-13-5 15,2 3-7-15,0 3 17 0,-4 0-9 16,0 5-7 0,-2 2-1-16,0 0-21 0,0 0-11 15,0 4 22-15,0 6 10 16,0-1-1-16,0-1-20 16,0-3-4-16,0-1-28 15,0 0 6-15,0 0 6 16,2 1 22-16,2-1 18 15,1-3 0-15,1 1-9 16,6-2 10-16,10 0 0 16,14-16 3-16,17-15-3 15,67-43-15-15,-8 5-116 16,-2-1-443-16</inkml:trace>
  <inkml:trace contextRef="#ctx0" brushRef="#br0" timeOffset="-174549.68">8753 5458 424 0,'27'287'0'0</inkml:trace>
  <inkml:trace contextRef="#ctx0" brushRef="#br0" timeOffset="-135347.04">13361 8981 1678 0,'27'185'0'0,"-5"-12"-225"16,1 11-417-16</inkml:trace>
  <inkml:trace contextRef="#ctx0" brushRef="#br0" timeOffset="-134190.68">15105 8468 742 0,'0'0'409'0,"-193"38"-409"15,46-18-48-15,-15-3 16 16,10-17 32-16,34 0 77 16,40-25-15-16,25-3-62 15,17-52-43-15,11 6-101 16,11-13-348-16</inkml:trace>
  <inkml:trace contextRef="#ctx0" brushRef="#br0" timeOffset="-133987.95">13735 7986 1635 0,'-223'34'0'16,"-35"3"-160"-16,20-5-99 15,-5-10-74-15,11-14 203 16,26-8-101-16,53-9 117 15,44-43 114-15,51 5-8 16,35-10 8-16</inkml:trace>
  <inkml:trace contextRef="#ctx0" brushRef="#br0" timeOffset="-133062.41">12398 5143 563 0,'-115'186'32'0,"3"7"-32"16,52-66-65-16,31-47-16 15,49-64 35-15,28-16-24 16,24-30-251-16</inkml:trace>
  <inkml:trace contextRef="#ctx0" brushRef="#br0" timeOffset="-132702.4">12628 8043 76 0,'0'0'0'0</inkml:trace>
  <inkml:trace contextRef="#ctx0" brushRef="#br0" timeOffset="-132561.09">13136 7572 260 0,'36'-119'0'0</inkml:trace>
  <inkml:trace contextRef="#ctx0" brushRef="#br0" timeOffset="-126565.37">14571 8283 1600 0,'0'0'140'0,"0"0"-140"0,0 0-37 16,-143 139 37-1,83-76 18-15,-6 7-11 0,-8 6-7 16,-6 1 0-16,-1 0-19 16,4-13-26-16,6-10-67 15,-12-16-151-15,19-15-242 16,10-16-156-16</inkml:trace>
  <inkml:trace contextRef="#ctx0" brushRef="#br1" timeOffset="-118561.04">13348 9196 1298 0,'0'0'658'0,"113"-65"-652"15,1-9-6-15,4-4 91 16,-6 2 64-16,-10 1 25 16,-19 8-49-16,10-12-85 15,7-5-46-15,4-20-85 16,-29 24-296-16,-26 13-573 0</inkml:trace>
  <inkml:trace contextRef="#ctx0" brushRef="#br1" timeOffset="-84167.14">13697 2627 958 0,'0'0'313'0,"0"0"-177"16,0 0 69-16,0 0 51 16,0 0 22-16,0 0-87 15,-13-129-87-15,-27 8-24 16,-31-50-22-16,-14-26-39 15,-2 11 15-15,11 27-11 0,29 55-22 16,16 38 0-16,12 21-1 16,2 15 0-16,0 2-6 15,1 2-18-15,-1 3-41 16,5 8-45-16,-7 15-63 16,5 0-220-16,-4 15-725 0</inkml:trace>
  <inkml:trace contextRef="#ctx0" brushRef="#br1" timeOffset="-83875.27">12819 2935 1728 0,'0'0'229'15,"-140"-108"-170"-15,8 10-39 16,-43-41 42-16,-13-13 38 16,15 6-20-16,43 27-31 15,48 43-31-15,22 22-6 16,8 13 4-16,-8-5-16 16,-3 3 0-16,-3-3-1 15,6 7 1-15,8 7-34 16,6 4-127-16,-6 11-118 15,12 6-26-15,11 11-527 0</inkml:trace>
  <inkml:trace contextRef="#ctx0" brushRef="#br1" timeOffset="-83611.91">11049 3132 1967 0,'-185'0'154'16,"-49"0"-154"-16,-13 2-13 15,-25 2 13-15,-2-4 12 16,10 0 37-16,21-6 13 16,27-2-13-16,23 8-36 0,25 3-13 15,48 12 11-15,40-5-11 16,35-3 0-16,25-4-14 15,20-3-82-15,0 0-202 16,0 0-944-16</inkml:trace>
  <inkml:trace contextRef="#ctx0" brushRef="#br1" timeOffset="-82806.9">9502 4973 935 0,'0'0'126'0,"0"0"-51"15,-153 18 96-15,48 25-3 16,-52 34-64-16,-69 50-55 16,-46 35-23-16,-32 26-13 15,-5 11 9-15,18-12 47 16,15-13 0-16,33-24-28 15,45-34-22-15,60-40-11 0,51-29-7 16,38-23 5-16,24-16-6 16,14-8 0-16,11 0-10 15,22-28-158-15,101-51 17 16,-3 8-176-16,9-8-195 0</inkml:trace>
  <inkml:trace contextRef="#ctx0" brushRef="#br1" timeOffset="-82387.9">12476 3615 1007 0,'0'0'133'0,"0"0"-60"16,0 0 40-16,0 0-69 15,0 0-32-15,0 0-12 16,-129 35 2-16,88 6-1 16,-9 14 0-16,-27 27 7 15,-37 38 0-15,-61 49 14 16,-51 35 3-16,-43 30 2 0,-45 32-6 15,-27 28-10-15,-34 32 43 16,-24 20-31-16,-7 12-17 16,5-10 4-16,22-9-10 15,34-35 1-15,50-40-1 16,61-44 0-16,56-52 1 16,64-48-1-16,46-43-1 15,31-35-36-15,37-28-109 16,0-8-236-16,18-6-369 0</inkml:trace>
  <inkml:trace contextRef="#ctx0" brushRef="#br1" timeOffset="-81914.38">14654 4863 823 0,'0'0'501'15,"0"0"-446"-15,0 0-28 16,-136 120 72-16,73-78-53 0,-10 4 11 16,-12 8 39-16,-31 22 5 15,-35 35-41-15,-53 44-31 16,-29 23-18-16,-12 14-5 16,0 5-6-16,8-2 2 15,-8 11 4-15,-16 16 6 16,-15 16-2-16,-21 12-9 15,-8 11 0-15,-9 10-1 16,-3-3 1-16,9-5 0 16,21-7 0-16,30-34-1 15,43-34 0-15,56-49 0 16,52-48-16-16,43-33-78 0,25-17-78 16,14-9-84-16,12-18-309 15</inkml:trace>
  <inkml:trace contextRef="#ctx0" brushRef="#br1" timeOffset="-81524.47">14380 6653 1272 0,'0'0'171'0,"-139"76"-127"16,8 2 72-16,-60 49-14 15,-35 23-32-15,-19 22-6 16,-11 9-5-16,1 4-36 15,-21 15-17-15,-5 13 1 16,-7 9-6-16,10 3 0 16,15-9 5-16,25-13-6 15,26-21 0-15,25-30 0 16,44-34 0-16,38-39 0 16,36-30-1-16,29-24-39 15,22-25-105-15,11 0-347 0,7-3-498 16</inkml:trace>
  <inkml:trace contextRef="#ctx0" brushRef="#br1" timeOffset="-81141.14">15068 7369 882 0,'0'0'198'0,"-135"101"-125"16,4 1 147-16,-71 58-24 15,-38 33-106-15,-30 21-33 16,-11 15-22-16,5-7-13 16,4 3-6-16,17-4-3 15,20-17-7-15,25-18-6 16,29-22 1-16,28-21 7 16,37-34-8-16,33-32 0 0,32-24-17 15,15-5-115 1,12-12-222-16,14-14-279 0</inkml:trace>
  <inkml:trace contextRef="#ctx0" brushRef="#br1" timeOffset="-80797.03">15074 8492 1485 0,'-104'118'179'0,"-23"28"-135"16,-20 21-22-16,2 0-11 15,3-10 0-15,-5 7-1 16,-11 10-1-16,-8 8 4 16,2 13-6-16,12-1-5 15,20-11-2-15,32-20 1 16,33-43-1-16,18-20-32 16,22-36-359-16,10-26-442 0</inkml:trace>
  <inkml:trace contextRef="#ctx0" brushRef="#br1" timeOffset="-80375.64">15898 9851 1480 0,'0'0'271'0,"0"0"-232"16,0 0-29-16,0 0-7 15,0 0-2-15,-120 131 1 16,79-41 18-16,-26 43 14 16,-39 47 1-16,-35 32-9 15,-31 21-4-15,-22 8-7 16,-1-5-6-16,-2 5-3 16,10-9-6-16,21-19-1 15,29-34 0-15,31-51 0 0,38-45-18 16,7-30-150-1,24-27-193-15,10-13-277 0</inkml:trace>
  <inkml:trace contextRef="#ctx0" brushRef="#br1" timeOffset="-80021.94">16386 11444 1510 0,'0'0'185'0,"0"0"-146"15,0 0 27-15,-143 125 95 16,58-46 43-16,-42 40-52 15,-41 44-63-15,-31 33-30 16,-17 29-17-16,-14 20-17 16,-2 13-14-16,-13 16-4 15,-3-1-7-15,13-19-13 16,29-31-23-16,50-56-72 16,55-58-59-16,51-46 43 15,50-63 7-15,0 0-265 16,19-34-731-16</inkml:trace>
  <inkml:trace contextRef="#ctx0" brushRef="#br1" timeOffset="-79768.47">16480 12279 1388 0,'0'0'180'15,"-108"119"-161"-15,-2-2 12 16,-62 55 71-16,-36 34 2 16,-25 25-46-16,-18 10-9 15,4 1-22-15,2 9-12 0,13-4-6 16,25-10-9 0,33-18-1-16,33-19 0 0,25-22-43 15,32-24-111-15,30-47-111 16,21-35-417-16</inkml:trace>
  <inkml:trace contextRef="#ctx0" brushRef="#br1" timeOffset="-74288.99">10534 13425 1498 0,'0'0'0'15,"0"0"-6"-15,0 0-101 16,0 0 107-16,0 0-7 16,0 0 7-16,0 0-225 0,-6 0-529 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47:39.6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1727 1359 1385 0,'0'0'161'15,"0"0"-120"-15,0 0-24 16,0 0 15-16,0 0 78 16,81 126 40-16,-79-95-9 15,-2-4-19-15,0-1-25 16,-10-7-20-16,-7-1-20 16,-1-11-14-16,-3-7-2 0,6 0 5 15,-1-12-19-15,8-15-6 16,5-5-20-16,3-1-1 15,3 4-1-15,17 5 0 16,7 6-10-16,0 10 0 16,-4 8 0-16,-4 0 5 15,-8 8 0-15,-9 17 6 16,-2 6 15-16,-7 3 13 16,-12 0-12-16,-2-8-5 15,1-8-1-15,5-11 4 16,-1-7 14-16,1-5 15 15,-1-23-19-15,3-9-15 0,3-2-8 16,10 0-1 0,0 9 1-16,10 9-1 0,17 10-2 15,2 11-5-15,0 0-1 16,-8 14 8-16,-3 15 1 16,-11 1 12-16,-7 5 4 15,0 2 4-15,-4-5-5 16,-15-4-6-16,2-9-1 15,-3-12 0-15,-1-7 8 16,0-2-7-16,0-24-2 16,1-2-8-16,9-4 0 15,7 2 0-15,4 6-8 16,2 6 2-16,21 7-3 16,0 10 0-16,2 1 2 15,-2 0 5-15,-11 14 2 0,-8 7 0 16,-4 8 9-16,-4 5 10 15,-17-2-4-15,-2-2-6 16,-1-10-1-16,3-12-2 16,0-8 3-16,-2-14-8 15,3-21 0-15,2-9-1 16,7-2-1-16,11 2-5 16,0 11 5-16,20 11-8 15,9 12-2-15,2 10 5 16,-4 0-3-16,-6 15 8 15,-9 9 1-15,-9 7 0 16,-3 1 17-16,0-2-5 16,-9-7-6-16,-5-4-5 0,-3-11 7 15,-4-8-1-15,-1 0-1 16,0-6-6-16,4-15-2 16,7-2-7-16,9-2 0 15,2 5 3-15,7 3 6 16,17 5-11-16,5 3 2 15,0 7 8-15,-5 2 0 16,-6 0-6-16,-7 7 7 16,-7 11 0-16,-4 4 15 15,0 3-2-15,-2 0 5 16,-11-7-3-16,-3-6-8 16,1-4 4-16,-3-8-4 15,1 0-5-15,1 0-2 0,3 0-10 16,1 0-41-1,-1 0-117-15,4 0-422 0,0 0-627 0</inkml:trace>
  <inkml:trace contextRef="#ctx0" brushRef="#br0" timeOffset="1455.38">3372 1305 1661 0,'0'0'217'16,"0"0"-157"0,0 0 132-16,40 155 63 0,-18-37-47 15,-3 30-49-15,-6 7-39 16,-7-29-37-16,-6-32-32 15,0-33-27-15,0-6-12 16,0 10-3-16,0 1-9 16,0-2 1-16,0-12 0 15,-2-18-1-15,2-12-7 16,-2-14-38-16,-5-8-44 16,-13-38-45-16,1-10-454 15,-2-8-701-15</inkml:trace>
  <inkml:trace contextRef="#ctx0" brushRef="#br0" timeOffset="1785.23">3308 1403 1502 0,'0'0'244'15,"0"0"-59"-15,53-104 2 16,-15 62-84-16,6 8-40 15,10 8-34-15,4 9-5 16,0 12-2-16,0 5-3 16,-4 10-4-16,-10 20-3 15,-11 12 3-15,-12 11 46 16,-19 6 46-16,-2 7 10 16,-23 5-46-16,-12-1-16 0,-3-4-22 15,0-8-17-15,7-10-6 16,4-12-4-16,7-11-5 15,5-11-1-15,1-9 0 16,3-2-37-16,2-3-46 16,2-18-142-16,3-8-261 15,4-6-451-15</inkml:trace>
  <inkml:trace contextRef="#ctx0" brushRef="#br0" timeOffset="2086.26">4184 914 1508 0,'0'0'301'15,"0"0"-222"-15,0 0 65 16,-67 102 12-16,60-42-28 15,7 12-8-15,0 9 16 16,0-3-9-16,5-4-49 16,12-11-32-16,6-15-30 15,-1-12-10-15,2-9-4 16,-1-13-1-16,-3-3-1 16,-1-7-8-16,10-4-158 15,-4 0-376-15,-4 0-435 0</inkml:trace>
  <inkml:trace contextRef="#ctx0" brushRef="#br0" timeOffset="2529.05">4714 1838 1724 0,'0'0'234'16,"0"0"108"-16,0 0-143 15,0 0-127-15,0 0-45 16,-49-136-15-16,35 90-4 16,2-9 20-16,0-3-9 0,3 0-7 15,5-1 2-15,4 4-12 16,0 9 28-16,2 6 17 16,12 4-7-16,5 4-18 15,4 4-10-15,2 6-4 16,1 10-8-16,4 8 0 15,-1 4-8-15,4 9 8 16,0 20 0-16,-2 8 5 16,1 4 6-16,-3 2 1 15,-8 3 3-15,0 0 5 16,-5 1-3-16,-3 6 2 16,1 2 8-16,-4 1-10 15,3 2-11-15,-1-10-5 0,-1-9-1 16,-5-8 0-1,1-11 0-15,-2-8-2 0,-5-10-17 16,0-2-35-16,-2-22-45 16,-16-9-364-16,-1-1-381 0</inkml:trace>
  <inkml:trace contextRef="#ctx0" brushRef="#br0" timeOffset="2718.65">4728 1708 1987 0,'0'0'296'0,"0"0"-39"15,0 0-71-15,0 0-122 0,0 0-46 16,0 0-17-16,154-127-1 16,-101 98-42-16,16 3-135 15,-15 8-374-15,-14 7-661 0</inkml:trace>
  <inkml:trace contextRef="#ctx0" brushRef="#br0" timeOffset="3086.24">5416 1944 1542 0,'0'0'387'16,"0"0"-20"-16,0 0-88 0,0 0-152 15,0 0-81-15,-19-150-31 16,7 90 27-16,3-6-23 16,3-1-18-16,1 4 0 15,5 1 1-15,0 12-1 16,7 7 0-16,8 14 1 16,5 12 10-16,5 11-11 15,6 6-1-15,5 11-1 16,1 16 1-16,4 11 7 15,-3 11 14-15,-5 1 13 16,-4 1-14-16,-8 0-13 16,-9-3-6-16,-3-6 5 15,-4-2-5-15,-5-5 1 0,0-6-2 16,0-3-9 0,0-9-58-16,0-17-87 0,0 0-115 15,0-5-268-15</inkml:trace>
  <inkml:trace contextRef="#ctx0" brushRef="#br0" timeOffset="3678.36">5853 1393 2134 0,'0'0'241'0,"0"0"-208"0,0 0 77 16,56 115 82-1,-22-51-58-15,1 6-31 16,-4-4-46-16,-4-8-33 0,-6-14-16 16,-11-14-7-16,-3-11 1 15,-7-15-1-15,0-4 18 16,0-8 13-16,-23-21-20 16,-4-13-11-16,-4-9-1 15,5-11 0-15,6-8 0 16,11-5-1-16,9-2 0 15,0 4-8-15,15 10 8 16,10 19-8-16,6 22 8 16,1 20-16-16,-1 2 5 15,-2 32 2-15,-7 12 10 16,-9 6 1-16,-6 0 0 0,-7-1 2 16,0-13-2-16,0-8 5 15,0-12-5-15,0-11 0 16,0-5 9-16,0-3 8 15,0-19-18-15,0-6-22 16,9 0 7-16,13 3-1 16,9 11 8-16,8 10 2 15,3 4-1-15,-5 15-4 16,-1 19 10-16,-9 9-5 16,-11 12 6-16,-12 1 0 15,-4 2 6-15,-6 1 14 16,-21-8-1-16,-9-2-1 15,-1-9-9-15,-6-8-8 0,1-8 0 16,6-10 1 0,2-12-2-16,8-2-28 0,3-12-57 15,12-46-123-15,4 2-159 16,7-1-491-16</inkml:trace>
  <inkml:trace contextRef="#ctx0" brushRef="#br0" timeOffset="3965.13">6388 1148 1502 0,'0'0'208'15,"0"0"-53"-15,0 0 26 0,0 0-48 16,0 0-61-16,0 0 33 15,-67 104 27-15,67-67-34 16,0-1-62-16,4-3-26 16,19-6-2-16,6-5-7 15,2-8 8-15,3-1-7 16,-1-9 4-16,-2-4-6 16,-4 0-52-16,2-8-192 15,-6-10-337-15,-8-5-632 0</inkml:trace>
  <inkml:trace contextRef="#ctx0" brushRef="#br0" timeOffset="4294.46">6740 1042 1221 0,'0'0'272'0,"0"0"-42"15,0 0-50-15,0 0 37 16,127 89 5-16,-86-26-32 16,-1 18-41-16,-9 9-5 0,-8 7-32 15,-10 1-43 1,-11-6-23-16,-2-6-20 0,0-10-19 15,-9-11-6-15,-5-14-1 16,3-12-11-16,3-15-58 16,3-12-53-16,5-12-83 15,0-14-289-15,0-10-442 0</inkml:trace>
  <inkml:trace contextRef="#ctx0" brushRef="#br0" timeOffset="4573.24">7351 1492 1610 0,'0'0'247'15,"0"0"-174"-15,0 0 113 16,0 0 3-16,0 0-119 16,137 17-46-16,-98-15-14 15,-3 3-4-15,-5 0-5 16,-11 2-1-16,-9 4-110 16,-6 0-272-16,-5-1-597 0</inkml:trace>
  <inkml:trace contextRef="#ctx0" brushRef="#br0" timeOffset="4752.35">7440 1789 690 0,'0'0'977'0,"0"0"-764"15,0 0-14-15,0 0 18 16,0 0-77-16,0 0-16 16,0 0-21-16,83 34-37 15,-54-33-38-15,2-1-17 16,-2 0-5-16,-4 0-6 15,8 0-127-15,-9 0-255 16,-4 0-384-16</inkml:trace>
  <inkml:trace contextRef="#ctx0" brushRef="#br1" timeOffset="146727.6">8000 1474 1192 0,'0'0'510'15,"0"0"-230"-15,0 0 4 16,0 0-49-16,0 0-41 16,0 0-66-16,11 0-41 15,-11 0-24-15,2 0-18 16,-2 0-11-16,0 0-10 15,2 0-11-15,-2 0-7 16,3 0-6-16,1 14-9 16,6 12 2-16,3 17 7 15,3 13 9-15,1 16 0 0,-1 11 7 16,-1 5 20 0,-1 5 18-16,-5-1-15 0,-1-3-10 15,-1-4-4-15,-2-7-7 16,-3-8-6-16,0-3-5 15,-2-11-1-15,0-5-5 16,0-10 0-16,0-6 0 16,0-12-1-16,0-6 0 15,0-7 0-15,0-9-10 16,0-1-3-16,-9-1-4 16,-4-21-55-16,-3-13-61 15,3-8-33-15,4-32-61 16,5 11-296-16,1 6-122 0</inkml:trace>
  <inkml:trace contextRef="#ctx0" brushRef="#br1" timeOffset="147201.9">7937 1538 173 0,'0'0'963'16,"0"0"-763"-16,0 0 9 0,0 0-13 16,45-111-52-16,-14 82-59 15,7-1-1 1,7 1 15-16,1 5-19 0,6 8-23 15,-6 6-23-15,-3 10-13 16,-5 0-12-16,-3 16-7 16,-6 14 11-16,-4 12 9 15,-5 4 63-15,-7 5-11 16,-8-2-13-16,-5 0 3 16,0-1-12-16,-9-4 3 15,-13-2-16-15,-3-2-16 16,-3-4-8-16,1-4-14 15,0-4 10-15,4-7-11 0,5-7 0 16,5-8 1 0,0-6-1-16,-1 0-17 0,-1-2-39 15,1-10-52-15,-1-1-24 16,4-1-59-16,2-2-62 16,5 4-82-16,4 0-531 0</inkml:trace>
  <inkml:trace contextRef="#ctx0" brushRef="#br1" timeOffset="147572.04">8878 1106 485 0,'0'0'1194'16,"0"0"-1019"-16,0 0-10 15,0 0-57-15,0 0 57 16,-59 115-25-16,42-55-13 16,5 8 3-16,2-1-11 15,6-3-25-15,4-10-29 16,0-7-29-16,8-8-9 15,8-5-1-15,-1-3-6 16,-1-6-11-16,-1-1-8 16,-3-3-1-16,-1-8 1 0,-1-3-1 15,-4-6-6-15,4-4-67 16,11-14-105-16,0-18-380 16,3-6-989-16</inkml:trace>
  <inkml:trace contextRef="#ctx0" brushRef="#br1" timeOffset="148117.24">9336 1255 1855 0,'0'0'381'0,"0"0"-309"0,0 0 85 15,0 104 28 1,0-47-57-16,4 4-23 0,2 4-25 15,5-3-21-15,1-2-16 16,-1-4-18-16,-3-8-5 16,2-6-11-16,-4-10-2 15,-1-11-5-15,-1-10-1 16,-2-8 6-16,-2-3 5 16,0-5 11-16,0-20 5 15,0-13-14-15,0-13-13 16,-4-5 0-16,-5-4-1 15,3 2 0-15,1 2 0 16,2 4-2-16,3 3 1 16,0 5-1-16,0 8 1 15,3 8 0-15,2 8-5 0,-1 8 5 16,3 10-1-16,1 2-13 16,6 0-9-16,6 13 17 15,4 8 7-15,5 9 1 16,0 9 1-16,3 3 11 15,-3 4 13-15,0 1-2 16,-3 4-6-16,-3-1-3 16,-4 0-5-16,-2-4-4 15,-7-3-5-15,-1-8-1 16,-2-9-1-16,0-8 0 16,-5-8-6-16,-2-7-31 15,0-3-1-15,0-4-22 16,-4-16-90-16,-15-27-61 0,7 7-253 15,-5 4-215-15</inkml:trace>
  <inkml:trace contextRef="#ctx0" brushRef="#br1" timeOffset="148298.85">9355 1706 1373 0,'0'0'348'16,"0"0"-183"-16,0 0 93 15,0 0-79-15,0 0-25 16,0 0-72-16,137-18-54 16,-85 3-19-16,4-2-9 0,18-7-38 15,-16 2-288-15,-13 6-406 16</inkml:trace>
  <inkml:trace contextRef="#ctx0" brushRef="#br1" timeOffset="148651.32">9982 1526 1428 0,'0'0'354'0,"0"0"-242"16,0 0 76-16,0 0-11 16,0 0-71-16,0 0 19 15,0 0-33-15,106 0-43 16,-72 0-23-16,-3-3-16 15,1-4-2-15,-4-1-8 16,3-3 0-16,8-2-102 16,-10 1-196-16,-8 2-283 0</inkml:trace>
  <inkml:trace contextRef="#ctx0" brushRef="#br1" timeOffset="149454.06">10483 1226 1744 0,'0'0'380'0,"0"0"-264"0,0 0-33 15,0 0-61-15,0 0 83 16,51 107 65-16,-26-51-37 16,-2 3-47-16,-4-1-16 15,-1-7-28-15,-3-7-19 16,-1-7-16-16,-3-9-5 16,-4-9-1-16,-2-8 1 15,-3-7-1-15,-2-4 10 16,0 0 8-16,0 0-4 15,0-10-1-15,0-6-12 16,-5-4 0-16,-4-4-1 16,-2-2-1-16,-3-2 1 15,-1-2-1-15,1-2 1 0,1-2-1 16,5 0 0 0,4-3 0-16,4-1-2 0,0-2-5 15,12 0 1-15,13 1 0 16,2 6 5-16,-3 8-7 15,1 11 8-15,-5 9-6 16,-3 5-12-16,-1 10 0 16,-3 20 9-16,-5 10 9 15,-8 4 1-15,0 2 0 16,-5 0 8-16,-13-6-8 16,0-6 0-16,3-5 0 15,1-12 4-15,7-7-5 16,3-5 0-16,4-5-2 15,0 0-14-15,2 0-1 16,16-15 1-16,11 0-2 0,5-4 1 16,1 5 8-16,1 9 3 15,-3 3 4-15,-2 2-6 16,-2 4 2-16,-4 16 5 16,0 6 1-16,-10 3 0 15,-3 5 0-15,-8-2 7 16,-4 3 8-16,-2-3 10 15,-19 2 10-15,-5-2-16 16,-8-2 2-16,-3-3-12 16,-3-4-3-16,1 0-5 15,6-9-1-15,4-5 0 16,6-9-24-16,6 0-33 16,10-18-78-16,3-8-252 0,4-3-686 15</inkml:trace>
  <inkml:trace contextRef="#ctx0" brushRef="#br1" timeOffset="149904.2">10931 955 36 0,'0'0'1410'16,"0"0"-1183"-16,0 0 98 15,0 0-11-15,123 109-102 16,-61-58-71-16,3 5-39 16,-5 8-8-16,-11 8-23 15,-13 4-8-15,-16 3-12 16,-11-3 12-16,-9-1-12 16,0-10-6-16,-9-7-14 15,-5-7-16-15,-1-10-9 0,3-10-6 16,4-7 0-16,-1-9-21 15,3-3-31-15,-4-5-26 16,4-6-46-16,-10-1-65 16,0-4-313-16,3-12-683 0</inkml:trace>
  <inkml:trace contextRef="#ctx0" brushRef="#br1" timeOffset="161167.79">7469 3252 1452 0,'0'0'507'15,"0"0"-346"-15,0 0 7 0,0 0-48 16,0 0-50 0,0 0 5-16,54 14 20 0,-25-14-28 15,4 0-30-15,-1-8-17 16,-1-2-12-16,-2 0-7 15,-2 2 0-15,-6 2-1 16,-3 2-26-16,-4 1-89 16,-9 3-116-16,-5 0-252 15,-10 7-220-15,-9 6-251 0</inkml:trace>
  <inkml:trace contextRef="#ctx0" brushRef="#br1" timeOffset="161339.76">7503 3495 120 0,'0'0'1336'0,"0"0"-1116"16,0 0 56-16,0 0-84 15,0 0-111-15,0 0-51 16,0 0-12-16,62 0-12 16,-29-12-6-16,19-9-14 15,-8-2-242-15,-1 1-521 0</inkml:trace>
  <inkml:trace contextRef="#ctx0" brushRef="#br1" timeOffset="161665.23">8163 3156 1045 0,'0'0'1120'0,"0"0"-922"15,0 0-6-15,0 0-98 16,0 0-55-16,13 108 89 16,5-38-15-16,2 9-20 15,0 7-20-15,0-2-29 16,-3-4-19-16,2-4-10 16,-1-5-4-16,-1-7-10 15,-3-8 0-15,-3-7 0 16,-5-12-1-16,2-11 0 15,-6-8-34-15,-2-12-28 0,0-6 3 16,-5-7 0-16,-17-24-111 16,-13-30-211-16,2 8-308 15,8 2-871-15</inkml:trace>
  <inkml:trace contextRef="#ctx0" brushRef="#br1" timeOffset="161957.01">8161 3268 377 0,'0'0'1093'16,"0"0"-971"-16,79-104 141 15,-29 65 12-15,6 14-60 16,-1 12-88-16,-1 13-57 16,-5 5-24-16,-10 27-19 15,-10 12 15-15,-8 5 23 0,-13 0-5 16,-8 1-18-16,0-6-3 15,-10-4 2-15,-17-1-5 16,-7-7-9-16,-1-6-21 16,2-9 2-16,4-6-2 15,8-9-6-15,10-2-45 16,9 0-32-16,2-22-91 16,13-24-104-16,16 4-298 15,0-1-527-15</inkml:trace>
  <inkml:trace contextRef="#ctx0" brushRef="#br1" timeOffset="162376.22">9083 2842 12 0,'0'0'1212'0,"0"0"-868"16,0 0-55-16,0 0-37 0,0 0-106 15,0 0-69 1,0 0 40-16,-46 89 14 0,28-43-22 15,-1 11-26-15,6 3-16 16,5 0-9-16,8 0-28 16,0-8-12-16,6-4-12 15,19-6-5-15,4-7 1 16,0-8-1-16,2-3 1 16,-2-7 4-16,-4-5-6 15,-6-7 0-15,0 2 0 16,-9-5 0-16,-3-2-27 15,-5 0-79-15,-2 0-183 16,0 0-478-16</inkml:trace>
  <inkml:trace contextRef="#ctx0" brushRef="#br1" timeOffset="164433.98">9442 2821 337 0,'0'0'203'0,"0"0"-4"0,0 0 99 15,0 0-20 1,0 0-63-16,0 0-42 16,0 0-20-16,33 38-40 0,-30-9 47 15,-3 9-46 1,0 10-17-16,0 10 9 0,-7 6 5 15,-4 4-16-15,-3 0-19 16,6-8-35-16,1-10-19 16,3-11-15-16,4-15-5 15,0-11-2-15,0-6 1 16,0-5 0-16,0-2 9 16,0 0 4-16,0 0 5 15,-3-9 14-15,-1-13-21 16,-1-3-11-16,3-9-1 15,2-5-9-15,0-1 3 0,0-1 6 16,9 0 0-16,5 1 1 16,-1 2 0-16,-2 0 4 15,2-2-4-15,1 0-2 16,-1-2 1-16,0 2 0 16,3 4 0-16,-3 7 0 15,-1 9 1-15,-6 12 0 16,1 4-1-16,-3 4-11 15,4 0-8-15,2 16 10 16,3 9 9-16,8 8 6 16,-1 6-4-16,2 9 16 15,0 4 7-15,-1 3 9 16,-6 3 11-16,-1 0 5 16,-6-3-6-16,1-7-14 15,-2-5-13-15,0-11-10 0,-1-6-6 16,1-6-1-16,-3-8 0 15,0-3-1-15,2-7 0 16,-6-2-7-16,0 0-1 16,0 0-10-16,0 0-36 15,0-2-46-15,-16-19-106 16,1 1-346-16,-4 0-318 0</inkml:trace>
  <inkml:trace contextRef="#ctx0" brushRef="#br1" timeOffset="164622.56">9518 3369 1597 0,'0'0'495'16,"0"0"-344"-16,0 0-23 0,0 0-64 16,0 0-40-16,129-48-17 15,-78 29-6-15,1 4-1 16,-1-2-34-16,20-3-158 15,-15 2-351-15,-6 3-603 0</inkml:trace>
  <inkml:trace contextRef="#ctx0" brushRef="#br1" timeOffset="165207.01">9903 2752 1211 0,'0'0'364'16,"0"0"-115"-1,0 0 40-15,0 0-91 0,0 0-124 16,0 0-6-16,0 0 37 16,92 39-24-16,-57-7-14 15,2 8-28-15,-4 11-14 16,-6 5-6-16,-3 6 5 15,-8 0 2-15,-5 0-2 16,-7-1 0-16,-1-5-2 16,-3-8 0-16,0-5-1 15,0-7-1-15,0-6-5 16,0-5-3-16,0-5-3 16,0-4 7-16,0-2 8 15,-3-6-8-15,3-4-2 16,0-1-8-16,0-2 4 0,0-1 4 15,0 0 7-15,0 0-11 16,0 0 2-16,0 0-10 16,0 0-1-16,0 0 0 15,0 0 10-15,0 0-11 16,0-8-55-16,0-5-78 16,3-11-121-16,10 3-465 15,0-2-759-15</inkml:trace>
  <inkml:trace contextRef="#ctx0" brushRef="#br1" timeOffset="165897.97">10557 3009 421 0,'0'0'957'15,"0"0"-765"-15,0 0 97 16,0 0-62-16,0 0-117 16,0 0-52-16,0 0-21 15,-12 0-5-15,12 0 4 16,0 0 29-16,10-3-5 0,11-1 21 16,8-4 21-16,5-2-19 15,0 1-22-15,-3 4-19 16,0-2-10-16,-2 3-9 15,1 1-11-15,1 0 0 16,-2 3 0-16,-3-2-3 16,-4 0 8-16,-1 1-5 15,-11 1-11-15,-3-2 0 16,-2 2-1-16,-5 0 1 16,0 0-1-16,0 0 0 15,0 0 0-15,0 0-2 16,0 0-7-16,2 0-21 15,0 0-29-15,5 0-40 0,2 0-43 16,11 0-97 0,-5 0-321-16,3 0-531 0</inkml:trace>
  <inkml:trace contextRef="#ctx0" brushRef="#br1" timeOffset="166275.12">11560 2614 1618 0,'0'0'389'0,"0"0"-227"16,0 0 6-16,0 0-94 15,0 0-54-15,0 0 110 16,40 131 9-16,-20-69-8 16,0 8-14-16,-4 1-42 15,-1-3-29-15,-3-6-12 16,-2-8-19-16,0-8-7 16,-3-10-8-16,-3-10 1 15,-4-8 0-15,2-8-1 16,-2-5-20-16,0-5-22 15,0 0-14-15,0-21-33 16,0-9-105-16,-6-18-152 0,-4 6-156 16,3 4-327-16</inkml:trace>
  <inkml:trace contextRef="#ctx0" brushRef="#br1" timeOffset="166581.62">11546 2671 1397 0,'0'0'306'16,"0"0"-234"-16,0 0 74 16,45-111 42-16,-9 81-67 15,6 6-22-15,5 6 9 16,2 12-16-16,-4 6-16 16,-4 12-9-16,-4 20-7 0,-11 11-15 15,-10 5-16-15,-7 3 1 16,-9 0 9-16,0-3-6 15,-20-2-9-15,-7-4-9 16,-8-4-9-16,-2-5-5 16,4-10 7-16,4-7-8 15,5-7-1-15,4-8-15 16,6-1-44-16,3-3-42 16,11-38-105-16,0 5-318 15,14-2-625-15</inkml:trace>
  <inkml:trace contextRef="#ctx0" brushRef="#br1" timeOffset="166896.23">12244 2430 1560 0,'0'0'260'0,"0"0"20"16,0 0-55-16,0 0-130 15,0 0-47-15,-73 116 80 16,57-57 16-16,5 3-27 16,7 0-22-16,1-7-14 0,3-4-26 15,0-9-25-15,9-10-18 16,5-7-10-16,-1-10-2 15,3-5-1-15,6-7-74 16,21-6-91-16,-4-15-213 16,-1-2-933-16</inkml:trace>
  <inkml:trace contextRef="#ctx0" brushRef="#br1" timeOffset="167308.95">12626 3130 1654 0,'0'0'330'0,"0"0"-35"15,0 0-95-15,0 0-122 16,0 0-52-16,-5-107-10 16,12 69 5-16,-3-3 15 15,2-3 29-15,-3-5 10 16,0 3-12-16,-1 2-25 15,2 2-14-15,1 8 5 16,3 6 8-16,-1 5 17 16,4 10-6-16,2 5-14 15,3 5-17-15,4 3-16 16,7 0 6-16,2 21-1 16,2 8-6-16,-2 10 1 0,-4 7 0 15,-7 5 5-15,-3 4 0 16,-4-3 0-16,-2-4 0 15,-2-7-5-15,-1-8 0 16,-1-6 0-16,2-12-1 16,-5-4-30-16,3-11-71 15,-1 0-27-15,2-32-111 16,1 0-464-16,-5-1-720 0</inkml:trace>
  <inkml:trace contextRef="#ctx0" brushRef="#br1" timeOffset="167490.62">12715 2962 1711 0,'0'0'398'16,"0"0"-138"-16,0 0 0 16,0 0-156-16,0 0-77 15,0 0-27-15,143-67-4 16,-83 43-183-16,-12 8-415 15,-8 3-698-15</inkml:trace>
  <inkml:trace contextRef="#ctx0" brushRef="#br1" timeOffset="167887.02">13301 3087 662 0,'0'0'1155'0,"0"0"-870"16,0 0 45-16,0 0-111 0,0 0-106 15,0 0-53-15,0 0-9 16,-29-75-2-16,22 44 11 16,3-2 5-16,0-6-14 15,1-1-22-15,3 1-15 16,0-4-14-16,3 1 0 16,10 3 0-16,5 8 0 15,-1 4-12-15,3 10 12 16,1 5 2-16,-2 6 7 15,4 6-9-15,4 0 0 16,2 6-1-16,0 18 0 16,0 8 1-16,-5 6 1 15,-4 4 5-15,-6 2 2 0,-6-4-7 16,-5-2 0 0,-3-3 1-16,0-6-1 0,0-5-1 15,0-4 0-15,0-1-15 16,0-5-63-16,-5-4-50 15,5-4-89-15,11-6-307 16,18 0-165-16,4-2-32 0</inkml:trace>
  <inkml:trace contextRef="#ctx0" brushRef="#br1" timeOffset="168585.31">13704 2639 1692 0,'0'0'206'16,"0"0"-51"-16,0 0 170 15,0 0-138-15,0 0-152 16,0 0 30-16,0 0 26 16,87 125-25-16,-64-68 13 15,-5-1-3-15,-5-3-28 16,-5-11-14-16,0-10 1 15,-6-11-14-15,-2-8-8 16,0-8-4-16,0-5 6 16,0 0 6-16,0-5 21 15,-8-17-6-15,-4-9-24 16,-1-8-6-16,-1-7-5 0,7 1 0 16,5-1-1-16,2 0-2 15,0-2 1-15,13 0-13 16,12 2 13-16,4-1-6 15,0 10 7-15,2 6-1 16,-2 13-1-16,-2 14-5 16,-7 4-14-16,-7 20 4 15,-4 17 16-15,-9 5 0 16,0 4 1-16,-11-4 1 16,-9-2 0-16,-5-4 1 15,5-10 5-15,4-6-7 16,8-10 0-16,6-8-5 15,2-2-9-15,0 0 4 0,15-14-44 16,16-6-3-16,8-4 11 16,2 3-11-16,5 8 25 15,-2 5 23-15,-4 8 3 16,-2 0 5-16,-2 16-5 16,-9 10 4-16,-8 4 2 15,-9 2 1-15,-10 1 8 16,0 2 3-16,-14-5 9 15,-18 1 23-15,-10-4-7 16,-5-3 0-16,-1-4-10 16,-2-1-15-16,8-8-4 15,4 2-7-15,7-8 0 16,2 2-1-16,7-4-31 16,6-3-42-16,9 0-53 0,7-12-172 15,0-11-528-15</inkml:trace>
  <inkml:trace contextRef="#ctx0" brushRef="#br1" timeOffset="168977.1">14328 2235 1340 0,'0'0'272'0,"0"0"-162"16,0 0 79-16,0 0 6 15,0 0-40-15,134 49 24 16,-91 5-38-16,-3 14-4 15,-9 8-23-15,-9 5-23 16,-11-3-18-16,-9-6-9 16,-2-6-17-16,0-8-28 15,-11-7-8-15,-7-9-2 16,1-10-3-16,-1-9-6 16,3-9-32-16,-1-7-59 0,3-7-61 15,-8 0-193 1,3-7-388-16,1-3-570 0</inkml:trace>
  <inkml:trace contextRef="#ctx0" brushRef="#br1" timeOffset="171154.23">21408 1073 97 0,'0'0'1095'16,"0"0"-930"-16,0 0-7 16,0 0 72-16,-147-27-41 15,103 27-82-15,-8 0-22 16,-10 17 18-16,-11 7-12 0,-6 6-34 16,-6 6-30-16,1 5-8 15,-1 6 14-15,5 3-6 16,0 4-1-16,0 8 22 15,-1 7-9-15,-15 21-2 16,-10 32-6-16,-10 35 8 16,4 12-17-16,25 1-13 15,27-12 2-15,20-21-2 16,13-2 1-16,7 1 4 16,13 9 2-16,7 10-4 15,12 12-2-15,26 12-1 16,17 8 9-16,21 4-4 15,19-12-14-15,28-22 7 0,18-24 11 16,17-27 4 0,16-21 16-16,11-20 17 0,16-16-13 15,11-25-15-15,6-22 1 16,0-12-11-16,-2-38-4 16,0-19-4-16,-2-14 8 15,-2-8-5-15,-13-13 13 16,-26-7-2-16,-32-11-1 15,-31-8-21-15,-35-4 14 16,-23-10-5-16,-17-6-4 16,-10-12 9-16,-8-14 3 15,-10-9 3-15,-7-13 4 0,-2-22-7 16,-36-15-9 0,-25-6 2-16,-22 10-11 15,-25 27 6-15,-27 40-6 0,-25 37-12 16,-23 33-30-16,-21 29-13 15,-10 31-49-15,2 18-16 16,19 14-29-16,23 34-63 16,56 1-434-16,31 3-713 0</inkml:trace>
  <inkml:trace contextRef="#ctx0" brushRef="#br1" timeOffset="172031.72">24814 828 1386 0,'0'0'175'0,"0"0"-107"16,0 0 120-16,-127-30-65 15,85 24-10-15,-5 2-28 16,1 4-33-16,-6 0-24 15,-6 5-16-15,-7 16-6 16,-13 9 0-16,-22 10 5 0,-31 14 31 16,-35 13 19-1,-7 6-1-15,3 4-2 0,19 3-13 16,39-12-8-16,26-3 12 16,-3 16-16-16,2 39-5 15,-5 31 15-15,-1 38-11 16,21 9-11-16,19-5-14 15,6 0 1-15,7 5-1 16,11 2-6-16,15 3 6 16,14 8-6-16,25 4 10 15,41-8-5-15,33-13-6 16,26-31 0-16,22-30 9 16,20-31 21-16,20-26 17 15,27-32-6-15,25-40-20 0,26-26-9 16,20-54-11-16,12-31 0 15,-3-22 13-15,-11-13-8 16,-17-13 15-16,-19-4-8 16,-22-6 4-16,-31-2 17 15,-32-10 15-15,-32-5-8 16,-32-7-8-16,-24-11-17 16,-25-10-8-16,-25-15 5 15,-24-8-5-15,-32 6-2 16,-54 23-5-16,-50 31-1 15,-47 40-19-15,-51 41-17 16,-49 36-52-16,-43 38-41 16,-23 18-44-16,73 18-165 0,48 13-357 15</inkml:trace>
  <inkml:trace contextRef="#ctx0" brushRef="#br1" timeOffset="172887.68">22512 1267 373 0,'0'0'295'16,"0"0"-129"-16,-122 54 32 15,18-10 13-15,-54 25-47 0,-66 25-22 16,-31 16-21 0,-3 4-22-16,34-15-16 0,71-29-37 15,44-26-30-15,44-18-7 16,20-6-3-16,8-2-5 15,5 2-1-15,26 12-50 16,6-6-170-16,11-3-300 0</inkml:trace>
  <inkml:trace contextRef="#ctx0" brushRef="#br1" timeOffset="173187.57">22859 1601 920 0,'0'0'508'0,"0"0"-415"16,0 0 85-16,-166 77 8 16,14 3 8-16,-78 46-51 15,-48 31-36-15,-23 14-8 16,0-6-20-16,39-26-37 15,33-16-22-15,53-31-12 16,58-22-7-16,49-22 5 16,29-12-6-16,6-4 0 15,12-1-10-15,11-5-73 16,37-26-166-16,24 0-114 0,10-15-238 16</inkml:trace>
  <inkml:trace contextRef="#ctx0" brushRef="#br1" timeOffset="173451.95">22594 1979 1235 0,'0'0'322'0,"0"0"-236"15,-118 60 21-15,-9 22 81 16,-73 41 24-16,-51 25-105 15,-23 2 0-15,2-10-31 16,45-21-33-16,28-13-20 16,53-24-14-16,45-16-1 0,32-21-8 15,20-9 8-15,7-1-8 16,4-1-34-16,5 1-156 16,15-11-207-16,7-8-409 0</inkml:trace>
  <inkml:trace contextRef="#ctx0" brushRef="#br1" timeOffset="173721.83">22050 2639 1092 0,'0'0'239'0,"0"0"-153"16,0 0 106-16,0 0 34 15,-196 168 4-15,71-66-87 16,-38 27 2-16,-16 9-43 16,0-8-40-16,36-26-29 15,43-31-14-15,28-22-13 16,24-5-6-16,0-1-1 16,4 1-26-16,6-1-110 15,16-5-118-15,8-14-93 16,12-12-548-16</inkml:trace>
  <inkml:trace contextRef="#ctx0" brushRef="#br1" timeOffset="173976.28">22153 3113 1322 0,'0'0'273'0,"0"0"-104"15,0 0 128-15,-168 125-40 16,64-42-99-16,-37 28-55 16,-25 24-33-16,7-11-36 15,34-23-21-15,41-33-11 16,28-19 3-16,2 2-5 16,5-1-30-16,5-3-49 0,21-17-96 15,27-30-153 1,26 0-204-16,17-21-420 0</inkml:trace>
  <inkml:trace contextRef="#ctx0" brushRef="#br1" timeOffset="174173.25">22099 3725 1122 0,'0'0'688'0,"-124"80"-571"16,37-22 174-16,-16 11-38 15,-2 5-98-15,3-2-101 16,4-4-48-16,9-7-6 0,6-11-54 16,12-11-89-16,13-22-140 15,17-11-98-15,18-6-506 0</inkml:trace>
  <inkml:trace contextRef="#ctx0" brushRef="#br1" timeOffset="174426.96">21939 2664 1677 0,'0'0'206'0,"-141"71"-159"15,10 11 35-15,-54 32-4 16,-14 10 23-16,14-8-47 16,40-33-29-16,54-35-25 15,11-16-45-15,31-16-250 16,9-11-424-16</inkml:trace>
  <inkml:trace contextRef="#ctx0" brushRef="#br1" timeOffset="174704.78">21674 1664 1759 0,'-121'16'255'0,"-17"42"-196"16,9 28-8-16,2 27 82 15,0 23-24-15,6 13-57 16,12-5-32-16,22-24-10 16,22-32-9-16,19-26 5 15,7-7-6-15,-3 4 0 16,-2 4-23-16,1-3-91 16,22-28-151-16,9-18-218 15,12-14-581-15</inkml:trace>
  <inkml:trace contextRef="#ctx0" brushRef="#br1" timeOffset="174946.26">21179 1638 1684 0,'-141'58'229'16,"-23"26"-176"-16,16 19-35 15,8 23 43-15,17 13 10 16,21 9-9-16,23-2-33 16,33-12-16-16,26-25-12 15,20-25-1-15,0-22-1 16,22-8-113-16,29 17-86 0,-4-11-104 16,3-10-308-16</inkml:trace>
  <inkml:trace contextRef="#ctx0" brushRef="#br1" timeOffset="175191.94">20943 2150 1300 0,'-90'160'168'0,"1"40"-129"15,27-4-21-15,14 7 43 16,23-6 41-16,21-21-38 16,4-41-39-16,27-41-18 15,10-34-7-15,7-16 0 16,39-4-25-16,-10-10-79 16,1-17-474-16</inkml:trace>
  <inkml:trace contextRef="#ctx0" brushRef="#br1" timeOffset="175456.28">21497 1835 166 0,'0'0'1857'0,"-174"12"-1725"16,99 48-110-16,-14 46 12 15,-5 70-17-15,5 41-15 16,31 23-1-16,29 2 0 16,29-40 6-16,18-22-7 15,35-47-7-15,56-45-171 16,25-45-66-16,13-43 68 16,21-17-97-16,-58-25-73 15,-20-8-351-15</inkml:trace>
  <inkml:trace contextRef="#ctx0" brushRef="#br1" timeOffset="175657.64">22284 1979 1707 0,'0'0'59'0,"0"0"-59"15,83 233-37-15,-35-33 37 16,-5 24 8-16,-11-5-7 15,-15-39 1-15,-8-56-2 16,-4-39-122-16,-1-31-74 16,-4-18 151-16,0-10-71 15,0-14-614-15</inkml:trace>
  <inkml:trace contextRef="#ctx0" brushRef="#br1" timeOffset="184138.54">7436 4640 127 0,'0'0'1291'0,"0"0"-946"16,0 0-87-16,0 0-77 15,0 0-79-15,0 0-12 0,11 26 68 16,7-24-33 0,2-2-36-16,2 0-43 0,3 0-28 15,4 0-10-15,2-9-8 16,2-4-14-16,3 1-62 15,0 0-92-15,-2 3-129 16,-11 2-217-16,-9 5-330 0</inkml:trace>
  <inkml:trace contextRef="#ctx0" brushRef="#br1" timeOffset="184317.78">7546 4932 1530 0,'0'0'175'0,"0"0"-38"15,0 0 125-15,0 0-59 16,0 0-68-16,0 0-45 16,0 0-39-16,86-7-29 15,-57-4-22-15,-2 1-1 16,10-3-132-16,-2 3-179 16,-10 1-245-16</inkml:trace>
  <inkml:trace contextRef="#ctx0" brushRef="#br1" timeOffset="185165.13">8760 4456 1091 0,'0'0'275'0,"0"0"-8"16,0 0-29-16,0 0-84 15,0 0-60-15,0 0 14 16,0 0-16-16,-22-24 16 16,20 24 5-16,0 0-27 15,-1 0-38-15,-2 3-32 16,1 18-16-16,-3 11 0 16,-1 9 7-16,6 5 0 15,2 4 5-15,0-4 8 16,13-5-1-16,16-10-8 15,6-10-1-15,8-13 14 16,5-8-6-16,2-4 3 0,-4-21-9 16,-3-1-3-16,-10-7-9 15,-8 1 12-15,-14-2 28 16,-11 0 28-16,0 2-13 16,-15 1-7-16,-14 2-21 15,-8 3-11-15,-5 1-2 16,0 7-14-16,-1 2 1 15,6 9-1-15,3 2 0 16,10 5-37-16,6 0-30 16,7 12-43-16,11 18-48 15,4-1-153-15,14-6-425 0</inkml:trace>
  <inkml:trace contextRef="#ctx0" brushRef="#br1" timeOffset="185445.08">9320 4749 1906 0,'0'0'381'16,"0"0"-270"-16,0 0-23 16,0 0 51-16,0 101-39 15,0-52-42-15,0 6 16 16,-11 2 2-16,-5-2-33 15,-2-4-13-15,-2-2-18 0,0-9-3 16,0-6-8 0,4-8-1-16,3-8-12 0,4-9-45 15,4-9-50-15,5 0-65 16,5-48-213-16,19 2-260 16,3-3-347-16</inkml:trace>
  <inkml:trace contextRef="#ctx0" brushRef="#br1" timeOffset="185864.82">9785 4388 1480 0,'0'0'246'0,"0"0"-147"15,0 0 219-15,0 0-142 16,0 0-109-16,0 0-35 16,0 0 1-16,-113 101 15 15,104-42 11-15,4 9 1 16,5 4 21-16,0-4 1 16,12-3-38-16,14-12-23 15,8-11-11-15,2-13-2 16,4-15-8-16,-3-14 0 15,4 0 8-15,-6-18-1 16,-6-10-7-16,-9 1 0 16,-8 1 1-16,-12 4 6 0,0 5 0 15,-7 1 13-15,-13 3-1 16,-7 3-2-16,-2 6-17 16,-2 4 0-16,-3 0-20 15,-1 2-59-15,4 14-78 16,0 16-110-16,10-4-223 15,8-5-335-15</inkml:trace>
  <inkml:trace contextRef="#ctx0" brushRef="#br1" timeOffset="186283.5">10329 4622 1415 0,'0'0'244'16,"0"0"-115"-16,0 0 104 15,0 0-91-15,141 0-90 16,-95 0-13-16,-3 0 10 0,-7-2 34 16,-12 0-3-1,-11 0-10-15,-6 2 9 0,-7 0 21 16,0 0-23-16,-15 0-30 16,-21 0-37-16,-11 0-8 15,-7 0 7-15,-3 2-2 16,3 2 1-16,9-2-7 15,10-1-1-15,6-1 0 16,6 0-43-16,6 5-120 16,6 3-174-16,2 2-217 15,4-2-410-15</inkml:trace>
  <inkml:trace contextRef="#ctx0" brushRef="#br1" timeOffset="188085.84">11361 4474 191 0,'0'0'85'0,"0"0"-61"15,0 0-17-15,0 0-1 16,0 0 40-16,0 0 126 16,0 0 6-16,0-3-5 15,0 3-3-15,0 0-55 16,0 0-75-16,0 0-18 15,0 0 11-15,0 0 61 16,0 0 34-16,0 0 25 16,0 0 4-16,0 0-9 15,0 0-16-15,0 0-23 16,0 0-34-16,0 0-5 16,0 0-8-16,0 0-8 0,0 0-2 15,0 0-2 1,0 0-2-16,0 0 2 0,0 0 11 15,0 0-5-15,-4 0-27 16,0 0-18-16,-1 0-2 16,1 0-8-16,0 0 5 15,1 0-5-15,0 3 0 16,1 1 1-16,0 1-2 16,2 8-1-16,0 7 0 15,0 10 0-15,0 8 0 16,10 6 0-16,9 6 1 15,8 1 1-15,4-5-1 16,7-7 0-16,3-11 0 16,1-12-1-16,5-16 2 15,-1 0 4-15,1-27 17 0,-5-13 2 16,-8-9 0-16,-12-2 7 16,-11 2 26-16,-11 5 6 15,0 6 0-15,-22 3-21 16,-9 6-8-16,-5 0-22 15,-6 8 2-15,2 5-14 16,-1 3 0-16,6 9 0 16,4 4-6-16,4 0 0 15,5 10-5-15,4 6-4 16,4 3-57-16,7-2-49 16,7 0-64-16,3 2-273 15,17-2-223-15,-2-6-882 0</inkml:trace>
  <inkml:trace contextRef="#ctx0" brushRef="#br1" timeOffset="188351.04">12126 4766 1277 0,'0'0'181'16,"0"0"75"-16,-18 115 37 0,-2-61-67 15,-3-1-101-15,0 0-16 16,-2-7-55-16,2-8-39 16,6-10-6-16,5-10-9 15,10-18-93-15,2 0-194 16,0-21-225-16</inkml:trace>
  <inkml:trace contextRef="#ctx0" brushRef="#br1" timeOffset="188889.97">12354 4375 818 0,'0'0'615'15,"0"0"-471"-15,0 0 97 16,0 0-74-16,0 0-106 16,0 0-39-16,135-100 5 15,-106 98-8-15,-2 2-19 16,-5 11 1-16,-9 16 6 15,-5 9 14-15,-8 5-5 16,0 3-4-16,-8 2 1 0,-13 1 2 16,-4-2 0-1,0-2 1-15,-1-2 4 0,3-9 10 16,4-6 17-16,0-8 2 16,9-6 11-16,1-4 14 15,4-4-1-15,2-4-14 16,3 0-17-16,0 0-11 15,0 0-16-15,0 0-15 16,12 0 0-16,6 0 24 16,4 0 24-16,1 0-2 15,-1 0 5-15,0 0-21 16,-2 0-15-16,-3 0-14 16,-1 0 0-16,-3 0-1 15,-1 0 0-15,-1 0-7 16,-2 0-26-16,2 0-49 0,0 0-78 15,3 0-30 1,1-24-83-16,-1 2-105 0,-3-2-729 0</inkml:trace>
  <inkml:trace contextRef="#ctx0" brushRef="#br1" timeOffset="189235.71">12779 4284 1343 0,'0'0'481'0,"0"0"-411"15,0 0 72-15,0 0-2 0,0 0-84 16,0 0-7 0,0 0 13-16,7 128 3 0,-7-84-4 15,0-3-17-15,2-4-14 16,0-9-17-16,2-6-5 15,4-6-7-15,-2-8 0 16,5-3 5-16,3-2 6 16,1-3 34-16,5 0-16 15,5 0-11-15,0-12-10 16,3-2-8-16,4-1-1 16,-4 0-65-16,1-2-42 15,-6 6-32-15,-5-1-79 0,-5-2-78 16,-4 4-303-1,-6-3-268-15</inkml:trace>
  <inkml:trace contextRef="#ctx0" brushRef="#br1" timeOffset="189485.26">13107 4259 1317 0,'0'0'561'15,"0"0"-355"-15,0 0 47 16,0 0-152-16,0 0-90 15,0 0 22-15,0 0 73 16,-2 150 10-16,2-96 12 16,0 3-32-16,0-7-48 15,0-4-32-15,0-8-8 16,0-4-8-16,0-5 0 0,0-6-7 16,0-2-37-16,0-7-29 15,0-2-40-15,0-8-86 16,0-3-168-16,4-1-308 0</inkml:trace>
  <inkml:trace contextRef="#ctx0" brushRef="#br1" timeOffset="189767.9">13589 4488 1778 0,'0'0'472'16,"0"0"-377"-16,0 0 76 15,0 0-74-15,0 0-62 16,0 0-11-16,0 0-9 15,131 4-15-15,-98-13-21 16,-2 4-152-16,-8 1-215 16,-12 1-499-16</inkml:trace>
  <inkml:trace contextRef="#ctx0" brushRef="#br1" timeOffset="189917.56">13629 4734 1536 0,'0'0'194'15,"0"0"-137"-15,0 0 136 16,0 0 13-16,0 0-110 16,0 0-96-16,0 0-7 15,151-12-286-15,-111 0-575 0</inkml:trace>
  <inkml:trace contextRef="#ctx0" brushRef="#br1" timeOffset="190585.23">14304 4319 1642 0,'0'0'331'16,"0"0"-207"-16,0 0 87 0,0 0-113 16,-94 124-46-1,92-75-13-15,2-3 20 0,9-2-11 16,18-10-23-16,6-10-9 16,6-10-2-16,0-14-14 15,3 0 19-15,-3-16-4 16,-8-9-5-16,-9-4-2 15,-11-3 2-15,-8 0 5 16,-3-3 46-16,-3 6-10 16,-17 0-3-16,-5 5-6 15,-6 10-26-15,-9 4-15 16,-3 10 0-16,-5 0-1 16,1 2-29-16,0 26-105 15,14 0-154-15,11-4-417 0</inkml:trace>
  <inkml:trace contextRef="#ctx0" brushRef="#br1" timeOffset="190850.9">14636 4616 2125 0,'0'0'282'0,"0"0"-236"16,0 0 58 0,0 124 30-16,-4-66-70 0,-7 0-28 15,-3-1-6-15,-1-5-17 16,1-10-7-16,5-10-5 16,3-8-1-16,6-8-64 15,4-16-134-15,17-6-351 16,2-16-460-16</inkml:trace>
  <inkml:trace contextRef="#ctx0" brushRef="#br1" timeOffset="191345.9">14995 4309 1318 0,'0'0'190'0,"0"0"-134"15,0 0 243-15,0 0-49 16,129-106-115-16,-100 106-36 16,-6 0-18-16,-10 15-38 15,-11 16-13-15,-2 4 6 16,-17 4 50-16,-17 1-29 15,-3-3-19-15,4-10-15 16,10-6-14-16,7-11-3 16,11-9 1-16,5-1-1 15,0 0 2-15,18 0-14 16,12-6 6-16,1 4-1 0,4 2-8 16,1 0 3-16,-3 15 0 15,-2 8-2-15,-6 8 7 16,-12 4 1-16,-9 0 0 15,-4 0 14-15,-11 2 24 16,-20-5 25-16,-6-4-11 16,-4-7-11-16,-1-8-16 15,2-6-5-15,4-7-8 16,5 0-12-16,7-7-11 16,7-6-42-16,9 0-42 15,8-12-77-15,20-2-295 16,6 3-331-16</inkml:trace>
  <inkml:trace contextRef="#ctx0" brushRef="#br1" timeOffset="191728.45">15701 4149 1622 0,'0'0'536'0,"0"0"-457"16,0 0 156-16,0 0-104 15,0 0-104-15,0 0-17 0,-89 101 1 16,78-38 19 0,3 1 62-16,8-2 10 0,0-5-55 15,8-11-23-15,17-14-13 16,8-10-10-16,5-14 6 15,2-8 5-15,1 0 3 16,-6-17-4-16,-6-4-10 16,-12 1 14-16,-11-1-6 15,-6 3 7-15,-2 3 12 16,-23 3-7-16,-8 3-9 16,-8 8-12-16,-5 1 0 15,-4 0-6-15,-10 10-61 16,14 6-130-16,12-3-502 0</inkml:trace>
  <inkml:trace contextRef="#ctx0" brushRef="#br1" timeOffset="191863.99">16079 4674 1292 0,'0'0'0'15,"0"0"-382"-15</inkml:trace>
  <inkml:trace contextRef="#ctx0" brushRef="#br1" timeOffset="194966.07">21696 1293 902 0,'0'0'276'0,"0"0"-32"15,0 0-42-15,0 0-103 16,0 0 6-16,0 0 33 0,-62-24-85 15,28 26-22-15,-15 23 5 16,-18 10-1-16,-34 29-14 16,-43 37-15-16,-52 42 1 15,-18 27-4-15,16-3-2 16,53-34 0-16,68-53-1 16,42-31-7-16,35-21-117 15,0-9-227-15,0-4-464 0</inkml:trace>
  <inkml:trace contextRef="#ctx0" brushRef="#br1" timeOffset="195244.26">21611 1557 1219 0,'0'0'165'0,"0"0"-124"15,-189 135 88-15,40-14-1 16,-48 51-20-16,-17 19-48 16,20-13-31-16,51-44-17 15,64-51-12-15,34-32-30 16,18-10-87-16,6 13-140 15,6-10-133-15,9-6-143 0</inkml:trace>
  <inkml:trace contextRef="#ctx0" brushRef="#br1" timeOffset="195505.59">21925 1685 479 0,'0'0'815'0,"-102"164"-734"16,-14 6-61-16,-27 38-1 0,-26 13 35 16,-18-5-24-1,-3-23-8-15,-2-7-13 0,18-12-8 16,43-39-1-16,48-38-29 15,41-26-102-15,32-36-86 16,10-19-56-16</inkml:trace>
  <inkml:trace contextRef="#ctx0" brushRef="#br1" timeOffset="195753.81">22244 1877 1458 0,'0'0'170'15,"-118"164"-106"-15,2 7 78 16,-33 38-31-16,-22 29-4 16,-10 3-33-16,7-17-42 15,14-11-17-15,34-29-9 16,46-55-6-16,47-41-83 15,33-41-55-15,13-27-96 16,16-18-530-16</inkml:trace>
  <inkml:trace contextRef="#ctx0" brushRef="#br1" timeOffset="195971.24">22365 2525 405 0,'0'0'1427'16,"-147"174"-1281"-16,18 6-101 15,-37 51 36-15,-10 28-10 16,3-7-28-16,32-35-21 16,45-53-20-16,47-60-2 15,49-47-15-15,16-40-187 16,15-10-564-16</inkml:trace>
  <inkml:trace contextRef="#ctx0" brushRef="#br1" timeOffset="196160.87">22055 3465 1502 0,'-94'122'257'16,"-15"33"-192"-16,-11 21-21 15,24-32 13-15,38-49-22 16,27-35-25-16,19-27-10 16,12-13-13-16,18-9-164 15,11-11-568-15</inkml:trace>
  <inkml:trace contextRef="#ctx0" brushRef="#br1" timeOffset="196317.08">22228 4137 1943 0,'0'0'247'0,"-129"116"-182"15,56-60-13-15,8-6-14 16,41-41-38-16,22-9-185 16,2-13-553-16</inkml:trace>
  <inkml:trace contextRef="#ctx0" brushRef="#br1" timeOffset="196707.38">20922 2065 1440 0,'0'0'182'0,"0"0"-141"15,-120 65-25-15,60 51-6 16,-5 66 4-16,-4 43-3 16,2 15-10-16,12-15 15 15,15-34-3-15,19-27 0 16,21-40-5-16,0-37-8 16,36-22-31-16,-3-26-222 15,3-17-514-15</inkml:trace>
  <inkml:trace contextRef="#ctx0" brushRef="#br1" timeOffset="196881.06">20882 3072 1413 0,'-20'126'80'0,"3"13"-80"15,17-25-29-15,0-34 29 16,0-19-200-16</inkml:trace>
  <inkml:trace contextRef="#ctx0" brushRef="#br1" timeOffset="197607.53">20253 1023 1265 0,'0'0'344'16,"0"0"-44"-16,0 0-136 15,0 0-14-15,0 0-33 16,0 144 4-16,0-90-34 0,-8-4-1 15,1-8-34-15,3-8-30 16,1-12-13-16,1-11-7 16,0-10-2-16,-3-1 27 15,-6-12 31-15,-7-18-34 16,-7-11-16-16,-6-16-7 16,-2-11 5-16,2-6-6 15,4-5-8-15,12 6 8 16,11 8 1-16,4 17-1 15,6 19 11-15,19 16 5 16,8 13-15-16,9 0 11 16,7 20-1-16,3 10 9 15,3 5-2-15,-4 4-16 0,-5-5 4 16,-7-3-6 0,-7-10 0-16,-10-5 0 0,-5-6-41 15,-5-6-75-15,-12-4-167 16,0-5-63-16,0-12-556 0</inkml:trace>
  <inkml:trace contextRef="#ctx0" brushRef="#br1" timeOffset="197775.16">20220 1145 578 0,'0'0'969'16,"0"0"-673"-16,0 0-139 15,0 0-66-15,133-79-13 16,-71 47-52-16,31-9-26 0,-15 8-129 16,-10 3-776-16</inkml:trace>
  <inkml:trace contextRef="#ctx0" brushRef="#br1" timeOffset="198704.19">26863 519 1543 0,'0'0'701'0,"0"0"-662"16,0 0 49-16,0 0 91 0,69 119-41 16,-44-72-60-16,-1-1-11 15,-1-4-39-15,-6-7-16 16,-3-5-10-16,-3-8 5 15,-5-5-6-15,-1-6 6 16,-3-9-7-16,-2-2 8 16,0-2 16-16,-7-21-8 15,-12-14-8-15,-4-7-7 16,1-6 0-16,4-3 0 16,11 2 5-16,7 2-6 15,10 5-13-15,23 6 12 16,7 9 0-16,2 15-6 15,-1 14-5-15,-10 9-18 16,-16 28 15-16,-13 14 6 16,-2 4 2-16,-25-1 6 0,-6-10 1 15,5-12 0-15,10-14-1 16,16-16-26-16,0-2-50 16,29-16-49-16,13-11-25 15,3 1 25-15,-1 8 103 16,-7 14 23-16,-4 4 37 15,-9 17 39-15,-1 16 10 16,-12 10-10-16,-11 3 18 16,0-1-5-16,-18-2-20 15,-17-5-15-15,-11-5-39 16,-2-5-7-16,-6-8-8 16,-26-5-86-16,11-4-378 0,2-4-966 15</inkml:trace>
  <inkml:trace contextRef="#ctx0" brushRef="#br1" timeOffset="200446.78">21123 5467 1283 0,'0'0'270'0,"0"0"-67"16,0 0 59-16,0 0-96 15,0 0-63-15,0 0-23 16,-127-11-32-16,103 29-20 16,3 4 0-16,4 7-7 15,-1 6 27-15,5 11 19 16,1 14-2-16,3 12 5 16,7 3-22-16,2 5-18 15,0-2-20-15,15-8-8 16,12-10-1-16,6-11 1 15,4-13-2-15,1-10 0 16,1-9-9-16,7-12 9 0,6-5 6 16,6-2 0-16,5-22 4 15,3-10-1-15,2-8-7 16,-3-8 4-16,-10-4 0 16,-10-4 1-16,-16-5 21 15,-19-2 38-15,-10-7-28 16,-8-7-2-16,-26-4-11 15,-10 7-12-15,-5 11-2 16,-5 19 7-16,-4 23-12 16,0 17-6-16,-7 6-9 15,-3 24 7-15,1 13-47 16,7 12-87-16,2 25-100 16,15-11-464-16,17-11-648 0</inkml:trace>
  <inkml:trace contextRef="#ctx0" brushRef="#br1" timeOffset="201143.96">21101 5636 1370 0,'0'0'321'15,"0"0"-238"-15,-167 146-34 16,105-83 80-16,14-11 48 15,17-14-106-15,20-15-51 0,11-20-20 16,15-3 0 0,31-27 26-16,8-21-26 0,9-7-58 15,2-6 28-15,-5 2-30 16,-5 5 9-16,-10 14 40 16,-11 18 10-16,-18 22-5 15,-16 4 5-15,-3 36 1 16,-35 13 75-16,-10 8 0 15,-8-1-22-15,6-8-7 16,11-12 7-16,16-11-20 16,19-17-33-16,4-12 10 15,37-11-22-15,19-24-1 16,11-11-135-16,0-5 32 16,-5 3 47-16,-10 10 6 15,-17 13 41-15,-17 20 15 0,-16 5-5 16,-2 25 12-16,-26 16 81 15,-14 7 31-15,-5 2-33 16,-2-4-7-16,4-4-10 16,10-11-28-16,14-11-18 15,13-15-16-15,6-5-23 16,16-3-38-16,24-26 55 16,8-2-46-16,3-6 7 15,-2 5 34-15,-7 8 10 16,-8 13 0-16,-17 11-9 15,-15 14-14-15,-2 23 24 16,-23 13 101-16,-14 4 7 16,-1-5-30-16,7-11 5 0,11-12-33 15,9-14-34-15,11-10-15 16,0-2-1-16,23-14 0 16,8-12-6-16,2-3-3 15,-4 8 6-15,-8 7 2 16,-9 10-14-16,-1 4-19 15,1 0 19-15,5 0-34 16,37 0-174-16,-7 0-165 16,6-12-787-16</inkml:trace>
  <inkml:trace contextRef="#ctx0" brushRef="#br1" timeOffset="201587.49">22280 5546 1726 0,'0'0'200'16,"0"0"-131"-16,-27 146 178 16,16-83-32-16,4-5-92 15,5-8-69-15,2-13-32 16,0-12-11-16,0-13-11 15,0-10 0-15,7-2 0 16,6-16 7-16,3-21-4 16,1-12-1-16,0-15-2 15,-2-9 6-15,-1-5-5 0,1 8 0 16,-1 10 19-16,1 16-8 16,-5 17 24-16,2 22 40 15,1 5-52-15,1 22-24 16,3 19 12-16,2 12-10 15,-4 7 16-15,-1 1 16 16,-4-5-1-16,2-4-8 16,-3-8-14-16,-1-7-5 15,-1-5-6-15,0-6 0 16,0-5-6-16,1-3-45 16,-1-8-79-16,3-10-133 15,-2 0-417-15,-6-8-325 0</inkml:trace>
  <inkml:trace contextRef="#ctx0" brushRef="#br1" timeOffset="201768.39">22269 5857 2192 0,'0'0'338'0,"0"0"-247"16,0 0-12-16,0 0-51 15,142-32-26-15,-77 18-2 16,26-8-57-16,-17 3-141 16,-14 2-495-16</inkml:trace>
  <inkml:trace contextRef="#ctx0" brushRef="#br1" timeOffset="201963.24">22847 5821 2116 0,'0'0'263'15,"0"0"-196"-15,0 0-29 16,0 0-25-16,139-39-13 16,-78 27-36-16,17-11-79 15,-18 7-195-15,-11 0-720 0</inkml:trace>
  <inkml:trace contextRef="#ctx0" brushRef="#br1" timeOffset="202495.31">23426 5557 2000 0,'0'0'224'15,"0"0"-12"-15,13 106 37 16,5-60-63-16,-1-2-89 15,2-8-49-15,-4-9-15 16,-3-8-18-16,-4-9-9 16,-6-6-6-16,-2-4 9 15,0 0 6-15,0-7 3 16,-13-19-12-16,-5-9-5 0,1-8-1 16,3-13 1-16,7-4-1 15,7-3-1-15,9 0 1 16,20 8-9-16,4 12 0 15,1 19 2-15,-3 18-1 16,-8 6-7-16,-10 32 3 16,-10 14 2-16,-3 8 9 15,-14-2 1-15,-9-5 0 16,8-15 0-16,6-14-2 16,9-17 2-16,0-1-32 15,18-8-43-15,13-14 14 16,8 1 3-16,0 6 23 15,-1 12 21-15,0 3 6 0,0 15 7 16,-4 20 1-16,-5 7 22 16,-12 7-7-16,-13-1-9 15,-4-1 1-15,-15-3 4 16,-20-8 10-16,-15-4 31 16,-6-6 6-16,-4-7-2 15,2-10-34-15,2-2-10 16,8-7-12-16,-10 0-75 15,10 0-173-15,9 0-665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54:19.8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2635 10411 1061 0,'0'0'46'0,"0"0"517"16,0 0-411-16,0 0 24 15,0 0-44-15,0 0-32 16,-10 2-4-16,13-2-17 15,4 0-29-15,1-2 5 16,8-8-9-16,6-5 8 16,7-4-11-16,10-5 8 15,2-5-21-15,6-3 7 16,4-1 3-16,3-1-7 0,4-3-7 16,2-1-13-1,7-1 7-15,6-5-19 0,6 1 6 16,3-1 8-16,3-2 22 15,-1 0-4-15,1 0-4 16,0-2-8-16,2-5-10 16,4 2 10-16,9-7-3 15,3 0 12-15,19-9-18 16,19-7 3-16,-14 7-1 16,-17 9 4-16,-21 14 7 15,-36 14-2-15,-6 4-2 16,-12 5-8-16,-17 10 25 15,-11 7 8-15,-7 2-3 16,0 2-14-16,0 0-2 16,0 0-11-16,0 0-2 0,0-3-14 15,0 2-19-15,-11-1-90 16,-36 2-105-16,1 0-251 16,-8 12-775-16</inkml:trace>
  <inkml:trace contextRef="#ctx0" brushRef="#br0" timeOffset="840.9">2539 10418 1270 0,'0'0'394'0,"0"0"-80"15,0 0-159-15,0 0 20 16,0 0-64-16,0 0-53 16,0 0-24-16,0 3-7 0,0-3 16 15,0 0 13 1,4 2 4-16,5-2-15 0,2 2 28 15,5 3-18-15,-1-3-9 16,5 3-11-16,7 2-7 16,4 2-5-16,7 2-4 15,7 1-2-15,9 7-17 16,5 1 27-16,9 7-9 16,9 0 9-16,8 8-5 15,8 4-1-15,8 4-9 16,2 6-10-16,1 6 10 15,-1 3-11-15,-7 3 4 16,-9 1-5-16,-7-3 0 16,-13-2 0-16,-12-5 1 15,-8-4 0-15,-9-6 5 0,-7 1 0 16,-6-5 11-16,-5-5-2 16,-2-3-14-16,-2-7 17 15,-3-5-9-15,-2-9 9 16,-2-2-11-16,-3-5 2 15,-1-2-3-15,-3 0-6 16,0 0 0-16,-2 0 0 16,0 0-51-16,0 0-109 15,-4 0-456-15</inkml:trace>
  <inkml:trace contextRef="#ctx0" brushRef="#br0" timeOffset="2470.57">6846 8395 322 0,'0'0'314'0,"0"0"-230"0,0 0-54 16,0 0-4-16,0 0 35 16,0 0 8-16,0 0 83 15,79-65 26-15,-65 53-26 16,-3 1 12-16,-2 2-31 16,-3-1-12-16,4-3-18 15,1-1-15-15,5-4-33 16,1-2-14-16,5 0-16 15,1-1 6-15,2-2 21 16,1 0-8-16,3-3 15 16,4-3-19-16,6-3 34 15,0-4-29-15,3-3-17 16,-1 4-13-16,-1-4-5 16,-2 4 1-16,0 0-10 15,0 0 14-15,0-2-13 0,1-1 32 16,9-4-25-16,3-4 3 15,4-4-11-15,1 1 11 16,-2-3 12-16,2 0 10 16,2-2 12-16,2-5 1 15,0 1 3-15,-4-1-2 16,-5 5 4-16,-11 8-22 16,-8 6 2-16,-11 9-16 15,-3 9-2-15,-7 6-1 16,-3 4 4-16,-4 6-1 15,-2 1-15-15,-2 2 1 0,0 3-2 16,0 0 0 0,0 0-32-16,0 1-112 0,-12 12-497 15,-1 1-135-15</inkml:trace>
  <inkml:trace contextRef="#ctx0" brushRef="#br0" timeOffset="3280.41">6961 8323 1075 0,'0'0'243'0,"0"0"8"0,0 0-81 15,0 0-15 1,0 0-37-16,0 0-72 0,0 0 0 15,74-1 14-15,-34-1 7 16,9 2 2-16,7 0 14 16,9 0-10-16,3 0 0 15,8 2 4-15,6 8-23 16,26 2 11-16,34 0-27 16,39 0 45-16,11-2-5 15,-5-5-23-15,-22 2-34 16,-29-2-11-16,-5 0-10 15,-21-3 0-15,-23-2 0 16,-20 0 4-16,-9 0-4 16,0 0 0-16,-1-7 2 15,-8-2-2-15,-18 4 1 0,-17 0-1 16,-14 1-13-16,0 0-42 16,-20 0-113-16,-13-2 31 15,-34-3-175-15,7 4-15 16,-1-2-465-16</inkml:trace>
  <inkml:trace contextRef="#ctx0" brushRef="#br0" timeOffset="4933.26">7398 11840 451 0,'0'0'73'15,"0"0"7"-15,0 0 70 16,0 0 107-16,0 0-34 15,0 0 7-15,0 0-33 16,-7 9-53-16,7-9 8 16,0 0-43-16,0 0-2 15,0 0-15-15,12 0 1 16,5 0-31-16,12-6 33 0,14-11 7 16,21-8-43-16,34-15-4 15,47-16-11-15,38-14 42 16,9-1-37-16,-12 4-11 15,-24 9-23-15,-26 11 0 16,-21 6-14-16,-24 9 5 16,-23 10 3-16,-15 6-2 15,-5 0 7-15,-4 2-8 16,-9 1 16-16,-15 6-4 16,-10 2 19-16,-4 5-16 15,0 0-21-15,0 0-18 16,-8 0-40-16,-11 0-20 15,-24 14-164-15,4 6-143 16,-6-1-344-16</inkml:trace>
  <inkml:trace contextRef="#ctx0" brushRef="#br0" timeOffset="5563.79">7514 11898 847 0,'0'0'114'16,"0"0"-83"-16,0 0-4 16,0 0 54-16,0 0-32 15,0 0 2-15,0 0 43 16,-24 3 37-16,24-3 30 15,0 0 8-15,0 0-17 16,0 0 5-16,0 0 8 0,0 0-13 16,4 3-78-16,9-2-7 15,10 5 26-15,6 4 20 16,8 2-16-16,10 8-36 16,9 6 5-16,11 8-29 15,10 12 8-15,29 17-26 16,29 19 19-16,31 16-10 15,5 2-4-15,-30-15-13 16,-37-22-1-16,-39-20 2 16,-10-3-11-16,3 2 9 15,0 4-8-15,-4-4-2 16,-14-12 0-16,-15-9 0 16,-9-12 0-16,-10-4-1 0,-4-5 1 15,-2 0-12 1,0 0-1-16,0 0-53 0,0 0-39 15,-18-17-189-15,5 2-389 16,-3-6-668-16</inkml:trace>
  <inkml:trace contextRef="#ctx0" brushRef="#br0" timeOffset="6404.41">7577 12037 967 0,'0'0'247'16,"0"0"10"-16,0 0-48 15,0 0-7-15,0 0-67 16,0 0-67-16,0 0 15 16,-18-20-12-16,15 16 16 15,-1 2-22-15,2-1 6 16,-6 0-8-16,2 1-7 15,0 0-7-15,-1 0-26 16,1 0-8-16,-2 1-14 16,4 1 13-16,2 0 1 0,2-3 19 15,-2 3 30-15,2 0 14 16,-3-2-8-16,3 2-16 16,0 0-18-16,0 0-18 15,0 0-1-15,0 0-16 16,0 19 6-16,0 8 14 15,0 16 21-15,7 27-11 16,20 40 1-16,8 42 1 16,6 15 0-16,-6-20 0 15,-5-40-27-15,-9-40 13 16,-3-9-18-16,7 10-2 16,0 10-3-16,-2 12 4 15,2-4 6-15,-4-3 3 0,-3-11 1 16,-7-10-8-1,-3-13 16-15,-1-15-17 0,-2-14 12 16,-3-11-7-16,-2-4 6 16,2-5-6-16,-2 0 10 15,0 0-15-15,2 0-1 16,-2 0 0-16,0 0-31 16,0 0-15-16,0 0-54 15,0 0-35-15,-11 1-104 16,-4 1-524-16</inkml:trace>
  <inkml:trace contextRef="#ctx0" brushRef="#br0" timeOffset="12913.35">5361 8840 1450 0,'0'0'151'16,"0"0"-151"-16,0 0-399 0</inkml:trace>
  <inkml:trace contextRef="#ctx0" brushRef="#br0" timeOffset="40384.25">5980 8486 1071 0,'0'0'323'0,"0"0"-9"16,0 0-125-16,0 0-2 15,0 0-8-15,0 0-30 16,0 0-5-16,-78-10-17 16,67 8-20-16,0 0-11 15,-3 2-21-15,1-2-18 16,-3 0-8-16,1 2-10 16,-3 0-14-16,1 0-10 0,-4 0-4 15,3 0-10-15,-1 0 9 16,0 4-9-16,-1 6-2 15,-1 7 2-15,-4 2-1 16,-2 9 0-16,-4 6 0 16,0 6 1-16,-3 4-1 15,3 3 9-15,6-2-7 16,7 0-2-16,9-1 0 16,7 0 0-16,2-1 0 15,0 3 6-15,23-2-6 16,6-2 1-16,4-7 10 15,7-1-10-15,3-7 8 16,3-10-8-16,2-5 4 16,2-12-4-16,4 0 5 15,0 0-5-15,-3-12 4 0,-9 1-5 16,-4 1-69-16,-1 2-77 16,-4 0-173-16,-12 1-883 0</inkml:trace>
  <inkml:trace contextRef="#ctx0" brushRef="#br0" timeOffset="41315.92">5900 12439 1166 0,'0'0'339'0,"0"0"-2"15,0 0 3-15,0 0-118 16,0 0-42-16,0 0-58 15,0 0 2-15,-36-42-26 16,23 40-45-16,-7 2-1 16,-9 0-22-16,-7 0 4 15,-9 0-10-15,-3 7 8 16,-2 7-7-16,0 2-2 0,3 7-2 16,2 7-20-16,5 7 18 15,6 10-18-15,10 9 6 16,6 4 2-16,12 2 3 15,6-4-4-15,0-8-1 16,11-5 2-16,11-11-8 16,2-10 12-16,7-4-12 15,3-8 8-15,4-8-8 16,4-4 14-16,1 0-9 16,-3-2 0-16,0-12-5 15,-7-5-1-15,-4 1-19 16,-9-3-46-16,-5 1-19 15,-1-4-71-15,5-13-107 0,-4 7-409 16,-2 2-868-16</inkml:trace>
  <inkml:trace contextRef="#ctx0" brushRef="#br0" timeOffset="41780.36">6267 12013 1437 0,'0'0'392'16,"0"0"7"-16,0 0-144 16,0 0-107-16,0 0-58 15,0 0-35-15,0 0 12 16,-68-14 0-16,50 14-1 16,0 0-16-16,0 9-21 15,-4 6-14-15,0 8-13 16,-3 4 10-16,2 4-11 15,4 3 12-15,7 1-12 16,6-2 9-16,6-4-9 0,0-8-1 16,22-4 0-16,7-6 8 15,7-5 2-15,2-3-9 16,2-3 14-16,-2 0-15 16,0 0 0-16,-1-11-51 15,15-7-90-15,-10 1-189 16,-8 2-447-16</inkml:trace>
  <inkml:trace contextRef="#ctx0" brushRef="#br0" timeOffset="49935.99">2811 9629 616 0,'0'0'1507'15,"0"0"-1297"-15,0 0-136 16,0 0-40-16,0 0-24 15,0 0-10-15,-16 4-267 16,9-4-352-16</inkml:trace>
  <inkml:trace contextRef="#ctx0" brushRef="#br0" timeOffset="55483.43">2806 8811 1243 0,'0'0'259'0,"0"0"45"16,0 0-150-16,0 0-91 15,0 0-2-15,0 0-8 16,0 0 67-16,109-122-31 16,-82 104-5-16,-2 4-10 15,-4 4-35-15,0 5-21 16,-5 5-17-16,-3 0-1 15,-2 8 0-15,-2 10 2 16,-5 7-1-16,-4 3 8 16,0 2-8-16,0 4 13 0,-6-3-14 15,-8 2 11 1,-1-1-5-16,-1 0-6 0,-1-1 3 16,-2 3 5-16,1-5-9 15,-1 0 1-15,-2-4 0 16,1-1-6-16,5-3 6 15,4-8 0-15,1-1 0 16,8-7 0-16,0-3 1 16,2-2 1-16,0 0-1 15,0 0-2-15,0 0-7 16,2 0-13-16,14 0 21 16,4 0 7-16,7-2 17 15,2-6-2-15,2-2 17 16,0 0-21-16,-2-2 7 15,0-1-17-15,-4 3 0 0,-3 2-8 16,-2 3-1-16,-4 1-14 16,-3 1-53-16,3 3-71 15,-3 0-142-15,1 0-190 16,-8 0-325-16</inkml:trace>
  <inkml:trace contextRef="#ctx0" brushRef="#br0" timeOffset="55800.2">2861 9440 1333 0,'0'0'393'16,"0"0"-17"-16,0 0-174 16,0 0 27-16,0 0-79 15,130-63-43-15,-81 37-27 16,-2-3-33-16,-3 3-21 16,-6 2-19-16,-5 6-7 15,-6 4-19-15,-4 6-51 16,-5 4-53-16,1 4-158 0,-5 0-417 15,-5 0-883-15</inkml:trace>
  <inkml:trace contextRef="#ctx0" brushRef="#br0" timeOffset="56279.23">3096 9529 922 0,'0'0'621'0,"0"0"-265"16,0 0-67-16,0 0-136 15,0 0-95-15,0 0-7 16,0 0 30-16,135-98 1 16,-110 92-5-16,-5 6-47 0,-7 0-11 15,-3 10-17-15,-6 12 20 16,-4 4-7-16,0 4 4 15,-2 0-11-15,-14 0-1 16,3-6-1-16,1-6-6 16,8-9 0-16,4-2 1 15,0-7-2-15,0 0-5 16,2 0-8-16,16 0 14 16,7 0 17-16,4 0-7 15,2 0-2-15,1 8-8 16,-6 10-20-16,-4 5 19 15,-6 4 1-15,-12 4 0 16,-4-2 6-16,0 0 3 0,-20-4-2 16,-7-4-5-1,-1-7 8-15,-3-10-4 0,4-4 11 16,2 0-16-16,5 0 5 16,5-6-6-16,3-1-43 15,1 4-162-15,3 1-264 16,0 2-511-16</inkml:trace>
  <inkml:trace contextRef="#ctx0" brushRef="#br0" timeOffset="63441.5">2710 11143 889 0,'0'0'563'16,"0"0"-186"-16,0 0-41 15,0 0-49-15,0 0-68 0,0 0-51 16,-17-21-60-16,17 21-47 15,-3 0-12-15,3 13-35 16,0 5 43-16,0 4-23 16,0 3 1-16,0 1-16 15,-2-3 4-15,-3 1-10 16,3-1-5-16,-2-5 3 16,1-2-10-16,1-3-2 15,0-5 8-15,2-1-14 16,0-5-1-16,0-1-20 15,0-1-41-15,7 0-44 16,11 0-102-16,1-3-635 0</inkml:trace>
  <inkml:trace contextRef="#ctx0" brushRef="#br0" timeOffset="63837.37">3071 11209 461 0,'0'0'648'15,"0"0"-423"-15,0 0-96 16,0 0 15-16,0 0 37 16,0 0 0-16,0 0 81 15,-29 83-64-15,4-47-69 16,-4 5-51-16,-2 6-24 0,-4 1-1 15,1 2-11-15,-1 0 6 16,1 0-35-16,3-4 19 16,2-3-18-16,5-6 4 15,1-4-16-15,8-9 10 16,3-5-2-16,4-4-2 16,3-6-5-16,1 0 3 15,0-3-5-15,-1-1 5 16,-2-2-6-16,2 3 0 15,-1-3 0-15,2 2-7 16,2-1-44-16,2 0-76 16,0-4-165-16,12 0-253 15,5 0-484-15</inkml:trace>
  <inkml:trace contextRef="#ctx0" brushRef="#br0" timeOffset="64445.37">2988 11811 1117 0,'0'0'309'0,"0"0"-73"0,0 0-58 15,0 0 10-15,0 0-110 16,0 0 23-16,130-74-7 16,-98 63-30-16,-6 7-33 15,-6 4 2-15,-4 0-14 16,-5 0-10-16,-5 11 4 16,-4 4 2-16,-2 5 21 15,0 5-6-15,-10 1 42 16,-13 2-37-16,-1 0-8 15,0 1-1-15,1-10 4 16,8-3-10-16,3-5-10 16,10-8 0-16,2-3-10 0,0 0 0 15,14 0 15-15,12 0-12 16,3 0-1-16,4 0 10 16,-2 2-12-16,-4 10 0 15,-4 2-1-15,-7 4 1 16,-3 2 0-16,-7-2 0 15,-6 0-11-15,0-2 9 16,0 0 2-16,-8-3 12 16,-13-1 12-16,-4-1-1 15,-3-1-1-15,2-2 11 16,-1-2-15-16,4-3 9 16,1-3-27-16,4 0 12 15,0 0-11-15,1-7 9 16,-1 0-10-16,-1 0-2 15,2 1-31-15,-1 5-71 0,3-4-147 16,3 3-254-16,3-1-343 16</inkml:trace>
  <inkml:trace contextRef="#ctx0" brushRef="#br0" timeOffset="84825.95">10149 6770 696 0,'0'0'262'0,"0"0"103"15,0 0-128-15,0 0-14 16,0 0-11-16,0 0-33 16,0-11-24-16,-3 9-33 15,3 1-18-15,0 1-3 16,-2-2-17-16,2 0 11 0,-2 2-34 16,2-3 2-16,-2 3-18 15,2-2 7-15,0 2-16 16,0-2 3-16,0 2 2 15,0-2-13-15,-2 2 19 16,0 0-35-16,2 0 19 16,-3 0-29-16,3 0 10 15,0 0-11-15,0 0 0 16,0 0 0-16,0 0 0 16,0 0 10-16,0 0-10 15,0 0 23-15,0 0-23 16,0 0 12-16,0 0-13 0,0 0 18 15,0 0-17-15,0 0 12 16,0 0 11-16,0 0-10 16,0 0 12-16,0 0-25 15,0 0 26-15,0 0-26 16,0 0 4-16,0 0-5 16,0 0-1-16,-2 0-20 15,0 0-1-15,0 18 11 16,0 14 11-16,-1 11 0 15,-2 13 6-15,1 10-6 16,-5 8 1-16,3 2 9 16,-4-6-10-16,4-8-1 15,-1-11 1-15,3-14 0 16,0-11 0-16,-2-9 12 16,6-11-7-16,0-4-4 0,0-2 17 15,0 0-4-15,0-12 0 16,0-6-14-16,0-6 0 15,0-6 0-15,0-7 1 16,4-4-8-16,0-8 8 16,0-1-2-16,1 1 2 15,-3 0-2-15,-2 8 2 16,2 6-1-16,-2 5 1 16,2 4 0-16,0 1-1 15,0 2 10-15,4-2-16 16,-4 3 12-16,2 0-12 15,0 7 9-15,1 1-4 16,-1 3 1-16,-2 8 0 0,-2 0 0 16,2 3 0-16,-2 0-7 15,0 0-12-15,0 0 18 16,0 8-16-16,0 16 16 16,0 15-10-16,0 11 10 15,0 10 2-15,-2 6-1 16,-6 0 5-16,1-4-4 15,1-5 4-15,-2-11 3 16,2-9-10-16,1-10 4 16,3-9-3-16,0-7 1 15,0-2 0-15,2-7 1 16,0-1-1-16,-2-1 9 16,2 0-2-16,-2 0 17 15,-2-9-15-15,0-9-9 16,2-7 1-16,0-9-2 0,2-6 1 15,0 0-5-15,0 1 4 16,0 2 2-16,0 5-5 16,0 4 5-16,0 1-2 15,0 1 1-15,2-3-1 16,12 0-15-16,-1-1 4 16,3 2-5-16,-3 5 8 15,1 0 3-15,-6 6 12 16,3 0-15-16,1 3 15 15,1-1-12-15,5-4 2 16,4 1 4-16,7-2-10 16,0 4 4-16,0 4-8 0,-4 5 11 15,-7 2-7-15,-5 5-1 16,-3 0 10-16,0 0-9 16,-1 2 9-16,-1 12-8 15,-1 4 7-15,2 4 2 16,-4 4 0-16,-3 6 0 15,-2 5 0-15,0 3-6 16,0 1 12-16,-11 3-7 16,-5-1 2-16,-1-1 7 15,-1-3-8-15,-3-4 0 16,-4-2 0-16,2-4 0 16,-6-3 0-16,0-3 12 15,4-5-12-15,2-9 0 0,8-1 10 16,4-8-9-16,2 0 15 15,7 0 1-15,0-5-10 16,-1-10 6-16,3-2-12 16,0-1 7-16,0 0-2 15,0 1-7-15,0 3 2 16,5 5 4-16,1-2-5 16,1 5-1-16,2 1-8 15,0 0-1-15,4 5 9 16,5 0-20-16,0 0 19 15,4 18-5-15,-2 7 7 16,1 1-9-16,-2 4 9 16,2-2-1-16,-3-3 2 0,-1-2-2 15,1-5 2 1,-1-6-8-16,2-4 3 0,1-2 3 16,2-4-10-16,0-2 5 15,-1 0-19-15,-2 0-8 16,-1 0-21-16,-3 0-21 15,4 0-9-15,-1 0-58 16,3 0-73-16,-2 0-371 16,-9 0-647-16</inkml:trace>
  <inkml:trace contextRef="#ctx0" brushRef="#br0" timeOffset="86057.64">10061 8256 1001 0,'0'0'999'16,"0"0"-633"-16,0 0-80 16,0 0-82-16,0 0-48 0,0 0-55 15,0 0-29-15,-33-51-13 16,33 51-37-16,-2 0 29 16,2 0-30-16,0 0 3 15,0 0-15-15,0-2 9 16,-2 2-17-16,2 0 11 15,0 0 9-15,0 0-11 16,0 0 7-16,0 0-8 16,0 0 3-16,0-2-5 15,0 2 5-15,0-2-4 16,-2 0 8-16,-1-1-5 16,1-2-11-16,-2-1 4 15,2 2 4-15,0-2 11 0,0 3-19 16,2-2 20-1,0 1-19-15,0 2 23 0,0 0-23 16,0 2-1-16,0 0 0 16,0 4-26-16,0 20 26 15,8 10-1-15,5 14-1 16,3 7 4-16,-1 5 2 16,6-2-3-16,-1-1-1 15,2-8 1-15,-2-6 0 16,-2-10 2-16,-7-6 3 15,0-10-11-15,-4-5 19 16,-5-5-15-16,3-6 2 16,-5-1 7-16,0 0-8 15,2 0 7-15,0 0 5 16,2-10-10-16,5-9 10 0,3-11-2 16,-1-11-7-1,5-2 3-15,-3-6-7 0,1-1 1 16,-2 1 0-16,-1 3 0 15,1 3 0-15,-1 0 0 16,-3 6 6-16,2 0-12 16,-3 5 16-16,-1 2-11 15,0 6 2-15,-3 4-2 16,0 6 1-16,-3 3-1 16,0 6 1-16,0 3-6 15,0 2 4-15,0 0-31 16,0 0-7-16,0 4-110 15,-6 24-58-15,-4-4-291 16,-1-7-1544-16</inkml:trace>
  <inkml:trace contextRef="#ctx0" brushRef="#br0" timeOffset="100063.92">18738 3942 814 0,'0'0'349'0,"0"0"-51"15,0 0-161-15,0 0 18 16,0 0 0-16,0 0 4 16,0 0 14-16,22-30-22 15,-22 30-19-15,0 0-52 16,0 9-47-16,0 8-27 16,0 7 9-16,0 4-14 15,-6 2 11-15,3 0-6 16,-1-2 3-16,4-1 0 15,0-10-2-15,0-5 3 16,2-4-9-16,13-4 12 16,4-4-13-16,5 0 12 0,0 0-11 15,3 0 9-15,-2-5-9 16,-1 1 0-16,3-2 0 16,2-1-1-16,0 4 0 15,5-1 6-15,-1 1-6 16,0 2 0-16,-2 1 0 15,-2 0 0-15,-2 0 0 16,-2 0 0-16,2 0 0 16,4 1 0-16,7 2 0 15,6-3-1-15,5 0-3 16,3 0 3-16,-4 0-8 16,0 0 9-16,-6 0-6 15,-7 0 0-15,1 4-1 16,-2-1 1-16,-1 0 4 0,5 1-20 15,2-1 13-15,0 2 0 16,-2-2 0-16,2 4-10 16,-5-2 5-16,4 1 13 15,-3-2-1-15,3-1 2 16,3-2 0-16,6-1-6 16,5 0 6-16,5 0 0 15,0 0 0-15,-1 0 0 16,-5 0-12-16,-7 0-41 15,-7 0-28-15,-5 0 14 16,-4 0 2-16,4 0 20 16,7 0 44-16,12 0-5 15,12 0 6-15,11 0-1 0,-2 5 1 16,-7 2 0-16,-12 2-1 16,-18-1-19-16,-18-2-113 15,-12-4 67-15,-6 0 66 16,0-2 7-16,0 0 78 15,0 0 20-15,-4 0-1 16,2-7-8-16,2-1-35 16,0 1-34-16,-2-3-4 15,-1 2-22-15,-2-2 12 16,-3-1-13-16,1-4 7 16,1-3-5-16,1-4 8 15,5-3-3-15,0 4-6 16,0 1-1-16,0 9-1 0,0 5-65 15,0 6-138-15,-9 0-78 16,-2 0-521-16</inkml:trace>
  <inkml:trace contextRef="#ctx0" brushRef="#br0" timeOffset="108227.7">6549 7034 1169 0,'0'0'345'15,"0"0"59"-15,0 0-207 16,0 0-41-16,0 0-79 15,127-94-25-15,-94 81-22 16,-2 2-8-16,-4 9-7 16,-4 2-14-16,-10 7 16 15,-11 25 20-15,-2 7-7 0,-4 9-19 16,-17 2 1 0,0-4-6-16,0-5 0 0,10-9-6 15,4-14 0-15,7-10 0 16,0-8-34-16,0 0 34 15,16-14-6-15,7-7 6 16,0-1 2-16,2 7-1 16,2 2 0-16,-2 12 9 15,-3 1-9-15,-5 4 0 16,-5 18 8-16,-10 3-8 16,-2 6 16-16,-2-1 5 15,-22 0 53-15,-5 0 13 16,-5-4-21-16,3-2-27 15,4-6-16-15,7-7-14 16,2-4-9-16,5-3 2 0,2-4-3 16,-1 0-44-16,1-2-109 15,3-8-165-15,5-3-361 0</inkml:trace>
  <inkml:trace contextRef="#ctx0" brushRef="#br0" timeOffset="108528.15">7124 6868 1347 0,'0'0'591'15,"0"0"-424"-15,0 0 80 0,0 136 19 16,0-58-78-16,0 8-51 15,0 2-8-15,0-9-36 16,-2-7-26-16,-5-9-29 16,-2-13-10-16,2-14-13 15,3-9-3-15,0-11-10 16,2-7-2-16,-1-6-6 16,0-3-54-16,-1 0-30 15,-2 0-68-15,-1-9-353 16,3-10-868-16</inkml:trace>
  <inkml:trace contextRef="#ctx0" brushRef="#br0" timeOffset="108790.26">7365 7082 1839 0,'0'0'328'0,"0"0"13"15,0 0-51-15,4 115-101 16,-2-76-65-16,3 0-40 16,1-6-20-16,6-2-11 15,-1-5-16-15,0-5-6 16,-2-4-30-16,0-5 13 16,-5-6-14-16,-2-2-1 15,-2-4-46-15,0 0-26 0,2-12-53 16,-2-12-179-16,3-4-903 0</inkml:trace>
  <inkml:trace contextRef="#ctx0" brushRef="#br0" timeOffset="109083.1">7471 7060 1540 0,'0'0'299'15,"0"0"60"-15,7 113-71 16,16-69-102-16,6-8-97 0,6-12-46 16,6-12-13-16,-1-12-6 15,2 0 5 1,-5-10-19-16,-8-13 0 0,-4-6-4 16,-11-1 8-16,-10-3 44 15,-4-3 11-15,0 3-8 16,-6-2-32-16,-15 9-9 15,-6 10-20-15,-6 14-21 16,-7 2-56-16,-32 44-78 16,10 0-305-16,4-2-1206 0</inkml:trace>
  <inkml:trace contextRef="#ctx0" brushRef="#br0" timeOffset="111882.92">7245 8590 1160 0,'0'0'343'16,"0"0"-67"-16,0 0-110 15,0 0-26-15,0 0-7 16,0 0 10-16,84 0-25 15,-46-6-19-15,2-4-17 0,0 0-13 16,-5 3-23-16,-3 0-30 16,-10 7 4-16,-6 0-20 15,-7 7-2-15,-5 12-5 16,-2 11 7-16,-2 11 9 16,0 5-2-16,0 4-1 15,0 0 5-15,-11-3 5 16,1-1-15-16,-2-7 17 15,1-5-16-15,-1-8 7 16,4-4-9-16,1-7 10 16,5-5-10-16,0-4 0 15,0-5 0-15,2-1-9 16,-5 0-21-16,-2 0-61 0,-8 0-111 16,-1-3-367-16,1-11-1032 15</inkml:trace>
  <inkml:trace contextRef="#ctx0" brushRef="#br0" timeOffset="112102.42">7326 8828 1008 0,'0'0'740'0,"0"0"-508"16,0 0-106-16,0 0 83 15,141-47-70-15,-97 33-51 0,-1 3-45 16,-7 2-25-16,-5 2-18 16,-2 3-30-16,9 3-184 15,-7-1-371-15,-4 0-664 0</inkml:trace>
  <inkml:trace contextRef="#ctx0" brushRef="#br0" timeOffset="112410.33">8078 8647 1445 0,'0'0'314'16,"0"0"-6"-16,0 0-202 16,0 0 86-16,-42 104-8 0,17-46-40 15,-4 5-18-15,0-3-22 16,-4 1-24-16,-1-3-21 15,-1-5-24-15,2-9-5 16,0-6-17-16,8-10 8 16,2-4-21-16,7-8 8 15,7-4-7-15,3-4-2 16,2-1-6-16,-1-6-2 16,5 1-4-16,0-2-22 15,0 0 5-15,2-16-97 16,16-5-429-16,2-6-492 0</inkml:trace>
  <inkml:trace contextRef="#ctx0" brushRef="#br0" timeOffset="112710.03">8219 8886 1542 0,'0'0'272'0,"0"0"-48"16,0 0 27-16,0 0-14 15,-7 139-69-15,0-91-48 16,0 1-16-16,3-5-30 0,4-7-13 16,0-8-39-16,0-9-2 15,0-6-19-15,0-6 11 16,0-6-12-16,0-2 0 15,0 0 0-15,0 0-37 16,0-6-90-16,0-15-206 16,0 4-297-16,2-3-535 0</inkml:trace>
  <inkml:trace contextRef="#ctx0" brushRef="#br0" timeOffset="113094.27">8452 8886 1590 0,'0'0'237'15,"0"0"-136"-15,0 0 64 16,0 0 58-16,-24 102-103 16,17-65-20-16,0 6 10 15,5-3-27-15,0 0-11 16,2-2-18-16,0-4-13 15,0-5-3-15,7-4-29 16,6-3 6-16,7-6-14 16,5-6 1-16,6-4 5 15,4-6 13-15,2 0-13 16,-2-4 4-16,-1-15-10 16,-5-8-1-16,-3-2 21 15,-4-6-6-15,-4-2 19 0,-7 0 7 16,-11-2-7-16,0-1-8 15,-11 3-7-15,-18-2-14 16,-4 7-5-16,-9 4-24 16,-32 12-102-16,9 6-241 15,3 10-1790-15</inkml:trace>
  <inkml:trace contextRef="#ctx0" brushRef="#br0" timeOffset="123940.35">9890 11143 811 0,'0'0'920'0,"0"0"-569"15,0 0 4-15,0 0-92 0,0 0-107 16,0 0-88-1,-4 5-42-15,6 27 31 0,7 14 14 16,-3 7 21-16,-1 7-19 16,-5 2-11-16,0 1-22 15,0-5-9-15,0-5-14 16,0-10-7-16,0-9-2 16,0-6-8-16,0-10 6 15,0-8-6-15,0-6-11 16,0-4-35-16,0 0-20 15,0-12-69-15,0-32-100 16,0 6-454-16,0-2-845 0</inkml:trace>
  <inkml:trace contextRef="#ctx0" brushRef="#br0" timeOffset="124488.16">9964 11064 517 0,'0'0'399'16,"0"0"-93"-16,0 0-54 15,0 0-33-15,132-78-38 16,-99 68-55-16,-6 2 12 16,-5 8-73-16,-6 0-33 15,-6 0-13-15,-3 17-10 16,-2 2 22-16,-5 6-10 0,0 1-6 15,0 2-6 1,0 2 3-16,-3 2-12 0,-8-2 10 16,-4 2-9-16,-3-1 9 15,0-4-9-15,-2 0 0 16,0-1 0-16,3-2 1 16,3-2-1-16,1-5 0 15,5 0 7-15,2-10-8 16,4 0 31-16,2-3 18 15,0-2 44-15,0-2-2 16,0 1-37-16,0 3-36 16,0 0-17-16,0 1 13 15,0-1-13-15,0 2 12 16,0 0-1-16,10-3 21 16,7 4 9-16,5-1 34 0,9-2-24 15,5-1-16-15,-1-2-9 16,-1 1-16-16,-5 2-3 15,-7 3-8-15,-5-2-1 16,-3 2 1-16,-1 0 0 16,-1-1 0-16,-1 1 0 15,0-4-9-15,-4 6-60 16,0-2-195-16,-5 0-386 0</inkml:trace>
  <inkml:trace contextRef="#ctx0" brushRef="#br0" timeOffset="125412.73">9567 12832 898 0,'0'0'345'16,"0"0"23"-16,0 0-78 16,0 0-8-16,0 0 1 15,0 0-73-15,0 0-30 16,-21-57-63-16,25 57-22 16,6 0-26-16,5 22-24 15,6 9 8-15,4 6-22 16,1 7 7-16,1 3-4 15,-3-1 3-15,1-2-11 16,-5-3-17-16,-2-7 4 16,-5-5-13-16,-4-7 7 0,-3-3-7 15,0-5 0-15,-4-5-6 16,-2-2-11-16,2-6-31 16,-2-1-17-16,0 0-9 15,0-4-32-15,4-25-63 16,3-1-174-16,5-3-482 0</inkml:trace>
  <inkml:trace contextRef="#ctx0" brushRef="#br0" timeOffset="125708.6">9995 12673 995 0,'0'0'395'0,"0"0"-19"16,0 0-142-16,0 0-137 16,0 0-19-16,0 0 98 15,0 0 17-15,-29 148-30 16,9-97-31-16,0-1-52 16,0-1-36-16,2-6-11 15,2-2-32-15,1-4 12 16,5-3-13-16,2-8 6 15,6-2-6-15,0-6-14 16,2-2-52-16,-3 3-141 0,3-8-386 16,-4-2-692-16</inkml:trace>
  <inkml:trace contextRef="#ctx0" brushRef="#br0" timeOffset="126868.69">8506 14016 1422 0,'0'0'270'0,"0"0"58"16,0 0-67-16,0 0-49 15,0 0-110-15,0 0-60 16,0 0 14-16,0 59 27 16,0-12-19-16,0 8-6 15,-7 1 15-15,-6-2-23 16,-3-2-9-16,1-8-18 0,6-7-5 16,0-9-12-16,7-12 0 15,2-4-6-15,0-12 1 16,0 0 14-16,0 0-7 15,0-8 19-15,0-12-17 16,0-5-4-16,0-7-5 16,2-2 4-16,7-7-5 15,2-5 0-15,4-5-1 16,4-3-7-16,-2-1 8 16,1 7 0-16,-3 7 1 15,1 4-1-15,-7 11 6 16,0 9-6-16,-2 6 0 0,0 5 0 15,3 6-9 1,4 0-3-16,3 12 4 0,6 14 2 16,2 6 7-16,-3 7-1 15,0 4 2-15,-4 3 10 16,-3 0-11-16,1 3 9 16,-5-5-4-16,1-1-5 15,-4-5 1-15,1-3-2 16,1-7 0-16,-6-1 0 15,0-5-1-15,-2-10 1 16,1-2 0-16,-1-4-1 16,0-5-43-16,0-1-25 15,0 0-26-15,0 0-41 0,-2-21-104 16,0 3-308 0,0-3-413-16</inkml:trace>
  <inkml:trace contextRef="#ctx0" brushRef="#br0" timeOffset="127103.58">8462 14225 1192 0,'0'0'209'0,"0"0"60"16,0 0-69-16,0 0 2 0,156 0-100 16,-105 0-74-16,9 0-28 15,-11 0-171-15,-14 0-502 0</inkml:trace>
  <inkml:trace contextRef="#ctx0" brushRef="#br0" timeOffset="149878.19">7336 10740 1124 0,'0'0'293'0,"0"0"-116"15,0 0-56-15,0 0 27 16,0 0-63-16,69-63-13 16,-40 54-11-16,4 1-32 15,1 2-10-15,-1 2-2 16,-2 2-8-16,-4 2-2 16,-5 0-6-16,-6 0-1 15,-7 0 0-15,-9 2 0 16,0 8 0-16,0 4 30 15,-16 1 3-15,-1-3-20 0,-4 5-4 16,1 0-2 0,1 0-6-16,0 3 0 0,1-2 0 15,3 2 19-15,1 2-3 16,5-3 3-16,5 1-1 16,0-3 10-16,4-1 9 15,0-2 25-15,0-4 18 16,11-2-19-16,7-4-4 15,4-4-6-15,0 0-4 16,3 0-24-16,-3-4-11 16,-2-4-12-16,0 2 1 15,-4-2-2-15,-1 0-1 16,4-1-62-16,12-11-150 16,-4 1-164-16,-4 0-739 0</inkml:trace>
  <inkml:trace contextRef="#ctx0" brushRef="#br0" timeOffset="150162.94">7960 10519 1370 0,'0'0'340'0,"0"0"-8"15,0 0-193-15,0 0-82 16,0 0 63-16,-5 110 69 15,-3-41-33-15,-4 11-22 16,-1 6-16-16,-3 0-46 0,3-4-32 16,0-9-14-16,-1-10-10 15,1-10-10-15,-1-9-4 16,-1-9-1-16,3-10 6 16,4-7-7-16,3-11 0 15,5-7-54-15,7-25-34 16,15-8-290-16,5-6-1014 0</inkml:trace>
  <inkml:trace contextRef="#ctx0" brushRef="#br0" timeOffset="150427.34">8203 10865 1045 0,'0'0'760'16,"0"0"-584"-16,0 0-68 15,0 0 123-15,0 0-58 16,0 116-67-16,0-80-18 16,0-1-33-16,0-2-33 15,0-5-5-15,-3-5-17 16,-1-4-1-16,2-6-104 15,2-8-366-15,0-5-480 0</inkml:trace>
  <inkml:trace contextRef="#ctx0" brushRef="#br0" timeOffset="150628.84">8392 10892 1739 0,'0'0'221'15,"0"0"-40"-15,0 0 64 16,0 0-68-16,0 123-106 16,0-90-44-16,0-5-9 15,0-1-16-15,7-5-2 16,-2-4 0-16,-5-2-139 16,0-4-348-16,0-3-1029 0</inkml:trace>
  <inkml:trace contextRef="#ctx0" brushRef="#br0" timeOffset="155894.74">8258 11937 1079 0,'0'0'157'0,"0"0"56"16,0 0-91-16,119-82-11 16,-82 66-66-16,-3 6-34 15,-10 10 3-15,-5 0-13 16,-13 2 10-16,-6 18 62 15,0 4 65-15,-18 2-18 16,-2-2-43-16,0-5-43 16,4-4-24-16,7-9 1 15,7-2-11-15,2-4 0 0,0 0-1 16,0 0 1-16,14 0 7 16,8 0 0-16,2 0 3 15,1 4-9-15,-4 2-1 16,-4 4-1-16,-5 4 1 15,-10 5-10-15,-2 0 4 16,-2 6 6-16,-21-2 22 16,0-2 15-16,-1-3-5 15,2-6-9-15,6-5-16 16,3-4 8-16,6-3-15 16,2 0-55-16,5 0-157 15,0-9-171-15,3-1-722 0</inkml:trace>
  <inkml:trace contextRef="#ctx0" brushRef="#br0" timeOffset="156157.84">8807 11829 1228 0,'0'0'395'15,"0"0"-265"-15,0 0 126 16,0 0 24-16,-7 147-81 16,-9-92-55-16,-1 1-32 0,-1-2-18 15,0-4-61-15,5-6-13 16,0-6-18-16,3-6-2 16,6-12-21-16,2-6-97 15,2-14-180-15,0 0-316 16,0 0-535-16</inkml:trace>
  <inkml:trace contextRef="#ctx0" brushRef="#br0" timeOffset="156419.76">8950 12100 1275 0,'0'0'240'0,"0"0"-28"16,0 0 12-16,0 0 57 15,0 0-92-15,2 135-83 16,-2-100-35-16,-4-3-26 16,-3-4-23-16,4-4-14 15,-1-6 5-15,1-4-13 16,3-8-95-16,0-3-263 15,0-3-374-15</inkml:trace>
  <inkml:trace contextRef="#ctx0" brushRef="#br0" timeOffset="156606.6">9157 12129 1795 0,'0'0'232'0,"0"0"-133"16,0 0 7-16,0 0 14 16,0 0-80-16,0 133-40 15,0-93-6-15,0-10-264 16,0-6-651-16</inkml:trace>
  <inkml:trace contextRef="#ctx0" brushRef="#br0" timeOffset="159716.31">8167 12858 546 0,'0'0'351'15,"0"0"-106"-15,0 0 33 16,0 0-110-16,0 0-26 16,0 0-27-16,-20-19 11 15,18 17 43-15,-1 0-27 16,-1 0-24-16,-2 2-17 16,-1 0-33-16,-5 0-36 15,-3 0-17-15,-1 0-7 0,-3 0-7 16,-4 2 5-16,3 6-6 15,-3 0 10-15,2 0-9 16,0 2 16-16,1 0 3 16,3 2 0-16,-4 2-8 15,6 4-1-15,-1 3 2 16,3 3-7-16,1 0 1 16,4 4-6-16,3-5 7 15,3 2-8-15,2-3 1 16,0-6-1-16,11-1 1 15,9-8 0-15,7-2 7 16,0 0-7-16,-1-5 0 16,-3 0 2-16,-3 0 4 0,-7 0-7 15,-6-10 0 1,-2 0 6-16,-3-4-6 0,-2 0 1 16,0 2 1-16,0 2-1 15,0 4-1-15,0 2-1 16,-12 4 0-16,-3 0-18 15,1 0 3-15,1 0-32 16,7 2-52-16,6 2-129 16,0-4-103-16,17 0-144 15,3 0-438-15</inkml:trace>
  <inkml:trace contextRef="#ctx0" brushRef="#br0" timeOffset="160121.46">8426 12932 1294 0,'0'0'309'0,"0"0"-90"16,0 0-93-16,0 0 44 15,0 0-36-15,0 0 23 0,0 0-19 16,-76 143-32-16,43-94-26 16,-3 6 2-16,-5 3 2 15,4 0-41-15,-1 0-16 16,5-4-21-16,4-8 8 15,6-8-14-15,10-9 2 16,3-12-2-16,6-5 0 16,2-7-8-16,2-4-32 15,0-1-45-15,0 0-41 16,10-1-110-16,7-12-307 16,3-3-383-16</inkml:trace>
  <inkml:trace contextRef="#ctx0" brushRef="#br0" timeOffset="160416.12">8450 13275 1242 0,'0'0'196'0,"0"0"48"16,0 0-47-16,0 0-3 16,0 0-57-16,-24 117-38 15,12-86 18-15,-1-4-36 0,2-1-26 16,4-11-34-16,3-5-9 16,2-3-11-16,2-7-1 15,0 0-46-15,0 0-100 16,0-12-171-16,8-3-680 0</inkml:trace>
  <inkml:trace contextRef="#ctx0" brushRef="#br0" timeOffset="160632.7">8582 13234 1190 0,'0'0'199'0,"0"0"70"16,0 0-28-16,0 0 26 16,0 0-62-16,0 115-56 15,-4-85-57-15,-6 2-50 16,1-4-32-16,-1 0-10 16,0-6-151-16,1-10-461 0</inkml:trace>
  <inkml:trace contextRef="#ctx0" brushRef="#br0" timeOffset="176702.87">13000 7166 1825 0,'0'0'287'16,"0"0"173"-16,0 0-345 15,0 0-18-15,0 0-57 16,0 0 27-16,-7 150 50 16,12-73-23-16,1 5-26 15,-1 4-7-15,0 1-22 16,-1-3-4-16,2-8-20 16,-1-6-1-16,1-12-14 15,2-8 7-15,-2-11-7 0,-2-13-1 16,1-8-43-1,-3-9-54-15,0-9-10 0,-2 0 2 16,0-43-115-16,0 2-394 16,0 0-422-16</inkml:trace>
  <inkml:trace contextRef="#ctx0" brushRef="#br0" timeOffset="177086.44">12964 7287 694 0,'0'0'752'0,"0"0"-506"16,0 0-29-16,0 0 50 15,0 0-106-15,0 0-89 16,63-126 23-16,-24 97 23 15,4 5-8-15,1 8-16 16,-1 8-35-16,-3 8-40 16,0 2-13-16,-4 22-5 15,-4 11 1-15,-6 7 16 16,-6 2-17-16,-11 2 16 16,-9-2-7-16,0 0 11 15,-32-2-3-15,-10-2 12 16,-5-4-12-16,1-6-3 0,3-7-10 15,10-16-4-15,11-7-2 16,6-2-48-16,12-33-146 16,4 3-334-16,0 2-725 0</inkml:trace>
  <inkml:trace contextRef="#ctx0" brushRef="#br0" timeOffset="178444.83">13969 7084 1448 0,'0'0'264'15,"0"0"71"-15,0 0-104 16,0 0-29-16,0 0-79 15,0 0-38-15,0 0-21 16,-50 47-13-16,34-15 13 16,3 14 18-16,-1 10-16 15,3 7 15-15,7 8-24 0,2 1 6 16,2 0-30 0,0-5-9-16,10-9-17 0,6-11-5 15,0-6-1-15,2-9-1 16,-1-8-8-16,3-9-55 15,0-9-58-15,14-6-106 16,-6 0-474-16,-3-9-858 0</inkml:trace>
  <inkml:trace contextRef="#ctx0" brushRef="#br0" timeOffset="178918.4">14241 7347 1787 0,'0'0'474'0,"0"0"-143"16,0 0-219-16,0 0 10 16,0 0 8-16,48 124-43 15,-19-71 3-15,0-2-35 16,0-1-16-16,-6-7-22 15,2-8-5-15,-4-6-11 16,-4-9 5-16,-5-8-5 16,-2-6 0-16,-1-6 6 15,-2 0-7-15,2 0 16 16,-2-14-7-16,-1-4 9 16,-4-6 10-16,-2-8-5 0,0-5-7 15,0-6-2-15,0-6-6 16,0-1-7-16,0 2 3 15,-4 4-3-15,0 4-1 16,-1 8 11-16,1 4 14 16,-3 6 2-16,3 3-1 15,1 6-8-15,1 3-12 16,2 3-6-16,0 5-3 16,0 2 1-16,0 0-59 15,0 0-56-15,0 0-70 16,0 2-71-16,14 7-451 15,1-2-1157-15</inkml:trace>
  <inkml:trace contextRef="#ctx0" brushRef="#br0" timeOffset="179331.44">14831 6972 1390 0,'0'0'295'0,"0"0"15"15,0 0-200-15,0 0 17 0,0 0-21 16,35 102 4-16,-8-49 13 15,-1 9 10-15,3 5-29 16,-5 5-4-16,-1 0-16 16,-8 6-12-16,-3 0-6 15,-10-3-24-15,-2-6-8 16,0-3-2-16,-9-8 14 16,-11-5-20-16,-3-7 3 15,4-11-12-15,1-7-7 16,5-11-9-16,3-7 1 15,4-3-2-15,-1-7-22 16,1 0-48-16,6 0-73 16,0-9-89-16,0-8-520 0</inkml:trace>
  <inkml:trace contextRef="#ctx0" brushRef="#br0" timeOffset="179751.59">15292 7354 1377 0,'0'0'321'0,"0"0"80"16,0 0-218-16,0 0-16 15,0 0-42-15,0 0-10 16,0 0-57-16,113 32-19 16,-86-21-29-16,-3-1 5 15,1-2-13-15,0-2-2 0,-3-4-18 16,4-2-113-16,-5 0-356 16,-9 0-476-16</inkml:trace>
  <inkml:trace contextRef="#ctx0" brushRef="#br0" timeOffset="179909.26">15319 7614 1774 0,'0'0'242'0,"0"0"-45"16,0 0-83-16,0 0 7 15,0 0-80-15,166 0-41 16,-108-3-334-16,-6-4-797 0</inkml:trace>
  <inkml:trace contextRef="#ctx0" brushRef="#br0" timeOffset="203897.81">15969 7331 1724 0,'0'0'208'15,"0"0"-51"-15,0 126 9 16,2-44 36-16,5 11-49 15,5 1-75-15,0-4 5 16,7-7-55-16,-4-11-2 0,-1-12-26 16,-4-13 12-1,-3-15-10-15,-3-11-2 0,-1-13 0 16,-3-8-59-16,0 0 22 16,0-17-191-16,0-36-250 15,-5 4-127-15,-4 1-63 0</inkml:trace>
  <inkml:trace contextRef="#ctx0" brushRef="#br0" timeOffset="204175.61">15927 7575 740 0,'0'0'364'0,"0"0"150"15,-16-134-192-15,16 86 19 16,23 6-84-16,10 4-80 0,9 7-49 16,7 7-29-16,1 11-33 15,-2 13-1-15,-1 0-57 16,-7 18 29-16,-6 14-23 15,-10 8 20-15,-11 0-7 16,-13 0 20-16,0-2-11 16,-8-1-12-16,-21-6 4 15,-9 0-19-15,-7-5 21 16,3-2-24-16,2-8-12 16,9-2-2-16,10-8-23 15,13-2-48-15,8-4-16 16,0 0 1-16,33 0-60 15,5-14-197-15,-3-3-422 0</inkml:trace>
  <inkml:trace contextRef="#ctx0" brushRef="#br0" timeOffset="204460.9">16594 7022 1166 0,'0'0'377'0,"0"0"-140"15,0 0-118-15,0 0 155 16,-43 142-27-16,32-73-74 0,5 1-39 16,0-6-36-16,6-4-36 15,0-9-46-15,18-8 6 16,9-7-14-16,4-7-5 15,1-7-3-15,-1-6-30 16,-2-2-89-16,11-7-164 16,-9 0-255-16,-4-7-413 0</inkml:trace>
  <inkml:trace contextRef="#ctx0" brushRef="#br0" timeOffset="204841.8">16814 7335 1617 0,'0'0'386'15,"0"0"-256"-15,0 0-9 16,0 0 102-16,0 0-48 16,141 126-100-16,-108-90-5 15,-4-4-58-15,-7-1 7 16,-4-9-4-16,-5-8 9 15,-1-6-7-15,-4-6 5 16,1-2 17-16,1-2 7 16,0-15 17-16,-1-5-45 15,-2-4 46-15,-4-2-19 0,-1-4 11 16,-2-2-34 0,0-2-2-16,2-2-14 0,0 0-5 15,-2 1-1-15,2 8 9 16,-2 5-15-16,0 8 7 15,0 4-2-15,0 6-19 16,0 6-29-16,0 0-76 16,9 3-97-16,-3 12-484 15,2-2-483-15</inkml:trace>
  <inkml:trace contextRef="#ctx0" brushRef="#br0" timeOffset="205129.94">17518 7072 1536 0,'0'0'210'16,"0"0"90"-16,0 0-5 15,-15 159 5-15,10-94-110 16,1 2-80-16,-1-5-45 16,5-6-50-16,0-8-2 15,0-7-11-15,2-9-4 16,15-9-61-16,12-8-109 16,-3-7-359-16,0-8-304 0</inkml:trace>
  <inkml:trace contextRef="#ctx0" brushRef="#br0" timeOffset="205445.31">17975 7247 907 0,'0'0'194'0,"0"0"121"16,0 0-127-16,0 0-51 16,0 0-14-16,-118 92-12 15,103-54 36-15,5 2 18 16,8-2-36-16,2-1-47 16,8-8-27-16,15-4 7 15,6-10-35-15,3-2 19 16,4-9-33-16,0-4-11 15,3 0-2-15,17-4-201 16,-10-10-359-16,-3-3-768 0</inkml:trace>
  <inkml:trace contextRef="#ctx0" brushRef="#br0" timeOffset="205736.55">18241 6865 1548 0,'0'0'294'16,"0"0"-7"-16,44 125-10 15,-19-49-57-15,-5 12-77 16,-7 5-53-16,-3-5-62 16,-8-3 9-16,-2-8-37 0,0-7-31 15,-12 17-145 1,-5-21-281-16,-4-11-411 0</inkml:trace>
  <inkml:trace contextRef="#ctx0" brushRef="#br0" timeOffset="206824.58">18722 7495 2076 0,'0'0'317'15,"0"0"143"-15,0 0-361 16,0 0-14-16,0 0-30 15,0 0-32-15,0 0-23 16,0 4-48-16,-2 7-118 16,-27-1-603-16</inkml:trace>
  <inkml:trace contextRef="#ctx0" brushRef="#br0" timeOffset="208341.9">19063 7078 1744 0,'0'0'270'0,"0"0"-131"0,0 0-90 16,36 109 44-16,-14-26 55 15,5 28-39-15,-4-4-26 16,-4-9-7-16,-3-18-70 15,-5-18 9-15,0 0-15 16,-2 1 0-16,-2-13-4 16,-5-10-98-16,-2-16-212 15,0-14-325-15</inkml:trace>
  <inkml:trace contextRef="#ctx0" brushRef="#br0" timeOffset="208597.73">19128 7270 1721 0,'0'0'274'0,"0"0"45"16,118-59-177-16,-66 55-14 16,-2 4-58-16,-5 15-59 15,-9 19 24-15,-11 3-34 16,-15 3 20-16,-10 1-5 15,0-4 11-15,-15-1-16 16,-10-4-1-16,-6-4-10 16,0-3-16-16,-12 3-148 15,10-9-218-15,9-2-348 0</inkml:trace>
  <inkml:trace contextRef="#ctx0" brushRef="#br0" timeOffset="209079.5">19645 7150 947 0,'0'0'873'15,"0"0"-577"-15,0 0-114 16,0 0-107-16,0 0 17 16,-65 123-5-16,57-65-35 0,6-3-6 15,2 0-13-15,2-4-14 16,17-10-4-16,6-4-5 15,2-10-20-15,4-6 7 16,16-14-149-16,-7-4-344 16,-2-3-953-16</inkml:trace>
  <inkml:trace contextRef="#ctx0" brushRef="#br0" timeOffset="209393.27">20200 7240 1137 0,'0'0'184'16,"0"0"179"-16,0 0-162 15,0 0 32-15,-98 105-31 16,98-67-54-16,0-1-56 16,25-8-23-16,6-4-20 15,9-7-43-15,5-7 25 16,1-7-30-16,-1-4-2 0,-1 0-120 16,8 0-121-1,-10 0-75-15,-6-4-406 0</inkml:trace>
  <inkml:trace contextRef="#ctx0" brushRef="#br0" timeOffset="209618.67">20565 6970 1508 0,'0'0'250'0,"0"0"-97"15,0 0-15-15,64 108 50 0,-45-40-67 16,-5 7-26 0,-10-7-46-16,-4-4 21 0,0-8-46 15,0-8-7-15,-2 6-17 16,0-12-160-16,2-12-416 0</inkml:trace>
  <inkml:trace contextRef="#ctx0" brushRef="#br0" timeOffset="210038.89">21591 6982 1857 0,'0'0'307'16,"0"0"36"-16,0 0-104 15,0 0-108-15,0 0-82 16,0 0 5-16,6 124 19 16,6-52-7-16,-1 0-54 0,-3-3 24 15,2-7-35-15,-6-10 2 16,-1-6-3-16,-3-8-19 16,0-5-34-16,0-9-44 15,0-8-88-15,0-10-270 16,0-6-23-16,2 0-405 0</inkml:trace>
  <inkml:trace contextRef="#ctx0" brushRef="#br0" timeOffset="210248.79">21379 7397 849 0,'0'0'661'0,"0"0"-520"15,0 0 25-15,0 0 130 16,0 0-71-16,161 10-127 16,-90-10-67-16,2-7-7 15,-3-2-10-15,-10-3-13 16,-2-2-1-16,-18 3-258 16,-11 4-568-16</inkml:trace>
  <inkml:trace contextRef="#ctx0" brushRef="#br0" timeOffset="213657.58">22485 7190 1205 0,'0'0'341'15,"0"0"-1"-15,0 0-30 16,0 0-33-16,0 0-93 15,0 0-29-15,0 0-104 16,9-26-37-16,0 89 20 16,0 29 12-16,2 0 8 15,0 7-31-15,3-3-7 0,1-22-1 16,5 2-11-16,3-13-4 16,-2-15-21-1,2-12-91-15,-3-21-161 0,-7-6-377 16,-6-9-466-16</inkml:trace>
  <inkml:trace contextRef="#ctx0" brushRef="#br0" timeOffset="213949.81">22476 7257 1505 0,'0'0'326'16,"0"0"71"-16,0 0-208 15,122-129-12-15,-48 100-64 16,4 8-20-16,-4 20-17 0,-10 1-54 16,-16 33 1-16,-22 18-13 15,-21 9 1-15,-5 1 25 16,-25 2 24-16,-16-8-32 16,-3-3-10-16,-3-12-9 15,5-8-4-15,2-13-5 16,7-10-73-16,6-9 42 15,7 0-37-15,9-6-51 16,11-20-140-16,2 1-223 16,15 4-506-16</inkml:trace>
  <inkml:trace contextRef="#ctx0" brushRef="#br0" timeOffset="214206.81">23254 6941 1450 0,'0'0'507'0,"0"0"-250"15,0 0 26-15,0 0-194 16,0 0-68-16,0 0 25 16,-58 162 42-16,47-83 9 15,5 2-58-15,6-9 22 16,0-14-47-16,8-12-2 15,15-11-11-15,1-12-2 16,5-10-13-16,22-13-108 16,-9 0-234-16,-1 0-411 0</inkml:trace>
  <inkml:trace contextRef="#ctx0" brushRef="#br0" timeOffset="-214720.95">23526 7070 1943 0,'0'0'361'0,"0"0"-26"16,0 0-262-16,0 0-28 15,0 0-5-15,0 0 11 16,100 103-18-16,-73-69 1 16,-2-1 13-16,-3-3-20 15,0 2 32-15,2-6-57 16,-3 0 29-16,-1-3-30 15,-5-7 14-15,-1-3-15 0,-3-6 1 16,0-5 0 0,1-2 7-16,1-2 28 0,0-18 7 15,0-4 26-15,-4-5-39 16,-3 2 24-16,-6-1-23 16,0 0-1-16,0 0-21 15,0 2-3-15,0-4-6 16,0-1 8-16,4 2-17 15,4-6 16-15,1 3-13 16,0 0 12-16,-2 4-3 16,-3 6-2-16,-2 2-1 15,-2 4 1-15,3 2-1 16,-3 2 0-16,0 5-27 16,2 7-5-16,2 0-126 15,5 17-97-15,0 9-452 0,-2 0-151 16</inkml:trace>
  <inkml:trace contextRef="#ctx0" brushRef="#br0" timeOffset="-214420.25">24388 6822 1817 0,'0'0'334'0,"0"0"-41"0,0 0-156 15,0 0 70-15,0 122-14 16,0-52-86-16,0 4 9 16,0 2-44-16,0-7-29 15,0-11-27-15,0-10-14 16,0-12-2-16,8-11-24 15,5-5-25-15,5-8-92 16,20-11-16-16,-3-1-311 16,1 0-355-16</inkml:trace>
  <inkml:trace contextRef="#ctx0" brushRef="#br0" timeOffset="-214142.98">24870 6920 1480 0,'0'0'209'0,"0"0"135"16,0 0-206-16,0 0-65 16,0 0 15-16,-96 111 18 15,76-54 21-15,7 4-67 16,13-7 8-16,0-10-60 15,18-12 14-15,13-8-20 16,5-12 16-16,4-6-18 16,-3-4-38-16,4-2-91 15,5-8-172-15,-7-8-198 0,-6-6-838 16</inkml:trace>
  <inkml:trace contextRef="#ctx0" brushRef="#br0" timeOffset="-213855.95">25289 6601 1318 0,'0'0'238'0,"0"0"29"16,0 0-117-16,0 0-35 0,0 0-20 15,0 0 33-15,-118 116-11 16,109-74-44-16,9-1-58 16,0-7 7-16,0-5-13 15,21-9 4-15,2-5-11 16,9-7 17-16,4-7-19 16,15-1-75-16,-8 0-277 15,-6 0-669-15</inkml:trace>
  <inkml:trace contextRef="#ctx0" brushRef="#br0" timeOffset="-213551.26">25796 6520 1610 0,'0'0'374'15,"0"0"-102"-15,0 0-152 16,0 0 67-16,62 162-35 16,-53-55-46-16,-9-1 9 15,0-11-67-15,-13-11 12 16,-12-24-45-16,-6 6-6 15,-7 4-9-15,-5-9-31 0,-21 11-101 16,10-18-367-16,8-9-801 16</inkml:trace>
  <inkml:trace contextRef="#ctx0" brushRef="#br0" timeOffset="-212753.53">26638 7045 1515 0,'0'0'232'16,"0"0"324"-16,0 0-322 0,0 0-18 15,0 0-87-15,0 0-67 16,0 0-32-16,-11-34 20 15,-2 41-3-15,3 0-21 16,6-4 20-16,4-3-31 16,0 0 59-16,2-10-29 15,14-2-14-15,-3 0-22 16,1 6 7-16,-3 6-14 16,-5 0-2-16,-4 0 0 15,-2 12 9-15,0 2 18 16,-6-3-3-16,-9 1 21 15,1-4-33-15,1-5 4 16,6-3-10-16,2 0-6 0,3 0-28 16,2 0-56-16,0 0-19 15,4 0-103-15,39 0-252 16,-5 9-218-16,5-6-808 0</inkml:trace>
  <inkml:trace contextRef="#ctx0" brushRef="#br0" timeOffset="-212528.35">27028 6900 121 0,'0'0'1992'0,"0"0"-1613"0,0 0-97 16,0 0-172-16,0 0-64 15,14 148 20-15,-4-60-33 16,2 5-2-16,-1-15-22 15,4 4-3-15,1-13-6 16,2-7-13-16,-5-15-26 16,2-8-121-16,-5-14-217 15,-1-16-432-15</inkml:trace>
  <inkml:trace contextRef="#ctx0" brushRef="#br0" timeOffset="-212235.5">27002 6856 1994 0,'0'0'294'15,"0"0"169"-15,0 0-317 16,122-97 3-16,-57 97-69 16,-3 12-2-16,-11 27-30 15,-17 14-10-15,-21 8-17 16,-13 3 1-16,-6-2 21 15,-23-4-42-15,-9-5 18 16,-3-10-10-16,-1-9-18 16,5-11 0-16,2-11-30 15,9-10 8-15,10-2 0 16,8-2-61-16,8-8-38 0,2-10-58 16,20 6-373-1,2-3-596-15</inkml:trace>
  <inkml:trace contextRef="#ctx0" brushRef="#br0" timeOffset="-211979.92">27610 6695 1818 0,'0'0'245'15,"0"0"-82"-15,0 0 64 16,-27 168-2-16,27-81-55 16,0 5-51-16,11-16-56 0,14 3-35 15,4-18-28-15,-2-12 0 16,0-17-23-16,-1-10-31 16,19-22-154-16,-6 0-387 15,-3-7-753-15</inkml:trace>
  <inkml:trace contextRef="#ctx0" brushRef="#br0" timeOffset="-211703.2">28172 6754 1582 0,'0'0'307'0,"0"0"-74"15,0 0 15-15,0 0-107 16,0 0-77-16,-146-9-22 16,107 52 17-16,1 13 51 15,7 6-32-15,10 2-17 16,19-2-40-16,2-6-1 16,25-10-19-16,10-7-1 15,5-13-6-15,3-10-45 16,17-14-49-16,-11-2-256 15,-6 0-334-15</inkml:trace>
  <inkml:trace contextRef="#ctx0" brushRef="#br0" timeOffset="-211416.14">28497 6427 1023 0,'0'0'611'16,"0"0"-538"-16,0 0 124 16,0 0-55-16,0 0-65 15,0 0 52-15,0 0 3 16,-101 142-1-16,101-94-73 15,10-6-28-15,15-6-24 0,6-7-6 16,29-10-54-16,-9-6-198 16,-2-12-382-16</inkml:trace>
  <inkml:trace contextRef="#ctx0" brushRef="#br0" timeOffset="-211140.85">29006 6368 1485 0,'0'0'232'0,"0"0"-19"15,0 0-56-15,73 152 64 16,-53-39-92-16,-15 25-1 15,-5-9 7-15,-16-27-15 16,-13-34-17-16,-3-20-61 16,-3 2 1-16,-7 3-43 15,-26 22-50-15,15-14-217 16,4-12-485-16</inkml:trace>
  <inkml:trace contextRef="#ctx0" brushRef="#br0" timeOffset="-209076.03">15398 9397 1506 0,'0'0'362'16,"0"0"128"0,0 0-306-16,0 0 43 0,0 0-87 15,0 0-65-15,0 0-41 16,27-30-1-16,13 26-20 16,5-1-17-16,-1 1 4 15,-3 4-16-15,-8 0-61 16,-10 0-104-16,-12 6-292 15,-11 4-231-15</inkml:trace>
  <inkml:trace contextRef="#ctx0" brushRef="#br0" timeOffset="-208932.99">15490 9566 1465 0,'0'0'319'0,"0"0"-24"15,0 0-42-15,0 0-91 0,0 0 9 16,0 0-106-16,120 12-45 15,-37-26-20-15,-14 2-228 16,-9 3-439-16</inkml:trace>
  <inkml:trace contextRef="#ctx0" brushRef="#br0" timeOffset="-205840.03">16355 9138 705 0,'0'0'224'15,"0"0"309"-15,0 0-265 16,0 0-42-16,0 0-16 16,0 0-90-16,123-19-36 15,-104 45-23-15,-3 9 61 16,-5 5-24-16,-9 6 17 15,-2 4 6-15,0-1-57 16,0-1 1-16,0-6-56 16,0-4 10-16,0-4-18 15,0-4 11-15,0-6-12 0,0-2 8 16,0-3-8-16,0-5-37 16,0-5-22-16,0-1-139 15,5-8-96-15,0 0-89 16,-3 0-701-16</inkml:trace>
  <inkml:trace contextRef="#ctx0" brushRef="#br0" timeOffset="-205644.27">16245 9458 1491 0,'0'0'220'0,"0"0"58"15,0 0-137-15,121-3 33 16,-72-4-100-16,2 2-40 16,3 1-34-16,8 0-20 15,-13 1-342-15,-11 3-1330 0</inkml:trace>
  <inkml:trace contextRef="#ctx0" brushRef="#br0" timeOffset="-205275.6">16181 9932 1877 0,'0'0'227'16,"0"0"35"-16,0 0-35 15,35 114 30-15,-19-66-118 16,-3 7-63-16,-4 3-19 16,-1 0 13-16,-8-2-26 15,0-5-16-15,0-8-6 16,0-3-21-16,-8-6-2 15,-1-6-1-15,5-3-7 0,2-10-36 16,2-4-19-16,0-11-69 16,27-7-14-16,4-15-432 15,0-7-946-15</inkml:trace>
  <inkml:trace contextRef="#ctx0" brushRef="#br0" timeOffset="-204954.84">16459 10136 1906 0,'0'0'397'15,"0"0"-268"-15,0 0-22 16,-4 103 57-16,4-55-37 0,2 0-87 16,16-4-18-16,2-10-13 15,5-12 5-15,6-10-5 16,0-12-9-16,2 0 0 15,1-12 12-15,-8-14-12 16,-5-6 2-16,-10-2 7 16,-9-2-9-16,-2-1 25 15,-5 3-4-15,-16 6 55 16,-4 2-29-16,3 6-2 16,3 7-32-16,6 0-2 15,7 5-11-15,4 2-21 16,2-3-49-16,6 0-154 15,9-3-714-15</inkml:trace>
  <inkml:trace contextRef="#ctx0" brushRef="#br0" timeOffset="-204420">17258 9682 1582 0,'0'0'273'0,"0"0"73"15,0 0-147-15,0 0 38 16,0 0-116-16,0 0-66 15,0 0-53-15,-25-14 5 16,40 7-7-16,-1 5 0 16,-5 2 0-16,0 0 1 15,-3 0-1-15,-1 0 12 16,0 0 3-16,-3 2 4 16,-2 0 36-16,0-2-17 15,0 0 4-15,-7 0 7 16,-4 0-24-16,2 0 19 15,3 0-23-15,3 0 45 16,3-4-65-16,0 1-1 0,0-2 1 16,0 5-2-16,0 0-13 15,0 0-4-15,0 0 11 16,0 0 7-16,0 0-15 16,0 0 28-16,0 0-13 15,0 0 2-15,0 0 17 16,0 0-18-16,0 0 14 15,0-2-15-15,0 2-22 16,0 0-50-16,-2 2-254 16,0 4-1168-16</inkml:trace>
  <inkml:trace contextRef="#ctx0" brushRef="#br0" timeOffset="-201237.26">17846 9082 613 0,'0'0'812'15,"0"0"-576"-15,0 0-101 0,0 0-15 16,0 0-17-16,143-14-34 15,-97 14-43-15,-10 0 42 16,-13 0-27-16,-11 0-21 16,-8 7-19-16,-4 5 20 15,0 5 5-15,-19 1-9 16,-3 5 6-16,-5 1-15 16,0 7 4-16,-1 4-11 15,-3 0-1-15,2 2 0 16,2 4 6-16,4-3-5 15,9-3 6-15,14-6 17 16,0-8 0-16,17-9 75 16,16-9-21-16,10-3 8 0,1 0-56 15,-4-5-14 1,-7-5-15-16,-10 4-1 0,-13-1-107 16,-6 4-156-16,-4-4-315 0</inkml:trace>
  <inkml:trace contextRef="#ctx0" brushRef="#br0" timeOffset="-201041.23">17757 9629 1517 0,'0'0'276'15,"0"0"10"-15,0 0 14 16,0 0-92-16,141-30-122 15,-83 16-65-15,1 2 1 0,-1 3-22 16,10 4-207-16,-18 3-419 16,-9 2-1028-16</inkml:trace>
  <inkml:trace contextRef="#ctx0" brushRef="#br0" timeOffset="-200569.9">17977 9868 1534 0,'0'0'230'0,"0"0"-62"16,0 0-55-16,0 0-6 16,0 0-39-16,117-28-50 15,-84 28-11-15,-6 0 9 16,-11 20-19-16,-12 3 9 15,-4 4 3-15,-14 2 4 16,-15-3 16-16,-2 1-10 16,2-8-18-16,10-4 5 15,7-5 2-15,12-6-16 16,0-4 16-16,12 0-8 16,17 0 0-16,4 0 9 15,2 0-9-15,-1 0 0 16,-3 12-1-16,-6 8 1 0,-10 9 0 15,-8 5 10 1,-7 2 14-16,-9 0 14 0,-20-3 69 16,-7 0-37-16,-6-5-3 15,-1-6-16-15,-1-6-27 16,4-10-9-16,2-6-9 16,9 0 22-16,9-5-22 15,8-10 12-15,12-8-18 16,0 0-76-16,39-12-174 15,3 6-277-15,4 3-687 0</inkml:trace>
  <inkml:trace contextRef="#ctx0" brushRef="#br0" timeOffset="-200194.5">19290 9252 1053 0,'0'0'789'0,"0"0"-557"16,0 0-104-16,0 0 131 16,0 130-51-16,0-64-109 15,0 4-13-15,0-3-26 16,0-9-24-16,0-10-15 16,0-8-20-16,0-10-2 15,0-7-1-15,0-7-32 16,0-6-123-16,0-10-181 15,0 0-275-15,0-9-919 0</inkml:trace>
  <inkml:trace contextRef="#ctx0" brushRef="#br0" timeOffset="-199989.87">19188 9581 1101 0,'0'0'217'16,"0"0"18"-16,145-15-79 15,-91 13-14-15,-6 2-89 16,0 0-53-16,7-3 0 16,-8-1-216-16,-8-2-748 0</inkml:trace>
  <inkml:trace contextRef="#ctx0" brushRef="#br0" timeOffset="-196200.99">20967 9087 970 0,'0'0'336'15,"0"0"34"-15,0 0-126 16,0 0 29-16,0 0-64 16,0 0-43-16,0 0-18 15,-4-31-72-15,33 14-24 16,6 2-29-16,10-2 32 16,2 3-55-16,-3 6 17 15,-6 8-16-15,-9 0-2 16,-11 3-2-16,-14 16-9 0,-4 8 11 15,-17 4 1-15,-20 1 4 16,-2 2 10-16,1-8-11 16,5-1 3-16,6-9-12 15,11-4 0-15,9-8-11 16,7-4-5-16,0 0-5 16,18 0 8-16,11-4 8 15,7 0-2-15,-1 4 11 16,1 0-4-16,-7 9 8 15,-4 16-4-15,-10 3 2 16,-13 2 0-16,-2 0 0 16,-19 0 1-16,-17-2 19 0,-9-3-19 15,-3-5 40 1,0-8-39-16,6-7 20 0,6-5-21 16,10 0 11-16,6-2-12 15,6-8-10-15,5 0-57 16,9-2-159-16,0 4-165 15,0 1-419-15</inkml:trace>
  <inkml:trace contextRef="#ctx0" brushRef="#br0" timeOffset="-195537.87">20712 9719 1370 0,'0'0'228'0,"0"0"77"15,0 0 30-15,233-10-41 16,-69-17-120-16,-3 2-23 16,-29 4-36-16,-50 7-72 15,-31 7-28-15,-2 2-1 16,-1 5-28-16,-9 0 4 15,-12 0-38-15,-14 3-94 16,-11 11-73-16,-6 12-149 16,-21-4-170-16,-4-3-705 0</inkml:trace>
  <inkml:trace contextRef="#ctx0" brushRef="#br0" timeOffset="-195259.8">20874 10014 1294 0,'0'0'740'0,"0"0"-595"16,0 0 221-16,27 106-124 16,-12-55-68-16,-2 4-126 15,-6 4 40-15,0-4-40 16,-5-4-11-16,-2-12-26 15,2-4 1-15,-2-11-11 16,0-6 0-16,2-6-1 0,0-6-16 16,0-4-32-16,5-2-84 15,11 0-89-15,-2-12-505 16,1-4-715-16</inkml:trace>
  <inkml:trace contextRef="#ctx0" brushRef="#br0" timeOffset="-195027.83">21352 10011 189 0,'0'0'1964'15,"0"0"-1712"-15,0 0-58 16,0 0 11-16,-2 129-49 0,-2-66-58 16,-1 2-35-16,1-5 11 15,2-3-49-15,-2-12-10 16,1-11-7-16,3-9-7 15,0-7-2-15,0-6-32 16,0-6-39-16,0-6-121 16,34-12-59-16,-1-16-372 15,3-6-739-15</inkml:trace>
  <inkml:trace contextRef="#ctx0" brushRef="#br0" timeOffset="-194554.04">22450 9486 1582 0,'0'0'293'0,"0"0"-194"15,0 0 49-15,0 0 66 16,0 0-81-16,0 0-90 16,-121 63-10-16,105-60 4 15,10-3-2-15,6 0 72 16,0-9-24-16,0-11-5 16,13 3-30-16,3 0 27 15,-3 7 1-15,3 5-16 0,-3 5-33 16,1 0-12-16,-6 0-12 15,-3 11 3-15,-5 3-12 16,0 2 24-16,-15-2-9 16,-10 0-8-16,0-5 17 15,3-2-18-15,4-7 12 16,9 0 0-16,7-10-11 16,2-4-1-16,0-1-7 15,6 1-8-15,10 7 18 16,-3-2-11-16,-1 5 8 15,-4 3-19-15,9 1-94 16,-5 0-171-16,-1 0-456 0</inkml:trace>
  <inkml:trace contextRef="#ctx0" brushRef="#br0" timeOffset="-192272.69">23999 9154 1495 0,'0'0'233'0,"0"0"377"15,0 0-347-15,0 0-35 16,0 0-164-16,0 0-8 16,0 0 35-16,-16 104-3 15,9-55-4-15,1-3-42 16,1-5-18-16,3-3-12 15,2-5-6-15,0-8-6 16,0 0-25-16,0-8-79 16,5 0-45-16,-5-5-176 15,0-4-388-15,0-4-663 0</inkml:trace>
  <inkml:trace contextRef="#ctx0" brushRef="#br0" timeOffset="-192092.05">23578 9685 1582 0,'0'0'490'0,"0"0"-218"15,0 0-94-15,0 0-83 16,166-8-46-16,-89-1-34 16,-2 4-12-16,1-2-3 15,13-4-152-15,-20 2-430 16,-15 4-728-16</inkml:trace>
  <inkml:trace contextRef="#ctx0" brushRef="#br0" timeOffset="-191620.19">23807 9951 1577 0,'0'0'232'16,"0"0"-54"-16,0 0-34 15,0 0-64-15,145-49-18 16,-98 42 41-16,-11 7-34 16,-10 0-22-16,-17 9-41 0,-9 11 6 15,-9 2 3-15,-24 2 52 16,-8 0-26-16,4-7-24 15,5 0-9-15,12-9-7 16,14-6 3-16,6-2 6 16,0 0 1-16,22 0-10 15,5 0-2-15,4 0 2 16,-2 0-2-16,-2 5 1 16,-5 14-1-16,-8 8 0 15,-8 2 2-15,-6 3 2 16,-4 0 6-16,-27 1 10 15,-19-5 60-15,-8-4 1 16,-4-4-28-16,1-10-13 16,11-6-9-16,11-4-6 15,12 0-15-15,10-10-9 0,9-2-18 16,4-9-142 0,4 6-431-16,0 1-781 0</inkml:trace>
  <inkml:trace contextRef="#ctx0" brushRef="#br0" timeOffset="-188767.13">15346 12011 1242 0,'0'0'393'16,"0"0"-77"-16,0 0-20 15,0 0-85-15,0 0-66 16,0 0-81-16,-10 0-40 15,12 0 20-15,16 0-9 16,7 0-15-16,6 0-8 16,5 0-4-16,3 0-16 0,9 2-157 15,-13 0-218-15,-8 2-356 0</inkml:trace>
  <inkml:trace contextRef="#ctx0" brushRef="#br0" timeOffset="-188604.92">15392 12216 998 0,'0'0'718'16,"0"0"-627"-16,0 0 52 15,0 0 5-15,0 0 8 16,0 0-70-16,0 0-86 0,124-20-27 16,-65 15-198-16,-14 3-97 15,-8 2-367-15</inkml:trace>
  <inkml:trace contextRef="#ctx0" brushRef="#br0" timeOffset="-185817.89">16437 11758 538 0,'0'0'792'15,"0"0"-522"-15,0 0 81 16,0 0-12-16,0 0-104 16,0 0-143-16,0 0-74 0,-11 31 122 15,11 23-25-15,0 8-6 16,-9 4-49-16,-5-3-12 16,2-8-30-16,3-6-12 15,-1-11-6-15,8-6-5 16,2-10-14-16,0-14-114 15,0-6-181-15,10-2-449 0</inkml:trace>
  <inkml:trace contextRef="#ctx0" brushRef="#br0" timeOffset="-185548.63">16675 11807 1397 0,'0'0'668'0,"0"0"-506"15,0 0 54-15,0 0-133 16,0 0-82-16,0 0 39 16,0 0 3-16,3 130 9 15,-3-91-31-15,-15-4-3 16,4-5-9-16,-1-7-9 16,8-7 0-16,4-4 15 15,0-4-20-15,0-4 13 16,20 0-4-16,2-4-4 15,7 0 0-15,4 0-134 16,16-4-183-16,-11-13-189 16,-5-1-302-16</inkml:trace>
  <inkml:trace contextRef="#ctx0" brushRef="#br0" timeOffset="-185338.55">16845 11811 1425 0,'0'0'352'16,"0"0"118"-16,0 0-181 15,0 0-203-15,0 0-33 16,0 0 75-16,-4 130 8 16,4-72-54-16,0-2-25 15,0-3-24-15,0-7-33 16,0-9 0-16,0-2-3 16,0-9-24-16,4-5-72 15,-2-1-56-15,-2-5-115 16,-8-3-193-16,-10-6-333 0</inkml:trace>
  <inkml:trace contextRef="#ctx0" brushRef="#br0" timeOffset="-185044.32">15931 12566 1410 0,'0'0'263'0,"0"0"30"16,0 0-119-16,0 0 20 16,148-2-16-16,-21-14-61 15,37-6 67-15,-8-1-60 0,-28 3-6 16,-42 8-66-16,-32 3-22 16,2 5-28-16,0 1-1 15,2-2-1-15,-14 5-9 16,-9 0 7-16,-8 0-38 15,-9 0-8-15,-5 0-113 16,-7 12-200-16,-6-2-270 16,0 3-440-16</inkml:trace>
  <inkml:trace contextRef="#ctx0" brushRef="#br0" timeOffset="-184556.93">16241 12920 1588 0,'0'0'235'16,"0"0"42"-16,0 0-159 15,0 0 40-15,0 0-112 16,125-61-4-16,-92 56-24 15,-6 2-2-15,-9 3-16 16,-9 0-6-16,-9 7-9 16,0 13 15-16,-11 6 13 0,-14 4-4 15,-4 7 12-15,-2 0-14 16,2 1 21-16,4 0-11 16,5-1 1-16,5-6-5 15,6-3 21-15,4-3 8 16,3-8-8-16,2 0 28 15,0-7-22-15,0-5 15 16,0-1-33-16,12-1 1 16,3-1-13-16,7-2 4 15,1 0-5-15,2 0-9 16,-6 0 0-16,-5 0-14 16,-5 0-14-16,-3-2-60 15,-4-1 12-15,-2 3-8 16,0 0-32-16,0 0-55 15,0 0-42-15,0-2-15 0,0 0-313 16,0-1-424-16</inkml:trace>
  <inkml:trace contextRef="#ctx0" brushRef="#br0" timeOffset="-183032.66">16168 12897 80 0,'0'0'806'16,"0"0"-563"-16,0 0 115 16,0 0-107-16,0 0-18 15,0 0-63-15,0 0-53 16,-12 0 15-16,12 0-63 16,0 0 38-16,0 0-32 15,7 0 5-15,11 0-20 0,7-1-26 16,4-4-26-16,2 2-2 15,0 1-9-15,-2 2 16 16,0 0-14-16,-6 0 1 16,-8 0 0-16,-5 0-10 15,-2 7 2-15,-8 8 7 16,0 2 1-16,0 4 5 16,-14 1 6-16,-1 2-7 15,-1 0 4-15,-1 0-9 16,-2 4 2-16,-3 2 7 15,-3 2-1-15,1 2-5 16,0 0 8-16,1 0-8 16,5-5-4-16,3-6 16 0,6-5-15 15,2-4 2-15,0-4-2 16,5-2 2-16,-2-1 1 16,-1 1-2-16,3-2 1 15,-2-3-2-15,2 2 12 16,2-5-20-16,0 0 9 15,4 0-1-15,13 0 1 16,10 0 15-16,0-6-13 16,0 6-2-16,-2 0 0 15,-6 0 2-15,-3 8-11 16,-5 11 0-16,-7 8 8 16,-4 3 2-16,0 2-1 15,0-2 1-15,0 1 1 0,-4-6-1 16,-5-1 6-16,-4-3 10 15,-1 1-16-15,-3-5 36 16,-3 3-26-16,-1-3 11 16,4-3-10-16,-1-7 6 15,5 0-10-15,-1-6-2 16,1-1 8-16,-3 0-12 16,-3 0 2-16,-4-1 10 15,0-6-16-15,1 4 4 16,3-1-4-16,0 1-26 15,9 1-6-15,3 2-43 16,7 0-47-16,0 0-138 16,17-3-277-16,10 1-32 0,2-5-646 15</inkml:trace>
  <inkml:trace contextRef="#ctx0" brushRef="#br0" timeOffset="-182485.35">16774 13116 1073 0,'0'0'366'0,"0"0"-38"16,0 0-25-16,0 0-17 16,0 0-109-16,0 0-69 15,0 0-33-15,-118 10 23 16,96 14-33-16,1 6 8 15,4 7-15-15,3-1-10 16,7 2-9-16,7-3-12 16,0-1 3-16,0-3-29 15,17-4 19-15,2-8-19 0,1-6 5 16,7-1-6-16,2-12 10 16,7 0-4-16,4 0 5 15,3-12-1-15,-4-8-10 16,-1-6 36-16,-9-6-29 15,-6-1 23-15,-13-4-24 16,-3 1 2-16,-7-1-7 16,0-1 1-16,0 3-2 15,-13 7 0-15,-8 4 0 16,-2 10-77-16,-8 8-11 16,-30 6-137-16,5 17-497 15,1 4-1040-15</inkml:trace>
  <inkml:trace contextRef="#ctx0" brushRef="#br0" timeOffset="-181375.18">17984 12128 124 0,'0'0'1193'0,"0"0"-955"16,0 0 48-16,0 0-111 15,0 0 13-15,0 0 23 0,0 0-50 16,-4-94-27 0,4 94-64-16,7 3-45 0,2 26-5 15,1 13 45-15,-1 12-3 16,-1 6-23-16,-4 2 22 15,-2-6-61-15,2-6 25 16,-2-6-25-16,3-7 3 16,-3-11-3-16,2-7-16 15,2-9-48-15,-4-6-81 16,-2-4-113-16,0-9-312 16,0-11-1010-16</inkml:trace>
  <inkml:trace contextRef="#ctx0" brushRef="#br0" timeOffset="-181216.29">17913 12383 523 0,'0'0'1390'0,"0"0"-1244"16,0 0-29-16,0 0-80 16,168-53-20-16,-89 37-15 15,37-5-2-15,-18 8-98 16,-13 0-500-16</inkml:trace>
  <inkml:trace contextRef="#ctx0" brushRef="#br0" timeOffset="-179894.56">19034 11918 307 0,'0'0'312'16,"0"0"-70"-16,0 0 138 15,0 0-94-15,0 0-10 16,0 0-35-16,0 0 28 15,-87-61-53-15,87 50-64 16,12-6-73-16,23-3-49 16,14-2 1-16,9 0-29 15,4 4 15-15,-4 10-16 0,-10 8-2 16,-13 0-2-16,-15 19 2 16,-17 14-11-16,-3 2 12 15,-23 6-1-15,-12-3 11 16,-3-4-8-16,1-9 8 15,8-8-16-15,12-5 12 16,11-8-1-16,6-4-5 16,0 0-6-16,21 0 5 15,10 0 1-15,10 0-8 16,1 0 14-16,-2 0-13 16,-4 11 8-16,-12 8-2 15,-8 5-8-15,-16 3 9 16,0 0 0-16,-27 4 2 0,-10-4 4 15,-8-1 0 1,1-3-6-16,3-5 9 0,7-4-18 16,9-6 9-16,6-8-91 15,11 0-229-15,6 0-325 0</inkml:trace>
  <inkml:trace contextRef="#ctx0" brushRef="#br0" timeOffset="-179513.22">18868 12564 1555 0,'0'0'236'0,"0"0"-139"16,0 0 32-16,0 0 146 16,235 0-66-16,-56-26-45 15,13-4 48-15,-28 1-70 0,-45 8-65 16,-50 7-50-1,-18 6-18-15,-2-2-9 0,-7 5-16 16,-4-2-5 0,-20 5-67-16,-15 2-48 0,-3 0-97 15,-39 20-264-15,-7 5-46 16,-6 1-938-16</inkml:trace>
  <inkml:trace contextRef="#ctx0" brushRef="#br0" timeOffset="-179060.88">19007 12912 1272 0,'0'0'203'0,"0"0"-120"15,0 0 55-15,152-45-78 16,-117 45-34-16,-12 5-26 16,-14 16 0-16,-9 9-1 15,-13 1 1-15,-21 0 32 16,-9-2 30-16,4-5 21 16,5-4-55-16,12-8-6 15,11-7-21-15,11-2 9 16,0-3-9-16,22 0 13 15,10 0-2-15,3 0 37 16,1 0 17-16,-5 0-45 16,-4 11 7-16,-9 6-27 0,-9 7-2 15,-9 5 2-15,0 5 4 16,-25-1 20-16,-13 2 108 16,-5-5 8-16,1-5-53 15,5-4-15-15,5-9-67 16,10-8 13-16,11-4-19 15,11-12-55-15,7-10-277 16,15-2-419-16</inkml:trace>
  <inkml:trace contextRef="#ctx0" brushRef="#br0" timeOffset="-178618.89">19531 12974 1265 0,'0'0'209'0,"0"0"28"16,0 0 43-16,123-61-107 16,-89 57-25-16,-13 4-120 15,-11 7-18-15,-10 14-10 16,-2 10 24-16,-27-2 43 15,-8 3-14-15,-2-1-25 16,1-7-27-16,7-4 2 0,12-8-3 16,15-6-1-16,4-2-37 15,2-2 24-15,21 3 14 16,4 2 1-16,0 3 7 16,2 4-8-16,-6 4 0 15,-4 3 12-15,-11 5-15 16,-8-1 11-16,0 1-4 15,-17-1 75-15,-12-4 47 16,-2-1-44-16,2-8-41 16,2-3-14-16,4-9-26 15,8 0 17-15,10-10-18 16,5-14-56-16,18-21-175 16,16 8-375-16,1 3-1165 0</inkml:trace>
  <inkml:trace contextRef="#ctx0" brushRef="#br0" timeOffset="-178198.68">20361 12322 1367 0,'0'0'394'15,"0"0"6"-15,0 0-162 16,0 0-176-16,0 0-19 16,0 0-34-16,151-58 39 15,-109 48-23-15,-4 3-11 0,-9 2-14 16,-6 5-162-16,-9 0-209 15,-8 0-598-15</inkml:trace>
  <inkml:trace contextRef="#ctx0" brushRef="#br0" timeOffset="-178055.07">20399 12541 1294 0,'0'0'169'15,"0"0"-61"-15,120-15-108 16,-62 2-19-16,-10 1-561 0</inkml:trace>
  <inkml:trace contextRef="#ctx0" brushRef="#br0" timeOffset="-159974.22">21578 12131 1169 0,'0'0'242'0,"0"0"93"16,0 0-78-16,0 0 20 15,0 0-105-15,0 0-74 16,-85-5-12-16,67 37-13 16,0 10-17-16,8 8-37 15,7 5 23-15,3-4-14 16,7-5 1-16,22-9-18 16,11-14 9-16,6-10-5 15,6-13 0-15,-1 0 1 16,-7-18-16-16,-8-9 10 15,-11-5-1-15,-16-3-3 16,-9-3 0-16,-7 1 29 0,-24 3 8 16,-9 4-1-1,-4 6-9-15,-1 8-27 0,0 8-6 16,5 5-6-16,6 3 6 16,7 0-70-16,14 14-60 15,7 5-242-15,6-1-412 0</inkml:trace>
  <inkml:trace contextRef="#ctx0" brushRef="#br0" timeOffset="-159717.9">22031 12566 1562 0,'0'0'233'0,"0"0"38"15,0 0-28-15,-34 123-117 16,16-86-53-16,3-4-43 16,-1-3-29-16,5-8-1 15,7-5-36-15,4-10-235 16,0-7-439-16</inkml:trace>
  <inkml:trace contextRef="#ctx0" brushRef="#br0" timeOffset="-159095.53">22340 12150 1395 0,'0'0'358'16,"0"0"-171"-16,0 0-21 15,0 0-101-15,152-57-65 0,-117 47 13 16,-6 5-12-1,-10 0 7-15,-9 3-7 0,-8 0 6 16,-2 2 8-16,0 0 20 16,-18 0 39-16,-1 0-60 15,-6 0 8-15,-2 0-16 16,-2 0-6-16,-4 4 0 16,-5 6 11-16,1 3-10 15,-2 5 11-15,6 1-5 16,8 6-6-16,12-1 13 15,11-2-8-15,2 0 3 16,11-6-3-16,15-2 9 0,6-4-14 16,1-6 9-16,2-2-2 15,2-1-7-15,-2 5-1 16,1-1 9-16,-1 4-14 16,-6 6 6-16,-2 2-2 15,-4 0 0-15,-10 4 1 16,-7-1-9-16,-6 1 9 15,0 1 5-15,-6-2 1 16,-19 1 66-16,-4-1 9 16,-4-4 43-16,-3-3-42 15,1 0-13-15,4-7-30 16,-1-6-11-16,8 0-13 16,-1 0-9-16,8-6-6 15,3-15-52-15,7 3-133 16,5 0-577-16</inkml:trace>
  <inkml:trace contextRef="#ctx0" brushRef="#br0" timeOffset="-158353.15">23000 12126 1405 0,'0'0'320'0,"0"0"-33"16,0 0-158-16,0 0-86 15,0 0-29-15,123-43-6 16,-110 42-7-16,-5-1 3 16,-2 2 7-16,-4-2 0 15,-2 2 52-15,0-3 66 16,0 1-43-16,0 0-44 16,0 0-17-16,-4 1-4 15,-13 1 13-15,-3 0-23 16,-7 0 16-16,1 0-27 0,-5 0 10 15,4 10-10 1,0 1 6-16,3 4-6 0,1 3 0 16,4 0-1-16,-2 2 2 15,7 0-3-15,4 0 2 16,7-2 0-16,3-4 1 16,0-2-1-16,17-4 0 15,8-2 12-15,10-4-3 16,-2-2-8-16,-2 2 2 15,-2-2 6-15,-2 2-9 16,-3 0 1-16,3 4-1 16,-3 4 0-16,1 4-1 0,0 4-5 15,-6 2 5-15,-3 6 0 16,-5 0-1-16,-7 0-8 16,-1 1 5-16,-3-4 4 15,0 0 2-15,-5-5-2 16,-10-3 2-16,-1-3 6 15,-3-1 5-15,-4-4 3 16,-2-3 21-16,-4-4-14 16,0 0 32-16,0-2-42 15,3-10 6-15,4-4-17 16,4 5-1-16,5-1-32 16,1 3-147-16,1 2-167 15,5 3-189-15,-2 0-468 0</inkml:trace>
  <inkml:trace contextRef="#ctx0" brushRef="#br0" timeOffset="-153966.15">24429 12212 1151 0,'0'0'268'16,"0"0"78"-16,0 0-65 16,0 0-166-16,0 0-32 15,0 0-48-15,127-44 26 16,-83 36-46-16,-1-1 3 16,-7 5-18-16,-10 3-22 15,-11 1-148-15,-9 1-151 16,-6 14-567-16</inkml:trace>
  <inkml:trace contextRef="#ctx0" brushRef="#br0" timeOffset="-153824.4">24491 12434 1016 0,'0'0'298'0,"0"0"208"16,0 0-342-16,0 0-85 15,161-49-42-15,-97 24-23 16,32-5-14-16,-16 5-56 15,-9 6-453-15</inkml:trace>
  <inkml:trace contextRef="#ctx0" brushRef="#br0" timeOffset="-153299.25">25570 11834 1235 0,'0'0'199'0,"0"0"169"16,0 0-167-16,-129 6-50 15,95 19-39-15,5 3-30 16,9 4-13-16,9-2-18 15,11-4-36-15,0-6 20 16,25-10-23-16,15-6 11 16,7-4-10-16,-1 0-1 0,2-16-12 15,-13-7-62 1,-10-2-1-16,-10-3 45 16,-9 0 17-16,-3 5 2 0,-3 4 41 15,0 9 44-15,0 7 52 16,0 3-44-16,0 9-68 15,0 19-25-15,3 13 46 16,1 3 9-16,-2-1-12 16,0-1 17-16,0-6-33 15,1-5-5-15,1-7-22 16,-2-2 10-16,0-5-11 16,0 0-1-16,-2-2-5 15,0 2-10-15,0-3 7 0,0 0-31 16,0-2 1-1,8-5-84-15,3-4-74 0,15-3-115 16,-3-3-50-16,-1-8-702 0</inkml:trace>
  <inkml:trace contextRef="#ctx0" brushRef="#br0" timeOffset="-151663.02">25397 12654 1549 0,'0'0'202'0,"171"-12"-86"15,-8-15 59-15,37-5 74 16,8-3-99-16,-19 8-25 16,-48 9 78-16,-39 5-93 15,-40 8-79-15,-23-1-26 16,-6-1-5-16,-8 3-75 15,-6-2 11-15,-10 4-36 16,-9 2-34-16,-5 0-173 16,-14 11-53-16,-3 3-544 0</inkml:trace>
  <inkml:trace contextRef="#ctx0" brushRef="#br0" timeOffset="-151226.87">25519 13217 1235 0,'0'0'620'15,"0"0"-497"-15,0 0 269 16,0 0-172-16,0 0-111 16,0 0-54-16,134-103 2 15,-89 78-9-15,-8 0-11 0,-5 9-12 16,-8 6 5-16,-9 10-30 16,-4 0 8-16,-3 14-7 15,-6 21-1-15,-2 8 8 16,0 7 23-16,0 7-2 15,-2-3 5-15,-8-2-12 16,3-6-21-16,3-8 3 16,0-10 13-16,0-7-18 15,1-6 1-15,3-7 0 16,0-4-37-16,0-4-42 16,0 0-32-16,13-10-217 15,6-7-292-15,2-4-681 0</inkml:trace>
  <inkml:trace contextRef="#ctx0" brushRef="#br0" timeOffset="-150723.83">26306 12951 713 0,'0'0'295'0,"0"0"-20"16,0 0 52-16,0 0-87 15,-147 69-77-15,114-37-25 16,4 6 16-16,8 5-65 16,13 3-2-16,8-3-39 15,0 0-4-15,12-6-18 16,15-6-1-16,7-9-16 16,3-8 3-16,0-8 0 15,-2-6-12-15,-6 0-24 0,-9-10-11 16,-6-9 34-1,-12 2 2-15,-2-1 11 0,0-2-2 16,-16 4 23 0,-2 2-10-16,0 4-8 0,1 1-10 15,-6 7 1-15,-3 2-12 16,-3 0-23-16,0 9-6 16,4 5-51-16,25 2-102 15,0-4-182-15,6-8-618 0</inkml:trace>
  <inkml:trace contextRef="#ctx0" brushRef="#br0" timeOffset="-150198.18">26573 12944 1371 0,'0'0'234'0,"0"0"63"16,0 0-158-16,114-44-50 15,-77 34-56-15,-5 3-17 16,-12 3-15-16,-6 3 9 16,-10-1-10-16,-4 2 8 15,0-2 15-15,0 0 84 16,-16-1-2-16,-4 3-89 15,-4 0 7-15,-3 0-23 0,0 0 1 16,0 0 7 0,3 7-5-16,1 5 6 0,2 1 1 15,0 4 14-15,4 1-23 16,7 0 21-16,6-1-20 16,4-3-3-16,0 3 2 15,16-3 14-15,6 2-14 16,2 2 5-16,1 0-6 15,0 6 0-15,-4 2-1 16,-4 3-19-16,-7 3-10 16,-2-3-7-16,-8 2 16 15,0-5 0-15,-6-3 11 16,-9-4 10-16,-5-3 28 16,-2-6 34-16,0-4-25 0,-3-4-5 15,-2-2-23-15,-2 0-9 16,-17 0-15-16,3 2-310 15,3 1-406-15</inkml:trace>
  <inkml:trace contextRef="#ctx0" brushRef="#br0" timeOffset="-129596.77">25978 11971 1051 0,'0'0'256'0,"0"0"139"16,0 0-174-16,0 0-13 0,0 0-42 16,0 0-46-16,-6-41-3 15,19 29-13-15,5 1-34 16,6-1-14-16,3 2-16 15,2 0-28-15,2 2 3 16,-6 4-14-16,-3 4 5 16,-7 0-6-16,-7 14-7 15,-8 10 6-15,0 8 1 16,-12 4 1-16,-11 3 0 16,-3 0 8-16,-3-3-9 15,0-2 6-15,0-4-6 16,5-4 1-16,3-3-1 15,6-7 2-15,3-6-2 16,6-6 0-16,2-4 0 16,4 0 1-16,0 0 7 0,0 0-8 15,0-2 0-15,0-1-6 16,0 0 0-16,6 3-9 16,6 0 5-16,5 0 9 15,6 10 1-15,4 0 1 16,-1-1-1-16,3-2 1 15,-3-5 0-15,-1-2 1 16,-2 0-1-16,-3 0 5 16,-7-4-5-16,-1-4 0 15,-6-1-1-15,-2-2 1 16,-4 3-1-16,0 0 0 16,3 0-8-16,-1-1-31 0,9 2-123 15,-2 0-321-15,-2 2-515 16</inkml:trace>
  <inkml:trace contextRef="#ctx0" brushRef="#br0" timeOffset="-115237.84">12819 15245 1684 0,'0'0'487'0,"0"0"-224"0,0 0-32 15,0 0-31-15,0 0-84 16,0 0-38-16,-29-19-9 16,29 19 4-16,0 0-29 15,0 6-17-15,0 20-14 16,0 7 36-16,0 22 4 16,0 14-16-16,0 6 5 15,0 10-18-15,0 3 6 16,4 2-4-16,-4-10-14 15,4-4-4-15,-4-12-8 16,0-3 0-16,0-15 0 16,0-6-1-16,0-10 0 0,2-8-11 15,0-12-51-15,2-10-48 16,0 0-20-16,5-44-28 16,1-2-322-16,-2-2-935 0</inkml:trace>
  <inkml:trace contextRef="#ctx0" brushRef="#br0" timeOffset="-114848.03">12794 15316 1420 0,'0'0'275'0,"0"0"33"16,0 0-87-16,0 0-72 16,0 0-20-16,106-126 28 15,-62 101 4-15,3 7-30 16,-3 12-59-16,-1 6-26 16,-3 0-31-16,-7 27-13 15,-6 9 18-15,-6 4-19 16,-17 2 14-16,-4 2 8 15,-14 0 7-15,-24 0-8 16,-10 0 8-16,-8-7-15 16,0-2-3-16,9-8-6 15,13-13-6-15,11-9 1 16,11-5-1-16,8 0-15 0,4-10-48 16,0-13-39-16,47-16-96 15,-3 7-258-15,3 0-347 0</inkml:trace>
  <inkml:trace contextRef="#ctx0" brushRef="#br0" timeOffset="-114465.88">13832 15003 1440 0,'0'0'553'0,"0"0"-320"16,0 0 31-16,0 0-112 15,-121 102 7-15,88-52-44 16,2 13-5-16,2 5 11 15,11 3-48-15,11-2-23 16,7-1-22-16,11-5-7 16,18-9-8-16,6-11-5 15,1-2-7-15,0-9-1 0,-2-10 1 16,-3-1-1-16,-2-7-15 16,2-1-40-16,2-3-40 15,23-10-66-15,-9 0-225 16,-4-5-805-16</inkml:trace>
  <inkml:trace contextRef="#ctx0" brushRef="#br0" timeOffset="-113759.54">14351 15284 689 0,'0'0'386'16,"0"0"22"-16,0 0-52 15,0 0-26-15,0 0-70 0,0 0-67 16,0 0-33-16,-18-44-55 16,7 40-8-16,-3 0-49 15,-5 4-1-15,-4 0-15 16,-2 0 1-16,-1 8-23 16,1 10-1-16,5 12-7 15,4 10-1-15,8 10 4 16,8-2-4-16,0 2 7 15,16-6-8-15,15-3 0 16,7-9 0-16,4-10 0 16,5-8 0-16,1-6-10 15,4-8-78-15,21 0-80 16,-11-18-194-16,-10-5-590 0</inkml:trace>
  <inkml:trace contextRef="#ctx0" brushRef="#br0" timeOffset="-113472.28">14794 15047 1041 0,'0'0'1057'16,"0"0"-737"-16,0 0-24 15,0 0-194-15,0 0 58 16,0 0-15-16,18 144-49 16,-7-85 4-16,1 2-48 0,-4-3-25 15,3-5-26-15,3-7 5 16,-1-6-6-16,3-8-37 16,-1-7-63-16,14-11-50 15,-2-6-137-15,0-8-472 0</inkml:trace>
  <inkml:trace contextRef="#ctx0" brushRef="#br0" timeOffset="-113038.08">15400 15182 512 0,'0'0'1343'16,"0"0"-1101"-16,0 0-63 15,0 0 95-15,0 0-22 16,50 130-103-16,-23-82-32 16,0 0-26-16,-1-2-47 15,-2-6-23-15,-1-10-21 16,-5-7 9-16,-3-9-8 15,-3-13-1-15,1-1 1 16,-2-10 12-16,2-18-4 0,-2-8 3 16,-1-4-3-16,-6 0-8 15,-4 2 18-15,0 2 11 16,0 4 16-16,0-3-19 16,-4 4-6-16,-1 0-15 15,2 8-4-15,1 0-2 16,2 9 0-16,0 6 0 15,0 7-15-15,0 1-42 16,0 0-85-16,34 0-94 16,-1 0-396-16,1 0-801 0</inkml:trace>
  <inkml:trace contextRef="#ctx0" brushRef="#br0" timeOffset="-112746.83">16135 14855 1536 0,'0'0'368'0,"0"0"-98"15,0 0 1-15,64 179-8 16,-49-62-76-16,-3-2-60 16,-10-12-19-16,-2-18-48 15,0-23-38-15,0 5-22 0,-7 4-10 16,-15 10-101-16,2-19-157 16,-3-11-727-16</inkml:trace>
  <inkml:trace contextRef="#ctx0" brushRef="#br0" timeOffset="-102366.55">16646 15097 1512 0,'0'0'386'0,"0"0"-204"15,0 0-49-15,0 0 0 16,0 0-52-16,146 0-44 16,-107 0-13-16,-2 0-5 15,-6-2-10-15,-6-2-9 16,-12 4-35-16,-13 0-208 16,-2 14-285-16,-19 5-754 0</inkml:trace>
  <inkml:trace contextRef="#ctx0" brushRef="#br0" timeOffset="-102218.23">16743 15378 1706 0,'0'0'279'16,"0"0"72"-16,0 0-203 16,117-36-100-16,-65 19-48 15,19-4-58-15,-11 5-244 16,-10 4-806-16</inkml:trace>
  <inkml:trace contextRef="#ctx0" brushRef="#br0" timeOffset="-95202.27">17634 15040 1803 0,'0'0'377'0,"0"0"-9"16,0 0-135-16,0 0-122 15,0 0-75-15,0 0-35 0,13 57 14 16,8-13 17-16,-1 15 7 15,0 4 8-15,-2 8 12 16,-3 1-11-16,-1 2-20 16,-3-6-2-16,0-1-17 15,-2-13-3-15,0-6-6 16,-1-7 1-16,-2-15 0 16,-2-3-1-16,0-14-47 15,-4-4-41-15,0-5-21 16,0-14-78-16,-11-12-384 15,-3-2-393-15</inkml:trace>
  <inkml:trace contextRef="#ctx0" brushRef="#br0" timeOffset="-94872.2">17592 15105 745 0,'0'0'665'0,"0"0"-496"16,0 0 115-16,98-117-41 15,-54 88-33-15,6 7-96 16,4 8-10-16,-2 7-20 16,2 7-31-16,-7 13-10 15,-9 25-31-15,-11 6 20 16,-14 11 21-16,-13 3 24 15,0-9-16-15,-23 4-19 0,-12-12-21 16,-5-3-8-16,-7-1 4 16,0-9-17-16,5-3 10 15,4-12-10-15,7-6-8 16,13-7-107-16,9-23-265 16,9-3-990-16</inkml:trace>
  <inkml:trace contextRef="#ctx0" brushRef="#br0" timeOffset="-94520">18432 14829 1597 0,'0'0'342'0,"0"0"-75"16,0 0-11-16,0 0-117 16,-60 110 13-16,45-41-60 15,-1 2 11-15,5 4-26 16,5-3-22-16,6-12-33 0,0-9-7 15,21-10-14 1,12-15-1-16,8-4 0 0,6-12-4 16,4-5-80-16,18-5-174 15,-13 0-390-15,-9-17-538 0</inkml:trace>
  <inkml:trace contextRef="#ctx0" brushRef="#br0" timeOffset="-94128.88">18706 15034 1579 0,'0'0'294'0,"0"0"0"0,0 0-60 16,0 0-144-16,0 0-38 15,0 0 17-15,0 0 45 16,121 131-2-16,-99-78-39 15,-1-9-37-15,0-8-22 16,2-6-1-16,-1-12-13 16,1-7 6-16,-2-11 1 15,-2 0 2-15,-4-7 0 16,-3-11 2-16,-4-3 1 16,-6-4 25-16,-2 1 14 15,0-10-8-15,0 0-2 16,0-5-14-16,-2-1-8 15,-4-2-11-15,-1 3-1 16,0 8-6-16,3 4 1 0,-1 13 4 16,3 2-6-16,2 12 0 15,0 0-57-15,4 0-101 16,15 0-328-16,0 0-699 0</inkml:trace>
  <inkml:trace contextRef="#ctx0" brushRef="#br0" timeOffset="-93829.45">19391 14825 162 0,'0'0'1802'0,"0"0"-1526"15,0 0-24-15,0 0-60 16,-4 132-22-16,4-72-67 16,4 2-47-16,3-5-16 15,-3-7-27-15,-2-6-1 16,-2-8-11-16,0-4 0 16,0-10-1-16,0 0-22 15,0-4-36-15,0 0-95 16,4-6-111-16,4-2-220 15,0-6-343-15</inkml:trace>
  <inkml:trace contextRef="#ctx0" brushRef="#br0" timeOffset="-93504.82">20004 14985 1370 0,'0'0'318'0,"0"0"45"16,0 0-160-16,0 0-92 15,0 0 4-15,0 0-17 0,-116 139 27 16,109-100-36-16,7 2-33 15,0-9-28-15,9-5-13 16,16-6-6-16,8-7-8 16,5-10 18-16,7-4-19 15,-1 0-7-15,12-4-139 16,-9-10-228-16,-9 0-344 0</inkml:trace>
  <inkml:trace contextRef="#ctx0" brushRef="#br0" timeOffset="-93197.3">20307 14596 1520 0,'0'0'353'16,"0"0"-206"-16,0 0 94 15,60 116-8-15,-18-28-79 16,-3-1-8-16,-6 2-17 16,-8 1-59-16,-14-23-32 0,-5 5-29 15,-4-5-9 1,-2-5-56-16,-15 19-131 0,-12-16-399 15,-2-11-625-15</inkml:trace>
  <inkml:trace contextRef="#ctx0" brushRef="#br0" timeOffset="-91509.68">21032 15051 1551 0,'0'0'294'15,"0"0"-171"-15,0 0 42 16,0 0-67-16,0 0-17 16,0 0 61-16,-16 32 6 15,1-22-43-15,1-2-37 16,3-4-15-16,4-4 31 15,3 0-15-15,4-8-26 16,0-6-23-16,2-3-4 0,15 0-9 16,4 2 1-16,-1 8 0 15,-2 7-8-15,-10 0 0 16,-8 6-1-16,0 16 1 16,-13 6 6-16,-16-4 15 15,-2-2-7-15,0-4 2 16,6-6-1-16,6-8-4 15,9-4 19-15,6 0-15 16,4-9-15-16,0-9 0 16,2 1-1-16,16-1-35 15,5 0-47-15,19 1-102 16,-5 8-188-16,-1 3-601 0</inkml:trace>
  <inkml:trace contextRef="#ctx0" brushRef="#br0" timeOffset="-91013.24">21551 14872 1631 0,'0'0'336'16,"0"0"29"-16,0 0-226 15,0 0-99-15,0 0-10 0,42 171 34 16,-22-87 15-16,-1 7 5 15,-4-7-29-15,1-8-18 16,-5-10-23-16,-1-10-13 16,-2-9 9-16,-6-14-10 15,-2-12-69-15,0-11-252 16,-7-10-395-16</inkml:trace>
  <inkml:trace contextRef="#ctx0" brushRef="#br0" timeOffset="-90683.06">21444 15020 1768 0,'0'0'344'0,"0"0"120"0,140-145-317 16,-61 91 26-16,5 9-44 15,-6 21-36-15,-15 21-9 16,-18 3-45-16,-24 30-9 15,-16 20 12-15,-5 8 1 16,-9 0 11-16,-18 5-23 16,-2-10-7-16,-4-2-10 15,-3-12-2-15,-1-4-6 16,1-9 0-16,2-5-5 16,6-6 0-16,5-5-1 15,7-6-8-15,7-4-14 16,9 0-28-16,0 0-41 0,16-14-92 15,35-21-101-15,1 8-415 16,-6-5-903-16</inkml:trace>
  <inkml:trace contextRef="#ctx0" brushRef="#br0" timeOffset="-90447.93">22170 14846 1798 0,'0'0'474'16,"0"0"-207"-16,0 0-107 16,0 0-78-16,0 0 8 15,-73 151-23-15,71-93 1 0,2-1-16 16,2-6-24-16,19-10-22 16,4-5 3-16,4-13-8 15,6-2-1-15,2-14-44 16,22-7-141-16,-11 0-351 15,-5-7-629-15</inkml:trace>
  <inkml:trace contextRef="#ctx0" brushRef="#br0" timeOffset="-90136.01">22558 14936 1129 0,'0'0'495'0,"0"0"-291"16,0 0 169-16,0 0-172 15,0 0-61-15,0 0-82 16,0 0-23-16,-106 1-3 16,94 35 26-16,1 4 15 15,9 2-10-15,2-2-17 16,0-6-18-16,7-4-11 15,13-7-16-15,4-5 8 16,5-9-3-16,2 0 0 16,3-9-6-16,2 0-15 0,-1 0-76 15,17-10-115-15,-12-7-314 16,-5 1-531-16</inkml:trace>
  <inkml:trace contextRef="#ctx0" brushRef="#br0" timeOffset="-89862.85">22793 14522 1476 0,'0'0'210'0,"0"0"-57"15,0 0 22-15,131 48 38 0,-75-2-19 16,-2 12-34-16,-8 12-20 16,-11 5-46-16,-10 3-47 15,-9-2-35-15,-9-2-1 16,-7-6-11-16,-11 22-125 16,-16-16-424-16,-6-9-537 0</inkml:trace>
  <inkml:trace contextRef="#ctx0" brushRef="#br0" timeOffset="-88865.83">17570 15994 1007 0,'0'0'176'0,"0"0"118"16,0 0-112-16,0 0-75 15,0 0-18-15,0 0 40 16,0 0 68-16,75 23-48 16,-25-23-33-16,6 0-44 15,8 0-32-15,7 0-19 16,3 0-13-16,4 5-7 15,9-1 8-15,27-1-8 16,39-3 6-16,45-3-1 0,24-15-5 16,2 0 1-16,-10-4 5 15,-22 4-7-15,-6-5 5 16,1-5-5-16,0 3-1 16,6-1 1-16,6-6 0 15,-5 6 0-15,-5-3 12 16,-1 6 21-16,-1 6-23 15,0 5-9-15,2-2 0 16,1 2 6-16,6 2-6 16,-2-4 7-16,7 0-7 15,2 6 0-15,-3 0 13 16,-1 8-7-16,-12 0-1 16,-18 0-6-16,-35 0 2 15,-36 0-2-15,-36 0 12 16,-12 0-1-16,-6 0 26 0,1 0-3 15,-7 0 51-15,-9-2 25 16,-11-6-12-16,-5 0-44 16,-2-5-30-16,-2 3-9 15,-2 5-14-15,1 1-1 16,-1-5-34-16,11 0-110 16,-3 0-195-16,-1 2-565 0</inkml:trace>
  <inkml:trace contextRef="#ctx0" brushRef="#br0" timeOffset="-87222.11">19857 16423 1809 0,'0'0'356'15,"0"0"-254"-15,0 0-6 16,10 117 36-16,17-45-4 16,2-1-25-16,5 4-23 15,-5-17 8-15,0-5-56 16,-7-12-8-16,-1-10-17 16,-11-4-1-16,-1-13-6 15,-7-6-5-15,-2-4-68 16,0-4-46-16,-11 0-54 15,-9-18-310-15,-1-8-12 0,-2-6-99 16,3-12 243-16,4-10 221 16,5-4 130-16,4 0 154 15,7-5 162-15,0 1 68 16,12 8-93-16,12 6-63 16,7 12-2-16,8 4-30 15,5 10-64-15,3 13-28 16,-1 9-55-16,-3 9-34 15,-10 23-1-15,-15 16-4 16,-16 5 11-16,-2 6 21 16,-22-5 1-16,-11-4-18 15,-3-5-8-15,0-11-8 16,5-10-3-16,8-8-5 0,6-7-1 16,5-9-18-1,8 0-125-15,2-13-217 0,2-6-522 0</inkml:trace>
  <inkml:trace contextRef="#ctx0" brushRef="#br0" timeOffset="-86981.35">20552 16281 1670 0,'0'0'327'0,"0"0"-219"15,-18 107 182-15,14-40-117 0,4 3-30 16,0-2-77 0,0-10-9-16,4-10-23 0,14-7-20 15,5-19-14-15,6-5 1 16,2-12-1-16,5-5-53 16,15-21-135-16,-9-6-323 15,-11-5-492-15</inkml:trace>
  <inkml:trace contextRef="#ctx0" brushRef="#br0" timeOffset="-86696.02">20818 16467 1520 0,'0'0'221'0,"0"0"298"16,0 0-335 0,104 126-22-16,-66-86-67 0,0-3-43 15,2-8-21-15,-4-7-7 16,-5-3-13-16,-6-10 2 15,-7-9-7-15,-5 0 6 16,-5 0 18-16,0-23 27 16,-4-8-18-16,-4-8-21 15,0-2 1-15,0-3-8 16,-4 2 8-16,-12 2-4 16,-1 6-3-16,-2 2-3 15,3 6-8-15,5 4-1 16,3 8-8-16,8 1-56 15,0 8-162-15,0-6-541 0</inkml:trace>
  <inkml:trace contextRef="#ctx0" brushRef="#br0" timeOffset="-86514.63">21275 16223 1560 0,'0'0'241'16,"0"0"105"-16,0 0-129 15,98 152-94-15,-72-82-60 16,-5 2-26-16,-8-3-22 16,-9-4-6-16,-4-7-9 15,-4 12-54-15,-17-15-239 16,-4-11-361-16</inkml:trace>
  <inkml:trace contextRef="#ctx0" brushRef="#br0" timeOffset="-82192.58">24498 15163 1699 0,'0'0'475'16,"0"0"-197"-16,0 0-58 16,0 0-107-16,0 0-50 15,0 0-42-15,25 10-10 16,4-8 9-16,8 0-3 16,5-2 1-16,3 0-17 15,-1 0-1-15,-7-4-30 16,-13-1-122-16,-13 5-156 15,-8 0-245-15,-3 0-552 0</inkml:trace>
  <inkml:trace contextRef="#ctx0" brushRef="#br0" timeOffset="-82059.91">24567 15402 1003 0,'0'0'792'15,"0"0"-660"-15,0 0 195 16,0 0-196-16,0 0-87 15,145-42-44-15,-89 24-135 16,-12 1-550-16</inkml:trace>
  <inkml:trace contextRef="#ctx0" brushRef="#br0" timeOffset="-78403.01">25760 14674 1134 0,'0'0'275'0,"0"0"-41"16,0 0 88-16,0 0-127 16,0 0-72-16,0 0-33 15,0 0-12-15,4-67-5 16,18 56-15-16,5-1-4 15,0 3-29-15,2 9-2 16,-5 0-16-16,-1 0-5 16,-4 26-1-16,-5 11 7 15,-3 9 5-15,-4 4 4 16,-4 4 8-16,-3 1-16 16,0-1 9-16,0-1-3 0,0 0 16 15,-3-9-10 1,-2-8-9-16,3-7-4 0,2-12-7 15,0-5 0-15,0-6-1 16,10-6-37-16,5 0-42 16,5-6-173-16,-3-11-369 15,-5-6-626-15</inkml:trace>
  <inkml:trace contextRef="#ctx0" brushRef="#br0" timeOffset="-78192.88">25806 14985 937 0,'0'0'1072'0,"0"0"-888"0,0 0 142 16,0 0-188-16,0 0-84 16,0 0-35-16,148-30-4 15,-93 16-13-15,-4 0 4 16,-6 5-6-16,-5 9-114 15,-13 0-352-15,-11 0-226 0</inkml:trace>
  <inkml:trace contextRef="#ctx0" brushRef="#br0" timeOffset="-77839.08">25748 15468 1562 0,'0'0'372'15,"0"0"-134"-15,0 0 77 16,0 0-41-16,0 0-98 15,0 0-68-15,116 26-39 16,-89-21-45-16,-6-4-15 16,-4 1-8-16,-1 3 0 0,-5 0-1 15,-5-1-7-15,2 6-34 16,-6 2 5-16,2 2-10 16,-2-4-9-16,3-2-71 15,5-3-102-15,0-5-276 16,1 0-360-16</inkml:trace>
  <inkml:trace contextRef="#ctx0" brushRef="#br0" timeOffset="-77659.49">26080 15404 1698 0,'0'0'248'15,"0"0"-84"-15,0 0-60 0,0 0-81 16,0 0-23-16,0 0-39 16,0 0-108-16,-2 0-438 0</inkml:trace>
  <inkml:trace contextRef="#ctx0" brushRef="#br0" timeOffset="-76976.01">25846 15520 651 0,'0'0'656'0,"0"0"-549"15,0 0 68-15,0 0-50 16,0 0-1-16,0 0-2 16,0 0 4-16,121-4 4 15,-72-12-37-15,5 0 13 16,-4-2-37-16,0 2-2 0,-11 2-42 15,-4 4-13-15,-11 6-6 16,-6 4-6-16,-5 0 2 16,-4 0-2-16,-2 0-1 15,-3 0 1-15,-2 0 6 16,0 0-6-16,-2 0 0 16,0 4 0-16,0 0 1 15,-10 2 15-15,-9-1-7 16,-5 4 4-16,-5 3-12 15,-9-1 5-15,-2 0-5 16,-7 4 0-16,1-2 0 16,-2 4-1-16,6-3 1 15,7 0-1-15,8-1 0 16,9-4 1-16,7-5 0 16,7 0-1-16,4-4-1 0,0 0 0 15,0 0 1-15,19 0 0 16,8 0 9-16,9-4-2 15,4-4 23-15,4-5 10 16,4 3-2-16,-6-4-12 16,-5 2-9-16,-6 6 8 15,-6-2-2-15,-9 0-8 16,-3 4-10-16,-4 3-5 16,-4 1-60-16,-1 0-130 15,-4 0-317-15,3 3-319 0</inkml:trace>
  <inkml:trace contextRef="#ctx0" brushRef="#br0" timeOffset="-76636.93">25960 15865 1733 0,'0'0'210'0,"0"0"49"16,0 0-51-1,-4 125-31-15,4-81-70 0,0-3 5 16,0-6-28-16,0-7-36 15,2-6-24-15,2-10-15 16,-2-5 0-16,-2-4-9 16,3-3 0-16,0 0 0 15,10-17-66-15,0-10-212 16,3-1-634-16</inkml:trace>
  <inkml:trace contextRef="#ctx0" brushRef="#br0" timeOffset="-76301.98">26205 15851 1832 0,'0'0'222'0,"0"0"-138"16,0 0 37-16,0 0-16 16,-48 117-17-16,48-77-14 15,0-4-10-15,17-2-28 16,8-2-20-16,4-14-8 15,4-4 13-15,5-14-14 16,0 0 15-16,0-14-13 16,-5-16 0-16,-10 2-1 15,-10-4 2-15,-9 2-1 16,-4 2 17-16,0 2 74 16,-15 4-23-16,-7 3-23 15,-5 1-25-15,0 4-14 0,5 2-13 16,4 2-1-16,7 2-1 15,9-4-46-15,2-11-149 16,17 0-466-16,10-3-799 0</inkml:trace>
  <inkml:trace contextRef="#ctx0" brushRef="#br0" timeOffset="-75715.04">27102 15155 1945 0,'0'0'328'0,"0"0"-39"16,0 0-132-16,0 0-96 16,0 0-48-16,0 0-4 15,0 0-9-15,-36 0 12 16,20 4-1-16,3-4 25 16,4 0 19-16,9 0 9 15,0 0-8-15,0-9-39 16,9 0-4-16,6-3-12 0,6 7-2 15,-4 5 0-15,-1 0-8 16,-3 0 9-16,-3 3-11 16,-6 15 11-16,-4 0 1 15,0-4 13-15,-6 0-8 16,-8-1 15-16,5-9-15 16,2-4 6-16,2 0 11 15,5-4-8-15,0-18-14 16,0-1-1-16,0 5 1 15,10 2-1-15,-4 10 0 16,1 0 0-16,-5 6-6 16,-2 0-9-16,0 0 14 15,0 11 1-15,-2-2 1 0,-11 3 22 16,1-6-23-16,3-2 15 16,5 0-15-16,4-4 0 15,0 0-17-15,0 0-129 16,2 0-549-16</inkml:trace>
  <inkml:trace contextRef="#ctx0" brushRef="#br0" timeOffset="-72396">28084 14600 1390 0,'0'0'238'0,"0"0"-115"16,0 0 4-16,0 0-82 16,121-76-2-16,-76 64 13 15,-1 0 37-15,-8 6-15 16,-7 0-20-16,-9 6-39 16,-11 0 1-16,-9 2-19 15,0 16 10-15,-3 8 25 16,-17 6 11-16,-4 0-2 15,2 3-16-15,-3-4-5 16,3-1-2-16,0-2 2 16,-1 2-6-16,3 1 9 15,-3-2 9-15,4 5 23 16,3-5-5-16,3 0 0 0,7-10 2 16,3-3-6-16,3-5-13 15,0-6-18-15,18-3 1 16,13-2 26-16,10 0 2 15,5 0-24-15,-1-7-8 16,-5 2-16-16,-7 1 0 16,-6 2-40-16,-2 2-116 15,-10-2-192-15,-3 2-391 0</inkml:trace>
  <inkml:trace contextRef="#ctx0" brushRef="#br0" timeOffset="-72133.34">27926 15209 1699 0,'0'0'316'0,"0"0"-4"15,0 0-67-15,0 0-121 16,0 0-3-16,172 3-29 15,-88-15-24-15,6-2-23 16,-6 0-11-16,-9 1-27 16,-15 1 4-16,-14 6-11 15,-10 6-17-15,-3 0-145 0,-11 0-212 16,-3 0-360-16</inkml:trace>
  <inkml:trace contextRef="#ctx0" brushRef="#br0" timeOffset="-71662.64">28308 15454 136 0,'0'0'1505'16,"0"0"-1329"-16,0 0 167 15,0 0-147-15,0 0-99 16,0 0-59-16,0 0-24 0,115-28-3 16,-78 20 13-16,-9 5 14 15,-8 3-24-15,-8 0-13 16,-10 7 0-16,-2 12-1 16,-2 4 11-16,-23 3-11 15,-4 0 11-15,-2-2-10 16,2-2 7-16,8-5-8 15,11-12-26-15,8 4-55 16,2-9-11-16,0 3 78 16,2 4 14-16,11 1 15 15,3 0 17-15,1 6 6 16,-1-5-1-16,-5 8-5 16,-9 1-15-16,-2 0-2 0,-13 4 16 15,-25-1 2 1,-11 8 23-16,-5-3-14 0,3-3-8 15,7-6-22-15,10-7-5 16,12-5-7-16,7-5-71 16,7-5-245-16,4-5-546 0</inkml:trace>
  <inkml:trace contextRef="#ctx0" brushRef="#br0" timeOffset="-70931.83">24504 16808 977 0,'0'0'288'0,"0"0"-201"16,0 0 176-16,148-10-78 15,-74-4-45-15,3 6-43 16,6-1 34-16,2 5-63 16,1 4-45-16,5 0-8 15,25-1-7-15,34-8 6 16,37 0-3-16,18-9-4 15,-4 6 8-15,-16 2-8 16,-27 1 7-16,0 1 0 16,0 3-2-16,10-7-11 0,17-2 0 15,16-1-1-15,17-2-12 16,14-6-7-16,4 1 18 16,3-3-8-16,-5-2 9 15,-7 8 7-15,-13-2 0 16,-13 7 1-16,-21 0-1 15,-10 0-7-15,-7-2-10 16,-10 2 9-16,-21 0 0 16,-31 3 0-16,-35 8 1 15,-19-1-1-15,-4-1 1 16,-8 2 1-16,-6 3 18 16,-14-5 44-16,-7 4 81 15,-6 1-32-15,-2 0-54 16,0 0-40-16,0 0-18 15,2 0-41-15,2 0-179 0,3 0-165 16,-5 0-497-16</inkml:trace>
  <inkml:trace contextRef="#ctx0" brushRef="#br0" timeOffset="-66231.81">27496 16736 1283 0,'0'0'224'0,"0"0"-130"16,0 0 81-16,0 0-66 15,0 0-60-15,0 0-9 16,0 0 36-16,-118 13 20 16,80 10 4-16,-5 3-17 15,2 6-30-15,5-2 10 0,9-2-20 16,11-1-12-16,12-1-16 16,4-9-3-16,14-2-11 15,17-8 0-15,7-7-1 16,1 0 28-16,2-4-28 15,-8-11-8-15,-9-5 6 16,-10-3 2-16,-10 0 6 16,-4-3-5-16,0 5 7 15,0 3-7-15,0 4 14 16,0 9 9-16,0 5 6 16,9 5-30-16,5 21 2 15,1 15 19-15,1 8 4 0,-1 9 29 16,-3 0 1-16,-3 0-12 15,-5-3-14-15,2-7-12 16,-1-13-5-16,0-2-11 16,2-11 10-16,1-5-11 15,-1-4 0-15,0-3-17 16,-3-1-20-16,1-6-57 16,5-3-126-16,0 0-360 15,3 0-651-15</inkml:trace>
  <inkml:trace contextRef="#ctx0" brushRef="#br0" timeOffset="-65744.34">27808 16980 588 0,'0'0'929'16,"0"0"-817"-16,0 0 28 16,0 0-47-16,0 0-30 15,147-56-35-15,-115 52-12 16,-8 4-4-16,-6 0-11 16,-4 0 13-16,-8 4 20 15,-4 8-1-15,-2 2 1 16,0 0 20-16,0 2 7 15,-4 3-19-15,-12 2-6 0,-4-1-11 16,0 2 0-16,-3 5 18 16,2-5-6-16,0 0-1 15,3-1-6-15,5 2 10 16,2-3 7-16,6 0-11 16,5-6-17-16,0-4-5 15,0-2 4-15,0 1 25 16,12-4 21-16,-1 2 0 15,5-2-26-15,1-3-16 16,6-2-9-16,-1 0-5 16,5 0-1-16,-3-2-7 15,3-10-13-15,-5 2-48 0,-1-2-89 16,-2 2-113-16,-3-2-106 16,-5 5-476-16</inkml:trace>
  <inkml:trace contextRef="#ctx0" brushRef="#br0" timeOffset="-65263.65">27113 17784 773 0,'0'0'911'16,"0"0"-863"-16,0 0 9 16,0 0 38-16,155 11-10 15,-54-11-32-15,39-5 44 16,43-13 18-16,18-5 16 16,-10-3 6-16,-23-1-52 0,-50 13-36 15,-34 2-30-15,-30 2-8 16,-18 6-2-16,-3 0-8 15,-8 4 0-15,-3-2-1 16,-13-3 1-16,-7 5 0 16,-2 0-2-16,0 0-59 15,-24 7-165-15,-3 11-280 16,-6 3-325-16</inkml:trace>
  <inkml:trace contextRef="#ctx0" brushRef="#br0" timeOffset="-64860.2">27307 18388 1079 0,'0'0'696'16,"0"0"-583"-16,0 0 185 16,0 0-130-16,0 0-73 15,144-86-50-15,-94 56-25 16,-11 3-9-16,-7 10-5 0,-12 3-6 16,-7 9 5-16,-6 5-5 15,-4 5-7-15,-1 26 7 16,0 10 17-16,0 13 2 15,-2 7 9-15,0-4 15 16,0-3-16-16,0-8-10 16,0-6-16-16,0-10 6 15,0-11-6-15,0-10-1 16,2-9 0-16,-2 0-29 16,9-14-75-16,-3-12-250 15,4 2-451-15</inkml:trace>
  <inkml:trace contextRef="#ctx0" brushRef="#br0" timeOffset="-64483.87">27908 18098 1292 0,'0'0'628'16,"0"0"-564"-16,0 0-13 15,0 0 11-15,-35 142 4 16,26-84-17-16,5 2 52 16,4-8-23-16,0-2-27 15,2-13-28-15,17-12-8 16,10-13 0-16,6-12 4 16,2 0 2-16,1-15-12 15,-7-10-2-15,-8-1-6 0,-13 5-1 16,-10-2 0-16,0 5 1 15,-4 0-1-15,-14 4 13 16,-4 2-11-16,-2 2-2 16,1 6 7-16,4 4-7 15,0 0-1-15,9 0 0 16,4 0-10-16,6 0-84 16,10 0-186-16,17-4-67 15,4-10-709-15</inkml:trace>
  <inkml:trace contextRef="#ctx0" brushRef="#br0" timeOffset="-63883.83">28317 18064 1264 0,'0'0'165'0,"0"0"-78"16,0 0-45-16,0 0-29 15,0 0-4-15,124-33-8 16,-117 33 2-16,-7 0 10 16,0 0 76-16,0 0 22 0,-4 0-45 15,-17 0-25 1,-3 4 6-16,-2 10-11 0,1 2-15 15,0-2-12-15,7 0 2 16,7 3-5-16,5-3 0 16,3 6-5-16,3-5 12 15,0 3-7-15,0 0 2 16,0-4-7-16,7 0 0 16,4-2 6-16,1-2-1 15,-2-2-5-15,4 1 5 16,-1-4-4-16,0 4-1 15,3 1 0-15,-1-2 0 16,6 6 6-16,-1-2-7 16,5 2 1-16,-2 4 0 15,2-1 22-15,-4 9-3 0,-6-1-5 16,-6 2 11-16,-4 0 51 16,-5-2 12-16,0 2-3 15,0-1-15-15,-14-4-26 16,1-7-14-16,0-2-7 15,-1-2-8-15,5-8 11 16,0-3 3-16,0 0-5 16,5 0-14-16,-3 0-11 15,1 0-24-15,-8 0-206 16,3 0-144-16,1 0-466 0</inkml:trace>
  <inkml:trace contextRef="#ctx0" brushRef="#br0" timeOffset="-62907.82">30267 15869 755 0,'0'0'906'0,"0"0"-801"15,0 0 91-15,0 0-129 16,25-108-33-16,-3 82 23 16,0 3 51-16,0-2 1 15,1 1-18-15,2-1-14 16,-2 6-38-16,4-4-17 16,-2 6-7-16,0 4-5 15,1 8 4-15,-1 1-8 16,4 4 5-16,2 0-3 0,1 0 2 15,1 0-2-15,0 4 1 16,-2 5 0-16,-4 0-8 16,0 0-1-16,-5 8-10 15,-2 3 10-15,0 6 1 16,2-4 6-16,1 0-6 16,-1-5 0-16,3-2 5 15,-4-5 3-15,2-3-3 16,-3-7 3-16,0 0-9 15,-2 0-48-15,0-13-76 16,-3-9-125-16,-1 0-80 16,-3-11-168-16,-2 8-33 15,-3 1-95-15</inkml:trace>
  <inkml:trace contextRef="#ctx0" brushRef="#br0" timeOffset="-62471.99">30479 16062 1224 0,'0'0'252'16,"0"0"-24"-16,0 0-46 0,0 0-87 16,0 0-41-16,0 0 0 15,0 0-1-15,80-68 3 16,-46 52-13-16,3 9-21 16,1 7-4-16,1 0-18 15,-2 10-17-15,3 21 17 16,0 1 1-16,-2 2 5 15,2-2 1-15,-4-4-7 16,-1-6 2-16,2-14 9 16,-2-8 9-16,3 0 0 15,-3-12-5-15,1-11-9 16,-7 0-5-16,-9 0 1 0,-7 2-2 16,-5 3-13-1,-8-1-143-15,0 3-205 0,0 6-1037 0</inkml:trace>
  <inkml:trace contextRef="#ctx0" brushRef="#br0" timeOffset="-27509.79">1943 16078 95 0,'0'0'2214'0,"0"0"-1965"16,0 0-163-16,9 174 105 15,18-39-64-15,4 13-19 16,-2-24-36-16,-9-30 4 15,-5-43-44-15,-1-7-17 16,2 0-7-16,0-4-8 16,-1-4-1-16,-4-14-80 0,-2-13-69 15,-7-14-141 1,0-21-270-16,-2-6-759 0</inkml:trace>
  <inkml:trace contextRef="#ctx0" brushRef="#br0" timeOffset="-27253.81">1930 16168 1949 0,'0'0'243'15,"0"0"94"-15,0 0-132 16,84-102-109-16,-30 98-51 16,6 4-26-16,-6 18-4 15,-8 26-6-15,-15 6 22 16,-19 16 44-16,-12 1 9 15,-14 4-14-15,-19-2-28 0,-5-8-6 16,1-8-35-16,8-16-1 16,8-11-42-16,10-21-62 15,11-5-11-15,0-14-61 16,13-15-337-16,8-3-450 0</inkml:trace>
  <inkml:trace contextRef="#ctx0" brushRef="#br0" timeOffset="-26938.85">2851 15990 2138 0,'0'0'229'0,"0"0"-63"16,-81 112 37-16,50-37-27 16,8 6-74-16,15 7-5 15,8-7-16-15,4-13-56 16,25-9-5-16,7-12-20 16,0-7 0-16,0-11-2 15,-3-4-34-15,-4-2-22 16,0-5-26-16,2-5-58 0,19-13-139 15,-9 0-414-15,-1-18-855 16</inkml:trace>
  <inkml:trace contextRef="#ctx0" brushRef="#br0" timeOffset="-26637.77">3374 16214 1735 0,'0'0'240'0,"0"0"242"0,0 0-299 16,-116 52-62 0,87-16-39-16,5 5-16 0,4 13 1 15,6 4-16-15,8 0-18 16,6 0-2-16,0-10-20 15,24-8 2-15,8-12-5 16,3-6-1-16,8-13-7 16,-1-6-1-16,3-3-58 15,17-17-135-15,-13-10-287 16,-6 1-287-16</inkml:trace>
  <inkml:trace contextRef="#ctx0" brushRef="#br0" timeOffset="-26279.29">3796 15923 1295 0,'0'0'597'0,"0"0"-492"15,0 0 221-15,0 0-113 16,0 0-97-16,-121-14-54 0,101 37 7 16,-2 0-5-16,0 12 9 15,4 1 2-15,7 0-33 16,9-2-30-16,2-2-8 15,6-10-2-15,21-4-4 16,4-7-2-16,7-8-24 16,18-3-40-16,-9 0-163 15,-5-5-469-15</inkml:trace>
  <inkml:trace contextRef="#ctx0" brushRef="#br0" timeOffset="-25930.9">4300 15833 1996 0,'0'0'275'15,"0"0"-155"-15,0 0 72 16,2 126 15-16,2-49-74 16,-4 7-13-16,0 7-5 15,0 0-30-15,0-1-38 16,-8-5-14-16,-2-5-22 16,4-13 4-16,-1-9-14 15,5-14-1-15,2-8-21 0,0-14-36 16,0-12-35-16,0-10-47 15,31-15-90-15,0-20-424 16,1 0-734-16</inkml:trace>
  <inkml:trace contextRef="#ctx0" brushRef="#br0" timeOffset="-25565.26">4522 16230 1305 0,'0'0'1044'16,"0"0"-889"-16,0 0 24 0,0 0-81 16,0 0-35-16,0 0 61 15,100 131-33-15,-52-65 4 16,-2 6-52-16,1-5-22 16,-5-9-10-16,-6-12-10 15,-7-12-1-15,-9-17-14 16,-4-15-8-16,-7-2-3 15,-5-19 24-15,0-15 0 16,-4-12-14-16,0-3 14 16,0 1 1-16,0 6 5 15,0 2 27-15,0 6 34 16,-8 1-11-16,1 3 5 16,0 7-24-16,3 0-20 0,4 5-16 15,0 4-22-15,0 2-48 16,0 3-37-16,11-3-46 15,4 5-303-15,4 3-625 16</inkml:trace>
  <inkml:trace contextRef="#ctx0" brushRef="#br0" timeOffset="-25301.99">5233 16003 1891 0,'0'0'299'15,"0"0"-192"-15,0 0 13 0,0 0 0 16,0 0 10-16,-73 133-53 16,71-95 13-16,2-4-41 15,2-10-28-15,21-4-9 16,8-10-11-16,11-10-2 15,7 0 1-15,20-18-175 16,-11-3-415-16,-12-6-845 0</inkml:trace>
  <inkml:trace contextRef="#ctx0" brushRef="#br0" timeOffset="-25025.01">5693 15731 1716 0,'0'0'280'15,"0"0"-154"-15,0 0 83 16,0 0-5-16,138 143-54 16,-96-37-8-16,-13 34-3 15,-11-8-56-15,-14-19 9 16,-4-33-32-16,-2-22-30 15,-15 5-21-15,-6-2 1 16,-3 3-10-16,-3-11-13 16,2-21-45-16,-13-18-77 15,9-6-223-15,2-8-946 0</inkml:trace>
  <inkml:trace contextRef="#ctx0" brushRef="#br0" timeOffset="29351">13998 6133 1222 0,'0'0'181'0,"0"0"-66"16,0 0 19-16,0 0 60 15,0 0-56-15,0 0-33 16,-4 0-2-16,4 0 10 0,4 0-5 15,5 12-9 1,7 11-53-16,-1 12 18 0,6 11-10 16,-1 5 4-16,-3 7-22 15,2 2 0-15,-4-4-17 16,1-3 14-16,0-7-18 16,-3-10 6-16,-2-9-7 15,-4-6-13-15,-1-8 3 16,-1-6-3-16,-5-5-1 15,2 1 0-15,-2-3-20 16,0 0-29-16,0 0-25 16,0 0-58-16,-4-3-117 15,-8-6-48-15,-1-2-69 0,-5 5-153 16,-4 6 144 0,-3 0 101-16,-1 2 252 0,-4 13 22 15,4 0 169-15,3-1 77 16,6-5 33-16,8-4-20 15,4-3-36-15,5-2-40 16,0 0-9-16,2 0-29 16,21-10-48-16,3-6-36 15,8-3-27-15,3-2-9 16,6-1-7-16,-1-1 3 16,3 0-21-16,-5 3 14 15,-4 4-13-15,-9 10-1 16,-9 6 0-16,-3 0-10 15,-5 20 10-15,-4 4 1 0,1 4 10 16,-5 0-11-16,0-2 6 16,-2-4 2-16,0-6-6 15,0-6-2-15,0-3 9 16,0-7 0-16,0 0 34 16,-11-3 14-16,-9-11-38 15,-5-2 2-15,0-1-19 16,2-3 22-16,-2 3-24 15,2 1 7-15,3 3-7 16,0-2 0-16,4 7 0 16,1 5-52-16,-9 3-161 15,3 0-288-15,2 12-585 0</inkml:trace>
  <inkml:trace contextRef="#ctx0" brushRef="#br0" timeOffset="32105.09">13720 14587 586 0,'0'0'340'0,"0"0"-233"0,0 0-25 16,0 0-11-1,0 0-13-15,0 0-41 0,0 0 22 16,4-3 54-16,12-3-1 15,2 3-15-15,4-8-16 16,5-1-32-16,4 0-13 16,5 1-4-16,1-2-5 15,4-1-7-15,-1 6 1 16,2-6 0-16,3 5 0 16,3 4 11-16,4-2-11 15,2 7-2-15,0 0-4 16,0 0 5-16,2 3 0 15,-2 11-17-15,0 0 5 0,-4 0 2 16,-2-2 4 0,-3-8-5-16,-5 0-101 0,6-4-199 15,-8 0-60-15,-11 0-247 0</inkml:trace>
  <inkml:trace contextRef="#ctx0" brushRef="#br0" timeOffset="32976.58">14821 14441 561 0,'0'0'776'0,"0"0"-644"0,0 0 4 16,0 0-83-1,0 0-18-15,0 0-18 0,0 0 4 16,-44 107 1-16,39-80-22 15,3-1 21-15,-3-3 3 16,1-5 37-16,2-6-14 16,-1-4-4-16,3-6-29 15,0-2 2-15,0 0 4 16,0-2 20-16,0-18 26 16,0-6-46-16,0-3-1 15,0-4-18-15,0 3 11 16,0 1-12-16,0 10 1 15,0-3 11-15,0 7 25 16,3 6 46-16,-1 2-6 0,2 6-12 16,3 1-34-16,6 0-13 15,8 0-9-15,0 1-8 16,4 12 5-16,2-3-6 16,-2 2 6-16,-3 1-5 15,-5 4-2-15,-3-3 1 16,-5 0-1-16,-7-4 1 15,-2 0 0-15,0-3-1 16,0 2 1-16,-8 0 11 16,-9 0 4-16,0 3 2 15,-5-2-16-15,-1 2 11 16,2-2-10-16,0-2 4 16,3 3-6-16,7-8 1 0,3 1 0 15,0 1-1-15,6-5 0 16,0 0-7-16,2 5 6 15,0-5 2-15,0 0 12 16,0 0-12-16,0 0-1 16,12-8 1-16,3-6 1 15,-1 0-2-15,1-6 0 16,-1 1 0-16,-6 2 1 16,-4 0-8-16,-1 5 13 15,-3-1-7-15,0 9 1 16,0-2 0-16,0 2-6 15,-5 4-6-15,1 0 11 16,-2 0-18-16,-2 0 18 16,-1 2-8-16,-1 10 0 15,0 6 8-15,1-6 0 0,5 4 1 16,4-3-14-16,0-10-12 16,0-1-56-16,15-2-35 15,1 0 48-15,-1 0 35 16,-3-2-8-16,-5-1 28 15,-5 3 3-15,-2 0 11 16,0 0-14-16,0 0 14 16,-5 0 8-16,-3 0-8 15,0 0-102-15,4 0-679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03:21.9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4506 10231 1192 0,'0'0'367'0,"0"0"-138"16,0 0 62-16,0 0-56 15,0 0-90-15,0 0-18 16,-25 8-29-16,25-8-1 16,0 0-21-16,0 0-22 0,0 0-15 15,0 0-30 1,0 0 12-16,0 0-12 0,4 0 9 15,13-13 13-15,12-3 18 16,12-4-17-16,9-6-5 16,9-3-8-16,5-2-17 15,4 1 2-15,1-1 14 16,8-1-25-16,24-9 8 16,34-15-1-16,37-16 0 15,11-5 8-15,-9 1-8 16,-22 6 0-16,-48 20 8 15,-25 12-7-15,-29 13 0 16,-18 5 17-16,-6 5-18 16,-5 1 0-16,-6 1 16 15,-5 5 35-15,-8 3 0 0,0 0-17 16,-2 0-7-16,2 2-9 16,-2 1-9-16,0 2-18 15,0 0 5-15,0 0-70 16,0 0-96-16,-31 27-34 15,0 1-489-15,-5 0-763 0</inkml:trace>
  <inkml:trace contextRef="#ctx0" brushRef="#br0" timeOffset="795.33">4362 10326 988 0,'0'0'272'0,"0"0"4"16,0 0 30-16,0 0-49 15,0 0-60-15,0 0-74 16,0 0-20-16,-2-3-39 15,0 3 28-15,2 0-31 0,-3 0 8 16,3 0-24-16,-2 0 2 16,2 0-14-16,0 0-7 15,0 0 5-15,0 0-16 16,0 0 12-16,20 2-15 16,13 10 36-16,17 6-14 15,14 6 1-15,12 8-29 16,15 6 7-16,27 10-4 15,36 12-7-15,31 9 20 16,9 3-7-16,-15-3 31 16,-44-14-45-16,-43-13 10 15,-28-6-11-15,-10 0 9 0,4 4 2 16,-2 5-10 0,0-2 5-16,-16-8-5 0,-11-7 20 15,-11-12-19-15,-9-6 29 16,-7-6-10-16,-2-4 17 15,0 0-14-15,0 0 4 16,0 0-19-16,2 0-9 16,-2-6-37-16,13-14-111 15,-1-1-50-15,1 1-525 0</inkml:trace>
  <inkml:trace contextRef="#ctx0" brushRef="#br0" timeOffset="1780.14">9052 8724 687 0,'0'0'498'0,"0"0"-274"15,0 0 7-15,0 0-28 16,0 0-91-16,0 0-31 15,0 0 3-15,-27 2 26 16,27-2-12-16,0 0-21 16,0 0-12-16,0 0-14 15,0 0-1-15,18-15-6 16,18-10 27-16,13-12-17 16,18-11 16-16,31-19-1 15,36-17-5-15,24-15-15 16,7 0-26-16,-12 4-8 15,-34 19-14-15,-34 20 10 16,-21 10 4-16,-10 6-6 16,0 0-3-16,-4-1 16 0,-3 2-5 15,-15 8 14-15,-15 11 8 16,-5 6-10-16,-8 4 20 16,-2 4-19-16,-2 4 16 15,0 1-45-15,0 1-2 16,0 0-6-16,0 0-2 15,0 0-72-15,-13 1-50 16,-9 12 10-16,-24 24-94 16,5-3-167-16,-1 0-383 0</inkml:trace>
  <inkml:trace contextRef="#ctx0" brushRef="#br0" timeOffset="2031.76">9309 8528 472 0,'0'0'0'0</inkml:trace>
  <inkml:trace contextRef="#ctx0" brushRef="#br0" timeOffset="2417.48">9153 8793 335 0,'0'0'894'0,"0"0"-629"0,0 0-59 15,0 0 20-15,0 0-35 16,0 0-82-16,0 0-16 15,-8 4-50-15,16 4 46 16,13 2 37-16,13 8-26 16,11 9-22-16,13 8-5 15,29 23 3-15,36 23-3 16,37 16-16-16,6 0-27 16,-25-18 28-16,-41-18-32 15,-44-25 16-15,-11 0-23 16,2 3-5-16,-2-1-9 15,-3 0-4-15,-13-12-2 16,-13-8 0-16,-8-7-11 0,-5-6-63 16,-3 4-24-1,0 0-113-15,-14-1-431 0</inkml:trace>
  <inkml:trace contextRef="#ctx0" brushRef="#br0" timeOffset="3236.15">9703 11915 742 0,'0'0'271'0,"0"0"6"16,0 0-3-16,0 0-55 16,0 0-45-16,0 0 24 15,0 0-21-15,-91 35-54 16,91-35-5-16,0 0-30 16,33-6-12-16,47-27-27 15,61-29 60-15,60-22-18 16,26-10-9-16,1 3-28 15,-33 17-21-15,-54 19-18 16,-39 14-15-16,-37 12 2 16,-18 9 16-16,-7 1-21 15,-9 2 10-15,-4 3-4 16,-19 4-2-16,-8 6 10 0,0 4-11 16,-17 0-42-16,-10 0-2 15,-6 10-66-15,-19 26-53 16,10-1-398-16,2-3-225 0</inkml:trace>
  <inkml:trace contextRef="#ctx0" brushRef="#br0" timeOffset="3905.02">9652 12133 1073 0,'0'0'301'16,"0"0"-157"-16,0 0 75 0,0 0-55 15,0 0-37-15,0 0-29 16,0 0 20-16,-7 0-13 15,9 0-18-15,11 5-17 16,6 0 12-16,5 10-12 16,10 4-14-16,12 8-3 15,16 7-19-15,30 18 32 16,38 26-38-16,50 34 33 16,25 17-41-16,0 1 19 15,-20-10-20-15,-56-31-1 16,-38-20-17-16,-33-16 0 15,-17-5-1-15,-3 5 7 16,-7-2-11-16,-4-1 19 0,-12-13-15 16,-8-17 16-16,-4-8 14 15,-1-7-6-15,-2-5 6 16,0 0-9-16,0 0-10 16,2 0-1-16,-2 0-1 15,0 0 0-15,0 0-9 16,0-9-21-16,0 1-40 15,0 0-11-15,0-2-16 16,0 1-60-16,0-2-147 16,0-1-309-16,2-1-687 0</inkml:trace>
  <inkml:trace contextRef="#ctx0" brushRef="#br0" timeOffset="32671.05">7525 8770 1475 0,'0'0'331'0,"0"0"3"0,0 0 24 15,0 0-114 1,0 0-80-16,0 0-93 0,-29 63-25 16,9 15 2-16,-7 33 22 15,-9 27-14-15,-1-10-7 16,6-22 8-16,8-33 0 15,10-25-12-15,-1 1-15 16,6-3 0-16,1-7-20 16,7-13-2-16,0-12-8 15,0-12-2-15,0-2 2 16,2-9 5-16,9-20 7 16,5-14-11-16,-1-12 5 15,3-10 0-15,3-4-12 16,0-8 2-16,2-1 3 15,2-4-12-15,-3 4 5 0,-2 1 2 16,-2 5 5-16,-5 8 1 16,-1 6 0-16,-6 8 5 15,1 5-3-15,-3 10 3 16,0 8-5-16,4 8 0 16,0 9 0-16,3 6 0 15,3 4-6-15,3 9 6 16,6 22 1-16,-1 10 6 15,0 15 23-15,3 9-18 16,-5 6 14-16,3 4-5 16,-4 1 7-16,1 3-4 15,-1-5 0-15,-2-3-3 16,-1-8-13-16,-3-6-4 0,-2-13 2 16,-2-11 0-16,-2-6-6 15,-1-12-10-15,-4-6-23 16,1-6-12-16,-3-3-12 15,0 0 6-15,0 0 0 16,0-7-45-16,-13-12-73 16,-8-2-63-16,-14-9-95 15,1 3-327-15,1 8-542 0</inkml:trace>
  <inkml:trace contextRef="#ctx0" brushRef="#br0" timeOffset="32829.44">7456 9363 980 0,'0'0'810'0,"0"0"-514"16,0 0 51 0,0 0-157-16,0 0-42 0,127-44-34 15,-73 27-19-15,3 3-66 16,1 0-14-16,25 1-15 16,-16 1-144-16,-7 3-651 0</inkml:trace>
  <inkml:trace contextRef="#ctx0" brushRef="#br0" timeOffset="33709.05">7550 11529 2160 0,'0'0'510'16,"0"0"-446"-16,-56 197 146 0,33-84-53 15,6-5-44-15,5-14-38 16,6-27-5-16,4 1-36 15,0-2-16-15,2-15-7 16,0-16-11-16,0-15 0 16,0-8 8-16,0-12-16 15,0 0 10-15,0-9-4 16,0-20-14-16,0-13 1 16,0-8 4-16,0-10 6 15,0-9 4-15,4-7 0 16,9-6 1-16,5-6 0 15,0 1 0-15,0 3 0 0,-2 8 1 16,-3 14 0-16,1 18 0 16,-6 14 6-16,3 20 10 15,5 10-1-15,1 3-16 16,8 34 30-16,4 13-3 16,0 16 15-16,0 14 2 15,-4 7-7-15,-3 0-10 16,-4-4-13-16,-2-9-1 15,-5-6-13-15,-3-11 4 16,0-10-2-16,-4-10-2 16,0-13 0-16,-2-7-15 15,1-14-47-15,-1-3-2 16,-2 0-20-16,0-3-57 16,0-20-97-16,-15 5-406 15,-6 4-619-15</inkml:trace>
  <inkml:trace contextRef="#ctx0" brushRef="#br0" timeOffset="33894.98">7463 12176 1215 0,'0'0'1147'16,"0"0"-805"-16,0 0-67 16,0 0-100-16,0 0-95 15,0 0-43-15,0 0-8 16,149-68-28-16,-88 38 17 15,-1-1-18-15,-8 1-66 16,6-11-141-16,-12 6-526 16,-13 1-1081-16</inkml:trace>
  <inkml:trace contextRef="#ctx0" brushRef="#br0" timeOffset="34180.21">8055 11330 1721 0,'0'0'494'0,"0"0"-198"16,0 0-10-16,0 0-154 16,0 0-77-16,-122 63 17 0,113-10-15 15,9 1 1-15,0-2-37 16,16-8-10-16,18-7-5 15,10-14 3-15,5-8-2 16,2-14-5-16,0-1 11 16,-4-1-13-16,-7-16-15 15,-6-9-147-15,-12 4-372 16,-9 2-1089-16</inkml:trace>
  <inkml:trace contextRef="#ctx0" brushRef="#br0" timeOffset="42626.78">21134 8097 2092 0,'0'0'315'15,"0"0"-205"-15,0 0 100 16,-127 189-55-16,49-49-25 16,0 12-36-16,14-27-1 15,21-37-25-15,19-40-10 16,4-10-19-16,-3 3-8 16,4-6-10-16,3 0-6 0,5-16-6 15,9-9-8 1,2-10 5-16,0 0 3 0,6-18 25 15,13-20-25-15,8-17 2 16,7-30-11-16,0 0 7 16,4-6-7-16,1-2 0 15,-1 17-2-15,5-2 2 16,-1 12 0-16,1 11 1 16,-5 16-1-16,-3 12 1 15,-2 15 5-15,1 12-5 16,-3 8 5-16,0 28-4 15,-2 17 11-15,-6 15 11 16,-6 9-9-16,-1 8 14 16,-5 2-13-16,-4-5-1 15,0-10-7-15,-3-11-1 0,-4-12-7 16,2-13 0-16,-2-10 0 16,0-10-15-16,0-7-22 15,0-9-37-15,0 0 17 16,0-3-46-16,-16-26-98 15,-5 0-86-15,-8 3-457 0</inkml:trace>
  <inkml:trace contextRef="#ctx0" brushRef="#br0" timeOffset="42791.24">20758 8847 1802 0,'0'0'608'16,"0"0"-340"-16,0 0-72 0,0 0-107 15,120-14-53 1,-55-4-19-16,6-3-8 0,0-3-9 16,19-10-102-16,-21 5-243 15,-11-2-602-15</inkml:trace>
  <inkml:trace contextRef="#ctx0" brushRef="#br0" timeOffset="43009.43">21524 8356 1510 0,'0'0'717'0,"0"0"-483"16,0 0-41-16,0 0-42 16,129-53-84-16,-75 41-52 15,-5 3 2-15,-9 1-17 16,-6 1-39-16,-14 3-147 15,-14 4-292-15,-6 0-233 16,0 0-708-16</inkml:trace>
  <inkml:trace contextRef="#ctx0" brushRef="#br0" timeOffset="43158.84">21628 8497 1181 0,'0'0'375'15,"0"0"-61"-15,0 0 7 16,0 0-62-16,0 0-113 15,124 23-70-15,-78-25-51 0,-4-5-25 16,-7-2 0-16,-10 6-172 16,-6 3-492-16,-11 0-983 0</inkml:trace>
  <inkml:trace contextRef="#ctx0" brushRef="#br0" timeOffset="43985.51">22866 8235 2018 0,'0'0'363'0,"0"0"-215"0,0 0-26 16,0 0-65-16,0 0 37 15,-22 116-13-15,15-75-38 16,3-6-19-16,1-6-23 16,3-7 9-16,0-6-10 15,0-8-16-15,0-8-147 16,0 0-307-16,0-16-212 0</inkml:trace>
  <inkml:trace contextRef="#ctx0" brushRef="#br0" timeOffset="44126.53">23000 8223 2018 0,'0'0'292'0,"0"0"-171"0,0 0 72 15,-16 109-134 1,16-60-27-16,4-3-32 0,28 17-104 15,-3-13-254-15,-5-10-731 16</inkml:trace>
  <inkml:trace contextRef="#ctx0" brushRef="#br0" timeOffset="54647.08">23923 8412 731 0,'0'0'153'0,"0"0"-57"15,0 0-13-15,0 0-54 16,0 0 0-16,0 0 113 15,0 0 31-15,0 0 0 16,0 0-1-16,0 0-32 16,0 0 5-16,0 0-36 15,0 0-1-15,-2 0-32 0,-3 0-2 16,-3 0-34-16,-4 0-21 16,-5 0 2-16,-8 0-5 15,-4 10 1-15,-4 9 5 16,-1 10 17-16,1 5-13 15,4 8-2-15,8 6 2 16,11 0 12-16,10 0-15 16,0-3-10-16,23-10 7 15,18-8-6-15,8-10 6 16,2-12-19-16,-1-5 16 16,-11 0-16-16,-7 0 4 15,-12-12 3-15,-11-2-7 0,-9 0 5 16,0 0-6-16,-14 5 0 15,-14 2 0-15,-9 7-1 16,-3 0 1-16,-4 21-1 16,1 8 0-16,6 11 1 15,8 2 0-15,6 4 0 16,14 3 15-16,9-6-3 16,9-5 4-16,22-5-15 15,14-9 19-15,6-12-7 16,5-10-4-16,2-2-9 15,2-9-8-15,-4-14-114 16,15-25-123-16,-13 6-353 16,-11-3-912-16</inkml:trace>
  <inkml:trace contextRef="#ctx0" brushRef="#br0" timeOffset="54864.41">24282 8400 400 0,'0'0'1678'15,"0"0"-1307"-15,0 0-82 16,0 0-150-16,0 0 9 16,33 111 0-16,-12-36-43 15,-6 7-23-15,-1 1-31 16,-6-9-18-16,-1-10-31 16,-1-9-2-16,4-14-6 15,3-9-65-15,5-8-74 16,22-17-37-16,-3-7-327 15,1 0-824-15</inkml:trace>
  <inkml:trace contextRef="#ctx0" brushRef="#br0" timeOffset="55629.59">25102 8592 1850 0,'0'0'384'15,"0"0"-214"-15,0 0 108 16,0 0-190-16,0 0-51 16,9 113 65-16,5-53 9 15,-1 0-7-15,-5-8-21 16,2-8-32-16,-4-10-26 15,-1-6 4-15,-1-9-17 16,-2-8-12-16,-2-5 10 16,0-6-3-16,0 0 14 15,0-4-12-15,0-18 6 16,-6-7-8-16,-7-8-7 16,-1-4-6-16,3-8 5 0,-1-6 1 15,4-3-7-15,1-5 6 16,5-4 0-16,2 5 1 15,0 8 0-15,0 12 9 16,0 12-3-16,2 12 11 16,2 16 11-16,3 2-23 15,5 26 1-15,-4 22-6 16,3 16 13-16,-1 10-13 16,-6 4 11-16,2-1-11 15,-3-11 0-15,1-8-5 16,-2-12-46-16,0-10-81 15,-2-5-79-15,0-14-270 16,-11-7-621-16</inkml:trace>
  <inkml:trace contextRef="#ctx0" brushRef="#br0" timeOffset="56222.42">24982 8879 1423 0,'0'0'487'0,"0"0"-315"16,0 0 88-16,0 0-131 15,158-24-59-15,-107 41 10 16,1 10-33-16,-8 6-4 16,-8-1-7-16,-7-1-9 15,-9-4 4-15,-7-8-18 16,-9-7-10-16,-2-5 3 0,-2-7 5 16,0 0 47-16,0-14 57 15,0-17-78-15,0-6-28 16,0-9 27-16,12 0-28 15,5-1-1-15,6 2-7 16,6 7-6-16,2 8-31 16,5 9-53-16,4 5-77 15,5 3-164-15,-2 5-178 16,-6 3-65-16,-10 3 322 16,-14 2 252-16,-13 0 113 15,0 3 227-15,-25 18-25 16,-6 6 1-16,-2 8-87 15,2 5-56-15,6 1-76 16,5-2-11-16,9 0-11 16,11-4-2-16,0-5-41 0,16-6-17 15,21-9 0-15,9-10-8 16,0-5 1-16,1 0-8 16,-9-12-1-16,-9-13-13 15,-14-9-4-15,-8-7 6 16,-7-2 12-16,0 8 1 15,0 4 35-15,-3 16 47 16,-1 9 16-16,4 6-64 16,0 4-34-16,0 18-2 15,0 4 2-15,4 2 4 16,12 0-5-16,2-6-1 16,0-6-23-16,2-5-75 15,3-11-103-15,-8-5-420 0,-9-13-636 16</inkml:trace>
  <inkml:trace contextRef="#ctx0" brushRef="#br0" timeOffset="56574.68">25925 8511 2129 0,'0'0'378'16,"0"0"-241"-16,2 120 93 16,14-44-94-16,1 6-51 15,3-11 8-15,1-4-41 16,-2-11-22-16,-3-14-24 15,-5-16-6-15,-4-12-6 16,-5-14-43-16,-2 0 20 0,0-22-4 16,4-14-6-16,6-7 7 15,9-8 31-15,12-2 1 16,14 4 0-16,11 5-6 16,7 12 0-16,1 16-18 15,-4 16 8-15,-8 7 7 16,-19 34-12-16,-20 7 3 15,-13 6 16-15,-13-2 2 16,-20-4 6-16,-8-10 21 16,3-7-4-16,5-12-13 15,6-12 2-15,7-7-11 16,9-4-1-16,11-37-35 16,0 3-146-16,11 1-523 0</inkml:trace>
  <inkml:trace contextRef="#ctx0" brushRef="#br0" timeOffset="56951.1">26707 8705 1847 0,'0'0'371'0,"0"0"-188"16,0 0 51-16,0 0-153 15,0 0-41-15,-95 142 29 16,95-82-9-16,8-3-10 16,23-11-24-16,11-10-25 0,8-17 13 15,1-15-14-15,-4-4-8 16,-7-18-82-16,-8-18 12 16,-13-6 49-16,-9-6 29 15,-10 4 24-15,0 3 84 16,0 10 58-16,-12 9-22 15,5 12-16-15,3 10-47 16,2 0-69-16,2 17-6 16,0 10-1-16,0 3 2 15,2-2-7-15,15-4 0 16,8-8-52-16,24-14-88 16,-7-2-142-16,-2 0-1090 0</inkml:trace>
  <inkml:trace contextRef="#ctx0" brushRef="#br0" timeOffset="57131.71">27242 8695 1425 0,'0'0'548'15,"0"0"-362"-15,16 150 204 16,-12-76-161-16,2 4-66 16,-3-4-69-16,-3-7-34 15,0-9-23-15,0-14-26 16,0-14-11-16,0-18-15 15,-15-18-97-15,-2-21-192 16,2-8-566-16</inkml:trace>
  <inkml:trace contextRef="#ctx0" brushRef="#br0" timeOffset="57273.64">26938 8744 2080 0,'0'0'513'0,"0"0"-241"16,0 0-62-16,0 0-147 15,139-90-53-15,-58 81-10 16,25 2-99-16,-19 4-192 16,-18-1-711-16</inkml:trace>
  <inkml:trace contextRef="#ctx0" brushRef="#br0" timeOffset="57575.78">27670 8628 2076 0,'0'0'334'0,"0"0"-157"0,0 0 35 16,-113 103-128-16,103-64-49 16,10 0-20-16,5-9-6 15,24-9-7-15,9-12 14 16,0-9-16-16,-3 0-12 16,-4-14-52-16,-8-13 25 15,-5-2 18-15,-7 0 21 16,-7 2 27-16,-2 6 99 15,-2 11 50-15,0 10-41 16,0 0-81-16,0 19-47 16,5 15 5-16,2 3-3 15,4 4-3-15,4-3-6 16,3-8-73-16,20-9-87 0,-7-9-130 16,2-12-744-16</inkml:trace>
  <inkml:trace contextRef="#ctx0" brushRef="#br0" timeOffset="57934.89">28082 8638 1580 0,'0'0'329'0,"0"0"-6"16,0 0-13-16,0 0-167 15,-85 123-2-15,85-79-39 16,0-2-54-16,25-8-26 0,11-12-10 15,7-10-6-15,1-12-6 16,-1 0-40-16,-8-18-72 16,-4-16-75-16,-8-14 22 15,-10-14 80-15,-7-10 70 16,-4-5 15-16,-2 5 94 16,0 8 99-16,-4 16 21 15,-2 14-39-15,-1 12-39 16,5 16-1-16,0 6-56 15,2 11-73-15,0 30 0 16,0 13 17-16,0 10-4 16,0 4-17-16,11-1-2 15,4-8-31-15,16-11-86 16,-4-16-106-16,0-15-531 0</inkml:trace>
  <inkml:trace contextRef="#ctx0" brushRef="#br0" timeOffset="58264.81">28577 8550 1998 0,'0'0'372'0,"0"0"-112"16,0 0-27-16,0 0-140 16,-115 126-6-16,105-76-40 15,10-1-21-15,0-9-14 16,21-10-2-16,8-10-2 15,6-11-7-15,7-6 12 16,3-3-13-16,-3 0-1 0,-5-8-43 16,-12-1 20-16,-6-4 12 15,-9-3 12-15,-2-4 6 16,-4-9 13-16,1 0 22 16,1-5-8-16,5 0-12 15,3 3-20-15,3 4 0 16,6 1-1-16,3 3-2 15,6 5-62-15,7 3-93 16,-2 2-414-16,-8 5-839 0</inkml:trace>
  <inkml:trace contextRef="#ctx0" brushRef="#br0" timeOffset="64954.45">23267 10089 1940 0,'0'0'249'15,"0"0"-154"-15,0 0 151 16,0 114-139-16,14-77-16 16,4 0-34-16,-3-7-17 15,-2-11-10-15,-1-6-1 0,-8-9 2 16,-2-4 38-1,1-8 64-15,-1-18-81 0,0-10-16 16,4-6-22-16,0-4-4 16,2-1-2-16,3 5 1 15,1 8-9-15,-1 6-12 16,-1 8-16-16,0 10-86 16,-4 5-178-16,-1 5-932 0</inkml:trace>
  <inkml:trace contextRef="#ctx0" brushRef="#br0" timeOffset="65203.56">23615 10190 1625 0,'0'0'281'0,"0"0"-165"0,0 0 122 16,0 0-160-16,145-46-50 15,-105 33-19-15,-4-1 6 16,-7-2-13-16,-11 1 75 15,-9 1 12-15,-9 2-19 16,0 2-42-16,-7 3-19 16,-15 0-9-16,-1 5-1 15,-4 2 0-15,3 0-141 16,2 0-79-16,-3 0-67 16,10 2-66-16,3 2-405 0</inkml:trace>
  <inkml:trace contextRef="#ctx0" brushRef="#br0" timeOffset="65683">23299 10215 1532 0,'0'0'294'0,"0"0"-130"15,0 0 219-15,0 0-230 0,125-15-58 16,-72 1-32 0,0-1-18-16,-8-2-20 0,-11 1-19 15,-7 2 11-15,-10 0-16 16,-7 2 18-16,-6-2-3 15,-4 2 11-15,0 2-10 16,-16 3-8-16,-13 4-9 16,-9 3 0-16,-9 0 0 15,-4 17 6-15,2 4-5 16,-1 6-1-16,11 6 15 16,10 7-15-16,9 3 12 15,13 3 1-15,7 0 7 16,16-6 8-16,21-10 13 15,15-10-1-15,10-10-7 16,5-10-3-16,2 0-29 0,-5-4-1 16,-1-14-24-16,-10-2-70 15,8-16-88-15,-12 3-294 16,-13 1-200-16</inkml:trace>
  <inkml:trace contextRef="#ctx0" brushRef="#br0" timeOffset="65877.45">23894 9944 1633 0,'0'0'660'16,"0"0"-285"-16,0 0-81 15,0 0-208-15,0 0 10 16,0 0 14-16,8 145-15 16,2-85-18-16,1-1-31 0,-3-2-34 15,4-8-10-15,-1-10-2 16,5-11-41-16,17-8-93 15,1-8-99-15,-3-7-521 0</inkml:trace>
  <inkml:trace contextRef="#ctx0" brushRef="#br0" timeOffset="66388.37">24516 10244 2049 0,'0'0'254'0,"0"0"-153"15,0 0 228-15,0 0-167 0,65 133-94 16,-41-105-44-16,-6-8-9 16,-8-6-15-16,-6-9 9 15,-4-5-8-15,0 0 1 16,0-17 5-16,0-17-7 15,0-8 0-15,10-4 0 16,11 2 1-16,5 9 0 16,6 17 0-16,1 13 13 15,3 5 9-15,-3 19-6 16,-4 15 8-16,-10 11 7 16,-5-1 8-16,-7-3-14 15,-5-6-19-15,-2-9 4 0,0-9-10 16,0-10-1-16,0-7 0 15,0-2 5-15,2-23-5 16,6-12-17-16,7-10 4 16,5-2 12-16,7 1 1 15,-1 9 0-15,-2 15 0 16,1 14 1-16,-2 10 23 16,-1 10-15-16,-2 19 21 15,-4 9-9-15,-3 2 0 16,-5 0-19-16,2-1-2 15,3-4 0-15,14 3-66 16,-2-9-145-16,-5-12-823 0</inkml:trace>
  <inkml:trace contextRef="#ctx0" brushRef="#br0" timeOffset="66702.58">25530 10391 114 0,'0'0'1454'16,"0"0"-1235"-16,0 0 1 15,0 0-97-15,0 0-80 16,98-109-42-16,-98 95 25 16,-4 4-12-16,-28 3 15 15,-10 5 67-15,-3 2 75 16,-3 9-55-16,3 20-52 15,5 12 0-15,9 8 0 0,6 1 12 16,14-1-47-16,11-6-4 16,2-9-10-16,30-7-6 15,12-13-9-15,9-9 0 16,8-5-24-16,19-19-136 16,-15-11-438-16,-15-7-1114 0</inkml:trace>
  <inkml:trace contextRef="#ctx0" brushRef="#br0" timeOffset="66869.03">25572 10006 1139 0,'0'0'921'0,"0"0"-561"0,0 0-7 16,0 0-184-16,0 0-111 16,0 0 51-16,0 0-58 15,14 126-28-15,19-85-23 16,25 7-9-16,-6-13-114 15,-6-9-543-15</inkml:trace>
  <inkml:trace contextRef="#ctx0" brushRef="#br0" timeOffset="67087.43">26116 10031 1322 0,'0'0'1064'0,"0"0"-839"15,0 0-39 1,0 0-1-16,-13 121-23 0,13-54-71 16,0 1-38-16,0-2-31 15,0-10-14-15,0-10-8 16,2-11-25-16,2-10-61 16,5-13-119-16,-1-5-515 15,-2-7-1428-15</inkml:trace>
  <inkml:trace contextRef="#ctx0" brushRef="#br0" timeOffset="67371.64">26025 10319 1587 0,'0'0'255'16,"0"0"-56"-16,0 0 142 0,0 0-218 15,126-44-38-15,-85 46 3 16,-5 20-22-16,-1 10-29 15,-1 2 0-15,-3-2-13 16,-2-4 14-16,-7-9-13 16,-1-4-4-16,-6-10-6 15,-1-5-2-15,-6 0 8 16,1-20-20-16,-7-6 8 16,-2-3-8-16,0-5-1 15,0 2 1-15,-11 2-1 16,3 5 0-16,8 0-47 15,0 6-251-15,15 5-823 0</inkml:trace>
  <inkml:trace contextRef="#ctx0" brushRef="#br0" timeOffset="67972.2">26724 10181 1787 0,'0'0'334'16,"0"0"-117"-16,0 0 66 16,-118 68-175-16,103-28-28 15,9 2-12-15,6-6-7 16,8-6-34-16,23-9-3 0,7-9-8 16,7-12-2-16,1 0-5 15,2-7-8-15,-6-19 8 16,-7-11-9-16,-6-12 0 15,-8-11-3-15,-11-9 3 16,-4 0 0-16,-6 4 13 16,0 11 17-16,0 16 96 15,0 14 10-15,0 16-28 16,0 8-33-16,0 3-74 16,0 28 11-16,0 8 1 15,0 12 1-15,11 2-14 16,1-2 1-16,2-7-1 15,4-5-37-15,2-13-77 16,3-12-64-16,3-12-45 16,1-2-239-16,-3-12 132 0,-6-13 165 15,-7 2 165-15,-3 4 129 16,-8 10 198-16,0 9-34 16,0 0-166-16,-12 28-94 15,1 16-16-15,2 9 40 16,6 2-34-16,3-6 1 15,18-10-16-15,20-13 8 16,12-14-15-16,8-12 16 16,0 0-7-16,-6-22-10 15,-7-10-10-15,-9-6-47 16,-13-5-8-16,-15 2-42 16,-8 3 16-16,-4 10 0 15,-63 15-52-15,3 9-249 0,-8 4-154 16</inkml:trace>
  <inkml:trace contextRef="#ctx0" brushRef="#br0" timeOffset="68648.93">28325 10299 1958 0,'0'0'382'15,"0"0"-107"-15,0 0 2 16,0 0-169-16,-131-5-53 16,113 25-16-16,11 3-20 15,7 3 1-15,7-4 20 16,26-6-11-16,17-6 2 16,3-10-23-16,5 0 7 15,-7-18-15-15,-6-18-1 16,-12-12-10-16,-10-8 3 0,-8-8 7 15,-8-3 2-15,-7 2 1 16,0 12-1-16,0 11 7 16,0 16 22-16,0 14 18 15,-5 12-15-15,3 0-33 16,2 22-6-16,0 10 6 16,7 8-2-16,13-1 4 15,9 0-3-15,6-11 1 16,3-8 0-16,3-12 0 15,-1-8 0-15,-3-8-25 16,-1-19-22-16,-7-6 8 16,-9-1-3-16,-7 4 30 15,-7 7 1-15,-6 11 11 0,0 12 2 16,-8 0 8-16,-9 26-10 16,-4 11 1-16,1 9 0 15,7 7 7-15,11-4 9 16,2-1-16-16,9-10-2 15,20-6-6-15,11-13 7 16,27-15-72-16,-7-4-285 16,-7 0-1386-16</inkml:trace>
  <inkml:trace contextRef="#ctx0" brushRef="#br0" timeOffset="68970.57">29679 10176 1739 0,'0'0'280'16,"0"0"-58"-16,0 0-78 16,131-32-91-16,-96 20 12 15,-12-2 2-15,-12 4 18 16,-11-2 33-16,0 5-16 15,-25 2-59-15,-6 5-24 16,-2 0-5-16,-1 24-13 16,3 12 20-16,10 13-3 0,7 2 14 15,14 4-19 1,4-7-3-16,31-9-10 0,19-10-6 16,8-14-36-16,32-15-86 15,-16-12-175-15,-13-17-552 0</inkml:trace>
  <inkml:trace contextRef="#ctx0" brushRef="#br0" timeOffset="69263.82">30165 10060 1508 0,'0'0'517'15,"0"0"-196"-15,0 0-199 16,0 0-46-16,-10 108 32 16,10-57-33-16,0-3 7 15,0-8-18-15,0-8 14 0,0-11-44 16,0-16-22-1,0-5 3-15,0-8 11 0,0-23-9 16,5-10-11-16,6-11-6 16,2-3 0-16,8 5 1 15,-1 8 7-15,2 13 23 16,2 15 10-16,-1 14-2 16,-1 0-8-16,-2 26-31 15,-4 11 24-15,-5 4-23 16,-2-2 9-16,-2 1-10 15,1-5 0-15,24-7-70 16,-6-8-182-16,8-10-1022 0</inkml:trace>
  <inkml:trace contextRef="#ctx0" brushRef="#br0" timeOffset="69557.63">30637 9980 1555 0,'0'0'281'16,"0"0"-147"-16,0 0 102 15,14 112-116-15,7-64-53 16,0 5-5-16,-1 1-10 16,-9-4 24-16,-5-4-17 15,-6-8-5-15,0-8-27 16,-8-11 4-16,-15-5 30 0,-6-5-8 15,-4-9-19 1,2 0-24-16,6-4 11 0,8-18-20 16,10-4-1-16,7-3-88 15,17-8-231-15,15 9-269 16,1 8-298-16</inkml:trace>
  <inkml:trace contextRef="#ctx0" brushRef="#br0" timeOffset="69774.75">30981 10198 598 0,'0'0'563'15,"0"0"-234"-15,0 0 46 16,0 0-101-16,0 0-35 16,100-106-47-16,-100 98-39 15,-16 6-44-15,-11 2-62 0,-7 12-16 16,-1 21-6 0,6 11 10-16,7 6-10 0,13-1-11 15,9-3-10-15,4-7-3 16,27-13-2-16,12-12-15 15,6-12 0-15,7-2-122 16,13-34-80-16,-16-6-157 16,-8-4-359-16</inkml:trace>
  <inkml:trace contextRef="#ctx0" brushRef="#br0" timeOffset="70067.03">31303 10052 1485 0,'0'0'508'0,"0"0"-170"15,0 0-206-15,0 0-68 16,0 0 43-16,-6 144-23 15,6-91-20-15,0-8-21 16,0-6 7-16,0-12-31 0,6-15-2 16,1-12-16-16,0 0 12 15,2-23-13-15,0-15-63 16,4-10 6-16,7-8 17 16,5-1 40-16,4 3 3 15,2 14 43-15,2 16-4 16,0 20 22-16,-4 4-20 15,-4 29-20-15,-7 18-9 16,-9 3-3-16,-5 4 0 16,-4-6 4-16,0-7 6 15,0-13-22-15,0-8 0 16,0-18-8-16,0-2-152 0,0 0-431 16</inkml:trace>
  <inkml:trace contextRef="#ctx0" brushRef="#br0" timeOffset="70239.7">31224 9918 2107 0,'0'0'528'0,"0"0"-266"16,0 0-78-16,127-16-143 15,-59 16-26-15,6 0-15 16,13 4-76-16,-20 4-281 15,-16-4-1002-15</inkml:trace>
  <inkml:trace contextRef="#ctx0" brushRef="#br0" timeOffset="70720.64">31928 9974 2087 0,'0'0'279'15,"0"0"-28"-15,0 0-81 16,-118 112-121-16,109-70-10 15,9-2-2-15,4-8 1 16,23-10-13-16,9-8-13 16,1-11 8-16,1-3-20 15,1-8-27-15,-13-18-90 16,-4-8-84-16,-10-2-110 0,-6-3 144 16,-6 7 167-1,0 8 149-15,0 12 83 0,0 12-49 16,0 0-101-16,0 27-67 15,0 10 60-15,0 9-15 16,0 2-2-16,0-3-19 16,7-9-17-16,-1-9-11 15,1-10-5-15,-2-14-5 16,-1-3 16-16,1-9 11 16,-1-23-28-16,5-10 0 15,5-11-6-15,5-5 6 16,8-2 0-16,2 8 7 15,-2 12-7-15,-3 18-1 16,-5 17-21-16,-4 5 22 0,-4 23 1 16,-4 12 7-1,-3 9 2-15,-2 3-8 0,-2-2 7 16,0-9-9-16,0-9 0 16,0-4-21-16,7-13-118 15,2-5-411-15,0-5-942 0</inkml:trace>
  <inkml:trace contextRef="#ctx0" brushRef="#br0" timeOffset="71005.81">32568 9869 1832 0,'0'0'399'0,"0"0"-40"16,0 0-111-16,0 0-117 15,0 0-54-15,106 121-24 16,-106-71-20-16,-17 2-15 16,-10-4 15-16,-2-3-27 15,9-11 8-15,7-10-14 16,6-6 0-16,7-11-32 15,22-7-82-15,9 0-62 16,0-12-619-16</inkml:trace>
  <inkml:trace contextRef="#ctx0" brushRef="#br0" timeOffset="71133.75">32507 10101 1862 0,'0'0'567'0,"0"0"-189"16,0 0-173-16,0 0-205 15,0 0-45-15,181-37-259 16,-110 25-864-16</inkml:trace>
  <inkml:trace contextRef="#ctx0" brushRef="#br0" timeOffset="71403.32">32913 9941 1781 0,'0'0'272'0,"0"0"-43"16,0 0 38-16,-51 102-118 0,51-69-9 15,2-8-16 1,24-2-74-16,13-11 2 0,3-10-21 16,1-2-25-16,-3-7-6 15,-7-18-21-15,-8-3 9 16,-8-4 12-16,-8 2 11 16,-2 6 61-16,-7 8 73 15,0 14-22-15,0 2-68 16,0 16-47-16,0 18-8 15,-2 6 6-15,-7 2-6 16,0-4-24-16,-4-1-93 16,3-11-67-16,1-11-528 0</inkml:trace>
  <inkml:trace contextRef="#ctx0" brushRef="#br0" timeOffset="72130.69">23528 10706 1028 0,'0'0'944'16,"0"0"-676"-16,0 145 106 15,-2-61-134-15,-14 4-101 16,-3-1-24-16,-2-8-40 16,6-11-38-16,3-14-20 15,4-15-3-15,5-16-13 16,3-15 11-16,0-8-11 16,0-8 72-16,13-23-38 15,8-15-19-15,-1-12-10 16,0-9 3-16,0 1-9 0,-4 0 0 15,1 8 6-15,2 9-5 16,0 16 40-16,-1 11 8 16,3 13 26-16,0 9-30 15,2 20-25-15,4 24 7 16,-1 13-6-16,-3 6 3 16,-4 4-17-16,-2-6 4 15,-7-10-11-15,-3-9-8 16,0-10-46-16,0-9-76 15,1-18-73-15,-3-5-63 16,-1 0-514-16</inkml:trace>
  <inkml:trace contextRef="#ctx0" brushRef="#br0" timeOffset="72284.08">23410 11221 2246 0,'0'0'578'16,"0"0"-348"-16,0 0-64 15,0 0-94-15,165-32-45 16,-77 16-27-16,29-21-70 16,-18 4-168-16,-22-3-753 0</inkml:trace>
  <inkml:trace contextRef="#ctx0" brushRef="#br0" timeOffset="72424.93">24116 10921 2232 0,'0'0'386'15,"0"0"-182"-15,0 0 72 16,0 0-132-16,0 0-79 0,0 0-15 16,0 0-50-16,6 97-51 15,11-97-139-15,1-1-444 0</inkml:trace>
  <inkml:trace contextRef="#ctx0" brushRef="#br0" timeOffset="72552.06">24116 10921 1987 0,'112'-82'584'15,"-112"94"-396"-15,0 19-30 16,0 12-32-16,0 7-79 16,0 0-26-16,0-2-21 15,0-2-36-15,0-10-186 16,0-14-919-16</inkml:trace>
  <inkml:trace contextRef="#ctx0" brushRef="#br0" timeOffset="72664.78">24489 11444 2266 0,'0'0'468'16,"0"0"-358"-16,0 0-110 15,0 0-1010-15</inkml:trace>
  <inkml:trace contextRef="#ctx0" brushRef="#br0" timeOffset="81208.88">11250 7464 1646 0,'0'0'387'15,"0"0"110"-15,0 0-308 0,0 0-109 16,0 0-26-16,-11 64 46 16,6-22 0-16,-1 8 2 15,2 0-43-15,-3 0 10 16,2-4-14-16,3-4-10 15,-1-4-26-15,-1-6-5 16,2-6 2-16,0-5-10 16,0-10-6-16,2-2 8 15,0-7-16-15,0-2-17 16,0 0-28-16,0 0-39 16,2-22-64-16,6 0-139 15,-1-3-617-15</inkml:trace>
  <inkml:trace contextRef="#ctx0" brushRef="#br0" timeOffset="81517.59">11328 7488 446 0,'0'0'1208'0,"0"0"-941"15,0 0 91-15,0 0-151 16,0 0-79-16,0 0-61 16,0 0 24-16,0-3-15 15,16 3 12-15,9 0-25 0,8-2-18 16,7 0-11 0,2 0-20-16,-1 1-10 0,-10-2 2 15,-8 3-12-15,-6 0-28 16,-7 0-39-16,-2 0-45 15,0 4-73-15,-3 7-87 16,-3-4-87-16,-2 2-486 0</inkml:trace>
  <inkml:trace contextRef="#ctx0" brushRef="#br0" timeOffset="81726.53">11221 7706 591 0,'0'0'749'16,"0"0"-663"-16,0 0 229 16,0 0-51-16,0 0-11 15,0 0-7-15,0 0-90 16,94 23-45-16,-61-23-68 16,-2 0-12-16,1 0-31 15,3 6-59-15,-4-1-191 16,-8-1-461-16</inkml:trace>
  <inkml:trace contextRef="#ctx0" brushRef="#br0" timeOffset="82719.92">11027 9460 1702 0,'0'0'483'0,"0"0"-250"15,0 0-90-15,0 0 60 16,4 115-39-16,-4-54-27 15,0 0-39-15,0-1-22 16,0-6-41-16,0-7-17 16,0-7-11-16,0-11-1 15,0-8 2-15,0-7-8 16,0-11-12-16,0-3-48 16,5 0-15-16,2-38-132 15,-1 3-493-15,-3-3-735 0</inkml:trace>
  <inkml:trace contextRef="#ctx0" brushRef="#br0" timeOffset="82936.86">11014 9486 1527 0,'0'0'367'15,"0"0"-138"-15,0 0 61 16,131-47-142-16,-64 33-36 15,0 2-34-15,-6 3-7 16,-15 4-36-16,-13 3-22 16,-8 2-13-16,-7 0-15 15,-7 0-68-15,-11 16-162 16,0-1-278-16,-9 1-566 0</inkml:trace>
  <inkml:trace contextRef="#ctx0" brushRef="#br0" timeOffset="83084.9">11147 9677 519 0,'0'0'852'0,"0"0"-561"16,0 0 238-16,0 0-289 15,0 0-87-15,132 12-77 16,-81-21-57-16,3-3-19 16,10-7-61-16,-12 3-407 15,-10-2-727-15</inkml:trace>
  <inkml:trace contextRef="#ctx0" brushRef="#br0" timeOffset="83363.47">11876 9222 1425 0,'0'0'285'0,"0"0"-1"16,0 0 9-16,-140 25-134 16,102 0-45-16,7 5-10 15,11 0-50-15,13-2-5 16,7-2-24-16,11-6 23 16,18-1-30-16,11-5 5 15,5-5-7-15,6 0-16 16,27-6-54-16,-13 2-171 15,-9-5-382-15</inkml:trace>
  <inkml:trace contextRef="#ctx0" brushRef="#br0" timeOffset="84250.23">11907 10917 1622 0,'0'0'475'15,"0"0"-181"-15,0 0-65 16,0 0-126-16,0 0 12 0,12 140-15 16,-12-75-27-1,0-2-3-15,-9-2-19 0,-4-10-25 16,2-6-15-16,3-8-10 16,4-6 2-16,2-9-2 15,2-8-2-15,0-9-56 16,0-5-42-16,0-5-50 15,2-15-172-15,2-10-721 0</inkml:trace>
  <inkml:trace contextRef="#ctx0" brushRef="#br0" timeOffset="84489.81">11950 10888 1403 0,'0'0'293'15,"0"0"-5"-15,0 0-12 16,138-25-114-16,-95 22-107 16,-8 3-29-16,-6 0-25 15,-4 0-1-15,-3 0-103 16,-2 0-127-16,-7 0-117 15,-8 0-720-15</inkml:trace>
  <inkml:trace contextRef="#ctx0" brushRef="#br0" timeOffset="84684.81">11948 11093 836 0,'0'0'364'16,"0"0"-165"-16,0 0 163 15,0 0-117-15,0 0-28 16,0 0-67-16,121-4-70 16,-82-9-25-16,-3 1-45 15,-1-1-10-15,10-9-3 16,-11 4-218-16,-3 0-570 0</inkml:trace>
  <inkml:trace contextRef="#ctx0" brushRef="#br0" timeOffset="85647.89">11803 13176 1465 0,'0'0'747'16,"0"0"-534"-16,0 0-130 16,0 0 51-16,-9 138-4 15,4-73-32-15,1 1 5 16,2-3-28-16,2-5-20 16,-3-10-43-16,3-7 2 15,0-9-14-15,-2-5 7 16,2-8-7-16,0-6-33 15,0-7-26-15,0-6-34 16,0-12 8-16,0-16-156 16,2-9-480-16</inkml:trace>
  <inkml:trace contextRef="#ctx0" brushRef="#br0" timeOffset="85833.76">11841 13225 1440 0,'0'0'212'16,"0"0"-99"-16,0 0 109 15,143-45-166-15,-101 39-27 16,-5 3-29-16,-6 0-25 16,-4 3-47-16,-8 0-114 15,-9 0-649-15</inkml:trace>
  <inkml:trace contextRef="#ctx0" brushRef="#br0" timeOffset="85998.59">11847 13407 836 0,'0'0'611'16,"0"0"-349"-16,0 0 7 15,0 0-99-15,166-3-114 16,-102-4-34-16,19-1-22 15,-19 3-150-15,-15 0-905 0</inkml:trace>
  <inkml:trace contextRef="#ctx0" brushRef="#br0" timeOffset="112587.78">21136 12575 1835 0,'0'0'512'15,"0"0"-311"-15,0 0 25 16,0 0-35-16,0 0-85 0,85 151-7 15,-71-78-22-15,-10 4-11 16,-2 1-26-16,-2-3-22 16,0-8-17-16,0-9 0 15,0-5-1-15,0-13-12 16,0-8-43-16,0-14-71 16,0-18-49-16,0-6-171 15,0-24-619-15</inkml:trace>
  <inkml:trace contextRef="#ctx0" brushRef="#br0" timeOffset="112753.1">21163 12599 1672 0,'0'0'277'0,"0"0"-159"15,0 0 102-15,156-56-102 16,-96 46-109-16,10 6-9 15,-17 1-210-15,-17 3-473 0</inkml:trace>
  <inkml:trace contextRef="#ctx0" brushRef="#br0" timeOffset="112916.34">21132 12954 1722 0,'0'0'292'0,"0"0"-24"15,0 0 51-15,0 0-163 16,0 0-92-16,170-24-32 0,-108 3-32 16,15 0-38-1,-19 5-208-15,-10 2-526 0</inkml:trace>
  <inkml:trace contextRef="#ctx0" brushRef="#br0" timeOffset="113127.73">21894 12709 1980 0,'0'0'286'0,"0"0"-221"15,0 0 92-15,120-16-120 16,-84 12-37-16,7 4-55 15,-12 0-238-15,-8 0-311 0</inkml:trace>
  <inkml:trace contextRef="#ctx0" brushRef="#br0" timeOffset="113292.69">21879 13014 1735 0,'0'0'402'0,"0"0"-144"15,0 0 84-15,0 0-202 16,0 0-89-16,173-63-41 0,-101 39-10 16,13 5-122-16,-16 2-200 15,-18 7-451-15</inkml:trace>
  <inkml:trace contextRef="#ctx0" brushRef="#br0" timeOffset="113705.03">22837 12390 2080 0,'0'0'387'0,"0"0"-266"16,0 0-7-16,0 0-9 16,0 0-27-16,0 0-40 0,0 123-23 15,7-89-15-15,4-8-3 16,0-6-92-16,11-14-127 16,-3-6-427-16,-6 0-759 0</inkml:trace>
  <inkml:trace contextRef="#ctx0" brushRef="#br0" timeOffset="113840.48">22926 12485 1631 0,'0'0'312'0,"0"0"-36"15,0 0 79-15,0 0-188 16,-4 120-84-16,4-84-53 16,0 0-30-16,29 10-18 0,0-10-229 15,-4-6-471-15</inkml:trace>
  <inkml:trace contextRef="#ctx0" brushRef="#br0" timeOffset="114426.87">23965 12388 1562 0,'0'0'296'0,"0"0"-9"16,0 0 55-16,-144 12-211 15,112 17-51-15,8 6-9 16,8 7-13-16,13 0-33 0,3-3-7 15,17-7-16-15,9-9 5 16,3-6-6-16,-7-8-1 16,-8-4-22-16,-8-3 10 15,-6-2 1-15,-2 2 10 16,-20 1-7-16,-7 6 10 16,-5 5-2-16,3 9 0 15,0 4 11-15,8 4 10 16,6 8-2-16,11 0 3 15,6-1-22-15,8-4 9 16,28-9-9-16,11-8-1 16,10-11 1-16,9-6-30 0,25-14-142 15,-18-13-457-15,-8-5-1212 16</inkml:trace>
  <inkml:trace contextRef="#ctx0" brushRef="#br0" timeOffset="114637.79">24268 12337 2134 0,'0'0'295'15,"0"0"-92"-15,0 0 41 16,12 127-92-16,1-58-44 16,-2 5-30-16,0-1-35 15,-2-6-25-15,0-9-12 0,0-5-6 16,2-14 0-1,7-6-72-15,18-12-74 0,-1-8-223 16,-2-11-573-16</inkml:trace>
  <inkml:trace contextRef="#ctx0" brushRef="#br0" timeOffset="114891.88">24992 12380 2034 0,'0'0'235'0,"0"0"3"16,19 117 57-16,5-52-180 15,5 6-28-15,3-1-41 16,-1-6-25-16,0-10-21 15,-4-6-21-15,-8-5-98 16,-5-14-405-16,-9-12-898 0</inkml:trace>
  <inkml:trace contextRef="#ctx0" brushRef="#br0" timeOffset="115169.03">25051 12729 1783 0,'0'0'221'16,"0"0"13"-16,147 0 21 0,-83 24-70 16,-12 7-44-16,-14 4-63 15,-18 4-24-15,-14-7-27 16,-6-9 13-16,0-4-38 16,0-14 13-16,-6-5-15 15,-1-3 31-15,0-26-14 16,3-9-5-16,4-8 0 15,0-5-6-15,0-2-6 16,24 4-14-16,10 6 14 16,11 9-44-16,30 5-86 15,-10 14-327-15,-9 5-462 0</inkml:trace>
  <inkml:trace contextRef="#ctx0" brushRef="#br0" timeOffset="115506.86">25820 12573 1972 0,'0'0'396'16,"0"0"-60"-16,0 0-118 15,-134 88-111-15,117-52-55 16,15 0-4-16,2-4-38 16,17-4 1-16,18-10-10 15,6-10-1-15,1-8 0 16,-7 0-21-16,-3-10 10 15,-8-18-16-15,-3-6 18 16,-10-6 2-16,-5 1 7 0,-4 4 1 16,-2 9 20-16,0 12 51 15,0 10 9-15,0 4-30 16,0 4-49-16,0 22 27 16,0 6-12-16,5 4 7 15,4 3-18-15,2-7 5 16,3-6-11-16,3-3-36 15,16-11-58-15,-1-6-113 16,-6-6-618-16</inkml:trace>
  <inkml:trace contextRef="#ctx0" brushRef="#br0" timeOffset="115882.74">26056 12378 2223 0,'0'0'344'0,"0"0"-181"0,0 0 23 15,41 128-57-15,-26-59-39 16,-4 1-15-16,-6-3-27 16,-5-9-35-16,0-12-8 15,-5-12-5-15,-4-15-6 16,2-12-41-16,3-7-7 16,4-11 18-16,0-22 6 15,13-8 8-15,16-7 11 16,10 2 11-16,7 6-11 15,3 5 2-15,2 12 4 16,-2 13 5-16,-9 10 0 16,-11 0-2-16,-13 24-8 0,-16 5 10 15,0 6 13-15,-29-3 30 16,-6 0 17-16,-6-6-39 16,5-9 4-16,3-4-23 15,6-11 8-15,8-2-9 16,7-3-1-16,10-16-46 15,2-5-64-15,18 4-227 16,4 1-682-16</inkml:trace>
  <inkml:trace contextRef="#ctx0" brushRef="#br0" timeOffset="116258.18">26736 12562 162 0,'0'0'1739'0,"0"0"-1492"16,0 0 81-16,0 0-113 15,-134 63-78-15,119-25-40 16,8 2 0-16,7-5-42 16,3-8-19-16,23-8-19 15,8-7-7-15,3-12-1 16,-1 0-7-16,-3-9 4 15,-6-17-6-15,-7-4-6 16,-7-4-3-16,-6 2 9 16,-5 1 1-16,-2 12 23 0,0 7 44 15,0 10 16-15,0 2-41 16,0 6-42-16,0 14 26 16,0 4-26-16,7 2 18 15,6-3-17-15,1-2-2 16,6-4-11-16,9-9-77 15,20-8-95-15,-5 0-389 16,-5-13-1165-16</inkml:trace>
  <inkml:trace contextRef="#ctx0" brushRef="#br0" timeOffset="116431.62">27117 12538 1726 0,'0'0'240'15,"0"0"10"1,0 0 56-16,27 147-149 0,-25-77-16 15,-2 0-26-15,0-2-35 16,-13-5-50-16,-5-10-19 16,0-7-11-16,0-17-42 15,-6-17-132-15,4-10-198 16,2-2-331-16</inkml:trace>
  <inkml:trace contextRef="#ctx0" brushRef="#br0" timeOffset="116581.76">26863 12763 1691 0,'0'0'524'16,"0"0"-162"-16,0 0-10 0,0 0-216 16,25-116-105-1,23 94-19-15,12 4-12 0,5 4 0 16,1 0-60-16,15-1-191 16,-13 3-507-16,-13 1-1151 0</inkml:trace>
  <inkml:trace contextRef="#ctx0" brushRef="#br0" timeOffset="116873.93">27569 12533 342 0,'0'0'1727'0,"0"0"-1434"15,-113 31-1-15,66 1-118 16,10 5-93-16,12 3-9 16,11-4-17-16,14-4-37 15,0-10-14-15,18-6 10 16,11-11-19-16,5-5 5 0,1-5-44 15,-4-16-67-15,-4-8 36 16,-6 0 42-16,-11 0 33 16,-3 5 9-16,-7 8 99 15,0 7 35-15,0 9-44 16,0 0-48-16,0 11-34 16,0 11 34-16,0 6-26 15,0 1-10-15,12-6-15 16,7 1-46-16,28-11-90 15,-5-6-391-15,-1-7-1261 0</inkml:trace>
  <inkml:trace contextRef="#ctx0" brushRef="#br0" timeOffset="117271.93">27871 12555 1998 0,'0'0'325'0,"0"0"-19"15,0 0-85-15,0 0-138 16,-114 26 16-16,96 3-20 16,4 6-17-16,10 3-32 15,4-4 7-15,10-2-29 16,21-8-7-16,9-10 0 16,4-5-1-16,1-9-3 15,-3 0-51-15,-7-19-22 16,-3-11 1-16,-10-8 17 15,-8-8 5-15,-5-10 40 0,-7-3 10 16,-2 3 3 0,0 5 24-16,-2 8 57 0,-7 11 40 15,2 12-3-15,2 13 11 16,5 7-57-16,0 0-32 16,0 12-38-16,0 20 8 15,9 9 1-15,5 10-1 16,1 3-2-16,-1-2-7 15,1-4-1-15,1-9-51 16,15 0-62-16,-2-11-101 16,2-12-500-16</inkml:trace>
  <inkml:trace contextRef="#ctx0" brushRef="#br0" timeOffset="117684.2">28506 12537 1837 0,'0'0'275'0,"0"0"67"15,0 0-116-15,0 0-150 16,0 0-33-16,0 0 65 16,-139 44-20-16,120-10 6 15,7 2-26-15,12-2-29 16,12-5-13-16,25-10-25 15,15-9 16-15,8-7-5 0,-2-3 0 16,-7-5-11-16,-10-10 7 16,-12 3-7-16,-12-2 1 15,-7 5 7-15,-4-2-8 16,-4-4 20-16,0-3-15 16,-2-4 33-16,3-7-3 15,3-5 7-15,3 1-20 16,7-2-5-16,4 8-18 15,4 3-2-15,3 7 1 16,0 7-9-16,-3 4 2 16,-1 5 2-16,-4 1-60 15,2 0-67-15,8 9-75 16,-5 7-435-16,1-2-1188 0</inkml:trace>
  <inkml:trace contextRef="#ctx0" brushRef="#br0" timeOffset="122821.24">29654 12162 1622 0,'0'0'895'0,"0"0"-817"0,0 0 23 16,0 102 9-16,0-41-14 15,-2 4-36-15,2 0-20 16,0-9-22-16,0-8-10 16,6-11-8-16,3-8-17 15,-5-12-22-15,2-8-106 16,-6-9-154-16,0-4-213 16,0-14-1073-16</inkml:trace>
  <inkml:trace contextRef="#ctx0" brushRef="#br0" timeOffset="122993.84">29476 12356 1631 0,'0'0'356'0,"0"0"-97"16,127-48 11-16,-51 24-173 15,-1 2-62-15,-8 7-35 16,-9 6-34-16,-20 6-300 15,-22 3-561-15</inkml:trace>
  <inkml:trace contextRef="#ctx0" brushRef="#br0" timeOffset="123292.19">29520 12557 1684 0,'0'0'219'16,"0"0"-64"-16,120-24-63 15,-56 13-92-15,-5 11-89 16,-6 0 10-16,-10 15-42 16,-11 10 65-16,-13 9 47 15,-5-8 9-15,-10-1 3 16,-4-7 48-16,0-6 62 16,0-9 16-16,0-3 81 15,0 0 46-15,0-15-87 16,0-11-89-16,0-6-11 15,5-6 3-15,7-1-45 16,5 1 12-16,1 3-30 16,3 4-9-16,24 3-79 0,-7 8-235 15,2 6-638-15</inkml:trace>
  <inkml:trace contextRef="#ctx0" brushRef="#br0" timeOffset="123609.03">30136 12418 1250 0,'0'0'383'16,"0"0"-172"-16,0 0 116 16,-94 112-202-16,90-73 35 15,4-3-60-15,13-7-24 16,24-6-31-16,9-7-8 0,4-12-37 16,4-4-28-16,-3-6-136 15,-11-20-39-15,-6-10 83 16,-14-7 70-16,-9 2 50 15,-5 3 63-15,-6 8 207 16,0 9 11-16,0 15-58 16,0 6-110-16,0 0-80 15,0 16 9-15,0 9-13 16,0 1 14-16,0 2-35 16,0-5-1-16,12 0-7 15,1-7-61-15,16-7-86 16,-4-4-194-16,2-5-766 0</inkml:trace>
  <inkml:trace contextRef="#ctx0" brushRef="#br0" timeOffset="123802.42">30693 12392 1914 0,'0'0'302'15,"0"0"13"-15,0 0-120 16,-148 68-93-16,122-34-20 15,10 1-31-15,10-3-29 16,6-4 1-16,2-4-17 16,23-6 1-16,8-4-7 15,40-10-30-15,-6-4-169 16,-3 0-528-16</inkml:trace>
  <inkml:trace contextRef="#ctx0" brushRef="#br0" timeOffset="124140.22">30983 12385 791 0,'0'0'1202'0,"0"0"-954"15,0 0 47-15,-116 44-119 16,82-9-73-16,8 5 12 16,12-1-60-16,14-6-17 15,5-6-26-15,28-8 4 16,9-10 5-16,8-9-12 15,-2 0-9-15,-5-12-53 16,-7-11 8-16,-10-9-26 0,-8 1 53 16,-9-1 18-16,-7 7 20 15,-2 7 55-15,0 8 11 16,0 10-6-16,0 0-59 16,0 12-16-16,0 15-4 15,-2 2 20-15,2 2-20 16,0-5 8-16,9-3-9 15,11-9-39-15,22-9-58 16,-6-5-205-16,-3 0-793 0</inkml:trace>
  <inkml:trace contextRef="#ctx0" brushRef="#br0" timeOffset="124357.75">31397 12360 1696 0,'0'0'212'15,"0"0"68"-15,0 0 37 16,0 0-138-16,43 143-53 16,-43-103-27-16,0-2-30 15,-18-4-24-15,-11-7-30 16,-5-4 10-16,1-8-24 16,4-8-2-16,6-7-38 15,13 0 2-15,10-45-53 16,17 4-247-16,12-5-535 0</inkml:trace>
  <inkml:trace contextRef="#ctx0" brushRef="#br0" timeOffset="124553.61">31591 12526 342 0,'0'0'1067'0,"0"0"-774"16,0 0 16-16,56 115-131 15,-18-95-79-15,8-13 11 16,1-7 11-16,-2-3-54 15,-2-25 9-15,-10-8-22 16,-6-4-17-16,-8-6-20 16,-9 3-13-16,-10 3-4 15,-21 5-75-15,-16 6-158 16,-11 12-431-16</inkml:trace>
  <inkml:trace contextRef="#ctx0" brushRef="#br0" timeOffset="125544.23">21814 14037 1422 0,'0'0'241'16,"0"0"-137"-16,0 0 277 15,0 0-90-15,132-7-156 16,-66-17-81-16,-3-3-35 15,-12-2-10-15,-15 5 0 16,-16 2-7-16,-16 6 22 16,-4 4-22-16,-22 10 26 15,-16 2-22-15,-5 0 16 16,3 21-10-16,9 6-3 0,7 1-7 16,13 4-2-1,11-1 0-15,0-6 14 0,20-2-3 16,22-11-11-16,14-9 18 15,11-3-17-15,2 0-1 16,-2-15-51-16,-10-13-38 16,-9 1-80-16,-15 0 57 15,-13 5 86-15,-11 6 26 16,-7 7 75-16,-2 9 39 16,0 0-69-16,2 14-45 15,5 11 25-15,2 1 6 16,2-1 1-16,3-2 17 0,-3-6-43 15,-3-4 12 1,-3-9-11-16,-3-4-2 0,-2-4 23 16,0-21-13-16,0-4-15 15,0-10 1-15,9 1 0 16,7 3 0-16,8 9 77 16,5 7-21-16,7 11 12 15,-1 8-37-15,2 0 1 16,-4 15-15-16,-9 4 0 15,-4 5-12-15,-6-2-5 16,-5 4-1-16,-3-8-9 16,3 4-32-16,11-8-177 15,-1-1-486-15,0-9-1098 0</inkml:trace>
  <inkml:trace contextRef="#ctx0" brushRef="#br0" timeOffset="125739.9">23187 13684 1827 0,'0'0'742'16,"0"0"-555"-16,0 0-32 15,0 0 2-15,38 102-24 16,-24-54-94-16,-3 1-4 16,-3-6-34-16,-3-2-1 15,-1-9-12-15,3-6-52 16,15-13-71-16,1-6-206 15,6-7-658-15</inkml:trace>
  <inkml:trace contextRef="#ctx0" brushRef="#br0" timeOffset="126070.36">23597 13766 1765 0,'0'0'323'16,"0"0"-149"-16,0 0 61 15,0 0-133-15,0 0-42 16,-98 132-1-16,98-89 5 16,18-5-50-16,14-4 31 15,7-13-33-15,-1-7 10 16,1-14-20-16,-6 0 7 0,-6-14-8 16,-8-14-1-16,-5-3 12 15,-7 0-11-15,-5 5 105 16,-2 8 9-16,0 8 32 15,0 10-65-15,2 0-76 16,2 8-5-16,3 16-1 16,2 0 1-16,0 5 0 15,2-2-1-15,5-7-61 16,15-4-47-16,-2-6-113 16,2-8-635-16</inkml:trace>
  <inkml:trace contextRef="#ctx0" brushRef="#br0" timeOffset="126421.34">24340 13638 2085 0,'0'0'260'16,"0"0"-39"-16,-2 102 27 15,4-40-115-15,13 4-26 16,1 0-18-16,-3-10-28 15,-1-8-35-15,-6-15-20 16,-4-11 0-16,1-14-5 16,-3-8-2-16,0-5 9 15,0-20-20-15,0-12 12 16,4-5 0-16,12 3 0 16,3 2 0-16,10 11 0 15,3 10 1-15,3 13-2 0,2 3 10 16,-6 12-6-16,-8 19 6 15,-7 1-9-15,-7 2 1 16,-7-1 11-16,-2-3-12 16,2-11-1-16,12-2-81 15,1-9-206-15,8-8-884 0</inkml:trace>
  <inkml:trace contextRef="#ctx0" brushRef="#br0" timeOffset="126768.69">24955 13854 1273 0,'0'0'887'0,"0"0"-667"15,0 0 21 1,-114 34-89-16,90-4-86 0,6 5-8 16,11-1 18-16,7-5-58 15,9-7 17-15,24-8-28 16,7-9 6-16,3-5-13 15,-3-7-30-15,-9-18-55 16,-8-8-3-16,-13-2 53 16,-5 0 35-16,-5 8 17 15,0 4 72-15,0 11 55 16,0 10-30-16,0 2-65 16,0 10-43-16,0 18 2 0,0 6 26 15,0 4-14 1,7-4-14-16,4-6 9 0,0-6-30 15,5-8-41-15,9-14-83 16,-4 0-333-16,0-19-751 0</inkml:trace>
  <inkml:trace contextRef="#ctx0" brushRef="#br0" timeOffset="127143.42">25225 13559 2278 0,'0'0'333'0,"0"0"-208"15,0 0 78-15,22 123-70 16,-7-49-67-16,1 7 30 16,-9-6-50-16,-5-7-13 15,-2-11-24-15,0-15 0 0,0-14-9 16,0-15-8-16,-2-13-29 16,2 0-1-16,0-15 29 15,0-14-41-15,11-4 49 16,9-4 2-16,7 3-3 15,11 1 2-15,7 3 0 16,1 9-2-16,-1 9 1 16,-7 10 1-16,-14 2-16 15,-11 18 5-15,-13 16 11 16,0 7 0-16,-29-2 21 16,-8 2 35-16,-3-9-17 15,-1-6-17-15,6-9-3 16,6-10-18-16,8-7-2 15,13 0-26-15,5-16-57 16,8-21-163-16,19 4-568 0,5 1-915 0</inkml:trace>
  <inkml:trace contextRef="#ctx0" brushRef="#br0" timeOffset="127286.39">25667 13994 1277 0,'0'0'788'0,"0"0"-408"15,0 0-35-15,0 0-175 16,0 0-102-16,0 0-68 16,0 0-1-16,35 95-194 0,-26-95-496 15</inkml:trace>
  <inkml:trace contextRef="#ctx0" brushRef="#br0" timeOffset="127467.67">25717 13716 2407 0,'0'0'490'0,"0"0"-260"15,0 0-68-15,0 0-89 16,0 0-62-16,0 0-11 16,0 0-64-16,36 70-82 15,-34-42-211-15,-2-5-582 0</inkml:trace>
  <inkml:trace contextRef="#ctx0" brushRef="#br0" timeOffset="127610.51">25769 13895 438 0,'0'0'1188'0,"0"0"-547"16,0 0-261-16,10 104-136 15,-10-66-139-15,3-4-58 16,-3-4-16-16,0-6-30 16,0-7 8-16,0-5-9 15,2-3-41-15,10-9-146 16,-2 0-457-16,1 0-1360 0</inkml:trace>
  <inkml:trace contextRef="#ctx0" brushRef="#br0" timeOffset="127789.56">26001 14033 1642 0,'0'0'788'0,"0"0"-537"0,0 0-69 16,0 0-83-16,0 0-44 15,0 0-38-15,0 0-5 16,17 114-12-16,-17-100-25 16,0-10-110-16,0-4-390 15,0 0-435-15</inkml:trace>
  <inkml:trace contextRef="#ctx0" brushRef="#br0" timeOffset="128390.02">26487 13874 1505 0,'0'0'271'0,"0"0"-43"15,0 0 108-15,0 0-193 16,-126 22 14-16,91 6-21 16,1 6-40-16,12 5 4 15,7-3-40-15,12-3 13 16,3-3-49-16,13-13 7 16,23-10-11-16,9-7 4 15,7-1-24-15,-4-25-26 16,-3-6-18-16,-12-13 10 15,-10-3 32-15,-10-8-4 16,-7-2 5-16,-3 2 2 0,-3 10 28 16,0 12 39-16,0 12 37 15,0 12-1-15,0 10-15 16,0 0-67-16,0 10-7 16,0 20 6-16,0 6-6 15,4 7 20-15,12 3-35 16,-1-2 0-16,3-9-57 15,3-3-71-15,12-15-59 16,-4-7-191-16,-2-10-1114 0</inkml:trace>
  <inkml:trace contextRef="#ctx0" brushRef="#br0" timeOffset="128683.67">26975 13842 2179 0,'0'0'332'0,"0"0"-115"0,0 0 0 15,-118 53-157-15,89-12-5 16,13 7 14-16,9-3-21 16,7-10-24-16,11-10-11 15,22-13 4-15,6-12-16 16,3 0-2-16,-5-18-10 16,-2-10 10-16,-12-2 1 15,-9 2 3-15,-7 3 3 16,-5 8 48-16,-2 6 55 15,0 8-30-15,0 3-61 0,0 0-17 16,7 7-2-16,2 7-13 16,6 3-19-16,6-4-63 15,21-1-62-15,-5-5-155 16,0-7-593-16</inkml:trace>
  <inkml:trace contextRef="#ctx0" brushRef="#br0" timeOffset="128878.19">27461 13816 2008 0,'0'0'345'16,"0"0"-24"-16,0 0-139 15,0 0-108-15,-128 50-50 16,99-4 35-16,10 6-6 0,10-1 15 16,9-9-31-1,6-10-19-15,26-13-12 0,10-14-6 16,7-5-21-16,13-47-212 15,-10-3-442-15,-12-4-308 0</inkml:trace>
  <inkml:trace contextRef="#ctx0" brushRef="#br0" timeOffset="129006.23">27619 13633 1600 0,'2'-24'800'0,"-2"4"-431"16,2 6-152-16,0 12-59 16,1 2-129-16,-1 36-20 15,0 14 4-15,-2 12 2 16,0 7-6-16,0-1-9 15,-22 15-15-15,-7-20-127 16,-7-12-466-16</inkml:trace>
  <inkml:trace contextRef="#ctx0" brushRef="#br0" timeOffset="129597.57">28849 14239 1859 0,'0'0'237'15,"0"0"-29"-15,0 0 18 16,0 0-94-16,0 0-41 16,0 0 72-16,0 0-27 15,18-13-70-15,-18-20-38 16,0-6 17-16,0-5-12 15,0-2 2-15,13 4-13 16,7 2-13-16,7 6-18 16,0 10-36-16,0 12-51 15,-2 9-80-15,-6 3-14 0,-1 0 10 16,0 9 70-16,0 2 78 16,2-1 32-16,2-8 41 15,5-2 48-15,-3 0 36 16,-3 0-43-16,-10 0-4 15,-7 0 2-15,-4 0-15 16,-7 3-46-16,-19 11 11 16,-3 4 19-16,2 3-38 15,7-2 7-15,13 2-18 16,7-3 0-16,14-2-5 16,26-4 4-16,15-4 1 15,48-8-66-15,-14 0-136 16,-6 0-656-16</inkml:trace>
  <inkml:trace contextRef="#ctx0" brushRef="#br0" timeOffset="129929.9">29609 13883 1461 0,'0'0'725'16,"0"0"-412"-16,0 0-2 16,-113 7-211-16,82 21-27 15,6 9-3-15,9 0 17 16,12 0-36-16,4-5-13 15,22-14-11-15,16-4-11 16,7-11-8-16,1-3-8 16,-6-9-32-16,-9-16-23 0,-6-7 14 15,-9-1 13-15,-9-2 27 16,-3 2 1-16,-4 10 47 16,0 9 41-16,0 14 8 15,0 0-47-15,0 30-32 16,0 12-5-16,0 15 3 15,-7 5 1-15,1 0-8 16,-4-4 1-16,6-8-2 16,2-6-7-16,2-13-9 15,9-4-117-15,15-15-52 16,5-5-596-16</inkml:trace>
  <inkml:trace contextRef="#ctx0" brushRef="#br0" timeOffset="130559.65">30059 13883 2199 0,'0'0'503'0,"0"0"-452"16,0 0 161-16,0 0-119 16,0 101 12-16,25-72-48 15,13-8 15-15,7-7-1 16,3-12-2-16,0-2-37 15,-4-12-19-15,-8-13-8 16,-10-9-5-16,-6-4-20 16,-11 1-56-16,-7-3 16 15,-2 6-21-15,0 6 18 16,-6 8 14-16,-1 5 31 0,5 6 3 16,2 5 9-16,4 2-2 15,23 2-41-15,11 0 40 16,9 0 9-16,0 0 0 15,-5 0 1-15,-10 0 9 16,-15 0-8-16,-10 0 5 16,-7 0 36-16,0 0 2 15,-16 0 23-15,-6 0-59 16,-5 14 16-16,3 6-25 16,2 10 4-16,8 8-3 15,14 3-1-15,0-2 1 16,18-6-1-16,20-10 0 15,11-9-24-15,9-10 8 16,0-4-49-16,-7-2 26 0,-6-14 27 16,-12-6 12-16,-8-5 9 15,-10-2 18-15,-5-3 35 16,-4-2-8-16,0 2 6 16,-1 4-42-16,-1 4 26 15,0 6-26-15,6 7 12 16,-1 6-28-16,5 5-2 15,3 0-6-15,1 7 5 16,-5 16 1-16,-4 7 0 16,-4 2-15-16,-5 4 13 15,0-2-41-15,0 6-81 16,0-8-38-16,0-12-584 0</inkml:trace>
  <inkml:trace contextRef="#ctx0" brushRef="#br0" timeOffset="130949.2">31477 13828 1687 0,'0'0'397'16,"0"0"-44"-16,0 0-42 15,-145-10-188-15,112 24-47 16,6 12-39-16,12 4-7 15,11 4 4-15,4-3-26 16,13-8 20-16,26-7-27 0,11-6-1 16,6-10-27-1,-2 0-55-15,-6-27-30 0,-10-12-12 16,-12-11 36-16,-7-11 49 16,-11-12 39-16,-3-4 1 15,-5 9 146-15,0 12 64 16,0 18-20-16,0 24-26 15,-5 14-87-15,1 16-71 16,0 28 1-16,-3 14 21 16,2 7-28-16,5-1 11 15,0-5-12-15,3-10-9 16,19-11-63-16,29-8-58 16,-3-11-211-16,2-12-1229 0</inkml:trace>
  <inkml:trace contextRef="#ctx0" brushRef="#br0" timeOffset="131242.66">32013 13712 1465 0,'0'0'1189'0,"0"0"-1024"15,0 0 33-15,-143 32-112 16,122-2-15-16,13 1-47 16,8-2 19-16,2-7-25 15,23-6 12-15,6-10-19 16,7-6-11-16,-3 0-6 15,-2-14-30-15,-6-10 19 16,-6-2 2-16,-8 0 15 16,-4 8 6-16,-7 6 69 0,-2 12 28 15,0 0-59-15,0 16-34 16,-2 15-4-16,-5 8 12 16,2 0-12-16,5-4-12 15,0-5-19-15,0-7-52 16,19-18-86-16,1-2-178 15,4-3-853-15</inkml:trace>
  <inkml:trace contextRef="#ctx0" brushRef="#br0" timeOffset="131423.87">32277 13462 2417 0,'0'0'332'0,"0"0"-111"0,0 0-118 16,0 0 61-16,-29 104-52 15,23-66-13-15,4-4-72 16,2-4-23-16,0-11-4 16,0-2-76-16,18-13-93 15,-1-4-168-15,-1 0-664 0</inkml:trace>
  <inkml:trace contextRef="#ctx0" brushRef="#br0" timeOffset="131543.67">32429 13476 2350 0,'0'0'285'0,"0"0"-109"16,0 0 2-16,0 0-130 16,-48 138-15-16,40-80-33 0,2-14-139 15,3-8-646-15</inkml:trace>
  <inkml:trace contextRef="#ctx0" brushRef="#br0" timeOffset="131647.54">32525 13979 2002 0,'0'0'211'0,"0"0"-211"16,0 0-1074-16</inkml:trace>
  <inkml:trace contextRef="#ctx0" brushRef="#br0" timeOffset="156145.29">9077 7778 451 0,'0'0'104'0,"0"0"-22"15,0 0 88-15,0 0-25 16,0 0-5-16,0 0-7 15,-29 0 22-15,24 0-20 16,-1 0-64-16,-2 0-31 16,2 0-13-16,2 0-12 15,-1 0-15-15,1 0 6 16,2 0 0-16,0 0 28 16,-1 0 74-16,3 0 54 15,-3 0-28-15,3 0-9 16,0 0-24-16,0 0-29 0,0-10-20 15,12-2-37-15,5-4 37 16,4-2-30-16,1-1 29 16,-4 5-12-16,-2 2-9 15,-3-1-13-15,-4 6-3 16,-2 4 2-16,-3 3-10 16,0 0-6-16,1 0-1 15,0 0 1-15,1 6 0 16,-1 5 3-16,-3 4 6 15,-2 2-9-15,0 2 1 16,0 5 5-16,0 4 4 16,-11 0-9-16,-1 3-2 0,1-1 11 15,3-1-10 1,-4 0 0-16,3-1 4 0,-4 0-3 16,0-2-1-16,-2 2 1 15,1-4 0-15,1-1 16 16,1-4-17-16,5-3 26 15,3-5-25-15,0-6 8 16,4-3-8-16,-2-2 31 16,2 0 38-16,0 0 5 15,0-2-19-15,0-5-27 16,0-5-14-16,13-5-2 16,7-1-7-16,5-4 0 15,4 0 8-15,-3-1-13 16,0 8 0-16,-1 3-1 15,-4 5 0-15,-2 7-6 0,1 0 6 16,1 0-9-16,-2 9 25 16,2 1-16-16,-3 0 0 15,-3-5 4-15,-1 0-3 16,-3-1-1-16,-3-4 0 16,2 0 1-16,-4 0-1 15,-1 0 2-15,1 0-7 16,-2-2 7-16,1-7-4 15,0-4-22-15,-3 1-15 16,-2 0-100-16,0 4-162 16,0-3-359-16</inkml:trace>
  <inkml:trace contextRef="#ctx0" brushRef="#br0" timeOffset="156926.81">9427 7560 727 0,'0'0'303'15,"0"0"-63"-15,0 0 14 16,0 0-114-16,0 0-51 15,0 0-25-15,0 0 37 16,-10-4 1-16,6 4 0 16,-5 0-22-16,1 5 11 15,-2 12-3-15,2 1-23 16,3 1-3-16,3 4-30 16,2 1 29-16,0 3-20 15,0-1 29-15,15 8-17 16,3-1 14-16,2 1-39 15,2 0-1-15,1-3-15 16,0-8-11-16,0-9 5 0,6-5 2 16,0-9-4-16,3 0-2 15,-3-13 26-15,-3-4-22 16,-3-6 12-16,-8-2-17 16,-3-5 26-16,-6-7 15 15,-6-5-15-15,0-8 0 16,0 0-27-16,-13-3 26 15,-11 7-14-15,-5 8-14 16,-7 13 4-16,1 11-4 16,-6 11-4-16,3 3-40 15,-9 32-89-15,11 4-442 16,7-1-956-16</inkml:trace>
  <inkml:trace contextRef="#ctx0" brushRef="#br0" timeOffset="173009.26">12750 12878 1227 0,'0'0'235'0,"0"0"-87"16,0 0 81-16,0 0-66 15,0 0-40-15,0 0 17 16,0 0-9-16,-51-27-17 15,36 27-38-15,-10 0-39 16,-4 14 3-16,-7 9-38 16,-3 9 23-16,-2 4-22 15,3 2 18-15,7 0-3 16,13-2-2-16,11-6-8 0,7-7 1 16,14-11 4-16,22-5-11 15,1-7 17-15,5 0-13 16,-5 0-12-16,-4-7-67 15,9-2-162-15,-9-1-260 16,-6 0-444-16</inkml:trace>
  <inkml:trace contextRef="#ctx0" brushRef="#br0" timeOffset="181524.4">8595 8149 1363 0,'0'0'224'16,"0"0"-73"-16,0 0 51 15,0 0-46-15,0 0 28 16,-48 134-48-16,48-99-14 15,0-7-34-15,0-10-28 16,12-10-1-16,13-8-16 16,4-3 44-16,2-22-48 15,1-9-2-15,-3-6-26 0,-10-4 43 16,-7 1-17-16,-10 3-6 16,-2 8-1-16,-4 8-13 15,-23 10-11-15,-9 7 7 16,-9 7-23-16,1 0 10 15,3 12-29-15,8 5-48 16,20 7-43-16,6-4-192 16,7-3-488-16</inkml:trace>
  <inkml:trace contextRef="#ctx0" brushRef="#br0" timeOffset="181689.61">8914 8288 1850 0,'0'0'375'16,"0"0"-174"-16,0 0 18 16,-9 107-151-16,4-72-45 15,3 0-12-15,-6 18-11 16,1-11-200-16,-5-4-656 0</inkml:trace>
  <inkml:trace contextRef="#ctx0" brushRef="#br0" timeOffset="182604.72">9890 11215 1597 0,'0'0'288'0,"0"0"-57"0,0 0 41 16,-134 23-128-16,99 4-46 15,6 8-25-15,11 0 20 16,11 2-39-16,7-8-32 16,7-4 3-16,20-12-25 15,9-6 33-15,-1-7-23 16,1 0 11-16,-3-12-6 15,-2-6-1-15,-6-5-8 16,-7 2 10-16,-9-1 2 16,-9 2 3-16,0 1 40 15,-2 8-60-15,-21 0 33 0,-2 6-28 16,2 2-3 0,-4 3-3-16,6 0-6 0,5 0-43 15,12 11-77-15,4 2-208 16,0-3-534-16</inkml:trace>
  <inkml:trace contextRef="#ctx0" brushRef="#br0" timeOffset="182769.05">10211 11500 1121 0,'0'0'816'0,"0"0"-714"15,0 0 211-15,0 0-141 16,0 106-87-16,0-84-37 15,0-2-32-15,0 0-16 16,0-4-4-16,0-6-274 0,7-10-907 16</inkml:trace>
  <inkml:trace contextRef="#ctx0" brushRef="#br0" timeOffset="183010.37">10461 11163 1798 0,'0'0'267'16,"0"0"-123"-16,0 0 166 0,0 0-166 16,-2 109-86-16,2-80-32 15,0 0-20-15,4-1-6 16,1-7 0-16,-1 0-53 15,5-5-82-15,-3-6-344 16,2-6-424-16</inkml:trace>
  <inkml:trace contextRef="#ctx0" brushRef="#br0" timeOffset="183399.15">10657 11048 1046 0,'0'0'320'0,"0"0"-34"15,0 0 24-15,11 103-110 16,5-69-85-16,4-4-14 16,4-7-21-16,7-8-15 15,4-11 19-15,2-4 36 16,-1-2-54-16,-1-22-29 16,-8-6-19-16,-9-3 33 15,-11-6 6-15,-7 3-6 0,0 2-5 16,-19 4-9-16,-5 9-16 15,-5 12-4-15,-7 9-34 16,-24 14-22-16,9 16-176 16,2 2-624-16</inkml:trace>
  <inkml:trace contextRef="#ctx0" brushRef="#br0" timeOffset="202021.19">5956 9363 1572 0,'0'0'359'16,"0"0"-70"-16,0 0 18 16,0 0-131-16,0 0-48 15,0 0-38-15,0 0-27 16,0 0-38-16,0 0-11 15,0 0-14-15,0 0-18 16,0 0-90-16,0 0-387 16,-5 0-542-16</inkml:trace>
  <inkml:trace contextRef="#ctx0" brushRef="#br0" timeOffset="-209477.9">4574 11251 1483 0,'0'0'229'15,"0"0"89"-15,0 0-17 0,0 0-133 16,0 0-58-16,0 0 29 16,-125-22-66-16,105 40 1 15,2 8-32-15,11 1-3 16,7 1-24-16,0-2-5 15,29-7-10-15,5-4 0 16,3-11 9-16,0-4-8 16,-6-2 41-16,-7-20-41 15,-10-7 24-15,-10-3-19 16,-4-3 21-16,-7-2 12 16,-19 3-7-16,-8 4 5 15,-1 4-31-15,1 3 0 16,0 8 5-16,8 5-22 0,6 2 8 15,4 8-57 1,16 0-122-16,0 18-471 0,2 0-599 0</inkml:trace>
  <inkml:trace contextRef="#ctx0" brushRef="#br0" timeOffset="-209251.09">4803 11390 2244 0,'0'0'259'16,"0"0"-145"-16,0 0 79 0,-48 140-90 15,25-86-44-15,1-2-1 16,-3 1-10-16,1-5-35 16,2-9 5-16,5-4-18 15,11-9 0-15,6-8-59 16,0-18-124-16,16 0-403 15,1-2-608-15</inkml:trace>
  <inkml:trace contextRef="#ctx0" brushRef="#br0" timeOffset="-208801.61">5004 11304 1570 0,'0'0'198'16,"0"0"-116"-16,0 0 108 16,0 0-69-16,133-43-56 15,-104 47-21-15,-8 16-35 16,-17 9 13-16,-4 3 26 15,-18 0 29-15,-15 0 25 16,-3-5-48-16,3-4-5 16,8-7-37-16,12-7-11 15,9-6-1-15,4-1-23 16,6 2 22-16,17-1 1 0,3 6 25 16,3 2-25-16,-2 2 9 15,-1 3 0-15,-7 0-15 16,-9 2 12-16,-10 0-6 15,0-2 18-15,-22 3 53 16,-14-4 28-16,-6-1-23 16,3-3-9-16,0-2-61 15,12-5 8-15,10-1-14 16,8-3-48-16,6 0-161 16,3 0-564-16</inkml:trace>
  <inkml:trace contextRef="#ctx0" brushRef="#br0" timeOffset="-208119.4">5064 9247 1311 0,'0'0'311'0,"0"0"-143"16,0 0 125-16,-93 101-88 15,68-57-36-15,2 3-53 16,8-1-19-16,4-4-54 16,8-5 12-16,3-11-25 15,10-9-5-15,21-11-14 16,11-6 8-16,8-3 4 15,-2-18-9-15,-5-4-9 16,-10-7 5-16,-13 1 5 16,-13-1-15-16,-7 2 9 15,0 0 40-15,-18 3 7 16,-9 5-30-16,-6 6-5 16,-1 6-3-16,-1 4-16 15,6 6-2-15,4 0-8 16,9 0 8-16,12 4-82 0,8 4-172 15,21 0-529-15,4-2-712 16</inkml:trace>
  <inkml:trace contextRef="#ctx0" brushRef="#br0" timeOffset="-207969.59">5363 9471 1031 0,'0'0'784'15,"0"0"-638"-15,0 0 168 16,0 107-116-16,0-75-94 15,0 1-77-15,0-3 4 0,0-6-31 16,7-4-3-16,3-8-295 16,2-8-475-16</inkml:trace>
  <inkml:trace contextRef="#ctx0" brushRef="#br0" timeOffset="-207667.92">5505 9184 1741 0,'0'0'281'0,"0"0"-65"16,0 0 35-16,150-65-83 15,-107 65-113-15,-6 9-16 0,-10 20-30 16,-4 12 40-1,-10 3-36-15,-5 2 5 0,-4 0-7 16,-4-2-10-16,0-4 6 16,0-3-7-16,0-9 0 15,0-5-5-15,0-4-40 16,0-7-163-16,4-12-120 16,0 0-169-16,0 0-462 0</inkml:trace>
  <inkml:trace contextRef="#ctx0" brushRef="#br0" timeOffset="-207510.41">5528 9428 1722 0,'0'0'182'15,"0"0"-116"-15,165-50-41 16,-85 26-25-16,-14 2-519 0</inkml:trace>
  <inkml:trace contextRef="#ctx0" brushRef="#br0" timeOffset="-200324.34">9112 9258 1290 0,'0'0'275'15,"0"0"-114"-15,0 0 51 16,0 0-84-16,0 0-31 16,-118 16 37-16,91 8-17 15,3 2 2-15,6 1-35 16,7-1 11-16,9-4-44 15,2-5-19-15,9-2-15 16,20-6 1-16,8-6-2 16,5-3 5-16,1 0 3 15,-5-7-23-15,-9-6 22 16,-9-6-23-16,-11-3 18 0,-7 0 13 16,-2-2 28-16,0 0-18 15,-17 2-17-15,-4 2-4 16,1 2-14-16,-2 4-2 15,2 2 10-15,4 1-14 16,3 8 0-16,4 1-9 16,4 2-79-16,5 0-138 15,0 10-470-15,8 2-850 0</inkml:trace>
  <inkml:trace contextRef="#ctx0" brushRef="#br0" timeOffset="-200113.38">9266 9532 485 0,'0'0'870'0,"0"0"-655"15,0 0 124-15,-54 131-103 16,37-91-63-16,-1-3-55 16,0-3-47-16,4-7-23 15,1-3-36-15,5-5 9 16,3-7-20-16,5-8-2 15,0-4-159-15,18-9-165 16,4-10-781-16</inkml:trace>
  <inkml:trace contextRef="#ctx0" brushRef="#br0" timeOffset="-199746.26">9660 9425 1277 0,'0'0'291'0,"0"0"-78"15,0 0 70-15,0 0-161 16,127 1-63-16,-117 26 14 16,-10 3-47-16,0-2 48 15,-20 0-13-15,-12-3 31 16,-5-6-31-16,-6-3-25 15,1-5-15-15,4-4-9 16,9-7-5-16,4 0-7 0,9-10 2 16,6-12-2-16,3-6-8 15,5-2 7-15,2 0 0 16,0 2 1-16,0 3-1 16,13 7-20-16,5 3 13 15,1 4 7-15,4 5-34 16,0 4-140-16,3 2-146 15,-3 0-197-15,-8 5-376 0</inkml:trace>
  <inkml:trace contextRef="#ctx0" brushRef="#br0" timeOffset="-199401.11">9636 9629 1092 0,'0'0'197'16,"0"0"-87"-16,0 0 136 15,0 0-145-15,0 0-37 16,0 0 25-16,0 0-21 16,116 113-10-16,-116-83-18 15,0-2 24-15,-15 0 1 16,-12-5-3-16,-9-2-20 15,-2-5-11-15,-2-9-10 16,2-7 13-16,5 0 32 16,4-2 1-16,4-17-9 15,9-6-41-15,5 1 8 0,7-3-17 16,4 1-8-16,0 1-9 16,9 4-67-16,15 0-101 15,-3 7-118-15,-4 3-430 0</inkml:trace>
  <inkml:trace contextRef="#ctx0" brushRef="#br0" timeOffset="-197429.51">9779 12735 1189 0,'0'0'283'0,"0"0"-61"15,0 0-8-15,0 0-131 16,0 0-74-16,0 0 6 15,-65 46 14-15,47-20 53 0,5 2 36 16,9-1-22-16,4-3-20 16,0-6-27-16,22-2 18 15,9-6-41-15,3-6 22 16,1-4-12-16,-1 0-9 16,-5-9-17-16,-5-11 9 15,-6-4 4-15,-7-3-1 16,-2-4 10-16,-9 4 15 15,0-2 31-15,0 8-48 16,-13 4-2-16,-7 3-19 16,-3 6-3-16,0 6-6 15,6 2-6-15,3 0-51 16,8 14-171-16,4 6-268 0,2-1-475 16</inkml:trace>
  <inkml:trace contextRef="#ctx0" brushRef="#br0" timeOffset="-197202.38">10075 13159 1445 0,'0'0'252'15,"0"0"-96"-15,0 0 161 16,0 0-147-16,-116 132-108 15,85-97-12-15,2-3-29 0,4-3-7 16,10-9-14-16,11-6-19 16,6-10-172-16,18-4-363 15,9 0-500-15</inkml:trace>
  <inkml:trace contextRef="#ctx0" brushRef="#br0" timeOffset="-196656.54">10474 13087 1224 0,'0'0'261'16,"0"0"-37"-16,0 0-18 15,0 0-108-15,-147 0-11 16,114 9 51-16,1 5 4 16,6 2-10-16,8-2-53 15,7 2-18-15,8-4-41 16,3-4-20-16,9-4-1 16,16-2 1-16,8-2 0 15,-2 0 0-15,-4 0-40 16,-4-6-6-16,-10-2 46 15,-2 2 6-15,-6-2 7 16,-1 1 3-16,-2-2 20 0,0 4-12 16,-2-2-6-16,0 5 16 15,0 2-7-15,0 0 9 16,0 0-35-16,0 2-1 16,-2 17 15-16,-13 4 42 15,-5 7-2-15,-3 4 8 16,2 2-24-16,0-2-15 15,5-3 2-15,3-6-25 16,5-4 2-16,0-5 3 16,4-4-7-16,-1-1 1 15,3 1-7-15,-2-3-22 16,0 2-24-16,4-4-3 16,0-2-112-16,15-5-102 15,12 0-419-15,2-5-853 0</inkml:trace>
  <inkml:trace contextRef="#ctx0" brushRef="#br0" timeOffset="-196318.61">10570 13247 753 0,'0'0'632'0,"0"0"-477"15,0 0 67-15,0 0-36 16,0 0-37-16,-100 120-21 0,82-83-15 16,5-2-17-1,6-5-35-15,7-3-31 0,0-10-14 16,5-7 9-16,19-4-25 16,5-6 17-16,5 0 2 15,-1-18 0-15,-4-8-8 16,-4-9-2-16,-10-2 4 15,-7-7 14-15,-3 1 15 16,-5 4-27-16,0 3 7 16,0 11-22-16,-15 9 0 15,-27 16-118-15,1 0-226 16,-5 4-413-16</inkml:trace>
  <inkml:trace contextRef="#ctx0" brushRef="#br0" timeOffset="-185134.86">2510 15055 1796 0,'0'0'592'16,"0"0"-488"-16,0 0 112 16,0 0-124-16,0 0-12 15,-2 153 29-15,17-70-3 16,1 12-22-16,-1 1-9 15,-1 1-21-15,-3-7-4 16,2-6-11-16,-2-8-28 16,-2-10 8-16,-3-7-18 15,1-15-1-15,-2-8 0 0,-3-18 0 16,1-4-12-16,-1-14-33 16,0 0-6-16,0-4-10 15,2-20-61-15,-4-20-105 16,0 0-327-16,0 3-200 0</inkml:trace>
  <inkml:trace contextRef="#ctx0" brushRef="#br0" timeOffset="-184811.93">2506 15432 1230 0,'0'0'176'16,"0"0"-69"-16,0 0 115 15,-17-107-138-15,17 80 4 16,11-5 25-16,23-2-62 15,15-4-8-15,15-5-17 0,13 4 17 16,8 5 18-16,1 10 42 16,-1 17-26-16,-7 7-38 15,-15 26 19-15,-17 20 9 16,-17 5 28-16,-17 5 45 16,-12 2-14-16,-6 0-45 15,-22-5-8-15,-6-2-19 16,-6-7-5-16,0-8-23 15,5-10-16-15,1-12 1 16,5-10-10-16,3-4-1 16,1-9-12-16,2-14-33 0,10-3-63 15,13-6-82 1,0 6-432-16,18 4-719 0</inkml:trace>
  <inkml:trace contextRef="#ctx0" brushRef="#br0" timeOffset="-183873.75">3972 14875 986 0,'0'0'336'0,"0"0"-40"0,0 0 30 15,0 0-42-15,0 0-64 16,0 0-81-16,-116 29-39 15,64 42 13-15,-8 43 29 16,5 33-14-16,14 9-9 16,26-26-34-16,15-37-16 15,0-35-27-15,18-14-18 16,4 6-10-16,5-1-13 16,4 4 10-16,3-9-11 15,-1-7-23-15,7-11-49 16,9-7-43-16,59-6-73 15,-13-13-321-15,5 0-377 0</inkml:trace>
  <inkml:trace contextRef="#ctx0" brushRef="#br0" timeOffset="-183258.15">6020 14923 789 0,'0'0'190'16,"0"0"83"-16,0 0 32 15,0 0-98-15,0 0 14 0,0 0 63 16,0 0-29 0,-64-68-23-16,59 64-35 0,3 4-44 15,2 0-81-15,0 21-51 16,0 22 1-16,0 13 56 16,0 10-9-16,9 9 0 15,3 0 16-15,-2 4-37 16,-1 1 21-16,1 0-24 15,-6-2-7-15,0-3-22 16,0-9-4-16,-1-8-4 16,-3-8-7-16,2-10 4 15,-2-12-4-15,0-8-2 16,0-6-1-16,0-7-13 16,2-4-28-16,0-3-16 15,6 0-34-15,2-8-40 0,22-20-72 16,-1-2-145-1,2 1-713-15</inkml:trace>
  <inkml:trace contextRef="#ctx0" brushRef="#br0" timeOffset="-182874.96">6533 15145 1898 0,'0'0'214'15,"0"0"-46"-15,0 0 71 16,0 125-83-16,0-58 11 15,0 11-41-15,0 1-23 16,0-7-30-16,0-1-28 16,0-8-24-16,0-5-10 15,0-9-1-15,0-8-10 16,0-14 8-16,0-3-8 16,0-10 0-16,0-7-30 0,0-7-35 15,6 0-14 1,6-21-100-16,8-27-289 15,-2 4-116-15,-4-2-619 0</inkml:trace>
  <inkml:trace contextRef="#ctx0" brushRef="#br0" timeOffset="-182583.03">6354 15226 75 0,'0'0'1561'0,"0"0"-1317"0,0 0-14 16,0 0 14-16,0 0-79 16,0 0-52-16,160-22-27 15,-98 18-16-15,0-6-31 16,-6 2-6-16,-10 1-33 15,-10 2 10-15,-9 3-10 16,-7 2-10-16,-7 0-68 16,-6 0-193-16,-4 4-362 15,-3 10-457-15</inkml:trace>
  <inkml:trace contextRef="#ctx0" brushRef="#br0" timeOffset="-182395.45">6475 15545 1285 0,'0'0'218'0,"0"0"120"16,0 0-5-16,0 0-126 15,0 0-80-15,130-21-5 16,-90 9-50-16,-3 2-47 16,-3 7-25-16,-1 3-12 15,21-5-116-15,-5 5-447 16,-7-6-617-16</inkml:trace>
  <inkml:trace contextRef="#ctx0" brushRef="#br0" timeOffset="-181892">7488 14812 337 0,'0'0'1238'16,"0"0"-953"-16,0 0-71 15,0 0-60-15,0 0-12 16,0 0 40-16,129 118-4 16,-80-53-58-16,-3 9-10 15,-1 7-32-15,-9-1 9 16,-9 2-33-16,-14 1-9 15,-11-2-6-15,-2-5 0 16,-9-3-5-16,-13-7-6 16,-5-8-10-16,4-10-16 15,4-12 8-15,3-7-8 16,7-12-3-16,3-1 1 0,4-5-24 16,2-4-49-16,-3 7-33 15,1 9-48-15,2-2-184 16,-3-2-394-16</inkml:trace>
  <inkml:trace contextRef="#ctx0" brushRef="#br0" timeOffset="-172076.36">4923 15228 1551 0,'0'0'269'0,"0"0"-86"0,0 0 122 16,0 0-144-16,0 0-112 15,0 0-26-15,-12 42 29 16,-2-1 49-16,-6 8-26 16,-7 6-16-16,-4 3 10 15,-2 3-21-15,-4-2-6 16,2-1-20-16,2-4 23 15,3-6-26-15,6-4 7 16,7-12-13-16,3-6-4 16,5-12-8-16,7-8 0 15,2-4 8-15,0-2-3 16,0 0 19-16,0-15-24 16,0-8-1-16,6-5-25 0,6-2 1 15,3-2-14 1,1-8 4-16,4 0-2 0,0-2-6 15,3-2-3-15,1 4 2 16,2-3 27-16,1 5 5 16,0-2 11-16,2 1-8 15,2-2 8-15,0 1 0 16,3 1 0-16,-5 8 0 16,-5 4 2-16,-5 9-1 15,-6 8 0-15,-9 5 31 16,-2 5-12-16,-2 0-8 15,2 0-12-15,4 14 12 16,2 8 15-16,1 10 3 16,5 12 2-16,-4 4-4 15,3 6 14-15,-3 6-26 0,-1 1 8 16,-5-2-6-16,0-2 2 16,1-3-8-16,-3-10-11 15,1-7 5-15,-1-5-5 16,0-11-2-16,0-7-3 15,1-6 4-15,-3-5-19 16,2-2-17-16,-2-1-15 16,0 0-30-16,0-12-76 15,0-9-438-15,0-2-543 0</inkml:trace>
  <inkml:trace contextRef="#ctx0" brushRef="#br0" timeOffset="-171864.42">4647 15727 717 0,'0'0'1137'16,"0"0"-986"-16,0 0 92 15,0 0-5-15,139 0-144 16,-89 0-64-16,4 0-30 15,13 0-64-15,-13 0-294 16,-12 0-864-16</inkml:trace>
  <inkml:trace contextRef="#ctx0" brushRef="#br0" timeOffset="-170778.56">8530 15408 345 0,'0'0'130'16,"0"0"27"-16,0 0 93 15,0 0 123-15,0 0-81 16,0 0-69-16,0 0-55 15,-26 0-57-15,23 0-6 16,3 0-4-16,0 0-6 0,7 0-22 16,15 0 20-16,12-8-53 15,3 3-14-15,4-4-20 16,-1 6 0-16,-2-2-6 16,-5 1-61-16,4 4-178 15,-12 0-95-15,-9 0-338 0</inkml:trace>
  <inkml:trace contextRef="#ctx0" brushRef="#br0" timeOffset="-170596.39">8486 15620 1285 0,'0'0'154'16,"0"0"-60"-16,0 0 1 15,0 0-41-15,0 0-33 16,132 18-21-16,-91-15-26 16,-7-2-344-16</inkml:trace>
  <inkml:trace contextRef="#ctx0" brushRef="#br0" timeOffset="-157157.33">9393 15115 1996 0,'0'0'305'0,"0"0"-237"16,-9 125 202-16,7-49-89 15,2 3-71-15,0 8-33 16,0-7-25-16,0-5-28 16,2-12-12-16,5-14-3 15,2-5-9-15,-2-12 0 16,-3-9-42-16,0-16-71 0,1-7-129 16,-5-26-51-16,-3-13-395 15,-10-7-498-15</inkml:trace>
  <inkml:trace contextRef="#ctx0" brushRef="#br0" timeOffset="-156917.83">9311 15516 990 0,'0'0'507'16,"0"0"-340"-16,-16-133 92 16,16 70-50-16,22 5-68 15,25 1-12-15,18 11-39 16,13 12-7-16,2 14 42 16,0 16-48-16,-10 4-15 15,-18 24-18-15,-15 14-16 16,-24 8-16-16,-13 7 15 15,-15-3 18-15,-26-2 3 16,-7-8 2-16,-4-8-18 16,3-6-23-16,7-8-5 0,8-7 2 15,14-8-12-15,11-3-6 16,9 0-57-16,29-22-138 16,13 0-340-16,10 0-357 0</inkml:trace>
  <inkml:trace contextRef="#ctx0" brushRef="#br0" timeOffset="-156511.95">10362 15124 1763 0,'0'0'224'0,"0"0"-98"0,0 0 150 16,-120 155-83-16,80-74-47 15,5 0-8-15,6 2-49 16,10-6-54-16,17-9-19 16,2-10-8-16,14-6-8 15,22-10-23-15,35 2-105 16,-7-14-188-16,-1-12-446 0</inkml:trace>
  <inkml:trace contextRef="#ctx0" brushRef="#br0" timeOffset="-154957.31">10611 15320 1520 0,'0'0'483'16,"0"0"-319"-16,0 0 69 15,0 0-92-15,0 0-79 0,-6 102 139 16,2-25-23 0,0 4-49-16,2 4-47 0,-1-6-22 15,3-7-33-15,0-14-16 16,0-12-4-16,0-12-7 15,0-10 0-15,5-12-36 16,1-8-43-16,6-4-25 16,5-35-99-16,2-4-397 15,-7-6-476-15</inkml:trace>
  <inkml:trace contextRef="#ctx0" brushRef="#br0" timeOffset="-154739.15">10528 15348 1818 0,'0'0'259'15,"0"0"-52"-15,0 0 112 16,0 0-221-16,133-64-62 16,-64 50 10-16,3 6 2 15,-10-2-25-15,-10 6-23 16,-8 4-25-16,-8 0-127 15,-5 0-181-15,-6 0-154 16,-15 4-438-16</inkml:trace>
  <inkml:trace contextRef="#ctx0" brushRef="#br0" timeOffset="-154537.08">10657 15603 1258 0,'0'0'198'16,"0"0"-41"-16,0 0 148 15,0 0-132-15,0 0-114 16,162-24-30-16,-106 10-19 16,14 1-10-16,-17 4-210 15,-8 0-822-15</inkml:trace>
  <inkml:trace contextRef="#ctx0" brushRef="#br0" timeOffset="-154124.53">11500 15127 1612 0,'0'0'379'16,"0"0"-268"-16,0 0 47 16,0 0 72-16,-12 159-19 15,3-76-68-15,-1 2-37 16,-2-1-29-16,1-7-33 16,0-13-29-16,7-8-3 15,-1-14-10-15,5-8-4 16,0-12-40-16,12-14-101 15,12-8-380-15,0 0-711 0</inkml:trace>
  <inkml:trace contextRef="#ctx0" brushRef="#br0" timeOffset="-153756.15">11822 15954 1602 0,'0'0'318'0,"0"0"-12"16,0 0 74-16,0 0-254 15,0 0-85-15,52-133 2 16,-38 79 21-16,-5-13-4 16,-3 0-24-16,-2-9-12 0,1 6-5 15,4 7-5-15,2 13-14 16,3 13 8-16,-1 16 15 15,0 10 10-15,1 11-6 16,3 0-26-16,8 25 20 16,4 11 3-16,2 7-3 15,-2 10-10-15,0 1-10 16,-4 0 5-16,-5-4-5 16,-3-1-1-16,-1-9-29 15,-3-8-7-15,-2-6-44 16,5-3-74-16,-3-11-300 15,-3-7-411-15</inkml:trace>
  <inkml:trace contextRef="#ctx0" brushRef="#br0" timeOffset="-153583.25">11894 15807 1979 0,'0'0'269'0,"0"0"-78"15,0 0 80-15,0 0-179 16,0 0-92-16,167-28-4 16,-73 12-106-16,-16 2-201 15,-13 0-570-15</inkml:trace>
  <inkml:trace contextRef="#ctx0" brushRef="#br0" timeOffset="-153318.72">12458 15182 1249 0,'0'0'696'0,"0"0"-637"15,0 0 82-15,47 112 80 16,-18-23-53-16,-6 4-14 15,-13 6-11-15,-7-1-22 16,-3-22-63-16,-11 8-34 16,-12-11-12-16,-6-8-12 0,-20 16-43 15,7-21-159 1,2-7-455-16</inkml:trace>
  <inkml:trace contextRef="#ctx0" brushRef="#br0" timeOffset="-151871.65">13033 15337 696 0,'0'0'1141'16,"0"0"-996"0,0 0 6-16,-6 127 104 0,6-48-70 15,2 7-85-15,16 2-12 16,1-12-30-16,0-7-28 16,-1-11-22-16,-5-15-8 15,-5-8-28-15,-2-16-94 16,-6-7-149-16,-3-12-79 15,-17-17-267-15,-5-9-264 0</inkml:trace>
  <inkml:trace contextRef="#ctx0" brushRef="#br0" timeOffset="-151645.89">12933 15695 945 0,'0'0'340'16,"0"0"-178"-16,16-161 78 16,17 100-82-16,14 3-77 15,9 17 1-15,4 15 45 0,0 20 57 16,-2 6-88-16,-9 18-38 15,-7 22 9-15,-15 8-14 16,-18 6-8-16,-9 5-2 16,-23-5-1-16,-27 0-14 15,-13-11 8-15,-6-2-21 16,6-11-3-16,11-6-6 16,13-15-6-16,22-9-12 15,17-23-151-15,19-12-378 16,18 0-717-16</inkml:trace>
  <inkml:trace contextRef="#ctx0" brushRef="#br0" timeOffset="-151442.98">13805 15350 1947 0,'0'0'248'16,"0"0"-131"-16,-101 130 135 15,61-63-131-15,5 5-45 16,10-5-29-16,14-4-30 16,11-13-17-16,11-6-8 15,56 8-153-15,-7-15-401 16,2-6-631-16</inkml:trace>
  <inkml:trace contextRef="#ctx0" brushRef="#br0" timeOffset="-151182.16">14077 15932 1793 0,'0'0'272'0,"0"0"12"16,0-169-29-16,0 101-115 15,0-2-52-15,0 2-7 16,0 5-24-16,0 5-12 16,0 12-4-16,4 16-12 15,7 18 8-15,3 12-37 16,5 12 6-16,8 28 0 15,7 10 8-15,-1 12-13 16,1 1 13-16,-8-1-13 16,-3-4 0-16,-7-12-1 15,-6-8-28-15,-3-6-55 0,-3-18-112 16,-2-3-388-16,-2-11-649 16</inkml:trace>
  <inkml:trace contextRef="#ctx0" brushRef="#br0" timeOffset="-151029.37">13972 15793 1798 0,'0'0'470'0,"0"0"-250"15,0 0 95-15,0 0-232 16,0 0-45-16,158-93-26 0,-80 72-12 16,34-13-12-1,-23 8-231-15,-11 0-470 0</inkml:trace>
  <inkml:trace contextRef="#ctx0" brushRef="#br0" timeOffset="-150805.81">14498 15136 1000 0,'0'0'881'0,"0"0"-743"15,0 0 100-15,125 72 23 16,-63-13-94-16,-1 16-21 16,-8 5-44-16,-11 2-56 0,-17 2-23 15,-14-3-23 1,-11 25-62-16,-25-22-232 0,-6-11-399 0</inkml:trace>
  <inkml:trace contextRef="#ctx0" brushRef="#br0" timeOffset="-150070.02">9101 16356 909 0,'0'0'383'0,"0"0"-252"16,0 0-44-16,0 0 32 15,0 0 33-15,145 0-60 16,-65 0-28-16,30 9-27 16,25 4-13-16,29 6-8 15,11-1-15-15,1-4 6 16,3-10 10-16,6-4-4 16,28-4 8-16,26-14-9 15,18 4-11-15,3 4 27 16,-8 1 39-16,-16 6-38 0,-10-2-14 15,-8 0-15 1,3-4 0-16,9-1 0 0,17-6-9 16,21 2 8-16,15 0 2 15,-7 7-1-15,-22 2 12 16,-37 3 32-16,-57 2 69 16,-46 0-44-16,-41 0-36 15,-17-4-21-15,2 1 3 16,2-2-14-16,3-1 12 15,-12-2 23-15,-2-2 29 16,-2 2-33-16,-1 4-23 16,1-4-9-16,-7 8-20 15,-13 0-109-15,-12 0-358 16,-15 3-582-16</inkml:trace>
  <inkml:trace contextRef="#ctx0" brushRef="#br0" timeOffset="-142788.48">11700 16721 1696 0,'0'0'266'15,"0"0"-193"-15,0 0 136 16,0 0-88-16,0 0-64 0,0 0-20 16,-17 7 19-16,10 9-26 15,-7 12-12-15,-3 16 67 16,-3 9 10-16,-1 10-13 15,2 4-19-15,5-4-21 16,5-1-21-16,5-3-6 16,4-7-9-16,0-10-5 15,11-8 5-15,11-9-6 16,5-6-61-16,4-9-100 16,30-10-43-16,-9 0-171 15,-4 0-368-15</inkml:trace>
  <inkml:trace contextRef="#ctx0" brushRef="#br0" timeOffset="-142530.37">12026 16976 2039 0,'0'0'291'15,"0"0"-232"-15,0 0-20 16,0 0 26-16,0 117 39 15,4-59-14-15,0 0-17 16,-1 0-3-16,-3-4-22 16,0-6-22-16,0-2-17 15,0-12-4-15,0-10-5 0,0-11-15 16,0-13-67 0,3 0-55-16,7-31-96 0,1-9-249 15,-7-1-262-15</inkml:trace>
  <inkml:trace contextRef="#ctx0" brushRef="#br0" timeOffset="-142359.18">12011 16964 1520 0,'0'0'331'0,"0"0"-221"15,0 0-12-15,0 0-60 16,0 0-28-16,137-14-10 15,-94 14 0-15,10 0-79 16,-6 0-291-16,-14-4-808 0</inkml:trace>
  <inkml:trace contextRef="#ctx0" brushRef="#br0" timeOffset="-142180.03">12037 17183 1493 0,'0'0'325'15,"0"0"-228"-15,0 0 77 16,0 0-20-16,0 0-40 16,0 0-51-16,0 0-23 15,145 26-23-15,-94-30-17 16,14-15-132-16,-14 2-181 16,-9 2-415-16</inkml:trace>
  <inkml:trace contextRef="#ctx0" brushRef="#br0" timeOffset="-141936.8">12559 16866 1637 0,'0'0'210'16,"0"0"-131"-16,0 0 57 15,69 121-39-15,-49-60 17 16,-7 15 14-16,-9 0-10 16,-4 23-72-16,-6-11-22 15,-17 3-24-15,-29 29-44 0,4-36-280 16,-1 0-710-16</inkml:trace>
  <inkml:trace contextRef="#ctx0" brushRef="#br0" timeOffset="-138018.62">6395 13944 1290 0,'0'0'623'0,"0"0"-525"15,0 0 130-15,0 0-120 16,0 0-80-16,0 0 30 0,-4 122 100 16,4-51-20-16,-3-1-39 15,3 2-62-15,0-12-20 16,0-4-16-16,0-10 4 16,0-11-5-16,0-11-69 15,0-18-137-15,0-6-307 16,0 0-303-16</inkml:trace>
  <inkml:trace contextRef="#ctx0" brushRef="#br0" timeOffset="-137772.04">6337 14084 1175 0,'0'0'235'0,"0"0"-109"0,0 0 144 16,85-120-145-16,-39 102-45 15,6 8 67-15,2 10-41 16,-4 0-69-16,0 26-26 15,-13 9 0-15,-10 5-9 16,-14 6 22-16,-13 2 22 16,0-2 20-16,-26-6 37 15,-12 1 9-15,-6-15-42 16,-4-1-39-16,8-9-18 16,7-9-13-16,11-7-19 15,19-7-143-15,3-17-431 16,0-2-550-16</inkml:trace>
  <inkml:trace contextRef="#ctx0" brushRef="#br0" timeOffset="-137553.31">7033 13948 1463 0,'0'0'543'0,"0"0"-467"15,0 0 186-15,-130 121-72 16,96-65-52-16,13-1-45 16,7-2-40-16,12-7-27 15,2-9-21-15,22-6-5 16,36-4-163-16,-2-10-412 16,-7-7-569-16</inkml:trace>
  <inkml:trace contextRef="#ctx0" brushRef="#br0" timeOffset="-137254.05">7197 14526 1450 0,'0'0'291'15,"0"0"-92"-15,0 0 108 16,0 0-122-16,0 0-47 16,40-131-5-16,-28 91-21 15,3-6-51-15,3-5-13 16,5-2-18-16,-2-1-15 15,6 6-7-15,0 9-8 16,-4 9 0-16,-3 17 0 0,-3 7 0 16,-3 6 1-16,-1 14 0 15,-2 19 6-15,1 12 10 16,-1 2-17-16,2 2 10 16,3-3-9-16,0-4-1 15,1-8-34-15,3-4-80 16,5-11-156-16,-3-10-380 15,-6-6-871-15</inkml:trace>
  <inkml:trace contextRef="#ctx0" brushRef="#br0" timeOffset="-137087.55">7318 14307 1706 0,'0'0'253'0,"0"0"-168"15,0 0 127-15,0 0-100 16,0 0-112-16,176-3-31 16,-105-4-290-16,-9-3-743 0</inkml:trace>
  <inkml:trace contextRef="#ctx0" brushRef="#br0" timeOffset="-135811.95">7835 14517 1317 0,'0'0'241'0,"0"0"-128"0,0 0 130 16,0 0-58-16,0 0-23 16,-25-104-38-16,25 70-27 15,4-2-14-15,17-2-44 16,8 0-30-16,6 2-1 16,1 5-8-16,-2 11 12 15,-8 11-11-15,-6 9-1 16,-3 0-5-16,-4 29 5 15,-1 10 9-15,2 3-2 16,-1 6-5-16,1-3-2 16,-3-1 1-16,1-8 0 15,-4-5-1-15,8 0-67 0,0-18-321 16,-1-4-1045-16</inkml:trace>
  <inkml:trace contextRef="#ctx0" brushRef="#br0" timeOffset="-135617.03">8306 14229 1298 0,'0'0'760'16,"0"0"-667"-16,-10 126 204 16,8-63-85-16,2-1-94 15,0-4-60-15,0-9-34 16,0-12-15-16,2-11-9 15,16-20-56-15,-3-6-286 16,2 0-541-16</inkml:trace>
  <inkml:trace contextRef="#ctx0" brushRef="#br0" timeOffset="-135450.65">8214 14270 1687 0,'0'0'567'0,"0"0"-494"15,0 0 181-15,0 0-145 16,0 0-68-16,115-81-38 16,-61 69-3-16,6 1-225 15,-12 8-158-15,-17 1-342 0</inkml:trace>
  <inkml:trace contextRef="#ctx0" brushRef="#br0" timeOffset="-135301.89">8356 14391 104 0,'0'0'1190'0,"0"0"-942"16,0 0 93-16,0 0-28 16,0 0-94-16,0 0-106 15,0 0-95-15,150-14-18 16,-76-13-153-16,-16 5-164 16,-14 1-358-16</inkml:trace>
  <inkml:trace contextRef="#ctx0" brushRef="#br0" timeOffset="-135099.02">8698 14050 983 0,'0'0'901'0,"0"0"-792"16,0 0 46-16,0 0-9 15,0 0-23-15,142 111-1 16,-117-47-58-16,-12 2-7 15,-13 2-33-15,0-5-8 16,-22 12-16-16,-5-14-51 16,-4-12-475-16</inkml:trace>
  <inkml:trace contextRef="#ctx0" brushRef="#br0" timeOffset="-132989.06">5679 14212 1355 0,'0'0'311'16,"0"0"-169"-16,0 0-27 16,0 0-69-16,0 0-23 15,0 0-18-15,0 0 3 16,96-21 0-16,-69 17-8 15,-5 4-18-15,-7 0-111 16,-7 0-520-16</inkml:trace>
  <inkml:trace contextRef="#ctx0" brushRef="#br0" timeOffset="-132831.99">5557 14427 1438 0,'0'0'221'0,"0"0"-43"15,0 0-52-15,0 0-77 16,0 0-43-16,145-45-6 16,-94 45-50-16,-11 0-133 15,-4 0-676-15</inkml:trace>
  <inkml:trace contextRef="#ctx0" brushRef="#br0" timeOffset="-132200.21">9513 13944 1728 0,'0'0'321'16,"0"0"-30"-16,0 0-111 16,0 0-128-16,0 0-31 15,-133 161 73-15,77-86-5 16,-4 3 27-16,2-3-54 15,2-8-17-15,12-12-39 16,10-10 4-16,16-11-10 16,16-16-22-16,29-18-140 15,20 0-435-15,6-12-492 0</inkml:trace>
  <inkml:trace contextRef="#ctx0" brushRef="#br0" timeOffset="-132013.79">9643 14223 1825 0,'0'0'278'16,"0"0"-199"-16,0 106 138 15,0-52-80-15,0 0-63 16,0-1-46-16,0-9-14 16,4-8-14-16,5-10-13 15,-2-8-125-15,0-18-236 16,-3 0-213-16,-2-22-194 0</inkml:trace>
  <inkml:trace contextRef="#ctx0" brushRef="#br0" timeOffset="-131803.33">9656 14374 704 0,'0'0'583'0,"0"0"-280"15,18-127 1-15,18 80-118 0,10 1-93 16,10 11-33-16,0 17-2 16,-7 10 44-16,-9 8-54 15,-13 20-38-15,-14 18 14 16,-13 4-11-16,0 4 24 15,-24-6 29-15,-12-3 36 16,-2-11-39-16,0-6-27 16,7-8-27-16,7-9-1 15,11-3-8-15,7 0-49 16,12-35-205-16,17 2-215 16,8-1-594-16</inkml:trace>
  <inkml:trace contextRef="#ctx0" brushRef="#br0" timeOffset="-131540.42">10325 14057 1751 0,'0'0'274'0,"0"0"0"15,0 0-10-15,-60 122-118 16,47-72-55-16,-1 2 4 15,3 0-5-15,7 1-23 16,4-9-31-16,0-3-21 16,0-12-7-16,10-5-8 0,9-8 0 15,0-4-15 1,4-12-49-16,4 0-32 0,10-9-82 16,-4-8-462-16,-6-3-902 15</inkml:trace>
  <inkml:trace contextRef="#ctx0" brushRef="#br0" timeOffset="-131307.12">10555 14142 1543 0,'0'0'252'0,"0"0"66"15,-2 116 12-15,2-65-140 0,0-3-79 16,0-5-77-16,0-7-7 16,0-6-26-16,4-11-1 15,5-4-23-15,1-15-228 16,0 0-393-16,-1-18-994 0</inkml:trace>
  <inkml:trace contextRef="#ctx0" brushRef="#br0" timeOffset="-131149.36">10530 14113 1637 0,'0'0'365'16,"0"0"-123"-16,0 0 38 15,0 0-201-15,0 0-39 16,0 0-40-16,145-47-6 0,-118 47-72 16,-7 5-109-16,-12 13-108 15,-3-4-74-15,-5 2-339 0</inkml:trace>
  <inkml:trace contextRef="#ctx0" brushRef="#br0" timeOffset="-131015.4">10639 14261 682 0,'0'0'366'16,"0"0"1"-16,0 0 118 15,0 0-271-15,0 0-31 16,0 0 0-16,0 0-48 16,3 50-38-16,39-56-97 15,4-6-36-15,20-6-194 16,-16 4-292-16,-7 0-878 0</inkml:trace>
  <inkml:trace contextRef="#ctx0" brushRef="#br0" timeOffset="-130797.93">11007 13972 1859 0,'0'0'275'0,"0"0"-168"15,0 0 87-15,0 0-122 16,0 0-23-16,119 103-1 16,-100-51 33-16,-10 4-4 15,-9 0-28-15,0-11-26 0,-9 3-4 16,-10 2-19 0,0-10-122-16,3-8-554 0</inkml:trace>
  <inkml:trace contextRef="#ctx0" brushRef="#br0" timeOffset="-129454.1">11573 14455 1485 0,'0'0'259'0,"0"0"-161"16,0 0 81-16,-120-46 56 16,107 41-29-16,13 5-93 15,0 0-81-15,20 5-10 16,16 22 2-16,8 13-3 16,3 4 11-16,1 11 9 15,2 3 18-15,-6 0-8 16,1 0 6-16,-7-7-27 15,-5-5-18-15,-8-5-12 16,-7-15-12-16,-3-9-85 16,-1-11-103-16,5-12-174 15,-3-15-112-15,0-9-347 0</inkml:trace>
  <inkml:trace contextRef="#ctx0" brushRef="#br0" timeOffset="-128949.14">11932 14638 932 0,'0'0'282'15,"0"0"75"-15,0 0 18 16,0 0-159-16,0 0-163 16,0 0-25-16,0 0 48 15,-22 66-8-15,19-36-5 16,1-3-15-16,-2-4-9 16,2-7-13-16,-3-1-20 15,3-5 3-15,-2-2-8 16,-1-4 8-16,0 0-9 0,1-2 6 15,2 1-5-15,0-3 5 16,2 0-4-16,0 0-2 16,0 0 14-16,0 0 5 15,11-12 17-15,5-6-24 16,-1 0 8-16,-6 0 16 16,-2 4 10-16,-5 5-1 15,-2 4 2-15,0 2 3 16,0 3-20-16,0 0-10 15,0 0-20-15,0 5-9 16,4 16 1-16,5 6 8 16,3 8 11-16,-2-2-3 15,-1 1-7-15,-4-5 0 0,-5-5 9 16,0-6-10 0,0-5 0-16,-11-6 9 0,-9-7-8 15,-7 0 11-15,0 0-3 16,-2 0-3-16,5-7 5 15,3 4 8-15,8-3-19 16,5 2 9-16,3 2-9 16,0 0-10-16,-12 0-141 15,-1 0-478-15,-5 2-925 0</inkml:trace>
  <inkml:trace contextRef="#ctx0" brushRef="#br0" timeOffset="-122345.34">15720 15712 1868 0,'0'0'365'0,"0"0"-276"15,0 0 86-15,0 0-110 0,0 0-59 16,137-12 11-1,-85 12-16-15,-5 0-1 0,-3 0-30 16,-2 0-194-16,-10 0-95 16,-14 9-363-16</inkml:trace>
  <inkml:trace contextRef="#ctx0" brushRef="#br0" timeOffset="-122196.2">15818 15994 1669 0,'0'0'273'0,"0"0"-116"16,0 0 159-16,0 0-222 0,116-21-78 16,-63 16-16-1,8 0-212-15,-15 5-88 0,-13 0-344 0</inkml:trace>
  <inkml:trace contextRef="#ctx0" brushRef="#br0" timeOffset="-117459.8">17032 15534 588 0,'0'0'1173'0,"0"0"-969"16,0 0-2-16,-122 14 47 16,86 3-114-16,7 5-61 15,5 2 28-15,11 2-32 16,13-4-9-16,0-4-15 15,19-4 4-15,26-5-1 0,11-9 0 16,9 0-11 0,-1 0-28-16,-2-17 4 0,-10-3-8 15,-12-6-6-15,-11 0 1 16,-9-6 13-16,-11 1-13 16,-9 3 12-16,0 2 3 15,-31 8 8-15,-14 0 0 16,-16 1-10-16,-5 8 6 15,-3 6-19-15,2 3-2 16,13 0-5-16,15 0-36 16,31 12-79-16,8 5-390 15,10 1-798-15</inkml:trace>
  <inkml:trace contextRef="#ctx0" brushRef="#br0" timeOffset="-117256.85">17420 15677 1761 0,'0'0'255'0,"0"0"78"15,0 0-46-15,-16 139-174 16,6-93-53-16,-6-2-5 16,0-5-19-16,0-6-9 15,6-8-26-15,3-11-2 16,7-14-57-16,2 0-300 15,19-5-694-15</inkml:trace>
  <inkml:trace contextRef="#ctx0" brushRef="#br0" timeOffset="-116806.84">17748 15570 1669 0,'0'0'288'0,"0"0"-18"16,0 0-16-16,0 0-156 16,0 0-80-16,123-40 7 15,-98 40-6-15,-8 0 1 0,-6 4-20 16,-4 9 6-16,-7 5 3 15,0 4 0-15,0 6 16 16,-16-2-13-16,-3 6 24 16,-2-5-28-16,1 4 6 15,5-4-5-15,1-8 9 16,5 1 6-16,3-1 37 16,6-10-7-16,0 2-13 15,0-4 10-15,0-2-31 16,11-2 45-16,9-3-13 15,5 0-1-15,0 0-25 16,5 0-8-16,-6-3-17 16,-1-6 0-16,-5 3-1 15,-3 2-33-15,-2-6-15 0,7-10-95 16,-3 2-146-16,-2 0-614 16</inkml:trace>
  <inkml:trace contextRef="#ctx0" brushRef="#br0" timeOffset="-116499.66">18139 15561 1487 0,'0'0'370'0,"0"0"-221"16,0 0 109-16,0 0-101 15,-87 130-44-15,84-90-67 16,3 4-19-16,9-8 1 0,22-8-12 15,9-12-14-15,9-14 3 16,5-2-5-16,-3-18-44 16,-8-14 36-16,-12-8 10 15,-14 0-2-15,-13 0 20 16,-4 7 76-16,-4-1 61 16,-15 10-39-16,-10 3-21 15,0 3-57-15,0 8-26 16,-3 3-14-16,-1 7-27 15,6 0-135-15,9 12-499 0</inkml:trace>
  <inkml:trace contextRef="#ctx0" brushRef="#br0" timeOffset="-116046.06">18702 15735 677 0,'0'0'965'0,"0"0"-699"16,0 0-30-16,0 0-23 15,0 0-134-15,0 0-47 16,0 0-24-16,38 6 20 15,-47 6 37-15,-9-2-7 0,3-3-22 16,6-7-13-16,5 0 24 16,4 0 55-16,0 0-26 15,2-9-42-15,13 1-5 16,1 0 2-16,-1 8 5 16,-1 0-14-16,-5 0-14 15,-5 4-3-15,-4 5-4 16,0 0 8-16,-11 1-8 15,-13-4 28-15,-3-5-20 16,2-1 3-16,8 0-5 16,7 0-2-16,10-9-5 15,0-3-20-15,12 2-2 16,12-2-68-16,14 6-89 0,-7-2-186 16,-6 4-497-16</inkml:trace>
  <inkml:trace contextRef="#ctx0" brushRef="#br0" timeOffset="-113435.1">19157 15500 567 0,'0'0'385'16,"0"0"-266"-16,0 0-85 16,0 0-10-16,0 0 6 15,0 0 52-15,0 0 166 16,25 0 12-16,-25 0-14 16,0 12-58-16,-3 6 45 15,-11 9-51-15,-1 4-68 16,5 1-39-16,0 2-30 15,10-2 3-15,0-6-34 16,10 0 28-16,15-6-4 16,9-11-5-16,9-9-23 15,1 0 7-15,1-9-7 16,-7-12-8-16,-5-4 9 0,-8-7-11 16,-10 6 18-16,-10-3-16 15,-5 2 32-15,-12 4 16 16,-23 5-25-16,-15-1-16 15,-5 5 2-15,-5 6-2 16,4 4-8-16,9 0-1 16,16 4 1-16,16 0-2 15,15 0-83-15,29 0-127 16,17 8-310-16,6-2-385 0</inkml:trace>
  <inkml:trace contextRef="#ctx0" brushRef="#br0" timeOffset="-113067.05">19683 15466 476 0,'0'0'1329'0,"0"0"-1061"15,0 0-4-15,0 0-56 16,0 0-157-16,0 0-22 16,0 0-17-16,122-36 2 15,-93 36-13-15,-4 6 26 0,0 8 16 16,-5 9 26 0,-1 4-12-16,-3 7-24 0,-3 2 5 15,-5 5-37-15,-4 2 16 16,-4-2-2-16,0-1 10 15,0-8-2-15,0-6-17 16,-4-3-1-16,1-10-5 16,3-5 0-16,0-6-99 15,0-2-119-15,0-10-368 16,0-8-459-16</inkml:trace>
  <inkml:trace contextRef="#ctx0" brushRef="#br0" timeOffset="-112894.14">19748 15686 1654 0,'0'0'322'0,"0"0"-118"16,0 0-6-16,0 0-126 16,140-49-72-16,-95 41-1 15,-7 6-267-15,-16 2-371 16,-11 0-619-16</inkml:trace>
  <inkml:trace contextRef="#ctx0" brushRef="#br0" timeOffset="-112707.35">19699 15971 1603 0,'0'0'333'0,"0"0"-129"15,0 0 85-15,0 0-160 16,0 0-89-16,2 113-40 16,-15-77-47-16,-12-6-294 15,-2-3-792-15</inkml:trace>
  <inkml:trace contextRef="#ctx0" brushRef="#br0" timeOffset="-93054.72">16428 16250 1187 0,'0'0'290'15,"0"0"-200"-15,0 0 82 16,0 0-45-16,0 0-86 0,0 0-25 15,43 0 0-15,-23-1 5 16,0 1 24-16,5 0 18 16,2 0-5-16,-2 0-35 15,8 0-7-15,-5 0-15 16,3 0 8-16,-2 3-9 16,-2 7 1-16,2-2 1 15,0 3-1-15,4-8 5 16,8-3 2-16,9 0 4 15,13 0-1-15,11-14 48 16,13-6-5-16,4 5-28 16,3 3-13-16,4 0-4 0,-3 1-9 15,-1 2 1-15,-3 4 1 16,-6-2-1-16,-6 0 6 16,-10 3-7-16,-3 1 1 15,-6-2-1-15,1 5 1 16,-1 0-1-16,2 0 1 15,3 0-1-15,7 0 1 16,5-4 4-16,4 0-4 16,2-3 8-16,-4 4-8 15,-3-1-2-15,-7 2-9 16,-4-1 9-16,-5 3 2 16,-2 0-1-16,2-5 0 15,7 1 0-15,5 0-2 0,5-4-17 16,4 6 18-1,-4-2-6-15,-2 4 6 0,-7 0-12 16,-5 0 2-16,-3 0 11 16,-2 4-2-16,2-4 2 15,7 0 0-15,4 0 1 16,3 0-1-16,-1 0 0 16,-3 0 0-16,-6 0 0 15,-3 3 1-15,-5 8-1 16,-2-7 0-16,5 1 1 15,1 0-1-15,6-5 0 16,11 0 0-16,3 0 0 16,2 0 1-16,-1 0-1 0,-3 0 0 15,-9 0 1 1,-5 0-1-16,-1 0 1 0,-1-5-1 16,7 0 15-16,7-3-8 15,9-2 2-15,-1-2 0 16,1 6-3-16,-6 1-6 15,-6 2 0-15,-7 3 1 16,0 0-1-16,1 0 1 16,4 0 8-16,9 0-11 15,5 0 4-15,6 0-2 16,1 0 8-16,-6 0-7 16,-3 0 0-16,-7 0 0 0,-3-4 1 15,3-1-2 1,4 5 8-16,27-9-7 0,-7-1 0 15,10 2 5-15,1 4 22 16,-18 4-18-16,8 0-1 16,-11 0-8-16,-9 0-1 15,-2 0 0-15,-4 0 0 16,1 4 0-16,-5-4 1 16,-4 0 6-16,-13 0 76 15,-13 0 90-15,-20 0-12 16,-9 0-26-16,-8 0-26 15,-2 0-46-15,1 0-27 16,-1 0-29-16,-2 0 8 16,0 0-14-16,0 0-1 15,0 0-10-15,0 0-43 0,-11 0-61 16,-7 6-189-16,-7-2-504 16</inkml:trace>
  <inkml:trace contextRef="#ctx0" brushRef="#br0" timeOffset="-89053.42">16839 16820 1577 0,'0'0'201'0,"0"0"-141"16,0 0 98-16,0 0-78 15,-31 100-49-15,39-74 0 16,17-8 3-16,4-9 12 16,2-9 60-16,5 0-12 15,-5-5-33-15,-4-9-39 16,-12-4 12-16,-10 2 82 15,-5 2 54-15,-3 0-52 16,-19 0-28-16,-2-4-29 16,-3 6-32-16,2 1-7 15,3-1-22-15,6 7 0 16,10 5-57-16,6 0-200 16,0 0-477-16</inkml:trace>
  <inkml:trace contextRef="#ctx0" brushRef="#br0" timeOffset="-88867.21">17300 17026 1175 0,'0'0'950'16,"0"0"-782"-16,0 0 81 16,-76 121-66-16,67-85-123 15,5-7-35-15,4 0-25 16,0-7-16-16,0-10-75 15,11-12-164-15,9-8-136 16,3-10-757-16</inkml:trace>
  <inkml:trace contextRef="#ctx0" brushRef="#br0" timeOffset="-88519.38">17404 16968 1714 0,'0'0'280'0,"0"0"-197"16,0 0 172-16,0 0-155 15,133-66-62-15,-102 64-27 16,-7 2-10-16,-6 0 1 16,-8 18 10-16,-2 0 20 15,-8 4 17-15,0 2 9 0,0 6 18 16,-8 3-17-16,-7-4-25 15,-3 0-1-15,3-4-8 16,1-2 3-16,6-5-16 16,3-4 0-16,3-2-4 15,2-2 1-15,0-6 25 16,0-1-19-16,7-3 11 16,13 0-20-16,7-3-6 15,26-33-120-15,-6 5-224 16,-3-5-1041-16</inkml:trace>
  <inkml:trace contextRef="#ctx0" brushRef="#br0" timeOffset="-88205.25">18044 16920 1800 0,'0'0'495'0,"0"0"-419"0,0 0 87 16,0 0-20-16,-80 114-56 15,76-86-32-15,4 3 9 16,0-13 0-16,0-5-23 16,15-9-11-16,12-4 10 15,6 0-28-15,5-17 10 16,-7-5-14-16,-8-1-7 16,-11 2 7-16,-12-2 14 15,0 0 20-15,-8 4 9 16,-9-3-7-16,-3 5-19 15,-3 0-7-15,6 3-16 0,1 6-2 16,7 1-7-16,9 7-77 16,11-3-107-16,18-1-631 15,4 4-1008-15</inkml:trace>
  <inkml:trace contextRef="#ctx0" brushRef="#br0" timeOffset="-87866.34">18466 17016 1573 0,'0'0'311'0,"0"0"-91"16,0 0 80-16,0 0-151 16,0 0-87-16,0 0 21 15,0 0-35-15,-7 10-30 16,23-16 10-16,-1 2 25 15,1 4-3-15,-3 0-23 16,-4 0-16-16,-4 0-11 16,-5 4 0-16,0 2 0 15,0 2 9-15,-7-4 27 16,-6-4 34-16,1 0 11 16,3 0 17-16,3 0-35 15,6-7-36-15,0-2-27 16,0-5-14-16,9 5-18 15,26-10-73-15,2 7-94 0,-6 2-595 16</inkml:trace>
  <inkml:trace contextRef="#ctx0" brushRef="#br0" timeOffset="-87476.63">18849 16950 1737 0,'0'0'303'16,"0"0"-40"-16,0 0 1 0,0 0-133 15,-102 102-58-15,102-70 12 16,0-1 11-16,17-4-39 15,21-8-24-15,7-7-20 16,7-12-3-16,0 0-1 16,-4-8-9-16,-8-19-7 15,-11 0 7-15,-11-4 1 16,-12-1 5-16,-6 4 19 16,0-2 35-16,-2 4 11 15,-14 3-23-15,1 6-20 16,-3 3-17-16,0 4-11 15,0 5 0-15,3 2-39 16,5 3-76-16,6 0-147 0,4 0-678 16</inkml:trace>
  <inkml:trace contextRef="#ctx0" brushRef="#br0" timeOffset="-87167.54">19377 17137 1743 0,'0'0'493'0,"0"0"-287"15,0 0-18-15,0 0-128 16,0 0-36-16,0 0 18 16,0 0 32-16,-62 133-14 15,49-104-24-15,4-3-29 16,6-8-7-16,3-13-9 16,21-5-210-16,3 0-366 0</inkml:trace>
  <inkml:trace contextRef="#ctx0" brushRef="#br0" timeOffset="-86808.86">19659 16869 1600 0,'0'0'330'0,"0"0"-197"16,0 0 97-16,0 0-150 16,0 0-57-16,137-7-7 15,-112 37 5-15,-4 2 57 0,-4 8-5 16,-9 0 14-16,0 1-17 15,-6-2-37-15,-2-4-7 16,0-3-11-16,0-6-9 16,0-3-4-16,0-4-1 15,0-7-1-15,0-8-74 16,0-4-173-16,4 0-311 0</inkml:trace>
  <inkml:trace contextRef="#ctx0" brushRef="#br0" timeOffset="-86619.32">19696 17115 1722 0,'0'0'578'16,"0"0"-435"-16,0 0 98 16,0 0-73-16,0 0-116 15,0 0-22-15,171-53-30 16,-107 39-9-16,18 0-170 15,-18 6-185-15,-2-2-513 0</inkml:trace>
  <inkml:trace contextRef="#ctx0" brushRef="#br0" timeOffset="-86276.09">20771 16721 1664 0,'0'0'590'0,"0"0"-385"16,0 0 2-16,0 0-69 16,0 0-3-16,0 0-26 15,16 145-3-15,-8-87-23 16,-1 5-13-16,-3-5-18 15,1-7-20-15,0-5-14 16,-3-5-9-16,0-15-2 16,0-4-6-16,0-9-1 15,0 1-1-15,1-9-5 0,-1-1-21 16,-2-1-9-16,2-3-46 16,5 0-51-16,8-12-84 15,-2-9-329-15,3-4-744 0</inkml:trace>
  <inkml:trace contextRef="#ctx0" brushRef="#br0" timeOffset="-85982.4">20541 16999 1498 0,'0'0'322'0,"0"0"-203"15,0 0 128-15,0 0-143 16,0 0-24-16,163-5 38 16,-92-2 56-16,3-7-18 15,-7 2-36-15,-9 5-66 16,-14-1-39-16,-11 3-6 16,-15 5-9-16,-7-5-13 15,-6 5-17-15,-5 0-9 16,0 0-36-16,0 0-34 15,0 0-82-15,0 0-108 16,0 0-77-16,0 0-415 0</inkml:trace>
  <inkml:trace contextRef="#ctx0" brushRef="#br0" timeOffset="-82438.55">21738 16915 1467 0,'0'0'319'0,"0"0"-166"0,0 0 60 15,0 0-121-15,0 0-64 16,0 0-8-16,0 0 3 16,-104 111 25-16,104-75 50 15,0-5-7-15,8-5-12 16,21-12-15-16,11-10-25 16,5-4-15-16,2-13-12 15,-7-13 1-15,-8-2-4 16,-11-4-3-16,-11 6-5 0,-10 1 19 15,0 6 23 1,-10 5 8-16,-11 6-26 0,-6 8-13 16,-2 0-12-16,2 0-34 15,2 0-113-15,7 0-394 16,11 4-873-16</inkml:trace>
  <inkml:trace contextRef="#ctx0" brushRef="#br0" timeOffset="-82259.03">22079 17183 1857 0,'0'0'323'16,"0"0"-105"-16,0 0-7 0,-4 142-149 16,4-102-31-16,0-14-31 15,0-11-47-15,8-20-138 16,6-17-87-16,1-9-615 0</inkml:trace>
  <inkml:trace contextRef="#ctx0" brushRef="#br0" timeOffset="-82018.24">22398 16946 85 0,'0'0'2097'15,"0"0"-1811"-15,0 0-179 0,0 0 45 16,0 0-10 0,0 0-56-16,0 128-23 0,0-87-12 15,0 0-12-15,0 3-12 16,0-7-14-16,0-4-11 16,0-4-2-16,0-12-8 15,23-17-123-15,-6 0-210 16,3-21-725-16</inkml:trace>
  <inkml:trace contextRef="#ctx0" brushRef="#br0" timeOffset="-81702.38">22563 16976 1971 0,'0'0'249'16,"0"0"-114"-16,0 0 104 15,-11 127-109-15,11-83-63 16,0 0-15-16,6-12-8 16,15-11-21-16,4-7-15 15,4-14 11-15,2 0-8 16,0-17-11-16,-4-7-9 16,-6-7-8-16,-7 6 17 15,-5 1 0-15,-9 6 1 16,0-3 33-16,0 7 17 15,-11 0-3-15,-3 1-27 16,-3 1-6-16,1 5-15 16,1 3-9-16,1 4-100 0,5 0-224 15,7 0-703-15</inkml:trace>
  <inkml:trace contextRef="#ctx0" brushRef="#br0" timeOffset="-81261.13">23169 17128 912 0,'0'0'723'0,"0"0"-523"16,0 0 82-16,0 0-139 0,0 0-96 15,0 0-35-15,0 0 22 16,47-8-6-16,-44 8 24 16,-3 4 30-16,0 0-33 15,0 5-3-15,-3-8 0 16,-3 3-9-16,4-4-10 16,2 0 33-16,0 0-5 15,0 0 2-15,0-9-6 16,6 4-11-16,9-3-25 15,1 7-14-15,-3-3 10 16,-1 0-10-16,-10 4 15 16,-2 0-2-16,0 0 5 15,-7 0-18-15,-13 0 13 0,2 0 1 16,1 0-9-16,3 0-6 16,7 0-29-16,5-8-48 15,2-2-68-15,21 1-168 16,7-1-284-16,3 6-348 0</inkml:trace>
  <inkml:trace contextRef="#ctx0" brushRef="#br0" timeOffset="-80938.29">23644 16982 1724 0,'0'0'571'0,"0"0"-454"0,0 0 65 16,0 0-75-16,0 0-55 16,-118 98 3-16,118-67 2 15,0-9-27-15,27-4-12 16,6-8-2-16,9-10 11 16,1 0-12-16,-1-19-4 15,-11-8-10-15,-8-4 14 16,-10-1-8-16,-11 2 22 15,-2 7 33-15,0 0-23 16,-13 5 12-16,-5 6-34 16,3 7-10-16,1 0-7 0,3 1-55 15,11 4-123-15,0 0-395 16,0 0-726-16</inkml:trace>
  <inkml:trace contextRef="#ctx0" brushRef="#br0" timeOffset="-80781.02">23889 17161 1825 0,'0'0'506'16,"0"0"-265"-16,0 0 29 15,-18 129-181-15,16-98-56 16,2-1-24-16,0-7-9 16,0-6-58-16,0-17-138 15,0 0-389-15,7-8-563 0</inkml:trace>
  <inkml:trace contextRef="#ctx0" brushRef="#br0" timeOffset="-80366.16">24226 16902 1367 0,'0'0'346'0,"0"0"-196"16,0 0 167-16,158-40-73 15,-109 38-91-15,-13 2-102 16,-16 9-51-16,-18 17 4 0,-2 8-4 16,-22-2 9-16,-11 1 8 15,-3-5-10-15,7-10 5 16,9-1-12-16,11-12-7 15,9 3-39-15,0-4-11 16,4 1 41-16,19 0 16 16,2 7 0-16,-2 3 13 15,2 2 19-15,-7 2-3 16,-9-5-8-16,-7 2-20 16,-2-2 6-16,-4-5 8 15,-21 0 2-15,-8-6-3 16,-9-3-5-16,-6 0-9 15,-29-3-31-15,9-11-291 0,4 2-541 16</inkml:trace>
  <inkml:trace contextRef="#ctx0" brushRef="#br0" timeOffset="-78753.33">24726 15936 1337 0,'0'0'351'0,"0"0"-150"16,0 0 82-16,0 0-112 16,0 0-68-16,0 0 6 15,69-4-22-15,-25-5-10 16,3 1-30-16,-3 2-19 16,-8 3-27-16,-7 3-1 15,-5 0-15-15,-5 0-98 16,-2 3-160-16,-3 8-308 15,-8 1-791-15</inkml:trace>
  <inkml:trace contextRef="#ctx0" brushRef="#br0" timeOffset="-78590.54">24750 16240 1950 0,'0'0'390'0,"0"0"-258"15,0 0 114-15,0 0-146 16,0 0-80-16,149-28-20 16,-97 24-258-16,-13 4-439 0</inkml:trace>
  <inkml:trace contextRef="#ctx0" brushRef="#br0" timeOffset="-71063.38">26118 15758 1485 0,'0'0'305'0,"0"0"-207"15,0 0 174-15,-125 46-136 16,99-11-56-16,10 7 9 16,14 0 36-16,2-2-21 15,21-8-20-15,16-10-38 16,10-10-23-16,4-7 4 16,-5-5-11-16,-5-12 12 15,-10-12-8-15,-13-3 35 16,-13-3 0-16,-5-2-19 15,0 2-10-15,-23 2 14 16,-1 6-7-16,-3 0-24 0,4 8-9 16,2 5 0-1,5 8-1-15,7 1-89 0,3 7-148 16,6 2-597-16</inkml:trace>
  <inkml:trace contextRef="#ctx0" brushRef="#br0" timeOffset="-70890.44">26444 16087 388 0,'0'0'1454'15,"0"0"-1189"-15,0 0 123 16,-36 127-196-16,28-89-119 16,3-2-52-16,2-4-9 15,3-6-12-15,0-16-82 16,0-5-279-16,3-5-533 0</inkml:trace>
  <inkml:trace contextRef="#ctx0" brushRef="#br0" timeOffset="-70552.92">26807 15767 1737 0,'0'0'368'0,"0"0"-216"16,145-50 167-16,-82 45-167 0,-10 5-93 15,-17 9-35-15,-19 19-16 16,-17 2 1-16,-6 2-3 16,-32-2 4-16,-14-2 16 15,0-10 5-15,0-10-3 16,12-8-19-16,16 0 33 15,12-21 34-15,12-14-20 16,0-2-17-16,14-2-14 16,17 3-25-16,4 4 0 15,5 6-12-15,1 11-45 16,12 12-62-16,-8 3-251 16,-10 0-611-16</inkml:trace>
  <inkml:trace contextRef="#ctx0" brushRef="#br0" timeOffset="-70223.56">26944 15950 1144 0,'0'0'1020'0,"0"0"-843"15,0 0 175-15,0 0-193 16,0 0-109-16,0 0-21 15,153 9 14-15,-123 22-13 16,-15 1-1-16,-15 4-28 16,-11-2 24-16,-30 2-25 15,-10-10 32-15,-7-8-13 16,2-8-13-16,9-10-5 0,14-10 18 16,13-20-8-16,16-6 1 15,4-4-12-15,13 0-2 16,20 4 2-16,9 0-27 15,8 9 0-15,1 6-49 16,27-2-121-16,-14 14-260 16,-6 0-446-16</inkml:trace>
  <inkml:trace contextRef="#ctx0" brushRef="#br0" timeOffset="-69868.08">27532 15799 1986 0,'0'0'301'15,"0"0"-161"-15,0 0 130 16,0 0-185-16,122-36-65 16,-82 36-7-16,-9 4-13 15,-12 19 0-15,-15 3-7 16,-4 13 6-16,-11-3 1 15,-18 5 8-15,-6-2-8 16,-2-2 15-16,2-5 18 16,6-2 3-16,7-4 21 15,6-2-41-15,10-8 2 0,6-2-4 16,0-4 19 0,2-5 23-16,20-2 1 0,5-3-18 15,6 0-25-15,5 0-14 16,-2 0-68-16,11-3-93 15,-12-6-414-15,-6 3-356 0</inkml:trace>
  <inkml:trace contextRef="#ctx0" brushRef="#br0" timeOffset="-69216.86">28156 15744 842 0,'0'0'675'16,"0"0"-574"-16,0 0 222 16,116-44-101-16,-90 44-102 15,-5 0-75-15,-10 19 28 16,-11 7-8-16,0 4-22 16,-11-1-29-16,-16 0 10 15,-2-7-10-15,2-3-2 16,10-6-11-16,7-5 0 15,10-8 1-15,0 0-1 0,8 0 5 16,13 0 2-16,4 2-8 16,2 10 0-16,-2 6 16 15,-6 9-1-15,-7 5-6 16,-10-1-8-16,-2 4 5 16,-16-7 5-16,-15 2 2 15,-9-12 75-15,-2-1-43 16,-1-6-14-16,7-7-17 15,7-4-1-15,14 0-11 16,8-10-2-16,7-28-67 16,22 4-259-16,5 4-423 0</inkml:trace>
  <inkml:trace contextRef="#ctx0" brushRef="#br0" timeOffset="-68705.31">28755 15700 781 0,'0'0'363'16,"0"0"-8"-16,0 0-33 15,0 0-181-15,0 0-68 16,0 0-50-16,0 0 2 16,96-9 2-16,-105 9-1 0,-13 0-24 15,-9 0 14-15,-3 0 22 16,-3 0 30-16,1 9-20 16,5 8-23-16,4 4-3 15,9 2-22-15,9-1 15 16,9-3-6-16,0-5 17 15,5 3-11-15,17-2-4 16,9-1-1-16,7 1 2 16,5 3-4-16,-3 0-7 15,-5 6-2-15,-12 2 1 16,-12 1-2-16,-11-1-11 16,0 2 12-16,-7-6 1 0,-13-1 0 15,-2-2 16 1,-3-9 9-16,3-2 29 0,-3-8-23 15,0 0-3-15,-4 0-14 16,1-8-14-16,-6-2-9 16,-14-4-205-16,5 2-287 15,5 7-486-15</inkml:trace>
  <inkml:trace contextRef="#ctx0" brushRef="#br0" timeOffset="-50320.44">10858 16950 1704 0,'0'0'392'0,"0"0"-215"15,0 0 214-15,0 0-167 16,0 0-53-16,0 0-114 16,-76-14-36-16,78 104 14 15,12 35 4-15,1 9-5 16,-1-22-26-16,-3-23 24 15,-5-35-32-15,4-7 0 16,-2-1-7-16,3-2-1 16,-2-3-44-16,-2-23-86 15,-7-22-137-15,0-28-255 0,-16-8-355 0</inkml:trace>
  <inkml:trace contextRef="#ctx0" brushRef="#br0" timeOffset="-50125.84">10735 17151 1458 0,'0'0'310'0,"5"-117"-118"15,22 51 203-15,12 4-182 16,15 12-47-16,4 16-51 16,0 20-48-16,-5 14-48 15,-10 8-7-15,-16 28-10 16,-19 7 7-16,-8 8 13 16,-18 2 10-16,-22 5 11 15,-7-4-42-15,-1-11 17 0,10-6-18 16,11-16-80-16,13-10-249 15,12-7-654-15</inkml:trace>
  <inkml:trace contextRef="#ctx0" brushRef="#br0" timeOffset="-16529.09">13134 17219 215 0,'0'0'810'0,"0"0"-564"16,0 0-33-16,0 0 62 0,-2 0-14 15,2 0-42 1,0 0-34-16,0 0-30 0,0 0-12 15,0 0-24-15,0 0-29 16,2 0-44-16,22 0-35 16,10 0 25-16,14 0-23 15,15-2 5-15,7-10-18 16,5-2-15-16,-2 2-94 16,-5-2-88-16,1-4-120 15,-20 4-221-15,-18 0-300 0</inkml:trace>
  <inkml:trace contextRef="#ctx0" brushRef="#br0" timeOffset="-16230.43">13552 17012 1491 0,'0'0'325'0,"0"0"-218"15,0 0 156-15,0 0-99 16,0 0-75-16,0 0 6 15,0 0 24-15,77 22-10 16,-40-11-22-16,-1 1-48 16,-7 1-7-16,-7 1-20 15,-3-2 5-15,-11 3-1 16,-4 2-5-16,-4-3-2 0,0 9-8 16,-8-2 14-1,-15 10-15-15,-6 1 14 0,-2 4-13 16,0 0-1-1,0-2-35-15,6-2-72 0,-6 1-144 16,8-12-401-16,6-3-784 0</inkml:trace>
  <inkml:trace contextRef="#ctx0" brushRef="#br0" timeOffset="33931.87">13671 7816 1629 0,'0'0'262'16,"0"0"-194"-16,0 0 14 0,0 123 152 16,-7-47-66-16,-6 10-42 15,1 0-56-15,2-3-34 16,3-11 2-16,3-10-30 15,2-10 10-15,-1-14-18 16,0-10 13-16,1-12-13 16,0-8-1-16,-4-8-56 15,-13-14-92-15,4-16-198 16,-1-4-404-16</inkml:trace>
  <inkml:trace contextRef="#ctx0" brushRef="#br0" timeOffset="34217.67">13500 8031 679 0,'0'0'630'0,"0"0"-500"16,73-146 72-16,-22 83-38 16,14 9-59-16,4 8-21 15,3 18 14-15,-6 14 33 16,-8 14-17-16,-11 2-59 16,-14 26-24-16,-13 11-3 15,-11 7 17-15,-9 8 36 16,0 0-2-16,-17 0-7 15,-17-4 8-15,-6-6-18 16,-7-8-18-16,2-8-15 16,3-7-17-16,7-4 1 15,6-5-13-15,8-4 10 16,8-4-10-16,4-4-12 0,4 0-61 16,5-18-137-1,3-5-336-15,13-2-481 0</inkml:trace>
  <inkml:trace contextRef="#ctx0" brushRef="#br0" timeOffset="34512.11">14536 7615 1480 0,'0'0'228'0,"0"0"-159"16,0 0 140-16,-91 125 57 0,55-53-58 16,3 4-64-16,6-2-25 15,15-7-38-15,12-13-51 16,0-10-11-16,23-10-8 16,8-10-4-16,4-10 5 15,6-6-12-15,-1-7 9 16,-2-1-9-16,-3 0-87 15,10-17-156-15,-9-4-348 16,-5-2-901-16</inkml:trace>
  <inkml:trace contextRef="#ctx0" brushRef="#br0" timeOffset="34908.65">14881 7712 1646 0,'0'0'211'0,"0"0"77"16,-31 124 30-16,18-63-120 16,3-1-66-16,6-4-64 15,4-5-31-15,0-8-28 16,0-7 4-16,2-6-13 15,6-6 1-15,-2-7-1 16,-2-10-48-16,3-7-101 16,-1-16-116-16,0-10-396 0</inkml:trace>
  <inkml:trace contextRef="#ctx0" brushRef="#br0" timeOffset="35096.47">14732 7715 1445 0,'0'0'287'0,"0"0"-138"16,0 0 22-16,118-37-24 15,-58 29-45-15,2 2-47 16,-6-1-25-16,-6 6-20 16,-10-1-10-16,-14 2-59 15,-8 0-284-15,-13 0-814 0</inkml:trace>
  <inkml:trace contextRef="#ctx0" brushRef="#br0" timeOffset="35247.01">14895 7914 1091 0,'0'0'308'16,"0"0"-37"-16,0 0 43 0,0 0-70 16,0 0-66-16,0 0-67 15,140 57-63-15,-82-57-26 16,20 0-22-16,-15-14-80 15,-10-4-540-15</inkml:trace>
  <inkml:trace contextRef="#ctx0" brushRef="#br0" timeOffset="35487.87">15608 7570 1872 0,'0'0'295'0,"0"0"-219"16,0 0 183-16,-36 150-67 16,7-75-19-16,-6 7-46 15,-5-5-37-15,4-2-41 16,4-14-25-16,13-10-17 16,7-10-7-16,10-15-1 15,2-6-72-15,4-19-78 16,15-1-337-16,1 0-841 0</inkml:trace>
  <inkml:trace contextRef="#ctx0" brushRef="#br0" timeOffset="35839.07">15604 8282 1390 0,'0'0'362'0,"0"0"-114"15,0 0 34-15,0 0-153 16,0 0-82-16,71-105 20 16,-47 59 15-16,-3-7-34 15,-4 2 10-15,-3 1 6 16,-1 5-15-16,1 5-2 16,-1 6-34-16,7 8 14 15,3 6-11-15,2 8-14 16,4 12-2-16,-2 0 1 0,0 16 0 15,-2 18 8 1,-7 6 13-16,-3 5-8 0,-6-1 8 16,-2-3-22-16,-2-3 9 15,-5-3-9-15,2-9 0 16,-2-4-20-16,0-6-90 16,0-8-135-16,0-5-312 15,0-3-276-15</inkml:trace>
  <inkml:trace contextRef="#ctx0" brushRef="#br0" timeOffset="36006.04">15664 8141 1543 0,'0'0'359'0,"0"0"-46"0,0 0-2 15,0 0-196-15,0 0-112 16,124-31-3-16,-45-1-127 15,-12 1-100-15,-9-1-266 0</inkml:trace>
  <inkml:trace contextRef="#ctx0" brushRef="#br0" timeOffset="36230.72">16272 7574 1724 0,'0'0'261'0,"0"0"-16"0,0 0 18 16,137 168-51-16,-104-91-53 15,-11-1-49-15,-8-2-48 16,-10-8-34-16,-4-8-18 16,0-4-8-16,-18-6-2 15,-29 17-48-15,2-11-127 16,-3-8-514-16</inkml:trace>
  <inkml:trace contextRef="#ctx0" brushRef="#br0" timeOffset="36710.28">13805 8923 1497 0,'0'0'218'0,"0"0"-152"15,0 0 173-15,0 0-147 16,0 0 58-16,-14 187 74 15,14-55-39-15,0-4-60 16,0-26-27-16,0-33-44 16,0-25-28-16,0 2-19 15,0-4-5-15,7-1-2 16,-2-17-5-16,-1-15-80 16,-4-16-140-16,0-19-282 15,0-13-476-15</inkml:trace>
  <inkml:trace contextRef="#ctx0" brushRef="#br0" timeOffset="36952.11">13637 9220 1181 0,'0'0'172'16,"0"0"-121"-16,50-152 104 15,6 97 52-15,12 11 5 16,11 12-7-16,0 13-13 16,-4 10-33-16,-15 9-89 15,-16 14-29-15,-17 20-21 16,-21 11 18-16,-6 4 37 15,-22 4 10-15,-20-7-27 16,-6-5-26-16,2-4-16 16,6-11-15-16,9-6 7 0,6-8-8 15,7-8-15 1,3-4-97-16,-1 0-76 0,5-12-181 16,7-5-257-16</inkml:trace>
  <inkml:trace contextRef="#ctx0" brushRef="#br0" timeOffset="37162.69">14460 8886 1817 0,'0'0'244'0,"0"0"-172"0,0 0 248 15,-47 141-119-15,36-83-75 16,6 1-39-16,5-5-44 15,2-3-23-15,17-7-19 16,5-5-1-16,14 1-70 16,-2-10-314-16,-5-6-800 0</inkml:trace>
  <inkml:trace contextRef="#ctx0" brushRef="#br0" timeOffset="37484.31">14812 8983 1460 0,'0'0'484'0,"0"0"-409"16,0 0 234-16,0 0-73 16,23 125-77-16,-19-77-78 15,0-1-44-15,1-1-19 16,-3-5-16-16,2-5 5 16,-2-6-6-16,4-8-2 15,-6-8-71-15,0-14-195 16,0-6-337-16,0-15-816 0</inkml:trace>
  <inkml:trace contextRef="#ctx0" brushRef="#br0" timeOffset="37635.19">14763 9048 1691 0,'0'0'288'0,"0"0"-140"15,0 0 57-15,0 0-151 16,130-58-29-16,-77 49-25 15,0 4-18-15,-15 2-341 16,-15 3-937-16</inkml:trace>
  <inkml:trace contextRef="#ctx0" brushRef="#br0" timeOffset="37769.12">14888 9176 1332 0,'0'0'282'15,"0"0"-78"-15,0 0 52 16,0 0-92-16,0 0-43 15,0 0-81-15,161-4-40 16,-105-14-151-16,-10-5-592 0</inkml:trace>
  <inkml:trace contextRef="#ctx0" brushRef="#br0" timeOffset="37972.93">15242 8736 1672 0,'0'0'236'16,"0"0"-138"-16,0 0 108 16,0 0-41-16,-68 111-34 15,65-72-55-15,3-4-42 16,3-5-10-16,17-3-15 16,6-10 3-16,21-6-12 15,-7-7-99-15,-7-4-530 0</inkml:trace>
  <inkml:trace contextRef="#ctx0" brushRef="#br0" timeOffset="38295.28">15813 8845 1480 0,'0'0'295'0,"0"0"-98"15,-37 108 184-15,12-42-151 16,-8 9-93-16,-1 3-25 0,-1-1-22 15,6-7-50-15,6-11-23 16,7-11-17-16,12-12 0 16,4-13-75-16,10-11-236 15,11-12-511-15</inkml:trace>
  <inkml:trace contextRef="#ctx0" brushRef="#br0" timeOffset="38596.21">15876 9508 1386 0,'0'0'402'0,"0"0"-178"15,0 0-3-15,0 0-70 16,39-131-80-16,-25 73-7 16,-3-5 22-16,0-4 2 0,1-3-13 15,1 11-22-15,1 10-11 16,-2 19-11-16,5 16-7 15,0 14-12-15,5 4-6 16,5 28-4-16,0 8 2 16,0 7-3-16,-3 1 8 15,-6-2-8-15,-2-4 1 16,-7-7-2-16,-1-8-16 16,-6-8-96-16,-2-10-155 15,0-6-295-15,-4-3-325 0</inkml:trace>
  <inkml:trace contextRef="#ctx0" brushRef="#br0" timeOffset="38746.97">15918 9324 1689 0,'0'0'507'16,"0"0"-211"-16,0 0-40 16,0 0-151-16,0 0-78 15,140-34-21-15,-77 18-6 16,19-16-46-16,-13 5-163 15,-13 1-558-15</inkml:trace>
  <inkml:trace contextRef="#ctx0" brushRef="#br0" timeOffset="38948.43">16393 8802 1659 0,'0'0'361'0,"0"0"-263"0,0 0-9 15,0 0 90-15,153 116-38 16,-117-49 18-16,-11 12-17 16,-17 2-42-16,-8 0-51 15,-6-2-29-15,-23-7-19 16,-31 22-1-16,6-21-155 16,-1-7-535-16</inkml:trace>
  <inkml:trace contextRef="#ctx0" brushRef="#br0" timeOffset="39542.68">13510 10993 1820 0,'0'0'293'15,"0"0"-102"1,0 0 30-16,0 0-145 0,0 0 52 16,48 175 5-16,-33-86-39 15,-5 1-36-15,-2-1-7 16,-6-11-30-16,-2-10-9 15,0-12-11-15,0-15-2 16,0-17-6-16,0-17-96 16,-12-23-123-16,-3-18-257 15,-3-12-314-15</inkml:trace>
  <inkml:trace contextRef="#ctx0" brushRef="#br0" timeOffset="39744.76">13461 11233 795 0,'0'0'354'0,"0"0"49"0,76-123-108 16,-20 77-127-16,9 11 7 15,-1 12 8-15,-6 18-46 16,-14 5-61-16,-15 28-55 16,-21 18 17-16,-8 10 58 15,-25 2 13-15,-20-1-21 16,-3-10-37-16,-2-8-30 16,10-13-11-16,9-11-3 15,13-7-7-15,14-8-22 16,6-13-113-16,20-13-326 15,7-5-891-15</inkml:trace>
  <inkml:trace contextRef="#ctx0" brushRef="#br0" timeOffset="40001.25">14326 10955 1965 0,'0'0'278'16,"0"0"-157"-16,0 0 44 15,0 0-43-15,-82 144 2 16,75-78-34-16,7 4-10 16,0 0-24-16,9-6-19 15,13-6-36-15,7-7 0 16,5-12-1-16,30-18-115 0,-6-11-461 15,-4-10-1229-15</inkml:trace>
  <inkml:trace contextRef="#ctx0" brushRef="#br0" timeOffset="40219.26">14761 11085 1809 0,'0'0'341'0,"0"0"-238"16,0 0 164-16,0 115-75 16,0-60-65-16,0 4-60 0,0-8-32 15,0-2-20-15,0-13-14 16,0-8-2-16,0-9-44 16,0-19-183-16,0 0-411 15,2-21-907-15</inkml:trace>
  <inkml:trace contextRef="#ctx0" brushRef="#br0" timeOffset="40369.05">14598 11071 1564 0,'0'0'540'16,"0"0"-207"-16,0 0-80 16,0 0-163-16,0 0-69 15,158-39-3-15,-106 39-18 16,-8 0-71-16,-13 3-402 15,-17 5-339-15</inkml:trace>
  <inkml:trace contextRef="#ctx0" brushRef="#br0" timeOffset="40510.12">14703 11265 1433 0,'0'0'386'16,"0"0"-88"-16,0 0-4 15,0 0-146-15,0 0-52 16,0 0-65-16,161-4-31 15,-86-17-3-15,-12 4-317 16,-10-3-573-16</inkml:trace>
  <inkml:trace contextRef="#ctx0" brushRef="#br0" timeOffset="40766.4">15374 10958 1938 0,'0'0'350'0,"0"0"-258"16,0 0 183-16,-53 152-64 16,26-77-84-16,0 3-23 15,0-4-60-15,7-7-16 16,7-9-28-16,9-14 0 15,4-14-32-15,15-18-104 0,14-10-490 16,2-2-1150-16</inkml:trace>
  <inkml:trace contextRef="#ctx0" brushRef="#br0" timeOffset="41164.01">15744 11518 172 0,'0'0'1552'15,"0"0"-1035"-15,0 0-176 16,0 0-127-16,0 0-139 15,13-104-39-15,3 63 30 16,-1-9-14-16,4-10 11 16,0-6-38-16,2-2-4 15,1 6-20-15,1 12 4 16,-6 14-5-16,1 15-4 16,-1 16 4-16,6 5 1 15,6 7 4-15,6 21-4 16,3 12 17-16,1 5-17 15,-6 2-1-15,-8-1 1 16,-8-9-1-16,-8-3-64 0,-9-6-114 16,0-10-391-16,0-7-379 15</inkml:trace>
  <inkml:trace contextRef="#ctx0" brushRef="#br0" timeOffset="41313.93">15822 11315 1555 0,'0'0'672'16,"0"0"-426"-16,0 0 62 16,0 0-205-16,0 0-90 15,143-94-13-15,-43 41-107 16,-15 7-274-16,-9 0-548 0</inkml:trace>
  <inkml:trace contextRef="#ctx0" brushRef="#br0" timeOffset="41494.65">16378 10818 1549 0,'0'0'509'16,"0"0"-351"-16,0 0 55 15,0 0-11-15,0 0-67 16,-116 128-67-16,116-95-45 16,6-6-8-16,21-4-5 15,4-11-10-15,7-6-25 16,13-6-224-16,-9-10-363 15,-4-6-1227-15</inkml:trace>
  <inkml:trace contextRef="#ctx0" brushRef="#br0" timeOffset="41741.88">16634 10645 1640 0,'0'0'225'16,"0"0"-111"-16,0 0 96 15,0 0-25-15,118 171-32 16,-96-83-20-16,-15 7 22 16,-7 2-28-16,-2-18-61 15,-23 3-53-15,-6-7-10 0,-29 19-3 16,6-20-146-16,0-10-633 15</inkml:trace>
  <inkml:trace contextRef="#ctx0" brushRef="#br0" timeOffset="42320.98">13822 12908 2114 0,'0'0'225'0,"0"0"-153"16,0 135 104-16,0-65-82 0,0 1-56 16,0-2-17-1,0-13-4-15,0-12-17 0,0-22-18 16,2-14-248-16,-2-8-518 16</inkml:trace>
  <inkml:trace contextRef="#ctx0" brushRef="#br0" timeOffset="42545.03">13707 12916 1617 0,'0'0'296'0,"0"0"-140"16,60-163 136-16,3 97-130 15,14 12-104-15,6 20 15 16,-8 22 28-16,-15 12-55 16,-21 23-29-16,-24 24-8 15,-15 8 1-15,-17 3 62 16,-24-5-23-16,-7-2-4 0,0-9-22 15,9-10-8-15,9-9-14 16,12-10-1-16,14-12-45 16,6-2-115-16,23-19-565 15,4-7-1228-15</inkml:trace>
  <inkml:trace contextRef="#ctx0" brushRef="#br0" timeOffset="42748.53">14484 12625 1881 0,'0'0'357'0,"0"0"-269"16,-93 126 107-16,66-66-2 16,16 1-121-16,11-3-30 0,0-3-30 15,21-2 0-15,0-9-12 16,15-4-31-16,-5-10-227 15,-2-14-501-15</inkml:trace>
  <inkml:trace contextRef="#ctx0" brushRef="#br0" timeOffset="42980.75">14796 12747 1756 0,'0'0'230'0,"0"0"-157"16,0 0 188-16,6 108-101 15,-4-43-27-15,-2 5-28 16,0 2-21-16,0-4-59 16,-2-12-25-16,-4-16-1 15,6-26-135-15,0-14-437 16,8 0-511-16</inkml:trace>
  <inkml:trace contextRef="#ctx0" brushRef="#br0" timeOffset="43138.54">14783 12739 1921 0,'0'0'474'15,"0"0"-293"-15,0 0-50 0,0 0-87 16,156-39-37-16,-100 39-7 15,-4 0-121-15,-19 3-423 16,-18 9-530-16</inkml:trace>
  <inkml:trace contextRef="#ctx0" brushRef="#br0" timeOffset="43272.27">14875 12956 1181 0,'0'0'381'15,"0"0"-146"-15,0 0 8 16,0 0-65-16,0 0 14 15,0 0-105-15,0 0-87 16,187-34-24-16,-113 9-346 16,-10 6-712-16</inkml:trace>
  <inkml:trace contextRef="#ctx0" brushRef="#br0" timeOffset="43507.04">15657 12668 1957 0,'0'0'332'0,"0"0"-220"15,0 0 122-15,-20 109-32 0,9-49-78 16,-7 4-57 0,-3 1-7-16,-2-5-25 0,-4-8-34 15,0-6 3-15,4-6-4 16,6-10-71-16,3-3-109 15,8-11-369-15,6-6-521 0</inkml:trace>
  <inkml:trace contextRef="#ctx0" brushRef="#br0" timeOffset="44887.2">15396 12378 960 0,'0'0'288'0,"0"0"-91"0,0 0 101 16,0 0-116-16,-114 97-84 16,101-66-29-16,9 1-6 15,4-1-22-15,6-7-19 16,21-2-8-16,11-6-1 15,22 0-13-15,-6-4-202 16,-5-3-584-16</inkml:trace>
  <inkml:trace contextRef="#ctx0" brushRef="#br0" timeOffset="45381.49">15911 13191 1031 0,'0'0'155'0,"0"0"-104"0,0 0 250 16,0 0-127 0,0 0 16-16,0 0 66 0,0 0-167 15,29-23-49-15,-6-37 16 16,-1-8 64-16,-5-4-11 15,2 1 3-15,-2 6-14 16,-3 12 8-16,-3 17-7 16,-5 19-28-16,2 12-12 15,2 5-54-15,5 18-5 16,8 20 0-16,4 10 1 16,-2 8 7-16,-8 0-7 15,-3 1 0-15,-6-8-1 0,-5-3-6 16,-3-11-97-1,0-3-86-15,-9-9-376 0,-9-9-496 16</inkml:trace>
  <inkml:trace contextRef="#ctx0" brushRef="#br0" timeOffset="45519.3">15951 13171 1570 0,'0'0'578'15,"0"0"-329"-15,0 0 76 16,0 0-147-16,0 0-130 15,0 0-48-15,155-113-73 16,-84 77-196-16,-9-4-382 0</inkml:trace>
  <inkml:trace contextRef="#ctx0" brushRef="#br0" timeOffset="45698.53">16462 12621 2008 0,'0'0'368'0,"0"0"-228"15,0 0-5-15,0 0-60 16,-136 86-27-16,116-52-22 16,15-3-4-16,5-7-21 15,11-6 5-15,26-7-6 16,25-11-98-16,-4 0-366 16,-10-4-550-16</inkml:trace>
  <inkml:trace contextRef="#ctx0" brushRef="#br0" timeOffset="45893.02">16689 12468 1545 0,'0'0'314'16,"0"0"-204"-16,0 0 91 15,51 159-19-15,-44-72-13 16,-7 4-49-16,-11-6-50 15,-16 5-43-15,-26 19-27 16,8-24-134-16,1-17-668 0</inkml:trace>
  <inkml:trace contextRef="#ctx0" brushRef="#br0" timeOffset="49858.86">17046 7892 920 0,'0'0'301'0,"0"0"-43"15,0 0-101-15,0 0-41 16,0 0-78-16,0 0 46 16,0 0 16-16,82 0 11 15,-43 8 16-15,-6 0-62 16,-4 0-34-16,-7 3-25 0,-4-2-6 16,-7 4-16-1,0-5-46-15,0 0-81 0,-2-4-84 16,0-4-398-16</inkml:trace>
  <inkml:trace contextRef="#ctx0" brushRef="#br0" timeOffset="50112.3">17213 7802 628 0,'0'0'153'0,"0"0"-35"15,0 0 35-15,0 0-69 16,0 0-24-16,76 134-10 16,-76-89 49-16,-16-1-14 15,-13-5-38-15,-20 7-24 16,7-13-23-16,2-5-339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51:33.113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2581 2458 1197 0,'0'0'196'0,"0"0"45"16,54-107 31-16,-32 75-97 16,-2 18-104-16,0 11-46 15,-3 3-7-15,-1 8 13 16,-5 12 83-16,-9 1-42 16,-2 4-27-16,0 1-18 15,-24 4 10-15,-10-2-19 16,-1-2-5-16,-3-6-6 0,7-12 1 15,4-8 1-15,7-6-1 16,2-23-8-16,8-10 0 16,6-3 7-16,4 0-5 15,12 5-2-15,19 10 1 16,9 13-1-16,5 9 0 16,-5 5 0-16,-7 12 0 15,-8 15 11-15,-16 7 33 16,-9 2-2-16,-2 0 7 15,-25 1-16-15,-4-6 0 16,-1-7-23-16,5-9-2 16,6-14-2-16,3-1 1 15,2-16-2-15,3-18-5 0,4-12-2 16,9-7 2-16,0 4-1 16,15 9-1-16,16 16 2 15,7 17-6-15,5 7 0 16,-5 19 5-16,-7 15-5 15,-11 4 4-15,-13 2 2 16,-7-2 0-16,0-2 8 16,-21-4 1-16,-3-8-2 15,-2-10 1-15,1-9-1 16,2-5 4-16,1-12-10 16,2-23-1-16,2-9-1 15,5-10 1-15,9 0 0 16,4 4 0-16,6 11-7 15,23 20 6-15,9 16-5 16,4 3 4-16,-3 27-5 0,-8 11 6 16,-14 6 1-16,-10 4 6 15,-7-2 13-15,-9-2 2 16,-16-5-5-16,1-10-8 16,0-8-7-16,1-11 7 15,8-10-1-15,1-7-4 16,3-27-3-16,4-17 0 15,5-16 0-15,2-3-1 16,0 4 1-16,18 12-1 16,11 21 0-16,4 23-11 15,3 10 6-15,-3 20 6 16,-6 23-7-16,-15 6 5 16,-12 9 2-16,0-5 6 0,-14-2 6 15,-9-12-4-15,4-8-2 16,1-14-6-16,5-11 2 15,-1-6 14-15,1-7-11 16,1-26-5-16,1-13 0 16,3-10 0-16,6-4 0 15,2 6 0-15,2 14-1 16,22 18-8-16,8 18 0 16,3 4 1-16,-4 26 7 15,-8 14 1-15,-15 8-1 16,-8 1 1-16,-6 0 7 15,-21-5 5-15,-4-10-4 0,4-9-1 16,2-15-6 0,7-10 13-16,3 0-5 0,2-28-9 15,-1-13 0-15,3-6 1 16,4-4 0-16,7 7-1 16,0 9-2-16,16 14-7 15,13 17 2-15,2 4-1 16,-2 9 1-16,-6 21 6 15,-15 7 0-15,-8 3-4 16,0-1 5-16,-22 2 6 16,-7-9 2-16,-2-6-8 15,2-14 1-15,4-12 11 16,3 0-5-16,6-33-7 16,6-16 0-16,7-9 0 15,3-2-1-15,9 7-5 0,18 14 5 16,8 19-7-16,3 17 1 15,3 3 7-15,-8 26-6 16,-6 13 6-16,-16 9 0 16,-11 4 0-16,-9 4 8 15,-22-2 2-15,-5-8-8 16,2-8-1-16,6-11 0 16,3-15 1-16,5-12 5 15,2-2-7-15,3-30-12 16,2-15-3-16,5-8-3 15,8-6 0-15,0 6 4 16,21 16 5-16,14 18 8 16,5 21-12-16,3 2 7 0,-5 30 5 15,-5 9 0-15,-13 5 1 16,-11 0 1-16,-9-2 15 16,-4-1 0-16,-21-5-2 15,-4-6-5-15,-2-10-8 16,0-14 8-16,1-8-2 15,4-11-5-15,4-27-2 16,2-13-1-16,7-14-5 16,7-3-3-16,6 6 3 15,6 14-1-15,22 18 1 16,13 20 4-16,1 10-5 16,-3 17 1-16,-2 26 5 0,-16 7 1 15,-13 4 0-15,-8 2 0 16,-8-4 1-16,-17-3 13 15,-5-10-5-15,1-10-8 16,5-14 5-16,-1-10-5 16,2-5 11-16,4-24-12 15,-3-17-1-15,-1-15 1 16,8-6-11-16,3 0 10 16,12 8-5-16,4 16-5 15,31 20 5-15,7 18-1 16,-3 9 6-16,-5 24 0 15,-16 11 1-15,-18 7 5 16,0-4 32-16,-11-2 1 16,-11-10-13-16,-1-9-13 0,3-10-6 15,5-11-4-15,-1-5-1 16,3-7-1-16,2-15-61 16,6-24-90-16,2 7-409 15,3 1-760-15</inkml:trace>
  <inkml:trace contextRef="#ctx0" brushRef="#br0" timeOffset="10254.29">4153 1784 1128 0,'0'0'249'0,"0"0"-31"16,0 0 11-16,0 0 18 16,0 0-123-16,0 0-109 15,-7 105 109-15,7 37 33 16,0 25-17-16,-16-7-30 0,-4-17-23 15,0-42-33-15,2-23-14 16,7-20-13-16,5-15-9 16,-2-3-12-16,6-7-2 15,2-8-4-15,0-15 0 16,0-10 0-16,0-18 18 16,0-26-3-16,7-19-15 15,0-16 0-15,-3-23-1 16,1-26-14-16,1-22-11 15,1-3-5-15,4 8 10 16,-2 34 13-16,0 34 7 16,2 18-4-16,-2 18 5 15,2 4 0-15,3 11-6 0,6 12 4 16,4 14-18 0,7 31 20-16,14 36 10 0,9 38 11 15,4 29 16-15,-7-4-2 16,-18-22 4-16,-11-29 1 15,-9-24-6-15,1 6-7 16,1 1-15-16,4-2-10 16,-1-13-1-16,-5-15-1 15,-5-13-2-15,0-8-19 16,-8-9-30-16,0-2-10 16,0 0-57-16,-41-11-345 15,6-4-228-15,-3-2-792 0</inkml:trace>
  <inkml:trace contextRef="#ctx0" brushRef="#br0" timeOffset="10426.27">4153 2605 1575 0,'0'0'405'0,"0"0"-245"16,0 0-41-16,0 0 32 15,0 0 25-15,0 0-102 16,139-54-51-16,-76 19-20 15,0 0-3-15,19-20-134 16,-18 11-383-16,-14 4-260 0</inkml:trace>
  <inkml:trace contextRef="#ctx0" brushRef="#br0" timeOffset="10666.89">4656 1821 1744 0,'0'0'350'15,"0"0"-226"-15,0 0-15 16,0 0 127-16,85 144-40 16,-52-68-52-16,-4 6-34 15,0-2-31-15,-4-3-31 16,-3-9-27-16,0-7-11 16,-4-10-8-16,0-5-2 15,-2-6 0-15,-3-10-16 16,0-7-60-16,0-9-65 15,10-14-111-15,-3 0-343 0,-2-3-318 16</inkml:trace>
  <inkml:trace contextRef="#ctx0" brushRef="#br0" timeOffset="11011.91">5151 2488 1741 0,'0'0'303'15,"0"0"-186"-15,0 0 61 16,0 0-43-16,140-108-88 16,-95 82-30-16,-7 6-16 15,-11 5 5-15,-7 6-6 16,-11 4 0-16,-7 2 1 0,-2-3 21 16,-4-1-20-1,-21 2-1-15,-8 3-1 0,-7 2 9 16,-3 0 0-16,1 23 0 15,4 12 28-15,9 9-1 16,11 10-10-16,14 4 22 16,4 2 6-16,10-6-15 15,24-4-17-15,13-7-11 16,11-13-2-16,7-8-8 16,1-13-1-16,1-9-2 15,27-14-116-15,-18-13-232 16,-7-7-680-16</inkml:trace>
  <inkml:trace contextRef="#ctx0" brushRef="#br0" timeOffset="11491.76">5831 2314 1726 0,'0'0'394'0,"0"0"-293"15,-2 114 190-15,2-58-62 16,10 1-80-16,9-8-59 15,1-8-57-15,-3-9-24 16,2-8-3-16,-9-10-6 16,-3-6-6-16,-5-8-19 15,-2 0 13-15,-2-24-6 16,-13-15-14-16,-3-10 11 16,7-9 15-16,6 1 5 0,5 7-8 15,11 16-3 1,23 20 5-16,11 14 5 0,1 14-4 15,1 23 5-15,-7 12 0 16,-9 4 1-16,-8-5 1 16,-10-9 14-16,-6-8-13 15,-5-11 5-15,-2-15-7 16,0-5 9-16,0-7 14 16,-11-27-22-16,0-15-1 15,2-7-1-15,9-6 1 16,0 6-1-16,13 12-6 15,18 18 1-15,7 18-3 16,5 8 2-16,3 25 7 0,-5 16 7 16,-3 10-7-1,-9-2 6-15,-8-2-5 0,0-8-1 16,-1-5 0-16,24-10-27 16,-3-9-304-16,3-11-637 0</inkml:trace>
  <inkml:trace contextRef="#ctx0" brushRef="#br0" timeOffset="12047.51">6727 2302 1837 0,'0'0'216'0,"0"0"-157"15,0 0 124 1,-127 80-48-16,112-27-46 0,10 6 18 15,5 2-4-15,15-6-18 16,24-10-40-16,9-15-21 16,13-12-6-16,5-16-8 15,-3-2-1-15,-8-14-9 16,-9-14-11-16,-17-8-14 16,-12-8-11-16,-15-13-12 15,-2-9 7-15,-4-2 5 16,-11 4 16-16,3 12 20 15,3 20 0-15,9 23 31 16,0 9-26-16,5 33 2 16,19 18 4-16,3 16 27 0,0 2-11 15,0-1 8-15,-8-10 14 16,0-8-16-16,-11-13-17 16,-1-11-7-16,-5-14-8 15,-2-9 0-15,0-3 23 16,-11-24-13-16,-12-20-11 15,-3-33-6-15,6 1 5 16,8-10 0-16,12 6-1 16,0 26-4-16,21 10-3 15,12 23 8-15,5 21-11 16,5 5 12-16,-3 33 6 16,-5 9 16-16,-4 8 14 15,-6 3-9-15,-7-4-15 0,-3-6-11 16,-5-10-1-1,-2-6-26-15,1-9-123 0,-5-10-426 16,1-10-1041-16</inkml:trace>
  <inkml:trace contextRef="#ctx0" brushRef="#br0" timeOffset="12198.45">7569 2402 1824 0,'0'0'284'0,"0"0"-171"16,0 0 114-16,0 0-34 15,65 146-75-15,-51-99-64 16,-6-3-44-16,2-6-10 16,-10-4-4-16,0-7-206 15,0-16-504-15</inkml:trace>
  <inkml:trace contextRef="#ctx0" brushRef="#br0" timeOffset="12349.45">7427 2348 2263 0,'0'0'267'16,"0"0"-38"-16,0 0-114 16,0 0-68-16,-2-104-47 15,33 90-83-15,30 11-148 16,-7 3-388-16,2 0-492 0</inkml:trace>
  <inkml:trace contextRef="#ctx0" brushRef="#br0" timeOffset="12685.52">8042 2196 1431 0,'0'0'702'0,"0"0"-482"16,0 0-5-16,0 0-115 15,0 0-49-15,-100 109-17 16,84-46 26-16,8 7 0 16,8-2 4-16,0-10-28 15,22-12-21-15,7-13-9 16,7-17-5-16,-1-15-1 15,1-1 0-15,-5-26-60 16,-6-13-7-16,-12-14 19 16,-9-7 32-16,-4-4 11 15,0 2 5-15,-2 11 57 0,-3 16 55 16,5 19-6 0,0 16-60-16,3 5-46 0,19 32 12 15,5 13 31-15,4 8-14 16,-4 5-13-16,-2-4-10 15,-4-4-6-15,-2-5-36 16,-11 11-87-16,-4-13-119 16,-4-7-583-16</inkml:trace>
  <inkml:trace contextRef="#ctx0" brushRef="#br0" timeOffset="13203.99">9879 2141 307 0,'0'0'1526'16,"0"0"-1235"-16,-113-3-51 0,65 18-78 16,6 21-28-16,7 19-62 15,8 13-13-15,13 9 18 16,12 1-25-16,2-3-24 15,16-12-13-15,20-15-13 16,8-19-1-16,5-12 1 16,5-17-2-16,-6 0-11 15,-3-19-22-15,-13-10 16 16,-13 0 16-16,-14 2 1 16,-5 3 1-16,-11 1 7 15,-18 5 10-15,-5 6 7 16,-6 7 1-16,3 5-14 15,3 0-12-15,3 0-1 0,11 7-8 16,11 1-27-16,9 1-89 16,26-9-196-16,15 0-198 15,3 0-401-15</inkml:trace>
  <inkml:trace contextRef="#ctx0" brushRef="#br0" timeOffset="13532.94">10223 2280 2082 0,'0'0'298'0,"0"0"-166"15,0 0-59-15,-85 141 51 16,78-86-57-16,7-1-30 0,2-8-20 16,23-8-10-1,8-11-5-15,5-13 8 0,6-12-1 16,1-2-3-16,-1-9-5 15,-3-15 0-15,-12-3 0 16,-9-11 5-16,-13-7 0 16,-7-2 0-16,-3-2 4 15,-21 3 10-15,-7 10 34 16,-8 7 6-16,4 11-26 16,-3 11-27-16,7 5-7 15,4 2-6-15,9 0-29 16,16 0-78-16,22 0-124 15,22 0-383-15,8 0-90 0</inkml:trace>
  <inkml:trace contextRef="#ctx0" brushRef="#br0" timeOffset="13736.42">10867 2017 1644 0,'0'0'763'0,"0"0"-609"16,0 0-58-16,0 0 23 15,-105 160 3-15,69-88-38 16,5 1-33-16,7-6-12 16,6-10-26-16,9-10-11 15,4-17-2-15,5-9-13 16,0-13-80-16,5-8-110 16,8-6-337-16,-2-15-394 0</inkml:trace>
  <inkml:trace contextRef="#ctx0" brushRef="#br0" timeOffset="13992.67">10592 2123 2116 0,'0'0'356'16,"0"0"-234"-16,0 0-65 16,0 0-57-16,0 0-3 15,0 0-27-15,0 0-166 16,117 119-137-16,-78-72 46 15,-3 6 39-15,-5-6 134 16,-4-4 114-16,-7-11 116 16,-9-10 180-16,-7-10 55 15,-1-6-85-15,-3-4-98 0,0-2-44 16,0 0-105-16,-32 0-19 16,3 2-373-16,-6 4-1079 0</inkml:trace>
  <inkml:trace contextRef="#ctx0" brushRef="#br0" timeOffset="19082.07">4759 3409 1407 0,'0'0'381'0,"0"0"-138"16,0 0 111-16,0 0-125 15,-141-38-102-15,104 38-54 16,1 0-31-16,3 16-24 16,6 7-11-16,9 6-7 15,11 3-1-15,7 2-11 16,7-5-2-16,24-3 5 15,4-6 0-15,6-11-15 16,-5-3-23-16,-5-6-15 0,-11 0-20 16,-11 0-2-1,-9 0 84-15,-2 0 3 0,-25 0 6 16,-11 12 4-16,-5 10 33 16,1 12-7-16,2 11-17 15,8 4-8-15,8 8-1 16,13-1-6-16,11-5 8 15,0-5 15-15,24-11-16 16,14-12-13-16,11-16-1 16,10-7 0-16,30-18-106 15,-14-14-381-15,-10-2-412 0</inkml:trace>
  <inkml:trace contextRef="#ctx0" brushRef="#br0" timeOffset="19375.16">5058 3666 1388 0,'0'0'239'16,"0"0"-152"-16,0 0 33 16,0 0-75-16,0 0-7 15,73 104-17-15,-35-69-11 16,-7 6 34-16,-4 1 79 15,-11-4 32-15,-12 0-2 16,-4-3-12-16,-6-6-20 16,-23 2-10-16,-8-6-45 15,-7-3-36-15,0-7-17 0,-1-7-7 16,7-8-6 0,9 0-17-16,15-26-89 0,8 1-155 15,6 2-367-15</inkml:trace>
  <inkml:trace contextRef="#ctx0" brushRef="#br0" timeOffset="19809.89">5438 3834 1446 0,'0'0'923'0,"0"0"-852"15,0 0 21-15,9 130 106 16,1-60-69-16,-2 6-76 15,1 3 4-15,-2-4-31 0,-4-4-19 16,-3-11-5-16,0-12-2 16,0-13-31-16,0-17-57 15,0-18-41-15,0 0 49 16,-17-26-89-16,-3-17 2 16,1-9 108-16,-2-6 59 15,6-9 27-15,8-19 26 16,7-23-28-16,18 2-11 15,15 9-14-15,15 18 0 16,-2 30-11-16,5 10 11 16,5 10 7-16,-12 30 23 15,-8 5-12-15,-16 36 47 16,-13 15 9-16,-7 6 11 0,-13 2-1 16,-16-7-11-16,-7-5-25 15,3-16-26-15,-1-13-12 16,6-10-10-16,-1-13 0 15,4 0-53-15,7-13-82 16,16-19-119-16,2 2-385 16,2 1-826-16</inkml:trace>
  <inkml:trace contextRef="#ctx0" brushRef="#br0" timeOffset="20335.09">5996 3689 1833 0,'0'0'296'0,"0"0"-3"0,0 0-95 15,0 0-131-15,-116 85-43 16,114-29 9-16,2 3-5 16,11-2-6-16,16-10-21 15,6-15 0-15,5-12-1 16,3-20 0-16,1 0-44 15,-7-31-61-15,-4-9-72 16,-10-6-30-16,-13-4 50 16,-8-3 84-16,0 8 73 15,0 8 72-15,0 18 149 0,0 12 1 16,0 7-141-16,9 25-80 16,16 17 7-16,-1 12-7 15,1 4 10-15,-6-1 2 16,-3-10 4-16,-7-13-8 15,-1-13-8-15,-8-17 0 16,0-4-1-16,0-27-31 16,-6-17-48-16,-2-14 27 15,3-6 38-15,5 3 14 16,0 3 37-16,5 19 15 16,19 15-22-16,5 17-3 15,9 7-18-15,2 29-8 16,-2 14 14-16,-4 13-3 15,-7 2 10-15,-10 3 28 16,-5-3-12-16,-8-3-15 0,-2-14-14 16,-2-9-9-16,-8-10-34 15,-13-12-171-15,-4-10-401 0</inkml:trace>
  <inkml:trace contextRef="#ctx0" brushRef="#br0" timeOffset="20508.43">6116 3757 1382 0,'0'0'1069'15,"0"0"-944"-15,0 0 41 16,0 0-75-16,45-107-81 16,9 84-10-16,6 1-74 0,27 9-147 15,-16 6-430 1,-7 3-963-16</inkml:trace>
  <inkml:trace contextRef="#ctx0" brushRef="#br0" timeOffset="20815.72">6776 3605 1676 0,'0'0'349'0,"0"0"-101"16,-71 104 16-16,40-43-84 16,8 6-65-16,15 0 3 15,8-7-22-15,4-11-29 16,25-17-37-16,9-18-17 15,7-14-5-15,-1-11-8 16,-1-27-12-16,-8-8-35 0,-11-9-15 16,-6-3-4-1,-11 7 19-15,-7 5 31 0,0 13 16 16,0 13 26-16,0 12 70 16,0 8-20-16,0 0-43 15,0 24-27-15,0 16 2 16,11 10 7-16,2 9-14 15,3 1-1-15,0 1-5 16,-6-10-76-16,-4 10-76 16,-6-15-216-16,0-14-655 0</inkml:trace>
  <inkml:trace contextRef="#ctx0" brushRef="#br0" timeOffset="21477.59">9469 3589 1627 0,'0'0'248'0,"0"0"-166"16,0 0 130-16,0 0-118 15,0 0-39-15,114-113 3 16,-68 105 14-16,-1 8-28 16,-11 5-16-16,-15 21-15 15,-11 9 4-15,-8 6 23 0,-23 2-12 16,-15 1 5-1,-2-5-23-15,4-9-8 0,11-9 3 16,15-14-5-16,10-7-12 16,0 0-9-16,6-2 1 15,17-8-3-15,6 5 14 16,6 2 8-16,5 3-5 16,1 7 5-16,-4 14 1 15,-8 10 0-15,-10 5 1 16,-19 2 20-16,-4-1 15 15,-27 2 41-15,-11-3 2 16,-7-7-25-16,3-8-25 0,3-5-14 16,9-9-14-1,7-7-1-15,12 0-12 0,15-41-72 16,0 1-245-16,21-6-631 16</inkml:trace>
  <inkml:trace contextRef="#ctx0" brushRef="#br0" timeOffset="21799.28">9957 3706 1993 0,'0'0'275'16,"0"0"-118"-16,-35 111 64 15,35-65-106-15,8-7-75 16,23-11-19-16,9-12-12 0,8-14 2 15,1-2-1-15,-3-22-8 16,-3-12-1-16,-10-4 5 16,-15-4 0-16,-12 0 0 15,-6 3-4-15,-8 7 10 16,-24 9 2-16,-7 9 21 16,-9 5 11-16,-4 6 16 15,-2 3-4-15,2 0-22 16,10 3-26-16,11 10-10 15,17 1-57-15,26-1-110 16,21-3-336-16,14-5-322 0</inkml:trace>
  <inkml:trace contextRef="#ctx0" brushRef="#br0" timeOffset="22017.67">10815 3347 1982 0,'0'0'354'16,"0"0"-249"-16,-62 128 138 16,20-50-54-16,-3 10-87 15,1 2-7-15,6-5-23 16,5-13-45-16,8-14-16 16,9-20-11-16,9-18-23 15,5-18-59-15,2-21-20 0,2-22-152 16,9-9-912-16</inkml:trace>
  <inkml:trace contextRef="#ctx0" brushRef="#br0" timeOffset="22220.48">10539 3445 1862 0,'0'0'523'0,"0"0"-415"16,0 0 89-16,0 0-96 15,0 0-77-15,0 0-12 16,0 0-3-16,-36 18-8 16,34-18-1-16,2 0-1 0,0 0-64 15,18 0-212 1,4 0-459-16,-2 0-493 0</inkml:trace>
  <inkml:trace contextRef="#ctx0" brushRef="#br0" timeOffset="22369.88">10809 3875 2198 0,'0'0'524'0,"0"0"-330"16,0 0-22-16,0 0-172 16,0 0-100-16,0 0-197 15,0 0-1262-15</inkml:trace>
  <inkml:trace contextRef="#ctx0" brushRef="#br0" timeOffset="30809.06">4331 4988 1375 0,'0'0'352'0,"0"0"-273"15,-27 191 105-15,7-56 4 16,5-7-79-16,5-28-5 16,8-36-34-16,2-25-26 15,0-2-23-15,0-2-6 16,0-3 10-16,0-11 4 0,0-14-10 15,0-7 9-15,0 0 39 16,-4-19 14-16,-5-15-60 16,3-13-14-16,2-12-6 15,4-5-1-15,0-4 0 16,4-4 0-16,8-2 0 16,7 1 0-16,0 4 0 15,2 10-13-15,-1 15 12 16,-1 15 1-16,0 14 0 15,-2 13-8-15,3 2-5 16,7 20 13-16,2 18 1 16,0 10 11-16,2 10 10 0,-2 7 20 15,-4 5-9-15,-3-2-3 16,-2-2-6-16,-4-6-15 16,-3-10-8-16,0-10 0 15,-3-11 0-15,-4-12-1 16,-2-8-1-16,-1-7-32 15,-3-2-21-15,0 0-53 16,-18 0-225-16,-6-7-293 16,-8 2-605-16</inkml:trace>
  <inkml:trace contextRef="#ctx0" brushRef="#br0" timeOffset="30967.57">4267 5745 1773 0,'0'0'475'15,"0"0"-292"-15,0 0 76 0,0 0-167 16,0 0-68-16,0 0-18 16,148-116-6-16,-85 79-9 15,29-14-78-15,-15 6-161 16,-10 5-435-16</inkml:trace>
  <inkml:trace contextRef="#ctx0" brushRef="#br0" timeOffset="31177.6">4901 5147 2109 0,'0'0'295'0,"0"0"-219"15,0 0 107-15,0 0-7 16,52 158-68-16,-32-95-12 0,-1-3-10 16,2-4-44-16,-3-8-28 15,-1-9-13-15,1-7-1 16,-2-6 0-16,0-9-60 15,-1-4-60-15,12-6-88 16,-3-5-329-16,1-2-485 0</inkml:trace>
  <inkml:trace contextRef="#ctx0" brushRef="#br0" timeOffset="31680.8">5505 5416 1403 0,'0'0'380'0,"0"0"-277"16,0 0 246-16,-138-28-168 15,109 28-110-15,11 12-37 16,7 18-16-16,5 10 13 16,6 6 51-16,0-2-28 15,17-5-18-15,12-11-11 16,5-13-12-16,4-11-5 15,0-4-8-15,-3-10-13 16,-6-16-25-16,-8-6 13 16,-10-4 10-16,-9 0 13 15,-2 4 2-15,0 8 0 0,0 10 1 16,0 12 37 0,0 2-34-16,0 12-3 0,10 21-1 15,9 10 13-15,1 9 10 16,-3 5 18-16,-5 1 22 15,-5 2 4-15,-7-4-7 16,0-2-3-16,0-6-18 16,-14-2-8-16,-8-6 2 15,-5-8-15-15,-6-4-6 16,-4-7 2-16,0-8 1 16,-3-4 0-16,5-9 0 15,3 0-2-15,5 0-13 16,5-14-1-16,5-1-23 15,7-2-33-15,10-5-48 16,12-21-79-16,19 7-441 0,0-4-624 16</inkml:trace>
  <inkml:trace contextRef="#ctx0" brushRef="#br0" timeOffset="32161.01">5746 5508 2054 0,'0'0'180'0,"0"0"-119"16,0 0 68-16,0 0-10 15,105 126-52-15,-74-103 9 16,-2-9-30-16,-2-8-27 16,-7-6-9-16,-2 0-10 0,-7-23-10 15,-5-11-23 1,-6-8-21-16,0-8 11 0,0 1 25 15,0 6 18-15,0 11 13 16,0 11 47-16,0 16 28 16,3 5-55-16,15 17-33 15,2 16 0-15,-1 11 1 16,0 2 0-16,-6-2 12 16,-4-6-5-16,-4-7-1 15,-3-12-5-15,-2-8-1 16,2-11 0-16,-2-4 24 15,0-26-19-15,0-11-6 0,0-7 0 16,4 0 0-16,0 8 0 16,6 11 1-16,1 14 20 15,2 13 10-15,5 2-30 16,2 12 8-16,0 14 0 16,0 6 6-16,-4 2-3 15,-3-1-10-15,0-3-2 16,3-5 0-16,16-6-100 15,-6-10-396-15,6-6-775 0</inkml:trace>
  <inkml:trace contextRef="#ctx0" brushRef="#br0" timeOffset="32424.04">6603 5412 1827 0,'0'0'311'16,"0"0"-237"-16,-58 120 103 15,44-68 10-15,14-4-79 16,0-12-62-16,29-12-25 16,11-12-3-16,5-12-2 15,1 0-1-15,-3-24-5 16,-12-7 4-16,-14-5 2 16,-11-4 11-16,-6-3-7 15,-8 5-13-15,-13 6 2 16,-4 10-9-16,-4 10-16 15,-4 10-44-15,-25 8-83 16,6 17-393-16,6 0-795 0</inkml:trace>
  <inkml:trace contextRef="#ctx0" brushRef="#br0" timeOffset="33008.03">9587 4985 1388 0,'0'0'322'0,"0"0"-91"16,0 0 246-16,0 0-251 0,0 0-69 16,0 0-75-1,0 0 14-15,49-18-30 0,-4 8-37 16,4 2-15-16,-5 8-13 16,-4 0-1-16,-9 18-1 15,-6 15-5-15,-9 13 5 16,-12 12 1-16,-4 5 6 15,0 5-5-15,-2 1 8 16,-9-5 3-16,2-6 4 16,2-10 1-16,5-9-7 15,2-14-8-15,0-9-2 16,0-10 0-16,0-6-30 16,5 0-41-16,5-14-45 15,6-16-147-15,-5 2-359 16,-4 4-451-16</inkml:trace>
  <inkml:trace contextRef="#ctx0" brushRef="#br0" timeOffset="33197.51">9701 5404 147 0,'0'0'1778'16,"0"0"-1416"-16,0 0 14 15,0 0-191-15,0 0-120 16,0 0-48-16,0 0-17 15,167-111-8-15,-105 82-45 16,7-4-74-16,5 0-183 16,31-10-201-16,-16 9 297 0,-17 5-811 0</inkml:trace>
  <inkml:trace contextRef="#ctx0" brushRef="#br0" timeOffset="33496.53">10394 5055 1367 0,'0'0'600'15,"0"0"-377"-15,0 0 99 16,0 0-69-16,-115 6-125 15,83 25-51-15,-2 13-2 16,3 9-11-16,5 7 3 16,10 3-19-16,9-5-15 15,7-7-13-15,11-14-10 16,20-16-8-16,14-16-1 16,11-5 16-16,1-24-17 15,4-18-21-15,-8-6 0 0,-8-2 9 16,-15 1 12-1,-18 3 7-15,-9 6-6 0,-3 5 8 16,-21 4 0-16,-14 7 18 16,-7 4-6-16,-8 8-12 15,4 6-9-15,1 4-10 16,12 2-39-16,12 0-67 16,21 0-75-16,14 6-350 15,15-1-627-15</inkml:trace>
  <inkml:trace contextRef="#ctx0" brushRef="#br0" timeOffset="33722.78">11054 4899 2174 0,'0'0'476'0,"0"0"-409"15,0 0 74-15,-92 116 8 16,50-44-62-16,-5 7-9 15,1 2-6-15,5-4-26 16,10-13-29-16,11-14-17 16,13-21 0-16,7-12-51 15,0-13-72-15,2-16-45 16,10-16-83-16,-1-8-571 0</inkml:trace>
  <inkml:trace contextRef="#ctx0" brushRef="#br0" timeOffset="33859.56">10690 5046 1341 0,'0'0'785'0,"0"0"-565"16,0 0 143-16,0 0-168 15,0 0-118-15,0 0-77 16,0 0-32-16,16-55-178 16,13 63-463-16</inkml:trace>
  <inkml:trace contextRef="#ctx0" brushRef="#br0" timeOffset="33992.85">11010 5476 2313 0,'0'0'474'0,"0"0"-305"16,0 0-118-16,0 0-51 16,0 0-296-16,0 0-648 0</inkml:trace>
  <inkml:trace contextRef="#ctx0" brushRef="#br0" timeOffset="40498.55">15363 2060 1620 0,'0'0'222'0,"0"0"-33"15,0 0 38-15,0 0-43 16,-119-41-82-16,93 41-44 16,-6 0-33-16,-1 20-16 15,-2 16-9-15,-1 16 0 0,5 12 0 16,6 9 0 0,14-6 1-16,11-4 5 0,5-15-6 15,26-18 1-15,11-14-1 16,7-16 11-16,5 0 1 15,-6-21-5-15,0-11-1 16,-8-7-6-16,-14-3-1 16,-5-7 1-16,-13-4 0 15,-5-1 6-15,-3-1 3 16,0 9-2-16,0 9 20 16,0 14 37-16,0 11 23 15,0 12-9-15,-3 0-69 16,3 26-8-16,0 18-1 15,0 11 19-15,0 5 4 16,0-2-11-16,3-4-5 0,3-10-1 16,1-6-5-16,0-12-1 15,-1-6-1-15,-1-6 0 16,-1-6-41-16,0-4-70 16,4-6-109-16,-4-17-293 15,1-10-702-15</inkml:trace>
  <inkml:trace contextRef="#ctx0" brushRef="#br0" timeOffset="40768.58">15510 1601 867 0,'0'0'733'16,"0"0"-593"-16,0 0 176 16,178 181-28-16,-113-26-92 15,-13 19-47-15,-31-7-25 16,-17-43-49-16,-4-45-34 16,0-23-27-16,-2-10-14 15,-8 12 0-15,-26 39-118 16,3-5-269-16,-5-13-681 0</inkml:trace>
  <inkml:trace contextRef="#ctx0" brushRef="#br0" timeOffset="43936.87">16563 1842 1753 0,'0'0'259'0,"0"0"-85"16,0 0-89-16,0 0-11 16,117 195 76-16,-61-84-38 15,-5-7-30-15,-13-14 0 16,-9-28-41-16,2-2-24 15,0-1-10-15,-2-18-6 16,-8-15 0-16,-4-15 0 16,-5-11 10-16,-4-2 11 15,-3-28 6-15,-5-14 1 16,0-14-13-16,0-5 5 16,0-3-1-16,-9 1-5 0,0 4-14 15,2 4 6-15,0 9-5 16,3 8-1-16,0 12-1 15,2 10-1-15,2 10-51 16,0 8-116-16,2 0-544 16,9 12-646-16</inkml:trace>
  <inkml:trace contextRef="#ctx0" brushRef="#br0" timeOffset="44101.93">17431 2360 1602 0,'0'0'283'0,"0"0"-115"15,0 0 169-15,0 121-132 16,0-94-59-16,0-7-86 0,0-2-38 16,0-8-16-1,0-2-6-15,0-3-83 0,0-5-108 16,0-3-128-16,0-11-326 0</inkml:trace>
  <inkml:trace contextRef="#ctx0" brushRef="#br0" timeOffset="44258.95">17282 2089 1969 0,'0'0'242'16,"0"0"-153"-16,0 0-89 15,0 0-96-15,122-29-299 16,-54 26-644-16</inkml:trace>
  <inkml:trace contextRef="#ctx0" brushRef="#br0" timeOffset="44642.37">17855 2123 1527 0,'0'0'280'0,"0"0"-88"15,0 0 60-15,0 0-46 16,0 0-66-16,-127 65-91 15,116-29-25-15,9 6 28 16,2 4 1-16,0-2-10 16,11 0-18-16,9-6 10 0,4-9-12 15,5-3-5-15,2-13-7 16,-2-6-10-16,-2-7-1 16,-2-5-12-16,-7-19-3 15,-9-10-2-15,-7-10 5 16,-2-4 0-16,0-3 10 15,-5 8 2-15,-6 6 2 16,6 11 36-16,1 14 19 16,4 11-9-16,0 1-48 15,0 8-6-15,2 13 6 16,12 8 15-16,1 3-9 16,1 0-5-16,-3-2-1 15,3-2-6-15,13-4-79 16,-7-7-170-16,3-10-550 0</inkml:trace>
  <inkml:trace contextRef="#ctx0" brushRef="#br0" timeOffset="44890.78">18359 2145 2074 0,'0'0'218'0,"0"0"-137"16,19 126 95-16,-7-51 59 15,-3 11-99-15,-3 2-48 16,-4-2-22-16,-2-5-26 16,0-11-14-16,-10-12-16 15,-9-11-1-15,2-16-8 16,-3-10-1-16,-5-16 2 0,-6-5-2 16,-5-14-6-16,-3-22-72 15,-15-37-63-15,10 3-153 16,10 8-575-16</inkml:trace>
  <inkml:trace contextRef="#ctx0" brushRef="#br0" timeOffset="45243.13">18201 2164 1023 0,'0'0'1102'0,"0"0"-993"15,0 0-50-15,0 0-13 16,160-89 22-16,-95 79-47 0,1 5-15 15,3-2-5-15,-1 0 0 16,-8 0 8-16,-16-1-9 16,-13 0 0-16,-15 2 1 15,-11 2 21-15,-5 2 46 16,0-2 48-16,-14 4-49 16,-6 0-22-16,-2 0-26 15,-3 24-13-15,3 10-6 16,2 10-2-16,6 9 2 15,8 2 1-15,6-1 22 16,0-6 8-16,20-9 13 16,9-9-27-16,7-12-8 15,-1-10-7-15,3-8-2 0,1 0-17 16,-4-5-63-16,30-24-101 16,-10 0-383-16,6 2-677 0</inkml:trace>
  <inkml:trace contextRef="#ctx0" brushRef="#br0" timeOffset="45640.79">19884 1914 1590 0,'0'0'232'16,"0"0"-59"-16,0 0 22 15,0 0-29-15,-127-31-83 16,102 53-49-16,5 20 2 0,4 13 50 16,10 0 24-16,6 1-19 15,0-7-28-15,15-13-39 16,14-12-12-16,4-15-3 16,5-9-2-16,3 0-7 15,-8-23 0-15,-6-12-24 16,-7-7-13-16,-9 0 14 15,-6 2 18-15,-5 8 5 16,0 12 42-16,0 11 63 16,0 6-45-16,2 3-59 15,4 6-1-15,6 16 0 16,1 8 7-16,5 7-6 16,2 2 3-16,-2-1-4 0,2 3-55 15,0 5-93-15,-6-10-436 16,-6-9-735-16</inkml:trace>
  <inkml:trace contextRef="#ctx0" brushRef="#br0" timeOffset="46204.16">21387 1736 1495 0,'0'0'269'15,"0"0"-127"-15,-137 20 136 16,83 13-151-16,12 13-21 0,13 12-9 16,15 4-23-1,14 2 7-15,6-3-28 0,27-15-29 16,11-15-15-16,10-15-8 15,4-16-1-15,0 0-38 16,-7-28-75-16,-11-10-43 16,-15-4 14-16,-14-2 65 15,-11 2 77-15,0 5 32 16,-4 8 139-16,-5 11 17 16,1 9-9-16,6 9-56 15,2 10-104-15,0 29-7 16,0 9 45-16,12 6-3 15,-1 1-23-15,2-6-16 16,1-9-9-16,1-8-6 16,3-11-20-16,18-17-103 0,-3-4-138 15,-4-3-597-15</inkml:trace>
  <inkml:trace contextRef="#ctx0" brushRef="#br0" timeOffset="46668.87">21821 1867 1758 0,'0'0'288'0,"0"0"-5"16,13 124 23-16,-4-72-110 15,0-6-69-15,2-8-61 16,1-8-44-16,-2-11-22 16,-1-14 0-16,-3-5-66 0,0-4 5 15,-4-25-66-15,-2-12-43 16,0-6 41-16,0 6 88 15,0 7 41-15,6 16 1 16,5 14 10-16,10 4-10 16,5 16-1-16,3 18 16 15,-2 2 11-15,-3 0 12 16,-8-2-1-16,-5-10 10 16,-4-8-21-16,-4-8-14 15,-3-8-2-15,0 0-11 16,0-22-75-16,0-12-56 15,0-10 66-15,0-6 43 16,4 2 22-16,15 6 45 0,6 11 20 16,4 18 5-1,4 13-40-15,3 8-21 0,-2 31 13 16,-5 10 17-16,-5 9 19 16,-6 0 18-16,-5-5-24 15,-3-10-34-15,-2-12-11 16,-3-14-7-16,-1-9-33 15,-4-8-128-15,0-8-210 16,2-14-972-16</inkml:trace>
  <inkml:trace contextRef="#ctx0" brushRef="#br0" timeOffset="47066.75">22447 1636 1905 0,'0'0'611'15,"0"0"-473"-15,0 0-84 16,0 0 49-16,47 110 66 16,-16-35-80-16,0 5-24 15,-6-2-10-15,-8-11-22 16,-3-9-22-16,-7-19-10 16,-3-15-1-16,-2-11-19 15,0-13-10-15,4 0 29 16,0-28 0-16,7-11-24 15,5-5 3-15,7 0 3 16,4 10 5-16,6 8-10 16,3 12 4-16,2 14 5 0,-1 0 4 15,-6 22 1-15,-12 14 2 16,-9 8 5-16,-12 4 2 16,0-1 1-16,-16-4 21 15,-13-4 2-15,-4-10-14 16,-3-8 2-16,1-12-6 15,1-9-3-15,5 0-3 16,5-13-65-16,15-39-82 16,7 5-166-16,2-3-403 0</inkml:trace>
  <inkml:trace contextRef="#ctx0" brushRef="#br0" timeOffset="47315.91">22971 1956 1795 0,'0'0'285'16,"0"0"-130"-16,0 0 93 16,9 136-55-16,16-90-106 15,8-8-59-15,9-13-12 16,5-11-4-16,2-14 2 16,-2 0-7-16,-7-19 1 15,-7-10 2-15,-8 0 1 16,-11-2-1-16,-10 1 2 15,-4 4 7-15,0 2-10 16,-14 2-9-16,-1-7-78 16,1 8-197-16,5 1-497 0</inkml:trace>
  <inkml:trace contextRef="#ctx0" brushRef="#br0" timeOffset="47503.07">23364 1893 1242 0,'0'0'369'0,"0"0"-82"15,0 0-3-15,0 0-67 16,79 114-51-16,-54-72-103 16,-7 1-26-16,-3 0-4 15,-8-5-14-15,-7-3-13 16,0-5-6-16,-5-7-40 16,-21-2-124-16,-32 4-109 15,3-2-103-15,-1-5-374 0</inkml:trace>
  <inkml:trace contextRef="#ctx0" brushRef="#br0" timeOffset="48029.1">24297 1947 1827 0,'0'0'604'0,"0"0"-519"16,0 0-70-16,0 0 47 15,118 166 59-15,-75-88-60 16,-7 2-21-16,-7-3-22 15,-12-13-12-15,-5-14-6 16,-6-16-14-16,-6-16-70 16,0-18-114-16,0-6 21 15,-11-30-350-15,-9-18-225 16,0-13 377-16,2-8 375 16,4-2 649-16,10 4-271 15,4 4-137-15,18 5-41 16,24 10-52-16,10 10-13 15,4 12 3-15,-4 18-22 16,-2 14-38-16,-12 7-26 0,-9 32-26 16,-16 10 17-16,-13 9-3 15,0 0-5-15,-29 0-13 16,-6-10-11-16,-4-13-10 16,2-10-1-16,3-16-23 15,10-9-37-15,3-5-114 16,21-41-204-16,0 1-207 15,6 3-610-15</inkml:trace>
  <inkml:trace contextRef="#ctx0" brushRef="#br0" timeOffset="48380.99">25048 1805 1866 0,'0'0'358'0,"0"0"-161"0,0 0-17 15,0 0-66-15,-127 127-67 16,123-76-22-16,4-7 2 16,4-4-6-16,23-10-9 15,5-9-6-15,5-13-6 16,3-8 0-16,-1-5-65 16,-4-21-49-16,-6-9 23 15,-6-4 3-15,-6 1 52 16,-8 4 36-16,-4 10 111 15,-3 12 86-15,0 12-45 0,3 0-84 16,5 29-52 0,6 17 38-16,4 12 13 0,0 3-25 15,-2-1-22-15,2-7-19 16,-4-16-1-16,1-12-51 16,-1-18-70-16,5-16-106 15,-4-22-423-15,-3-10-786 0</inkml:trace>
  <inkml:trace contextRef="#ctx0" brushRef="#br0" timeOffset="48531.95">25490 1913 1892 0,'0'0'539'15,"0"0"-460"-15,0 0 135 16,36 101-17-16,-26-52-81 16,0-1-60-16,-3-7-35 15,-1-12-21-15,-4-11-7 0,0-11-96 16,-2-15-96-16,0-23-306 15,0-6-1004-15</inkml:trace>
  <inkml:trace contextRef="#ctx0" brushRef="#br0" timeOffset="48673.84">25530 1618 1365 0,'0'0'1218'15,"0"0"-1052"-15,0 0-99 16,0 0-40-16,0 0-27 15,0 0-39-15,0 0-107 16,27 126-452-16,-12-90-658 0</inkml:trace>
  <inkml:trace contextRef="#ctx0" brushRef="#br0" timeOffset="48961.12">25949 1840 1001 0,'0'0'1193'15,"0"0"-1014"-15,0 0-73 16,0 0-39-16,0 0-35 16,0 0-21-16,0 0-11 15,-76 101-1-15,99-66 1 16,3-2 1-16,1 1 1 16,-6 3-1-16,-6-4 7 0,-7 2 7 15,-8-2 35-15,0-1 23 16,-4-3 6-16,-15-3-1 15,-4-9-24-15,-4-4-24 16,3-11-14-16,-1-2-16 16,0-2-39-16,8-30-118 15,3 1-432-15,7 2-820 0</inkml:trace>
  <inkml:trace contextRef="#ctx0" brushRef="#br0" timeOffset="49222.45">26130 2046 1264 0,'0'0'575'16,"0"0"-468"-16,145-61 95 0,-97 37-99 16,-12 5-67-1,-14 7-35-15,-15-1 9 0,-7 3 2 16,0 1 50-16,-17 6 45 16,-10 1 4-16,-6 2-48 15,-1 8-19-15,-2 18-9 16,10 12-13-16,5 6 11 15,13 2 9-15,8-4 7 16,0-6-21-16,21-7-16 16,13-14-4-16,6-8-8 15,5-7-9-15,27-17-88 16,-12-11-243-16,-5-2-921 0</inkml:trace>
  <inkml:trace contextRef="#ctx0" brushRef="#br0" timeOffset="49441.03">26841 1810 1707 0,'0'0'211'0,"0"0"-37"16,0 0 142-16,16 115-125 16,11-77-102-16,-2 1 3 15,0-7-18-15,-9-3-31 16,-11-5-24-16,-5-5-11 15,-7-2-7-15,-26 1-1 16,-21 3-74-16,-71 11-133 16,11-6-317-16,-4-2-294 0</inkml:trace>
  <inkml:trace contextRef="#ctx0" brushRef="#br0" timeOffset="50242.4">14843 3699 1785 0,'29'113'247'16,"1"-1"15"-16,3-4-85 15,-6-35-58-15,-5-32-46 16,2 2-46-16,3-7-20 15,-5-4-7-15,-5-14-10 0,-11-16-75 16,-6-2 57 0,0-16 28-16,0-16 1 0,-12-6 5 15,8-4 64-15,4-2 3 16,6-2-43-16,29 5-24 16,9 11-6-16,7 9 1 15,2 21-1-15,-6 0 0 16,-9 23-2-16,-18 17 2 15,-13 6 0-15,-7 2 23 16,-23-1 43-16,-14-7-15 16,-7-8-29-16,-2-11-10 15,9-10-6-15,8-11-6 0,14 0-31 16,9-22-92 0,12-40-139-16,17 2-346 0,4-3-284 0</inkml:trace>
  <inkml:trace contextRef="#ctx0" brushRef="#br0" timeOffset="50423.07">15577 3615 1927 0,'0'0'594'0,"0"0"-550"16,45 110 95-16,-21 7 27 15,-11 31-23-15,-8-6-53 16,-5-29-38-16,-5-41-26 15,-13-22-26-15,-24 36-54 16,-1-7-97-16,-3-7-381 0</inkml:trace>
  <inkml:trace contextRef="#ctx0" brushRef="#br0" timeOffset="56086.08">16781 3615 1612 0,'0'0'197'15,"0"0"-159"-15,0 0-9 16,0 0-23-16,0 0-5 15,-58 124-1-15,69-93 0 16,15-1 2-16,6 4-1 16,1 7 6-16,2 8 15 15,-3 6 24-15,-6-4-11 16,-5 2 19-16,-15-7 43 16,-6-4 29-16,0-6 59 15,-29-5-22-15,-8-5-42 16,-7-6-52-16,-2-5-29 15,4-9-19-15,7-6-7 0,3 0-4 16,8-18-4-16,6-2-6 16,9-4-46-16,9-6-61 15,5 6-164-15,15 2-463 0</inkml:trace>
  <inkml:trace contextRef="#ctx0" brushRef="#br0" timeOffset="56393.56">17213 4050 1625 0,'0'0'295'15,"0"0"-201"-15,0 0 239 16,-42 123-161-16,42-85-93 16,7-6-30-16,26-5 5 15,11-13-27-15,12-9-5 0,8-5-2 16,2 0-15-16,-11-16-5 15,-12-4 0-15,-19 0 0 16,-13-4 13-16,-11 0-1 16,-2-1 2-16,-20 2-5 15,-10 3 10-15,-3 3-11 16,-5 4-7-16,-3 4 0 16,5 7-1-16,3 2-38 15,6 0-100-15,13 15-194 16,9 0-285-16,7 0-642 0</inkml:trace>
  <inkml:trace contextRef="#ctx0" brushRef="#br0" timeOffset="56642.07">18000 3721 2239 0,'0'0'341'16,"0"0"-271"-16,0 0 42 16,18 103 73-16,-3-38-72 15,-2 10-24-15,-1-5-13 16,-3-8-35-16,-1-9-28 16,2-11-8-16,1-12-5 0,-1-8-55 15,19-12-65-15,-2-6-93 16,-2-4-452-16</inkml:trace>
  <inkml:trace contextRef="#ctx0" brushRef="#br0" timeOffset="56895.84">18384 4121 1905 0,'0'0'231'15,"0"0"-126"-15,0 0 150 16,0 0-102-16,40 117-74 15,-3-108-25-15,3-9 0 16,5 0-29-16,-5-9-13 0,-9-12-6 16,-10-7 6-1,-13-2-11-15,-8-2 0 0,-4 1 0 16,-25 6-1-16,-9 4-1 16,-7 9 0-16,-1 8-9 15,1 4-11-15,9 0-102 16,17 8-219-16,13-2-384 0</inkml:trace>
  <inkml:trace contextRef="#ctx0" brushRef="#br0" timeOffset="57295.45">19580 3935 1362 0,'0'0'543'0,"0"0"-504"16,0 0 175-16,0 115 20 16,3-77-73-16,10-5-39 15,3-8-15-15,4-8-40 16,5-9-1-16,1-6-14 15,3-2-25-15,0 0-13 16,-3-14-2-16,-7-4-3 16,-6-5 0-16,-9 1-3 0,-4 0 1 15,0 3 0-15,0 1 8 16,0 1 15-16,0 5-15 16,-4 3-14-16,-1 0 0 15,3 6-1-15,2 3-12 16,-2 0-32-16,2 0-60 15,-2 15-40-15,2 6-188 16,0-6-678-16</inkml:trace>
  <inkml:trace contextRef="#ctx0" brushRef="#br0" timeOffset="57797.11">19946 3878 1502 0,'0'0'211'0,"0"0"74"16,0 0-13-16,0 0-147 15,-120-44-71-15,95 44 37 16,3 20-22-16,-2 22-2 15,1 12-6-15,3 9-17 16,4-3-14-16,10-6-18 16,6-13-6-16,4-10-5 15,23-13 0-15,13-12 6 16,7-6-1-16,2-5-6 0,-2-18-4 16,-9-9-23-16,-12-10-5 15,-8-5 22-15,-11-2 10 16,-7 3 0-16,0 1 42 15,0 9 22-15,-2 6 17 16,-3 8-5-16,3 10-18 16,-1 8-2-16,3 4-43 15,0 18-12-15,3 20-1 16,13 11 35-16,-1 9 8 16,5 1-5-16,-2-5-17 0,0-10-12 15,0-7-8 1,-3-9-1-16,1-10-54 0,3-10-72 15,16-8-57-15,-6-16-394 16,-3-12-1404-16</inkml:trace>
  <inkml:trace contextRef="#ctx0" brushRef="#br0" timeOffset="58253.79">20452 3898 2090 0,'0'0'238'15,"0"0"-149"-15,18 120 190 16,11-74-114-16,9-7-80 16,4-15-9-16,2-10-25 15,1-13-44-15,-5-1-7 0,-4-18-55 16,-7-19-35 0,-9-12-38-16,-9-9 0 0,-7-1 16 15,-4 10 81-15,0 8 31 16,0 17 122-16,0 17 46 15,0 7-102-15,8 22-66 16,9 22 0-16,5 14 21 16,1 5-4-16,-6-4 13 15,-5-9 19-15,-3-14-22 16,-5-11-11-16,-4-14-14 16,2-11 4-16,-2-1-3 15,2-29-3-15,3-19-43 16,2-9 19-16,6-5 24 15,5 0 0-15,4 9 40 16,3 14 9-16,-1 18-13 0,3 16 0 16,-2 6-28-16,0 28-8 15,-8 13 1-15,-5 8 0 16,-8-1-1-16,-4-3 0 16,0-1-37-16,8-8-91 15,3-10-162-15,12-12-841 0</inkml:trace>
  <inkml:trace contextRef="#ctx0" brushRef="#br0" timeOffset="58518.23">21455 3856 1380 0,'0'0'874'16,"0"0"-776"-16,0 0 33 15,-114 85 37-15,104-44-68 16,10 0-57-16,19-9 0 15,28-11-5-15,13-14-19 16,7-7-9-16,-4-9-1 16,-14-19-7-16,-18-2 7 15,-20-6 0-15,-11 4-9 16,-11 2-16-16,-22 10-20 16,-14 10-16-16,-12 10-41 15,-28 1-30-15,-42 26-2 16,15-1-259-16,14-6-763 0</inkml:trace>
  <inkml:trace contextRef="#ctx0" brushRef="#br0" timeOffset="59230.9">23270 3713 573 0,'0'0'1354'15,"0"0"-973"-15,0 0-132 16,-151-4-97-16,99 33-55 16,9 8-58-16,10 8-21 15,13 3-8-15,14 0 2 16,6-4 0-16,4-8-6 16,25-7-5-16,11-13 7 15,4-12-8-15,5-4-5 16,-1-11-41-16,-8-19-30 15,-9-14-27-15,-9-12 39 16,-9-11 37-16,-8-14 21 16,-5-4 6-16,0 6 39 0,0 14 61 15,-3 19 30-15,-1 18-3 16,2 20 4-16,2 8-74 16,0 11-55-16,2 28-2 15,14 12 33-15,6 10-15 16,7 2-11-16,2-3-1 15,2-8-6-15,4-10-1 16,-2-12-21-16,-4-12-64 16,-2-12-50-16,-5-6 11 15,-8-15-19-15,-7-14 13 16,-9-7 72-16,0 0 59 16,-9 4 32-16,-9 10 101 0,-1 7 3 15,-2 13-47-15,8 2-45 16,-1 10-38-16,8 20-6 15,6 6 0-15,0 4 11 16,6-1 4-16,21-11-8 16,4-6-1-16,7-12 3 15,9-10-9-15,13 0-60 16,65-17-163-16,-13-6-313 16,-6-3-1142-16</inkml:trace>
  <inkml:trace contextRef="#ctx0" brushRef="#br0" timeOffset="59428.06">24425 3505 2163 0,'0'0'465'16,"0"0"-435"-16,0 0 123 16,4 112 58-16,0-52-57 15,-4 5-70-15,3-2-33 16,1-10-34-16,2-9-17 15,8-8-28-15,24-18-111 16,-3-10-129-16,3-8-743 0</inkml:trace>
  <inkml:trace contextRef="#ctx0" brushRef="#br0" timeOffset="59667.22">24853 3805 2181 0,'0'0'281'15,"0"0"-110"-15,0 0 42 16,0 0-110-16,0 0-37 16,0 0-3-16,0 0-17 15,131 83-22-15,-71-83-15 16,-8-14-3-16,-17-4 3 16,-18-4 5-16,-17 0-14 15,0-5-3-15,-17 1-8 16,-14 1-5-16,-2 0-22 15,8-8-69-15,7 7-107 16,13-3-751-16</inkml:trace>
  <inkml:trace contextRef="#ctx0" brushRef="#br0" timeOffset="59862.56">25370 3571 1106 0,'0'0'957'16,"0"0"-846"-16,0 0 160 15,66 118-54-15,-47-77-86 16,-9-1-88-16,-7-5-34 16,-3 0-1-16,-3-5-7 15,-19-5-1-15,-5-4-12 16,-6-7-66-16,-36-2-89 16,11-6-338-16,-5-4-431 0</inkml:trace>
  <inkml:trace contextRef="#ctx0" brushRef="#br0" timeOffset="60388.86">26705 3451 1842 0,'0'0'317'0,"0"0"-107"16,0 0 8-16,136-37-103 16,-91 37-52-16,-8 18-47 15,-12 17-16-15,-18 9-6 16,-7 8 6-16,-34 6 25 16,-15-2 19-16,-9 1-19 15,0-9 11-15,11-8 4 16,12-8-4-16,12-12-9 15,10-8-3-15,8-6 6 0,5-3 6 16,0-3 18-16,8 0 1 16,17 0-2-16,18 0 7 15,9 0-17-15,5 0-12 16,3-3-16-16,0 0-15 16,1 3-25-16,-3 0-79 15,33-7-79-15,-12-1-107 16,-2-3-646-16</inkml:trace>
  <inkml:trace contextRef="#ctx0" brushRef="#br0" timeOffset="60786.8">27916 3638 1038 0,'0'0'1571'0,"0"0"-1386"0,0 0-146 15,0 0 146-15,44 150-34 16,-30-80-92-16,-6 2-26 15,-3-3-21-15,-5-11-12 16,0-12 0-16,0-17-75 16,0-11-63-16,0-15-44 15,-9-3-12-15,-7-21-323 16,1-20 159-16,3-13 122 16,6-13 236-16,6-8 254 15,4-6 109-15,31-2-104 16,17 5-160-16,12 8-40 15,8 12-11-15,-1 18-14 16,-8 18 24-16,-9 22-7 0,-17 4-39 16,-19 34-6-16,-18 14 4 15,-3 8 19-15,-34 0 32 16,-10-7-19-16,-2-9-20 16,5-13-14-16,3-12-7 15,12-13-1-15,12-6-44 16,12-13-51-16,12-38-139 15,20 2-452-15,6-1-841 0</inkml:trace>
  <inkml:trace contextRef="#ctx0" brushRef="#br0" timeOffset="61139.03">28880 3467 1523 0,'0'0'564'16,"0"0"-273"-16,0 0-32 15,-152 6-109-15,113 26-82 16,5 9-33-16,10 2 19 16,11 1-1-16,11-4-14 15,2-10-17-15,15-8-13 16,20-8 0-16,10-11-9 16,4-3-14-16,2-7-50 15,-6-19-29-15,-7-3-19 16,-7-6 51-16,-8 2 61 15,-8 4 3-15,-7 12 111 0,-2 6 61 16,-4 11-45-16,2 2-96 16,3 28-34-16,1 12 49 15,4 9 8-15,-1 0-31 16,-3-4-15-16,4-9-10 16,-3-12-1-16,2-12-68 15,13-14-94-15,-3-10-127 16,-2-19-767-16</inkml:trace>
  <inkml:trace contextRef="#ctx0" brushRef="#br0" timeOffset="61282.75">29264 3537 2198 0,'0'0'317'16,"0"0"-243"-16,0 0 138 0,20 118-55 16,-18-70-87-1,1-5-36-15,-3-9-29 0,2-12-5 16,-2-22-127-16,0 0-247 15,0-17-518-15</inkml:trace>
  <inkml:trace contextRef="#ctx0" brushRef="#br0" timeOffset="61408.96">29295 3252 1903 0,'0'0'519'16,"0"0"-437"-16,0 0-82 15,0 0-24-15,0 0-363 0</inkml:trace>
  <inkml:trace contextRef="#ctx0" brushRef="#br0" timeOffset="61702.17">29812 3413 2027 0,'0'0'278'0,"0"0"-145"16,0 0-16-16,0 0-54 16,0 0-39-16,-40 108-18 15,63-78-5-15,-2 2 8 16,4 2-8-16,-4 2 1 16,-8 7 41-16,-9-1 6 0,-4-2 6 15,0-4 11-15,-17-4 4 16,-10-8 1-16,-4-6-27 15,-3-10-17-15,1-8-16 16,6 0-11-16,7-16-23 16,15-26-144-16,5 2-388 15,0 6-609-15</inkml:trace>
  <inkml:trace contextRef="#ctx0" brushRef="#br0" timeOffset="61942.94">30057 3625 814 0,'0'0'743'15,"0"0"-634"-15,170-54-24 16,-114 36-40-16,-18 4-9 0,-23 2 27 16,-15 5 128-1,0-2-88-15,-24 0-16 0,-5 7 18 16,-5 2 21-16,-2 5-15 16,1 21-33-16,6 10 10 15,6 9-32-15,10 0-1 16,13 1-16-16,0-7-23 15,21-11-8-15,16-10-8 16,13-8-30-16,29-10-96 16,-7-13-258-16,-13-10-942 0</inkml:trace>
  <inkml:trace contextRef="#ctx0" brushRef="#br0" timeOffset="62166.3">30693 3364 103 0,'0'0'1588'16,"0"0"-1426"-16,0 0-86 16,0 0 15-16,0 0-31 15,47 135-42-15,-28-81 43 16,-7 2 114-16,-12-2-25 16,-7 0 22-16,-29-7-39 15,-6-6-58-15,-7-9-44 16,0-11-31-16,-2-7-45 15,-34-14-155-15,14 0-338 16,2-14-694-16</inkml:trace>
  <inkml:trace contextRef="#ctx0" brushRef="#br0" timeOffset="63338.99">14939 5789 1197 0,'0'0'591'0,"0"0"-294"0,0 0 37 16,0 0-81-16,0 0-75 15,0 0-69-15,0 0-36 16,-33 0-25-16,10 0-33 16,-14 16-6-16,-7 7 1 15,-4 3-8-15,4 3 3 16,13-3-5-16,13-6 0 15,13-3-10-15,5-5-22 16,11-4-30-16,18-3 9 16,9-2 4-16,7-3-26 15,28 0-68-15,-11-11-144 16,6-5-394-16</inkml:trace>
  <inkml:trace contextRef="#ctx0" brushRef="#br0" timeOffset="63594.11">15617 5310 1709 0,'0'0'212'16,"0"0"-178"-16,40 116 182 15,-17-36 38-15,-8 10-83 0,-11 3 4 16,-4-21-63-16,-4 2-68 16,-23-9-36-16,-8-10-8 15,-39 14-123-15,7-18-436 16,0-8-1484-16</inkml:trace>
  <inkml:trace contextRef="#ctx0" brushRef="#br0" timeOffset="67539.08">16495 5388 1071 0,'0'0'814'15,"0"0"-429"-15,0 0-176 16,0 0-89-16,0 0-25 0,0 0-57 16,0 0 26-1,51 149 21-15,-13-80-40 0,5 7-27 16,-1-1-12-16,-2-9-5 16,-4-6 0-16,-5-9 0 15,-7-10-1-15,-3-10 1 16,-5-13 0-16,-6-13-1 15,1-5 8-15,1-12 11 16,-1-22-8-16,0-10-5 16,-2-6 12-16,-4-2 20 15,-3-1-8-15,-2 7-1 16,0-3-16-16,0 1-6 16,0 3-7-16,0 3 0 15,0 4-1-15,0 4 0 16,2 5-26-16,2 2-45 0,12 1-66 15,-1 8-218-15,1 4-676 16</inkml:trace>
  <inkml:trace contextRef="#ctx0" brushRef="#br0" timeOffset="67713.03">17186 5550 1420 0,'0'0'285'0,"0"0"185"16,0 128-283-16,0-77-50 15,0-7-57-15,7-4-35 16,2-6-30-16,2-6-8 16,-2-10-7-16,-2-6-10 0,-3-12-115 15,-1 0-174-15,-3 0-170 16</inkml:trace>
  <inkml:trace contextRef="#ctx0" brushRef="#br0" timeOffset="67862.83">17188 5436 1428 0,'0'0'0'16,"0"0"-122"-16,0 0-274 0</inkml:trace>
  <inkml:trace contextRef="#ctx0" brushRef="#br0" timeOffset="68290.8">17679 5496 1605 0,'0'0'338'0,"0"0"-43"15,0 0-99-15,0 0-127 16,0 0-54-16,0 0-4 15,-129 143 17-15,111-75 8 16,9-2 26-16,4-2 20 16,5-8-39-16,7-10-22 15,22-11-7-15,9-16-2 16,11-13 3-16,2-6-5 0,-2-9-10 16,-4-20-3-16,-12-7-13 15,-10-6 8-15,-12-6 8 16,-9-5-1-16,-2 0 1 15,0 1 21-15,-13 6 38 16,1 11 13-16,4 12-22 16,3 12-4-16,5 11-4 15,0 0-42-15,0 22-21 16,7 18 20-16,9 9 1 16,-1 7 0-16,-1-3 0 15,-1-2 1-15,-3-7-1 16,2-9 0-16,1-10-21 0,16-18-88 15,-2-7-243-15,0 0-566 16</inkml:trace>
  <inkml:trace contextRef="#ctx0" brushRef="#br0" timeOffset="68545.53">18129 5586 1542 0,'0'0'480'0,"0"0"-440"15,0 0 78-15,27 155 14 16,-5-75 0-16,1 24-33 16,-6-5 10-16,-8 2-11 15,-9 0-31-15,0-25-14 0,-7 3-18 16,-12-18-5 0,-1-17-12-16,-3-15-17 0,-2-19 5 15,-2-10 7-15,-6-22-13 16,-9-28-24-16,-7-33-61 15,-9-43-85-15,11 15-461 16,12 10-750-16</inkml:trace>
  <inkml:trace contextRef="#ctx0" brushRef="#br0" timeOffset="68667.11">17956 5502 5 0,'0'0'2105'0,"0"0"-1935"0,0 0-170 15,0 0-187 1,79-119-843-16</inkml:trace>
  <inkml:trace contextRef="#ctx0" brushRef="#br0" timeOffset="68951.06">18537 5592 1397 0,'0'0'247'0,"0"0"-55"15,0 0-67-15,0 0-57 16,0 0-41-16,123-106-15 16,-116 84 2-16,-7 0-6 15,0 1-7-15,-14 2 46 16,-12 5-11-16,-9 9 49 16,2 5-31-16,-2 23-40 0,1 24-13 15,7 16-1-15,14 7 1 16,13 3 34-16,5-6 16 15,30-11-26-15,15-10-13 16,2-15-3-16,6-11-9 16,10-18-37-16,-15-2-234 15,-15 0-737-15</inkml:trace>
  <inkml:trace contextRef="#ctx0" brushRef="#br0" timeOffset="69604.42">19842 5366 1430 0,'0'0'329'0,"0"0"-227"16,0 0 43-16,-125 70-63 15,93-6 5-15,10 10-9 16,13-2-17-16,9-6-14 15,13-11-4-15,23-15-7 16,11-14 6-16,6-17 8 16,1-9-7-16,-3 0-23 0,-9-29-8 15,-11-9 4-15,-12-6-7 16,-13-2-2-16,-6 2 4 16,0 7 98-16,0 14 18 15,-2 13-3-15,2 10-45 16,0 5-79-16,0 27-20 15,0 14 20-15,6 4 6 16,3 3-5-16,-1-5 0 16,0-6 1-16,1-6-2 15,5-7-7-15,5-7-66 16,22-7-115-16,-6-5-430 16,1-6-376-16</inkml:trace>
  <inkml:trace contextRef="#ctx0" brushRef="#br0" timeOffset="70054.71">20953 5317 1265 0,'0'0'649'0,"0"0"-572"16,0 0-22-1,145-35 29-15,-76 28-3 0,-4 7-41 16,-14 0-25-16,-13 0-15 16,-13 0-13-16,-17 0-208 15,-8 0-97-15,0-5-221 16,-4-6-47-16,-15-1 532 15,-8 0 54-15,-2 1 379 16,-2 4 150-16,-5 7-274 16,-5 0-90-16,-1 25-41 15,0 17-52-15,-1 11-6 16,6 16 62-16,8 9-2 16,10 0 15-16,11-4-32 15,8-7-44-15,4-13-39 16,29-12-16-16,13-13 2 0,9-15 0 15,10-14-12-15,20-7-43 16,-14-19-232-16,-15-4-414 0</inkml:trace>
  <inkml:trace contextRef="#ctx0" brushRef="#br0" timeOffset="70219.46">20945 5492 601 0,'0'0'1112'0,"0"0"-821"16,0 0-88-16,0 0-128 0,0 0-22 15,236-13-53-15,-123 1-137 16,-10-7-421-16</inkml:trace>
  <inkml:trace contextRef="#ctx0" brushRef="#br0" timeOffset="70482.34">21642 5296 1380 0,'0'0'225'0,"0"0"-152"16,0 0 76-16,-22 104-93 16,51-63-31-16,4 0-9 15,1 5-15-15,-8 0 1 0,-12 0-1 16,-14-2 8-1,0-4 89-15,-11-6 111 0,-18-11-43 16,-5-3-95-16,-3-8-31 16,-5-6-13-16,-1-6-6 15,1 0-14-15,8 0-7 16,14-12-107-16,9-5-247 16,11-3-528-16</inkml:trace>
  <inkml:trace contextRef="#ctx0" brushRef="#br0" timeOffset="70933.19">21966 5596 1483 0,'0'0'213'15,"11"113"62"-15,-5-40 17 16,1 12-71-16,2-3-96 15,-2-6-74-15,-1-11-33 16,1-17-11-16,0-15-5 16,0-16-2-16,-1-17-27 15,-2-2-2-15,-1-28-99 16,-1-15-153-16,-2-9 47 16,0-4 132-16,0-2 90 15,-5-4 12-15,-1-2 108 16,4-2 23-16,2-2-44 15,11-2-58-15,22 5-18 0,16 9-4 16,12 16-6-16,5 19 1 16,3 18 10-16,-7 5 1 15,-8 30 17-15,-18 12-20 16,-20 7 5-16,-16-3 40 16,0-4 49-16,-27-6-21 15,-11-8-28-15,-5-6-28 16,-1-6-14-16,-3-7-1 15,3-2-7-15,4-5-5 16,13-2-121-16,11-4-387 16,16-10-253-16</inkml:trace>
  <inkml:trace contextRef="#ctx0" brushRef="#br0" timeOffset="71480.07">22635 5458 1839 0,'0'0'312'0,"0"0"-203"16,0 0 63-16,-119 87-60 16,108-36-35-16,11 3-44 15,0-1-5-15,29-9 0 16,9-12-10-16,6-12-4 0,6-14-2 15,0-6-2 1,2-9 0-16,-3-22-10 0,-9-10-69 16,-9-8-25-16,-10-4 9 15,-10 5 51-15,-9 12 34 16,-2 12 63-16,0 12 67 16,0 10-25-16,2 2-85 15,4 13-20-15,6 16-2 16,-1 7 2-16,-2 4 0 15,-4-1 0-15,-3-9 7 16,-2-8 16-16,0-9-5 16,0-6-6-16,0-7-11 15,0 0 17-15,0-5-3 16,0-20-15-16,7-13-21 16,5-13 9-16,11-5 12 0,4 1-1 15,8 9 1-15,3 19 0 16,1 22-1-16,-4 5-1 15,-1 35-3-15,-8 11 5 16,-6 6 1-16,-6 2 5 16,-10-5 0-16,-4-9-5 15,0-11 0-15,0-6-1 16,-2-9-11-16,-9-7-229 16,-5-2-458-16</inkml:trace>
  <inkml:trace contextRef="#ctx0" brushRef="#br0" timeOffset="71647.19">22905 5412 2343 0,'0'0'294'16,"0"0"-137"-16,0 0-75 15,124-87-82-15,-26 76-22 16,-15 4-229-16,-12 5-839 0</inkml:trace>
  <inkml:trace contextRef="#ctx0" brushRef="#br0" timeOffset="71954.09">23609 5337 960 0,'0'0'1024'0,"0"0"-851"0,-121 69 19 16,78-25-5-16,17 8-48 15,13 3-77-15,13-6-38 16,13-9 4-16,27-11-7 16,16-15-12-16,9-14 2 15,1 0-11-15,-5-28-81 16,-12-9-20-16,-13-6-2 16,-15-4 64-16,-9 1 39 15,-8 8 26-15,-4 12 127 16,0 11 23-16,0 12-62 15,0 3-111-15,4 20-3 16,3 18-2-16,5 9 2 16,-1 4-54-16,-3 11-81 0,2-13-180 15,-10-11-464-15</inkml:trace>
  <inkml:trace contextRef="#ctx0" brushRef="#br0" timeOffset="72345.14">24884 5386 1800 0,'0'0'545'0,"0"0"-377"16,0 0-143-16,0 136-11 15,0-54 41-15,0 5-18 16,0-15-28-16,0 4 1 0,6-15-8 16,5-10-2-1,-3-14-85-15,-8-28-287 0,0-7-302 16,-10-2-300-16</inkml:trace>
  <inkml:trace contextRef="#ctx0" brushRef="#br0" timeOffset="72546.78">24790 5782 854 0,'0'0'621'16,"-7"-105"-388"-16,23 34-80 15,30-7-94-15,26 10-8 16,13 17-7-16,1 20-8 16,-5 28 34-16,-17 10-41 15,-19 39-29-15,-23 16 0 16,-19 8 0-16,-3 1 17 16,-34-10 97-16,-6-10 34 0,-4-13-41 15,1-12-35 1,7-12-35-16,3-10-21 0,6-4-16 15,-6-24-67-15,4-7-424 16,8-8-659-16</inkml:trace>
  <inkml:trace contextRef="#ctx0" brushRef="#br0" timeOffset="73148.92">25481 5441 608 0,'0'0'937'0,"0"0"-692"15,114-32-106-15,-72 21-92 0,-6 5-43 16,-7 0-4-16,-10-2-17 16,-3 0 17-16,-9-2 5 15,-5-4 11-15,-2 2 80 16,0 3 89-16,-11 8-9 15,-13 1-76-15,-5 5-56 16,0 24-21-16,0 8-14 16,6 14-8-16,10 2 6 15,13 2-6-15,0-3 0 16,25-5 5-16,17-11-5 16,9-10 1-16,5-12 5 15,2-10-5-15,-7-4-2 0,-6-7-23 16,-10-16 2-1,-10-9 5-15,-12-8 10 0,-9-5 6 16,-4 0 1-16,0-2 5 16,0 6-5-16,0 0-1 15,3 4-1-15,8 6-8 16,2 4-131-16,3 14-7 16,-3 13 99-16,-2 6-3 15,1 32 37-15,-4 16 14 16,4 6 20-16,1 0 28 15,5-6 42-15,6-12-10 16,9-10 10-16,4-16 13 16,1-14 3-16,-1-2-54 15,-6-23-27-15,-6-18-8 16,-10-11-8-16,-9-10-8 0,-6 0 0 16,-6 4-1-16,-13 10-6 15,-10 15-12-15,-23 19-82 16,8 10-403-16,1 4-422 0</inkml:trace>
  <inkml:trace contextRef="#ctx0" brushRef="#br0" timeOffset="73642.77">26716 5464 1327 0,'0'0'164'15,"0"0"-12"-15,71 128-63 0,-53-93-54 16,-5-12-8 0,-1-12-13-16,-4-11-3 0,3 0 27 15,3-29-13-15,1-11-15 16,6-10 1-16,1-4 69 15,3 2 98-15,2 8-2 16,2 12-31-16,-1 16-56 16,1 16 4-16,0 4-49 15,-4 31-27-15,-5 12 14 16,-9 9-4-16,-5-1-12 16,-4-5-8-16,2-7-5 15,4-11-2-15,32-18-95 16,1-7-422-16,7-7-1122 0</inkml:trace>
  <inkml:trace contextRef="#ctx0" brushRef="#br0" timeOffset="73884">27461 5629 1542 0,'0'0'315'16,"0"0"58"-16,0 0-75 15,0 0-175-15,0 0-20 16,142 53-54-16,-51-76-34 16,-2-9-13-16,-28-7 4 15,-12-8-6-15,-26-2-8 16,-23 3-81-16,-6 9-74 16,-33 8-89-16,-15 15-15 0,-42 14 15 15,13 0-94-15,10 4-521 16</inkml:trace>
  <inkml:trace contextRef="#ctx0" brushRef="#br0" timeOffset="74583.81">28923 5270 1292 0,'0'0'254'16,"0"0"-125"-16,0 0 16 15,0 0-69-15,0 0-57 16,0 0-19-16,0 0-6 16,-14-27-28-16,14 27-65 15,0 0-140-15,0 0-523 0</inkml:trace>
  <inkml:trace contextRef="#ctx0" brushRef="#br0" timeOffset="75354.03">29000 5141 1585 0,'0'0'402'0,"0"0"-264"16,0 0-68-16,0 147 97 16,0-65 4-16,0 8-70 15,0-16-28-15,0 0-20 16,0-18-28-16,0-17-13 15,0-18-6-15,0-14-6 16,6-7 17-16,-4-16 17 16,2-26-17-16,-4-18-16 15,2-31 1-15,-2 3-1 0,3-6 1 16,1 3 4 0,4 26 2-16,2 6 22 0,3 26 6 15,3 24 9-15,1 9-45 16,10 34-4-16,2 22 4 15,0 11 1-15,0 7 0 16,-4-2 0-16,-6-5 0 16,0-7-1-16,-4-13 0 15,-3-11-30-15,-8-12-73 16,-4-15-194-16,-11-9-427 16,-9 0-557-16</inkml:trace>
  <inkml:trace contextRef="#ctx0" brushRef="#br0" timeOffset="75514.77">29006 5546 1502 0,'0'0'771'0,"0"0"-501"15,0 0-90-15,0 0-101 16,0 0-50-16,0 0-19 16,144-21-10-16,-82 4-33 15,23-24-271-15,-14 2-560 16,-13-3-367-16</inkml:trace>
  <inkml:trace contextRef="#ctx0" brushRef="#br0" timeOffset="75684.53">29527 5049 1881 0,'0'0'490'0,"0"0"-450"0,0 0 180 16,31 160-50-16,-20-85-60 15,-7-1-35-15,-1-2-22 16,-3-3-30-16,0-9-9 15,0-9-14-15,0-8-31 16,11-7-109-16,2-14-325 16,-2-11-755-16</inkml:trace>
  <inkml:trace contextRef="#ctx0" brushRef="#br0" timeOffset="76016.44">29694 5530 1735 0,'0'0'247'0,"0"0"-120"15,0 0 86-15,160-82-80 16,-115 68-57-16,-11 4-51 16,-10 4-16-16,-13 2-3 15,-9-1 5-15,-2 2 10 16,-2 1 8-16,-21 2-12 15,-8 0-10-15,-4 10 63 16,-3 18 2-16,7 9-42 16,8 4-8-16,11 1 4 15,12 0-7-15,0-7 11 0,15-8-2 16,16-6-13-16,12-9-4 16,7-11-1-1,11-1-10-15,44-22-131 0,-16-10-255 16,-6-1-498-16</inkml:trace>
  <inkml:trace contextRef="#ctx0" brushRef="#br0" timeOffset="76459.5">30425 5329 1728 0,'0'0'482'16,"0"0"-402"-16,0 0-19 16,0 0 105-16,0 141-61 15,0-91-60-15,6-4 31 16,2-12-21-16,-2-7-34 15,-3-13-12-15,-3-13-9 16,0-1-44-16,0-13-50 0,-3-20-162 16,-5-11-74-16,0-4 291 15,8 2 39-15,0 4 159 16,10 12 1-16,9 14-31 16,6 16-52-16,2 4-46 15,2 28-19-15,-2 12 0 16,-5 6 3-16,-9 0 3 15,-4-5 24-15,-7-13-9 16,-2-13-15-16,0-11-17 16,0-8 7-16,0-4-8 15,-4-26-65-15,-1-12-22 16,5-11 37-16,0-2 50 16,14 1 9-16,18 10 38 0,5 12-20 15,3 16-9-15,-2 16 6 16,-2 5-12-16,-5 29-5 15,-9 12 13-15,-8 3 16 16,-6 1 8-16,-3-6-27 16,4-5-17-16,25-6-1 15,-1-12-188-15,9-7-598 0</inkml:trace>
  <inkml:trace contextRef="#ctx0" brushRef="#br0" timeOffset="76970.17">31335 5356 1428 0,'0'0'618'0,"0"0"-515"0,0 0 32 16,-138 26 29-16,97 13-35 16,8 7-75-16,11 5 13 15,15-5-18-15,7-6-15 16,9-10-13-16,25-10-6 15,8-10 0-15,5-10-3 16,1 0-12-16,-3-19-45 16,-9-18-63-16,-9-9-68 15,-10-5 41-15,-7-2 92 16,-6 9 43-16,-2 10 75 16,-2 17 61-16,2 14-5 15,5 3-111-15,1 26-18 0,6 14-2 16,1 6 22-16,-3 2-8 15,-1-6 7-15,-7-8 2 16,1-10-8-16,-2-10-9 16,-3-12-5-16,0-2-1 15,0-12-13-15,0-17-57 16,-3-12 19-16,0-2 48 16,3-4 3-16,0 4 48 15,6 8 13-15,9 12-34 16,3 16 7-16,-1 7-1 15,4 12-24-15,-4 20-8 16,1 6 8-16,-5 3 0 16,-1-2 4-16,-1-7-5 0,-2-9-8 15,17-12-11-15,-3-7-168 16,-1-4-612-16</inkml:trace>
  <inkml:trace contextRef="#ctx0" brushRef="#br0" timeOffset="77098.49">31892 5398 9 0,'0'0'1636'16,"0"0"-1460"-16,0 0-110 16,0 0 86-16,5 127-52 15,-5-79-58-15,0-3-31 16,0-9-11-16,0-13-515 0</inkml:trace>
  <inkml:trace contextRef="#ctx0" brushRef="#br0" timeOffset="77245.87">31741 5316 1587 0,'0'0'741'0,"0"0"-625"16,0 0-70-16,0 0-46 16,142-37-103-16,-70 47-458 15,-3 6-699-15</inkml:trace>
  <inkml:trace contextRef="#ctx0" brushRef="#br0" timeOffset="77576.28">32470 5316 576 0,'0'0'1542'16,"0"0"-1241"-16,0 0-140 16,-143-20-39-16,91 38-55 15,2 17-28-15,5 11 25 16,13 0-3-16,14-3-20 15,18-7-23-15,3-8-5 16,31-7-4-16,10-12 8 16,9-9-17-16,1 0-9 15,-5-24-36-15,-6-14-8 16,-8-8 7-16,-8 0 22 16,-8 5 24-16,-5 14 20 15,-7 15 84-15,-5 12-51 16,0 12-53-16,0 27 0 0,5 16 7 15,-4 6 5-15,-1 1-11 16,0-6 5-16,-2-8-6 16,0-4-54-16,0-15-160 15,-12-9-555-15</inkml:trace>
  <inkml:trace contextRef="#ctx0" brushRef="#br0" timeOffset="78981.84">15209 7714 1174 0,'0'0'490'16,"0"0"-164"-16,0 0 63 15,0 0-102-15,0 0-112 16,0 0-59-16,0-83-48 0,-23 67-30 16,-10 9-17-16,-13 5-20 15,-10 2-1-15,-4 5 0 16,0 22-1-16,10 9 0 16,12 2 0-16,20 4-5 15,18-1 5-15,2-6 0 16,37-9 0-16,14-10 1 15,7-14-16-15,5-2-39 16,-2-6-11-16,-10-18-36 16,-8-8-104-16,-12-6-134 15,-15-10 17-15,-7-10-21 16,-11-24-48-16,0-29 342 16,0-24 50-16,2 12 213 0,0 33 75 15,1 37 26-15,-1 38-6 16,-2 6-38-16,2 9-76 15,0 0-136-15,0 34-58 16,3 21 10-16,-2 13 16 16,1 6-20-16,-2-1 3 15,0-2-8-15,3-11-1 16,11 3-44-16,-1-19-205 16,9-16-583-16</inkml:trace>
  <inkml:trace contextRef="#ctx0" brushRef="#br0" timeOffset="79221.6">15693 6964 1401 0,'0'0'175'16,"8"142"-41"-16,6 1 150 15,-7 17-27-15,-7-17-76 16,0-41-12-16,-9-42-51 16,-7-13-67-16,-4 0-29 15,-2-5-22-15,-19 0-24 16,8-18-210-16,0-9-488 0</inkml:trace>
  <inkml:trace contextRef="#ctx0" brushRef="#br0" timeOffset="84957.51">16437 7400 235 0,'0'0'1346'0,"0"0"-1189"16,0 0-92-16,0 0-33 0,0 0-22 16,0 0-1-1,5 25-3-15,-1-15 64 0,1 0 99 16,-3 0-28-16,2 6-5 15,1 6-36-15,2 9-23 16,-3 9-34-16,1 7-22 16,-3 8-6-16,-2 1 10 15,0-4 12-15,0-2 5 16,0-6-1-16,-2-9-7 16,-3-11-6-16,1-8-14 15,1-10-8-15,-1-6 1 16,-1 0 33-16,-6-13 61 0,-3-16-67 15,-1-15-16 1,1-9-5-16,6-8-7 0,6-2-6 16,2-1-1-16,6 6 0 15,21 5 0-15,4 13 0 16,3 13-5-16,-1 12 4 16,0 15-10-16,-2 8 2 15,2 26 10-15,-5 12-1 16,1 4 0-16,-3 3 1 15,4-5 1-15,3-8-1 16,0-6 1-16,4-8 0 16,-4-12-1-16,0-6 0 15,-4-8 1-15,-4 0 1 16,-8-15 4-16,-5-14 3 16,-10-9-8-16,-2-8-1 0,-5-2 1 15,-14-2 0-15,-4 3 5 16,0 8 4-16,4 2-8 15,1 9 10-15,3 4-12 16,5 9 2-16,4 2-2 16,6 6-31-16,14 7-104 15,14 0-566-15,6 0-752 0</inkml:trace>
  <inkml:trace contextRef="#ctx0" brushRef="#br0" timeOffset="85267.16">17169 7564 1461 0,'0'0'200'16,"0"0"-62"-1,0 0 79-15,-14 134-100 0,28-100-13 16,17-5-11-16,9-9-12 16,11-13 11-16,4-7-35 15,3 0-29-15,-6-7-16 16,-12-16-1-16,-13 0 6 15,-16-9 61-15,-11-5-4 16,0-5-14-16,-20-4-25 16,-11 1-15-16,-7 7-6 15,3 7-4-15,-4 8-2 16,4 7-7-16,1 8-1 16,5 2 0-16,9 6-10 15,11 0-65-15,16 4-174 16,22 10-467-16,11 1-724 0</inkml:trace>
  <inkml:trace contextRef="#ctx0" brushRef="#br0" timeOffset="85588.82">18114 7420 2023 0,'0'0'243'0,"0"0"-206"16,0 0 71-16,91 126 8 16,-42-75-14-16,-2 0-27 0,-5-9-11 15,-7-10-24-15,-6-8-14 16,-8-9-7-16,-7-12 4 16,-3-3 24-16,2 0 46 15,0-22-41-15,-2-10-19 16,3-8 2-16,-7-5-1 15,-3-1-4-15,-4 0-9 16,0 6-4-16,0 4-12 16,0 6-5-16,0 3-10 15,0 6-94-15,6 5-113 16,8 6-535-16</inkml:trace>
  <inkml:trace contextRef="#ctx0" brushRef="#br0" timeOffset="85741.91">18733 7552 1536 0,'0'0'307'0,"0"0"71"16,0 0-66-16,16 104-140 16,-11-78-85-16,1-2-57 15,3-4-18-15,0-2-12 16,4-4-1-16,18-2-143 16,-2-4-384-16,3-5-528 0</inkml:trace>
  <inkml:trace contextRef="#ctx0" brushRef="#br0" timeOffset="86122.72">19259 7497 584 0,'0'0'1263'16,"0"0"-1070"-16,0 0 45 15,0 0-75-15,-127-42-101 16,94 57-46-16,2 21-10 15,2 14-5-15,9 5 26 16,8 5 10-16,12-3 11 16,0-11-12-16,19-10-20 15,14-16-3-15,9-11-2 16,5-9-1-16,-3-12-10 16,-3-19-8-16,-10-7-6 15,-9-6 7-15,-8-2 6 16,-6 2 1-16,-3 3 0 0,-3 11 48 15,-2 10 38-15,2 12-13 16,-2 8-29-16,5 4-44 16,0 24-6-16,-1 9 6 15,2 5 7-15,1 2-5 16,-1-6-1-16,4-7-1 16,15-5-21-16,-2-8-121 15,2-13-509-15</inkml:trace>
  <inkml:trace contextRef="#ctx0" brushRef="#br0" timeOffset="86372.18">19714 7437 1735 0,'0'0'206'15,"0"0"-153"-15,0 0 86 16,60 138 1-16,-42-68-50 15,-9 3 46-15,-9-1-28 16,0-6-20-16,-9-6-24 16,-16-7-18-16,-4-9-25 15,-6-12-7-15,-5-6-13 16,-7-12-1-16,1-10-25 16,-19-15-115-16,16-20-186 15,4-9-357-15</inkml:trace>
  <inkml:trace contextRef="#ctx0" brushRef="#br0" timeOffset="86505.28">19541 7296 1440 0,'0'0'198'16,"0"0"-87"-16,124-26-27 15,-61 23-84-15,-1 3-573 0</inkml:trace>
  <inkml:trace contextRef="#ctx0" brushRef="#br0" timeOffset="86858.52">20129 7299 1594 0,'0'0'226'15,"0"0"-152"-15,0 0 79 16,-83 104 1-16,70-50-40 15,9 5-44-15,4-3 11 16,0-6-14-16,24-10-33 16,12-13-16-16,10-13 2 15,4-14-7-15,-1 0-5 16,-7-21-8-16,-9-9-23 16,-10-11 5-16,-10-3 9 15,-7-3 9-15,-4 1 0 16,-2 7 52-16,0 11 64 15,4 12-29-15,2 16-37 0,5 2-50 16,7 30-6-16,1 13 6 16,-2 6 1-16,-5 2 0 15,2-5 0-15,-3-6-1 16,23-12-21-16,-5-10-264 16,4-16-823-16</inkml:trace>
  <inkml:trace contextRef="#ctx0" brushRef="#br0" timeOffset="87078.61">21428 7243 821 0,'0'0'67'0,"0"0"-67"15,127-36-57-15</inkml:trace>
  <inkml:trace contextRef="#ctx0" brushRef="#br0" timeOffset="87307.66">21428 7161 1543 0,'0'0'255'0,"0"0"-127"0,0 0 140 15,-120 126-56-15,93-78-35 16,7 0-34-16,11 1-45 16,9-7-35-16,7-6-18 15,26-10-17-15,16-6-2 16,9-11-7-16,7-4-11 15,-1-5-8-15,-1 0-82 16,1-9-148-16,-14-6-402 16,-19-3-769-16</inkml:trace>
  <inkml:trace contextRef="#ctx0" brushRef="#br0" timeOffset="87475.97">21408 7427 1672 0,'0'0'480'15,"0"0"-348"-15,0 0 178 16,0 0-124-16,0 0-114 16,0 0-60-16,0 0-12 15,81-10-26-15,25 0-124 16,-11-2-195-16,-11-4-559 0</inkml:trace>
  <inkml:trace contextRef="#ctx0" brushRef="#br0" timeOffset="87752.94">22001 7256 1803 0,'0'0'237'0,"0"0"-163"16,0 0-5-16,0 0 20 16,0 0-51-16,0 0-16 15,54 130-10-15,-28-93 6 16,-8 1 62-16,-7-2 37 15,-11-5-18-15,0-3 10 16,-13-5-36-16,-18-5-28 16,-4-1-13-16,-6-7-15 15,1-3-5-15,2-7-3 16,7 0-8-16,9-3-1 16,13-14-38-16,9-16-129 15,17 5-485-15,8-2-636 0</inkml:trace>
  <inkml:trace contextRef="#ctx0" brushRef="#br0" timeOffset="87954.96">22253 7371 1470 0,'0'0'383'0,"0"0"-284"15,0 0 94-15,25 145 32 16,-21-79-78-16,-2-3-67 15,-2-2-20-15,0-11-36 16,0-8-17-16,0-12-7 16,0-8-14-16,0-9-128 0,11-6-184 15,3-5-166-15</inkml:trace>
  <inkml:trace contextRef="#ctx0" brushRef="#br0" timeOffset="88195.29">22400 7479 1452 0,'0'0'339'16,"0"0"-138"-16,138-96-40 16,-66 73-108-16,1 12-40 15,-6 11-13-15,-11 14-3 16,-23 23-7-16,-21 8-7 16,-12 5 17-16,-18-6 26 15,-20-4 68-15,-4-9 31 0,-1-10-50 16,1-12-42-16,7-7-18 15,6-2-3-15,6-4-12 16,11-19-19-16,12-13-120 16,12 5-211-16,11 3-516 0</inkml:trace>
  <inkml:trace contextRef="#ctx0" brushRef="#br0" timeOffset="88742.85">23308 7381 965 0,'0'0'898'16,"0"0"-639"-16,0 0-123 0,0 0 10 16,-121 48-39-16,101-6-20 15,7 3 11-15,9-1-37 16,4-7-16-16,6-3-27 15,23-15-5-15,13-9-1 16,8-10-12-16,0 0-9 16,2-15-101-16,-7-16-111 15,-14-8-121-15,-9-4 71 16,-8-4 104-16,-8 6 167 16,-4 6 79-16,0 9 235 15,-2 12 26-15,5 10-104 16,-1 4-162-16,6 16-67 0,-2 18-5 15,3 8 5-15,-4 3-6 16,-4-4-1-16,-3-6 6 16,0-14-6-16,0-6 0 15,0-14 0-15,0-1-13 16,0-11 7-16,0-19-40 16,0-11 13-16,0-4 24 15,17-4 9-15,12 3 31 16,6 10 26-16,4 14-28 15,3 15-19-15,-2 7-10 16,-4 19-6-16,-5 17 5 16,-9 10 1-16,-8 0 1 15,-10 0 0-15,-4-7 7 0,0-9-7 16,0-10-1-16,-16-15-54 16,1-5-187-16,-1 0-497 0</inkml:trace>
  <inkml:trace contextRef="#ctx0" brushRef="#br0" timeOffset="88916.4">23383 7190 1884 0,'0'0'515'0,"0"0"-428"15,0 0 114-15,114-31-134 16,-47 31-49-16,7 0-17 0,26 14-1 15,-15 2-255 1,-10-2-831-16</inkml:trace>
  <inkml:trace contextRef="#ctx0" brushRef="#br0" timeOffset="89246.51">24139 7240 1833 0,'0'0'282'16,"0"0"-178"-16,0 0 142 15,-121 93-95-15,90-45-17 16,12 3 21-16,14-5-29 16,5-8-40-16,29-8-18 15,18-12-11-15,11-10-24 16,-2-8-20-16,-8 0-6 16,-7-24-7-16,-15-8-33 0,-8-6-15 15,-7-5 7-15,-4 3 40 16,-2 6 1-16,-1 10 52 15,-2 12 16-15,-2 12-38 16,0 0-30-16,0 17-23 16,0 18 23-16,0 3 0 15,0 4 0-15,0-2 0 16,0-4-50-16,0-4-55 16,-6-1-77-16,-19-9-349 15,-11-9-892-15</inkml:trace>
  <inkml:trace contextRef="#ctx0" brushRef="#br0" timeOffset="89915.83">25883 7369 1706 0,'0'0'306'0,"0"0"-139"16,0 0 5-16,-157 24-113 15,119 8-37-15,9 8-21 16,12 5 0-16,12-2 5 16,5 0 6-16,5-8-6 0,24-10 1 15,8-11 4-15,8-10 2 16,2-4-13-16,-5-12-43 16,-7-17-78-16,-10-8 3 15,-13-7 16-15,-12-11 77 16,0-7 25-16,-6-6 100 15,-11-3 91-15,3 4 5 16,4 9 27-16,5 11-67 16,3 18-44-16,2 12 2 15,0 17-21-15,0 0-76 16,20 35-16-16,4 15-1 16,3 8 7-16,2 6-6 0,-4-2 1 15,-3-3-1 1,0-10-1-16,0-7-70 0,24-6-79 15,-7-12-167-15,1-9-636 0</inkml:trace>
  <inkml:trace contextRef="#ctx0" brushRef="#br0" timeOffset="90243.96">26402 7328 1249 0,'0'0'952'0,"0"0"-740"15,0 0-46-15,-143 25-58 16,116 5-35-16,14 7-24 0,11-2 5 16,2 0-16-1,17-5-3-15,17-9-13 0,9-5-7 16,3-12-13-16,-1-4-2 16,-3-4-62-16,-5-20-26 15,-7-7 11-15,-8-7 45 16,-8 1 32-16,-8 7 73 15,-3 8 80-15,-3 8 23 16,0 7-56-16,0 7-63 16,0 0-57-16,4 20-23 15,2 6 23-15,6 7-1 16,5 1-5-16,6-4-72 16,23-3-70-16,-1-10-133 15,-1-6-488-15</inkml:trace>
  <inkml:trace contextRef="#ctx0" brushRef="#br0" timeOffset="90680.6">27162 7258 1470 0,'0'0'673'15,"0"0"-442"-15,0 0-41 16,-120-23-83-16,77 26-62 15,-4 24-29-15,4 7 25 16,4 7 26-16,10 8-3 16,9-1-13-16,17-2-11 15,3-5-14-15,20-8-14 0,23-7 1 16,10-10-3 0,9-7-10-16,-1-9-58 0,-8 0-66 15,-13-18-25-15,-15-15 49 16,-15-8-10-16,-10-14 46 15,0-27 39-15,-12 2 16 16,-3-10 9-16,1-1 0 16,7 23 82-16,5 2 59 15,2 22 49-15,0 20-51 16,2 17-23-16,13 7-53 16,6 31-40-16,1 21 4 15,1 16 3-15,-6 11-6 16,-1-1 9-16,-1-6-18 0,4-8-14 15,3-11-1-15,20-10-106 16,-6-13-132-16,-1-14-625 0</inkml:trace>
  <inkml:trace contextRef="#ctx0" brushRef="#br0" timeOffset="90928.74">27588 7305 2072 0,'0'0'187'15,"0"0"-131"-15,0 0 131 16,-21 150-43-16,30-102-41 16,25-8-7-16,13-13 23 15,8-15-11-15,4-12-66 16,-6-4-24-16,-6-21-9 0,-14-8-9 16,-11-4-14-16,-13 1-29 15,-9 0 7-15,-6 4 6 16,-30 7 12-16,-16 6 3 15,-14 7-10-15,-44 4-29 16,17 1-152-16,9 6-485 0</inkml:trace>
  <inkml:trace contextRef="#ctx0" brushRef="#br0" timeOffset="91648.03">29432 7040 1079 0,'0'0'645'16,"0"0"-99"-16,0 0-212 16,0 0-127-16,0 0-104 15,-128-58-46-15,70 58-27 16,-5 29-18-16,3 10-6 0,12 11-5 15,12 3 1 1,18-3-2-16,14-4 0 0,4-10 0 16,26-8 0-16,21-13 6 15,9-4-6-15,6-11-41 16,0 0-58-16,-10-11-7 16,-12-12 2-16,-16-12 57 15,-8-11 37-15,-9-1 10 16,-5 1 29-16,0 5 71 15,-2 15 35-15,2 14-35 16,5 12-22-16,3 18-78 16,2 27 0-16,1 15 26 15,3 8-10-15,-5 0 5 16,-1-4 12-16,-4-7-13 16,1-11-13-16,1-8-7 0,0-13 0 15,1-6-52 1,11-14-87-16,-3-5-127 0,1 0-391 0</inkml:trace>
  <inkml:trace contextRef="#ctx0" brushRef="#br0" timeOffset="92144.03">29761 7120 1585 0,'0'0'598'16,"0"0"-387"-16,0 0-92 15,0 0-85-15,0 0 49 16,43 111 8-16,-26-63 11 15,3-2-16-15,1-8-24 0,-2-10-28 16,1-10-2 0,1-7-21-16,-2-11 4 0,6 0-1 15,2-11-8-15,2-12-6 16,2-14-6-16,2-7-4 16,3-5-4-16,2-7 4 15,0 5 0-15,-5 6 8 16,-6 11-5-16,-7 14 6 15,-11 8 0-15,-7 12 1 16,-2 0-33-16,0 12-20 16,0 15 38-16,-4 6 9 15,4 3 6-15,4-1-2 16,32-1-5-16,31-4-41 16,7-8-91-16,10-7 72 15,1-6-12-15,-27-9-83 0,-7 0-127 16,-24-10 176-16,-23-10 113 15,-4-1 102-15,-20 3 70 16,-15 11-20-16,-3 7-32 16,2 6-41-16,7 26-50 15,13 8-4-15,16 7-12 16,0-1-13-16,27-7-20 16,13-11-47-16,7-10-1 15,5-11-22-15,19-7-28 16,-13-13-277-16,-10-7-1119 0</inkml:trace>
  <inkml:trace contextRef="#ctx0" brushRef="#br0" timeOffset="93232.92">15888 8799 1540 0,'0'0'180'0,"0"0"-69"15,121 119 216-15,-67-64-163 0,-5-1-73 16,-5-6-27-16,-8-8-5 16,-9-11-34-16,-7-13-16 15,-7-14 0-15,-1-2 12 16,1-12 80-16,3-19-60 15,1-8-19-15,1-5 18 16,-5-2 17-16,-3-3 0 16,-8 3 0-16,-2 2-5 15,0 2-28-15,0 6-16 16,0 2-8-16,0 7-48 16,4 8-63-16,7 11-68 15,7 8-305-15,9 1 133 0,6 25 231 16,3 13 120-1,-3 4 25-15,-6 3 180 0,-9-3 55 16,-7-5-42-16,-4-8-84 16,-5-3-60-16,0-8-47 15,0-1-18-15,2-6-9 16,0 0-73-16,-4-3-312 16,0-7-689-16</inkml:trace>
  <inkml:trace contextRef="#ctx0" brushRef="#br0" timeOffset="93384.2">16397 8654 1991 0,'0'0'278'16,"0"0"-198"-16,0 0-80 15,141-34-123-15,-68 34-726 0</inkml:trace>
  <inkml:trace contextRef="#ctx0" brushRef="#br0" timeOffset="93750.03">17340 8847 1629 0,'0'0'327'15,"0"0"-135"-15,0 0 117 16,-145-16-166-16,117 16-97 15,5 16-31-15,7 11 18 0,7 6 9 16,5-1-11-16,4-4-9 16,7-5-4-16,17-7-6 15,10-9 3-15,3-5-1 16,1-2-7-16,-2-2-6 16,-10-16-1-16,-5-8-22 15,-10-8-17-15,-4-6 3 16,-5-2 26-16,-2 3 10 15,0 6 68-15,0 13 53 16,0 12 22-16,0 8-65 16,0 0-78-16,2 24-8 15,9 4 8-15,5 2 7 0,1-2-6 16,6-5-1 0,2-6-5-16,14-9-63 0,-1-6-141 15,-7-2-568-15</inkml:trace>
  <inkml:trace contextRef="#ctx0" brushRef="#br0" timeOffset="93947.57">17616 8681 1654 0,'0'0'515'15,"0"0"-330"-15,0 0-138 16,0 0 33-16,116 133 38 16,-87-58-36-16,-8 9 52 15,-13 3-15-15,-8-2-14 16,-4-6-29-16,-19-10-22 0,-6-11-34 15,0-19-14 1,-2-15-6-16,-2-15-29 0,-13-21-76 16,5-22-146-16,7-9-452 0</inkml:trace>
  <inkml:trace contextRef="#ctx0" brushRef="#br0" timeOffset="94098.59">17418 8711 2000 0,'0'0'488'0,"0"0"-358"16,123-103 11-16,-72 73-92 15,0 10-49-15,28 17-9 16,-15 3-317-16,3 0-792 0</inkml:trace>
  <inkml:trace contextRef="#ctx0" brushRef="#br0" timeOffset="94435.47">18384 8668 1817 0,'0'0'482'0,"0"0"-303"15,0 0-14-15,-139 114-74 16,112-61-34-16,10-2 6 16,10-5-16-16,7-5-24 15,11-11-16-15,25-14 2 16,10-10 3-16,8-6-12 15,-3-3-9-15,-9-20-25 16,-6-7-36-16,-11-2-12 0,-7-4 44 16,-5 2 31-1,-4 6 7-15,-2 5 82 0,-5 16 42 16,2 7-49-16,-2 0-75 16,5 26 1-16,0 8 2 15,2 4 11-15,0 2-2 16,-1 1-11-16,2-7 5 15,3-5-6-15,7-2-72 16,43-4-185-16,-3-6-529 16,6-7-421-16</inkml:trace>
  <inkml:trace contextRef="#ctx0" brushRef="#br0" timeOffset="94803.61">19543 8879 1309 0,'0'0'870'16,"0"0"-664"-16,0 0-46 15,-154-16-27-15,113 39-62 16,8 14-13-16,8 7 13 16,14 4-12-16,11 1-2 15,0-7-10-15,14-4-18 16,17-13-11-16,14-8-16 15,8-14 2-15,8-3-4 0,-3-13-31 16,-10-19-5 0,-9-11 21-16,-18-2 15 0,-7-1 1 15,-10 5 43-15,-4 9 63 16,0 13 4-16,0 7-49 16,0 12-59-16,5 0-3 15,6 15-34-15,2 17 27 16,3 10-25-16,0 6-28 15,-1 3-21-15,-8 12-59 16,-2-10-129-16,-5-14-487 0</inkml:trace>
  <inkml:trace contextRef="#ctx0" brushRef="#br0" timeOffset="105492.76">21067 8465 1249 0,'0'0'168'0,"0"0"3"16,-44 150 117-16,15-69-90 16,-5 5-5-16,6-3-10 15,1-7-32-15,4-11-62 16,9-14-41-16,6-12-23 16,3-16-17-16,5-6-1 15,-2-13-4-15,2-4 9 16,0-2 33-16,0-25 34 15,0-13-54-15,2-7-16 0,7-10-8 16,5-3 0-16,3-4 0 16,8-4-1-16,8 1 0 15,8 4-1-15,3 12-4 16,-2 17 5-16,-3 22 0 16,-4 12-1-16,-1 26 1 15,-10 22 1-15,-4 11 0 16,-6 3 11-16,-6 0-11 15,-1-7 8-15,0-8-8 16,0-7 0-16,1-8 0 16,3-8-1-16,3-3-1 15,-3-7-38-15,1-4-31 16,-6-2-45-16,1-4-83 0,-7-4-168 16,0 0-11-16,0 0-1172 15</inkml:trace>
  <inkml:trace contextRef="#ctx0" brushRef="#br0" timeOffset="105651.87">21003 9003 1868 0,'0'0'472'0,"0"0"-243"16,0 0-47-16,0 0-126 15,0 0-50-15,153-48-6 16,-63 25-118-16,-17 9-228 15,-9-5-424-15</inkml:trace>
  <inkml:trace contextRef="#ctx0" brushRef="#br0" timeOffset="105830.37">21603 8528 1839 0,'0'0'383'0,"0"0"-229"15,0 0-73-15,29 121 110 16,-14-48-70-16,-1 10-42 15,-4-5 10-15,1-6-41 16,3-12-31-16,1-10-16 16,6-11-1-16,18-12-64 15,-5-13-155-15,-1-11-536 0</inkml:trace>
  <inkml:trace contextRef="#ctx0" brushRef="#br0" timeOffset="106154.97">21872 8915 1866 0,'0'0'299'15,"0"0"-131"-15,118-41 19 16,-65 27-133-16,-5 5-38 16,-15 1-10-16,-14 2-6 15,-13 2-13-15,-6-1-21 16,-8 0 33-16,-15-2 1 15,-9 2 0-15,-4 3 0 16,0 2 37-16,1 2 26 0,4 20-1 16,2 10-26-1,6 9-7-15,10 2 0 0,9 1 0 16,4-1-7-16,11-10-10 16,22-6-6-16,14-13 6 15,14-10-12-15,7-4-28 16,24-10-99-16,-16-12-192 15,-17-3-693-15</inkml:trace>
  <inkml:trace contextRef="#ctx0" brushRef="#br0" timeOffset="106618.85">22409 8857 1562 0,'0'0'191'15,"0"0"15"-15,0 0 149 0,16 112-191 16,-7-75-54-16,1-7-26 15,-2-5-46-15,1-8-23 16,-5-8-15-16,-2-9-44 16,-2 0-9-16,0-9-69 15,0-18-93-15,0-5 56 16,0-6 113-16,9-4 46 16,11 4 96-16,9 6 87 15,4 12-61-15,5 10-33 16,-1 10-44-16,-2 8-29 15,-6 19-10-15,-7 6-4 16,-6 1 4-16,-8 1 0 16,-3-5-6-16,-5-11 2 0,0-3-1 15,0-9-1 1,0-7-28-16,0 0 17 0,0-10-36 16,0-18 5-16,0-9 32 15,5-4 10-15,19 0 30 16,7 5 16-16,8 9-12 15,-2 15-6-15,1 12-5 16,-3 0-7-16,-6 23-7 16,-4 5 4-16,-5 0 7 15,-4 0-7-15,-3-4-11 16,5-2-2-16,11 1-29 16,49 4-196-16,-5-3-62 15,-1-6-1193-15</inkml:trace>
  <inkml:trace contextRef="#ctx0" brushRef="#br0" timeOffset="107174.84">23482 8794 1751 0,'0'0'223'15,"0"0"-75"-15,0 0 82 16,0 0-166-16,-126 22-46 15,93 22 32-15,4 5 21 16,9 3-5-16,11-2-8 0,9-4-18 16,12-9-22-1,21-9-3-15,13-14-6 0,10-12-9 16,-2-2-49-16,-3-14-80 16,-11-14-67-16,-11-8 45 15,-14-7 84-15,-9-3 67 16,-6 0 2-16,0 7 129 15,0 6 50-15,0 13-28 16,-3 10-15-16,3 10-85 16,0 5-47-16,0 24-6 15,13 11 18-15,-2 4-10 16,-1 3-7-16,-4-3 7 16,-1-5-8-16,-3-9 1 0,0-7-1 15,0-14-1 1,-2-9-70-16,0 0 21 0,0-15-76 15,0-16-56-15,2-8 99 16,6-7 83-16,2-1 31 16,6 3 113-16,6 7 21 15,3 8-65-15,6 12-42 16,0 17-13-16,0 0-35 16,-2 21-4-16,-6 16-6 15,-6 2 1-15,-3 1 8 16,-5 1-9-16,-3-8 0 15,-1-3-1-15,-5-3-87 16,0-9-278-16,0-8-1117 0</inkml:trace>
  <inkml:trace contextRef="#ctx0" brushRef="#br0" timeOffset="107333.43">24161 8867 65 0,'0'0'2006'16,"0"0"-1801"-16,0 0-60 15,0 114 82-15,0-61-137 16,-2-4-59-16,0-4-16 16,2-11-15-16,-2-12-45 15,0-12-279-15,-4-10-569 0</inkml:trace>
  <inkml:trace contextRef="#ctx0" brushRef="#br0" timeOffset="107475.7">23985 8809 1778 0,'0'0'653'16,"0"0"-467"-16,0 0-37 15,0 0-141-15,0 0-8 16,150-51-233-16,-103 60-345 0</inkml:trace>
  <inkml:trace contextRef="#ctx0" brushRef="#br0" timeOffset="107880.05">24699 8837 1558 0,'0'0'370'0,"0"0"-236"0,0 0 190 16,-120-23-164-16,81 37-112 15,-1 18 7-15,5 11 34 16,6 1-22-16,10 2-10 15,15-3-9-15,4-6-26 16,10-6-10-16,18-7-4 16,10-12-8-16,6-8 0 15,2-4-27-15,-2 0-3 16,-9-22-8-16,-6-10 0 16,-6-8 22-16,-7-4 10 15,-3-3 6-15,-7 3 1 16,-4 10 44-16,-2 10 55 15,0 10 30-15,0 11-42 0,3 3-70 16,-1 15-10-16,3 21-7 16,-1 12 22-16,3 8-11 15,-1 2-6-15,-1-3-5 16,-1-9-1-16,1-11-12 16,-3-9-63-16,0-13-95 15,-2-6-314-15,3-7-500 0</inkml:trace>
  <inkml:trace contextRef="#ctx0" brushRef="#br0" timeOffset="124676.87">1948 7640 1493 0,'0'0'267'16,"0"0"25"-16,0 0 54 16,0 0-153-16,0 0-93 15,0 0-36-15,0 5-44 16,0 32-9-16,0 27 49 15,-5 36 6-15,-11 3-12 16,1-7-6-16,-3-14-17 16,5-20-15-16,2 6-2 15,-3 0-7-15,6-11-5 16,1-13-1-16,2-12 7 16,3-12-8-16,0-10 1 0,2-10 5 15,-3 0 8 1,3-3 8-16,-2-22 16 0,2-11-26 15,0-7-12-15,0-13 0 16,5-2-1-16,8-4-1 16,3 0 1-16,0-3-1 15,-1 2 1-15,1 2 0 16,-1 4-1-16,3 0 1 16,3 5 0-16,2 4-7 15,2 6 7-15,-2 8-1 16,-3 12 1-16,-7 12-7 15,-2 10-5-15,3 6-11 16,1 26 23-16,5 13 1 0,5 15 1 16,2 9 5-1,2 5-5-15,-2-2 1 0,-4-1 7 16,-2-8-8-16,-5-8-1 16,-3-11 0-16,-3-10 0 15,0-8 0-15,-6-11-1 16,1-10-8-16,-3-5-48 15,-2 0-12-15,0-26-50 16,0-4-215-16,-7 2-437 0</inkml:trace>
  <inkml:trace contextRef="#ctx0" brushRef="#br0" timeOffset="124850.12">1919 8110 1106 0,'0'0'1007'15,"0"0"-877"-15,0 0 78 16,0 0-115-16,0 0-3 16,132-21-63-16,-59 1-27 15,5-2-34-15,18-8-176 16,-21 7-370-16,-17 1-448 0</inkml:trace>
  <inkml:trace contextRef="#ctx0" brushRef="#br0" timeOffset="125247.1">2722 8023 1227 0,'0'0'691'0,"0"0"-581"16,0 0 74-16,0 0-92 15,0 0-49-15,0 0-18 16,0 0-25-16,129-12-3 16,-98 9-194-16,-11 3-149 15,-11 0-465-15</inkml:trace>
  <inkml:trace contextRef="#ctx0" brushRef="#br0" timeOffset="125396.94">2719 8205 945 0,'0'0'612'16,"0"0"-532"-16,0 0 165 0,0 0-35 16,0 0-35-16,0 0-101 15,113-2-47-15,-43-19-27 16,-10 2-178-16,-11-1-458 0</inkml:trace>
  <inkml:trace contextRef="#ctx0" brushRef="#br0" timeOffset="125630.73">3075 7618 1883 0,'0'0'221'16,"0"0"-54"-16,0 0-59 16,0 0 27-16,0 0-10 15,0 0-46-15,72 117-42 16,-67-88-20-16,-1-7-12 16,0-8-5-16,7-14-103 15,1 0-225-15,-1-7-508 0</inkml:trace>
  <inkml:trace contextRef="#ctx0" brushRef="#br0" timeOffset="125758.45">3270 7608 1302 0,'0'0'689'15,"0"0"-620"-15,0 0 151 0,0 0-50 16,0 112-97-16,0-68-48 16,9-1-25-16,1 10-82 15,2-9-413-15,-10-5-992 0</inkml:trace>
  <inkml:trace contextRef="#ctx0" brushRef="#br0" timeOffset="126898.53">4190 7772 1169 0,'0'0'278'0,"0"0"-199"15,0 0 56-15,0 0-58 16,0 0-31-16,0 0-27 15,-8 26 80-15,8 20 170 16,0 14-31-16,4 15-72 16,0 10-29-16,-2 2-56 15,-2 2-42-15,0-9-14 16,0-8-13-16,0-11-10 16,0-15-2-16,0-17 0 0,9-17-39 15,1-12-122-15,-8-38-145 16,0-11-236-16,-2-6-461 0</inkml:trace>
  <inkml:trace contextRef="#ctx0" brushRef="#br0" timeOffset="127056.81">4084 8013 971 0,'0'0'245'0,"0"0"154"16,0 0-61-16,0 0-81 15,0 0-115-15,0 0-65 16,0 0-39-16,108-42-14 15,-68 61-14-15,5-1-10 16,33-6-43-16,-8-7-245 0,-6-5-755 16</inkml:trace>
  <inkml:trace contextRef="#ctx0" brushRef="#br0" timeOffset="127431.87">4672 7947 1972 0,'0'0'238'0,"0"0"-38"16,-139 53-37-16,89-24-82 16,7 3-5-16,12-3-42 15,11 0-20-15,6-3-7 16,6-8-1-16,3-6-5 16,5-8-1-16,0-4 10 0,0 0 13 15,0-4 22 1,17-15-22-16,8-6-12 0,6-3-10 15,5-4-1-15,5 2 0 16,-2 0-18-16,1 4 0 16,-1 8-21-16,-8 13 9 15,-9 5 17-15,-6 19-2 16,-5 20 15-16,-7 10 0 16,-2 4 2-16,-2 2-1 15,0 1 6-15,0-3 4 16,5-6-10-16,2-6-1 15,4-5 0-15,5-13 0 0,26-10-113 16,-5-11-269 0,4-2-626-16</inkml:trace>
  <inkml:trace contextRef="#ctx0" brushRef="#br0" timeOffset="128190.04">5204 8111 1085 0,'0'0'249'0,"0"0"40"15,0 0-64-15,0 0-90 0,0 0-53 16,0 0-10-1,0 0-12-15,-113 16 4 0,93 2 17 16,-3 8 13-16,2 6-1 16,0 8-11-16,3 6 0 15,7 5-30-15,5 1-19 16,6-4-12-16,0-8-5 16,21-12-10-16,14-14 2 15,4-10-2-15,6-4 1 16,-2-8-7-16,-8-16-5 15,-8-2-36-15,-12-3-5 16,-8-6 3-16,-7-4 12 16,0-3 20-16,0-2 11 15,-7 0 0-15,5 10 1 16,2 8 75-16,0 12 26 0,0 12-34 16,4 2-51-16,12 11-8 15,1 13 18-15,2 5-6 16,-1 4-8-16,-1-1-7 15,-1-2 0-15,-3-2-6 16,1-6 1-16,-3-2-2 16,-2-4 1-16,2-2-6 15,-4-2-6-15,-1-1 0 16,1 1 6-16,-5-7 5 16,0-1 1-16,1-4 1 15,-3 0 17-15,0-9 8 16,2-14-14-16,3-7-5 0,3-5 1 15,1-5-1-15,7 1-6 16,1-4-1-16,6 3 0 16,-1 2-1-16,1 6-24 15,-2 10-25-15,0 12-1 16,-3 10 18-16,-3 10 19 16,1 22 8-16,-3 10-1 15,-1 8 7-15,-3 1 1 16,-3-1 0-16,1-5-1 15,-5-10 0-15,0-7 0 16,3-12-6-16,6-16-130 16,-2-10-157-16,2-16-429 0</inkml:trace>
  <inkml:trace contextRef="#ctx0" brushRef="#br0" timeOffset="128342.03">5626 8066 1785 0,'0'0'269'16,"0"0"-5"-16,0 0-110 16,0 0-154-16,0 0-4 15,0 0-214-15,132-97-290 16,-99 90-814-16</inkml:trace>
  <inkml:trace contextRef="#ctx0" brushRef="#br0" timeOffset="128752.53">6080 7986 1670 0,'0'0'269'0,"0"0"-103"16,0 0 39-16,0 0-134 16,0 0-32-16,-106 138 4 15,92-77 27-15,7 1-8 16,7-6 29-16,0-8-48 15,3-11-28-15,19-18-4 16,7-10-4-16,7-9 5 16,-1-10-12-16,-2-22-7 15,-6-6-67-15,-11-5-10 16,-7 2 26-16,-9-3 35 16,0 7 23-16,-2 2 12 0,-9 6 71 15,4 5-4-15,5 6-7 16,-1 8 13-16,3 6 6 15,0 4-58-15,0 4-33 16,3 19 23-16,8 9 20 16,0 3-13-16,-2 3-12 15,0-2-10-15,-2-3-8 16,1-6 0-16,1-6-24 16,7-7-74-16,28-13-123 15,1-1-444-15,9 0-745 0</inkml:trace>
  <inkml:trace contextRef="#ctx0" brushRef="#br0" timeOffset="129037.9">6761 8101 1921 0,'0'0'270'0,"0"0"-249"16,0 0 37-16,0 0 85 15,48 128-33-15,-25-82 38 16,2-3-14-16,-3-10-49 16,2-8-39-16,-2-11-17 15,1-12 1-15,-1-2 12 16,-4-6-11-16,0-19-16 16,-7-6-2-16,-3-10-5 15,-2-3 0-15,-6-2-8 0,2 0-23 16,0 6-89-16,13 0-133 15,3 12-506-15,0 12-693 0</inkml:trace>
  <inkml:trace contextRef="#ctx0" brushRef="#br0" timeOffset="129151.6">7146 8104 1347 0,'0'0'352'16,"0"0"34"-16,0 0-88 16,0 0-96-16,31 122-130 15,-21-103-48-15,-2-1-24 16,5-4-36-16,1-3-242 15,-1-8-431-15</inkml:trace>
  <inkml:trace contextRef="#ctx0" brushRef="#br0" timeOffset="129517.92">7643 8097 1280 0,'0'0'643'0,"0"0"-568"15,0 0 140-15,0 0-102 16,0 0-62-16,-118-16-33 16,91 54-1-16,5 13 32 15,2 0 23-15,11 2 10 16,9-7-27-16,0-10-23 16,22-14-11-16,14-12-7 0,7-10-6 15,-1-6-8-15,-5-22-51 16,-5-6-1-16,-12-3 3 15,-9 1 24-15,-4 4 25 16,-7 8 3-16,0 8 88 16,0 9 55-16,0 2-27 15,0 5-74-15,0 0-45 16,0 0-3-16,5 2-7 16,3 8 9-16,3 0-14 15,7-4-63-15,13-6-107 16,-4 0-484-16,-2-9-1051 0</inkml:trace>
  <inkml:trace contextRef="#ctx0" brushRef="#br0" timeOffset="129723.65">8009 8025 948 0,'0'0'1034'16,"0"0"-927"-16,0 0 4 15,25 145 71-15,-17-70-19 16,-5 12-74-16,-3-1 26 15,0-5-28-15,-11-8-28 16,-8-17-9-16,-3-16-8 16,3-13-24-16,-2-19-17 15,-4-8-1-15,-8-49-68 16,4-4-150-16,2-10-534 0</inkml:trace>
  <inkml:trace contextRef="#ctx0" brushRef="#br0" timeOffset="129857.6">7750 7997 1949 0,'0'0'236'16,"0"0"36"-16,0 0-118 15,0 0-154-15,64-115 0 16,2 110-157-16,-11 5-202 16,-10 0-550-16</inkml:trace>
  <inkml:trace contextRef="#ctx0" brushRef="#br0" timeOffset="130181.04">8406 7981 1855 0,'0'0'217'0,"0"0"-19"16,0 0-38 0,-119 104-58-16,97-62-50 0,7 2-13 15,11 0 3-15,4-3 11 16,2-9-21-16,21-13-19 15,12-11-7-15,2-8-6 16,5-9-4-16,-4-22-43 16,-4-4-6-16,-10-2 33 15,-6 4 20-15,-9 6 5 16,-3 8 107-16,-2 10 38 16,-4 4-49-16,2 5-51 15,2 0-50-15,2 3-7 0,5 15 6 16,1 4-1-16,-1 2-15 15,-3 0-85-15,-8 10-128 16,-8-8-411-16,-13-5-937 16</inkml:trace>
  <inkml:trace contextRef="#ctx0" brushRef="#br0" timeOffset="130698.34">9714 8187 1698 0,'0'0'291'15,"0"0"0"-15,0 0-83 16,-139-10-92-16,102 24-64 16,6 18-33-16,11 8-10 15,11 4-3-15,9 0-5 16,6-5 9-16,23-11-8 15,12-13 8-15,3-12-8 0,1-3-2 16,-5-22-25-16,-7-11-34 16,-10-6 42-16,-10-2 16 15,-11 1 1-15,-2 7 7 16,0 6 43-16,0 8 66 16,0 7-1-16,0 7-18 15,0 5-79-15,2 0-17 16,8 22-1-16,3 2 0 15,3 7 0-15,1-3 0 16,1-2 0-16,5-7-13 16,17-2-71-16,-5-7-130 15,-4-6-516-15</inkml:trace>
  <inkml:trace contextRef="#ctx0" brushRef="#br0" timeOffset="131674.64">2022 9490 1362 0,'0'0'524'0,"0"0"-459"15,-74 125 83-15,42-58 3 16,1 4-81-16,2-1 3 15,5-3 5-15,4-11-38 16,6-12-20-16,8-12-11 16,6-14-8-16,0-15 0 15,0-3 12-15,0-7 14 16,6-27-1-16,10-15-20 16,4-6-5-16,4-11 0 0,3-3 6 15,2 0-7-15,2 6 0 16,3 5-13-16,-3 10 12 15,-4 9 1-15,-7 18 0 16,-5 16 19-16,1 5-19 16,4 23 1-16,0 19 7 15,3 11 11-15,-3 12 33 16,-3 3 24-16,0-2-26 16,-5-3-22-16,-1-11-20 15,1-8-7-15,-1-12 5 16,-3-10-6-16,0-10-21 15,-6-10-109-15,-2-4-112 16,0-15-325-16,-6-6-1021 0</inkml:trace>
  <inkml:trace contextRef="#ctx0" brushRef="#br0" timeOffset="131831.32">1972 9864 1892 0,'0'0'250'15,"0"0"-171"-15,0 0 56 16,0 0-12-16,134-36-63 16,-72 18-60-16,21-8-48 15,-19 3-446-15,-10 0-663 0</inkml:trace>
  <inkml:trace contextRef="#ctx0" brushRef="#br0" timeOffset="132019.29">2483 9462 1847 0,'0'0'369'16,"0"0"-310"-16,0 0 65 15,48 116 45-15,-27-58-63 16,1 3 0-16,-2-2-25 16,0-4-54-16,3-8-21 15,1-10-6-15,16-6-68 16,-6-11-257-16,-5-10-730 0</inkml:trace>
  <inkml:trace contextRef="#ctx0" brushRef="#br0" timeOffset="132334.95">3065 9842 902 0,'0'0'837'0,"0"0"-755"15,0 0-17-15,0 0-24 16,66-111-41-16,-59 97-10 16,-7 4 10-16,0 0 0 15,-2 2 1-15,-18 1 34 16,-7 0 37-16,0 5 94 16,1 2 8-16,1 2-64 15,8 17-55-15,5 13-35 16,5 3-7-16,7 4 9 0,0-4 33 15,9-2 3-15,16-8-22 16,6-6-10-16,4-7-18 16,4-10-8-16,18-2-29 15,-7-4-169-15,-9-11-371 0</inkml:trace>
  <inkml:trace contextRef="#ctx0" brushRef="#br0" timeOffset="132822.6">3800 9689 1320 0,'0'0'932'15,"0"0"-838"-15,0 0-19 0,0 0 55 16,-4 130-37-16,8-100-48 16,8-3 7-16,-4-10-32 15,-3-6-13-15,-3-8-7 16,-2-3 0-16,0-5-21 15,-9-19-47-15,-5-12-5 16,1-6 43-16,7-1 23 16,6 3 7-16,0 12 25 15,15 12 32-15,16 14-18 16,12 2-29-16,1 20-9 16,1 15 0-16,-7 8 0 15,-9-1-1-15,-12-2 0 0,-9-8 0 16,-6-11 0-1,-2-11 0-15,0-10-25 0,0-4-1 16,0-25-51-16,0-15-23 16,0-6 68-16,2 1 32 15,13 2 48-15,8 9 39 16,6 12-44-16,6 12-29 16,5 14-8-16,5 0 0 15,-3 20-5-15,-6 12 7 16,-10 4 11-16,-5 1 6 15,-10-1-10-15,-4-9-14 16,-5-7 1-16,3-9-2 16,14-11-72-16,-1 0-266 15,9-7-685-15</inkml:trace>
  <inkml:trace contextRef="#ctx0" brushRef="#br0" timeOffset="133189.89">4859 9631 1778 0,'0'0'485'16,"0"0"-385"-16,0 0 85 15,-118-12-105-15,91 17-55 16,0 24-7-16,5 12 6 16,2 8 1-16,9 4 10 15,11-3 11-15,0-8-18 16,17-12-14-16,19-12-2 15,11-15-3-15,1-3 5 0,-4-12-14 16,-9-13-6-16,-10-9 0 16,-12-4-7-16,-4-5 12 15,-4 3-5-15,-3 7 6 16,-2 6 1-16,2 15 20 16,0 10 19-16,2 2-40 15,5 16-8-15,3 14 8 16,-1 11 24-16,0 0-8 15,0 2-10-15,-2-6-6 16,5-12 0-16,17-13-59 16,-4-8-413-16,4-4-1014 0</inkml:trace>
  <inkml:trace contextRef="#ctx0" brushRef="#br0" timeOffset="133498.32">5318 9733 1930 0,'0'0'297'0,"0"0"-229"16,0 0 93-16,0 0 12 16,0 0-69-16,36 121-13 15,-31-106-19-15,-3-3-44 16,-2-12-17-16,0 0 13 16,0-20-24-16,0-11-2 15,0-12-28-15,0 1 21 16,4 4 9-16,7 11 0 0,7 8 0 15,4 11-7 1,7 8-4-16,2 6-2 0,0 20 13 16,-4 8-1-16,-4 4 1 15,-7-2 9-15,-8-6 4 16,-1-7-11-16,-3-9-2 16,10-14-58-16,-1 0-506 15,-2-13-1302-15</inkml:trace>
  <inkml:trace contextRef="#ctx0" brushRef="#br0" timeOffset="133633.98">5719 9743 1659 0,'0'0'211'0,"0"0"-23"16,27 104 14-16,-20-63-64 16,0-7-33-16,-5-12-66 0,-2-22-39 15,0 0-164-15,0-14-486 16</inkml:trace>
  <inkml:trace contextRef="#ctx0" brushRef="#br0" timeOffset="133769.85">5602 9587 2201 0,'0'-14'314'0,"4"-2"-241"15,18-2 6-15,34-3-79 16,-7 9-159-16,-5 3-535 0</inkml:trace>
  <inkml:trace contextRef="#ctx0" brushRef="#br0" timeOffset="134120.76">6217 9627 2041 0,'0'0'480'16,"0"0"-434"-16,0 0 34 15,-127 74-31-15,100-33-26 16,9 4-17-16,11 0-5 16,7-8 8-16,0-8-8 15,25-15-1-15,8-14-27 16,9 0-196-16,6-24-85 16,-2-15-42-16,-3-3 107 15,-12-2 243-15,-9 7 99 0,-6 10 486 16,-10 10-116-16,-2 3-194 15,-1 11-53-15,-1 3-94 16,3 0-80-16,6 0-46 16,0 8-1-16,5 8 0 15,-3 4-1-15,-4 0-8 16,0-2-25-16,0-2-74 16,22 2-73-16,-2-6-86 15,12-4-530-15</inkml:trace>
  <inkml:trace contextRef="#ctx0" brushRef="#br0" timeOffset="134608.07">7287 9837 2201 0,'0'0'218'15,"0"0"-47"-15,0 119 58 16,0-51-75-16,2 12-79 15,-2 6-8-15,0 1-31 16,-2-7-12-16,-7-14-13 16,2-18-5-16,4-20-6 15,3-17-6-15,0-11-9 16,6-15-41-16,7-21-89 16,-1-12-121-16,-2-10-247 15,-8-4-49-15,-2 0-72 0,0-3 599 16,-6 5 35-1,-10-1 233-15,1-2 29 0,3 1-80 16,5 2-51-16,7 5 40 16,3 8 57-16,26 5-61 15,10 8-5-15,15 10-33 16,6 4-50-16,1 15-19 16,-6 5 10-16,-15 0-22 15,-13 22-32-15,-18 10-10 16,-9 4 30-16,-9 4 18 15,-20 0-2-15,-6-4-12 16,-5-5-11-16,3-9-20 0,4-5-9 16,9-8-15-1,6-3-31-15,5-6-48 0,6 0-38 16,7 0-45-16,0-4-317 16,11-4-569-16</inkml:trace>
  <inkml:trace contextRef="#ctx0" brushRef="#br0" timeOffset="134946.07">7886 9641 1877 0,'0'0'640'0,"0"0"-583"16,0 0 2-16,0 0-27 0,0 0 15 15,105 119 15-15,-72-72 33 16,-4-7-19-16,-8-6 2 16,-6-15-29-16,-4-9-14 15,2-10-5-15,1 0 1 16,4-10-4-16,0-16-6 16,-1-6-12-16,-5-4 3 15,-6-3-3-15,-1 1 17 16,-3 0 19-16,0 0 1 15,5 0-36-15,0 1-10 16,1 6-24-16,3 4-46 16,14 4-74-16,-5 7-90 15,5 6-497-15</inkml:trace>
  <inkml:trace contextRef="#ctx0" brushRef="#br0" timeOffset="135203.92">8794 9226 2215 0,'0'0'338'0,"0"0"-313"0,0 0 50 16,0 0 32-1,-14 130-49-15,10-84-31 0,-3-2-18 16,1-9-7-16,3-10-2 16,3-14-95-16,0-10-387 15,7-1-659-15</inkml:trace>
  <inkml:trace contextRef="#ctx0" brushRef="#br0" timeOffset="135322.1">8936 9235 945 0,'0'0'1543'15,"0"0"-1373"-15,0 0-123 16,0 0-8-16,0 0-9 16,0 0-30-16,-46 132-33 15,27-93-548-15</inkml:trace>
  <inkml:trace contextRef="#ctx0" brushRef="#br0" timeOffset="140296.85">1950 11142 1388 0,'0'0'214'0,"0"0"34"16,0 0 66-16,0 0-104 15,0 0-33-15,0 0-29 16,-17-20-118-16,43 15-4 0,10-2-1 16,6 2-15-1,3 3-4-15,-1 0-5 0,-2 2-1 16,-3 0-1-16,-4 0-5 15,3 4-99-15,-9 6-361 16,-11-3-342-16</inkml:trace>
  <inkml:trace contextRef="#ctx0" brushRef="#br0" timeOffset="140612.29">1964 11168 1733 0,'0'0'259'0,"0"0"-157"0,0 0 0 15,0 0-59-15,0 0 57 16,-68 117 28-16,46-52-23 16,0 11 3-16,4 6-13 15,7 2-46-15,7-4-17 16,4-9-17-16,2-13-9 15,18-12 1-15,4-12 11 16,3-10-17-16,2-11-1 16,2-6 0-16,0-7 0 15,2 0-68-15,2-10-67 16,-6-12-9-16,4-20-108 16,-9 3-57-16,-8 3-223 0</inkml:trace>
  <inkml:trace contextRef="#ctx0" brushRef="#br0" timeOffset="140806.97">1819 11680 1222 0,'0'0'812'0,"0"0"-703"15,0 0 117-15,0 0-65 16,0 0-114-16,0 0-21 15,0 0-26-15,153-56-7 16,-61 33-115-16,-14 6-373 0,-9-1-615 16</inkml:trace>
  <inkml:trace contextRef="#ctx0" brushRef="#br0" timeOffset="140978.94">2500 11468 1872 0,'0'0'180'16,"0"0"-179"-16,0 0 22 15,0 0 28-15,0 0-32 16,121 0-19-16,-83 0-153 16,-9-4-353-16</inkml:trace>
  <inkml:trace contextRef="#ctx0" brushRef="#br0" timeOffset="141136.47">2545 11694 1252 0,'0'0'359'0,"0"0"-263"16,0 0 9-16,0 0-45 16,0 0-37-16,0 0-23 15,132 4-190-15,-58-23-420 16,-12-1 246-16</inkml:trace>
  <inkml:trace contextRef="#ctx0" brushRef="#br0" timeOffset="141372.09">3252 11165 1928 0,'0'0'261'16,"0"0"-221"-16,0 0 53 16,0 0 68-16,0 0-72 15,10 112-50-15,-4-84-23 16,-2-1-15-16,0-8-1 16,3-6-93-16,2-5-399 15,-2-8-534-15</inkml:trace>
  <inkml:trace contextRef="#ctx0" brushRef="#br0" timeOffset="141496.26">3395 11155 2046 0,'0'0'235'15,"0"0"-204"-15,0 0 44 16,0 0 8-16,0 0-51 16,0 0-32-16,51 110-146 15,-44-83-429-15</inkml:trace>
  <inkml:trace contextRef="#ctx0" brushRef="#br0" timeOffset="142167.78">4215 11267 494 0,'0'0'930'16,"0"0"-779"-16,0 0 124 15,0 0-25-15,0 0-96 0,0 0-97 16,0 0-40-16,-16-21-17 16,16 21-8-16,-2 0 8 15,2 0 2-15,0 0 4 16,0 0 0-16,0 0 0 15,-2 0-5-15,2 0 0 16,0 0-1-16,0 1-9 16,0 1 9-16,0 2 1 15,0-2-1-15,0-2 1 16,0 0 0-16,0 0 0 16,0 0 8-16,0 0-2 15,0 0-7-15,0 0-52 16,4 0-70-16,6 0-63 15,7 0-22-15,-1-6-48 16,-1 3-396-16</inkml:trace>
  <inkml:trace contextRef="#ctx0" brushRef="#br0" timeOffset="142242.81">4215 11267 1075 0</inkml:trace>
  <inkml:trace contextRef="#ctx0" brushRef="#br0" timeOffset="142368.85">4215 11267 1075 0,'91'-53'286'0,"-88"48"-26"0,-1 1-1 0,0 2 14 15,-2 2-98-15,2 2-127 16,-2 22-20-16,0 10 49 16,0 7-13-16,0 2-36 15,0-2-14-15,0-6-14 16,2-4 0-16,8-7-6 16,13-5-111-16,0-8-402 0,4-9-856 15</inkml:trace>
  <inkml:trace contextRef="#ctx0" brushRef="#br0" timeOffset="142542.28">4966 11332 1739 0,'0'0'214'0,"0"0"-75"16,0 0-6-16,0 0-90 15,0 0-43-15,38 104-80 16,-27-94-516-16</inkml:trace>
  <inkml:trace contextRef="#ctx0" brushRef="#br0" timeOffset="142690.16">5204 11289 1927 0,'0'0'212'16,"0"0"-122"-16,0 0 98 15,0 0-91-15,0 0-64 16,25 127-33-16,-16-95-48 16,-2-6-278-16,-1-6-833 0</inkml:trace>
  <inkml:trace contextRef="#ctx0" brushRef="#br0" timeOffset="143584.96">8243 11249 1707 0,'0'0'393'0,"0"0"-162"16,0 0-63-16,0 0-104 16,-151 4-36-16,114 20-14 15,10 6-7-15,12 0-5 16,13 2 17-16,2-5 2 15,7-4-21-15,17-6 0 16,5-7 19-16,-2-6-13 16,-4-4-6-16,-10 0 0 15,-13 0-1-15,0 0-6 16,-19 0 7-16,-14 1 6 16,-7 12 2-16,1 8 12 15,2 4 3-15,11 5-16 16,8 2 1-16,9 0-8 0,7 0 12 15,2-1 2-15,7-4-14 16,17-4 0-16,12-10 0 16,8-6-1-16,41-7-53 15,-9-20-234-15,-7-7-422 0</inkml:trace>
  <inkml:trace contextRef="#ctx0" brushRef="#br0" timeOffset="143892.76">8630 11388 1770 0,'0'0'216'16,"0"0"-166"-16,0 0-16 16,0 0 22-16,0 0 0 15,29 130-42-15,-6-93 4 16,-3-3 44-16,-7-2 36 15,-6-6 21-15,-5-6-26 16,-2-5-24-16,0-1 10 16,-15-2-32-16,-12-2-3 15,-4-3-11-15,-5-6-21 16,1-1 4-16,2 0-7 16,4 0-8-16,4-8-1 15,7 2-23-15,9 2-105 0,7 4-226 16,2-1-377-16</inkml:trace>
  <inkml:trace contextRef="#ctx0" brushRef="#br0" timeOffset="144110.81">8998 11497 2204 0,'0'0'168'15,"0"0"-96"-15,31 104 78 16,-17-45-39-16,-7 6-55 16,-3-1-36-16,-2-4-9 15,-2-11-4-15,0-6-7 16,0-13-69-16,0-18-171 0,0-6-356 16,0-6-667-16</inkml:trace>
  <inkml:trace contextRef="#ctx0" brushRef="#br0" timeOffset="144334.85">9222 11423 1051 0,'0'0'121'0,"0"0"72"16,118-33 82-16,-85 33-188 15,-15 8-68-15,-13 24 41 16,-5 6 109-16,-21 4 72 15,-10-2-45-15,-10-1-60 0,4-10-61 16,-1-3-40-16,5-10-28 16,6-5-7-16,2-11-36 15,12 0-286-15,4-4-415 16</inkml:trace>
  <inkml:trace contextRef="#ctx0" brushRef="#br0" timeOffset="144890.85">9641 11393 1774 0,'0'0'223'0,"0"0"-113"0,0 0 134 16,-105 113-92-16,87-73-68 15,13-4-34-15,5-5-11 16,14-9-31-16,24-15-7 16,11-7 18-16,4 0-19 15,1-20-61-15,-11-10-80 16,-10-4-7-16,-12-4 91 16,-7-4 28-16,-7 3 24 15,-5 7 5-15,0 11 65 16,-2 11 93-16,0 10-59 15,4 0-87-15,6 22 3 16,-1 10 27-16,2 3-18 0,-2 4-7 16,-2-5-11-16,-5-6-5 15,0-8 0-15,-2-8-1 16,0-9-1-16,0-3-24 16,0 0 8-16,0-19-1 15,0-8-1-15,0-6 19 16,0-1 6-16,2 2 18 15,18 6-3-15,5 10-17 16,6 7-4-16,1 9 0 16,-3 5-1-16,0 19 0 15,-10 6-11-15,-1 3 12 16,-9-1 0-16,-5-3 9 16,-2-7-8-16,-2-6-1 0,0-4-5 15,-8-10-106-15,-13 1-274 16,0-3-946-16</inkml:trace>
  <inkml:trace contextRef="#ctx0" brushRef="#br0" timeOffset="145049.45">9826 11287 2085 0,'0'0'346'16,"0"0"-202"-16,0 0-77 15,129-73-61-15,-42 56-6 16,-16 9-156-16,-9 4-451 0</inkml:trace>
  <inkml:trace contextRef="#ctx0" brushRef="#br0" timeOffset="145369.84">10495 11284 1927 0,'0'0'248'0,"0"0"-179"16,0 0 156-16,-145 112-67 16,120-72-66-16,14-2-16 15,11-6-13-15,0-9-23 16,17-9-22-16,17-14-3 16,13 0 9-16,2-14-24 15,0-18-1-15,-4-9-52 0,-10-5-18 16,-8 1 27-16,-10 5 34 15,-5 12 10-15,-5 10 91 16,-1 14 30-16,3 4-92 16,0 17-28-16,2 14 31 15,3 11-6-15,-5 3-17 16,2 1-9-16,0-5-11 16,15-2-90-16,-1-9-140 15,2-14-534-15</inkml:trace>
  <inkml:trace contextRef="#ctx0" brushRef="#br0" timeOffset="145583.85">11337 11339 1967 0,'0'0'209'15,"0"0"-54"-15,0 143 157 16,0-63-87-16,0 5-96 15,0-3-56-15,0-9-40 16,0-15-21-16,0-14-12 16,0-18-25-16,0-26-112 15,0 0-132-15,0-21-476 0</inkml:trace>
  <inkml:trace contextRef="#ctx0" brushRef="#br0" timeOffset="145815.82">11282 11442 1545 0,'0'0'179'0,"0"0"-135"16,113-131 6-16,-53 87-50 16,2 17 8-16,-4 18 19 15,-13 9 92-15,-14 16 16 16,-18 21-54-16,-13 4 76 16,-13 7 7-16,-22-2-21 15,-12-5-34-15,3-7-36 16,1-8-25-16,9-6-24 15,10-8-17-15,11-6-7 16,13-4-20-16,4-2-91 0,23-14-435 16,4-6-626-16</inkml:trace>
  <inkml:trace contextRef="#ctx0" brushRef="#br0" timeOffset="146173.76">11894 11287 2083 0,'0'0'351'0,"0"0"-271"16,0 0 49-16,38 118-36 0,-13-61-62 15,-3-8-18-15,-4-5 11 16,-2-13 12-16,-1-13-6 16,3-14 1-16,-1-4 17 15,4-12-7-15,-1-16-19 16,-5-4 1-16,-5-2-9 16,-8 0-2-16,-2 2-3 15,0-3 6-15,0 6-6 16,0-1-8-16,2-1-1 15,11 4-19-15,20-6-75 16,1 8-148-16,-3 4-692 0</inkml:trace>
  <inkml:trace contextRef="#ctx0" brushRef="#br0" timeOffset="146819.76">12641 10793 1888 0,'0'0'295'0,"0"0"-88"15,0 0-105-15,0 0 1 0,0 0 31 16,-26 137-72-16,20-84-35 15,4-6-16-15,0-6-11 16,2-11-26-16,0-9-84 16,0-7-196-16,12-11-681 0</inkml:trace>
  <inkml:trace contextRef="#ctx0" brushRef="#br0" timeOffset="146939.66">12777 10943 818 0,'0'0'1423'15,"0"0"-1265"-15,0 0-139 16,0 0 23-16,-49 132-42 16,22-74-70-16,3-9-618 0</inkml:trace>
  <inkml:trace contextRef="#ctx0" brushRef="#br0" timeOffset="159732.72">11433 2494 561 0,'0'0'120'0,"0"0"-69"16,0 0-17-16,0 0-22 16,0-114-11-16,0 85 0 15,9 2 28-15,-1 5 117 16,2 5 138-16,-6 8 10 15,-1 4-23-15,-3 5-38 16,0 0-76-16,0 0-75 16,0 0-32-16,0 0-23 15,0 7-18-15,0 7-8 16,0 8-1-16,-5 8 1 16,-4 6 14-16,-2 5 2 15,0-2 6-15,-3 2 0 16,5-12-22-16,3-4 7 0,4-11-8 15,2-12 1-15,0-2 12 16,17-12 2-16,16-22 0 16,17-15-15-16,8-6-30 15,9-6-2-15,1 1-5 16,33-16-43-16,-19 14-174 16,-6 7-365-16</inkml:trace>
  <inkml:trace contextRef="#ctx0" brushRef="#br0" timeOffset="163122.06">15771 10381 1053 0,'0'0'1155'16,"0"0"-951"-16,0 0 45 16,0 0-30-16,0 0-150 0,0 0-33 15,20 141 67-15,2 6-13 16,-1 16-17-16,-11-14-16 15,-1-37-20-15,-3-37-11 16,2-24-14-16,-4-9-12 16,-2 4 0-16,3-2-2 15,-3-5-20-15,-2-15-59 16,0-19-48-16,0-5 10 16,0-50-37-16,0-1-337 15,0-7-442-15</inkml:trace>
  <inkml:trace contextRef="#ctx0" brushRef="#br0" timeOffset="163405.31">15747 10571 1839 0,'0'0'341'0,"0"0"-102"16,137-136-65-16,-54 92-104 15,13 13-22-15,-3 20 18 16,-28 17-22-16,-7 32-18 15,-25 18-4-15,-23 8 12 16,-10 5 34-16,-23-6 2 16,-12-2-12-16,-10-11-19 15,0-8-3-15,-2-8-7 16,3-12-14-16,1-8-14 16,5-8 11-16,7-6-12 15,4 0-32-15,14-9-41 0,11-5-44 16,24-23-49-16,23 5-399 15,7-3-788-15</inkml:trace>
  <inkml:trace contextRef="#ctx0" brushRef="#br0" timeOffset="163623.78">16747 10282 1620 0,'0'0'537'15,"0"0"-321"-15,0 0 19 16,-145 123-55-16,116-59-70 16,9 2-39-16,13-2-8 0,7-6-32 15,5-7-19-15,22-12-7 16,6-10-5-16,10-12-24 16,37-17-88-16,-8 0-173 15,-6-15-623-15</inkml:trace>
  <inkml:trace contextRef="#ctx0" brushRef="#br0" timeOffset="163976.79">17265 10636 573 0,'0'0'1214'16,"0"0"-998"-16,0 0 119 0,0 0-139 15,0 0-110-15,-52 102-43 16,52-98 15-16,0-4 2 15,0 0-3-15,0-4 26 16,0-22 16-16,0-12-66 16,0-14-26-16,9-10-6 15,7-5-1-15,4 4 0 16,2 5 1-16,2 12 0 16,3 13-1-16,2 13 1 15,2 14 11-15,3 6-6 16,-1 24 1-16,-2 16-1 15,-2 8-5-15,-6 3 1 16,-6-2 4-16,-3-1-6 0,-3-7 1 16,-5-5-1-16,0-11-19 15,-4-4-76-15,0-16-80 16,0-5-192-16,-2 0-305 0</inkml:trace>
  <inkml:trace contextRef="#ctx0" brushRef="#br0" timeOffset="164141.79">17269 10643 1305 0,'0'0'543'0,"0"0"-215"15,0 0-1-15,0 0-124 16,0 0-87-16,0 0-83 16,122-24-21-16,-57 4-12 0,2-4-17 15,13-14-135 1,-20 4-421-16,-11 4-897 0</inkml:trace>
  <inkml:trace contextRef="#ctx0" brushRef="#br0" timeOffset="164381.94">17935 10127 1510 0,'0'0'299'0,"0"0"-166"15,0 0 82-15,0 0-30 16,143 117-20-16,-115-45-28 16,-9 3 13-16,-13-1-33 15,-6-10-20-15,0-8-42 0,-6-10-32 16,-5-9-14 0,-1-11-9-16,6-10-19 0,6-11-78 15,0-5-157-15,0 0-495 0</inkml:trace>
  <inkml:trace contextRef="#ctx0" brushRef="#br0" timeOffset="164586.78">18413 10473 2074 0,'0'0'246'0,"0"0"-181"16,0 0 55-16,0 0-82 16,142-43-38-16,-68 43-66 15,-16 0-155-15,-16 0-433 0</inkml:trace>
  <inkml:trace contextRef="#ctx0" brushRef="#br0" timeOffset="164749.79">18499 10701 1528 0,'0'0'695'16,"0"0"-425"-16,0 0-164 0,0 0 83 15,0 0-105 1,120-9-61-16,-52-6-23 0,1 0-53 16,18-16-153-16,-18 6-330 15,-13 1-575-15</inkml:trace>
  <inkml:trace contextRef="#ctx0" brushRef="#br0" timeOffset="165050.25">19244 10386 1918 0,'0'0'246'0,"0"0"-46"16,0 0 53-16,-92 141-125 15,88-99-55-15,4-3-13 0,13-11-1 16,23-12-11-16,11-13-12 16,9-3-8-16,2-13-13 15,-8-14-6-15,-9-3-1 16,-12 0-2-16,-16 0 6 16,-9 7 24-16,-4 0 3 15,-4 5-15-15,-13 4-15 16,-3 4-9-16,-1 0-9 15,6 4-87-15,5 3-94 16,6 0-400-16,4 1-1057 0</inkml:trace>
  <inkml:trace contextRef="#ctx0" brushRef="#br0" timeOffset="165223.34">19641 10594 1750 0,'0'0'259'15,"0"0"-79"-15,0 0 139 16,-3 146-151-16,-19-90-90 16,-5-1-49-16,-4-4-18 15,4-7-11-15,3-9-10 16,6-13-185-16,9-12-516 0</inkml:trace>
  <inkml:trace contextRef="#ctx0" brushRef="#br0" timeOffset="165561.35">20158 10233 1952 0,'0'0'398'0,"0"0"-188"15,0 0-95-15,0 0-54 16,-63 127-13-16,47-55 13 16,5 9-4-16,11-7-6 15,0-7-24-15,21-15-18 16,14-16-8-16,9-18 5 16,2-17 6-16,-4-1-6 0,-9-12-5 15,-15-11 0-15,-16-2-1 16,-2 1-1-16,-24 9-7 15,-23 5 1-15,-11 8-17 16,-45 4-102-16,14 18-239 16,3 0-780-16</inkml:trace>
  <inkml:trace contextRef="#ctx0" brushRef="#br0" timeOffset="173872.76">15942 12371 2116 0,'0'0'261'0,"0"0"-204"15,0 0 163-15,0 159-68 16,0-86-43-16,0-1-51 16,5-4-31-16,2-12-16 15,2-9-10-15,-1-15-1 16,-1-14-38-16,2-13-75 16,2-18-81-16,-2-21-306 15,-7-11-649-15</inkml:trace>
  <inkml:trace contextRef="#ctx0" brushRef="#br0" timeOffset="174120.34">15951 12208 1706 0,'0'0'229'0,"72"-104"-101"0,-14 47 103 16,11 6-108-16,0 19 4 16,-5 23-68-16,-12 9-37 15,-15 34-7-15,-16 11 6 16,-19 4 33-16,-2 1 38 15,-27-1-2-15,-11-5-20 16,-7-8-28-16,3-5-21 16,5-12-12-16,5-9-7 15,10-7-2-15,5-3-26 16,5 0-44-16,8-11-45 0,10-17-72 16,21 4-351-1,6-3-850-15</inkml:trace>
  <inkml:trace contextRef="#ctx0" brushRef="#br0" timeOffset="174365.67">16981 11860 1996 0,'0'0'391'0,"0"0"-271"16,0 0-4-16,0 0 20 15,-113 87-21-15,95-17-29 16,7 9-5-16,9-2 0 16,2-3-38-16,8-7-22 0,21-10-15 15,3-12-6-15,3-11 0 16,7-16-78-16,30-18-105 16,-12-10-316-16,-4-14-949 0</inkml:trace>
  <inkml:trace contextRef="#ctx0" brushRef="#br0" timeOffset="174555.02">17329 12011 613 0,'0'0'1464'0,"0"0"-1297"16,0 0-122-1,172-49-16-15,-101 30-29 0,10 1-91 16,-22 4-138-16,-18 1-299 0</inkml:trace>
  <inkml:trace contextRef="#ctx0" brushRef="#br0" timeOffset="174788.32">17462 11950 1672 0,'0'0'313'0,"0"0"-153"16,0 0 126-16,-108 135-114 0,94-82-23 16,12 3-62-16,2-3-4 15,6-7-5-15,17-7-36 16,6-7-17-16,6-6-14 16,6-6-10-16,1-8 1 15,2-10-2-15,-3-2-51 16,-3-6-77-16,-3-40-118 15,-10 4-360-15,-10 2-276 0</inkml:trace>
  <inkml:trace contextRef="#ctx0" brushRef="#br0" timeOffset="174953.84">17387 12218 1500 0,'0'0'375'0,"0"0"-39"16,0 0-7-16,0 0-135 0,0 0-96 15,0 0-74-15,0 0 2 16,71 8-16-16,-4-22-10 16,34-12-18-16,-17 3-130 15,-14 3-536-15</inkml:trace>
  <inkml:trace contextRef="#ctx0" brushRef="#br0" timeOffset="175246.25">18049 11840 1892 0,'0'0'397'15,"0"0"-293"-15,0 0 7 16,0 0 41-16,67 119-28 15,-48-53 3-15,-7 6-1 16,-10-1-32-16,-2-4-16 16,-4-12-33-16,-14-6-26 15,1-14-10-15,-2-9-9 16,3-10-23-16,8-6-73 16,8-10-72-16,0-5-89 15,8-16-518-15</inkml:trace>
  <inkml:trace contextRef="#ctx0" brushRef="#br0" timeOffset="175487.06">18725 11969 1817 0,'0'0'386'0,"0"0"-265"16,0 0 94-16,0 0-130 0,116-5-64 15,-72 5-8 1,-4 0-13-16,0 0-90 0,-8 0-273 16,-15 0-270-16</inkml:trace>
  <inkml:trace contextRef="#ctx0" brushRef="#br0" timeOffset="175656.97">18679 12240 1810 0,'0'0'359'0,"0"0"-218"16,0 0 170-16,123-5-197 15,-61-4-91-15,-8-3-23 16,-11 6-12-16,-21 6-117 15,-13 0-390-15,-9 0-418 0</inkml:trace>
  <inkml:trace contextRef="#ctx0" brushRef="#br1" timeOffset="184079.9">19538 12005 1542 0,'0'0'215'0,"0"0"-134"16,0 0 157-16,-55 114-71 0,50-63-51 15,5 0-59-15,7-6-3 16,20-9 29-16,12-12-15 16,11-11-38-16,6-13 2 15,4-2-12-15,-3-25-9 16,-3-7-2-16,-17-2-3 16,-12-4 19-16,-19 2 41 15,-6-2 17-15,-19 5-26 16,-24 2-16-16,-7 6-17 15,-6 5-12-15,-2 10-11 16,4 8-1-16,5 4-9 16,11 0-43-16,21 22-87 15,10 2-127-15,7-4-425 0</inkml:trace>
  <inkml:trace contextRef="#ctx0" brushRef="#br1" timeOffset="184290.37">20137 12214 2089 0,'0'0'236'0,"0"0"-140"16,-4 102 115-16,-7-47-88 16,3-2-68-16,-2-2-34 15,4-11-15-15,-1-10-6 16,5-11-27-16,0-8-81 15,2-11-66-15,0-6-165 16,8-13-910-16</inkml:trace>
  <inkml:trace contextRef="#ctx0" brushRef="#br1" timeOffset="184755.99">20415 11776 1670 0,'0'0'277'0,"0"0"-115"0,0 0 66 16,162-66-139-16,-110 66-55 15,-13 0-24-15,-14 25-9 16,-16 8 11-16,-9 8 11 15,-21 3 34-15,-18 1-2 16,-9-2-22-16,4-8-20 16,9-12-12-16,12-9-1 15,17-8-10-15,6-6-14 16,2 0 7-16,22-8 16 16,12-6 2-16,4 2-1 15,7 6 1-15,-1 6-1 16,-3 0-1-16,-9 18-8 15,-10 10 2-15,-13 6 7 0,-11 3 12 16,0-2 25 0,-27 0 19-16,-8-7 29 0,-7-4 2 15,-5-4-35-15,2-8-22 16,2-4-18-16,6-2-12 16,1-4 0-16,-9 2-94 15,10-1-188-15,1 3-458 0</inkml:trace>
  <inkml:trace contextRef="#ctx0" brushRef="#br1" timeOffset="195592.6">23227 10181 611 0,'0'0'817'0,"0"0"-688"15,0 0 124-15,0 0 23 16,0 0-102-16,0 0-70 16,0 0-52-16,-6-10-39 15,12 37 27-15,10 19 87 16,1 12-39-16,0 17-11 16,-7 7 1-16,-5 5-20 15,-3 0-21-15,-2-2-14 16,0-7-5-16,0-9-9 15,-2-8-8-15,-3-12 1 16,1-11 2-16,2-14-4 0,2-10-57 16,-4-10-31-16,-1-4 12 15,-7-12-40-15,0-13-395 16,0-3-201-16</inkml:trace>
  <inkml:trace contextRef="#ctx0" brushRef="#br1" timeOffset="195915.59">23274 10268 1124 0,'0'0'152'0,"0"0"38"16,0 0 49-16,0 0-146 15,129-17-68-15,-104 53-6 16,-8 10 13-16,-5 6 59 16,-10 2 54-16,-2-3 40 15,-6-4-21-15,-19-2-36 16,-8-9-29-16,-1-4-41 16,-2-6-25-16,3-8-22 15,4-4-11-15,7-10-42 16,8-4-42-16,8 0-66 15,6-14-163-15,15-8-266 16,5-2-463-16</inkml:trace>
  <inkml:trace contextRef="#ctx0" brushRef="#br1" timeOffset="196253.45">23914 10189 1517 0,'0'0'304'16,"0"0"-92"-1,0 0-39-15,0 0-79 16,-78 146 57-16,49-63 3 0,-3 4-29 15,6-5-19-15,8-7-32 16,14-15-38-16,4-14-24 16,15-9 0-16,18-14 2 15,10-9 1-15,-1-8-15 16,-2-6-3-16,-1 0-29 16,-4 0-54-16,9-6-102 15,-8-8-343-15,-5 2-661 0</inkml:trace>
  <inkml:trace contextRef="#ctx0" brushRef="#br1" timeOffset="196830.99">24487 10263 1631 0,'0'0'289'0,"0"0"-244"15,-16 109 190-15,3-37-62 0,1 9-61 16,2-5 4-16,-1-8 3 15,3-13-57-15,6-12-38 16,0-17-18-16,2-9 0 16,0-11-5-16,0-6 13 15,0 0 8-15,0-23 1 16,0-12-22-16,6-13 11 16,6-10-12-16,1-4 1 15,3-4 0-15,2 1 0 16,4 5 0-16,-2 6 22 15,-2 8 5-15,0 10 5 16,-3 9-3-16,1 13-12 16,5 11-9-16,2 3-8 15,6 20-1-15,5 22 0 16,2 10 0-16,-3 6 9 0,-4 0 5 16,-7-4-2-16,-2-6-10 15,-3-5-1-15,-7-6 5 16,-1-2-5-16,1-9-1 15,-4-6-1-15,-2-6-36 16,1-8-46-16,-5-3-41 16,0-3 2-16,0 0-140 15,-9-11-290-15,-7 1-275 0</inkml:trace>
  <inkml:trace contextRef="#ctx0" brushRef="#br1" timeOffset="197005.78">24520 10682 26 0,'0'0'1522'16,"0"0"-1246"-16,0 0 31 15,0 0-109-15,0 0-144 16,0 0-39-16,146-49-14 16,-96 40 5-16,15 3-6 15,-12-1-170-15,-5 6-387 0</inkml:trace>
  <inkml:trace contextRef="#ctx0" brushRef="#br1" timeOffset="197409.43">25225 10399 1393 0,'0'0'384'16,"0"0"-162"-16,0 0-43 16,0 0-107-16,0 0 73 15,0 114 5-15,13-62-17 16,7-2-22-16,5-8-46 16,6-10-35-16,9-9-11 15,5-11-1-15,3-10-6 16,-3-2-2-16,-3-5-1 0,-11-20 0 15,-8-5-1 1,-10-5-2-16,-11-4 3 0,-2-2-8 16,0 0 14-16,-8-2 19 15,-5 3 0-15,1-1-17 16,3 4-11-16,1 2-6 16,-2 3-1-16,6 8 1 15,-1 6-8-15,3 9-29 16,2 9-48-16,7 0-111 15,15 13-472-15,5 4-152 0</inkml:trace>
  <inkml:trace contextRef="#ctx0" brushRef="#br1" timeOffset="197635.93">26027 10282 1478 0,'0'0'343'15,"0"0"-179"-15,0 0 80 16,0 0-150-16,134-49-65 16,-86 49-24-16,-5 0-5 15,-3 0-127-15,-11 7-158 16,-13-3-370-16</inkml:trace>
  <inkml:trace contextRef="#ctx0" brushRef="#br1" timeOffset="197867.61">26039 10305 1326 0,'0'0'319'15,"0"0"-203"-15,-67 106 253 16,46-53-154-16,11-4-54 15,10-1-37-15,0-8-38 16,19-3-36-16,17-9-9 16,7-8-12-16,3-6-11 15,1-8-18-15,-5-4-9 16,-1-2-76-16,-6 0-105 0,1-22-160 16,-11 0-291-1,-10-2-825-15</inkml:trace>
  <inkml:trace contextRef="#ctx0" brushRef="#br1" timeOffset="198041.37">25949 10517 1450 0,'0'0'295'0,"0"0"-22"16,0 0 95-16,0 0-233 15,0 0-86-15,0 0-32 16,163-22-11-16,-87 15-6 0,20-10-52 15,-21 5-259 1,-15-3-586-16</inkml:trace>
  <inkml:trace contextRef="#ctx0" brushRef="#br1" timeOffset="198364.85">26705 9960 1654 0,'0'0'261'0,"0"0"107"15,0 0-113 1,0 0-198-16,0 0-41 0,131 141 41 15,-89-60 35-15,-11 5 14 16,-17 3-19-16,-14-23-36 16,0 1-29-16,-20-9-11 15,-9-12-11-15,-2-9-1 16,-5 0-56-16,-22 3-100 16,10-8-200-16,0-8-676 0</inkml:trace>
  <inkml:trace contextRef="#ctx0" brushRef="#br1" timeOffset="201427.34">27868 10254 1614 0,'0'0'202'0,"0"0"-139"16,0 0 104-16,0 0-114 16,0 0-35-16,-109 111-9 15,109-71 13-15,9-4 22 16,25-10 16-16,12-12 63 15,8-10-35-15,6-4-44 16,-6-9-5-16,-5-12-12 16,-13-4 1-16,-15-4 32 0,-9 0 41 15,-12 0-28-15,0 2 6 16,-18 4-10-16,-11 5-19 16,-9 4-15-16,-2 4-18 15,-1 2-10-15,2 5-6 16,5 3-1-16,5 0-15 15,9 3-76-15,18 21-112 16,2-2-351-16,0-2-673 0</inkml:trace>
  <inkml:trace contextRef="#ctx0" brushRef="#br1" timeOffset="201622.53">28367 10548 1802 0,'0'0'291'16,"0"0"33"-16,0 0-110 16,-48 118-134-16,44-84-48 15,4-4-19-15,0-6-13 16,0-8-7-16,6-8-148 16,27-8-127-16,-4-2-272 15,0-16-350-15</inkml:trace>
  <inkml:trace contextRef="#ctx0" brushRef="#br1" timeOffset="202366.87">27256 10377 1307 0,'0'0'392'0,"0"0"-174"0,0 0 83 15,0 0-202 1,0 0-43-16,0 0-27 0,0 0-7 16,139-38-16-16,-110 38-5 15,-2 0 0-15,-4 0-1 16,-5 0-68-16,-11 8-176 16,-5 8-85-16,-2 4-377 0</inkml:trace>
  <inkml:trace contextRef="#ctx0" brushRef="#br1" timeOffset="202501.17">27347 10553 15 0,'0'0'1403'15,"0"0"-1086"-15,0 0-48 16,0 0-44-16,0 0-123 16,114-10-66-16,-47 4-36 0,-14 3-198 15,-9-2-309-15</inkml:trace>
  <inkml:trace contextRef="#ctx0" brushRef="#br1" timeOffset="203093.87">28787 10026 1467 0,'0'0'275'15,"0"0"53"-15,0 0 4 0,0 0-194 16,0 0-74-16,120-46-21 15,-79 46-16-15,-4 8-16 16,-3 15-5-16,-5 9 2 16,-2 7 1-16,-8 6 20 15,-3 3 1-15,-5-1-7 16,-7 4-6-16,-1-3-7 16,-3-2-1-16,0-6-8 15,0-3 5-15,0-5-5 16,-5-11 0-16,3-5 0 15,0-5 0-15,2-6-1 16,0-3-1-16,0-2-15 16,-2 0-4-16,2 0-12 0,-3 0-39 15,-1 0-73-15,0 0-225 16,-3-9-719-16</inkml:trace>
  <inkml:trace contextRef="#ctx0" brushRef="#br1" timeOffset="203290.65">28847 10347 1753 0,'0'0'264'16,"0"0"-66"-16,118-33 2 0,-58 20-141 15,3 3-41-15,-3 4-18 16,-7 3-15-16,-1 3-151 15,-12 0-382-15,-15 0-541 0</inkml:trace>
  <inkml:trace contextRef="#ctx0" brushRef="#br1" timeOffset="212964.69">2014 13543 348 0,'0'0'682'0,"0"0"-600"16,0 0 24-16,0 0-8 16,0 0 5-16,0 0-4 15,0-21 3-15,0 21-6 16,0 0-11-16,0 0-40 15,0 0 12-15,0 0-8 16,0 0 3-16,0 0 32 16,-4 0 26-16,-7 0 4 15,-7 0-56-15,-7 0-36 0,-6 1 8 16,-4 5 17 0,-5 4-17-16,-2 2 32 0,1 3-20 15,5 4-20-15,3 5-4 16,8 5-12-16,8 1-4 15,10 0 8-15,7 4-8 16,0 0 5-16,9-7-7 16,13 0 1-16,7-7-1 15,4-9 7-15,6-6-1 16,-4-5-5-16,1 0 12 16,-5-12-5-16,-8-7-7 15,-6-1 10-15,-3-3-4 16,-8-3-6-16,-4-2 0 15,-2 0 8-15,0 0-3 16,0 2 1-16,0 2 19 0,0 3 21 16,0 5-8-16,0 6 19 15,0 6 1-15,0 4-46 16,0 0-13-16,3 0-13 16,11 18 5-16,3 8 8 15,1 5 6-15,-1 5-6 16,-1 3 6-16,-3-4-6 15,-1-1 0-15,-3-4 0 16,-3-8 0-16,-2-6 0 16,-1-8-51-16,0-8-55 15,1-2-91-15,0-18-293 16,1 1-789-16</inkml:trace>
  <inkml:trace contextRef="#ctx0" brushRef="#br1" timeOffset="213308.43">2028 13118 1579 0,'0'0'245'0,"0"0"-182"16,0 0 23-16,102 119 37 15,-59-44 19-15,-1 14-11 16,-2 7-18-16,-15-15-28 16,0 0-27-16,-13-8 13 15,-4-9-23-15,-8-9-15 16,0-2-12-16,-18-7-9 15,-5-6-6-15,-4-1-6 16,-4-2-44-16,4-7-191 16,3-7-463-16</inkml:trace>
  <inkml:trace contextRef="#ctx0" brushRef="#br1" timeOffset="-160055.87">3457 13508 2058 0,'0'0'297'16,"0"0"-228"-16,0 0 10 0,0 114 36 15,0 4 16-15,0 38-15 16,0 9-1-16,0-31-13 16,4-36-48-16,3-36-26 15,-1-9-16-15,2 5-12 16,-2 5 0-16,-1 0 0 15,1-19-9-15,-2-16-51 16,2-16-72-16,0-20-84 16,-2-27-103-16,-1-6-525 0</inkml:trace>
  <inkml:trace contextRef="#ctx0" brushRef="#br1" timeOffset="-159754.09">3341 13641 1445 0,'0'0'202'16,"0"0"-155"-16,122-110 36 15,-51 70-17-15,8 16-3 16,2 19 64-16,-10 5 16 16,-13 37-37-16,-14 15-17 15,-17 6-37-15,-16 6 13 16,-11-2 50-16,0-1-8 15,-22-6 11-15,-14-2-15 16,-7-11-37-16,-3-4-26 0,-3-6-19 16,2-10-12-16,7-10-9 15,4-10-11-15,14-2-72 16,9-2-29-16,13-32-108 16,24 2-389-16,5-2-756 0</inkml:trace>
  <inkml:trace contextRef="#ctx0" brushRef="#br1" timeOffset="-159424.59">4456 13427 1982 0,'0'0'275'0,"0"0"-201"15,0 0 69-15,-110 112-17 16,73-44 4-16,1 9-14 16,11-2 5-16,9 0-21 15,14-5-49-15,2-10-31 16,14-3-11-16,15-14-2 15,7-2-6-15,1-9-1 16,1-6-16-16,3-9-60 16,12-17-65-16,-11 0-167 15,-4-14-446-15</inkml:trace>
  <inkml:trace contextRef="#ctx0" brushRef="#br1" timeOffset="-158861.95">5044 13564 1854 0,'0'0'215'0,"0"0"-54"16,-36 145 89-16,16-70-92 16,1-1-54-16,0-6-38 15,9-7-27-15,0-11-12 16,8-14-18-16,0-13-2 16,2-9-7-16,0-5 1 15,0-9 13-15,0 0 20 16,-3-12 77-16,-3-16-53 15,0-13-37-15,1-8-12 16,5-10 5-16,0-3 1 16,7-6-8-16,17 0-7 0,8-1-1 15,3 10 0 1,-2 10 1-16,1 16 0 0,-5 14-6 16,2 19-4-16,2 5-4 15,3 33 13-15,-1 9-5 16,2 11 6-16,-4 7 0 15,-2 1 1-15,-6 0-1 16,-6-5 0-16,-5-8 0 16,-5-9 0-16,-3-7-1 15,-1-16 1-15,-3-5-1 16,-2-7-52-16,0-7-44 16,0-2-9-16,-7 0-51 15,-17-18-122-15,0 0-101 0,1 0-544 16</inkml:trace>
  <inkml:trace contextRef="#ctx0" brushRef="#br1" timeOffset="-158690.08">5011 13972 347 0,'0'0'1334'16,"0"0"-1008"-16,0 0-39 15,0 0-51-15,0 0-106 16,0 0-71-16,143-24-32 15,-83 5-16-15,0-1-11 16,13-6-23-16,-13 7-212 0,-12 1-446 16</inkml:trace>
  <inkml:trace contextRef="#ctx0" brushRef="#br1" timeOffset="-158255.02">6036 14134 1272 0,'0'0'297'16,"0"0"-75"-16,0 0 111 16,0 0-133-16,0 0-63 15,0 0-27-15,0 0 8 16,-54-118-14-16,48 94-16 0,2-1-19 15,-1-1-35-15,2-6-11 16,3 1 1-16,0-3-12 16,3 0-11-16,12 0-1 15,10 2 0-15,0 4 0 16,4 3 0-16,-2 9 0 16,-1 9 0-16,-2 2-9 15,1 5 0-15,0 9 0 16,0 15 3-16,-4 10 4 15,-3 10 1-15,-7 7 1 16,-3 0-1-16,-6 2 1 16,-2-2 1-16,0-6-1 15,0-6 0-15,0-7 0 0,0-8 0 16,0-3-69-16,4-17-82 16,9-4-309-16,-1 0-404 0</inkml:trace>
  <inkml:trace contextRef="#ctx0" brushRef="#br1" timeOffset="-157953.06">6689 13747 459 0,'0'0'1289'0,"0"0"-1051"16,0 0-132-16,0 0 50 15,0 0-69-15,141-15-57 16,-90 9-23-16,-5-2-7 15,-8 6-104-15,-11 2-288 16,-11 0-681-16</inkml:trace>
  <inkml:trace contextRef="#ctx0" brushRef="#br1" timeOffset="-157564.83">6672 13805 1416 0,'0'0'358'16,"0"0"-254"-16,0 0 132 16,-29 111-60-16,29-63-65 15,0 3 5-15,0-4-28 16,19-2-39-16,4-7-16 16,6-6-7-16,0-9-11 15,0 0-3-15,2-7-4 16,-4-6-7-16,0-8-1 15,-1-2-3-15,1-2-69 16,7-38-129-16,-8-1-359 16,-4 4-613-16</inkml:trace>
  <inkml:trace contextRef="#ctx0" brushRef="#br1" timeOffset="-157353.05">6678 14055 1438 0,'0'0'317'0,"0"0"-220"15,0 0 137-15,0 0-86 16,0 0-43-16,0 0 22 16,0 0-51-16,120-7-49 15,-68-11-27-15,21-10-11 16,-15 5-210-16,-6 1-456 0</inkml:trace>
  <inkml:trace contextRef="#ctx0" brushRef="#br1" timeOffset="-156985.86">7237 13569 1600 0,'0'0'302'0,"0"0"-94"0,0 0 36 15,0 0-165 1,0 0-7-16,0 0-2 0,157 118 14 15,-119-58 23-15,-9 7-46 16,-14 5-32-16,-9-1-7 16,-6-3-4-16,0-10-6 15,-2-7-6-15,-9-8-6 16,1-8 1-16,0-12-1 16,6-5-1-16,1-13-69 15,3-5-121-15,3 0-420 16,8-19-1178-16</inkml:trace>
  <inkml:trace contextRef="#ctx0" brushRef="#br1" timeOffset="-156601.08">7853 13856 1420 0,'0'0'294'0,"0"0"-201"16,0 0 138-16,0 0-41 0,0 0-114 15,0 0-30-15,0 0 49 16,25 0-6-16,-1 0-34 16,7 0-28-16,5 0-11 15,4 0-15-15,-2 0 7 16,-3 0-8-16,-10 0-1 16,-7 0-15-16,-7 0-42 15,-5 0-88-15,-6 0-99 16,0 0-227-16,0 0-588 0</inkml:trace>
  <inkml:trace contextRef="#ctx0" brushRef="#br1" timeOffset="-156414.99">7785 14131 1371 0,'0'0'194'16,"0"0"-136"-16,0 0 22 15,0 0 8-15,0 0-50 16,0 0-24-16,155 11-5 16,-113-16-2-16,-2-3-7 15,-13-1-42-15,-11 8-665 0</inkml:trace>
  <inkml:trace contextRef="#ctx0" brushRef="#br1" timeOffset="-136504.52">22050 13641 772 0,'0'0'517'0,"0"0"-329"15,0 0 152-15,0 0 35 16,0 0-130-16,0 0-97 16,0 0-72-16,-4 0-9 15,24 75 42-15,0 34-15 16,-4-5-25-16,-3-4-21 15,-6-14-27-15,2-21-11 16,-1 4-8-16,2-2 6 16,-2-9-8-16,1-23-2 15,-3-8-14-15,-2-19-36 0,-4-8-28 16,0 0-60 0,-19-47-139-16,-5 5-347 0,-1-4-282 0</inkml:trace>
  <inkml:trace contextRef="#ctx0" brushRef="#br1" timeOffset="-136225.46">22083 13617 1385 0,'0'0'200'16,"0"0"-93"-16,148-94 137 15,-81 72-109-15,-4 18-25 16,-9 6-61-16,-11 33-15 0,-11 11-9 15,-19 7 3-15,-13 5 45 16,0-2 54-16,-27-1 3 16,-17-6-32-16,-8-2-28 15,-4-9-31-15,8-10-21 16,5-10-12-16,12-16 3 16,13-2-9-16,12-13-15 15,6-17-51-15,13-13-115 16,16 9-200-16,4 2-298 0</inkml:trace>
  <inkml:trace contextRef="#ctx0" brushRef="#br1" timeOffset="-135941">22962 13508 1558 0,'0'0'321'16,"0"0"-136"-16,0 0 103 15,-136 47-118-15,94 2-48 16,4 15-11-16,6 3-8 16,13 10-32-16,17-3-29 15,2-3-24-15,17-12-10 16,16-9-7-16,8-11 4 15,3-10-5-15,6-9-49 0,16-15-125 16,-10-5-452-16,-5 0-707 16</inkml:trace>
  <inkml:trace contextRef="#ctx0" brushRef="#br1" timeOffset="-135571.91">23243 14115 1326 0,'0'0'265'0,"0"0"-57"16,0 0 100-16,0 0-155 15,0 0 24-15,0 0 16 16,0 0-93-16,0-77-45 0,0 29-19 16,0-10 18-1,0-3-7-15,7-5-23 0,3 8-15 16,9 7-1-16,1 10-8 15,2 13 0-15,2 13 2 16,1 10 5-16,0 5-7 16,2 12 1-16,-4 20-1 15,2 8 0-15,-2 9 8 16,-1 2-7-16,0 2 0 16,-4-5 0-16,0-6 0 15,-5-5 0-15,-2-6-1 16,-1-12-7-16,-4-7-70 15,-4-7-123-15,-2-5-173 16,0 0-207-16,-11-5-570 0</inkml:trace>
  <inkml:trace contextRef="#ctx0" brushRef="#br1" timeOffset="-135399.28">23241 13994 1868 0,'0'0'321'15,"0"0"-78"-15,0 0-8 16,0 0-167-16,0 0-50 16,171-94-12-16,-109 70-6 15,-4 4-23-15,3-2-137 0,-16 6-387 16,-14 3-512-16</inkml:trace>
  <inkml:trace contextRef="#ctx0" brushRef="#br1" timeOffset="-135078.71">23827 13766 1837 0,'0'0'274'0,"0"0"-209"16,0 0 201-16,-14 130-95 16,22-76-65-16,21-2-30 15,10-11-36-15,9-9-19 16,2-14-10-16,2-10-5 15,-3-8 0-15,-2-12 0 16,-10-15-5-16,-8-9 1 0,-11-3 6 16,-9-7-6-1,-9 0 4-15,0-1-5 0,-11 4 0 16,-9 0 7-16,-3 7 34 16,4-1-15-16,-1 7-21 15,4 7-5-15,5 4-1 16,4 7-1-16,5 11-65 15,2 1-128-15,0 8-505 16,4 6-815-16</inkml:trace>
  <inkml:trace contextRef="#ctx0" brushRef="#br1" timeOffset="-134679.92">24507 13624 1722 0,'0'0'306'0,"0"0"-224"16,0 0 58-16,0 0-54 15,0 0-61-15,145-53-17 16,-108 48-7-16,-8 3-1 16,-10-1-36-16,-13 3-58 15,-4 0-13-15,-2 0 3 16,0 0 37-16,-17 0 58 15,-10 0 9-15,0 3 2 0,-2 2 12 16,0 1 82 0,0 6-7-16,2 8-14 0,-2 11-25 15,0 13-16-15,0 12 11 16,10 8 54-16,7 2 8 16,12-4-27-16,2-8-20 15,29-9-15-15,12-13-17 16,8-18-15-16,5-9-2 15,-2-5-10-15,-3-7-1 16,-9-18-71-16,-11-17-228 16,-8 4-334-16,-17 6-718 0</inkml:trace>
  <inkml:trace contextRef="#ctx0" brushRef="#br1" timeOffset="-134513.49">24417 13872 1039 0,'0'0'855'0,"0"0"-624"16,0 0 51-16,0 0-125 16,0 0-122-16,121-35-35 15,-49 16-28-15,-3 3-97 16,9 0-84-16,-21 6-180 16,-12 0-604-16</inkml:trace>
  <inkml:trace contextRef="#ctx0" brushRef="#br1" timeOffset="-134235.61">25093 13375 1435 0,'0'0'295'0,"0"0"-220"15,0 0 37-15,0 0 79 16,53 154-8-16,-32-82-29 16,-11 0-26-16,-4-3-39 15,-6-6-40-15,0-12-29 16,0-9-14-16,-2-10-5 16,-6-5-1-16,4-12-43 15,2-11-162-15,-1-4-322 16,3 0-250-16</inkml:trace>
  <inkml:trace contextRef="#ctx0" brushRef="#br1" timeOffset="-134002.77">25528 13543 1491 0,'0'0'359'0,"0"0"-256"15,0 0 75-15,0 0-108 0,114-16-53 16,-66 16-17 0,-1 0-70-16,-15 12-187 0,-17 0-413 0</inkml:trace>
  <inkml:trace contextRef="#ctx0" brushRef="#br1" timeOffset="-133846.34">25463 13779 1420 0,'0'0'186'0,"0"0"-131"16,0 0 179-16,0 0-139 15,116 19-57-15,-55-17-38 16,20-2-22-16,-13 0-137 15,-13 0-498-15</inkml:trace>
  <inkml:trace contextRef="#ctx0" brushRef="#br1" timeOffset="-133319.05">26518 13629 1681 0,'0'0'332'16,"0"0"-267"-16,0 0 185 16,-3 203-59-16,3-94-31 15,0-7-56-15,0-16-56 16,0-30-30-16,7 2-12 15,-2-2-6-15,-5-16-59 16,0-15-215-16,0-20-528 0</inkml:trace>
  <inkml:trace contextRef="#ctx0" brushRef="#br1" timeOffset="-133079.68">26335 13886 380 0,'0'0'1083'0,"0"0"-949"0,53-136 127 16,5 80-96-16,18 9-119 15,6 17-31-15,1 20-8 16,-7 10 9-16,-16 22-4 16,-20 21-11-16,-19 6 9 15,-21 2 9-15,0-3 113 16,-25-4 48-16,-13-10-41 16,-7-3-37-16,-1-10-37 15,1-4-24-15,7-9-24 16,9-7-10-16,11-1-7 15,11-14-85-15,7-14-249 16,0 0-658-16</inkml:trace>
  <inkml:trace contextRef="#ctx0" brushRef="#br1" timeOffset="-132868.83">27282 13612 2123 0,'0'0'254'0,"0"0"30"16,0 0-99-16,0 0-129 15,-105 138-33-15,105-98-22 16,4 0-1-16,19 2-13 16,2-5-116-16,8 18-243 0,-6-13-388 15,-5-5-297-15</inkml:trace>
  <inkml:trace contextRef="#ctx0" brushRef="#br1" timeOffset="-132614.97">27389 14103 29 0,'0'0'1377'16,"0"0"-861"-16,0 0-175 16,0 0-65-16,74-135-114 15,-59 76-53-15,3-6-15 16,-5 0-20-16,3-5-13 16,-1 11-21-16,4 6-22 15,-2 11-7-15,1 12-5 16,0 13 0-16,2 17-6 15,2 0-6-15,3 26 0 16,0 15 6-16,-1 8-1 0,-4 0 1 16,-2 4 0-1,-3-9 0-15,-3-6-6 0,-1-4-29 16,-5-10-53-16,-1-7-51 16,-5-10-122-16,0-7-250 15,-18 0-69-15,-4-7-448 0</inkml:trace>
  <inkml:trace contextRef="#ctx0" brushRef="#br1" timeOffset="-132471.64">27467 13808 1205 0,'0'0'375'15,"0"0"-78"-15,0 0 100 16,0 0-155-16,0 0-156 16,0 0-41-16,0 0-39 15,109-32-6-15,-47 22-12 16,21-9-101-16,-18 5-205 0,-5 2-587 0</inkml:trace>
  <inkml:trace contextRef="#ctx0" brushRef="#br1" timeOffset="-132248.45">27993 13467 1637 0,'0'0'280'0,"0"0"-205"15,0 0 53-15,0 0-40 16,147 140 47-16,-115-85 1 16,-12-3 14-16,-11-7-48 0,-9-4-57 15,0-9-25-15,-5-4-11 16,-11-5-3-16,1 3-6 16,-5-3-110-16,7-5-220 15,3-6-572-15</inkml:trace>
  <inkml:trace contextRef="#ctx0" brushRef="#br1" timeOffset="-131331.08">28611 13493 1602 0,'0'0'373'0,"0"0"-194"16,0 0-45-16,0 0-84 15,0 0 105-15,28 119-14 16,-20-73-43-16,0-3-46 16,1 0-34-16,-3-8-10 15,2-6-3-15,-2-3-5 16,-1-4 0-16,-3-7-40 0,-2-10-130 15,0-5-400 1,0 0-229-16</inkml:trace>
  <inkml:trace contextRef="#ctx0" brushRef="#br1" timeOffset="-131180.18">28491 13791 1696 0,'0'0'337'0,"0"0"-62"16,0 0-45-16,0 0-174 15,0 0-38-15,158-65-18 16,-94 53-52-16,21 2-153 16,-16 4-344-16,-9-1-729 0</inkml:trace>
  <inkml:trace contextRef="#ctx0" brushRef="#br1" timeOffset="-130999.33">29262 13641 1964 0,'0'0'211'0,"0"0"-149"16,0 0 120-16,6 149-96 15,10-88-20-15,-1 2-42 16,-1-2-17-16,-3-10-7 16,-7-2-28-16,-1-16-272 15,-3-12-426-15</inkml:trace>
  <inkml:trace contextRef="#ctx0" brushRef="#br1" timeOffset="-130745.06">29148 13691 942 0,'0'0'825'16,"0"0"-736"-16,138-122-36 16,-51 78-14-16,3 18-27 15,-6 20-12-15,-20 6 15 16,-17 22-5-16,-20 17-9 15,-20 0 36-15,-7 1 147 16,-15-1 7-16,-22-7 0 16,-5-6-85-16,-7-4-55 15,0-7-29-15,4-3-6 16,5-7-16-16,11-5-44 16,9 0-99-16,16-10-159 15,4-10-287-15,0-2-919 0</inkml:trace>
  <inkml:trace contextRef="#ctx0" brushRef="#br1" timeOffset="-130518.5">30020 13555 1650 0,'0'0'184'15,"0"0"-56"-15,-25 103 154 16,25-49-88-16,0 0-53 16,0-10-68-16,18-8-37 0,9-10-18 15,6-10-14-15,28-16-4 16,-9 0-163-16,-4-12-517 0</inkml:trace>
  <inkml:trace contextRef="#ctx0" brushRef="#br1" timeOffset="-130356.02">30309 13476 1595 0,'0'0'307'16,"0"0"-199"-16,0 0 12 0,149-29-108 15,-68 29-12-15,-14 0-201 16,-16 0-352-16</inkml:trace>
  <inkml:trace contextRef="#ctx0" brushRef="#br1" timeOffset="-130129.65">30403 13471 760 0,'0'0'931'0,"0"0"-759"16,0 0 142-16,-94 114-117 15,85-70-92-15,9 0-33 16,5-3-19-16,24-9-11 0,11-12-11 16,5-10 12-1,2-10 7-15,-5 0-30 0,0-4-20 16,-4-12-1-16,0-14-127 16,-11 4-441-16,-10-1-724 0</inkml:trace>
  <inkml:trace contextRef="#ctx0" brushRef="#br1" timeOffset="-129970.72">30276 13641 1756 0,'0'0'255'16,"0"0"73"-16,0 0-141 16,0 0-126-16,0 0-19 15,120 0-42-15,-46-1-5 16,24-15-151-16,-15 4-199 0,-19-3-386 15</inkml:trace>
  <inkml:trace contextRef="#ctx0" brushRef="#br1" timeOffset="-129715.39">31025 13298 1506 0,'0'0'175'15,"0"0"-44"-15,42 106 130 0,-20-39-34 16,-3 3-43-16,-11 1-16 16,-6-6-56-16,-2-7-63 15,-8-5-32-15,-19-11-17 16,-31 4-120-16,4-10-468 15,4-12-1396-15</inkml:trace>
  <inkml:trace contextRef="#ctx0" brushRef="#br1" timeOffset="-128799.95">25726 15054 1562 0,'0'0'322'16,"0"0"-246"-16,159-57-54 0,-43 45-22 16,-20 2-34-16,-15 8-491 15</inkml:trace>
  <inkml:trace contextRef="#ctx0" brushRef="#br1" timeOffset="-128425.3">26878 14888 1783 0,'0'0'221'0,"0"0"-40"16,0 173 124-16,3-93-199 15,2-3-53-15,-1-5-32 0,-2-11-15 16,2-10-6-16,-4-12-72 16,0-14-242-1,0-15-406-15</inkml:trace>
  <inkml:trace contextRef="#ctx0" brushRef="#br1" timeOffset="-128177.87">26772 15011 1513 0,'0'0'216'0,"0"0"-148"16,153-153 70-16,-70 102-91 16,1 19 4-16,-5 23 22 15,-15 9 28-15,-21 36-33 16,-21 17 4-16,-22 7 85 0,-3 1 56 16,-32-3-68-1,-14-9-55-15,-6-13-44 0,1-10-22 16,7-12-15-16,11-10-9 15,11-4-31-15,15-16-50 16,10-12-73-16,4-25-150 16,23 7-304-16,2 11-904 0</inkml:trace>
  <inkml:trace contextRef="#ctx0" brushRef="#br1" timeOffset="-127959.39">27728 14749 1437 0,'0'0'939'15,"0"0"-839"-15,0 0 31 16,0 0 25-16,-51 130-50 16,51-73-55-16,0-2-26 15,4-3-16-15,14-8-9 16,4-7 0-16,11-2-73 15,-6-7-294-15,-2-7-920 0</inkml:trace>
  <inkml:trace contextRef="#ctx0" brushRef="#br1" timeOffset="-127682.95">27906 15240 1267 0,'0'0'972'0,"0"0"-744"0,25-115-40 16,-11 59-94-16,1-5-62 15,1 6-18-15,-5 6-13 16,2 3 18-16,0 7 34 16,5 4-25-16,2 5-16 15,3 8-11-15,-1 8-1 16,0 14-6-16,0 0-3 16,-1 34-1-16,-4 11 8 15,-1 11 2-15,-5 6-1 16,1-4 1-16,-6-6 0 15,1-11 0-15,-1-14 0 16,1-8-48-16,2-12-167 0,0-7-374 16,-3 0-665-16</inkml:trace>
  <inkml:trace contextRef="#ctx0" brushRef="#br1" timeOffset="-127522.77">27987 15078 2039 0,'0'0'233'15,"0"0"-169"-15,0 0-64 16,133-79-148-16,-79 62-668 0</inkml:trace>
  <inkml:trace contextRef="#ctx0" brushRef="#br1" timeOffset="-127255.45">28470 15150 2097 0,'0'0'290'0,"0"0"-9"16,0 0-81-16,-14-121-129 16,14 67-51-16,17-3-20 15,5 4-1-15,3 7-1 16,-1 10 2-16,0 11-2 15,-1 16 2-15,-1 9-9 16,2 0-2-16,-1 27 10 16,-3 16-7-16,-7 7 8 15,-9-1-2-15,-4 0-4 0,0-8 0 16,0-12-38-16,0-15-140 16,0-10-305-16,6-4-502 0</inkml:trace>
  <inkml:trace contextRef="#ctx0" brushRef="#br1" timeOffset="-127042.93">29003 14703 1625 0,'0'0'260'16,"0"0"-131"-1,0 0-50-15,0 0-55 0,151-5-23 16,-106 5-1-16,-9 0-5 16,-14 0-89-16,-11 0-165 15,-7 0-437-15</inkml:trace>
  <inkml:trace contextRef="#ctx0" brushRef="#br1" timeOffset="-126871.27">29043 14691 785 0,'0'0'723'0,"0"0"-631"16,0 0 140-16,-84 134-102 16,67-82-27-16,13 7 22 0,4-7 12 15,2-7-70 1,25-12-34-16,9-12-14 0,9-15-4 16,21-6-15-16,-12-18-95 15,-8-6-555-15</inkml:trace>
  <inkml:trace contextRef="#ctx0" brushRef="#br1" timeOffset="-126691.18">28992 14950 2074 0,'0'0'463'15,"0"0"-256"-15,0 0 6 16,0 0-122-16,0 0-91 15,143-46-73-15,-83 29-75 0,9-12-87 16,-15 10-312-16,-15-1-1055 16</inkml:trace>
  <inkml:trace contextRef="#ctx0" brushRef="#br1" timeOffset="-126495.34">29661 14504 2256 0,'0'0'316'0,"0"0"-245"16,0 0 20-16,0 0-15 15,91 146-8-15,-80-79-40 0,-11 4-18 16,0-6-10-16,-11-3 0 16,-25 8-67-1,7-18-183-15,-2-11-569 0</inkml:trace>
  <inkml:trace contextRef="#ctx0" brushRef="#br1" timeOffset="-124890.42">26691 15490 547 0,'0'0'95'0,"0"0"15"15,0 0-13-15,0 0-48 16,14 106-22-16,5-91-14 16,0-7 9-16,1-2 53 15,-3-2 7-15,4 0-6 16,1-4 3-16,0 4-21 16,5-4-21-16,2 0 6 15,4 0 12-15,6 0-23 16,5 0 0-16,3-4-7 15,6-10-15-15,1 2-3 16,2 1-1-16,-3-2-4 16,-4 5 14-16,-6 3-3 0,-8 1 0 15,-4 4-7-15,-2 0-5 16,0 0-1-16,5 0 1 16,-1-1 1-16,3-2 0 15,-3-2 0-15,-2 0-1 16,0 1 0-16,-4 1 0 15,2-2 1-15,4 3-2 16,10-7 1-16,10 0 0 16,17 1-1-16,10-2 1 15,7 7 9-15,-7 3 19 16,-15 0-21-16,-21 0-8 16,-22 0-48-16,-8 0 35 15,-7 0 13-15,8 0 18 0,16-12 14 16,23 1-32-16,18-1 10 15,14 6 124-15,-1 6-93 16,-11 0-34 0,-21 0-7-16,-15 0-1 0,-12 4-13 15,-1-4 14-15,8 0 20 16,30 0-5-16,9-14-14 16,19 2 185-16,5-2-133 15,-14 10-35-15,0 1-17 16,-16-3 0-16,-18 5-1 15,-12 1 0-15,-12-4-1 16,-1 0 1-16,4-4 2 0,4-1 5 16,4-4-7-1,3 3-1-15,-5 0-36 0,-4 4-54 16,-6 4 25-16,-8-3 44 16,-3 5 21-16,3-5 1 15,3 3 0-15,7-3 2 16,4-4 4-16,2 1-6 15,0 2 1-15,-6-2-1 16,-6 2 1-16,-7 4-1 16,-7 0 0-16,-5 2 13 15,2 0 19-15,0 0 29 16,2-5 4-16,5 2-21 16,-2-7-27-16,0 2-1 15,-5 0 13-15,-2-2 109 16,0-2-27-16,0-3 17 0,-7 2-36 15,0-1-47-15,3 0-31 16,1 1-14-16,3-1 0 16,0 6-36-16,0 3-5 15,0 2 9-15,0 3-53 16,-8 0-146-16,-3 12-152 16,-1 2-360-16</inkml:trace>
  <inkml:trace contextRef="#ctx0" brushRef="#br1" timeOffset="-111810.08">8475 13851 1106 0,'0'0'246'15,"0"0"-56"-15,0 0 143 16,0 0-47-16,0 0-196 16,0 0 67-16,37 125 6 15,-31-10-2-15,-4-3-56 0,-2-10-28 16,0-16-21 0,0-22-23-16,2 5-18 0,2 3-14 15,-2-12 1-15,3-12-1 16,-5-12-1-16,0-10-35 15,0-13-56-15,0-13-73 16,0-7 1-16,-13-13-363 16,-3-10-125-16</inkml:trace>
  <inkml:trace contextRef="#ctx0" brushRef="#br1" timeOffset="-111577.2">8564 14008 846 0,'0'0'621'16,"0"0"-550"-16,0 0 133 0,122-99-90 16,-74 94-61-1,-6 5-26-15,-11 14-5 0,-17 26 3 16,-14 17 91-16,-21 8-61 16,-26 9-27-16,-6-3-14 15,0-3-6-15,3-11-8 16,10-12-2-16,13-15-83 15,21-23-104-15,6-7-37 16,0 0-448-16</inkml:trace>
  <inkml:trace contextRef="#ctx0" brushRef="#br1" timeOffset="-111337.21">9162 13876 1300 0,'0'0'709'16,"0"0"-628"-16,0 0 116 15,0 0-118-15,-130 106 38 16,114-40 5-16,6 6-30 16,7-1-41-16,3-9-30 15,9-14-13-15,22-10-8 16,11-15-16-16,32-16-123 15,-7-2-399-15,-9-5-552 0</inkml:trace>
  <inkml:trace contextRef="#ctx0" brushRef="#br1" timeOffset="-111023.05">9453 14339 2051 0,'0'0'242'16,"0"0"23"-16,0 0-129 15,-13-150-84-15,13 94-28 16,0-4 3-16,0 2-3 16,0 5 0-16,4 5-2 15,3 17 17-15,0 12-2 16,0 13 31-16,3 6-42 16,7 22-25-16,4 22 0 15,6 14 6-15,4 10 9 0,0 4-5 16,1-3-2-1,-3-9-8-15,-7-10 1 0,-1-14-2 16,-9-9 0-16,-5-14-36 16,-2-7-48-16,-5-6 1 15,0 0 6-15,-24-18-155 16,-3-5-345-16,-5 2-321 0</inkml:trace>
  <inkml:trace contextRef="#ctx0" brushRef="#br1" timeOffset="-110879.93">9453 14339 1302 0,'-142'-113'357'0,"130"106"117"0,12 0-11 16,0-5-298-1,21 3-90-15,26-5-47 0,15-2-17 16,9 2-11-16,16 8-73 16,-18-1-202-16,-15 6-399 0</inkml:trace>
  <inkml:trace contextRef="#ctx0" brushRef="#br1" timeOffset="-110630.98">9793 13786 1891 0,'0'0'227'0,"0"0"-23"16,0 0-66-16,113 24-56 0,-66 44 26 15,-10 34 16-15,-14 2-16 16,-12-5-16-16,-11-17-36 16,0-22-28-16,0-2-18 15,-7 0-9-15,-1-16-1 16,3-13-55-16,0-25-69 16,1-4-203-16,4-4-465 0</inkml:trace>
  <inkml:trace contextRef="#ctx0" brushRef="#br1" timeOffset="-110360.95">10495 13842 1957 0,'0'0'352'0,"0"0"-232"16,0 0-3-16,19 120 56 16,-5-45-57-16,-5 7-35 15,-5-1-14-15,0-14-34 16,-4-9-21-16,2-9-12 16,2-18 0-16,-4-6-57 15,0-16-115-15,-6-4-198 0,-11-5-292 16</inkml:trace>
  <inkml:trace contextRef="#ctx0" brushRef="#br1" timeOffset="-110195.05">10171 14221 973 0,'0'0'1299'0,"0"0"-1047"16,0 0 25-16,0 0-146 15,96-113-95-15,-20 88-28 16,6 4-8-16,-4 6 0 15,-13 6-57-15,1 1-138 16,-16 4-378-16,-12-1-707 0</inkml:trace>
  <inkml:trace contextRef="#ctx0" brushRef="#br1" timeOffset="-110024.02">11145 14030 1478 0,'0'0'525'0,"0"0"-282"16,0 0 107-16,0 153-145 15,2-78-105-15,5-4-59 16,0 5-25-16,0-5-10 16,-3-6-6-16,-2-8 0 15,-2-13-54-15,2-14-128 16,-2-16-375-16,0-14-620 0</inkml:trace>
  <inkml:trace contextRef="#ctx0" brushRef="#br1" timeOffset="-109759.02">10967 14193 316 0,'0'0'1805'15,"0"0"-1601"-15,87-156-124 16,-15 95 19-16,12 9-54 16,1 16-11-16,-27 26 1 15,-5 10-19-15,-19 17-15 16,-21 29 24-16,-13 17 75 15,0 6-52-15,-27-1-18 16,-7-9-2-16,-1-10-13 16,2-14-2-16,4-10-7 15,6-13-5-15,6-8-1 16,3-4-14-16,14-9-58 0,0-10-107 16,0-8-506-16</inkml:trace>
  <inkml:trace contextRef="#ctx0" brushRef="#br1" timeOffset="-109527.37">11932 13967 1928 0,'0'0'386'15,"0"0"-140"-15,0 0-12 16,-114 112-113-16,101-66-43 0,13 2-38 15,0 0-15-15,5 1-14 16,13-8-10-16,3-5 0 16,4-9-1-16,6-11-20 15,19-16-73-15,-6-2-150 16,-3-19-694-16</inkml:trace>
  <inkml:trace contextRef="#ctx0" brushRef="#br1" timeOffset="-109325.1">12123 13992 1827 0,'0'0'255'16,"0"0"-96"-16,0 0 38 0,0 0-139 15,150-86-42-15,-86 75-16 16,-8 2-21-16,-8 6-138 15,-19 3-181-15,-12 0-158 16,-12 0-272-16</inkml:trace>
  <inkml:trace contextRef="#ctx0" brushRef="#br1" timeOffset="-109130.29">12327 13922 1124 0,'0'0'530'16,"0"0"-216"-16,0 0-49 15,0 0-132-15,0 0-16 16,-119 121 32-16,109-68-13 15,7 10-33-15,3-5-24 16,9-5-37-16,20-12-20 0,4-9-8 16,5-11-4-1,1-11-3-15,-4-10-7 0,1 0-53 16,-3 0-89-16,-4-37-135 16,-9 7-312-16,-9 2-579 0</inkml:trace>
  <inkml:trace contextRef="#ctx0" brushRef="#br1" timeOffset="-108958.09">12100 14200 1974 0,'0'0'389'16,"0"0"-187"-16,0 0 4 0,0 0-115 16,0 0-38-1,0 0-24-15,0 0-13 0,166-13-16 16,-83 3-28-16,11 1-90 15,-25 4-195-15,-16 1-465 0</inkml:trace>
  <inkml:trace contextRef="#ctx0" brushRef="#br1" timeOffset="-108693.03">12860 13800 1798 0,'0'0'271'16,"0"0"-172"-16,0 0-37 0,0 0 34 15,146 172 34-15,-112-61-2 16,-16-7 18-16,-12-7-44 16,-6-22-51-16,0-26-28 15,0-3-14-15,-2-6-9 16,2-18-6-16,0-12-41 15,0-7-58-15,-15-3 7 16,-3-7-109-16,-2-9-1038 0</inkml:trace>
  <inkml:trace contextRef="#ctx0" brushRef="#br1" timeOffset="-104902.89">13481 14397 365 0,'0'0'238'16,"0"0"-80"-16,0 0 42 15,116-30 19-15,-78 14 85 16,-5 2-10-16,-10 5 23 16,-12 4-69-16,-11 5-67 15,0 0-22-15,-15 0-101 16,-17 0-32-16,-7 9-7 16,-4-4-4-16,-4 1 7 15,2-2 10-15,6-1 5 16,7-2-10-16,12-1-18 15,9 0-8-15,11 0 7 0,0 0-8 16,2 0 0-16,23 0-1 16,11 0-8-16,10-8-30 15,30-3-51-15,-11-2-153 16,-5 1-451-16</inkml:trace>
  <inkml:trace contextRef="#ctx0" brushRef="#br1" timeOffset="-104627.17">14127 14076 1322 0,'0'0'383'16,"0"0"-194"-16,0 0 25 15,0 0-93-15,0 0-68 16,0 0-35-16,135-15-18 16,-110 16-145-16,-8 12-177 15,-3-4-558-15</inkml:trace>
  <inkml:trace contextRef="#ctx0" brushRef="#br1" timeOffset="-104092.91">14152 14145 1741 0,'0'0'303'0,"0"0"-138"15,-2 134 128-15,2-27-74 16,0 4-94-16,9-8-35 16,-2-12-38-16,0-28-26 15,1-1-17-15,1-3-9 16,-2-19 1-16,2-16-1 16,-5-13-21-16,1-11-31 0,-3-14 1 15,-2-23-76-15,0-9-117 16,0-9-107-16,0 1 56 15,-13 1 124-15,-1-2 79 16,-1 1 50-16,-1-2 36 16,1-6 6-16,1-5 38 15,7-1 75-15,5 4 69 16,2 6 30-16,2 5-5 16,25 6-28-16,11 9-70 15,9 3-43-15,9 14-4 16,0 10-14-16,-4 11-14 15,-6 9-17-15,-13 28-8 16,-13 11 12-16,-11 10 25 0,-9 0 11 16,-4 0 3-1,-28-9-14-15,-11-4-9 0,-7-9-4 16,-4-6-12-16,3-12-4 16,4-8-10-16,11-10-7 15,10 0 0-15,8-12-48 16,18-30-74-16,0 3-146 15,18 3-582-15</inkml:trace>
  <inkml:trace contextRef="#ctx0" brushRef="#br1" timeOffset="-103867.52">14839 13992 227 0,'0'0'1947'16,"0"0"-1710"-16,0 0-99 16,0 0 75-16,-83 145-70 15,77-82-56-15,6-5-40 16,0 0-30-16,4-15-17 16,23-7-16-16,25-16-74 15,-4-8-122-15,-1-9-488 0</inkml:trace>
  <inkml:trace contextRef="#ctx0" brushRef="#br1" timeOffset="-103522.9">15296 14478 1914 0,'0'0'325'0,"0"0"-76"15,0 0 9-15,0 0-103 16,0 0-55-16,0 0-49 15,-14-128-15-15,14 85-14 16,12-6 2-16,5-9-4 16,6-1-13-16,1-2-5 15,3 11-1-15,-4 10-1 16,-4 14 6-16,-5 15-5 16,-1 11-1-16,1 2-1 15,3 27-5-15,-1 9 6 0,-1 9 1 16,2 3-1-1,-7-3 1-15,1-1 0 0,-1-11-1 16,-2-7 0-16,-1-6-15 16,-1-12-46-16,2-6-41 15,-2-4-19-15,-1-6-64 16,-3-10-287-16,-2 2-230 0</inkml:trace>
  <inkml:trace contextRef="#ctx0" brushRef="#br1" timeOffset="-103349.66">15319 14301 1642 0,'0'0'570'0,"0"0"-305"15,0 0 6 1,0 0-94-16,0 0-112 0,0 0-51 16,0 0-14-16,160-80-15 15,-109 59-45-15,12-11-138 16,-17 6-357-16,-8 6-843 0</inkml:trace>
  <inkml:trace contextRef="#ctx0" brushRef="#br1" timeOffset="-103064.22">15947 14043 2163 0,'0'0'270'0,"0"0"-147"16,0 0 86-16,-47 146-102 0,47-96-53 15,5-2-32-15,19-10-5 16,7-8-8-16,3-11 0 16,3-14-8-16,-1-5 10 15,-3-2-4-15,2-25 1 16,-12-7-7-16,-2-7 0 16,-10-5 0-16,-7-3 1 15,-4 3-2-15,0 5 8 16,-7 3 7-16,-3 5 7 15,-1 8-22-15,3 0-6 16,6-6-91-16,2 12-151 16,0 1-923-16</inkml:trace>
  <inkml:trace contextRef="#ctx0" brushRef="#br1" timeOffset="-102860.96">16475 13909 1600 0,'0'0'233'16,"0"0"-115"-16,0 0 62 15,152-38-50-15,-110 31-72 16,-9 7-58-16,-8 0-39 16,-7 0-103-16,-7 0-70 15,-11 0-38-15,0 0-257 16,0 0-371-16</inkml:trace>
  <inkml:trace contextRef="#ctx0" brushRef="#br1" timeOffset="-102666.12">16600 13890 788 0,'0'0'495'0,"0"0"-175"15,0 0 45-15,-125 68-87 16,90-29-62-16,4 7-15 16,6 7-47-16,7 2-62 15,14-3-36-15,4-6-16 16,6-8-20-16,23-9-4 15,9-8-4-15,5-8-2 16,5-8-5-16,4-5-5 16,-3 0-92-16,2-18-135 15,-11-3-363-15,-15-6-575 0</inkml:trace>
  <inkml:trace contextRef="#ctx0" brushRef="#br1" timeOffset="-102485.45">16411 14168 2102 0,'0'0'361'0,"0"0"-157"15,0 0 0-15,0 0-108 16,0 0-96-16,140-27-75 16,-70 15-25-16,-4 2-42 15,34-6-133-15,-17 4-264 16,-6 1-662-16</inkml:trace>
  <inkml:trace contextRef="#ctx0" brushRef="#br1" timeOffset="-102252.79">17107 13651 1702 0,'0'0'230'15,"0"0"-146"-15,0 0 148 16,77 161-51-16,-50-77-24 16,-9 7-15-16,-14-5-30 15,-4-8-51-15,-2-12-40 16,-20-13-21-16,-7-4-18 0,-21-1-161 16,6-11-381-1,-1-14-864-15</inkml:trace>
  <inkml:trace contextRef="#ctx0" brushRef="#br1" timeOffset="-101367.27">7937 15647 1472 0,'0'0'371'15,"0"0"-41"-15,0 0 39 16,0 0-229-16,0 0-36 16,0 0-27-16,0 0-42 15,124-44-23-15,-85 39-11 16,1 3-1-16,0-1-14 16,-4 3-95-16,-4 0-196 15,-11 3-347-15,-9 6-411 0</inkml:trace>
  <inkml:trace contextRef="#ctx0" brushRef="#br1" timeOffset="-101194.61">8018 15816 1833 0,'0'0'292'16,"0"0"-135"-16,0 0 29 15,0 0-125-15,0 0-46 16,124-9-15-16,-76 4-57 15,-2 0-123-15,8-9-155 16,-9 1-266-16,-10 1-691 0</inkml:trace>
  <inkml:trace contextRef="#ctx0" brushRef="#br1" timeOffset="-97372.54">9162 15516 168 0,'0'0'1303'0,"0"0"-1107"15,0 0 4-15,0 0 48 16,0 0-113-16,-135 63 0 16,116-23-18-16,7 10-26 15,12-2-21-15,0-4-22 16,23-8-18-16,22-14-5 16,15-12-1-16,9-10-14 15,0-4 2-15,-7-24-4 16,-13-8-8-16,-18 2 1 15,-13-2 9-15,-16-4 7 0,-2 4 48 16,-13-4 21-16,-16 3-28 16,-4 3-25-1,-3 6-21-15,5 6-11 0,0 9-1 16,6 4-33-16,2 9-81 16,8 4-92-16,6 14-404 15,7 4-472-15</inkml:trace>
  <inkml:trace contextRef="#ctx0" brushRef="#br1" timeOffset="-97161.53">9511 15797 1818 0,'0'0'277'15,"0"0"20"-15,16 123-53 0,-14-62-140 16,-2 10-35-16,0-7-12 15,-16-1-13-15,-1-12-24 16,1-15-20-16,5-18-30 16,5-18-31-16,6-22-9 15,0-17-304-15,0-7-912 0</inkml:trace>
  <inkml:trace contextRef="#ctx0" brushRef="#br1" timeOffset="-96778.72">10065 15512 1903 0,'0'0'271'0,"0"0"-169"15,0 0-6-15,0 0-20 16,0 0-20-16,0 0 8 15,-135 81 20-15,122-27-25 16,6 2-9-16,7-1-25 16,9-14-12-16,20-7 1 15,9-12-5-15,4-12-9 16,1-10 0-16,-5 0-13 16,-11-8 4-16,-10-10 7 15,-10-2 2-15,-7 0 0 0,0 0 2 16,-20 2 23-16,-5 1 10 15,-2 4-11-15,4 3-14 16,0 1-10-16,5 6 0 16,5 3-22-16,3 0-78 15,10 0-141-15,0 0-443 16,8 0-671-16</inkml:trace>
  <inkml:trace contextRef="#ctx0" brushRef="#br1" timeOffset="-96522.79">10644 15378 2179 0,'0'0'333'0,"0"0"-231"16,0 0-67-16,0 0 98 15,15 134 3-15,-11-67-61 16,-1-1-14-16,-3-2-13 15,0-10-24-15,0-10-15 16,0-14-9-16,0-10-1 16,0-8-36-16,0-12-44 15,0 0-12-15,0-28-32 16,0-6-387-16,-5-3-571 0</inkml:trace>
  <inkml:trace contextRef="#ctx0" brushRef="#br1" timeOffset="-96351.11">10472 15695 2072 0,'0'0'326'0,"0"0"-149"16,0 0-65-16,118-34-68 16,-51 10-36-16,0-6-8 15,-3 6-32-15,6-2-93 16,-19 7-152-16,-13 5-359 0</inkml:trace>
  <inkml:trace contextRef="#ctx0" brushRef="#br1" timeOffset="-94790.31">11718 15426 1388 0,'0'0'320'16,"0"0"-143"-16,0 0 92 15,0 0-125-15,-122 73 12 16,93-24-43-16,6 8-46 15,12 3-22-15,11-6-29 16,13-6-4-16,30-18 7 0,11-11-2 16,8-19-2-1,3 0-15-15,-5-14-21 0,-9-18-15 16,-13 3 24-16,-16-3 12 16,-13 2 0-16,-9 5 9 15,-2 4-8-15,-20-1 9 16,-12-1 31-16,-3 10-9 15,-6-1-12-15,1 1 1 16,1 10-13-16,10 3-8 16,11 0-30-16,20 2-76 15,9 12-271-15,18-5-254 0</inkml:trace>
  <inkml:trace contextRef="#ctx0" brushRef="#br1" timeOffset="-94610.02">12144 15763 836 0,'0'0'1152'16,"0"0"-1022"-16,-13 124 207 15,-1-61-216-15,3-1-68 16,-1 1-20-16,6-5-19 16,2-9-14-16,2-13-6 15,2-24-112-15,6-7-227 16,10-5-191-16</inkml:trace>
  <inkml:trace contextRef="#ctx0" brushRef="#br1" timeOffset="-94151.2">12393 15534 980 0,'0'0'1119'16,"0"0"-985"-16,0 0-52 16,139-112 60-16,-93 98-83 15,-5 14-41-15,-12 10-17 16,-16 26 0-16,-13 10 5 16,0 6 22-16,-20-6 14 15,-4-6-19-15,1-5-9 0,9-17-13 16,8-9 0-16,6-9 20 15,0 0 8-15,14-17-17 16,10-3-12-16,5 2 0 16,7 10-2-16,2 8-4 15,2 1 0-15,-3 34-4 16,-2 4 10-16,-12 7 0 16,-13 3 0-16,-10-1 23 15,0-12 55-15,-27-4-23 16,-4-5-25-16,-8-9-12 15,2-15-2-15,-1-3-1 16,7 0-4-16,4-17-11 0,9-14-23 16,9-1-54-1,7-2-99-15,2-7-175 0,18 2-188 16,7 11-1125-16</inkml:trace>
  <inkml:trace contextRef="#ctx0" brushRef="#br1" timeOffset="-93859.72">13515 15561 1392 0,'0'0'786'15,"0"0"-513"-15,0 0-45 16,0 0-67-16,0 0-83 16,0 0-38-16,0 0-25 15,136-21-9-15,-80 19-5 16,-10 2 0-16,-8 0-1 16,-7 0-8-16,-6 0-83 15,2 0-150-15,-7-4-373 16,-5 0-702-16</inkml:trace>
  <inkml:trace contextRef="#ctx0" brushRef="#br1" timeOffset="-92170.88">14746 15499 1117 0,'0'0'337'16,"0"0"-87"-16,0 0 62 16,0 0-101-16,0 0-109 15,0 0-11-15,-119 85 7 16,119-32-40-16,0 1-8 15,5 4-29-15,24-10-12 16,8-12 0-16,11-14 0 16,5-18 5-16,8-4-1 15,-7-26-4-15,-4-17-2 16,-15-10-1-16,-16 2 0 0,-17 2-5 16,-2 0 14-1,-23 13 55-15,-17 4 3 0,-11 6-27 16,-5 8-25-16,0 8-13 15,5 6-8-15,8 4-1 16,12 0-24-16,12 4-71 16,19 29-98-16,0-8-342 15,11 3-95-15</inkml:trace>
  <inkml:trace contextRef="#ctx0" brushRef="#br1" timeOffset="-91950.97">15461 15719 1979 0,'0'0'256'15,"0"0"-74"-15,-13 106 45 16,-1-52-121-16,1 7-36 16,0-1-26-16,-3-4-25 15,3-6-7-15,3-11-12 16,4-5-1-16,6-13-60 15,11-21-127-15,15-6-378 16,8-16-486-16</inkml:trace>
  <inkml:trace contextRef="#ctx0" brushRef="#br1" timeOffset="-91577">15791 15441 1587 0,'0'0'485'0,"0"0"-299"15,0 0-48-15,0 0-48 16,114-33-30-16,-65 43-2 15,2 20 28-15,-4 12 2 16,-7 11-24-16,-11 7-10 16,-11 0 7-16,-12 4-7 15,-6-1-8-15,0-5-8 16,-10-7-16-16,-6 0 1 0,5-11-13 16,1-14-8-16,8-8-2 15,2-8 0-15,0-10-23 16,0-4-32-16,12-23-69 15,5-23-90-15,-3 5-329 16,-5 2-457-16</inkml:trace>
  <inkml:trace contextRef="#ctx0" brushRef="#br1" timeOffset="-91380.93">15836 15758 2158 0,'0'0'329'16,"0"0"-199"-16,0 0-20 16,0 0-82-16,137-58-20 15,-83 38-8-15,-2 9-39 16,-8 1-78-16,14 2-143 16,-11-2-243-16,-7 6-634 0</inkml:trace>
  <inkml:trace contextRef="#ctx0" brushRef="#br1" timeOffset="-91118">16763 15488 1940 0,'0'0'356'0,"0"0"-198"16,0 0 16-16,0 0-127 15,118-38-38-15,-67 24-9 16,-4 2 0-16,-7 3-27 16,-11 2-66-16,-7 7-177 15,-8 0-218-15,-8 0-490 0</inkml:trace>
  <inkml:trace contextRef="#ctx0" brushRef="#br1" timeOffset="-90923.53">16779 15709 1982 0,'0'0'305'16,"0"0"-163"-16,0 0 102 15,0 0-86-15,0 0-111 16,131-6-30-16,-84-2-8 15,-9-1-8-15,-7 2 0 16,-4 5-1-16,0-2-14 16,10 0-102-16,-3 0-194 15,-5 0-478-15</inkml:trace>
  <inkml:trace contextRef="#ctx0" brushRef="#br1" timeOffset="-84941.08">17647 15458 1590 0,'0'0'294'0,"0"0"-136"16,0 0 48-16,0 0-108 0,0 0-57 15,0 0 11-15,-81 140 3 16,81-96-10-16,6-3-4 15,17-12-15-15,8-10 17 16,2-15-9-16,5-4 2 16,-3-8-8-16,-6-19-7 15,-10 0 4-15,-13-4 14 16,-6 4-4-16,0 0-4 16,-20 5 14-16,-7 4-9 15,0 8-5-15,-1-2-20 16,3 6-11-16,5 6-2 15,5-4-20-15,3 4-73 16,10 0-127-16,2 14-359 0,0-1-254 16</inkml:trace>
  <inkml:trace contextRef="#ctx0" brushRef="#br1" timeOffset="-84742.95">18018 15679 1603 0,'0'0'373'0,"0"0"-48"16,-24 104-37-16,7-58-136 16,7-1-82-16,1-10-43 15,4-3-16-15,5-5-10 16,0-15-1-16,0-6-21 16,0-6-80-16,0 0-45 15,0-18-350-15,0-5-692 0</inkml:trace>
  <inkml:trace contextRef="#ctx0" brushRef="#br1" timeOffset="-84196.7">18276 15350 1540 0,'0'0'265'15,"0"0"-85"-15,0 0 42 0,0 0-124 16,0 0-58 0,123-66-20-16,-103 66-14 15,-3 10 6-15,0 12 6 0,-9-4 13 16,-1 5 2-16,-5-2-3 16,-2 1-5-16,0 2 3 15,0 0 18-15,-11 4 6 16,-9 0 17-16,-2 2-29 15,2-7-20-15,1-1-7 16,7-8-13-16,1-4 0 16,1-2 0-16,4 0 18 15,-3-4 9-15,0 6-8 16,2 4-11-16,-2 0-2 16,1 2-5-16,3-2 5 15,3-2-6-15,2-3 1 0,0-4-1 16,0-5 1-1,7 0 5-15,12 0 4 0,4 0-2 16,1 0-8-16,3 0 0 16,0-8 0-16,0 2 0 15,-1-2 1-15,3 0 4 16,-2 0-4-16,-5 2-1 16,-6 2 1-16,-5 0-1 15,-7 4-1-15,-1 0 1 16,-1 0-10-16,0 0-20 15,4 4-115-15,8 7-145 16,-5 4-316-16,1-1-696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7:59:56.0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1457 976 1081 0,'0'0'968'0,"0"0"-847"16,0 0 166-16,0 0-50 16,0 0-82-16,0 0-41 15,0 0-50-15,-16-34-34 16,16 59-15-16,8 16 21 16,5 20 40-16,1 15 1 0,1 10-25 15,-5 2-9-15,-2-4-16 16,-2-7-9-16,-1-9-6 15,-1-10-6-15,-2-8-4 16,0-12-1-16,0-8 1 16,2-8-1-16,-2-12 0 15,-2-6 5-15,0-4 3 16,0 0 5-16,0 0 10 16,0-12 4-16,0-12-8 15,0-8-15-15,0-10-5 16,0-2-6-16,13-5-1 15,11 3 5-15,8 5-5 16,5 5-4-16,3 11 4 0,3 14 1 16,-3 11-5-1,3 0-5-15,-1 19 10 0,0 10 5 16,-4 5 0-16,-6 2 0 16,-9 0 0-16,-9 0 1 15,-12 0 0-15,-2-4 1 16,-8 0 1-16,-21-1 7 15,-12-6-8-15,-3-3 7 16,-3-6-7-16,-2-6 0 16,2-6-1-16,5-4-7 15,1 0-14-15,8 0-6 16,4-7-2-16,7 0-1 0,8 2-13 16,8 3-8-1,4 2-21-15,2-2-42 0,0-1-53 16,8-1-58-16,39-14-74 15,0 3-92-15,2-8-350 0</inkml:trace>
  <inkml:trace contextRef="#ctx0" brushRef="#br0" timeOffset="359.17">2151 1020 606 0,'0'0'1519'0,"0"0"-1351"15,0 0-2-15,0 0-49 16,0 0-9-16,0 0 47 15,85 125-36-15,-56-55-56 16,-8 13 27-16,-11 4-2 16,-10 4-16-16,0-5-12 15,-14-9-33-15,-9-6-15 16,2-13-11-16,-2-7-1 16,3-11-9-16,3-8-58 15,1-6-62-15,-11 1-56 0,5-6-106 16,0-1-453-16</inkml:trace>
  <inkml:trace contextRef="#ctx0" brushRef="#br1" timeOffset="15715.44">23749 2087 1222 0,'0'0'167'16,"0"0"-90"-16,-113-4 78 15,63 4 6-15,-1 0-5 16,2 0-6-16,-5 0 9 16,-1 9-27-16,-3 12-48 15,-5 9-27-15,-4 12-16 16,-3 15-6-16,-7 8 11 15,2 12 3-15,-1 6-1 16,2 26-11-16,3 26-12 16,6 31-4-16,17 19 0 15,16 5 5-15,23-1 2 0,9-5 9 16,35 7-7-16,35-11-22 16,28-12-1-16,18-15-6 15,7-14 40-15,-1-9 3 16,7-10-12-16,10-17-2 15,12-26-6-15,20-26-9 16,22-26-2-16,13-25-2 16,11-3-5-16,-8-35-6 15,-14-20 6-15,-27-17 8 16,-25-21 5-16,-27-22 4 16,-18-22-13-16,-15-33-4 0,-18-26-5 15,-16-21 0 1,-20-21 0-16,-27-4 5 0,-4 13 3 15,-50 17-4-15,-32 23-5 16,-30 19-8-16,-28 11 7 16,-24 11-8-16,-19 12 1 15,-15 16-26-15,-17 18-37 16,-5 28-28-16,5 30-25 16,28 40-53-16,30 17-152 15,55 22-249-15,35 7-788 0</inkml:trace>
  <inkml:trace contextRef="#ctx0" brushRef="#br1" timeOffset="16594.08">27739 2276 1287 0,'0'0'122'16,"0"0"-64"-16,-165-73 83 15,83 41-73-15,-23-4 69 16,-24 0-41-16,-37 2 14 0,-9 8 4 16,-4 14-9-16,7 12-34 15,14 12-17-15,0 22-5 16,5 14-4-16,3 15-20 15,7 19 0-15,0 18 5 16,1 13 15-16,-3 9-5 16,2 3-16-16,8 11-2 15,5 11 1-15,23 10-6 16,22 19-6-16,29 25 5 16,25 20 10-16,23 5 6 15,8-5-12-15,15-16-11 16,32-29 1-16,29-14 1 15,28-16-1-15,32-15 16 0,40-17 0 16,34-17-18-16,33-22-7 16,22-22 11-16,14-25 4 15,-3-24-2-15,-15-8-7 16,-22-43-5-16,-32-20 16 16,-25-26-12-16,-23-29 3 15,-14-26 1-15,-7-30-4 16,-1-19-5-16,-6-26-1 15,-17-17-1-15,-23-6-1 16,-34 4 2-16,-25 24 10 0,-25 19 7 16,-11 20-7-1,-44 11-10-15,-23 10-7 0,-20 13-1 16,-21 13-40-16,-19 20-25 16,-23 19-20-16,-31 25-44 15,34 28-165-15,10 17-409 0</inkml:trace>
  <inkml:trace contextRef="#ctx0" brushRef="#br1" timeOffset="17367.28">23011 793 1562 0,'0'0'201'0,"-33"137"-135"16,-7-16 114-16,-3 3-39 16,10-22 11-16,15-28-31 15,7-20-17-15,0 6-43 16,2 1-21-16,0-3-11 15,4-18-5-15,3-16-11 0,2-16-12 16,-2-8 50-16,-2-22 100 16,-3-26-99-16,-2-20-37 15,0-27-4-15,2 2-4 16,7-6-1-16,0-1-6 16,16 13-1-16,10-2 0 15,8 6 0-15,-1 17 0 16,0 16-1-16,-6 14 2 15,-2 18 0-15,0 18-9 16,2 0-8-16,6 25 16 16,5 19-4-16,1 9 5 15,0 5 0-15,-1 4 0 16,-5-4 6-16,-2-4-6 16,-4-4 0-16,0-5-1 15,-5-7-5-15,0-4-36 0,-6-5-37 16,-12 10-87-16,-4-7-156 15,0-10-267-15</inkml:trace>
  <inkml:trace contextRef="#ctx0" brushRef="#br1" timeOffset="17542.5">22779 1209 1883 0,'0'0'222'16,"0"0"-183"-16,194-54-33 16,-9 42-6-16,27 12-77 0,-36 0-138 15,-44 3-874-15</inkml:trace>
  <inkml:trace contextRef="#ctx0" brushRef="#br1" timeOffset="17962.24">28520 1659 1343 0,'0'0'189'0,"0"0"-103"15,125-41 61-15,-59 31-59 16,7 8-38-16,-6 2-31 16,11 2-19-16,-17 14-40 15,-19-2-443-15</inkml:trace>
  <inkml:trace contextRef="#ctx0" brushRef="#br1" timeOffset="18252.7">28713 1613 975 0,'0'0'595'0,"0"0"-528"15,0 0 77 1,0 0-34-16,-120 83-29 0,75 17 89 15,9 2-70-15,9-1-10 16,21-15-7-16,6-21-37 16,14 0 5-16,17 2-12 15,15-15-1-15,8-14-23 16,9-10 6-16,1-12-15 16,3-11 4-16,-3-5-10 15,0 0-11-15,-10-19-40 16,-4-7-50-16,-8-10-32 15,-13-31-70-15,-11 11-181 16,-16 5-640-16</inkml:trace>
  <inkml:trace contextRef="#ctx0" brushRef="#br1" timeOffset="18403.49">28689 2031 1360 0,'0'0'196'0,"0"0"-150"16,224-38-31-16,-83 28-15 16,-16 6-42-16,-32 4-671 0</inkml:trace>
  <inkml:trace contextRef="#ctx0" brushRef="#br1" timeOffset="19177.47">25067 2810 1468 0,'0'0'218'0,"0"0"-76"16,0 0 32-16,-148-81-62 15,74 57-72-15,-12-1-26 16,-11 2-14-16,4-2-4 16,7 3-39-16,18 2-11 15,26-4-62-15,17 6-92 16,19 2-367-16</inkml:trace>
  <inkml:trace contextRef="#ctx0" brushRef="#br1" timeOffset="19433.21">25055 2831 1637 0,'0'0'216'0,"-198"-108"-156"16,20 33 76-16,-30 0-67 15,3 16-47-15,18 17-21 16,35 16-1-16,27 10-21 16,32 7-23-16,26 6-25 15,22 3 14-15,12 6-96 16,11 14-75-16,10 3-551 0</inkml:trace>
  <inkml:trace contextRef="#ctx0" brushRef="#br1" timeOffset="19687.29">24957 2815 1676 0,'0'0'222'16,"0"0"-153"-16,-138-128 80 15,35 65-59-15,-51 3-46 16,-53 6-33-16,-22 8-10 0,17 20-1 16,54 16-7-16,69 10-38 15,39 0-35-15,42 16-48 16,8 7-50-16,0 0-409 0</inkml:trace>
  <inkml:trace contextRef="#ctx0" brushRef="#br1" timeOffset="19912.5">24699 2523 1731 0,'-134'-37'221'0,"-33"6"-164"16,-41 4 22-1,-10 20-45-15,-5 7 19 0,-4 14-16 16,17 13-25-16,50-1-6 15,52-1-5-15,55-6-1 16,29 4-1-16,16 3-68 16,22 10-188-16,20-7-145 15,15-7-648-15</inkml:trace>
  <inkml:trace contextRef="#ctx0" brushRef="#br1" timeOffset="20139.43">24666 2833 1802 0,'0'0'231'15,"-117"14"-178"-15,-13 7 16 16,-59 11 76-16,-31 9-16 16,-3 6-55-16,24-7-50 15,59-11-18-15,37-5-6 16,39-4-8-16,17-1-41 15,0 3-59-15,10 7-99 16,6-4-100-16,23-9-323 0</inkml:trace>
  <inkml:trace contextRef="#ctx0" brushRef="#br1" timeOffset="20363.13">24643 3020 1425 0,'0'0'233'16,"0"0"-176"-16,-127-2 21 16,-7 26 69-16,-66 22-10 15,-45 10-69-15,-17 6-15 16,24-4-8-16,51-9-20 16,50-10-18-16,53-9-7 15,35-7-3-15,22-5-80 16,12 4-125-16,7-4-139 15,8-6-700-15</inkml:trace>
  <inkml:trace contextRef="#ctx0" brushRef="#br1" timeOffset="20572.87">24275 3342 1590 0,'0'0'194'15,"-138"61"-147"-15,6-2 28 16,-48 20 75-16,-23 9-24 16,5-1-42-16,39-19-53 15,54-24-22-15,41-12-9 16,28-12-50-16,20 2-143 16,10-6-139-16,6-8-472 0</inkml:trace>
  <inkml:trace contextRef="#ctx0" brushRef="#br1" timeOffset="20769.2">24116 3770 1609 0,'0'0'254'16,"-193"64"-165"-16,41-6 190 15,-18 12-111-15,33-7-50 16,34-10-58-16,43-14-44 15,15-7-16-15,5 1-6 16,18 6-119-16,9-7-230 16,13-15-415-16</inkml:trace>
  <inkml:trace contextRef="#ctx0" brushRef="#br1" timeOffset="20964.33">24147 4195 514 0,'0'0'968'16,"0"0"-804"-16,-122 84 29 16,24-28 59-16,-40 16 21 15,4-1-92-15,14-6-74 16,24-8-56-16,48-12-51 16,9-4-46-16,30-3-192 15,9-12-229-15,15-18-292 0</inkml:trace>
  <inkml:trace contextRef="#ctx0" brushRef="#br1" timeOffset="21632.35">25949 2602 907 0,'0'0'629'15,"0"0"-554"-15,0 0-17 16,0 0 160-16,0 0-31 16,0 0-94-16,0 0-39 15,221-54-15-15,-22 19 35 16,30 1 1-16,9-1-18 0,-22 12-29 16,-37 16-19-1,-36 7-9-15,-35 0-44 0,-38 7-115 16,-26 7-55-16,-10 7-55 15,-34 7-76-15,0-4-217 16,-27-4 341-16</inkml:trace>
  <inkml:trace contextRef="#ctx0" brushRef="#br1" timeOffset="21842.26">25501 2927 1485 0,'0'0'183'0,"0"0"-181"16,118 8 61-16,38-12 2 16,74-20-18-16,24-2 25 15,-5 7 36-15,-35 8-33 16,-37 11-54-16,-10 0-21 16,-6 4-53-16,-21 10-138 15,-42-2-175-15,-31-2-328 0</inkml:trace>
  <inkml:trace contextRef="#ctx0" brushRef="#br1" timeOffset="22074.22">25856 3359 689 0,'0'0'1051'15,"0"0"-1051"-15,158 1 0 16,74-24 37-16,66-4 56 15,21 11 17-15,-40 13 77 16,-81 3-50-16,-66 14-83 16,-47 4-35-16,-39-3-19 15,-19 2-61-15,-9 0-159 16,-9 2-80-16,-9 0 104 16,-16-4-130-16,-18-5-303 0</inkml:trace>
  <inkml:trace contextRef="#ctx0" brushRef="#br1" timeOffset="22306.29">25659 3896 1659 0,'0'0'187'16,"0"0"-174"-16,259 4 42 15,-26-20 31-15,37-5 93 16,-4 4 13-16,-40 11-88 15,-60 6-69-15,-41 0-32 16,-42 0-3-16,-39 6-68 16,-26-1-104-16,-11 4-135 15,-7-1-3-15,-49 6 137 16,-13 0-91-16,-17-1-525 0</inkml:trace>
  <inkml:trace contextRef="#ctx0" brushRef="#br1" timeOffset="22495.16">25632 4345 1205 0,'0'0'555'0,"0"0"-555"15,0 0 0-15,230-3 118 16,-9-23 59-16,28 1 21 16,-8 7-40-16,-65 15-80 15,-78 3-61-15,-42 0-17 16,-25 5-126-16,-17 13-190 15,-10 0-157-15,-4-1-362 0</inkml:trace>
  <inkml:trace contextRef="#ctx0" brushRef="#br1" timeOffset="22698.66">25486 4810 1817 0,'0'0'182'0,"0"0"-149"16,218-12 60-16,-22-14 20 16,18 0 35-16,-31 9-42 15,-53 8-68-15,-66 9-38 16,-20 0-40-16,-6 2-154 16,-9 8-367-16,-15-2-424 0</inkml:trace>
  <inkml:trace contextRef="#ctx0" brushRef="#br1" timeOffset="22908.64">25904 5155 2147 0,'0'0'198'0,"174"-19"-157"16,-16-10-41-16,23 1 83 15,-7 6-40-15,-24 11-43 16,-19 4-23-16,-7-3-139 16,-7 1-218-16,-33-3-260 15,-23-1-615-15</inkml:trace>
  <inkml:trace contextRef="#ctx0" brushRef="#br1" timeOffset="25092.53">24201 5571 1622 0,'0'0'307'15,"0"0"-227"-15,-71 148 107 16,29-22 16-16,-3 40-65 15,5 11-9-15,9-16-33 16,11-43-32-16,9-48-36 16,4-22-13-16,4-16-13 15,1-8-1-15,0-8 0 16,2-8 5-16,0-8 43 0,0-29 72 16,0-36-82-1,0-39-25-15,4-39-9 0,19-13-5 16,8 5-1-16,0 31-5 15,-4 34 5-15,-6 22 1 16,-2 8 0-16,1-6 1 16,5-1 0-16,-2 8 1 15,-8 16 4-15,-1 20 1 16,-4 19-7-16,6 14-9 16,10 51 4-16,13 39 5 15,12 30 12-15,-4-4-4 16,-7-24-1-16,-9-33 7 15,-11-16-7-15,3 5-7 16,-6 6 1-16,1 2 0 16,-7-11-1-16,-2-15 0 0,-5-12-36 15,-1-15-30-15,-3-10-16 16,0-7 17-16,0 0-6 16,0-2-78-16,0-24-110 15,0 1-312-15,-5 1-393 0</inkml:trace>
  <inkml:trace contextRef="#ctx0" brushRef="#br1" timeOffset="25290.43">23840 6328 1692 0,'0'0'554'0,"0"0"-469"0,0 0 113 15,0 0-137-15,221-36-45 16,-54 26-16-16,-7 3-10 16,-1 0-124-16,-59 3-376 15,-37-2-619-15</inkml:trace>
  <inkml:trace contextRef="#ctx0" brushRef="#br1" timeOffset="25994.92">25183 5889 1109 0,'0'0'654'16,"0"0"-543"-16,-41 193 226 16,24-93-106-16,-4-4-96 15,5-14-29-15,5-19-21 16,-2 0-48-16,2 2-18 16,4-15 2-16,1-15-9 0,4-12-6 15,2-15-6 1,0-8 17-16,0-14 47 0,0-28-18 15,6-16-28-15,5-16-12 16,1-13 2-16,1-1-8 16,3-2-1-16,3 1-5 15,6 10 4-15,2 7 2 16,-3 11-1-16,-3 17 0 16,-6 17 1-16,-9 10 0 15,-1 11 0-15,0 6-6 16,1 4-18-16,3 22 11 15,7 11 13-15,-1 12 0 16,3 8 0-16,0 3 1 16,2 1 0-16,5 4 0 15,2-5 0-15,4-6-1 0,0-4 2 16,-2-8-2-16,-2-8-1 16,-8-7 1-16,-5-5-1 15,-5-8 0-15,-7-5-10 16,-2-4 2-16,0-3 2 15,0 0 6-15,-11-1 0 16,-11 2 1-16,-5 2 1 16,-7 4 0-16,-5 1 0 15,-4 2-1-15,-6 2-2 16,-4-1 2-16,-8-1-1 16,-1-1 1-16,2-3 0 15,4-4-9-15,9-1-49 16,13-3-42-16,26 0-39 0,8 0-209 15,0 0-610-15</inkml:trace>
  <inkml:trace contextRef="#ctx0" brushRef="#br1" timeOffset="26318.21">26134 5839 2125 0,'0'0'276'15,"0"0"-114"-15,0 0-22 16,0 0-98-16,125-11-29 16,-54 8-5-16,-1-1-8 15,-12 4-1-15,-14 0-101 16,-17 0-115-16,-12 0-295 16,-15 0-441-16</inkml:trace>
  <inkml:trace contextRef="#ctx0" brushRef="#br1" timeOffset="26616.4">26097 5821 71 0,'0'0'2014'16,"0"0"-1804"-16,0 0-166 15,0 0 26-15,-54 106 61 16,40-41-8-16,3 13-17 15,2 8-15-15,3 2-10 16,6 1-20-16,0-8-25 16,0-7-21-16,13-11-14 15,7-10 0-15,7-14-1 16,7-11 0-16,8-14-6 0,7-14-19 16,9 0-28-1,2-14-30-15,-5-12-52 0,-8-2-67 16,-9-18-153-16,-13 7-212 15,-15 2-499-15</inkml:trace>
  <inkml:trace contextRef="#ctx0" brushRef="#br1" timeOffset="26858.24">25883 6171 1363 0,'0'0'536'15,"0"0"-379"-15,0 0-33 16,0 0-64-16,0 0-29 16,164 0 8-16,-79 0-20 15,11 0-19-15,31-14-10 16,-22 2-269-16,-23-5-852 0</inkml:trace>
  <inkml:trace contextRef="#ctx0" brushRef="#br1" timeOffset="29040.99">3256 1279 1905 0,'0'0'277'16,"0"0"-139"-16,0 0-24 16,0 0-68-16,-4 109 123 15,8 14-11-15,6 39-43 16,0 5-49-16,1-12-34 16,-1-43-22-16,-2-35-8 15,-1-19-1-15,-3-11 0 16,1 6 0-16,-3-3-1 15,3-2-15-15,-3-16-39 16,0-14-27-16,-2-12-12 16,0-6 26-16,-27-44-137 15,-6-8-375-15,-5-10-278 0</inkml:trace>
  <inkml:trace contextRef="#ctx0" brushRef="#br1" timeOffset="29297.24">3021 1494 1343 0,'0'0'175'16,"46"-103"-27"-16,12 39 37 16,15 0 41-16,12 16 19 15,-2 22-85-15,-8 26-65 16,-11 12-63-16,-18 39-9 16,-17 16 33-16,-23 9-6 15,-6 6 5-15,-17-2-1 16,-24-5-6-16,-7-5-8 0,-4-9-5 15,0-11-17 1,8-12-17-16,13-12-1 0,11-14-40 16,15-10-46-16,14-16-67 15,22-16-408-15,8-11-700 0</inkml:trace>
  <inkml:trace contextRef="#ctx0" brushRef="#br1" timeOffset="29538.34">4001 1151 1756 0,'0'0'356'0,"0"0"-209"0,0 0 65 16,0 0-105-16,-127 170 41 15,107-38-5-15,9-1-52 16,9-21-26-16,2-38-33 15,6-24-24-15,23-3-8 16,9-3-15-16,18-11-56 16,50-31-58-16,-12 0-254 15,-7-19-875-15</inkml:trace>
  <inkml:trace contextRef="#ctx0" brushRef="#br1" timeOffset="29943.44">4607 2092 1949 0,'0'0'286'0,"0"0"90"15,0 0-175-15,0 0-80 16,0 0-58-16,-20-121-39 16,18 34-2-16,-2 1-3 15,1-10-4-15,1 4-7 16,2 21-7-16,0 2 28 15,0 11-17-15,15 9-2 16,6 9 1-16,6 8-1 16,4 8-3-16,2 16-7 15,0 8-1-15,3 14-1 16,-5 28 1-16,0 12 1 0,-4 8 0 16,-6 3 0-1,-4-1 6-15,-3 0-5 0,-4 0 0 16,-1-1 4-16,-1-4-5 15,-4-5 0-15,0-8-15 16,1-7-29-16,-3-12-53 16,2-12-43-16,1-9-35 15,0-6 59-15,-1 0-52 16,-4-21-128-16,0 0-282 16,0 1-632-16</inkml:trace>
  <inkml:trace contextRef="#ctx0" brushRef="#br1" timeOffset="30198.79">4458 1816 1513 0,'0'0'257'16,"0"0"63"-16,0 0-67 16,0 0-129-16,0 0-63 15,172-78-37-15,-101 54-12 16,0 6-12-16,12 4-80 16,-19 5-310-16,-14 4-799 0</inkml:trace>
  <inkml:trace contextRef="#ctx0" brushRef="#br1" timeOffset="31317.2">5423 1439 1167 0,'0'0'564'0,"0"0"-440"16,0 0 17-16,0 0-109 15,0 0 64-15,0 137 79 16,0-59-59-16,0 11 9 16,-11-1-9-16,-4-5-63 0,3-9-23 15,1-11-12-15,4-15-16 16,3-14 5-16,4-12-6 16,0-11 0-16,0-11 8 15,0 0 13-15,0-28 22 16,0-15-29-16,4-13-9 15,3-7-5-15,-1-10 5 16,1 1-6-16,3 1 1 16,2 5-1-16,5 8 0 15,2 3-12-15,1 8 11 16,3 5 1-16,-6 8 0 16,-3 7 1-16,-3 12 0 15,-3 6 16-15,2 9-17 0,1 0-6 16,5 12 4-16,6 13 2 15,4 7 1-15,6 6 0 16,1 3 6-16,3 5-6 16,2 7 0-16,0 3 9 15,-5 4-10-15,-2 1 0 16,-2-6 0-16,-4-4 0 16,-2-7 0-16,-6-8 0 15,-1-7 0-15,-5-2 0 16,-3-8 0-16,0-2 0 15,-4-8 0-15,-4-4 1 16,0-5 8-16,0 0 7 16,0 0 10-16,0 3 2 15,-12 1-11-15,-5 1-16 16,-10 3-1-16,-4 4 1 0,-5-1 1 16,-1-1 5-16,-6-1-6 15,-1-3 0-15,-6 1 1 16,-1 1-1-16,-4-2-1 15,-1 2 0-15,2-1-5 16,9-3-24-16,14-1-10 16,18-3 11-16,13 0 1 15,9-4-88-15,34-13-119 16,40-11 18-16,-6 5-98 16,-4-4-307-16</inkml:trace>
  <inkml:trace contextRef="#ctx0" brushRef="#br1" timeOffset="31685.07">6335 1458 1051 0,'0'0'744'0,"0"0"-687"15,0 0 161-15,131-65-32 16,-73 48-53-16,-6 2-84 16,-8 8-34-16,-11 2-15 15,-8 5-102-15,-9 0-194 16,-7 0-270-16,-9 2-405 0</inkml:trace>
  <inkml:trace contextRef="#ctx0" brushRef="#br1" timeOffset="31924.77">6439 1409 499 0,'0'0'944'16,"0"0"-803"-16,0 0 31 15,0 0 27-15,-93 133-31 16,70-71-25-16,6 10-23 16,11 3-15-16,6-3-4 15,8-9-29-15,26-7-34 16,12-10-6-16,5-13-14 15,3-8-17-15,-4-11-1 16,-4-11 0-16,-4-3-47 16,-4 0-49-16,-6-17-29 0,-3-27-83 15,-12 7-132-15,-8-5-274 16</inkml:trace>
  <inkml:trace contextRef="#ctx0" brushRef="#br1" timeOffset="32097.71">6317 1744 1092 0,'0'0'693'0,"0"0"-595"15,0 0 191-15,0 0-103 16,0 0-96-16,0 0-42 16,125-54-23-16,-61 37-25 15,27-4-15-15,-14 5-223 16,-15 7-383-16</inkml:trace>
  <inkml:trace contextRef="#ctx0" brushRef="#br1" timeOffset="32435.99">6990 1102 1422 0,'0'0'205'0,"0"0"-108"16,0 0 44-16,134 113 16 15,-78-15-18-15,-7 35-27 16,-16 11-17-16,-17-22-14 15,-16-28-12-15,0-36-25 16,0-9-18-16,-12 1-10 16,-1 0-10-16,-3-3-6 15,5-15 0-15,11-13-125 16,0-12-192-16,0-7-262 0</inkml:trace>
  <inkml:trace contextRef="#ctx0" brushRef="#br1" timeOffset="32744.21">7447 1499 1639 0,'0'0'320'0,"0"0"-171"16,0 0-23-16,0 0-54 0,149-7-44 15,-93 7-28-15,-9-3-34 16,2 3-169-16,-16 0-124 15,-12 0-456-15</inkml:trace>
  <inkml:trace contextRef="#ctx0" brushRef="#br1" timeOffset="32930.17">7509 1744 1390 0,'0'0'183'15,"0"0"-33"-15,0 0-11 16,0 0-31-16,0 0-58 0,0 0-30 16,150 24-18-16,-105-24-2 15,3 0-135-15,-7 0-135 16,-12 0-475-16</inkml:trace>
  <inkml:trace contextRef="#ctx0" brushRef="#br1" timeOffset="38193.12">8308 1427 2116 0,'0'0'255'0,"0"0"-215"0,0 0-23 15,29 137 93 1,0-25 6-16,0 35-25 0,-3-11-48 15,-8-26-10-15,-11-34-11 16,-5-25-11-16,-2-1-10 16,0 0 9-16,0-6-10 15,0-14-1-15,0-16-76 16,-7-14-79-16,-8-12-46 16,-3-14-441-16</inkml:trace>
  <inkml:trace contextRef="#ctx0" brushRef="#br1" timeOffset="38478.81">8348 1460 1500 0,'0'0'243'0,"0"0"-64"16,0 0 113-16,164-130-86 15,-98 110-65-15,-2 17-37 16,-8 3-37-16,-16 37-18 15,-15 12-1-15,-21 14 25 16,-4 2-2-16,-23 4-10 16,-12-3-15-16,-8-5-2 15,1-12-19-15,2-9-10 16,7-13-15-16,4-15-6 16,6-10-37-16,3-2-36 15,5-2-34-15,3-19-61 0,6 7-185 16,6-4-412-16</inkml:trace>
  <inkml:trace contextRef="#ctx0" brushRef="#br1" timeOffset="38737.33">9114 1289 1748 0,'0'0'332'0,"0"0"-205"16,0 0 68-16,0 0-84 16,-131 123-23-16,113-63-25 0,9 3-16 15,9 3-8 1,0-5-18-16,9-4-9 0,13-10-6 16,10-8-6-16,3-11-26 15,10-10-86-15,28-18-191 16,-8 0-280-16,-7-6-466 0</inkml:trace>
  <inkml:trace contextRef="#ctx0" brushRef="#br1" timeOffset="39070.54">9453 2014 1179 0,'0'0'307'15,"0"0"249"-15,0 0-270 0,0 0-69 16,0 0-132-1,0 0-63-15,12-131-11 0,-6 69-11 16,1-11 2-16,-5-1-1 16,0 1-1-16,3 7 11 15,2 8 5-15,1 11 6 16,8 8 5-16,2 11-6 16,4 12-2-16,5 14-8 15,2 2-11-15,4 26 1 16,-1 15 0-16,-3 5 6 15,-5 5-6-15,-4 0 8 16,-2-3-9-16,-5-2 1 0,1-6 1 16,-1-5-2-1,-5-9-6-15,0-11-73 0,-4-7-81 16,-4-8-71-16,-6 0-38 16,-15-10-325-16</inkml:trace>
  <inkml:trace contextRef="#ctx0" brushRef="#br1" timeOffset="39230.31">9413 1801 1121 0,'0'0'594'15,"0"0"-391"-15,0 0 21 16,0 0-79-16,0 0-44 16,0 0-51-16,133-31-28 15,-69 13-22-15,13-8-38 16,-14 5-351-16,-14-2-584 0</inkml:trace>
  <inkml:trace contextRef="#ctx0" brushRef="#br1" timeOffset="39484.96">9932 1284 1026 0,'0'0'791'0,"0"0"-711"16,0 0 52-16,123 53 6 15,-82-1 41-15,-12 10-38 16,-14 13-23-16,-9 3-26 16,-6-2-52-16,0 2-25 0,0-5-15 15,-8-6-76-15,-26 23-104 16,5-15-333-16,0-15-604 0</inkml:trace>
  <inkml:trace contextRef="#ctx0" brushRef="#br1" timeOffset="40205.91">10597 1402 935 0,'0'0'376'0,"0"0"-62"15,0 0-45-15,0 0-188 16,0 0-65-16,0 0 163 15,47 146-14-15,-30-81-28 16,2 0-64-16,-4 0-38 16,-1-10-9-16,-6-4-9 15,-1-7-15-15,-3-10-2 16,-2-8 0-16,-2-6-10 16,0-17-197-16,0-3-389 15,0 0-445-15</inkml:trace>
  <inkml:trace contextRef="#ctx0" brushRef="#br1" timeOffset="40380.18">10418 1824 1943 0,'0'0'313'0,"0"0"-203"15,0 0-3-15,0 0-86 16,145-80-21-16,-86 67-9 15,16-8-157-15,-15 5-224 16,-13 2-771-16</inkml:trace>
  <inkml:trace contextRef="#ctx0" brushRef="#br1" timeOffset="40602.79">11118 1514 1906 0,'0'0'282'0,"0"0"-113"16,0 0-91-16,0 0-48 16,12 122 58-16,3-3 35 15,-3 31-33-15,-3-12-22 16,-7-31-39-16,-2-42-20 16,4-28-9-16,0-5-1 15,3-2-44-15,-2-14-133 16,-1-12-346-16,-4-4-117 0</inkml:trace>
  <inkml:trace contextRef="#ctx0" brushRef="#br1" timeOffset="40858.22">11060 1796 1430 0,'0'0'219'16,"14"-102"-146"-16,24 40 120 15,13-6-128-15,16 6-40 16,4 16 13-16,-1 13 40 15,-6 19 74-15,-13 14-44 16,-12 14-85-16,-18 25-9 16,-16 8-2-16,-5 8 59 15,-22 3 9-15,-16-2 1 0,-9-3-35 16,-5-6-31-16,2-6-5 16,0-8-9-16,8-8-1 15,6-7-50-15,10-18-170 16,12 0-292-16,12-2-971 0</inkml:trace>
  <inkml:trace contextRef="#ctx0" brushRef="#br1" timeOffset="41099.97">11926 1449 1802 0,'0'0'251'16,"0"0"-202"-16,0 0 155 16,-83 157-20-16,66-81-22 15,7 2-67-15,10-3-53 16,0-9-23-16,12-12-13 16,15-16-6-16,6-12-52 15,22-26-84-15,-6 0-391 16,-4-8-853-16</inkml:trace>
  <inkml:trace contextRef="#ctx0" brushRef="#br1" timeOffset="41288.23">12271 1462 1681 0,'0'0'545'15,"0"0"-529"-15,0 0 24 16,120-62-25-16,-53 51-15 16,7 10-73-16,-18 1-146 15,-16 0-367-15</inkml:trace>
  <inkml:trace contextRef="#ctx0" brushRef="#br1" timeOffset="41497.03">12331 1430 980 0,'0'0'256'16,"0"0"-57"-16,-69 102 118 0,47-38-50 15,4 11-26-15,11 5-81 16,7-5-73-16,0-8-5 16,16-18-34-16,13-12-21 15,9-14-9-15,7-18-18 16,-1-5-3-16,7-28-143 15,-11-9-341-15,-13-2-124 0</inkml:trace>
  <inkml:trace contextRef="#ctx0" brushRef="#br1" timeOffset="41663.25">12195 1748 978 0,'0'0'775'0,"0"0"-548"0,0 0 169 16,0 0-145-16,0 0-125 15,0 0-87-15,0 0-39 16,90-42-9-16,-9 26-33 16,25-6-79-16,-21 6-174 15,-21-2-399-15</inkml:trace>
  <inkml:trace contextRef="#ctx0" brushRef="#br1" timeOffset="41873.19">12877 1331 2040 0,'0'0'227'0,"0"0"-165"16,0 0 11-16,110 131 65 16,-75-54-77-16,-10 11-2 15,-14-1-26-15,-11 1-24 16,0-7-9-16,-49 12-60 15,2-23-134-15,-2-17-408 0</inkml:trace>
  <inkml:trace contextRef="#ctx0" brushRef="#br1" timeOffset="42277.19">13475 1682 1910 0,'0'0'245'0,"0"0"-135"15,118-9-30-15,-49 2-50 16,9 7-30-16,31 0-74 16,-22 2-275-16,-13 4-716 0</inkml:trace>
  <inkml:trace contextRef="#ctx0" brushRef="#br1" timeOffset="42819.03">14438 1456 1385 0,'0'0'279'0,"0"0"-7"15,0 0-70-15,0 0-110 16,0 0-49-16,121-29-43 16,-90 51 0-16,-4 17 2 15,-10 15-1-15,-15 12 0 16,-2 11 9-16,-19 2-4 15,-22-1-5-15,-5-6 73 16,-6-7-16-16,7-15-9 16,5-14-31-16,11-9-4 15,10-18-12-15,7-9 19 16,3 0 71-16,5-20-41 16,4-8-34-16,0 0-16 15,0 2-2-15,2 10-11 0,15 9 10 16,8 7-10-16,10 0 5 15,8 15 7-15,4 3 9 16,2-2 6-16,-3-4-9 16,0-3-5-16,-7-6-1 15,2-3-17-15,-3 0-136 16,4 0-164-16,-9 0-209 16,-10 0-714-16</inkml:trace>
  <inkml:trace contextRef="#ctx0" brushRef="#br1" timeOffset="43284.01">14941 1542 1664 0,'0'0'287'0,"0"0"26"16,0 0-213-16,0 0-80 16,23 110 85-16,-5-2 1 15,-3 1-36-15,-2-9-36 16,-5-14-27-16,-4-23-1 15,-2 3-5-15,-2 4 0 16,0-10-1-16,0-11-31 16,4-6-147-16,3-17-343 15,-3-12-227-15</inkml:trace>
  <inkml:trace contextRef="#ctx0" brushRef="#br1" timeOffset="43554.8">14968 1719 1450 0,'0'0'192'0,"0"0"-146"15,137-150 8-15,-66 102 3 16,4 23 65-16,-5 18-1 16,-12 7-77-16,-16 39-36 15,-15 13 5-15,-19 12-1 16,-8 4 35-16,-8 0 25 0,-24-6 61 15,-13-6-26-15,-5-10-9 16,-6-11-57-16,-2-9-12 16,6-14-29-16,12-12-4 15,20-15-148-15,14-18-383 16,6-4-515-16</inkml:trace>
  <inkml:trace contextRef="#ctx0" brushRef="#br1" timeOffset="43825.79">15805 1412 1721 0,'0'0'246'16,"0"0"-51"-16,-77 136-30 15,48-54-21-15,7 10 6 16,11 5-69-16,11-23-45 16,9 0-23-16,24-16-13 15,10-18 0-15,8-13 0 16,2-12-21-16,15-15-171 16,-15 0-448-16,-10-15-868 0</inkml:trace>
  <inkml:trace contextRef="#ctx0" brushRef="#br1" timeOffset="50617.12">16397 1580 1568 0,'0'0'364'16,"0"0"-73"-16,0 0-162 16,0 0-20-16,-58 116-2 0,25-37-5 15,1 10-29 1,1 2-30-16,4-9-12 15,8-12-16-15,5-15-9 0,5-16-4 16,5-13 5-16,2-11-6 16,2-11 0-16,0-4 12 15,0-12 11-15,0-24-22 16,0-14 9-16,0-11-10 16,0-9 8-16,9-6-8 15,11 2 0-15,9 1 0 16,7 12 0-16,-1 13-1 15,-2 15-1-15,1 20 1 16,-3 13 0-16,-4 7 1 16,0 25-1-16,-1 12 14 15,-4 7-7-15,1 0-7 0,-5-1 0 16,-3-1 0-16,-3-7 0 16,-6-8-1-16,-2-8-7 15,-4-5-36-15,0-12-147 16,0-9-184-16,-12 0-163 15,-11 0-809-15</inkml:trace>
  <inkml:trace contextRef="#ctx0" brushRef="#br1" timeOffset="50745.76">16264 2043 1362 0,'0'0'482'15,"0"0"-326"-15,0 0 42 16,0 0-145-16,153-67-53 0,-79 52-281 15,-8 5-535-15</inkml:trace>
  <inkml:trace contextRef="#ctx0" brushRef="#br1" timeOffset="51037.17">16972 2177 1575 0,'0'0'483'15,"0"0"-241"-15,0 0 42 16,0 0-167-16,0 0-43 15,0 0-27-15,-75-131-29 16,65 87-7-16,8-9-4 16,2-1 8-16,10-1-9 15,16 6-6-15,12 4-1 16,2 16-8-16,0 12 9 16,-7 17-6-16,-2 12 5 0,-6 28-1 15,-7 14 2-15,-7 9 0 16,-1-2 0-16,-6-3 0 15,-4-9 0-15,0-11 0 16,0-9-1-16,0-14-20 16,0-15-133-16,0 0-305 15,0-15-185-15</inkml:trace>
  <inkml:trace contextRef="#ctx0" brushRef="#br1" timeOffset="51444.79">17369 1632 10 0,'0'0'1472'0,"0"0"-1305"16,0 0 60-16,116-58-21 15,-81 48-100-15,-5 3-73 16,-12 5-23-16,-10 2-10 15,-3 0-9-15,-5 0 2 16,0 0 7-16,0 0 4 16,0 0 9-16,0 0-7 15,0 0-4-15,0-3 4 16,0 3 17-16,0 0-18 0,0 0-4 16,0-2 0-1,0 2 9-15,0-2 6 0,0-3 8 16,0 4-5-16,0 1-1 15,-2 0-17-15,2 0-1 16,0 0 0-16,0 0-1 16,0 0 0-16,0 0-2 15,-3 0-12-15,3 0-125 16,-2 0-142-16,0 0-222 16,0 1-214-16</inkml:trace>
  <inkml:trace contextRef="#ctx0" brushRef="#br1" timeOffset="51670.23">17558 1548 38 0,'0'0'748'0,"0"0"-562"16,0 0 59-16,0 0-51 16,0 0-89-16,0 0-65 0,0 0-19 15,0 0-20-15,0 0 9 16,0 0-9-16,0-2 21 16,0 2 0-16,0 0-3 15,-2 0-2-15,2 0-9 16,-2 0 5-16,0 0 0 15,0 0-13-15,-1 0 2 16,1 0-2-16,0 0 0 16,-4 0-20-16,-4 0-81 15,1 2-167-15,3 5-271 0</inkml:trace>
  <inkml:trace contextRef="#ctx0" brushRef="#br1" timeOffset="51910.26">17558 1548 547 0,'-108'7'178'15,"96"-7"154"-15,1 0-9 16,2 0-108-16,3 0-62 16,4 0 21-16,2 0-13 15,0 0-55-15,0 0-17 16,4 0-34-16,13 0 46 16,10 0 7-16,9 0-29 15,4-3-40-15,2-3-24 16,-2-2-15-16,-9 2-8 15,-8 2-59-15,-9-1-84 16,-10 3-20-16,-2-1 13 0,-2-1-5 16,0-2-167-1,0 2-415-15</inkml:trace>
  <inkml:trace contextRef="#ctx0" brushRef="#br1" timeOffset="52222.43">17431 1566 1220 0,'0'0'324'16,"0"0"-60"-16,0 0 40 15,0 0-106-15,0 0-136 16,0 0-39-16,0 0 17 16,-8 84 32-16,1-42 19 0,3 9-13 15,-1-3-31 1,5-2-11-16,0-6-5 0,0-7-11 15,7-2-7-15,8-3-11 16,3-6 8-16,2-2-10 16,0-4 0-16,3-4-1 15,1-2-4-15,0-6 4 16,3-4-25-16,0 0-47 16,-2-2-30-16,-7-18-84 15,-7-14-128-15,-7 6-174 16,-4 0-244-16</inkml:trace>
  <inkml:trace contextRef="#ctx0" brushRef="#br1" timeOffset="52390.29">17396 1798 1073 0,'0'0'289'16,"0"0"47"-16,0 0-4 16,0 0-102-16,0 0-104 15,0 0-67-15,0 0-16 16,138-40-25-16,-87 33-17 15,-2 2-1-15,16-5-156 16,-16 0-393-16,-5 1-1152 0</inkml:trace>
  <inkml:trace contextRef="#ctx0" brushRef="#br1" timeOffset="52681.07">18104 1275 639 0,'0'0'893'16,"0"0"-762"-16,0 0 91 15,0 0-77-15,0 0 45 16,123 90-20-16,-74-2 52 15,-13 40-9-15,-20 27-71 16,-16-10-53-16,0-31-57 16,-21-38-22-16,-1-26-10 15,-7 6-13-15,-22 16-52 16,4-9-195-16,5-19-528 0</inkml:trace>
  <inkml:trace contextRef="#ctx0" brushRef="#br1" timeOffset="54607.37">7679 3273 773 0,'0'0'1064'16,"0"0"-940"-16,0 0 117 0,0 0-14 16,0 0-92-16,0 0-83 15,52-9-24-15,-23 5-7 16,0 4-12-16,-4 0-8 16,0 0 0-16,2 0-1 15,-2 6-69-15,6 3-160 16,-6-6-239-16,-8 1-296 0</inkml:trace>
  <inkml:trace contextRef="#ctx0" brushRef="#br1" timeOffset="54772.22">7661 3575 1562 0,'0'0'309'16,"0"0"-299"-16,0 0 39 15,0 0-20-15,116 0-29 16,-47 0-21-16,-11 2-236 16,-11 4-616-16</inkml:trace>
  <inkml:trace contextRef="#ctx0" brushRef="#br1" timeOffset="88304.87">8604 3509 1654 0,'0'0'206'0,"0"0"-63"15,-71 115 7-15,56-63-97 16,15-3-41-16,0-7-12 16,25-11 1-16,18-15 31 15,11-16-10-15,1 0 8 16,1-26 20-16,-9-10 17 16,-11-4-5-16,-14-5 5 15,-13 2 45-15,-9 0-5 0,0 5-22 16,-23 4-19-16,-6 6 3 15,-2 6-1-15,-4 5-45 16,-1 12-22-16,1 5-1 16,1 0-8-16,3 8-78 15,4 26-144-15,9-2-389 16,9-2-798-16</inkml:trace>
  <inkml:trace contextRef="#ctx0" brushRef="#br1" timeOffset="88500.1">9135 3831 1614 0,'0'0'254'0,"0"0"-10"15,-38 119 68 1,11-65-114-16,2-1-97 0,1-7-69 16,3-7-16-16,6-4-14 15,2-9-2-15,4-8 0 16,4-10-141-16,5-8-246 15,21-4-237-15,8-16-522 0</inkml:trace>
  <inkml:trace contextRef="#ctx0" brushRef="#br1" timeOffset="88866.42">9663 3400 1748 0,'0'0'347'16,"0"0"-260"-16,0 0 136 16,-150 107-88-16,121-43-53 15,10 4-9-15,7 5-9 16,12-3-16-16,0-1-26 16,16-4-8-16,22-9-13 15,9-8-1-15,6-13 6 16,0-16 3-16,-3-10-7 15,-13-9 5-15,-12 0-5 16,-12-19 7-16,-11-11 0 16,-2-4-7-16,-15-4 9 15,-18 2 2-15,-8 2 25 0,-1 8-19 16,0 6-13-16,9 11-5 16,6 3-1-16,9 6-13 15,7 0-22-15,9 19-63 16,17 5-154-16,18-3-401 15,12-10-595-15</inkml:trace>
  <inkml:trace contextRef="#ctx0" brushRef="#br1" timeOffset="89145.03">10574 3341 1729 0,'0'0'512'16,"0"0"-409"-16,0 0 4 15,0 0 121-15,12 161-75 16,-12-78-53-16,0 5-25 16,0 1-14-16,0-8-35 15,-4-8-17-15,2-13-8 16,2-13-1-16,0-13-6 15,0-17-61-15,0-10-55 16,0-22-63-16,0-19-340 16,-6-8-713-16</inkml:trace>
  <inkml:trace contextRef="#ctx0" brushRef="#br1" timeOffset="89317.82">10211 3802 1780 0,'0'0'279'16,"0"0"-84"-16,161-28-62 16,-74 6-87-16,1 1-27 15,-5 3-17-15,-9 4-2 16,6-1-49-16,-20 1-286 16,-13 1-568-16</inkml:trace>
  <inkml:trace contextRef="#ctx0" brushRef="#br1" timeOffset="91494.51">11620 3369 1655 0,'0'0'190'0,"0"0"-117"0,-60 114-1 16,46-46-30-16,12 2-21 15,2-6-11-15,18-10 8 16,18-15 17-16,13-21 32 15,4-18 29-15,5-4-9 16,-4-29-43-16,-9-6 8 16,-16-5 6-16,-18-1 20 15,-11 6 27-15,-5 2-21 16,-24 11-15-16,-8 6-5 16,-9 8-28-16,2 8-23 15,-3 4-13-15,1 0-9 16,5 18-6-16,1 17-98 0,13-1-212 15,14-9-549-15</inkml:trace>
  <inkml:trace contextRef="#ctx0" brushRef="#br1" timeOffset="91683.15">12251 3848 1647 0,'0'0'301'16,"0"0"43"-16,-72 160-35 15,28-92-112-15,1-5-99 16,3-10-51-16,11-7-28 16,7-9-10-16,7-9-9 15,11-10-37-15,8-18-126 0,21 0-109 16,6-10-353-16</inkml:trace>
  <inkml:trace contextRef="#ctx0" brushRef="#br1" timeOffset="92110.75">12800 3407 1425 0,'0'0'193'15,"0"0"-120"-15,151-20 120 16,-102 29-134-16,-16 34-43 15,-26 13-10-15,-7 9-5 16,-40 4 12-16,-14-9 17 0,1-7 25 16,4-15-17-16,13-13-17 15,14-10-5-15,11-10 27 16,11-5 62-16,0 0-16 16,27-11-58-16,10-3-31 15,11 3-2-15,2 10-5 16,4 1 7-16,-5 17-1 15,-7 20-1-15,-15 7 2 16,-16 8 0-16,-11 0 5 16,-9-4 75-16,-28-5 51 15,-10-10-1-15,-9-6-29 16,-2-9-40-16,3-10-38 0,5-7-13 16,15-1-2-16,10 0-8 15,14-8-48-15,11-21-120 16,13 1-216-16,14-4-442 0</inkml:trace>
  <inkml:trace contextRef="#ctx0" brushRef="#br1" timeOffset="94776.39">13631 3851 1378 0,'0'0'490'0,"0"0"-407"15,0 0 44-15,0 0-50 16,0 0-42-16,147-9-24 15,-87 1-10-15,0 4 1 16,-2 2-2-16,30 2-38 16,-17 0-205-16,-5 0-366 0</inkml:trace>
  <inkml:trace contextRef="#ctx0" brushRef="#br1" timeOffset="95218.16">14511 3725 1857 0,'0'0'241'16,"0"0"-171"-16,0 0 143 16,44-118-139-16,1 88-53 15,9 8-13-15,-3 10-7 0,-4 12 1 16,-9 0-1-16,-9 37-1 15,-11 16 7-15,-14 20 8 16,-4 10 3-16,-18 8 10 16,-20-4-6-16,-8-8 1 15,-3-11 3 1,-3-15 10-16,8-13-13 0,9-14-7 16,8-9-7-16,11-8 1 15,7-9 8-15,7 0 69 16,2-2-47-16,0-12-20 15,4-3-9-15,19 2-10 16,4-1 5-16,4 3-6 16,4 6 6-16,-1 0 5 0,1 7-5 15,-4 0-5-15,-2 0 5 16,0 0-5-16,0 0-1 16,2 3 0-16,19-3-73 15,-6 0-261-15,-4 0-518 0</inkml:trace>
  <inkml:trace contextRef="#ctx0" brushRef="#br1" timeOffset="95798.39">15626 3676 1490 0,'0'0'484'0,"0"0"-411"15,0 0-33-15,0 0 91 16,0 0 18-16,-114 117-42 0,74-79-16 15,5-1-48-15,-2-7-25 16,8-4-12-16,8-8-6 16,5-7-9-16,-2-11-162 15,7-3-427-15,2-15-752 0</inkml:trace>
  <inkml:trace contextRef="#ctx0" brushRef="#br1" timeOffset="95938.69">15325 3756 1448 0,'0'0'316'0,"0"0"-253"16,0 0 31-16,0 0 39 0,83 104-82 15,-57-66-36 1,10 6-15-16,-10-7-133 0,-6-10-408 0</inkml:trace>
  <inkml:trace contextRef="#ctx0" brushRef="#br1" timeOffset="96584.11">16515 3788 834 0,'0'0'543'16,"0"0"-433"-16,0 0 192 15,0 0-125-15,-118 14-63 16,80 26-33-16,-1 14 37 16,4 5-23-16,14 0-15 15,11-9-24-15,10-8-8 16,12-14-23-16,25-13-7 16,13-11 1-16,12-4-1 15,3-16-10-15,-5-16-7 16,-12-9 11-16,-13-3 0 0,-20-2 72 15,-13 0 19-15,-2 4-30 16,-19 2-30 0,-14 6-11-16,-6 6-8 0,-3 6-12 15,-3 7-12-15,3 6-6 16,4 2 0-16,11 7-45 16,23 0-72-16,4 7-230 15,0 4-716-15</inkml:trace>
  <inkml:trace contextRef="#ctx0" brushRef="#br1" timeOffset="96765.84">16818 4270 1585 0,'0'0'192'0,"0"0"104"15,-62 128-85-15,37-77-82 16,1-4-85-16,6-9-29 15,4-8-15-15,14-16-68 16,0-8-468-16,0-6-717 0</inkml:trace>
  <inkml:trace contextRef="#ctx0" brushRef="#br1" timeOffset="97163.01">17186 3851 1910 0,'0'0'236'0,"0"0"-160"16,0 0 118-16,0 0-136 15,121-62-34-15,-82 62-9 16,-10 13-7-16,-8 23-7 15,-19 12 0-15,-2 8 6 16,-23 2 4-16,-14 1 8 16,-10-5-3-16,0-8-4 15,7-5-1-15,11-8-4 16,9-5-5-16,11-5-2 16,9-8 2-16,0-3 4 15,5-4 4-15,15-4 5 16,7-2 21-16,4-2 2 0,0 0-21 15,3 0-10-15,-3 0-6 16,-4 0-1-16,-4 0-21 16,-4 5-129-16,-11 2-405 15,-8-2-602-15</inkml:trace>
  <inkml:trace contextRef="#ctx0" brushRef="#br1" timeOffset="105700.57">7884 5985 821 0,'0'0'1065'16,"0"0"-952"-16,0 0 38 16,119 0-11-16,-69 0-55 15,6-2-56-15,-7 2-18 16,-7 0-11-16,1 0-65 16,-15 0-302-16,-7 0-672 0</inkml:trace>
  <inkml:trace contextRef="#ctx0" brushRef="#br1" timeOffset="105880.48">7878 6360 1965 0,'0'0'257'0,"0"0"-66"16,0 0-42-16,0 0-94 15,0 0-15-15,167 0-10 16,-83-26-12-16,6-4-18 15,20-16-64-15,-22 5-240 16,-19 8-421-16</inkml:trace>
  <inkml:trace contextRef="#ctx0" brushRef="#br1" timeOffset="106779">9311 5961 1744 0,'0'0'315'0,"0"0"-242"16,0 0 146-16,-112 149-96 15,101-95-75-15,11-4-26 16,11-8 8-16,29-11-5 16,16-20 8-16,11-11-3 0,2-14 2 15,-6-20-15 1,-17-8-5-16,-21 0 22 0,-21 0 33 16,-4 5-4-16,-27 5-2 15,-15 6-17-15,-7 8-26 16,-2 6-5-16,2 5-11 15,11 5-2-15,11 0 0 16,13 2-45-16,17 0-82 16,21 0-371-16,10 0-664 0</inkml:trace>
  <inkml:trace contextRef="#ctx0" brushRef="#br1" timeOffset="106998.29">9857 6256 1881 0,'0'0'295'0,"0"0"-213"16,0 0 144-16,-29 114-79 15,19-81-85-15,2-4-33 16,-1 1-10-16,-3 1-11 16,2-4-3-16,-1-4-5 15,4-5-10-15,0-6-57 16,5-7-69-16,2-5-91 15,0-7-123-15,6-9-963 0</inkml:trace>
  <inkml:trace contextRef="#ctx0" brushRef="#br1" timeOffset="107718.06">10472 5897 1370 0,'0'0'327'0,"0"0"-209"15,0 0 205-15,0 0-131 16,-116-22-78-16,76 22-34 16,-3 2-23-16,1 18-23 0,2 8-10 15,9 2-6-15,9 5-9 16,13-5-9-16,9-4-5 15,9-6 5-15,31-8 6 16,11-8 1-16,9-4-7 16,3-3-40-16,-5-16-67 15,-12-7-19-15,-10-1 50 16,-14-1 69-16,-10 8 7 16,-8 5 102-16,-4 6 91 15,0 9-23-15,2 0-125 16,0 20-44-16,3 17-1 15,-3 7 21-15,0 6 3 16,0 0 5-16,-2-6 9 0,0-7-17 16,0-5-12-16,0-9-9 15,0 0 1-15,0-8-1 16,0 1-10-16,0-4-39 16,0-5-72-16,2-7-138 15,4-23-247-15,0-8-361 0</inkml:trace>
  <inkml:trace contextRef="#ctx0" brushRef="#br1" timeOffset="108409.82">11136 6070 1330 0,'0'0'311'0,"0"0"-189"15,0 0 89-15,0 0-11 16,0 0-60-16,0 0 11 15,0 0-72-15,159 17-55 16,-99-17-24-16,9 0-11 0,45 0-182 16,-17 0-349-16,-5 0-489 15</inkml:trace>
  <inkml:trace contextRef="#ctx0" brushRef="#br1" timeOffset="108927.2">12565 5854 1691 0,'0'0'241'0,"0"0"-176"16,0 0 111-16,-85 101-58 15,70-45-43-15,8 0-21 16,7-5-22-16,5-10-5 16,21-12-3-16,11-11-9 15,4-14 7-15,7-4 0 0,-2-10-8 16,-1-19-8-16,-12-4 1 16,-11-6 7-16,-10 4 30 15,-12-4 19-15,0 6-6 16,-14 0 1-16,-13 8-27 15,-2 3-16-15,-2 3-14 16,-5 12-1-16,-1 2-6 16,-1 5-18-16,3 0-103 15,1 31-113-15,9-6-240 16,12 4-412-16</inkml:trace>
  <inkml:trace contextRef="#ctx0" brushRef="#br1" timeOffset="109137.22">13033 6370 1877 0,'0'0'229'0,"0"0"-164"15,-35 118 158-15,6-67-57 16,-1-3-118-16,1-6-32 15,6-4-16-15,-2 0-103 16,5-10-400-16,7-9-876 0</inkml:trace>
  <inkml:trace contextRef="#ctx0" brushRef="#br1" timeOffset="109655.1">13461 5900 129 0,'0'0'1691'0,"0"0"-1392"16,0 0-82-16,0 0-75 15,0 0-90-15,0 0 11 16,0 0 59-16,7 134-49 16,-7-89-30-16,-2-4-20 15,-10-7-17-15,4-8-5 16,1-8 0-16,5-6 0 0,2-6 0 16,0-2 0-1,11-4 6-15,14 0 7 0,8 0-4 16,3 0-9-16,1 0 0 15,2-6-1-15,-2-2-14 16,1-4-49-16,4-11-110 16,-5 2-327-16,-11-1-224 0</inkml:trace>
  <inkml:trace contextRef="#ctx0" brushRef="#br1" timeOffset="109821.15">13784 5939 1719 0,'0'0'392'0,"0"0"-327"16,0 0 96-16,-17 140 1 0,12-74-53 16,5 1-50-16,0-7-38 15,0-6-12-15,5-12-9 16,19-1-92-16,-1-15-410 16,-3-12-845-16</inkml:trace>
  <inkml:trace contextRef="#ctx0" brushRef="#br1" timeOffset="110152.09">14536 5913 1528 0,'0'0'476'0,"0"0"-431"15,0 0-14-15,0 0 2 16,0 0 1-16,169-8-20 15,-99 3-8-15,-6-2-6 16,-8 0-13-16,-12 2-154 0,-15-1-177 16,-15 2-588-16</inkml:trace>
  <inkml:trace contextRef="#ctx0" brushRef="#br1" timeOffset="110346.02">14567 6258 51 0,'0'0'1357'0,"0"0"-1202"15,0 0-41-15,0 0-50 16,172-9-41-16,-109-4-8 16,-9 3 2-16,-6 1-9 0,-1-2-8 15,-12 1-200 1,-13 0-1113-16</inkml:trace>
  <inkml:trace contextRef="#ctx0" brushRef="#br1" timeOffset="111877.28">15735 5889 892 0,'0'0'618'0,"0"0"-548"16,-115 117 175-16,86-66-26 15,19-4-120-15,10-6-58 16,31-6-13-16,23-12 15 15,13-12 31-15,7-9-27 16,-5-2-26-16,-9-10-8 16,-18-12 4-16,-18-5 24 15,-17 2 96-15,-7-6-24 16,-17 2-5-16,-19 0-54 16,-9 3-29-16,1 4-6 15,-1 6-7-15,7 4-11 16,7 6-1-16,6 0-20 15,8 6-116-15,7 0-215 0,10 0-835 16</inkml:trace>
  <inkml:trace contextRef="#ctx0" brushRef="#br1" timeOffset="112185.13">16317 6222 1169 0,'0'0'609'0,"0"0"-524"16,0 0 244-16,0 0-146 15,0 0-77-15,0 0-7 16,0 0 0-16,-11 0-35 0,2-5-34 16,3 0-1-16,3 1 12 15,3-1-20-15,0 5-12 16,0-3-8-16,0 3 0 15,0 0-1-15,0 0 0 16,0 0-6-16,0 0 6 16,-3 0 1-16,1-4 4 15,2-4-5-15,0-18-94 16,0 2-381-16,10-4-642 0</inkml:trace>
  <inkml:trace contextRef="#ctx0" brushRef="#br1" timeOffset="112831.93">16756 5821 1603 0,'0'0'209'0,"0"0"-39"15,0 0 21-15,150-58-135 16,-115 50-41-16,-10 3-15 16,-10 4 0-16,-6 1-1 15,-4 0 0-15,-5 0 1 16,0 0 1-16,0 0 47 16,0 0 44-16,-9 0-29 0,-11 0-38 15,-5 0-18-15,-4 0-6 16,-7 0 0-16,1 0 0 15,-6 1 1-15,1 10 5 16,3 1 8-16,6 4-6 16,6 0 4-16,10 2-5 15,7 1-7-15,8 0-1 16,0-3 1-16,8-4 5 16,11-1-4-16,4-6 5 15,6 2 3-15,0-3-8 16,4 3-1-16,3 2 0 15,3 0 0-15,2 3-1 16,1 2 2-16,1 2-2 0,-3 0 0 16,-5 2-1-1,-8 3 0-15,-12 1-9 0,-5 2 8 16,-10 2 0-16,0-3 1 16,0 1 1-16,-10-3 0 15,-3-5 0-15,-3-7 8 16,-5-4 7-16,-4-5 40 15,-6 0 27-15,-7 0-17 16,0-5-30-16,-4-4-18 16,2-3-11-16,-1 1-6 15,6-3 0-15,3 5 0 16,5-1-6-16,10 2-30 16,-1 0-119-16,5 2-359 0,1 3-443 15</inkml:trace>
  <inkml:trace contextRef="#ctx0" brushRef="#br1" timeOffset="118299.06">2300 8930 1365 0,'0'0'237'0,"0"0"-132"15,0 0 168-15,0 0-95 16,0 0-101-16,0 0-8 16,-149-33 7-16,99 35-24 15,2 12 6-15,-2 5-14 16,6 4-2-16,6 7-8 16,4 7-10-16,10 1-6 15,6 3-5-15,12 0-4 16,6-6-8-16,6-6 5 15,28-9-6-15,12-11 2 16,14-9 11-16,3 0-13 16,0 0-8-16,-3-13-93 15,20-6-169-15,-14 0-334 0,-10-1-560 16</inkml:trace>
  <inkml:trace contextRef="#ctx0" brushRef="#br1" timeOffset="118584.2">2554 8453 1676 0,'0'0'191'0,"0"0"-47"16,83 121 169-16,-39-50-120 16,-3 8-42-16,-12 11-66 15,-14-5-33-15,-15 4-28 16,0-2-15-16,-44 15-9 16,-48 35 0-16,7-23-134 15,-6-11-511-15</inkml:trace>
  <inkml:trace contextRef="#ctx0" brushRef="#br1" timeOffset="136320.28">24139 8785 1433 0,'0'0'210'16,"0"0"-158"-16,-129 2 266 15,69 12-149-15,-7 4-96 16,-7 8 25-16,-6 6 39 16,-27 18-39-16,7 2-33 15,-10 12-5-15,-10 29-2 16,9 20-9-16,-12 40-5 15,18 9-9-15,28-7 4 16,25-6 5-16,21-6-4 16,8 10-1-16,10-1-12 15,13 1-14-15,9-7-2 16,42-9-10-16,29-1 0 16,25-7 0-16,20-3 1 0,13-12 4 15,11-16 6-15,12-21-6 16,6-29 4-16,1-28-1 15,-4-20 14-15,-3-26-5 16,-8-29-11-16,-8-17-5 16,-29 0 4-16,1-35 1 15,-15-14 4-15,-9-16-2 16,6-24 0-16,-26 6 18 16,-13-16 10-16,-13-16-10 15,-15-11-20-15,-17-7 2 16,-15 8-7-16,-18 11-1 15,-42 12 1-15,-32 16-2 16,-28 11-2-16,-26 11-11 0,-22 16-1 16,-11 11-35-16,-1 29-35 15,1 30-39-15,17 32-35 16,17 20-33-16,45 23-162 16,33 8-344-16</inkml:trace>
  <inkml:trace contextRef="#ctx0" brushRef="#br1" timeOffset="137137.2">27066 8770 1232 0,'0'0'171'15,"-165"-85"-129"-15,67 42 115 16,-4 14 56-16,-37 2-67 16,-44 11-33-16,-10 16 39 15,8 4-15-15,11 32-31 16,20 11-50-16,0 15-19 16,3 6 7-16,6 12-16 15,4 10 2-15,7 13 8 0,0 19-6 16,3 22-16-16,0 31-1 15,2 21 0-15,15 17 10 16,22 5 2-16,34-9-19 16,40-11-2-16,18-12 3 15,52-17 18-15,28-2-14 16,22-9-6-16,25-12-5 16,20-10 6-16,14-20-8 15,17-33 0-15,23-39-1 16,36-44 1-16,35-35 0 15,31-52 9-15,0-25 1 16,-27-16-4-16,-42-17 39 16,-49-17-15-16,-32-23-7 0,-25-12-14 15,-15-11 2 1,-12-6-5-16,-16-3 12 0,-23-3 6 16,-36 9-9-16,-26 13-13 15,-48 19-2-15,-46 33-5 16,-40 42-25-16,-24 39-56 15,-18 39-43-15,-7 26-110 16,47 2-329-16,27 20-173 0</inkml:trace>
  <inkml:trace contextRef="#ctx0" brushRef="#br1" timeOffset="137843.21">22891 7425 776 0,'0'0'1118'16,"-3"135"-982"-16,-17-50-37 0,-1 10 121 15,-6-15-51 1,2 4-33-16,7-14-51 0,7-15-55 16,7-19-17-16,4-20-13 15,0-16 7-15,0-10 35 16,0-36 6-16,0-34-11 16,0-38 17-16,0-27-4 15,6 13-19-15,19 34-17 16,6 41-14-16,4 36 0 15,7 10-6-15,10 11-3 16,2 0 2-16,-3 32 6 16,-9 17 1-16,-11 6 0 15,-6 3 1-15,-5-4 1 0,-4-3-2 16,0-10 1-16,-1-6-1 16,-2-7-65-16,-4-4-81 15,-4-7-222-15,-5-12-469 16</inkml:trace>
  <inkml:trace contextRef="#ctx0" brushRef="#br1" timeOffset="137994.62">22775 7770 1969 0,'0'0'346'0,"0"0"-188"15,0 0-67-15,180-44-67 16,-33 18-24-16,16 4-65 15,-33 10-142-15,-34 8-421 0</inkml:trace>
  <inkml:trace contextRef="#ctx0" brushRef="#br1" timeOffset="138386.87">27144 7536 692 0,'0'0'1238'0,"0"0"-1094"16,114 14 90-16,-45-12-59 15,9-1-83-15,-5-1-44 16,-11 0-35-16,-14 0-13 15,-17 0-19-15,-20 0-177 16,-9-5-196-16,-2-5-475 0</inkml:trace>
  <inkml:trace contextRef="#ctx0" brushRef="#br1" timeOffset="138619.2">27092 7606 1765 0,'0'0'238'15,"0"0"-98"-15,-90 146 163 16,58-68-153-16,8 5-38 16,14-3-61-16,10-8-29 15,21-13-16-15,26-10-6 0,20-19 6 16,10-16 5-16,8-14-4 16,-2-3-7-16,-12-24-6 15,-11-4-64-15,-17-6-50 16,-24-11-84-16,-12 8-127 15,-7 3-378-15</inkml:trace>
  <inkml:trace contextRef="#ctx0" brushRef="#br1" timeOffset="138769.25">26957 7908 1945 0,'0'0'262'16,"0"0"-135"-16,0 0-20 15,187-11-97-15,-84 4-10 16,32 7-110-16,-41 0-163 0,-11 0-573 0</inkml:trace>
  <inkml:trace contextRef="#ctx0" brushRef="#br1" timeOffset="139578.26">25825 8781 1294 0,'0'0'230'0,"0"0"-167"15,-158 26 175-15,79-2-90 16,1 5-55-16,4 0-34 16,8 1-24-16,12-2-18 0,12-4-16 15,13-2-1 1,11-5-46-16,11-5-133 0,7-9-93 16,0-3-326-16,9 0 53 0</inkml:trace>
  <inkml:trace contextRef="#ctx0" brushRef="#br1" timeOffset="139833.6">26371 8881 1086 0,'0'0'177'0,"0"0"23"16,0 0 120-16,-164 70-116 0,83-33-69 15,-33 9-10-15,-36 12-27 16,-26 4-39-16,18-6-32 16,40-17-12-16,53-16-15 15,36-7 2-15,6-2-2 16,6-2 0-16,8-4-64 16,25-8-153-16,19 0-132 15,15-12-603-15</inkml:trace>
  <inkml:trace contextRef="#ctx0" brushRef="#br1" timeOffset="140111.35">26736 9046 1420 0,'0'0'203'0,"0"0"-150"16,-114 44 169-16,19-8-97 15,-40 14-54-15,-38 12 3 16,-17 0 19-16,12-8-34 16,40-16-6-16,49-16-24 15,30-5-16-15,22-9-12 16,6 1 0-16,12-2-1 16,15-4-1-16,8-3-33 15,61 0-72-15,47-1-80 16,48-16-69-16,-15 3-134 0,-16-1-460 15</inkml:trace>
  <inkml:trace contextRef="#ctx0" brushRef="#br1" timeOffset="140344.01">26946 9340 1545 0,'0'0'213'15,"0"0"-162"-15,0 0 227 16,-176 54-129-16,68-20-53 15,-48 10 10-15,-56 11-7 16,-26 5-23-16,2-4-30 16,19-2-20-16,48-6-15 15,42-7-11-15,43-13-5 16,42-10-9-16,30-8-35 16,12-1-103-16,18 1-176 0,93-2 74 15,3-3-133-15,10-5-406 16</inkml:trace>
  <inkml:trace contextRef="#ctx0" brushRef="#br1" timeOffset="140562.99">26836 9793 1077 0,'0'0'199'0,"0"0"-147"0,0 0 151 16,0 0-54-1,0 0-85-15,-162 65-44 0,71-28 7 16,-40 12-4-16,-40 13-10 16,-9 1-4-16,28-4-8 15,40-14-1-15,25 6-103 16,37-10-171-16,5-7-345 0</inkml:trace>
  <inkml:trace contextRef="#ctx0" brushRef="#br1" timeOffset="140861.6">26799 10395 1527 0,'0'0'195'0,"0"0"-122"16,0 0 75-16,-127 0-109 16,11 23-27-16,-50 14-3 15,-25 3-8-15,-1-1 22 16,20-5 15-16,45-10-16 16,30-2-16-16,27-3-6 15,15 3-13-15,-1 5-112 16,15 5-103-16,10-4-254 15,29-9-478-15</inkml:trace>
  <inkml:trace contextRef="#ctx0" brushRef="#br1" timeOffset="141125.13">26660 10971 413 0,'0'0'997'0,"0"0"-840"16,-118 14 130-16,47-6 42 15,-29 2-103-15,-41 5-92 0,-44 8-46 16,-18 3-52 0,11 4-21-16,45-5-14 0,51-5-1 15,34-7-23-15,20 0-32 16,6 1-55-16,27 11-160 15,9-6-263-15,4-2-872 0</inkml:trace>
  <inkml:trace contextRef="#ctx0" brushRef="#br1" timeOffset="141328.6">25753 11462 1901 0,'0'0'350'16,"-169"26"-203"-16,75-8 117 0,22-2-168 16,-5 5-71-16,-8 2-25 15,6 1-15-15,8-1-73 16,5-6-107-16,-3-9-178 16,19-8-202-16,15 0-426 0</inkml:trace>
  <inkml:trace contextRef="#ctx0" brushRef="#br1" timeOffset="141755.98">25987 9840 185 0,'0'0'519'0,"0"0"-450"15,0 0 169-15,0 0-55 0,0 0-111 16,0 0 5 0,0 0 52-16,-125 99 9 15,90-39-23-15,-19 35-11 0,-21 37-15 16,-33 37-26-16,-21 16-33 16,-9-13-16-16,2-25-4 15,29-45-4-15,22-28 0 16,22-22-4-16,15-11 6 15,-19 17-8-15,11-11-144 16,9-9-358-16</inkml:trace>
  <inkml:trace contextRef="#ctx0" brushRef="#br1" timeOffset="142190.99">26522 9444 1213 0,'0'0'145'15,"-51"171"-20"-15,3-5 41 16,-14 38-55-16,-13 9-26 15,-10-20 27-15,12-57-42 16,10-37-33-16,16-36-16 16,3-10-12-16,-5 3-3 15,-5 2 2-15,3-2-8 16,22-20-25-16,17-16-147 16,12-20-520-16</inkml:trace>
  <inkml:trace contextRef="#ctx0" brushRef="#br1" timeOffset="142505.29">27300 9440 18 0,'0'0'1107'0,"0"0"-977"16,-9 131 23-16,-26-5 66 15,-36 75-19-15,-33 33-83 0,-20 11 3 16,-12-23-36 0,8-53-23-16,8-27-32 0,20-37 14 15,25-30-18-15,21-23-16 16,11-14-2-16,1-4-7 15,9-17-123-15,6-2-145 16,20-15-376-16</inkml:trace>
  <inkml:trace contextRef="#ctx0" brushRef="#br1" timeOffset="142783.35">27482 9919 1343 0,'-75'161'185'15,"-28"27"-133"-15,-12-12 47 16,-22-5 49-16,-6-14-44 15,-1-12-22-15,6-19-24 16,24-30-30-16,24-24-28 16,-16 2-4-16,30-24-206 15,3-9-603-15</inkml:trace>
  <inkml:trace contextRef="#ctx0" brushRef="#br1" timeOffset="145371.39">3366 8816 1300 0,'0'0'1150'0,"0"0"-1004"0,0 0-9 15,0 0-72-15,15 149 41 16,-1-22-11-16,-6 13-28 16,-1-21-25-16,-5-30-5 15,-2-35-10-15,0-7-13 16,0 1-13-16,0-1 7 16,0-6-8-16,0-11-1 15,0-14-31-15,0-8-29 16,0-8-11-16,0-24-36 15,0-12-184-15,-7-8-529 0</inkml:trace>
  <inkml:trace contextRef="#ctx0" brushRef="#br1" timeOffset="145634.75">3370 8689 1487 0,'0'0'173'15,"0"0"-92"-15,164-62 164 16,-81 62-59-16,-2 8-48 16,-14 33-63-16,-20 18-5 15,-26 8 13-15,-21 3 5 16,-6-5 16-16,-34-3 4 16,-14-5-17-16,-6-7-45 15,0-12-17-15,4-10-13 0,12-9-16 16,8-7-33-16,14-7-64 15,6-5-99-15,9 0-264 16,5 0-220-16</inkml:trace>
  <inkml:trace contextRef="#ctx0" brushRef="#br1" timeOffset="145912.4">4203 8700 1952 0,'0'0'219'0,"0"0"-185"0,-60 114 90 16,32-35 79-16,-1 13-35 15,2 5-23-15,11-17-43 16,3 5-48-16,11-13-41 15,2-13-8-15,0-12-5 16,15-15-38-16,8-10-50 16,21-16-149-16,-4-6-401 15,-4 0-633-15</inkml:trace>
  <inkml:trace contextRef="#ctx0" brushRef="#br1" timeOffset="146161.17">4632 8729 1670 0,'0'0'290'0,"0"0"-211"15,0 0 40-15,150-34-56 16,-79 28-46-16,-1 2-13 16,9 4-4-16,-21 0-202 15,-20 0-577-15</inkml:trace>
  <inkml:trace contextRef="#ctx0" brushRef="#br1" timeOffset="146443.29">4665 8722 1512 0,'0'0'195'0,"0"0"-71"16,0 0 113-16,-124 127-75 16,99-69-3-16,7 6 16 15,7 6-34-15,9-1-50 16,2-2-52-16,4-4-18 0,19-10-7 15,6-7-5 1,4-8 4-16,3-11-3 0,3-5-8 16,1-8-2-16,5-8-14 15,5-6-11-15,-2-3-70 16,10-36-184-16,-13 2-333 16,-14 0-367-16</inkml:trace>
  <inkml:trace contextRef="#ctx0" brushRef="#br1" timeOffset="146649.07">4502 9115 1614 0,'0'0'359'0,"0"0"-195"15,0 0 76-15,0 0-114 16,0 0-80-16,0 0-22 15,152-30-14-15,-80 23-10 16,23 0-67-16,-19 4-159 16,-14-1-435-16</inkml:trace>
  <inkml:trace contextRef="#ctx0" brushRef="#br1" timeOffset="147082.21">5399 9166 1558 0,'0'0'198'16,"0"0"-16"-16,0 0 59 15,0 0-104-15,137-26-78 16,-81 14-33-16,0 2-10 16,4 2-16-16,-15 4-170 15,-11 4-663-15</inkml:trace>
  <inkml:trace contextRef="#ctx0" brushRef="#br1" timeOffset="148148.34">6148 8860 788 0,'0'0'127'0,"0"0"-36"16,0 0 155-16,0 0-85 16,0 0-14-16,0 0 35 0,0 0-39 15,42 84 55-15,-46-31-48 16,-19 10-43-16,-4 8 1 15,-4-2-28-15,0-1 4 16,2-4-32-16,4-10-11 16,8-9-9-16,3-14-19 15,5-8-7-15,7-14-5 16,2-9 1-16,0 0 20 16,0-18 0-16,0-15-14 15,4-8-8-15,5-7 0 16,3-1 0-16,1 0 0 15,3-1-2-15,1 0-7 16,6-2 2-16,-1-4-12 16,3 1 5-16,-1 1 14 15,3 4-6-15,-1 6-2 0,-1 4 8 16,-4 10 7-16,-9 11-7 16,-3 6 0-16,-1 9-6 15,-4 4 2-15,4 1-25 16,3 24 29-16,5 11 1 15,2 10 5-15,0 8 6 16,0 4 3-16,-3 2-2 16,-1-1-7-16,-1-6 0 15,-2-2-5-15,1-9 0 16,-2-8 0-16,1-6-1 0,1-4 1 16,1-6-1-1,1 0 1-15,-3-4-1 0,-1-2-6 16,0-2-9-16,-6 0-55 15,1-3-127-15,-5-6-146 16,0-1 54-16,0 0-199 16,0-1-226-16</inkml:trace>
  <inkml:trace contextRef="#ctx0" brushRef="#br1" timeOffset="148390.59">6143 9254 355 0,'0'0'837'0,"0"0"-717"16,0 0 43-16,0 0 9 15,0 0 1-15,132-5-92 16,-70-6-21-16,5-1-16 15,0 4-44-15,24-2-21 16,-17 2-204-16,-12 4-664 0</inkml:trace>
  <inkml:trace contextRef="#ctx0" brushRef="#br1" timeOffset="148816.39">6809 8640 598 0,'0'0'315'16,"0"0"-125"-16,0 0 106 16,0 0-85-16,0 0-25 15,125 109-32-15,-89-56 46 16,-4 10-19-16,-6 7-83 15,-10 1-44-15,-10 3-25 16,-6-4-15-16,0-5-5 16,-11-2 1-16,-9-7 2 15,-3-5-11-15,0-4-1 16,-16 10-40-16,6-11-450 16,1-12-856-16</inkml:trace>
  <inkml:trace contextRef="#ctx0" brushRef="#br1" timeOffset="150778.96">25644 9781 468 0,'0'0'355'0,"0"0"-192"16,-47 129 45-16,18-40-25 16,-11 30-96-16,0-8-55 15,1-12-18-15,2-16-13 16,1-21 1-16,-4 7 5 15,-5 3-6-15,-1-9 1 16,-1-10-2-16,-9-11-105 16,12-14-239-16,8-18-434 0</inkml:trace>
  <inkml:trace contextRef="#ctx0" brushRef="#br1" timeOffset="151114.69">26213 9517 933 0,'0'0'115'0,"0"105"-79"15,-21 4 101-15,-20 41-57 16,-7 1-34-16,3-24-7 16,14-37-17-16,11-40-6 15,9-14-7-15,4-2-3 16,7-10-6-16,4-8-180 15,17-16-411-15</inkml:trace>
  <inkml:trace contextRef="#ctx0" brushRef="#br1" timeOffset="151332.65">26593 9517 757 0,'0'0'174'15,"0"0"-126"-15,50 112 127 16,-42-6 31-16,-8 3-38 16,0-7-79-16,-24-12-50 15,-3-25 2-15,0-2-10 16,3-5-21-16,10-17-9 16,14-34-1-16,14-7-166 15,12-9-388-15</inkml:trace>
  <inkml:trace contextRef="#ctx0" brushRef="#br1" timeOffset="151506.7">27037 9428 1162 0,'0'0'161'16,"-14"111"-115"-16,-7-40-19 15,-8 10 22-15,0-5 8 16,0-6-21-16,4-9-20 15,5-6-16-15,7-16-20 16,5-20-587-16</inkml:trace>
  <inkml:trace contextRef="#ctx0" brushRef="#br1" timeOffset="151671.24">27256 9849 902 0,'-83'129'123'16,"-24"13"-88"-16,0-23-21 16,-9-15 8-16,3-17-3 15,30-28-19-15,16-21-330 0</inkml:trace>
  <inkml:trace contextRef="#ctx0" brushRef="#br1" timeOffset="158838.35">7556 9034 1691 0,'0'0'232'16,"0"0"-112"-16,0 0 67 16,0 0-128-16,134-9-41 15,-87 9-9-15,-1 0-7 16,2 0 5-16,-9 0-6 16,-3 0-1-16,-5 0-49 15,-11 0-232-15,-11 0-357 0</inkml:trace>
  <inkml:trace contextRef="#ctx0" brushRef="#br1" timeOffset="159051.14">7612 9272 1993 0,'0'0'247'0,"0"0"-187"16,0 0 81-16,0 0-40 15,0 0-62-15,0 0-18 16,123-18-9-16,-63 2-12 16,-2 0 0-16,-2 2-99 0,15 4-156 15,-15 3-234 1,-6 5-570-16</inkml:trace>
  <inkml:trace contextRef="#ctx0" brushRef="#br1" timeOffset="159416.49">8649 8932 958 0,'0'0'1037'16,"0"0"-771"-16,0 0 22 16,0 0-125-16,0 0-116 15,0 0 41-15,-11 146 18 16,11-62-24-16,0 3-22 16,0 3-12-16,0-8-18 15,2-9-15-15,2-12-14 16,1-13 0-16,-3-10 0 15,2-11-1-15,-2-10-22 16,0-8-55-16,-2-6-45 16,0-3-28-16,0-15-27 15,0-8-315-15,0-7-348 0</inkml:trace>
  <inkml:trace contextRef="#ctx0" brushRef="#br1" timeOffset="159747.96">8491 8959 1562 0,'0'0'188'0,"0"0"-118"16,0 0 125-16,133-122-85 16,-59 100-59-16,4 12 57 15,-4 10 31-15,-12 9-17 16,-18 22-33-16,-15 7-41 0,-16 6 42 15,-13 2-2-15,0 0 0 16,-26-4-15-16,-12-6-3 16,-11-2-16-16,-5-5-21 15,-1-5-13-15,1-5-10 16,8-8-2-16,8-5-7 16,9-6 8-16,9 0-9 15,6 0-17-15,7-8-57 16,7-4-72-16,7-4-78 15,15 4-232-15,7 0-367 0</inkml:trace>
  <inkml:trace contextRef="#ctx0" brushRef="#br1" timeOffset="160476.01">9226 8707 1423 0,'0'0'192'0,"0"0"-56"16,0 0 85-16,0 0-147 15,0 0-56-15,0 0-4 16,0 0 26-16,49-11 41 16,-44 11 38-16,-3 0 15 15,-2 0-47-15,0 0-40 16,0 12-30-16,0 16 2 16,-10 15 39-16,-3 6 6 15,-2 9 5-15,-1 5-2 16,5-2-7-16,6-2 1 15,5-4-19-15,0-7-21 0,8-6-8 16,16-7-5 0,4-3-7-16,3-11 7 0,4-4-7 15,-2-6 1-15,0-2 4 16,-1-9-6-16,-1 0-10 16,-2 0-32-16,-4-13-40 15,4-23-57-15,-10 2-125 16,-5 2-483-16</inkml:trace>
  <inkml:trace contextRef="#ctx0" brushRef="#br1" timeOffset="160700.57">9658 8756 1536 0,'0'0'258'16,"0"0"-120"-16,0 0 166 16,0 0-175-16,0 0-93 15,143-35-25-15,-91 35-9 16,-8 0-1-16,0 0-1 16,-12 0-129-16,-12 0-443 0</inkml:trace>
  <inkml:trace contextRef="#ctx0" brushRef="#br1" timeOffset="160977.63">9756 8765 1475 0,'0'0'293'16,"0"0"-83"-16,0 0 83 15,-84 104-99-15,59-58-60 16,3 6-15-16,11 0-11 15,9-2-37-15,2-4-38 16,6-5-15-16,17-6-7 16,6-6-5-16,4-7-5 15,3-6 5-15,4-6-5 16,5-6 0-16,1-4-1 16,-3 0-21-16,-3-4-75 0,-11-15-83 15,-7-12-163 1,-11 2-193-16,-7 0-360 0</inkml:trace>
  <inkml:trace contextRef="#ctx0" brushRef="#br1" timeOffset="161144.54">9660 9050 347 0,'0'0'1406'0,"0"0"-1062"15,0 0-35-15,0 0-102 16,0 0-124-16,0 0-59 15,0 0-12-15,152-23-12 16,-65 7-52-16,-11 2-191 16,-13 0-558-16</inkml:trace>
  <inkml:trace contextRef="#ctx0" brushRef="#br1" timeOffset="161423.16">10265 8552 1652 0,'0'0'361'16,"0"0"-266"-16,0 0 6 16,0 0 30-16,114 54-79 15,-88 15 36-15,-8 12 57 16,-9 8 19-16,-7-2-50 15,-2-8-51-15,0-10-29 0,-11-13-20 16,0-10-13-16,0-10-1 16,1-12-51-16,10-10-136 15,0-9-420-15,0-5-866 0</inkml:trace>
  <inkml:trace contextRef="#ctx0" brushRef="#br1" timeOffset="161744.53">10530 8893 1868 0,'0'0'311'15,"0"0"-223"-15,0 0 65 16,0 0-76-16,0 0-49 16,143 0 3-16,-83 0 7 15,1 0-14-15,-7 0-14 16,-4 0-10-16,10 0-8 15,-13 2-258-15,-9-2-551 0</inkml:trace>
  <inkml:trace contextRef="#ctx0" brushRef="#br1" timeOffset="163982.99">11656 9138 2212 0,'0'0'271'0,"0"0"-225"16,-7 148 33-16,5-34 64 16,-2-1-66-16,4-11-26 15,-3-14-20-15,1-26-19 16,-3 3-10-16,-1 0-1 16,-1-14-1-16,3-19-29 15,2-20-105-15,2-26-130 16,0-23-274-16,0-9-620 0</inkml:trace>
  <inkml:trace contextRef="#ctx0" brushRef="#br1" timeOffset="164244.51">11629 9036 1527 0,'0'0'198'16,"0"0"-146"-16,112-153 70 15,-48 107 40-15,9 16-47 16,4 17-56-16,-6 13 28 15,-9 13 10-15,-15 20-35 16,-20 13-34-16,-16 5 13 16,-11 2 63-16,-20-2-9 15,-22-2-1-15,-12-6-15 16,-6-7-28-16,-1-7-27 16,8-9-13-16,9-6-10 15,10-8-1-15,12-6-40 16,4 0-56-16,18-14-87 15,0-7-367-15,9-6-983 0</inkml:trace>
  <inkml:trace contextRef="#ctx0" brushRef="#br1" timeOffset="164493.14">12584 8657 2136 0,'0'0'275'0,"0"0"-209"15,0 0 81-15,-72 154-20 16,43-86-32-16,2 2-28 0,5-6-22 16,10-8-19-1,8-6-19-15,4-7-7 0,0-9-15 16,31-6-135-16,0-10-325 15,1-11-1028-15</inkml:trace>
  <inkml:trace contextRef="#ctx0" brushRef="#br1" timeOffset="164808.13">12713 9296 1877 0,'0'0'344'0,"0"0"-163"0,33-130 27 15,-16 63-73-15,6 0-74 16,-3-6-26-16,1 3 24 16,-4 6-3-16,1 9-4 15,-3 16-4-15,-1 11 0 16,-1 14 0-16,5 14-26 16,2 4-22-16,7 29 0 15,2 14 1-15,0 11 1 16,-3 2-2-16,-3-2 8 15,-6-5-8-15,-3-5 1 16,-3-11-1-16,-5-6 0 16,2-9 0-16,-6-6-47 15,0-8-62-15,-2-4-61 16,0-4-216-16,0 0-487 0</inkml:trace>
  <inkml:trace contextRef="#ctx0" brushRef="#br1" timeOffset="164989.04">12768 9194 2367 0,'0'0'293'16,"0"0"-217"-16,0 0 30 16,0 0-68-16,130-84-31 15,-68 70-7-15,2 0-53 16,17 3-91-16,-16 1-226 15,-14 5-949-15</inkml:trace>
  <inkml:trace contextRef="#ctx0" brushRef="#br1" timeOffset="165326.99">13616 9334 1413 0,'0'0'749'16,"0"0"-570"-16,0 0-26 15,-16-106-14-15,16 67-58 16,-3-2-26-16,3-3-3 16,-2 0 32-16,2-5-11 15,0 2-1-15,0-2-20 16,2-1-19-16,21 1-22 16,6 6-10-16,4 6 5 15,7 13-6-15,5 12-2 16,-1 12 1-16,0 8-7 0,-1 27 7 15,-9 9 0-15,-12 8 0 16,-9 2 0-16,-11 0 0 16,-2 1 1-16,0-9 0 15,-6-4 0-15,-5-6-20 16,-1-6-60-16,2-4-91 16,5-5-384-16,3-10-610 0</inkml:trace>
  <inkml:trace contextRef="#ctx0" brushRef="#br1" timeOffset="165567.07">14341 8821 1829 0,'0'0'213'16,"0"0"-169"-16,114-36 76 15,-56 26-80-15,5 2-27 16,9 4-13-16,-17-1-105 16,-15 3-427-16</inkml:trace>
  <inkml:trace contextRef="#ctx0" brushRef="#br1" timeOffset="165814.57">14418 8843 1557 0,'0'0'324'0,"0"0"-71"16,0 0 43-16,-127 130-82 15,102-88-87-15,12 0-37 16,10 0-25-16,3-3-33 15,14-5-10-15,17-6-8 16,9-4 1-16,7-10-3 16,7-5-5-16,-1-9-7 0,0 0-9 15,-5-12-102 1,-4-25-142-16,-15 5-465 0,-11 2-660 0</inkml:trace>
  <inkml:trace contextRef="#ctx0" brushRef="#br1" timeOffset="165986.76">14268 9046 1371 0,'0'0'281'0,"0"0"-154"16,0 0 85-16,0 0-89 16,0 0-77-16,134 0-46 0,-67 0-28 15,9 0-12 1,24-17-36-16,-18-2-211 0,-15-1-750 0</inkml:trace>
  <inkml:trace contextRef="#ctx0" brushRef="#br1" timeOffset="166251.04">15182 8386 1367 0,'0'0'309'0,"0"0"-220"16,0 0-11-16,83 154 64 16,-70-72 31-16,-13 13 3 15,0 4-6-15,-31-8-45 16,-13 9-69-16,-46 33-56 15,10-24-139-15,-2-16-1193 0</inkml:trace>
  <inkml:trace contextRef="#ctx0" brushRef="#br1" timeOffset="169304.94">7862 10395 1568 0,'0'0'209'0,"0"0"-51"16,0 0 121-16,0 0-131 15,0 0-61-15,0 0-33 16,13 10-5-16,9-8 5 15,5-2-1-15,4 0-19 0,0 0-17 16,1 0-10-16,-1 0-7 16,-2 0 0-16,-4 0-76 15,-13 0-207-15,-4 0-314 16,-8 2-462-16</inkml:trace>
  <inkml:trace contextRef="#ctx0" brushRef="#br1" timeOffset="169491.7">7835 10628 1888 0,'0'0'277'16,"0"0"-208"-16,0 0 72 0,0 0-49 16,141-55-58-16,-106 51-24 15,-4 4-10-15,-4 0-15 16,2 9-140-16,-6 7-368 15,-10-4-493-15</inkml:trace>
  <inkml:trace contextRef="#ctx0" brushRef="#br1" timeOffset="177547.99">9095 10469 1543 0,'0'0'236'15,"0"0"-123"-15,0 0 150 0,0 0-157 16,-134 77-48-16,118-26-2 15,7 6 0-15,9-1-20 16,0-5 10-16,16-7-21 16,17-13-6-16,14-13 2 15,11-18 57-15,5-3-22 16,-1-30-27-16,-9-9-8 16,-12-6 4-16,-17-4 9 15,-17 4 7-15,-7 2 32 16,-16 3-6-16,-17 6-12 15,-7 4-17-15,-1 5-28 16,3 5-3-16,5 8-7 16,8 7-13-16,6 8-81 0,7 0-80 15,8 12-200 1,4 4-731-16</inkml:trace>
  <inkml:trace contextRef="#ctx0" brushRef="#br1" timeOffset="177723.03">9544 10814 354 0,'0'0'1344'16,"0"0"-1128"-16,-29 112 91 15,12-66-72-15,3-1-131 16,5-10-63-16,5-4-29 16,2-11-11-16,2-10-1 15,2-10-132-15,19-3-209 16,0-20-283-16</inkml:trace>
  <inkml:trace contextRef="#ctx0" brushRef="#br1" timeOffset="178141.78">9935 10430 697 0,'0'0'773'16,"0"0"-670"-16,0 0 65 16,140-12-70-16,-121 38-66 15,-19 9-7-15,0 5-16 0,-35 2 48 16,-5-4 66-16,3-6-60 16,6-11-22-16,10-9 10 15,13-8-32-15,8-4 21 16,0 0-8-16,19 0-17 15,6 0-14-15,2 4-1 16,-1 10 0-16,-3 6 18 16,-6 6 9-16,-5 2-5 15,-12 2-7-15,0-2 16 16,-16-2 83-16,-17-5 23 16,-9-1-14-16,-6-6-52 15,4-4-21-15,3-5-20 16,8-5-21-16,8 0-1 0,10 0-8 15,9 0-11 1,6-22-95-16,15-2-167 0,12 0-540 0</inkml:trace>
  <inkml:trace contextRef="#ctx0" brushRef="#br1" timeOffset="178339.08">10613 10735 2070 0,'0'0'261'16,"0"0"-172"-16,0 0-10 16,0 0-57-16,171-46-22 0,-115 41-166 15,-9 1-388-15</inkml:trace>
  <inkml:trace contextRef="#ctx0" brushRef="#br1" timeOffset="178682.01">11406 10543 1737 0,'0'0'331'0,"0"0"-235"0,0 0 6 16,0 0 25-16,0 0-21 16,-132 141-57-16,124-99-26 15,8-7-8-15,6-6 0 16,29-14 4-16,13-8 5 16,8-7-10-16,-3-7-2 15,-8-18-3-15,-10-3 13 16,-15-3 69-16,-11-1-1 15,-9-2-16-15,-2 5-6 16,-21 0-46-16,-6 7-7 16,-2 4-15-16,3 7-6 15,1 4-40-15,9 5-96 16,9 2-141-16,9 0-576 0</inkml:trace>
  <inkml:trace contextRef="#ctx0" brushRef="#br1" timeOffset="178849.19">11667 10904 1721 0,'0'0'237'15,"0"0"8"-15,0 0 22 16,-98 135-174-16,83-101-64 16,5-4-29-16,10-8-49 15,2-16-263-15,21-6-294 16,6 0-582-16</inkml:trace>
  <inkml:trace contextRef="#ctx0" brushRef="#br1" timeOffset="179193.94">12073 10606 1245 0,'0'0'160'16,"0"0"-60"-16,0 0 59 15,154-41-37-15,-112 41-34 16,-7 0 32-16,-12 17-25 16,-15 11-51-16,-8 5-5 15,-4 10 26-15,-25 3 28 0,-7 0-41 16,1-5-21-16,4-4-3 15,10-8-3-15,11-8-14 16,7-6-10-16,3-6 18 16,3-7 24-16,19-2 24 15,11 0-37-15,7-10-30 16,25-26-51-16,-9 1-259 16,-5 2-731-16</inkml:trace>
  <inkml:trace contextRef="#ctx0" brushRef="#br1" timeOffset="179410.97">12723 10611 1795 0,'0'0'334'0,"0"0"-182"16,0 0 10-16,0 0-61 15,143-12-63-15,-91 5-24 16,-10 0-13-16,-11 7-1 16,-13 0-94-16,-11 0-294 15,-7 11-559-15</inkml:trace>
  <inkml:trace contextRef="#ctx0" brushRef="#br1" timeOffset="179553.18">12763 10840 1532 0,'0'0'369'0,"0"0"-211"16,0 0 115-16,0 0-135 16,0 0-120-16,159-26-18 15,-86 5-146-15,-12 4-234 16,-10-1-829-16</inkml:trace>
  <inkml:trace contextRef="#ctx0" brushRef="#br1" timeOffset="179897.99">13644 10573 1448 0,'0'0'252'0,"0"0"-5"16,0 0 35-16,-129 96-116 15,109-57-53-15,15 0-22 16,5-8-20-16,14-4-14 16,21-10 8-16,17-11 1 15,10-6-30-15,3-4-23 16,-7-18-12-16,-12-4 11 16,-17-1-1-16,-17 0 17 15,-12-1 13-15,-16 2-19 0,-22 1-8 16,-9 6-14-16,-4 3 0 15,4 5-6-15,5 8-64 16,13 3-72-16,11 0-238 16,11 2-877-16</inkml:trace>
  <inkml:trace contextRef="#ctx0" brushRef="#br1" timeOffset="180064.46">13967 10844 1724 0,'0'0'208'0,"0"0"-63"16,0 0 110-16,-35 114-133 0,19-86-80 15,3-3-34 1,-3-6-8-16,5-2-380 0,7-9-885 0</inkml:trace>
  <inkml:trace contextRef="#ctx0" brushRef="#br1" timeOffset="180453.4">14518 10677 1635 0,'0'0'222'16,"0"0"-106"-16,0 0 137 16,9-112-123-16,-9 86-38 15,0 9-34-15,0 5 28 16,0 4-4-16,0 5-16 16,0 3-32-16,0 0-34 15,0 6-6-15,0 20 5 16,0 11 0-16,0 6 1 15,0 8 1-15,0 1-1 16,0-5 1-16,0-3-1 16,0-5 0-16,-3-9-5 15,-1-7-23-15,2-8-63 0,-3-6-128 16,-1-8-152-16,-17-1-180 16,1 0-21-16,-2 0-348 0</inkml:trace>
  <inkml:trace contextRef="#ctx0" brushRef="#br1" timeOffset="180591.02">14335 10922 677 0,'0'0'600'16,"0"0"-355"-16,0 0 60 15,0 0-10-15,0 0-117 16,127 17-108-16,-80-17-48 16,-1 0-22-16,18 0-59 15,-14 0-327-15,-5-4-685 0</inkml:trace>
  <inkml:trace contextRef="#ctx0" brushRef="#br1" timeOffset="199561.91">2610 12779 13 0,'0'0'1330'16,"0"0"-1150"-16,0 0 90 16,0 0-33-16,-143-7-77 15,97 7-18-15,-4 1-35 16,-1 13-27-16,-6 6-20 15,-7 8-7-15,0 6 8 16,-1 6-40-16,7 2 30 16,14 4-32-16,17 0-1 0,25-7-7 15,4-5-11-15,40-12 6 16,20-12 3-16,17-10-1 16,6-3 1-16,2-21-9 15,-7-8-45-15,-9-5-30 16,-12-1-23-16,-13-5-26 15,-13-8 40-15,-15-5 19 16,-11-12 25-16,-7-9 35 16,-13-3 5-16,-14 0 11 15,-4 4 37-15,0 9 67 16,6 14 2-16,9 10 16 16,5 16-12-16,7 10-8 15,4 17-31-15,0 0-56 0,17 29-26 16,6 17 11-1,-1 12 10-15,-2 8 9 0,-9 0-14 16,-2-4-5-16,-7-8-10 16,-2-6-1-16,0-12 0 15,0-7-49-15,0-15-90 16,0-9-108-16,0-5-543 0</inkml:trace>
  <inkml:trace contextRef="#ctx0" brushRef="#br1" timeOffset="199869.63">2842 11989 1418 0,'0'0'676'16,"0"0"-627"-16,0 0 79 16,94 140 66-16,-42-25-66 15,0 33-18-15,-9 8 8 16,-19-24-36-16,-19-33-35 16,-5-36-26-16,-3-12-15 15,-15 7 0-15,-4 7-6 16,-1 1 0-16,-6 8-62 0,8-20-175 15,0-11-611-15</inkml:trace>
  <inkml:trace contextRef="#ctx0" brushRef="#br1" timeOffset="-202394.51">3517 12398 1646 0,'0'0'208'16,"0"0"75"-16,0 0 19 15,0 0-189-15,0 0-95 16,0 0 12-16,-14 198 90 16,33-61 1-16,14 11-24 15,0-21-29-15,-4-37-12 16,-11-29-8-16,-2-6-19 15,0 7 1-15,-1 5 0 16,-1 1-12-16,-6-12-17 16,-1-15 7-16,-3-8-8 0,-2-15 0 15,1-8-19 1,-3-6-37-16,0-4-11 0,0 0-2 16,-9-18-49-16,-16-14-104 15,-17-24-154-15,4 7-180 16,7 2-411-16</inkml:trace>
  <inkml:trace contextRef="#ctx0" brushRef="#br1" timeOffset="-202026.58">3488 12485 1397 0,'0'0'238'16,"0"0"-164"-16,0 0 190 16,152-93-134-16,-92 73-14 15,2 11 3-15,-1 9-51 16,-6 1-28-16,-6 27-1 16,-6 10-4-16,-14 7 17 15,-10 1 20-15,-9-1 25 16,-10-2-3-16,0-5-18 15,-16-5-16-15,-11-4-17 16,-9-3-16-16,-1-8-8 16,-3-4-8-16,-3-4-4 15,5-3-6-15,3-2-1 0,2-3-13 16,1-2-19-16,6 0-31 16,5 0-45-16,8 0-99 15,4-10-333-15,9 1-492 0</inkml:trace>
  <inkml:trace contextRef="#ctx0" brushRef="#br1" timeOffset="-201208.43">6379 12330 1172 0,'0'0'361'0,"0"0"-42"16,0 0 47-16,0 0-151 15,0 0-150-15,0 0-46 16,0 0 114-16,0 145 4 15,-4-73-40-15,-3 3-6 16,1-2-35-16,-2-7-15 16,2-8-17-16,0-5-4 15,-3-7-10-15,1-8-4 16,0-9-4-16,4-5-1 0,-1-9 1 16,1-5-1-16,4-6 0 15,-2-4 0-15,2 2 1 16,0-2-1-16,0 0 0 15,0 0-1-15,0 0-13 16,0 0-36-16,0 0-41 16,4-26-56-16,11 0-547 15,8-3-1025-15</inkml:trace>
  <inkml:trace contextRef="#ctx0" brushRef="#br1" timeOffset="-198587.63">5071 12388 1287 0,'0'0'270'0,"0"0"-37"15,0 0 55-15,0 0-85 16,0 0-43-16,0 0-56 16,0 0-64-16,85-5-5 15,-46 2-2-15,-1 3-3 16,1 0-17-16,-6 0-7 15,0 5-5-15,-4 2-1 0,-2-1 0 16,-7-2-45 0,-2-4-96-16,-7 0-235 0,-7 0-274 0</inkml:trace>
  <inkml:trace contextRef="#ctx0" brushRef="#br1" timeOffset="-198237.73">5056 12366 484 0,'0'0'856'16,"0"0"-749"-16,0 0 90 16,0 0-65-16,0 0-76 15,0 0 16-15,0 0 78 0,-116 142-10 16,108-89-15-16,6 5-2 15,2 3-43-15,0 0-24 16,10-3-21-16,11-6-19 16,8-10 2-16,6-8 6 15,2-7 5-15,3-7-15 16,0-6-7-16,1-6-1 16,-2-8 5-16,-1 0-5 15,3-8-6-15,-6-12-37 16,-1-4-63-16,-5-4-89 15,-7 0-87-15,-11-9-26 16,-7 7-209-16,-4 6-186 0</inkml:trace>
  <inkml:trace contextRef="#ctx0" brushRef="#br1" timeOffset="-198040.31">4948 12707 1288 0,'0'0'331'0,"0"0"-148"16,0 0 92-16,0 0-163 15,0 0-90-15,0 0 27 16,0 0-31-16,121-36-18 16,-46 14-124-16,-10 2-217 0,-10 0-530 15</inkml:trace>
  <inkml:trace contextRef="#ctx0" brushRef="#br1" timeOffset="-197695.44">5666 12216 42 0,'0'0'1327'0,"0"0"-1176"0,0 0-13 15,0 0 18-15,0 0-59 16,-130 36-10-16,103-8 19 16,8 6-16-16,3 3-14 15,9-2-23-15,7-3-4 16,0-4-8-16,11-6 14 15,14-7 12-15,10-6-12 16,8-7-25-16,6-2-20 16,-2 0-10-16,0 0-40 15,6-11-156-15,-10 0-310 16,-7 3-453-16</inkml:trace>
  <inkml:trace contextRef="#ctx0" brushRef="#br1" timeOffset="-196928.06">6946 12562 1114 0,'0'0'146'16,"0"0"40"-16,0 0 52 15,-23 125-36-15,5-77-32 16,3 1-18-16,-1-5-12 16,3-5-42-16,2-5-40 15,1-5-13-15,4-9-2 16,2-6-12-16,1-4-12 15,3-4-11-15,-2-4-2 0,2-2 3 16,0 0 20-16,0 0 67 16,0-16-12-16,2-9-61 15,9-7-11-15,3-1-11 16,1-6-1-16,1 1 1 16,4 0 1-16,-2-2-2 15,2 2 0-15,0 0-1 16,0 0 1-16,3 0-2 15,-4 6 1-15,-1 6-5 16,-2 4 5-16,-3 8 0 16,-4 6 0-16,1 5 1 15,-4 3-6-15,3 0-8 0,2 19 5 16,7 13 8-16,0 10 0 16,-1 6 1-16,2 4 1 15,-4 0 0-15,-1-6-1 16,-1-4 1-16,0-7-1 15,0-9 0-15,-4-6 0 16,1-7 0-16,-6-4-1 16,0-5 1-16,1-3-44 15,-1-1-69-15,-2 0-44 16,-2-9-203-16,0-9-209 16,0 2-460-16</inkml:trace>
  <inkml:trace contextRef="#ctx0" brushRef="#br1" timeOffset="-196733.47">6939 12816 1245 0,'0'0'234'16,"0"0"-151"-16,0 0-54 15,0 0-29-15,165-11-5 16,-107-1-257-16,-9 3-296 0</inkml:trace>
  <inkml:trace contextRef="#ctx0" brushRef="#br1" timeOffset="-195991.12">4755 12256 763 0,'0'0'502'0,"0"0"-326"15,0 0 34-15,0 0-84 16,0 0-33-16,0 0 3 15,0 0-7-15,-19-9-38 16,6 9-17-16,-7 17 9 16,-7 12 25-16,-4 6 6 0,-2 15 10 15,-1 13 1-15,1 7-14 16,6 10-18-16,7 4 11 16,9 0-27-16,11-1-19 15,0-5-12-15,6-6-6 16,21-4 1-16,9-6-1 15,38 7-73-15,-7-16-164 16,-1-13-387-16</inkml:trace>
  <inkml:trace contextRef="#ctx0" brushRef="#br1" timeOffset="-195338.17">7603 12200 1275 0,'0'0'272'16,"0"0"-45"-16,0 0 18 0,0 0-144 15,0 0-66-15,0 0-23 16,0 0 62-16,80 105 56 16,-42-44-14-16,-2 12-30 15,-10 4-31-15,-5 3-9 16,-7-1-7-16,-10-5-12 16,-4-5-6-16,0-9-5 15,-8-6-3-15,-11-6-12 16,-1-4-1-16,-3-8 1 15,8-6-1-15,1-10 0 16,8-9-76-16,3-10-57 16,3-1-69-16,3-14-273 15,11-5-830-15</inkml:trace>
  <inkml:trace contextRef="#ctx0" brushRef="#br1" timeOffset="-195030.51">8279 12476 1796 0,'0'0'213'16,"0"0"-142"-16,0 0 84 15,0 0-60-15,0 0-58 16,154 25-25-16,-99-23-8 16,-6-2-4-16,0 0-100 15,-11 0-177-15,-13-6-251 0</inkml:trace>
  <inkml:trace contextRef="#ctx0" brushRef="#br1" timeOffset="-194865.48">8366 12741 1498 0,'0'0'192'15,"0"0"-92"-15,0 0 125 16,0 0-152-16,160-15-73 15,-95-11-237-15,-14 1-285 16,-15 1-546-16</inkml:trace>
  <inkml:trace contextRef="#ctx0" brushRef="#br1" timeOffset="-170738.72">9500 12242 1542 0,'0'0'275'16,"0"0"-133"-16,0 0 126 15,0 0-114-15,0 0-92 16,-6 162 105-16,6-29-14 16,2 13-30-16,-2-20-32 0,0-31-33 15,0-35-21 1,0-7-20-16,0 5-11 0,0 5-6 16,0-3 1-16,0-11-1 15,0-17-11-15,0-14-39 16,0-17-43-16,0-1-7 15,-7-35-97-15,-7-6-396 16,2-2-443-16</inkml:trace>
  <inkml:trace contextRef="#ctx0" brushRef="#br1" timeOffset="-170425.69">9565 12212 1249 0,'0'0'245'0,"0"0"-139"15,114-44 92-15,-61 44-78 16,0 2-67-16,-6 28-15 16,-9 14 22-16,-15 10 57 15,-15 6 24-15,-8 3-9 16,-4-4-8-16,-27-2-48 15,-11-7 10-15,-8-6-16 16,-6-7-35-16,-2-5-19 16,3-11-10-16,6-9-5 15,8-7-1-15,13-5 0 0,10 0-98 16,18-26-185-16,6-3-223 16,19 1-553-16</inkml:trace>
  <inkml:trace contextRef="#ctx0" brushRef="#br1" timeOffset="-170124">10497 12129 1620 0,'0'0'303'0,"0"0"-230"15,0 0 198 1,-127 157-62-16,88-75-53 0,8 7-31 16,10-5-25-16,9-10-40 15,10-14-35-15,2-14-14 16,8-14-10-16,15-10 7 16,6-10-7-16,2-3-1 15,4-8-21-15,4-1-37 16,3 0-48-16,23-4-117 15,-10-14-270-15,-5-4-269 0</inkml:trace>
  <inkml:trace contextRef="#ctx0" brushRef="#br1" timeOffset="-169913.76">10873 12214 1618 0,'0'0'240'15,"0"0"-171"-15,0 0 48 16,156-51-79-16,-113 46-38 16,-1 2-53-16,-13 3-150 15,-9 0-348-15</inkml:trace>
  <inkml:trace contextRef="#ctx0" brushRef="#br1" timeOffset="-169630.39">10846 12170 1209 0,'0'0'335'16,"0"0"-130"-16,0 0 76 15,-129 70-95-15,96-30-25 16,8 8-45-16,8 9-23 15,9 1 19-15,8 2-11 16,3-4-48-16,21-5-15 16,10-6-18-16,9-9-10 15,-1-10-2-15,5-10-7 16,-1-8-1-16,-1-8 0 16,-3 0-37-16,-2-18-39 15,-9-5-63-15,-6-6-65 0,-9 0-98 16,-16-6 6-16,0 7-183 15,-4 4-363-15</inkml:trace>
  <inkml:trace contextRef="#ctx0" brushRef="#br1" timeOffset="-169463.71">10677 12521 1015 0,'0'0'305'15,"0"0"-126"-15,0 0 295 16,0 0-270-16,0 0-77 15,0 0-83-15,0 0-10 0,71-13-1 16,-23 2-22 0,18-6-11-16,-10 5-166 0,-7 2-433 0</inkml:trace>
  <inkml:trace contextRef="#ctx0" brushRef="#br1" timeOffset="-169170.76">11529 12114 652 0,'0'0'936'15,"0"0"-755"-15,0 0 88 16,0 0-70-16,0 0-95 16,0 0-46-16,-110 118-38 15,112-92-8-15,19-2-12 16,10-1-40-16,18 9-149 16,-4-9-294-16,-8 2-333 0</inkml:trace>
  <inkml:trace contextRef="#ctx0" brushRef="#br1" timeOffset="-168795.88">11739 12763 1126 0,'0'0'282'16,"0"0"-14"-16,0 0 36 15,0 0-109-15,0 0-62 16,0 0-23-16,0 0-23 15,-32-114-24-15,23 75-11 16,2-2 15-16,7-6-33 16,0 4-19-16,5-2 5 15,17 1-5-15,5 5-14 16,6 0-1-16,3 9 0 16,1 6-1-16,2 10-1 15,-3 10-5-15,-1 4-2 16,-4 7 1-16,-2 19 7 0,-2 11-5 15,-4 4 5-15,-8 8 1 16,-3-1 1-16,-8-2 0 16,-2-3 0-16,-2-9 1 15,2-4-2-15,0-9 0 16,5-4-51-16,7-11-196 16,-1-4-131-16,0-2-350 0</inkml:trace>
  <inkml:trace contextRef="#ctx0" brushRef="#br1" timeOffset="-168397.95">12592 12224 849 0,'0'0'114'15,"0"0"-114"-15,0 0-47 16,0 0-737-16</inkml:trace>
  <inkml:trace contextRef="#ctx0" brushRef="#br1" timeOffset="-167938.35">12592 12224 1388 0</inkml:trace>
  <inkml:trace contextRef="#ctx0" brushRef="#br1" timeOffset="-167601.77">12592 12224 1388 0,'40'-23'236'0,"-40"23"-171"0,-4 11-37 0,-5 24 17 0,-3 16 58 16,-5 19 62-16,-1 12 34 15,-3 3-13-15,2-1-52 16,-1-12-49-16,4-10-11 16,5-16-21-16,4-15-18 15,3-14-15-15,4-13-8 16,0-4 34-16,2-19 29 16,11-22-56-16,5-11-17 15,3-12-1-15,-4-6-1 16,5-2-1-16,1-1 1 0,6 3-1 15,2 8-8-15,-2 10-6 16,0 18 8-16,-7 16 5 16,-4 18-14-16,0 11 2 15,0 34 14-15,-2 14 0 16,-1 8 8-16,-3 6 1 16,-4-4-8-16,1-7 5 15,-5-7-5-15,0-13-1 16,2-11 0-16,-4-11-12 15,0-13-56-15,0-7-86 16,-2-12-25-16,0-15-332 16,0-2-557-16</inkml:trace>
  <inkml:trace contextRef="#ctx0" brushRef="#br1" timeOffset="-167443.71">12541 12617 1618 0,'0'0'363'15,"0"0"-172"-15,0 0 65 16,0 0-146-16,0 0-95 16,120-48-15-16,-55 27-156 15,26-16-112-15,-17 6-120 16,-14 1-739-16</inkml:trace>
  <inkml:trace contextRef="#ctx0" brushRef="#br1" timeOffset="-167188.89">13140 11941 1908 0,'0'0'230'0,"0"0"-175"15,0 0-40-15,0 0 23 16,140 151 26-16,-90-67 39 15,-13 7 36-15,-12 6-26 16,-16-6-52-16,-9-8-37 16,0-6-17-16,-15-12-7 15,-10-10-36-15,-21 3-95 16,3-14-228-16,5-14-452 0</inkml:trace>
  <inkml:trace contextRef="#ctx0" brushRef="#br1" timeOffset="-166588.86">9511 13471 1164 0,'0'0'239'0,"0"0"-75"16,0 0 88-16,141 0-114 15,-75-6-40-15,15 3-42 0,8-6-33 16,9-1-14-16,23-3-3 15,30-2 0-15,47-5 6 16,41-4 22 0,28-4 19-16,32-4 70 0,2 0 4 15,9 0-43-15,-9-3 4 16,-31 5-2-16,-32 2-25 16,-32 0-25-16,-33 3-19 15,-44 4-11-15,-38 3-6 16,-29 4-1-16,-25 2-15 15,-6 0-25-15,-4 2-21 16,-7 0 6-16,-11 3-2 0,-9 7-95 16,-14 0-387-16,-10 0-342 15</inkml:trace>
  <inkml:trace contextRef="#ctx0" brushRef="#br1" timeOffset="-166219.08">10663 13766 1497 0,'0'0'180'16,"0"0"-132"-16,0 0 115 16,-8 134 21-16,8-66-1 15,0 14-19-15,4 9-20 16,5-6-32-16,-2 0-34 16,-2-8-38-16,3-11-21 15,-1-14-11-15,2-6-2 16,0-16-6-16,-3-11 0 15,-1-10 1-15,-3-9-1 16,0-10-19-16,-2-54-144 16,0 4-332-16,0-3-293 0</inkml:trace>
  <inkml:trace contextRef="#ctx0" brushRef="#br1" timeOffset="-165965.24">10920 13726 426 0,'0'0'876'16,"0"0"-621"-16,150-68-43 16,-97 64-92-16,-13 4-78 15,-11 26-4-15,-16 15 50 16,-13 10 37-16,0 2 20 16,-24-4-24-16,-12-1 1 15,-6-12-38-15,-3-5-47 0,3-7-16 16,2-11-12-16,4-6-8 15,7-7-1-15,7 0-59 16,10-12-123-16,12-29-151 16,19 7-35-16,12 0-792 0</inkml:trace>
  <inkml:trace contextRef="#ctx0" brushRef="#br1" timeOffset="-165738.7">11548 13604 1224 0,'0'0'805'0,"0"0"-723"15,0 0 47-15,0 0 62 0,-86 101-55 16,62-48-36-16,1 3-15 16,8 1-18-16,5-6-25 15,10-5-25-15,0-6-10 16,5-5-6-16,17-3-1 15,28 1-80-15,-8-7-216 16,3-1-423-16</inkml:trace>
  <inkml:trace contextRef="#ctx0" brushRef="#br1" timeOffset="-165439.75">11731 14233 1773 0,'0'0'291'0,"0"0"-111"16,0 0 30-16,39-137-70 15,-24 84-30-15,1 0-25 0,1-1-7 16,1-2-12-16,3 1-24 16,0 6-32-16,0 5-4 15,-3 12 0-15,-7 9-4 16,-3 14 28-16,-1 9-30 16,0 2-2-16,2 24-2 15,2 11 4-15,5 9 1 16,-1 3 5-16,-1-1-6 15,-1-8 1-15,1-6-1 16,-4-8 0-16,1-8 0 16,-1-8-30-16,-4-6-50 15,1-4-60-15,-1-11-88 16,2-15-306-16,-8-4-786 0</inkml:trace>
  <inkml:trace contextRef="#ctx0" brushRef="#br1" timeOffset="-165236.49">11778 14002 1450 0,'0'0'486'0,"0"0"-295"15,0 0 80-15,0 0-29 16,0 0-78-16,0 0-85 16,0 0-45-16,98-63-33 15,-40 30 7-15,0 3-8 16,2 8-9-16,-1 8-73 0,5 6-97 15,36 8 60-15,-13 0-232 16,-11 0-563-16</inkml:trace>
  <inkml:trace contextRef="#ctx0" brushRef="#br1" timeOffset="-165003.41">12358 13537 1802 0,'0'0'238'15,"0"0"-186"-15,0 0 142 16,67 135-1-16,-41-61-57 16,-7 8-71-16,-13-1-35 0,-6-3-20 15,0-10-9-15,-22-13-1 16,-25 3-95-16,4-17-251 15,3-11-305-15</inkml:trace>
  <inkml:trace contextRef="#ctx0" brushRef="#br2" timeOffset="-53313.23">21776 12761 793 0,'0'0'156'0,"0"0"-78"15,0 0 139-15,0 0-21 16,-121-8-69-16,90 8-36 15,-2 14-4-15,-5 3 5 16,-2 4 1-16,-3 2 10 16,1-1-10-16,-3 2-21 15,1 3-4-15,-3 4-3 0,-1 3 11 16,-6 2-3 0,2 5-17-16,-1 5-13 0,2 1 3 15,1 3-4-15,6 4-12 16,-1 3-14-16,8 1 1 15,-1 5 1-15,5 0 3 16,-1 5 2-16,1 5 6 16,2 1-7-16,2 6-1 15,4 4-10-15,7 2 1 16,3 5 4-16,7 1-9 16,8 2 1-16,0 16-7 15,21 28 5-15,18 24-5 16,9 12 25-16,5-12-2 15,0-22-8-15,-8-37-2 0,-3-21 10 16,10 7 8-16,10 16-8 16,14 14-6-16,8 12 2 15,-9-21-10-15,-20-35 2 16,-4-12-6-16,3-5-6 16,15 14 0-16,18 8-1 15,29 22 1-15,-9-17 1 16,4-9 8-16,16 0 12 15,3-18 0-15,39-6 0 16,9-15-3-16,-8-20-3 16,-14-17-4-16,-38 0 13 15,-24-4-5-15,8-18 3 16,14-18 1-16,17-14-7 0,22-12-7 16,-17-11 3-16,-31 19 5 15,-18 5-1-15,-18 9 13 16,12-11-14-16,30-17-2 15,3-2 1-15,-2 2 11 16,-16 9 4-16,-20 9 7 16,4-4-6-16,10-8-9 15,-7-1-11-15,-5-10-1 16,9-17 0-16,9-20 6 16,-2-25-3-16,-13-1 12 15,-27 12 0-15,-27 7 2 16,-19 9 8-16,-10-5 13 15,0-7 19-15,-13-10-21 0,-13-8-17 16,-10-9-11 0,-13 1-13-16,-16 1-4 0,-22 9 0 15,-23-3-1-15,-23 5-9 16,-21 5 2-16,-11 12 2 16,-10 5 5-16,-18 7 0 15,-13 2-14-15,-20 6-16 16,-3 16-4-16,-1 25-23 15,9 30-35-15,10 23 15 16,5 7-24-16,3 29-68 16,-1 20 40-16,-2 23 34 15,3 25-32-15,5 24-34 0,55-25-156 16,32-8-499-16</inkml:trace>
  <inkml:trace contextRef="#ctx0" brushRef="#br2" timeOffset="-51557.38">27050 12424 1114 0,'0'0'156'16,"0"0"-114"-16,-145-26 172 16,85 18-51-16,5 3-30 15,8 0-9-15,5 3-1 16,-1 2-11-16,-1 0-40 16,-10 0-11-16,-8 0 12 15,-13 12-7-15,-6 2-12 16,-9 4 1-16,-5 6-3 15,-4 2-10-15,1 1-11 16,5 3-12-16,3-2 16 16,5-1-7-16,8 2 0 0,-2 0-13 15,6 2-3-15,-1 3 5 16,-3 2-7-16,-4 5 4 16,-4 5-2-16,-1 2-3 15,1 4-2-15,2 3-6 16,8 3 10-16,3 0-2 15,3 3 7-15,5 3 2 16,-3 7-3-16,0-1-6 16,0 4 3-16,-2-2 5 15,2 0-5-15,0-2 0 16,0 1-11-16,2 1 10 16,1 2-4-16,2 2-5 15,1 9 0-15,-5 16 6 16,-3 23-7-16,-5 26 10 15,5 4 1-15,13-12-6 0,14-12 0 16,17-31 10-16,11-19 4 16,10-18-1-16,4-5 5 15,0 5-4-15,18 10-4 16,16 13 1-16,14 18-1 16,4-10 2-16,-1 2-1 15,5 1-4-15,-5-18-2 16,11 12 1-16,10-10-5 15,28 4 2-15,39 14 3 16,39 6 3-16,16 7 1 16,-7-17-4-16,-17-14-6 15,-19-10 0-15,1-6 0 0,8-6-4 16,12-9 4-16,9-13-5 16,6-4 6-16,4-15 1 15,-2-5-8-15,-6-12 0 16,-13 0 2-16,-12-12 5 15,-4-19 1-15,8-13 1 16,17-19 4-16,13-17-11 16,12-14 8-16,-3-10-4 15,-7 2-6-15,-18 3 0 16,-24 15 2-16,-34 12 7 16,-31 14-2-16,-25 9 2 15,-6 0-3-15,22-30 2 16,25-35-2-16,20-36-6 0,-5-11 1 15,-18 13-1-15,-27 16 0 16,-24 17 0-16,-15 5 0 16,-16-6 2-16,-14-5-1 15,-4-3 5-15,-2-6-5 16,-25-17 0-16,-10-1 5 16,-15-3-6-16,-10 7 0 15,-15 13-2-15,-9 10-4 16,-19 5 6-16,-24 1-8 15,-25-5 2-15,-26 4-3 16,-26 5-7-16,-16 18-13 16,-11 31-20-16,-5 38-17 15,-1 24-21-15,8 38-15 0,21 23-83 16,59-9-293 0,49-8-1010-16</inkml:trace>
  <inkml:trace contextRef="#ctx0" brushRef="#br2" timeOffset="-49974.64">20771 11743 1026 0,'0'0'391'0,"0"0"-132"16,0 0 15-16,0 0-28 15,0 0-70-15,0 0-55 16,-22 1-31-16,26 3-5 16,23-1 43-16,9-3-25 15,8 0-40-15,7-7-27 16,-2-8-16-16,0 0-8 0,-4-1-12 16,-3 4 1-1,-2-1-1-15,-1 4 0 0,-4-1 0 16,-4 4-1-16,-6 0-10 15,-8 4-25-15,-6 0-43 16,-11 2-96-16,0 0-173 16,-2 9-253-16</inkml:trace>
  <inkml:trace contextRef="#ctx0" brushRef="#br2" timeOffset="-49583.24">20855 11743 1262 0,'0'0'217'0,"0"0"-148"15,0 0 89-15,0 0-41 16,0 0-60-16,-109 114 52 16,89-67 77-16,2 8 6 15,1 8-34-15,1 7-17 16,5 6-20-16,9 3-24 15,2 2-45-15,2-5-20 16,25-8-7-16,8-14-14 16,7-14-5-16,6-10 6 15,-2-17 6-15,3-12-1 16,-5-1-11-16,2-1 0 16,-4-17-5-16,-2-4 0 15,-2-4-1-15,-3-2 0 0,-6-2-6 16,-4 0-13-1,-10 4-17-15,-5 3-6 0,-8 3-9 16,-2 5-32-16,0 0-102 16,-16-4-169-16,-2 2-220 15,0 2-686-15</inkml:trace>
  <inkml:trace contextRef="#ctx0" brushRef="#br2" timeOffset="-49320.05">20635 12288 1595 0,'0'0'481'0,"0"0"-296"16,0 0 56-16,0 0-83 15,0 0-59-15,147-58 10 16,-80 28-15-16,0 0-28 15,-3 0-32-15,-6 2-19 16,-2 5-15-16,-2 7-1 16,-1 4-23-16,2 5-78 15,30 4-74-15,-16 3-202 16,-4 0-472-16</inkml:trace>
  <inkml:trace contextRef="#ctx0" brushRef="#br2" timeOffset="-47473.42">28693 11840 614 0,'0'0'256'16,"0"0"-76"-16,0 0 120 15,0 0-155-15,0 0-60 0,0 0 21 16,0 0 50-16,-9 0 4 16,7-1 9-16,0 1-4 15,0 0-40-15,2-2-60 16,-2-1-14-16,0 3-24 16,-2-1-11-16,2-1-15 15,0 2 5-15,2-2-5 16,0 2 0-16,0 0 0 15,0-3 0-15,0 3 0 16,0 0-1-16,0 0 1 16,0 0 0-16,0 0-1 15,0 0 0-15,0-1 1 16,0 1 5-16,0-4-5 0,0-1 1 16,0 1-1-16,0 1 0 15,0-1 1-15,0 0-1 16,0 0 0-16,0 1 0 15,0 2 5-15,0-1-4 16,0 0 11-16,0 0-11 16,0 0 7-16,0 0-8 15,0-1 0-15,0 3 9 16,0 0 2-16,0 0-1 16,0 0-2-16,-2 0-8 0,2 0-1 15,-2 0-6 1,-3 18-1-16,-3 15 1 0,-4 11 5 15,-3 11 1-15,-3 11 2 16,-2-3 13-16,0 0 0 16,2-5 7-16,0-3 2 15,2-2 0-15,-1-1 6 16,-3 5 4-16,-3-4 0 16,-4 1-2-16,4-6-5 15,0-7-3-15,5-12 6 16,5-10-6-16,6-9-7 15,5-6 0-15,2-4 4 16,0 0 9-16,0 0 15 16,0 0 7-16,0-13-8 15,0-7-35-15,0-6-3 16,0-8-6-16,9-7 0 16,4-8 0-16,3-2-1 0,1-2-1 15,-1 3 1-15,-1 5-1 16,-1 7 2-16,-1 1-1 15,3 2 0-15,-1 1-1 16,4-2 2-16,1-3 0 16,-1-5-1-16,0-2 1 15,-4 0 1-15,-1 3-1 16,-4 8 1-16,-3 7 0 16,-2 9 0-16,-3 1 0 15,3 4 0-15,-1 0-1 16,0 0 1-16,-2 6-1 15,3 0 0-15,-3 5-1 16,-2 3-6-16,2 0-2 0,0 0-11 16,6 0 5-1,2 7 9-15,3 5 6 0,6 6 0 16,3 2 0-16,3 6-1 16,-1 6 1-16,3 4 1 15,-3 8 0-15,-1 6 0 16,-3 4-1-16,-5 6 1 15,-2 3 0-15,-1 2 0 16,-3 1 0-16,-1-1 5 16,2-2-4-16,1-5-2 15,3-5 1-15,1-7 0 16,1-5 0-16,-1-9-1 0,-4-10 0 16,-2-6 0-16,-2-8 0 15,-3-4-1-15,0-4-13 16,-2 0 2-16,-2-12-45 15,0-10-61-15,0-6-70 16,0-10-127-16,0 6-296 16,-6 4-719-16</inkml:trace>
  <inkml:trace contextRef="#ctx0" brushRef="#br2" timeOffset="-47202.36">28477 12308 1681 0,'0'0'245'16,"0"0"-1"-16,0 0-37 16,0 0-148-16,114-12-4 15,-48 6-1-15,5 0 4 16,-1-2-35-16,-5-2-8 15,-11 0-9-15,-12 1-5 16,-9 4 0-16,-8 1-1 16,-8 4-19-16,3 0-131 15,-6 0-191-15,-3 0-285 0</inkml:trace>
  <inkml:trace contextRef="#ctx0" brushRef="#br1" timeOffset="-39860.15">24168 12874 975 0,'0'0'152'0,"0"0"-90"0,0 0 86 16,0 0-70-16,0 0-55 15,0 0-21-15,0 0-2 16,31 0 0-16,-22 0 1 16,0 0 8-16,6 0-1 15,8 0-2-15,6-9-4 16,4 2-2-16,1-1 1 15,-3 1 0-15,-2 1 0 16,-4 2 7-16,-1 1-6 16,3 1 5-16,2-3 2 15,9 1-8-15,16-4 0 16,27-4 5-16,40-3 50 16,30-4 21-16,-3 1-52 0,-28 6 0 15,-35 6 3-15,-21 0-18 16,13-2-4-16,11-2-6 15,32-8 2-15,37-8-1 16,55-14-1-16,37-5 0 16,19 2 0-16,-10 4-1 15,-32 13 0-15,-30 8 1 16,-51 4 0-16,-39 7 9 16,-36-1-9-16,-15 1-8 15,7-3-7-15,8-4 3 16,10-2-1-16,3 0-32 15,8 0-71-15,38 4 84 0,-19 4-170 16,-19 6-80-16</inkml:trace>
  <inkml:trace contextRef="#ctx0" brushRef="#br1" timeOffset="-38960.73">25033 13387 108 0,'0'0'140'15,"0"0"-65"-15,0 0 168 16,0 0-14-16,0 0-80 15,0 0-90-15,0 0-33 0,31 0-24 16,-26 0-2-16,-3 0 68 16,2 4-20-16,3 0-26 15,7 2-5-15,5 0 5 16,10 2 1-16,10 2-16 16,7 0 3-16,10 5-10 15,8-3 0-15,11 5 1 16,8 0 9-16,25 0-10 15,27-1 6-15,40 1-6 16,16-8 21-16,10-5 1 0,6-2-19 16,-1 1 26-1,14 6-19-15,9 5-10 0,8 11 24 16,-3 4 40-16,-5 10 39 16,1 9-46-16,0 6-21 15,8 8-21-15,5 3-8 16,0-2-5-16,-7-6-2 15,-15-15 0-15,-31-10 1 16,-28-10 6-16,-39-6-7 16,-9-10-7-16,-35-2-91 15,-20-4-408-15</inkml:trace>
  <inkml:trace contextRef="#ctx0" brushRef="#br1" timeOffset="-38036.64">25410 14575 644 0,'0'0'25'16,"0"0"-25"-16,0 0-9 15,0 0 9-15,0 0 7 16,0 0 116-16,0 0 7 16,-32 19-4-16,32-15-69 15,11 2 22-15,5 4 39 16,3 0 11-16,2 6-31 0,4 0-37 16,0 2 3-16,-1 2-23 15,3 3-21-15,1-1-8 16,1 5 2-16,8 2-3 15,0 5-4-15,7 6-6 16,12 2 0-16,13 6 1 16,32 13-1-16,37 10 20 15,42 15-4-15,30 7 24 16,22-1-4-16,22 8-21 16,9 8 6-16,18 17 232 15,4 9-155-15,-3 13-76 16,-6 5-14-16,-4 4-9 15,-7 1-8-15,-13-9 8 16,-16-9 1-16,-17-15 0 0,-19-8 0 16,-12-10-1-16,-17 3 1 15,-10-2-2-15,-13 0 1 16,-9-1 0-16,-27-15-78 16,-12-8-162-16,-36-28-29 15,-24-15-321-15</inkml:trace>
  <inkml:trace contextRef="#ctx0" brushRef="#br1" timeOffset="-37134.91">24882 15968 669 0,'0'0'124'15,"0"0"-85"-15,0 0 9 16,0 0 17-16,0 0 6 0,0 0 10 16,27 119 4-1,-23-100 18-15,0 3-18 0,0 2 11 16,3 6-23-16,-1 11-32 16,6 2-14-16,1 7-12 15,8 12-2-15,5 7 38 16,6 4 32-16,5 12-35 15,8 5-13-15,-1-1-13 16,6 22-13-16,3 20 3 16,7 43-11-16,-2 23 10 15,-2 16 69-15,-5 7 9 16,-4-10-53-16,2-5-24 16,5-9 5-16,2-13-5 15,-1-22-10-15,3-35-2 0,-7-46-7 16,-13-40-260-16,-11-27-467 0</inkml:trace>
  <inkml:trace contextRef="#ctx0" brushRef="#br1" timeOffset="-36243.35">22247 16762 715 0,'0'0'155'0,"0"0"-138"15,0 0-17-15,0 0-5 16,0 0 5-16,0 0 0 0,0 0 8 15,-65 46 25-15,34-24 22 16,-14 8 20-16,-15 5-13 16,-30 16 31-16,-41 19-17 15,-43 29-16-15,-33 21 7 16,-16 19-8-16,-14 16-8 16,2 7-19-16,-4 0-18 15,9-10-2-15,27-10 30 16,30-22-21-16,43-29-12 15,5-31-9-15,41-28-110 16,17-28-603-16</inkml:trace>
  <inkml:trace contextRef="#ctx0" brushRef="#br1" timeOffset="-35572.86">20987 15783 360 0,'0'0'81'0,"0"0"-32"15,0 0 10-15,0 0-59 16,0 0 10-16,0 0 42 16,0 0 69-16,-22 0 35 15,-5 10-11-15,-4-1-17 16,-4 0-18-16,-8-4-36 16,-11-2-19-16,-32 7-17 15,-51-2-6-15,-56 3 4 16,-33-8-2-16,-3-3-5 15,10-3-16-15,23-20-4 16,-3-9-2-16,-1 2-5 0,-1 2-1 16,10 2 0-16,8-3-1 15,50 10-1-15,29 0-259 0</inkml:trace>
  <inkml:trace contextRef="#ctx0" brushRef="#br1" timeOffset="-34965.13">20457 14011 816 0,'0'0'201'15,"0"0"-139"-15,0 0-33 16,0 0 11-16,0 0-12 15,0 0 17-15,-123-102 13 16,85 67 36-16,-9-9-6 16,-11-10-25-16,-13-13-25 15,-30-28-18-15,-43-46-7 16,-55-48-3-16,-26-13 9 16,-9 11 67-16,11 35-58 0,25 48-18 15,6 19 3 1,12 22-1-16,5 8-3 0,17 5-9 15,29 6-1-15,34 5-21 16,29 11-15-16,20-23-28 16,15 11-169-16,15-3-483 0</inkml:trace>
  <inkml:trace contextRef="#ctx0" brushRef="#br1" timeOffset="-34395.9">22195 12412 1230 0,'0'0'77'16,"0"0"-77"-16,-44-152 0 15,19 50 30-15,-8-55 12 16,-3-68-3-16,0-22 22 16,5 3-2-16,5 42-34 0,3 58 7 15,7 35-10-15,1 35-15 16,5 26-7-16,4 17 0 16,0 2-1-16,6 7-20 15,4 11-47-15,23 11-199 16,6 0-281-16</inkml:trace>
  <inkml:trace contextRef="#ctx0" brushRef="#br1" timeOffset="-33987.91">23503 12589 1061 0,'0'0'100'0,"0"0"-84"15,94-117-16-15,-13 40 0 16,37-34-40-16,31-33 15 15,3-25 24-15,-41 37-57 16,-37 22-487-16</inkml:trace>
  <inkml:trace contextRef="#ctx0" brushRef="#br3" timeOffset="-26069.23">25459 13101 519 0,'0'0'252'0,"0"0"-180"15,0 0 22-15,0 0-3 16,0 0-53-16,0 0-19 15,-134 81 4-15,107-58-4 16,3 1 24-16,-1-2 8 16,3-1-14-16,-1 0-2 15,6 0-2-15,-3 2-11 16,5-3-13-16,-2-5-3 16,9-4-5-16,4-10 9 15,4-1 22-15,0-1 64 16,0-22-75-16,17-6 7 15,5-7-11-15,7-6-11 16,5-6 0-16,5-3-4 0,7-2-2 16,4-2-10-1,2 1 10-15,-1 8 12 0,-9 5-11 16,-11 14-1-16,-12 7 6 16,-11 9 6-16,-6 6-11 15,-2 0 5-15,0 5 14 16,0 0 6-16,0 0-26 15,-17 6 0-15,-7 15 0 16,-10 6 0-16,-7 7-1 16,2 7 0-16,-3-1 1 15,-1 2 0-15,5-1 0 16,7-4-1-16,6-4 1 16,10-8 0-16,5-9 0 15,10-9-1-15,0-7-7 16,0-4 8-16,17-20 16 0,9-10-9 15,8-10-6 1,10-5 6-16,10-3-6 0,8 0-1 16,2 4-10-16,3 6 10 15,-7 7 1-15,-4 9 4 16,-9 10-5-16,-11 7-1 16,-11 9-8-16,-10 0 0 15,-13 7-42-15,-2 19 51 16,-15 11 0-16,-23 9 9 15,-13 12-8-15,-12 4 6 16,-3 5-7-16,-6 5 0 16,5-5 1-16,9-2 0 0,9-7-1 15,11-12 1 1,12-11-1-16,12-12 0 0,14-14 0 16,4-9-18-16,37-13 18 15,39-40 16-15,49-34-5 16,54-36-3-16,22-8-7 15,-11 10 12-15,-44 36-12 16,-66 39 1-16,-35 25-2 16,-28 9 1-16,-6 5-1 15,-9 3 0-15,-4 4-15 16,-2 0-12-16,-17 18 27 16,-21 13 11-16,-13 10-4 15,-14 10-5-15,-13 9-2 0,-9 6 1 16,-9 4 0-1,0 2 0-15,7-2 7 0,14-8-8 16,17-11 1-16,19-15-1 16,22-14 0-16,13-15 0 15,4-7 7-15,8 0 50 16,23-20-27-16,14-13-14 16,13-11 0-16,38-23 6 15,42-23 2-15,45-17-8 16,8-2-6-16,-34 25-3 15,-48 30-7-15,-60 28-1 16,-20 14-23-16,-12 3-7 16,-9 9-14-16,-8 0-138 15,-21 16 173-15,-26 18 10 16,-15 13 1-16,-18 7 9 0,-11 12-9 16,-10 6-1-16,-4 11 2 15,2 1-2-15,8-1 6 16,11-2-6-16,10-7 1 15,7-9 0-15,4-7 0 16,8-9-1-16,1-5 1 16,5-5-1-16,4-4 2 15,8-2-2-15,8-11 0 16,10-5 0-16,17-14 1 16,4-3 22-16,41-17 35 15,39-27-33-15,44-26-12 16,45-27 4-16,21-10 42 15,-5 5-1-15,-22 15-21 16,-47 32-21-16,-27 15-10 16,-24 10-6-16,3 4 1 0,28-3-1 15,0 3-10-15,4 3 10 16,-17 11 0-16,-50 12 0 16,-23 12-51-16,-18 22 51 15,-50 10 11-15,-21 9-4 16,-12 3-7-16,-25 13 8 15,-28 12-7-15,-38 16 6 16,-17 7-6-16,3-1 0 16,16-8 1-16,47-20-1 15,30-17 1-15,32-14-2 16,18-10 6-16,2 2-6 16,4 1-1-16,5-2 1 0,17-8 0 15,15-10-2-15,6-5-11 16,2-7 6-16,0-5-1 15,16 0 8-15,17-10 21 16,20-18-1-16,34-22-6 16,45-27-6-16,55-17 10 15,31-6 54-15,1 9-8 16,-23 21-27-16,-64 28-33 16,-41 16-4-16,-39 14-11 15,-21 5-48-15,-4 0-45 16,-6 1 48-16,-5 2 43 15,-16 3 12-15,0 1 1 16,-14 0 27-16,-28 13-26 0,-34 25 0 16,-41 33-1-16,-49 23 0 15,-19 18 1-15,3-4-2 16,19-11 1-16,45-29 0 16,29-15 1-16,26-20-1 15,14-5 0-15,3-2 0 16,5 3 0-16,7-13-1 15,26-9 1-15,8-7-5 16,27-10 5-16,44-35 12 16,51-30-4-16,71-38-6 15,44-19 16-15,22 0 26 16,5 14 3-16,-29 28-17 16,-25 25-16-16,-52 29 12 0,-55 18 43 15,-47 16-57 1,-29 2-12-16,-8 0-12 0,-3 0-56 15,-7 5 6-15,-9 9-6 16,-20 7 68-16,-31 11 8 16,-43 19 2-16,-55 21-8 15,-52 21-1-15,-22 12 1 16,4-2-1-16,21-11 0 16,34-12-1-16,12-8 1 15,32-16 1-15,33-13-2 16,29-18 5-16,15-6-5 15,3 0 0-15,7-2-1 0,1-2 1 16,16-6-1 0,12-7 0-16,4-2-8 0,18 0-6 15,45-25 15-15,53-31 13 16,69-36-6-16,46-20-1 16,37-6-4-16,22 7 6 15,-12 25 4-15,-8 17 17 16,-31 25 30-16,-66 23-37 15,-57 11-22-15,-46 7-6 16,-28 3-25-16,-11 0-36 16,-8 0-119-16,-15 0-10 15,-8 8 83-15,-33 11 97 16,-25 7 16-16,-36 16 0 16,-42 22 9-16,-56 20-8 15,-28 15 5-15,-12 0 3 0,3 0-3 16,13-12-6-16,-10-2 1 15,10-3 6-15,15-7 0 16,45-12 3-16,52-22 12 16,41-15 2-16,28-12-14 15,14-6 4-15,21-8 24 16,29-10 173-16,102-52-126 16,102-45-71-16,66-18-2 15,44-9-2-15,11 11-9 16,-38 28 0-16,-33 23 10 15,-53 19 23-15,-76 26-17 16,-63 9-16-16,-43 8-1 16,-27 4 0-16,-9 2 0 0,-12 4-13 15,-4 0-18 1,-60 22 31-16,-51 26 0 0,-57 27 1 16,-35 11-1-16,-18 10 1 15,7 0 7-15,17-5-8 16,2 2 0-16,-1 4-1 15,-1 2-5-15,3-8-29 16,8-4 22-16,21-11 11 16,17-6 2-16,32-12 1 15,28-18 0-15,28-9-1 16,17-9 1-16,5-4-1 16,13-3 0-16,20-11-1 0,28-5-21 15,98-60 16 1,94-48 6-16,66-32 1 0,53-20 6 15,20 7-5-15,-11 26 4 16,-14 24 1-16,-46 30 0 16,-79 28 0-16,-73 27-7 15,-57 11-6-15,-28 3-10 16,-11 2-60-16,-6-3-70 16,-8 1 127-16,-12 4 19 15,-5-1 71-15,0 2 52 16,-9 0-63-16,-23 5-46 15,-18 22-14-15,-47 23 0 16,-51 21 1-16,-72 28-1 0,-33 12-1 16,-17-4 1-1,0-1-20-15,18-8 10 0,3 4 9 16,8-1 1-16,23-8 0 16,28-14 1-16,48-21-1 15,43-16 0-15,41-17-1 16,24-5 1-16,19-8 0 15,15-7-1-15,38-5-49 16,85-46 50-16,86-42 14 16,55-33-13-16,41-23 12 15,29-6-11-15,18 5 11 16,29 8 2-16,-2 21-4 16,-45 32 1-16,-88 34 3 15,-94 32-15-15,-77 18-6 16,-46 0-65-16,-20 9-123 0,-9 14-355 15,-31 7 440-15,-36 7 99 16,-37 7 10-16,-48 16 146 16,-53 23 40-16,-32 12-61 15,-12 11-19-15,2 2-49 16,23-7-30-16,10-6-25 16,14-7-1-16,22-14 5 15,14-8-5-15,24-3 0 16,27-16 1-16,25-5-1 15,24-8-1-15,6-2 1 16,-4 3 2-16,-1 5-3 16,3-2 1-16,16-4-1 15,17-14 0-15,23-12 0 16,10-8 0-16,72-33 7 16,73-42 5-16,86-38-6 0,59-16 0 15,43-8 11-15,24 3 15 16,-24 25 9-16,-29 27-22 15,-62 36-11-15,-88 28-8 16,-70 18-31-16,-49 0-137 16,-27 0-163-16,-11 5-27 15,-3 9 231-15,-14 7 127 16,-28 3 166-16,-21 10 47 16,-40 24-71-16,-57 29-65 15,-71 29-33-15,-37 12-21 0,-20-4-14 16,5-8-9-1,22-25 2-15,3-8 5 0,8-12-7 16,29-11 6-16,36-8-4 16,52-11 65-16,50-14 8 15,39-10-19-15,26-3-34 16,13-13-21-16,7-1-1 16,63-5 10-16,78-49 3 15,86-43-13-15,61-23-7 16,38-19-8-16,22 3 15 15,-2 17 15-15,8 12 8 16,-12 16 1-16,-45 21-4 16,-64 21-17-16,-79 26-6 15,-69 13-23-15,-54 10-215 16,-33 0 67-16,0 7-132 0,-29 6 306 16,-15 5 71-16,-18 2 158 15,-11 8-96-15,-35 12-63 16,-45 18-25-16,-61 27-27 15,-48 17-12-15,-27 10 1 16,-12-4-4-16,11-9-2 16,14-6-1-16,30-18 1 15,43-11 1-15,64-16 4 16,49-17 56-16,43-13 6 16,28-4-39-16,14-9-20 15,7-5-9-15,61-1 7 16,68-43 31-16,70-37-26 15,44-16-2-15,36-20 6 0,20 1 5 16,0 17 17 0,-4 19 22-16,-37 27-29 0,-75 26-31 15,-69 17-34-15,-54 8-59 16,-31 2-143-16,-8 0-97 16,-8 0 126-16,-5 0 207 15,-10 0 114-15,-8 0-43 16,-27 19-51-16,-39 20-7 15,-44 25 19-15,-60 28-11 16,-38 11-11-16,-17-3-4 16,4-10-5-16,22-21 1 15,18-8-1-15,19-3 1 0,39-10 0 16,35-11 52-16,30-11 20 16,25-6-33-16,5 1-23 15,16-9-17-15,17-3-1 16,15-9 2-16,68-4 6 15,59-40-7-15,63-26 27 16,43-12-15-16,22-7 12 16,-1 14 11-16,-27 22-23 15,-30 25-13-15,-67 10-32 16,-45 14-632-16</inkml:trace>
  <inkml:trace contextRef="#ctx0" brushRef="#br3" timeOffset="-24438.69">27619 15971 998 0,'-176'55'499'0,"-34"13"-448"0,14-2-40 16,18 0-2-16,37-16-9 15,47-15 1-15,39-17 0 16,28-8 0-16,14-6 1 16,13-4-1-16,6 0 9 15,46-23 16-15,39-25-26 16,43-20-63-16,46-30 2 15,25-8 61-15,-1 1 35 16,-6 7 83-16,-22 6-34 16,-4 2-6-16,-12 4-17 15,-31 19-30-15,-33 11-11 16,-36 20-8-16,-19 8-2 16,-6-3-10-16,-4-4-13 0,-6-5 13 15,-8 4 30 1,-3-5-13-16,4-5 14 0,8-6-12 15,12-1-8-15,7-5-2 16,1-1 16-16,-5 14-3 16,-14 10-10-16,-14 7-11 15,-11 7 18-15,-2 8-13 16,-4-6-6-16,-21 3-1 16,-6 0 0-16,-7 2-5 15,-1 2 6-15,2-4 1 16,8 5-1-16,14-1 0 15,9-5 6-15,6-3 19 0,10-6-16 16,24-6-9 0,9-4 0-16,1 0 4 0,-7 6 2 15,-8 7-4-15,-15 10-2 16,-14 8-8-16,-7 5 7 16,-33 0 1-16,-18 0-7 15,-15 9 5-15,-6 0 1 16,6-4 0-16,13-5 1 15,19 0 0-15,24 0 2 16,17-9-2-16,20-12-24 16,27-8 6-16,15-5 8 15,10-2-8-15,3 0 10 16,-4 0 8-16,-8 4 1 16,-16 6 6-16,-16 1-1 15,-18 10-6-15,-8 1 17 0,-5 2 13 16,0-2-21-16,-20 1-4 15,-11 4-5-15,-14 4-6 16,-16 5-3-16,-14 0 8 16,-14 3 0-16,-7 6 1 15,5 0 0-15,10-6 0 16,23-3 1-16,23 0 1 16,26-3 11-16,9-18 16 15,27-5-28-15,26-6-2 16,17-5 1-16,9-6 0 15,4 5 1-15,-9 2 7 16,-21 8-8-16,-24 9 9 16,-29 10-8-16,-11 4 3 0,-43 5-4 15,-23 0 0-15,-15 0 0 16,-11 7 0-16,-3 0 0 16,3-2 0-16,11-3 1 15,17-2-1-15,21 0 1 16,21-4 0-16,19-10 11 15,14-2-12-15,10-6-7 16,23-1 6-16,13 0 0 16,8-3 0-16,-3 1 0 15,-6 4 1-15,-12 2 1 16,-15 5-1-16,-14 4 6 16,-4 2-2-16,-17 4-3 15,-28 2-1-15,-35-1-1 0,-41 3 0 16,-33 0 0-1,-17 0 1-15,2 0 0 0,15 0 0 16,20 0 1-16,23 0-1 16,24 0-1-16,24 0 0 15,12 0 1-15,0 3-1 16,8-3 1-16,12 0 0 16,20 0 1-16,11-3-1 15,23-20-43-15,25-9-16 16,14-6 27-16,10-2-2 15,-3 2 25-15,-17 10 9 16,-21 10-1-16,-31 15-44 0,-10 3-107 16,-40 0 115-1,-39 17 31-15,-34 1 6 0,-24-4 0 16,-9 4 0-16,6-4 0 16,1-2 0-16,8 2 0 15,-4-2 0-15,7-1 0 16,31-4-77-16,32-2 47 15,25-5 19-15,29 0 10 16,5 0 1-16,11-3 5 16,5-11-5-16,19-7-9 15,27-4-2-15,14-3 10 16,18 0 2-16,12 0-1 16,20 1 1-16,-2 11-1 15,1 13 0-15,2 3-1 16,-13 16 0-16,10 12-98 0,0 2-76 15,15 0-9-15,22 1 83 16,-14-11 71-16,-15-1 7 16,-22 0 23-16,-38-2 8 15,-11 9-8-15,-24 7-24 16,-21 7 24-16,-39 6 8 16,-26 4-6-16,-13 4 8 15,-6 4-9-15,-3 1 1 16,4-1-1-16,8-7 8 15,11-6-8-15,16-8 1 16,19-3-1-16,13-3-1 16,16 1 0-16,0 0 0 15,27 0-1-15,45-4-6 16,-8-4-72-16,1-15-248 0</inkml:trace>
  <inkml:trace contextRef="#ctx0" brushRef="#br3" timeOffset="-7471.73">2139 17816 529 0,'0'0'0'0</inkml:trace>
  <inkml:trace contextRef="#ctx0" brushRef="#br1" timeOffset="-3110.2">8462 15127 967 0,'0'0'892'0,"0"0"-787"16,0 0 30-16,0 0 103 15,0 0-142-15,0 0-56 16,13 0-14-16,11 0-18 16,3-2-2-16,4 1-5 15,5-4 0-15,1-1-1 16,2-2-3-16,1-2-104 15,-5 2-91-15,1 8-65 16,-11 0-114-16,-9 0-459 0</inkml:trace>
  <inkml:trace contextRef="#ctx0" brushRef="#br1" timeOffset="-2929.18">8468 15342 1305 0,'0'0'571'16,"0"0"-499"-16,0 0 54 16,0 0 45-16,0 0-129 15,0 0-25-15,0 0 6 16,121 2-23-16,-66-2-256 16,-1-2-483-16</inkml:trace>
  <inkml:trace contextRef="#ctx0" brushRef="#br1" timeOffset="-1683.25">9226 15101 1007 0,'0'0'314'0,"0"0"-139"16,0 0 39-16,0 0-37 15,0 0-54-15,0 0-10 16,0 0-17-16,-16-26-37 16,16 26-50-16,0 16-2 15,5 17-7-15,10 15 48 16,4 13 24-16,-2 17-15 16,-1 1-2-16,-3-3-20 15,-1-4-11-15,-2-12-12 16,-1-7-4-16,3-13-7 15,-4-4 6-15,1-10-6 16,0-9-1-16,0-4-2 0,-4-3-34 16,-1-6-56-16,-2-4-58 15,0 0-55-15,-2-22-53 16,0-4-271-16,0-2-345 0</inkml:trace>
  <inkml:trace contextRef="#ctx0" brushRef="#br1" timeOffset="-1353.53">9181 15040 1311 0,'0'0'195'15,"0"0"-119"-15,0 0 53 16,0 0-41-16,122-110-37 15,-74 107 5-15,-1 3-20 16,-5 23 7-16,-9 12-12 16,-6 11 14-16,-12 1 43 15,-7-1 27-15,-8-5-24 16,-5-2-7-16,-24-3-1 16,-11-4-43-16,-9-6-22 15,-2-4-9-15,1-10-8 16,8-7 0-16,9-5-1 15,8 0-33-15,14-9-119 16,11-7-120-16,20 6-54 16,9-2-582-16</inkml:trace>
  <inkml:trace contextRef="#ctx0" brushRef="#br1" timeOffset="-1007.53">9993 14869 1609 0,'0'0'224'16,"0"0"-159"-16,0 0 18 15,0 0 71-15,-71 134 6 16,44-71-21-16,2 3-29 16,2-4-9-16,8-8-29 15,7-4-48-15,8-14-14 16,0-4-4-16,2-8-5 16,13-6-1-16,5-4 0 15,5-4-12-15,2-1-46 16,17-9-91-16,-6 0-188 15,-7 0-296-15</inkml:trace>
  <inkml:trace contextRef="#ctx0" brushRef="#br1" timeOffset="-549.36">10229 15436 1347 0,'0'0'536'0,"0"0"-459"16,0 0 30-16,0 0 45 16,0 0-28-16,0 0-53 15,0 0-32-15,29-66-29 16,-16 30 1-16,-1-7-4 16,-1 0-1-16,-3-1-5 15,0 3 1-15,-4 3 7 16,0 6 22-16,-1 5 27 15,-1 8-6-15,0 5-18 0,0 6-22 16,2 0-12-16,4 8-1 16,3 0-15-16,1 0 15 15,7 3 0-15,1 11 0 16,0 7-1-16,-2 7 1 16,-1-4 0-16,-1 6 1 15,-5 3 1-15,1-3 5 16,-2 2-5-16,-1-1-1 15,1 4 1-15,0-5 0 16,-1 2-1-16,1-4 1 16,-4-1-1-16,1-12-1 15,-3-4-8-15,-2-2-43 16,2-5-88-16,2-4-105 0,-4 0-82 16,-2-8-651-16</inkml:trace>
  <inkml:trace contextRef="#ctx0" brushRef="#br1" timeOffset="-278.78">10244 15316 345 0,'0'0'1198'0,"0"0"-1048"16,0 0-91-16,0 0-30 16,0 0-16-16,132-18-13 15,-87 8-83-15,-7 6-580 0</inkml:trace>
  <inkml:trace contextRef="#ctx0" brushRef="#br1" timeOffset="186.31">10854 15186 622 0,'0'0'891'0,"0"0"-718"16,0 0-28-16,0 0 43 15,0 0-42-15,0 0-84 16,0 0-10-16,37-4-5 16,-5-3-38-16,3 2-9 15,3-2-35-15,11-1-181 16,-9 3-117-16,-9 0-465 0</inkml:trace>
  <inkml:trace contextRef="#ctx0" brushRef="#br1" timeOffset="501.13">11243 14897 1307 0,'0'0'367'0,"0"0"-196"15,0 0-23-15,0 0-84 16,0 0-39-16,0 0-23 16,143-20-2-16,-105 20 0 15,-2-2-61-15,-3-1-70 16,-7 1-21-16,1 1-85 15,-9 1-137-15,-5 0-26 0</inkml:trace>
  <inkml:trace contextRef="#ctx0" brushRef="#br1" timeOffset="878.69">11241 15003 838 0,'0'0'297'0,"0"0"-146"16,0 0 116-16,0 0-86 15,-24 109-31-15,19-70-12 16,3 1-15-16,2 1-22 0,0-6-48 16,2-4-25-16,18-4-12 15,7-4 9-15,2-5-8 16,4-1-5-16,1-5-5 16,-5-1-1-16,-2-2-5 15,-3-2-1-15,-2-7-105 16,0 0-81-16,8-13-75 15,-8-6-266-15,-5-1-276 0</inkml:trace>
  <inkml:trace contextRef="#ctx0" brushRef="#br1" timeOffset="1140.06">11166 15245 1378 0,'0'0'272'0,"0"0"-179"16,0 0 122-16,0 0-52 15,0 0-73-15,0 0-65 16,135-19-7-16,-88 6-18 15,0 4-7-15,6-1-141 16,-8 3-189-16,-11 2-517 0</inkml:trace>
  <inkml:trace contextRef="#ctx0" brushRef="#br1" timeOffset="4037.65">11822 14775 967 0,'0'0'206'0,"0"0"28"16,0 0 39-16,81 148-96 16,-63-77-29-16,-7 4 0 15,-9-3-14-15,-2-4-34 16,0-5-35-16,0-10-35 15,-4-4-15-15,-5-8-7 16,0-8-8-16,2-5-15 16,1-5-150-16,4-10-188 0,-1-5-495 15</inkml:trace>
  <inkml:trace contextRef="#ctx0" brushRef="#br1" timeOffset="4652.67">8876 16087 889 0,'0'0'211'0,"0"0"-124"0,0 0 91 16,0 0-40-1,0 0-14-15,136-33-25 0,-82 33 6 16,10 0-19-16,26 0 4 15,36 0 37-15,51 2-62 16,35-2-22-16,23 0-16 16,20-8-8-16,-4-4 0 15,1 5 70-15,-18 7 37 16,-13 0-22-16,-18 0-57 16,-12 5-34-16,-17-5-5 15,-37 2-8-15,-37-2-1 16,-31 0-45-16,-18 0 3 0,3 0-21 15,-5-7-40 1,-4 0-54-16,-16-7-56 0,-14 1-143 16,-13 4-804-16</inkml:trace>
  <inkml:trace contextRef="#ctx0" brushRef="#br1" timeOffset="5014.2">10244 16361 2082 0,'0'0'294'16,"0"0"-233"-16,0 0-18 16,0 0-12-16,-2 116 25 15,2-39 14-15,5 2-4 16,4 2-23-16,0-16-11 16,-1-7-19-16,2-12-7 15,-4-14-5-15,1-6-1 16,-1-9-10-16,-4-11-81 15,2-6-102-15,-4-6-59 16,-4-20-117-16,-6-6-648 0</inkml:trace>
  <inkml:trace contextRef="#ctx0" brushRef="#br1" timeOffset="5239.55">10294 16392 952 0,'0'0'334'0,"0"0"-176"16,0 0 35-16,131-108-67 15,-97 105-81-15,-10 3-45 16,-6 21 1-16,-11 7 30 16,-7 11 73-16,0-4 51 15,-27 2 28-15,-11 3-17 16,-6-8-56-16,-8-2-52 16,3-7-30-16,7-6-20 0,6-7-8 15,12-10-14-15,19 0-69 16,5-14-156-16,3-4-437 0</inkml:trace>
  <inkml:trace contextRef="#ctx0" brushRef="#br1" timeOffset="5456.51">10918 16266 2072 0,'0'0'248'0,"0"0"-180"0,-99 126 126 16,68-63-95 0,14-1-52-16,13-8-27 0,4-10-20 15,0-14-2-15,15-10-7 16,9-12-52-16,26-8-125 16,-6 0-291-16,-4 0-214 0</inkml:trace>
  <inkml:trace contextRef="#ctx0" brushRef="#br1" timeOffset="5710.88">11143 16615 1438 0,'0'0'398'0,"0"0"-127"16,9-120-7-16,-2 66-123 0,2 0-65 16,1 10-19-1,2 3-24-15,-1 15-10 0,-2 8 1 16,2 12 6-16,2 6-30 15,6 6-1-15,2 24 1 16,4 11-6-16,0 5 0 16,-3-2 6-16,-7 4 0 15,-1-7-7-15,-5-6-58 16,2-7-50-16,-4-6-65 16,2-14-96-16,-3-8-205 15,-4 0-485-15</inkml:trace>
  <inkml:trace contextRef="#ctx0" brushRef="#br1" timeOffset="5869.68">11268 16489 895 0,'0'0'1288'0,"0"0"-1067"16,0 0-106-16,0 0-4 15,0 0-111-15,0 0-13 16,156-80-152-16,-78 46-47 15,-7 2-407-15</inkml:trace>
  <inkml:trace contextRef="#ctx0" brushRef="#br1" timeOffset="6597.52">11676 16218 1664 0,'0'0'301'16,"0"0"-187"-16,0 0 137 16,55 121-110-16,-41-63-44 0,-8 0-41 15,-6 0-36-15,0-5-14 16,0-7-6 0,-6-13-28-16,-3-13-119 0,2-15-194 15,5-5-211-15,2-5-614 16</inkml:trace>
  <inkml:trace contextRef="#ctx0" brushRef="#br1" timeOffset="6867.58">12686 15637 1729 0,'0'0'384'0,"0"0"-282"16,0 0-14-16,0 0-40 15,0 0-48-15,129-14-11 16,-92 14-304-16,-12 0-240 15,-11 0-598-15</inkml:trace>
  <inkml:trace contextRef="#ctx0" brushRef="#br1" timeOffset="7002.46">12670 15881 1510 0,'0'0'287'0,"0"0"-138"15,0 0 67-15,0 0-107 16,0 0-109-16,201-45-220 15,-116 6-346-15,-12 0-830 0</inkml:trace>
  <inkml:trace contextRef="#ctx0" brushRef="#br1" timeOffset="8924.87">13573 14897 1370 0,'0'0'215'16,"10"106"-115"-16,2-31 98 15,6 2-56-15,4-2-97 16,1-11-7-16,-1-12 1 15,-2-10-17-15,-2-8-2 16,-7-15-8-16,-2-2-6 16,-4-9-4-16,-3-6-1 15,-2-2-1-15,0 0 0 0,0-10-48 16,-19-19-153-16,-5-8-46 16,-7-5-66-16,-1 0-244 15,1 1 53-15,6 6 482 16,8 3 22-16,11-5 319 15,6-11-9-15,6-6 0 16,32-16-91-16,16-6-109 16,12 4-62-16,3 12 43 15,-3 19 32-15,-14 25-74 16,-11 16-40-16,-12 26-2 16,-14 22 24-16,-8 13 107 15,-7 5 37-15,-9-5-12 16,-22-6-20-16,-5-9-67 0,-4-11-43 15,2-14-21-15,5-7-1 16,4-10-6-16,6-4-5 16,8 0-104-16,15-18-182 15,0-3-244-15,0-6-1096 0</inkml:trace>
  <inkml:trace contextRef="#ctx0" brushRef="#br1" timeOffset="9158.46">14347 14614 1647 0,'0'0'332'16,"0"0"-243"-16,-74 108 124 0,59 0-37 15,5 3-38-15,10-9-37 16,0-20-38-16,12-30-32 15,9-1-19-15,8-3-11 16,6-19-1-16,19-14-87 16,-4-10-201-16,-8-5-585 0</inkml:trace>
  <inkml:trace contextRef="#ctx0" brushRef="#br1" timeOffset="9464.74">14714 15337 1925 0,'0'0'528'16,"0"0"-349"-16,0 0-6 16,0 0-85-16,-18-119-61 15,18 64-18-15,7-13-8 16,4-7 10-16,-2-8-2 16,0 1 3-16,0 7-11 15,0 21 0-15,0 19 1 16,2 23-2-16,4 12-15 15,8 35-6-15,4 23 21 16,2 16 0-16,0 3 1 16,0 3 0-16,-5-14 0 15,-2-10 0-15,-4-9-1 16,-2-11-9-16,-5-12-69 0,-4-11-65 16,-7-13-187-16,0 0-179 15,0-12-279-15</inkml:trace>
  <inkml:trace contextRef="#ctx0" brushRef="#br1" timeOffset="9615.73">14656 15137 1320 0,'0'0'515'0,"0"0"-244"16,0 0-15-16,0 0-183 15,123-42-47-15,-63 18-26 16,20-7-7-16,-17 6-110 15,-14 4-361-15</inkml:trace>
  <inkml:trace contextRef="#ctx0" brushRef="#br1" timeOffset="9863.31">15238 14618 1960 0,'0'0'296'0,"0"0"-222"16,0 0 22-16,136 122-23 15,-100-41 18-15,-17 9-17 0,-16 7 5 16,-3-22-1 0,-9 1-39-16,-11-9-24 0,2-14-15 15,0-7-5-15,5-14-138 16,5-11-417-16,2-16-1153 0</inkml:trace>
  <inkml:trace contextRef="#ctx0" brushRef="#br1" timeOffset="10052.06">15759 15054 1487 0,'0'0'78'0,"0"0"-78"15,185-66-173-15,-108 45-472 0</inkml:trace>
  <inkml:trace contextRef="#ctx0" brushRef="#br1" timeOffset="10540.09">16451 14691 1403 0,'22'109'242'0,"-2"2"-73"15,-4-2 58-15,-12-36-49 16,-4-21-29-16,2 3-37 15,0-1-72-15,3 3-27 16,-1-11-13-16,1-8-40 16,-5-15-228-16,0-11-283 15,-7-10-213-15</inkml:trace>
  <inkml:trace contextRef="#ctx0" brushRef="#br1" timeOffset="10779.09">16353 15087 1207 0,'0'0'541'15,"11"-111"-398"-15,26 39 77 16,21-16-47-16,19 11-90 16,10 12-52-16,-1 24 40 15,-10 30-19-15,-18 13-52 16,-20 42 0-16,-22 18-1 16,-16 6 1-16,-14 6 27 15,-26-1 53-15,-14-10-13 16,-4-14-31-16,2-11-18 15,6-9-17-15,9-12-1 16,12-13-46-16,14-8-70 16,9-13-180-16,6-14-419 0</inkml:trace>
  <inkml:trace contextRef="#ctx0" brushRef="#br1" timeOffset="10989.06">17248 14726 1562 0,'0'0'312'16,"0"0"-171"-16,-55 166 146 16,42-87-69-16,13-3-107 15,0-14-75-15,20-12-36 0,31-5-59 16,-4-19-451-1,-5-11-1069-15</inkml:trace>
  <inkml:trace contextRef="#ctx0" brushRef="#br1" timeOffset="11403.51">17708 14691 1713 0,'0'0'495'0,"0"0"-317"15,0 0 1-15,0 0-94 16,127-53-56-16,-74 41-29 0,-6 4-7 15,-11 6-61 1,-11 2-152-16,-15 0-174 0,-7 0-175 16,-3 0-182-16</inkml:trace>
  <inkml:trace contextRef="#ctx0" brushRef="#br1" timeOffset="11592.32">17726 14680 950 0,'0'0'490'0,"0"0"-263"15,-76 108 73-15,50-39-59 16,5 11-36-16,13 3-49 16,8-10-47-16,2-7-48 15,29-13-32-15,11-17-12 0,10-12-5 16,6-17-12 0,0-7-41-16,10-21-99 0,-14-19-434 15,-16 4-891-15</inkml:trace>
  <inkml:trace contextRef="#ctx0" brushRef="#br1" timeOffset="11764.2">17645 14936 1612 0,'0'0'564'0,"0"0"-374"15,0 0-13-15,0 0-74 0,132-25-64 16,-61 13-28-1,0 0-11-15,10 6-56 0,-21 6-287 16,-16 0-964-16</inkml:trace>
  <inkml:trace contextRef="#ctx0" brushRef="#br1" timeOffset="12040.86">18353 15182 1809 0,'0'0'608'0,"0"0"-447"15,0 0-36-15,-14-109-31 16,7 56-37-16,1-5-35 16,1-5-3-16,5 3 13 15,0 4-5-15,0 5-18 16,18 10-9-16,13 4-1 0,6 9-8 16,6 16-3-16,2 12 10 15,0 6-10-15,-10 36 2 16,-8 18 4-16,-12 11 4 15,-13 5-10-15,-2-4 6 16,0-5 5-16,-13-14-41 16,3-9-85-16,2-17-235 15,6-14-602-15</inkml:trace>
  <inkml:trace contextRef="#ctx0" brushRef="#br1" timeOffset="12356.98">18868 15066 1443 0,'0'0'355'0,"0"0"-147"16,0 0 63-16,12-130-103 15,-1 77-60-15,5-1-35 16,-1-9-30-16,4 9-10 15,-1 6-20-15,1 12-12 16,2 15-1-16,-1 14 0 16,4 7-17-16,1 18-5 15,1 22 21-15,-1 16-5 16,-4 5 5-16,-11 3 1 16,-1-6-1-16,-5-5-47 15,-2-15-70-15,1-6-76 0,-3-9-124 16,0-11-309-16</inkml:trace>
  <inkml:trace contextRef="#ctx0" brushRef="#br1" timeOffset="12529.5">18928 14950 1575 0,'0'0'543'16,"0"0"-348"-16,0 0-34 15,0 0-98-15,0 0-59 16,160-55-4-16,-96 32-104 0,-14 4-68 16,-12 0-200-16</inkml:trace>
  <inkml:trace contextRef="#ctx0" brushRef="#br1" timeOffset="12745.98">19366 14444 1557 0,'0'0'549'0,"0"0"-387"15,0 0-43-15,0 0 13 16,103 148-9-16,-67-68-26 16,-12 9-9-16,-12-4-46 0,-12-4-32 15,0-13-10-15,-27-9-48 16,-25-1-84-16,8-16-192 15,-1-10-426-15</inkml:trace>
  <inkml:trace contextRef="#ctx0" brushRef="#br1" timeOffset="13663.09">14237 15897 1033 0,'0'0'489'15,"0"0"-405"-15,0 0 116 16,0 0 84-16,0 0-104 15,0 0-73-15,0 0-64 16,0-14-24-16,33 14 23 16,19 0 2-16,15 0-17 15,31 0-14-15,38 0-2 16,37 0-10-16,20 0 9 16,-2 0 20-16,-8 0-17 15,-13 0-11-15,1 0-2 0,1 4 0 16,0-4-22-1,-6 0 1-15,8 0 13 0,7 0 8 16,13 0 9-16,13-13 25 16,11-2-11-16,14 4-11 15,9-4-12-15,2-2-9 16,-6 3-6-16,-25-4 1 16,-50 4 9-16,-52 2 5 15,-44 7 1-15,-22-4 0 16,1 0 1-16,6 1-2 15,7-2-22-15,-2 5-42 16,-2-2-76-16,-3 5-30 16,4 2-90-16,-14 0-234 15,-14 0-206-15</inkml:trace>
  <inkml:trace contextRef="#ctx0" brushRef="#br1" timeOffset="14046.2">16154 16455 1692 0,'0'0'258'16,"0"0"-105"-16,0 124 143 16,0-62-77-16,2 1-99 15,5-5-65-15,4-9-37 16,2-8-9-16,1-10-7 15,4-4-2-15,-2-5-9 16,-1-8-48-16,-3-6-43 16,-6-4-86-16,-6-4-94 15,0-17 21-15,0-6-336 0</inkml:trace>
  <inkml:trace contextRef="#ctx0" brushRef="#br1" timeOffset="14285.65">16197 16575 1298 0,'0'0'400'15,"0"0"-264"-15,55-139-86 16,-6 81 79-16,7 10 56 16,2 13-48-16,-7 16-52 15,-10 19-79-15,-12 5-6 16,-14 26-11-16,-13 18 11 16,-2 5 8-16,-13 0 44 15,-16-3 11-15,-2-10 14 16,-3-9-11-16,3-10-28 15,4-8-24-15,3-10-7 16,1-4-7-16,6 0-73 0,17-32-88 16,0-3-222-16,6 4-297 15</inkml:trace>
  <inkml:trace contextRef="#ctx0" brushRef="#br1" timeOffset="14466.03">16935 16223 1744 0,'0'0'270'15,"0"0"-146"-15,-94 107 110 16,67-54-120-16,11-3-66 0,12 2-48 16,6 10-85-16,18-16-279 15,3-10-690-15</inkml:trace>
  <inkml:trace contextRef="#ctx0" brushRef="#br1" timeOffset="14758.9">17097 16651 1815 0,'0'0'592'0,"0"0"-418"16,12-104 17-16,-4 46-63 15,5-4-67-15,5-4-41 16,3 3-14-16,-2 9 3 15,0 10 4-15,-7 16 4 16,0 6 9-16,-3 14 6 16,4 8-32-16,3 3-12 0,9 24 11 15,4 12 0-15,0 8 0 16,-3-3-6-16,-2 2 7 16,-3-2-2-16,-8-7-35 15,-2-7-36-15,-2-8-24 16,-5-4-57-16,-2-14-87 15,-2-4-79-15,0-4 23 16,0-14-408-16</inkml:trace>
  <inkml:trace contextRef="#ctx0" brushRef="#br1" timeOffset="14940.97">17167 16447 1497 0,'0'0'556'15,"0"0"-382"-15,0 0 78 16,0 0-99-16,0 0-98 16,0 0-44-16,137-46-11 15,-74 23-32-15,20-9-104 16,-17 2-391-16,-12 7-819 0</inkml:trace>
  <inkml:trace contextRef="#ctx0" brushRef="#br1" timeOffset="15149.61">17782 16075 1687 0,'0'0'498'0,"0"0"-394"16,0 0 120-16,66 137-27 15,-45-65-66-15,-13 13-77 16,-8-5-38-16,0 6-16 15,-20-6-28-15,-9-4-94 16,-19 12-170-16,5-19-300 16,5-15-413-16</inkml:trace>
  <inkml:trace contextRef="#ctx0" brushRef="#br1" timeOffset="30732.55">12998 17307 1164 0,'0'0'184'16,"0"0"-132"-16,0 0 50 0,0 0-68 16,120-8-19-16,-91 8-15 15,9 0-30-15,-7 0-114 16,-7-4-345-16</inkml:trace>
  <inkml:trace contextRef="#ctx0" brushRef="#br1" timeOffset="30932.11">13020 17558 1572 0,'0'0'578'0,"0"0"-485"0,0 0-10 16,0 0 7-16,138-46-48 16,-91 37-42-16,-5 1 0 15,5 8-101-15,-11 0-412 16,-7 0-788-16</inkml:trace>
  <inkml:trace contextRef="#ctx0" brushRef="#br1" timeOffset="33192.75">14108 17179 1352 0,'0'0'252'0,"0"0"-182"15,0 0 21-15,-10 137-27 0,22-88-39 16,11-5 6-1,3-8 67-15,3-8-9 0,-2-11 42 16,-1-13-4-16,3-4 5 16,-4-4-37-16,-2-22-31 15,-4-1-13-15,-5-1-15 16,-3-2 10-16,-7-1 2 16,-4-1 6-16,0 1-1 15,0 4 1-15,-13 0 3 16,-7 5 0-16,-3 4-15 15,2 6-15-15,-2 6-27 16,3 2 0-16,0 4-6 16,4 0-15-16,1 4-39 15,3 9-34-15,8 6-63 16,4 3-123-16,18-5-352 0,4-3-621 16</inkml:trace>
  <inkml:trace contextRef="#ctx0" brushRef="#br1" timeOffset="33374.55">14659 17467 1320 0,'0'0'248'0,"0"0"-46"16,0 0 149-16,0 145-117 16,-9-97-117-16,-1 0-70 15,0-7-30-15,3 0-17 16,5-11-15-16,2-21-162 0,0-9-296 15,13 0-301-15</inkml:trace>
  <inkml:trace contextRef="#ctx0" brushRef="#br1" timeOffset="33734.1">15062 17031 1445 0,'0'0'512'16,"0"0"-411"-16,0 0 2 15,0 0-17-15,0 0-5 0,-87 164 30 16,80-92-5 0,5 4-25-16,2-4-12 0,0-14-20 15,25-14-22-15,10-17-6 16,7-13-6-16,5-14-8 15,0 0 1-15,-9-18-7 16,-11-5 11-16,-12 1 3 16,-13 5-7-16,-2-6 7 15,-2 5-2-15,-15 1-6 16,-8-2-5-16,1 5-1 16,-1 6-1-16,0 8-22 15,4 0-119-15,7 34-162 16,5 2-340-16,9 1-904 0</inkml:trace>
  <inkml:trace contextRef="#ctx0" brushRef="#br1" timeOffset="34243.98">16048 17316 1023 0,'0'0'337'16,"0"0"-180"-16,0 0-13 15,0 0-14-15,0 0-45 0,0 0-41 16,0 0 26-16,54-17 56 16,-58 17 10-16,-20 0 30 15,-14 0-34-15,-11 0-62 16,-11 0-16-16,-2 0 5 16,-1 0-27-16,8 0-23 15,7 0-9-15,15 0-17 16,16 0-94-16,7 0-208 15,10 0-330-15</inkml:trace>
  <inkml:trace contextRef="#ctx0" brushRef="#br1" timeOffset="39131.18">16734 17249 116 0,'0'0'340'0,"0"0"-204"16,0 0-53-16,0 0 18 15,0 0 15-15,0 0 66 16,0 0 38-16,6-5-21 16,-6 5-32-16,0 0-3 15,0 0 12-15,0 0-14 16,0 0-42-16,0 0-34 15,0 0-16-15,-4 0-1 16,-1 0-8-16,-1 5-28 16,-1 9-14-16,-2 13-5 15,4 8-4-15,1 5 2 16,4 8-6-16,0 3-5 16,0-3 0-16,18-2 0 15,2-6 1-15,5-14-1 0,4-12 4 16,6-14-4-16,4-14 11 15,-2-23-11-15,-1-6 11 16,-11-2-6-16,-13 1 3 16,-12 12 1-16,0 0-1 15,-2 6-3-15,-17 4 0 16,-4 4 8-16,-1 0-4 16,-1 4-3-16,0 6-7 15,2 4-1-15,2 4-8 16,3 0-36-16,7 4-80 15,7 22-155-15,4-1-255 0,0 1-553 16</inkml:trace>
  <inkml:trace contextRef="#ctx0" brushRef="#br1" timeOffset="39327.56">17226 17481 1461 0,'0'0'296'16,"0"0"-214"-16,0 0 164 16,0 0-127-16,-42 117-82 15,33-87-24-15,3-2-11 16,-2-2-2-16,6-12-137 16,2-6-162-16,0-4-465 0</inkml:trace>
  <inkml:trace contextRef="#ctx0" brushRef="#br1" timeOffset="39717.04">17483 17249 1445 0,'0'0'317'0,"0"0"-207"16,0 0 46-16,0 0-76 16,0 0-62-16,133-44-17 0,-106 44-1 15,-7 4 13-15,-7 10-11 16,-8 7 7-16,-5 10 16 16,0 1 51-16,-11 4 46 15,-9 4-35-15,0 0-27 16,2 1-23-16,5-6-9 15,3-5-13-15,10-1-13 16,0-12 4-16,0 2-5 16,8-7 6-16,9-2 0 15,8-7 1-15,6 2-1 16,4-5-5-16,4 0-2 16,-3 0-12-16,10-12-153 0,-9-2-162 15,-10 3-553-15</inkml:trace>
  <inkml:trace contextRef="#ctx0" brushRef="#br1" timeOffset="40941.24">14335 18137 856 0,'0'0'303'0,"0"0"-220"16,0 0-73-16,0 0 15 16,0 0-24-16,0 0 34 15,0 0 36-15,98 32 7 16,-51-32 8-16,13 0-3 16,13 0-25-16,12-22 14 15,11-1 32-15,1 2-44 16,-9 3-28-16,-7 12-19 15,-10 6-12-15,-6 0-1 0,0 0 7 16,3 0-6-16,11 0-1 16,5 0 1-16,9-13 1 15,6 4-1-15,-3-3-1 16,-3 2 0-16,-8 2 1 16,-5 6-1-16,-6-6 1 15,-1-4 0-15,6-8 6 16,23-18 2-16,-4 6 0 15,7-9 37-15,1 9 37 16,-16 20-45-16,5 2-23 16,-5 10-14-16,-10 0-1 15,1 4 0-15,1 2 0 16,3-2 1-16,8-4 0 0,5 5 0 16,7-5-1-16,0 3 1 15,4 1-1-15,12 3 0 16,19-4 0-16,18-3 1 15,7 0-1-15,-7-17 0 16,-13-6-1-16,-35 5 1 16,-25 4-12-16,-30 6 12 15,-17 1 0-15,0 0-1 16,-3 3 0-16,-1 0 1 16,-12-1 0-16,-7 5 7 15,-3-5-6-15,-3 1 9 16,-3-4 24-16,-4 8 74 15,2-6 17-15,-4 6-15 0,0 0-25 16,0 0-21 0,0 0-16-16,0 0-22 0,0 0-16 15,0-3-10-15,4-2-81 16,0 1-184-16,3 4-649 0</inkml:trace>
  <inkml:trace contextRef="#ctx0" brushRef="#br1" timeOffset="41991.86">16417 18753 1382 0,'0'0'290'16,"0"0"-215"-16,0 0-24 15,0 0-29-15,-51 107-3 16,51-70-10-16,0-7-2 16,14-8-1-16,5-16 13 15,4-6 80-15,4-6 57 0,2-28-22 16,-3-8-58-16,-2-9-27 15,-8 5 1-15,-9 1 15 16,-7 9-2-16,0 6 28 16,-5 3 3-16,-10 9-26 15,-3 4-11-15,2 5-24 16,1 1-24-16,-1 8-9 16,3 0 0-16,0 0-12 15,3 13-43-15,4 1-69 16,6 7-112-16,2-11-154 15,14-1-314-15</inkml:trace>
  <inkml:trace contextRef="#ctx0" brushRef="#br1" timeOffset="42179.89">16874 18661 1322 0,'0'0'281'16,"0"0"-161"-16,0 0 167 15,-10 108-138-15,4-78-88 16,4-2-40-16,2-6-14 16,0-6-7-16,0-7-71 15,0-9-157-15,0-1-58 16,0-15-334-16</inkml:trace>
  <inkml:trace contextRef="#ctx0" brushRef="#br1" timeOffset="42495.33">17200 18205 1470 0,'0'0'323'16,"0"0"-205"-16,0 0 26 15,0 0-45-15,-65 155 7 16,56-83-9-16,5 8 3 15,4-8-31-15,0-9-32 16,18-17-24-16,13-20-7 16,7-14 0-16,1-12-6 15,2-8 2-15,-10-18 4 0,-11 1 4 16,-16 0-8-16,-4 13 16 16,-13 10-18-16,-18 2-10 15,-2 4-1-15,-1 15-26 16,-1 11-155-16,8-6-283 15,4-3-425-15</inkml:trace>
  <inkml:trace contextRef="#ctx0" brushRef="#br1" timeOffset="43185.14">19692 17369 1520 0,'0'0'663'0,"0"0"-504"15,0 0 36-15,0 0-11 16,0 0-117-16,0 0-31 15,0 0-19-15,92-30-5 16,-42 12 2-16,4-1-14 16,-7 2-9-16,-5 2-51 15,-11 8-85-15,-17 7-112 16,-12 0-284-16,-2 7-109 0</inkml:trace>
  <inkml:trace contextRef="#ctx0" brushRef="#br1" timeOffset="43343.14">19765 17572 593 0,'0'0'724'16,"0"0"-524"-16,0 0-18 15,0 0 106-15,0 0-63 16,0 0-148-16,129-60-50 16,-86 38-27-16,11 5-40 15,-16 8-249-15,-7 4-410 0</inkml:trace>
  <inkml:trace contextRef="#ctx0" brushRef="#br1" timeOffset="47547.76">20884 16994 1386 0,'0'0'281'0,"0"0"-211"15,0 0 88-15,-39 148-58 16,39-95-38-16,15-11-4 16,14-12-33-16,8-16 34 15,6-14 46-15,2-11-40 16,-5-24-32-16,-9-5 15 0,-11-8 7 16,-14 7 23-16,-6 1 11 15,-15 8 4-15,-18 6-34 16,-7 8-29-16,-1 8-4 15,6 3-6-15,4 7-19 16,6 0 0-16,6 3-1 16,5 11-44-16,14 18-132 15,0-6-165-15,0-4-357 0</inkml:trace>
  <inkml:trace contextRef="#ctx0" brushRef="#br1" timeOffset="47727.54">21410 17062 1652 0,'0'0'253'15,"0"0"-66"-15,0 0 41 16,-23 121-131-16,23-85-64 16,0-11-33-16,6-6-7 15,25-19-165-15,-4 0-171 16,-3-5-237-16</inkml:trace>
  <inkml:trace contextRef="#ctx0" brushRef="#br1" timeOffset="47968.07">21690 16816 1443 0,'0'0'662'15,"0"0"-548"-15,0 0-46 16,0 0 76-16,-77 102-51 15,59-66-35-15,7-3-23 16,5-8-22-16,6-11-13 16,2-2 0-16,21-10 0 15,6-2 12-15,6 0 0 16,1 0-11-16,-1 0-1 16,3 0-2-16,20-2-158 15,-7-10-218-15,-3-2-555 0</inkml:trace>
  <inkml:trace contextRef="#ctx0" brushRef="#br1" timeOffset="48163.05">21879 16731 829 0,'0'0'1174'0,"0"0"-939"16,0 0-176-16,0 0 146 15,-10 113-52-15,20-55-59 16,3 4-40-16,3 0-14 15,1 1-28-15,1-10-11 16,3-9-1-16,-4-3-39 16,1 2-134-16,-7-11-286 15,-7-5-305-15</inkml:trace>
  <inkml:trace contextRef="#ctx0" brushRef="#br1" timeOffset="48553.13">20938 17772 1463 0,'0'0'306'0,"0"0"-220"0,0 0 199 15,136-10-59-15,-12-8-101 16,57-15-60-16,27-1-5 16,-5 9-4-16,-43 11-2 15,-58 14-27-15,-34 0-26 16,-16 0-1-16,2 0 0 15,0 4-29-15,-5-1 4 16,-11-3 10-16,-11 0-25 16,-8 0-58-16,-7-3-103 15,-12 3-69-15,0 10-314 16,0 12-532-16</inkml:trace>
  <inkml:trace contextRef="#ctx0" brushRef="#br1" timeOffset="48975.12">21288 18552 1189 0,'0'0'222'16,"0"0"-28"-16,-49 113 16 15,49-73-101-15,0-10-21 16,34-16-20-16,14-14 12 16,10-14-9-16,4-35-11 15,-6-9 1-15,-11-4-28 16,-21 0-10-16,-16 8 44 15,-8 10 48-15,-12 7-30 16,-17 16-17-16,-7 3-28 16,-1 8-23-16,-1 6-4 15,5 4-7-15,1 0-6 16,10 6 0-16,6 16-12 16,9 3-36-16,7 4-116 0,16-3-139 15,18-3-294 1,3-12-673-16</inkml:trace>
  <inkml:trace contextRef="#ctx0" brushRef="#br1" timeOffset="49155.66">21830 18436 1629 0,'0'0'367'15,"0"0"-261"-15,0 0 21 16,-25 119-36-16,20-85-60 15,3-7-20-15,2-5-11 16,0-5-30-16,7-17-173 16,7 0-198-16,-3-18-496 0</inkml:trace>
  <inkml:trace contextRef="#ctx0" brushRef="#br1" timeOffset="49463.37">22184 17829 515 0,'0'0'1548'0,"0"0"-1355"15,0 0-151-15,-45 100 4 16,34-26-21-16,5 8-9 16,6 6-8-16,0-20-7 15,9-5-1-15,15-19-1 16,10-18-24-16,-1-24 25 0,0-2 4 15,-6-28 32-15,-11-4-23 16,-9-3 2-16,-7 7-2 16,-2 6 8-16,-17 10-1 15,-1 7-14-15,0 5-6 16,2 0 0-16,1 5-12 16,5 7-190-16,8-2-271 15,4-6-627-15</inkml:trace>
  <inkml:trace contextRef="#ctx0" brushRef="#br1" timeOffset="49951.05">22817 17383 918 0,'0'0'692'0,"0"0"-441"16,0 0 62-16,0 0-65 15,0 0-113-15,0 0-53 16,0 0-31-16,53-50-29 16,-18 42-16-16,2 4-5 15,3-1-1-15,-2 5-37 16,-2 0-77-16,4 0-141 0,-11 0-241 16,-10 17-316-16</inkml:trace>
  <inkml:trace contextRef="#ctx0" brushRef="#br1" timeOffset="50100.18">22984 17754 1468 0,'0'0'243'0,"0"0"-184"15,105-109-36-15,-52 70-23 16,-6 13-268-16</inkml:trace>
  <inkml:trace contextRef="#ctx0" brushRef="#br1" timeOffset="72568.22">23813 17231 176 0,'0'0'1245'16,"0"0"-1066"-16,0 0-46 0,0 0 89 15,0 0-103 1,0 0-27-16,-38 117 21 0,45-59-33 15,15 0-42-15,7-5-7 16,3-4 2-16,3-13-3 16,4-14-5-16,-4-18 0 15,3-4 11-15,-5-18 4 16,-4-22-18-16,-8-8-7 16,-13-3-6-16,-8 0 0 15,0 5 13-15,-18 8 29 16,-6 4 9-16,-2 7-14 15,-4 5-10-15,-1 4-9 16,2 6-18-16,-2 8-9 16,0 4-15-16,4 4 6 15,4 17-22-15,8 10-99 0,15 19-137 16,0-1-380-16,5-8-737 16</inkml:trace>
  <inkml:trace contextRef="#ctx0" brushRef="#br1" timeOffset="72784.78">24357 17513 1470 0,'0'0'316'16,"0"0"31"-16,20 152-29 15,-17-73-187-15,-3 1-47 16,0-3-10-16,0-5-36 0,-7-10-24 15,-4-12-8-15,4-13-6 16,3-18-85-16,4-19-156 16,0-17-339-16,8-9-1166 0</inkml:trace>
  <inkml:trace contextRef="#ctx0" brushRef="#br1" timeOffset="73176.99">24732 17093 1560 0,'0'0'389'16,"0"0"-196"-16,0 0 20 15,0 0-79-15,-76 126-79 16,63-64-15-16,7 12 4 15,6-2-23-15,0-4-9 16,6-9-12-16,19-19-1 16,6-15 1-16,2-20 0 15,3-5 9-15,-7-5-2 16,-7-16-1-16,-7-2-5 16,-10 2 0-16,-5-2 9 15,0 9 2-15,-9-4 12 16,-9 9 18-16,-6 0 2 0,-1 9-12 15,-1 0-20-15,1 0-12 16,4 14 0-16,9-1-2 16,5 1-41-16,7 4-91 15,0-4-216-15,15-7-386 0</inkml:trace>
  <inkml:trace contextRef="#ctx0" brushRef="#br1" timeOffset="73528.07">25162 17045 1691 0,'0'0'500'0,"0"0"-423"15,0 0 59-15,0 0-31 16,-66 174-67-16,58-54-12 15,8-4 4-15,0-13-5 16,0-23-4-16,18-36-21 16,9-8 0-16,7-10 0 15,-1-21 0-15,0-5 9 16,-6-31 1-16,-6-5-8 16,-11-4-1-16,-10 4 13 15,0 10-6-15,-6 7 33 16,-17 16-19-16,-4 3-10 0,-4 3-12 15,-2 23 0-15,-3 15-90 16,-13 39-139-16,9-12-379 16,0 2-728-16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8:11:49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1763 5758 717 0,'0'0'221'0,"0"0"-42"16,0 0 70-16,0 0-14 15,0 0-130-15,0 0-35 16,-13 0-18-16,13 0-3 0,0 0-16 16,0 0-25-1,0 0-8-15,0 0 0 0,6 0 5 16,11 0 6-16,6 3 0 15,8-1-5-15,10 0-6 16,3 0 0-16,6 1 1 16,2-3 6-16,6 0-6 15,3 0-1-15,-1 0 1 16,0 0 0-16,0 0-1 16,-2 0-5-16,-2 0-74 15,-2 0-24-15,17 0-93 16,-13 0-215-16,-9 0 35 0</inkml:trace>
  <inkml:trace contextRef="#ctx0" brushRef="#br0" timeOffset="7015.66">24145 4988 1139 0,'0'0'167'0,"0"0"-127"0,0 0 34 16,0 0-10-16,0 0-25 16,0 0-23-16,-46 35 2 15,59-21 30-15,18 0 26 16,19-2-33-16,34-2-21 16,50-5-5-16,51 2-14 15,20 7 1-15,-4 8-1 16,-26 7 4-16,-34 0-5 15,-41-7-176-15,-28-6-772 0</inkml:trace>
  <inkml:trace contextRef="#ctx0" brushRef="#br0" timeOffset="10334.26">13671 6670 506 0,'0'0'184'16,"136"-5"8"-16,0-10-4 16,54 1-13-16,14 3-14 15,-7 5-74-15,-31 6-50 16,-35 0-25-16,-43 0-12 0,-23 0-507 16</inkml:trace>
  <inkml:trace contextRef="#ctx0" brushRef="#br0" timeOffset="47082.67">2735 13878 603 0,'0'0'98'0,"0"0"-62"16,0 0 3-16,0 0-25 15,0 0-13-15,-105 12 18 16,93-12 92-16,4 0-27 16,1 0 90-16,3 0 17 15,2 0-65-15,-1 2-21 16,3-2-10-16,0 3-21 16,0-3-5-16,0 0-8 15,0 1-4-15,0-1 1 16,0 0 10-16,0 2 0 15,0-2 6-15,0 0 13 16,0 0-7-16,0 0-21 16,0 0 2-16,9-3-31 0,4-9-12 15,3 0-9-15,6-3-8 16,3-4 0-16,6 2 0 16,4-5 6-16,6 0-6 15,3-2-1-15,1 0 1 16,-1 0 0-16,2 0 0 15,-2-1 0-15,1-1 5 16,1 1-5-16,6-8 0 16,-2-1 0-16,4-6 0 15,0-2 0-15,-1-2 0 16,1-2 0-16,1 2 0 16,-1-2 0-16,4 1 0 15,2 1 0-15,7 0-1 0,3-2 1 16,5 2 0-1,3-2 8-15,2 4 3 0,-2 0 0 16,0 3-2-16,-6 6 4 16,-8 2-7-16,-8 8 4 15,-14 6-4-15,-11 5 2 16,-10 4-8-16,-8 2 7 16,-4 0-8-16,-2 2 11 15,1-4 5-15,1 2 2 16,3-4 6-16,-4 3-5 15,-1-2-7-15,-3 3-3 16,-2 2-3-16,2 0-5 16,-4 2 6-16,0 2-7 15,0 0-12-15,0 0-102 0,-25 2-192 16,-4 14-311-16,-7 2-671 16</inkml:trace>
  <inkml:trace contextRef="#ctx0" brushRef="#br0" timeOffset="47812.01">2552 14057 191 0,'0'0'360'0,"0"0"-62"16,0 0-47-16,0 0-87 15,0 0-2-15,0 0-8 16,0 0-46-16,16-24-9 16,-14 21-13-16,2 3-8 15,3 0-32-15,9-1-26 16,8-3 9-16,14 0 14 16,15-4-9-16,12 1-18 15,9 5 3-15,3 2-3 0,6 0-1 16,-3 0-8-1,3 11-5-15,-1-1 4 0,7-2 4 16,25-7 6-16,31-1-1 16,34 0-2-16,8 0 10 15,-9 0 8-15,-17 0 1 16,-26 0-20-16,-5 9-3 16,-23-5-9-16,-25 1 1 15,-19 0 0-15,-14-1 0 16,-1-3 1-16,0 1-1 15,-6 3-1-15,-18-3-1 16,-11 0-12-16,-5 0-40 16,-8-2-21-16,-10 0-88 15,-11-2-111-15,-11-10-439 0</inkml:trace>
  <inkml:trace contextRef="#ctx0" brushRef="#br0" timeOffset="48523.55">2550 14171 827 0,'0'0'295'0,"0"0"-201"16,0 0 131-16,0 0-59 16,0 0-58-16,0 0-57 15,0 0-10-15,-5-17 13 0,5 17-26 16,0 0-17-16,0 0-11 15,0 0 0-15,9 5 0 16,16 9 15-16,12 8 20 16,15 8 5-16,15 8 2 15,11 10-11-15,28 18-6 16,31 21 4-16,36 27 5 16,12 20-13-16,-4 5-12 15,-14-8 1-15,-26-12-3 16,-10-11-6-16,-17-1 6 0,-12-1 8 15,-23-16 72 1,-21-15-14-16,-18-20-24 0,-7-10-9 16,5 3-15-16,-1-2 17 15,2 2-13-15,-8-15-9 16,-6-8-2-16,-8-11 4 16,-3-2 8-16,-7-10 0 15,-5-2-14-15,0 0-3 16,2 0 4-16,3-2-17 15,-3-37-32-15,1-2-189 16,-5 1-499-16</inkml:trace>
  <inkml:trace contextRef="#ctx0" brushRef="#br0" timeOffset="56684.75">5914 12146 1358 0,'0'0'221'0,"0"0"15"16,0 0-48-16,0 0-43 16,0 0-55-16,0-54-1 15,0 40 35-15,0 2-22 16,0-3-16-16,-12 1-38 15,-1 0-10-15,-5-1-23 16,0 0-3-16,-4 3-11 16,-3 2 5-16,-2 4-6 15,-2 3 0-15,0 3-1 16,1 0 0-16,-1 0-7 16,-2 11 7-16,0 7-5 15,0 6 6-15,-2 7-1 16,8 3-1-16,0 5-5 0,9 12 6 15,9 3 1-15,7 8 1 16,7 0 15-16,20-4-4 16,10-4-1-16,6-6-1 15,1-6-4-15,4-8 4 16,-6-8-2-16,-5-7-8 16,0-9 8-16,-8-8-1 15,-3-2 2-15,-2 0 2 16,-1-8-4-16,-5-3-5 15,-5 2 4-15,-4 1-5 16,-2 2 0-16,-5 3-1 16,1 0 0-16,-1 3-97 0,0-2-245 15,-2 2-860-15</inkml:trace>
  <inkml:trace contextRef="#ctx0" brushRef="#br0" timeOffset="59372.52">5503 13914 538 0,'0'0'803'15,"0"0"-653"-15,0 0 17 0,0 0 14 16,0 0-116-16,0 0-54 16,27 62 131-16,-11-12 1 15,-1 11-26-15,1 11-28 16,-7-5 15-16,-5 6-15 15,-4-5-28-15,0-3-1 16,0-12-20-16,0-4-9 16,0-8-16-16,0-18-9 15,0-5-5-15,0-8 0 16,0-10-1-16,-4 0 2 16,-3-4-2-16,-5-17-82 15,-3-5-73-15,-9-15-154 0,1 2-177 16,6 6-653-16</inkml:trace>
  <inkml:trace contextRef="#ctx0" brushRef="#br0" timeOffset="59762.54">5472 13922 506 0,'0'0'856'0,"0"0"-724"16,0 0-9-16,136-32 19 0,-73 32-40 16,1 0-33-16,-4 2-18 15,-4 15-34-15,-9 6-3 16,-12 7-6-16,-10-3 7 15,-11 5 37-15,-14 2 42 16,0 2 26-16,-21 2-22 16,-12 1-27-16,-9-2-24 15,-5-1 5-15,-3-7-13 16,4-6-21-16,6-9-6 16,9-5-3-16,8-9-9 15,10 0 12-15,8 0-12 16,5-11-69-16,2 3-131 15,19 2-178-15,1 2-609 0</inkml:trace>
  <inkml:trace contextRef="#ctx0" brushRef="#br0" timeOffset="60868.22">5513 15402 909 0,'0'0'348'0,"0"0"-15"16,0 0 20-16,0 0-94 15,0 0-148-15,0 0-55 16,0 0 109-16,75 173-33 0,-37-53-32 16,0 22-21-1,-9-8 0-15,-12-25-31 0,-10-37 0 16,-5-24-18-16,3 1-14 15,-2 0-8-15,-1-8-7 16,0-11 0-16,0-12 0 16,0-13 0-16,-2 0 1 15,0-5 5-15,0 0-7 16,0 0 0-16,0 0-18 16,-14-10-45-16,1-12-49 15,0-27-106-15,4 3-336 16,4 2-390-16</inkml:trace>
  <inkml:trace contextRef="#ctx0" brushRef="#br0" timeOffset="61235.52">5519 15454 1114 0,'0'0'209'16,"0"0"-43"-16,0 0 59 16,131-117-76-16,-83 100-56 15,0 13-11-15,-1 4-32 16,-1 28 9-16,-3 18-18 16,-7 5 7-16,-9 7-25 15,-12-9 17-15,-13-1 25 0,-2-2 88 16,-15-2-28-16,-16-7-50 15,-3-2-20-15,-1-12-16 16,2-7-17-16,-2-9-7 16,6-7-6-16,0 0 0 15,3 0-7-15,4-11-1 16,-1 2-1-16,8 4-27 16,6 1-79-16,9 4-124 15,0 0-311-15,11 0-491 0</inkml:trace>
  <inkml:trace contextRef="#ctx0" brushRef="#br0" timeOffset="61513.84">6232 16142 1461 0,'0'0'200'15,"0"0"-46"-15,0 0 179 16,0 0-84-16,0 0-125 16,0 0-34-16,0 0 5 15,-44-102-23-15,39 60-23 16,5-2-10-16,0-1-10 16,3-2-14-16,12 1-7 15,3 5-8-15,2 7-9 16,-2 5-6-16,0 17-61 0,-5 3-189 15,-1 9-600-15</inkml:trace>
  <inkml:trace contextRef="#ctx0" brushRef="#br0" timeOffset="125793.1">6500 11911 692 0,'0'0'132'0,"0"0"6"15,0 0 144-15,0 0-92 16,0 0-65-16,0 0 0 15,-9 7 8-15,9-7-1 16,0 0-40-16,0 0-40 16,0 0-37-16,0 0-14 15,0 0 4-15,0 0 20 16,0 0-3-16,6 0-2 16,-1 0 14-16,-1 0 5 0,4 0-5 15,-2 0-13-15,5-7 0 16,3-3-5-16,-1-2-4 15,5-2-2-15,-1-1-1 16,1-2-1-16,0-1-7 16,0 0 11-16,2-2-10 15,0 1-1-15,-2 4 6 16,-1-1-7-16,1 0 0 16,-2 2 0-16,2 0 1 15,4-6 0-15,3 3-1 16,4-4 0-16,4-4 0 15,3-1 1-15,-1 0 0 16,3 0-1-16,1-2 2 0,0 0 5 16,6-6-1-1,6-4 3-15,14-6 7 0,9-6 2 16,12-7 19-16,11-3-17 16,21-8-7-16,-12 7-2 15,2 3 11-15,-6 7 11 16,-21 10 10-16,-2-2-13 15,-9 4-10-15,-10 5 0 16,-9 3-4-16,-2-1 13 16,-11 5 5-16,-7 8 5 15,-13 4 3-15,-11 7 8 16,-5 6 13-16,-2 2-25 16,0 0-22-16,0 0-3 15,0 0-12-15,0 0 1 16,0 0 3-16,0 0-5 0,0 0-7 15,0 0-44-15,0 0-48 16,0 2-72-16,0 9-206 16,-2 6-294-16</inkml:trace>
  <inkml:trace contextRef="#ctx0" brushRef="#br0" timeOffset="126993.68">6638 11823 332 0,'0'0'511'0,"0"0"-338"16,0 0 40-16,0 0 48 16,0 0-65-16,0 0-50 15,0 0-49-15,-12 0-16 16,12 0-26-16,0 0 0 15,0 0-8-15,0 0 12 0,0 0 10 16,0 0-9-16,0 0-16 16,0 2-10-16,0 2-1 15,0 0 2-15,3 2-8 16,4 2-9-16,2-2-12 16,-1 1 1-16,4 2-1 15,3-3-4-15,1 2 13 16,6 2 18-16,5 1-2 15,4 3-16-15,4 1-2 16,8 3-11-16,1 2 4 16,6 2-5-16,4 2 9 15,4 5-8-15,4 7 13 0,5 5 0 16,-1 9-14-16,3 5 13 16,3 5-14-16,3 0 1 15,6 1 6-15,21 2-7 16,35 6 6-16,46 5-5 15,14 0 5-15,-12-8-4 16,-44-12 6-16,-60-16-8 16,-37-11-6-16,-22-5-3 15,-4-2-6-15,-4-6 14 16,-1-3 1-16,-9-4 2 16,-2-7 14-16,1 0 2 15,-3 0 61-15,0 0 15 16,0 0-23-16,0-9-39 15,0 0-20-15,0-5 2 16,0-1-1-16,0 2-4 0,0-1-3 16,0 5 2-16,0 2-2 15,0 4-6-15,0 2 1 16,0 1-1-16,0 0-1 16,0 0-8-16,0 0-46 15,0 0-87-15,0 0-136 16,0 0-496-16</inkml:trace>
  <inkml:trace contextRef="#ctx0" brushRef="#br0" timeOffset="133669.62">9222 10198 1395 0,'0'0'335'0,"0"0"-110"15,0 0 76-15,0 0-84 0,0 0-69 16,0 0-43-16,0-56-37 16,0 56-26-16,0 0-7 15,0 0-19-15,0 2-9 16,0 14 2-16,4 13 18 16,-2 6-1-16,0 9-5 15,-2 11 1-15,0 3-1 16,0 2-3-16,-6-2-2 15,-10-2-7-15,1-3-3 16,1-9-4-16,1-7-1 16,2-5 1-16,1-6-1 15,2 1 0-15,-1 1 0 16,0-2 0-16,2 0 0 0,1-6 0 16,3-4 0-1,1-6 0-15,2-6-1 0,0 1 0 16,0-2 0-16,7 3 0 15,11 1 0-15,4 0 1 16,7 1 5-16,6 0-5 16,6-1 1-16,-1-4-1 15,5-1 0-15,-5-2 0 16,-3 0 0-16,-8 0 0 16,-8 0 1-16,-11 0-1 15,-3 0 0-15,-7 0 0 16,2 0 0-16,-2 0-1 15,0 0 0-15,3 0-35 16,2 7-78-16,5 15-99 16,-1-3-454-16,1 2-552 0</inkml:trace>
  <inkml:trace contextRef="#ctx0" brushRef="#br0" timeOffset="134465.67">9278 12489 687 0,'0'0'676'0,"0"0"-452"16,0 0 60-16,0 0 39 16,0 0-65-16,0 0-90 15,0 0-65-15,46-60-20 16,-37 67 10-16,2 14-18 16,-2 2-20-16,0 8-6 15,-4 3-8-15,-3 5 1 16,-2 8 4-16,0-1 1 0,-2 3-22 15,-10-2-2-15,3-4-22 16,1-8 0-16,0-7-1 16,6-7 1-16,0-5 0 15,2-9 0-15,0-3-1 16,0-4 8-16,0 0-1 16,0 0-7-16,7 0 1 15,13 0-1-15,11 3 13 16,9-3-7-16,3 0-5 15,-1 0 0-15,-5 0 0 16,-8 0 0-16,-6 0 5 16,-9 0-6-16,-5-3 0 0,-7 3-18 15,0-2-31-15,-2 0-42 16,0-8-35-16,0 2-133 16,0-6-534-16</inkml:trace>
  <inkml:trace contextRef="#ctx0" brushRef="#br0" timeOffset="134834.75">10011 11976 1285 0,'0'0'215'0,"0"0"-93"16,0 0 60-16,0 0-68 16,0 0-36-16,0 0-21 15,0 0 39-15,-114 78 20 16,107-52-3-16,7-2-60 15,0-2-20-15,0-1-17 16,11-2-4-16,10-3 3 16,5-2-9-16,4-6-6 15,-1-3-3-15,0-2-113 16,8-3-140-16,-8 0-66 0,-4 0-429 16</inkml:trace>
  <inkml:trace contextRef="#ctx0" brushRef="#br0" timeOffset="139257.19">7126 10657 1255 0,'0'0'188'0,"0"0"-49"15,0 0 59-15,0 0-69 16,0 0-50-16,0 0 1 16,-101 58 22-16,84-24-9 15,3 5-7-15,6-1-36 16,5 0-10-16,3-5-3 16,5-9-17-16,22-6-3 15,4-11 4-15,9-7 3 0,-2 0-12 16,-2-20-2-16,-7-4-8 15,-12-4 4-15,-5-2 7 16,-10 2-2-16,-2-2 15 16,0 2 31-16,-14 2-3 15,-8 2-14-15,-4 5-22 16,-3 6-9-16,-1 3-9 16,4 6 0-16,1 2 0 15,5 2-2-15,7 0-45 16,13 8-95-16,0 6-236 15,0-2-387-15</inkml:trace>
  <inkml:trace contextRef="#ctx0" brushRef="#br0" timeOffset="139454.19">7378 10744 1222 0,'0'0'228'0,"0"0"77"15,0 0-19-15,27 138-105 16,-21-92-119-16,3-6-40 16,-2-5-11-16,0-13-10 15,-3-8-1-15,3-14-60 16,-3 0-237-16,1-18-528 0</inkml:trace>
  <inkml:trace contextRef="#ctx0" brushRef="#br0" timeOffset="139895.17">7454 10351 1104 0,'0'0'333'0,"0"0"-179"15,0 0 55-15,0 0-72 16,140-78-84-16,-113 78-43 16,-7 12-10-16,-9 19 0 15,-11 8 0-15,0-1 15 0,-11-1 105 16,-11-10-1 0,1-8-73-16,6-6-24 0,9-9-20 15,6-4 25-15,0 0-7 16,13-5-20-16,9-10 9 15,5 6-8-15,2 0 5 16,2 9-5-16,-2 0 9 16,0 9-1-16,-7 10-9 15,-6 5 0-15,-14 4 0 16,-2 2 34-16,-12 1 112 16,-21-1-29-16,-5-4-46 15,-3-4-30-15,0-4-24 0,3-4-17 16,3-6 0-16,-7-1-90 15,5-4-205-15,8-1-427 0</inkml:trace>
  <inkml:trace contextRef="#ctx0" brushRef="#br0" timeOffset="140782.44">7077 12784 1352 0,'0'0'351'0,"0"0"-125"15,0 0-37-15,0 0-107 16,0 0-52-16,0 0-14 16,0 0 0-16,-11 49 5 15,11-24 7-15,0-4 0 16,15-3-10-16,3-3-2 0,3-7 7 15,3-6 2 1,-2-2-9-16,3 0-1 0,-5-17 1 16,-2-2-4-16,-8-5-1 15,-4-1 39-15,-6 2 32 16,0 0 10-16,-10 5-19 16,-9 4-23-16,-6 2-19 15,2 4-17-15,1 4-14 16,2 4 0-16,2 0-9 15,1 4-41-15,1 20-105 16,5-3-227-16,9-1-727 0</inkml:trace>
  <inkml:trace contextRef="#ctx0" brushRef="#br0" timeOffset="140977.63">7347 13094 1151 0,'0'0'258'0,"0"0"-37"16,-18 102 37-16,9-59-76 15,-2-7-72-15,1-4-67 16,2-8-27-16,-1-9-7 16,-2-8-9-16,0-7-73 15,4 0-408-15</inkml:trace>
  <inkml:trace contextRef="#ctx0" brushRef="#br0" timeOffset="141389.79">7594 12937 1468 0,'0'0'259'15,"0"0"-132"-15,0 0 58 16,0 0-42-16,0 0-84 16,118 4-40-16,-95 21 7 15,-4 6 32-15,-3 8 39 0,-5 5-1 16,-3 4 14-16,-6-2-35 15,-2-2-17-15,0-4-31 16,0-5-8-16,0-5-7 16,0-7-1-16,0-9-10 15,0-2 0-15,0-5 1 16,0-5-2-16,-2 0 0 16,2-2-27-16,-6 0-3 15,0 0 21-15,-3-4-11 16,-2-6-79-16,-9-8-94 15,2 1-196-15,5 4-428 0</inkml:trace>
  <inkml:trace contextRef="#ctx0" brushRef="#br0" timeOffset="141555.89">7546 13184 1386 0,'0'0'226'0,"0"0"-159"16,0 0-34-16,0 0-20 16,135-30-13-16,-99 26-80 15,-7 4-723-15</inkml:trace>
  <inkml:trace contextRef="#ctx0" brushRef="#br0" timeOffset="146307.79">27086 3625 476 0,'0'0'121'0,"0"0"42"16,0 0 2-16,0 0-106 15,0 0-42-15,116 56-7 16,-94-48-8-16,1-1 4 15,-2-4 5-15,-2 1 43 16,-4-1 25-16,1-1-8 16,-3 2-27-16,1 0-21 15,1 1-6-15,3 1-8 16,-1 1-8-16,2-3 8 16,3-3-8-16,1 2 6 0,3-2-6 15,5-1 0-15,0 0-1 16,-2 3 6-16,-2-2-6 15,-5 1 2-15,-6 1-2 16,-3-1 1-16,-4 0-1 16,3-1 1-16,1 4 0 15,7-1 0-15,7 1-1 16,11 4 0-16,4 0 1 16,7 4 0-16,-3 1-1 15,-3-2 1-15,-9-3 0 16,-14-3 0-16,-7-1-1 15,-4-5 2-15,-2 0 8 16,2 0-2-16,4 0 13 0,9 0-10 16,7 0-9-1,11 0-2-15,9 3 2 0,3 4 43 16,-6 3-26-16,-10-3-8 16,-14 0-10-16,-9-3-1 15,-5-2 0-15,-2-1 0 16,3-1 2-16,7 3 5 15,5 0-6-15,12-2 0 16,6 3 0-16,6 0 0 16,0 1 0-16,-8 2 5 15,-10-2-5-15,-14 0 0 16,-3-5 1-16,-6 0 4 16,0 0 7-16,3 0 40 15,5 0-23-15,1 0-21 0,-1 0-7 16,2-5-2-16,-5 5 1 15,-5-3 1-15,-4 3 5 16,0 0 3-16,0 0-10 16,-2 0-6-16,-11 0-80 15,1-2-395-15</inkml:trace>
  <inkml:trace contextRef="#ctx0" brushRef="#br0" timeOffset="149962.93">27790 3641 227 0,'0'0'108'16,"0"0"-79"-16,0 0-18 15,130 16-5-15,-99-14 42 16,-6-2 25-16,-10 0-31 16,-9 0-22-16,-3 0-20 15,-3 0 12-15,0 4-24 16,-9 3-28-16,-6-1-125 0,-8-1 70 16,-4 2 95-16,-6-2 103 15,-10 3-33-15,-7 0-2 16,-9 0-39-16,-3 0-22 15,0-2-6-15,4-2 1 16,6-1-2-16,14-3 2 16,12 0 7-16,13 0 72 15,11 0 91-15,2 0 23 16,23 0-123-16,29 0-46 16,37 0-10-16,36 0-15 15,-3 0 5-15,-6 0 4 16,-20 0 12-16,-29 1-9 15,-3 3-4-15,-10 0-9 0,-23-2 1 16,-26-2 0-16,-5 0 109 16,-40 0-66-16,-18-6-27 15,-15-3-8-15,-12-1-8 16,-9-1 5-16,1 1 1 16,-3 3-6-16,4 0 0 15,5 2 0-15,11 2 0 16,16 2 0-16,18-2 0 15,22 3-1-15,17 0-6 16,8 0 6-16,40 0 17 16,37 3-4-16,45 2-4 15,36 3-2-15,9 0 24 16,-30 0-7-16,-37-1-6 0,-40-2-17 16,-12-2 5-1,-2-2-5-15,-8 1 0 0,-14-2 0 16,-27 0 11-16,-6 0 27 15,-46-6-32-15,-37-7-6 16,-33-6 0-16,-30 1 0 16,-5 0 0-16,25 6 1 15,35 6-1-15,35 4-1 16,10 2 1-16,4 0-1 16,5 0 1-16,12 0-1 15,27 0-1-15,6 0-8 16,66 0 9-16,55 0 12 0,60 5-2 15,29-2 2-15,8 1 39 16,-16 1 55 0,-39 2-21-16,-38 2-35 0,-37-5-28 15,-39-1-12-15,-17 0-9 16,-7-3 5-16,-8 0-6 16,-4 0 6-16,-15 0 12 15,-2 0 23-15,-23-5-19 16,-25-3-22-16,-39 2-15 15,-5-1 14-15,-13 5 0 16,-4-3-14-16,18 3 6 16,-5 0-1-16,16 1-6 15,17-2 16-15,26 1 0 16,27 2-1-16,10 0-7 16,62 0 8-16,61 0-1 0,63 2 1 15,34 6 0-15,11-1 0 16,-19 5 0-16,-35-1 1 15,-43-3 16-15,-43 0-15 16,-38-4 4-16,-26-4-5 16,-9 0 0-16,-11 0 0 15,-7 0 67-15,-21 0-16 16,-48-12-45-16,-49-3-7 16,-38-6-1-16,2 3 0 15,25 8 0-15,42 2-5 16,31 6 5-16,1 2 1 15,6 0 0-15,10 0-7 16,29 0 5-16,10 0-17 0,56 8 17 16,54 4 2-1,54 2 1-15,25 0 5 0,0-2-6 16,-39-3 1-16,-51-1 0 16,-37-4 11-16,-27-3-2 15,-10-1-10-15,-16 0 2 16,-9 0 27-16,-27-1-11 15,-54-16-18-15,-46-4-1 16,-49-4 1-16,-15 1 0 16,8 3 0-16,42 4 0 15,52 9 0-15,34-1-3 16,21 6 2-16,10-1 0 16,16 2 0-16,8 2 0 15,61 0-9-15,75 0 9 16,69 4 0-16,34 12 1 0,-8 4 2 15,-59-2 32-15,-70-6 25 16,-48-4-31-16,-31-6-12 16,-15-2-15-16,-8 0 16 15,-26 0 12-15,-57-12-14 16,-46-8-9-16,-48-8-5 16,-16 2-1-16,12 4 1 15,40 6-1-15,50 6 6 16,31 3-6-16,24 6-2 15,10-1 1-15,15 2-2 16,11 0-16-16,27 2-6 16,48 18 23-16,41 6 2 0,0-1-2 15,-8-2 2-15,-18-3 0 16,-25-5 0-16,-2-1-20 16,-3-1-2-16,-22-5 10 15,-18-4 7-15,-18-4 5 16,-2 0 25-16,-27 0-10 15,-29-5-15-15,-39-9-6 16,-52-5 6-16,-45 1 0 16,-18 0 0-16,12 4 0 15,27 5 0-15,50 2-1 16,30 2 1-16,25 5 0 16,20 0 0-16,3 0 0 15,8 0-1-15,6 0 0 0,16 0-17 16,8 0 2-16,5 5 10 15,0-1 5-15,0-1 0 16,0 0 1-16,-2-3 0 16,-2 0 0-16,-4 0 1 15,0 0 11-15,-7 0-3 16,-4 0-8-16,-1 0 0 16,-5 0-1-16,2 0 1 15,-9 0-1-15,-1 0 0 16,-3 0 0-16,0 0 0 15,5 0 0-15,4 2 0 16,8 0 1-16,3 0-1 16,5 0-1-16,-1 0 0 15,1 2-7-15,-5 2 8 16,3 0 0-16,0-1 0 0,6-4 0 16,2 1 1-16,5 0-1 15,0-2 0-15,3 0 0 16,24 2 0-16,8 3 1 15,14 2-1-15,9 1 0 16,7 2-1-16,10-2 1 16,8 0 0-16,27 2 0 15,27 0 0-15,22 3 1 16,-12-2-1-16,-33-3 1 16,-42-2 0-16,-33-1 0 15,-3-2-1-15,-5-1 0 16,-8 0 1-16,-15-2 6 0,-8 0 14 15,0 0 16-15,-8 0-7 16,-26-4-30-16,-19-4 0 16,-16 1-9-16,-18 0 8 15,-25 0 1-15,-31 0 0 16,-30-1-1-16,-10 3 1 16,7 5 0-16,18-2 0 15,25 2-1-15,25 0 0 16,23 0 1-16,23 0-1 15,14 0 1-15,4 2 0 16,4 3 0-16,8-1-1 16,21 3-11-16,11-2-8 15,21 1 9-15,25 1 10 0,22-6 0 16,32 2 0 0,35-3 0-16,31 0 0 0,7 0-5 15,-8-3 4-15,-22-1 1 16,-38 3 1-16,-20-2-1 15,-21 2 1-15,-6-2 0 16,0 0 0-16,-2-1-6 16,-7 0 5-16,-25-1 1 15,-24 1 7-15,-15 1-3 16,-65-4-4-16,-57 2-3 16,-40-4 2-16,-9 1 1 15,34 0 0-15,46 2 0 16,45 4 0-16,10 1 0 0,2 1 1 15,2 0-1 1,7 0 0-16,16 0-1 0,13 0-14 16,6 0-1-16,2 0 8 15,3 0 7-15,0 0-118 16,0 0-70-16,0 0-14 16,0-5-336-16</inkml:trace>
  <inkml:trace contextRef="#ctx0" brushRef="#br0" timeOffset="154730.04">7316 14494 992 0,'0'0'183'15,"0"0"-145"-15,0 0 108 16,0 0 10-16,0 0-95 16,0 0-34-16,44 1 27 15,-22-1 13-15,5-5-10 16,2-5-4-16,2-2 8 15,3-1-24-15,5-1-3 16,11 0-8-16,12-4-1 0,32-12 16 16,44-16 6-16,45-17-12 15,15-2-16-15,-3 2-8 16,-27 10-4-16,-29 9-6 16,-27 10 1-16,-26 5-2 15,-21 9 0-15,-7 2 1 16,2-4 0-16,5 0-1 15,2-2 1-15,-16 4 0 16,-11 6 8-16,-15 4-8 16,-12 3 0-16,-9 7 5 0,-4 0 0 15,0 0-6-15,-4 0-7 16,-16 0 6-16,-7 0-110 16,-28 0-97-16,5 5-270 15,1 2-501-15</inkml:trace>
  <inkml:trace contextRef="#ctx0" brushRef="#br0" timeOffset="155489.57">7420 14471 542 0,'0'0'219'0,"0"0"-160"15,0 0-37-15,0 0 23 16,0 0 34-16,0 0 47 16,0 0 61-16,0 0-50 15,3 0-64-15,12 0-21 16,8 0 8-16,8 0 11 16,9 0-5-16,11 5-30 15,7-3-21-15,9 5-13 16,10 3 0-16,27 11 7 0,27 1 4 15,27 6 8-15,7 2-2 16,-7 0-9-16,-12 0-9 16,-17 5-1-16,-20-4 2 15,-20-1 4-15,-24-3-5 16,-14-4-1-16,7 4 2 16,-3-1-1-16,-1-2 0 15,-16-6 0-15,-13-6 0 16,-9-10 25-16,-10-2 181 15,-4 0 17-15,0 0-32 16,-2-7-106-16,3-9-52 16,-1 0-14-16,0 5-8 15,0 1-6-15,-2 5-5 16,2 2 5-16,-2 3-6 16,0 0-10-16,0 0-47 0,10 0-127 15,-4 0-205-15,3 0-422 16</inkml:trace>
  <inkml:trace contextRef="#ctx0" brushRef="#br0" timeOffset="162514.15">8180 13700 568 0,'0'0'241'0,"0"0"-164"16,0 0 30-16,0 0-2 15,0 0 28-15,-62 140 57 16,55-100-7-16,7-2-47 16,0-6-15-16,0-7-52 15,18-8-31-15,7-7 11 0,-1-10 65 16,5 0-57-16,0-5-30 15,-4-12-8-15,-5-1-3 16,-7-8 16-16,-9 2 45 16,-4 0 32-16,0 0-36 15,-15 2-36-15,-10 5-8 16,1-3-13-16,-1 8 6 16,3 5-10-16,4 0-12 15,5 7-4-15,4 0-29 16,4 0-113-16,5 0-142 15,7 9-100-15,11-4-706 0</inkml:trace>
  <inkml:trace contextRef="#ctx0" brushRef="#br0" timeOffset="162694.96">8486 13798 1273 0,'0'0'218'0,"0"0"21"15,0 0-64-15,0 0-78 16,15 126-39-16,-10-106-33 16,-1-6-14-16,-2-5-11 15,4-9-41-15,-2-3-175 16,-2-13-454-16</inkml:trace>
  <inkml:trace contextRef="#ctx0" brushRef="#br0" timeOffset="162995.2">8698 13501 525 0,'0'0'1169'0,"0"0"-1036"16,0 0-51-16,0 0 92 15,-43 140-78-15,43-94-29 16,2-3-29-16,21-7-22 15,4-14-4-15,2-10-6 16,0-10 25-16,-2-2-7 0,-10-4-9 16,-7-12 22-1,-10 0 30-15,0 2 16 0,-12 2-47 16,-5 4-23-16,-4 6-12 16,3 2-1-16,3 0-22 15,8 0-183-15,4 8-335 16,3 1-614-16</inkml:trace>
  <inkml:trace contextRef="#ctx0" brushRef="#br0" timeOffset="163520.07">9864 13522 914 0,'0'0'1057'0,"0"0"-943"15,0 0 47-15,0 0 64 16,0 0-53-16,8 128-58 15,-8-96-40-15,0-5-35 16,0-4-11-16,0-8-5 16,0-4-22-16,0-3 7 15,2-8-7-15,-2 4-1 0,0 2 1 16,0 2 0 0,0 1 0-16,0 0 5 0,0-3-5 15,0 0 0-15,-2 0 6 16,-2-1-7-16,-3 7 0 15,-1 5 0-15,-2 1 0 16,2 2 1-16,1-3-1 16,3-4-1-16,4-6 0 15,0-4 0-15,0-1-8 16,8-2 9-16,17 0 12 16,4 0 9-16,4 0-7 15,3 0-2-15,-1-4-12 0,1-2-6 16,3-2-57-1,7 1-132-15,-8 2-445 0,-9 5-977 0</inkml:trace>
  <inkml:trace contextRef="#ctx0" brushRef="#br0" timeOffset="164106.72">9984 14497 1446 0,'0'0'315'16,"0"0"-78"-16,0 0 51 15,0 0-104-15,0 0-38 16,0 0-63-16,54 141-21 15,-50-100-24-15,-2 0-8 0,0 1-9 16,-2 3-12-16,0-6 0 16,0 6-8-16,0 0 0 15,-6-6 0-15,2-3 5 16,-2-10-6-16,4-9 0 16,2-10 0-16,0-2 7 15,0-5 2-15,0 0-3 16,0 0 10-16,4 0-7 15,10 0 11-15,-1 0 1 16,1-5-5-16,-1-2 4 16,-1 0-4-16,1 3-10 15,1-5-6-15,-1 4-1 16,2 1 1-16,-1-1-10 16,1-4-59-16,16-14-54 15,-4 2-161-15,0-7-463 0</inkml:trace>
  <inkml:trace contextRef="#ctx0" brushRef="#br0" timeOffset="164406.35">10611 14185 1401 0,'0'0'306'0,"0"0"-119"0,0 0 43 16,0 0-94-16,0 0-44 15,-141 68 1-15,116-30-7 16,10 0-16-16,10-3-22 16,5-8-21-16,3-5-15 15,25-3 4-15,8-10-1 16,6-2-9-16,0-7-6 15,-1 0-55-15,1 0-128 16,-11-11-156-16,-10-1-528 0</inkml:trace>
  <inkml:trace contextRef="#ctx0" brushRef="#br0" timeOffset="165044.65">8040 14616 316 0,'0'0'353'15,"0"0"-220"-15,0 0 36 16,0 0 96-16,0 0-49 0,0 0-84 16,0 0-17-1,-37 43-1-15,27-11-20 0,3 7-12 16,5 1 8-16,2 6-31 15,0 3-13-15,11-13 15 16,12-8-5-16,4-7 4 16,-1-21-9-16,6 0-14 15,-6-5-15-15,-1-24-10 16,-8 0 0-16,-8-5 7 16,-9 0 50-16,0 3-1 15,-6 5-17-15,-14 4-24 16,-2 4-8-16,-1 8-7 15,6 1-12-15,1 6-7 16,7 3-41-16,7 4-124 16,2 14-317-16,0 0-471 0</inkml:trace>
  <inkml:trace contextRef="#ctx0" brushRef="#br0" timeOffset="165232.07">8385 14887 825 0,'0'0'760'16,"0"0"-633"-16,0 0 78 16,0 0-22-16,-8 108-100 15,-1-74-52-15,2-2-14 16,-2-6-11-16,3-8-6 16,-1-4-38-16,5-14-191 15,0 0-141-15,2 0-381 0</inkml:trace>
  <inkml:trace contextRef="#ctx0" brushRef="#br0" timeOffset="165519.46">8595 14901 1694 0,'0'0'241'0,"0"0"-197"16,0 0 68-16,0 0 13 15,0 0-63-15,-15 107-41 16,5-82-12-16,4-3-3 0,-3-2-5 16,3-6 1-16,4-2-1 15,2-8 0-15,0-4-1 16,0 0 0-16,4 0 4 16,11 0 12-16,5 0-8 15,3 0-8-15,-2 0-31 16,0 0-172-16,4 0-90 15,-6-4-254-15,-3-6-140 0</inkml:trace>
  <inkml:trace contextRef="#ctx0" brushRef="#br0" timeOffset="165681.75">8720 14945 1262 0,'0'0'491'16,"0"0"-386"-16,0 0 21 0,0 0 67 15,0 0-84-15,18 133-68 16,-18-87-23-16,0-7-9 16,0 19-9-16,0-13-120 15,-7-7-420-15</inkml:trace>
  <inkml:trace contextRef="#ctx0" brushRef="#br0" timeOffset="166995.49">7964 16714 1139 0,'0'0'389'0,"0"0"-274"16,0 0-42-16,0 0 39 16,0 0-80-16,0 0-1 15,-2 0-21-15,11 0 5 16,9-10 35-16,8-3 26 0,12-8 3 15,9-4-7-15,7-5-14 16,8-2-28-16,7-2-13 16,4-2-5-16,12 0 22 15,25-18-10-15,35-8-5 16,33-15 15-16,8 4 6 16,-36 14 6-16,-40 20-8 15,-50 22-15-15,-15 5-14 16,-3 3-8-16,-2-4 1 15,-5-1-1-15,-12 4 5 16,-9 1 0-16,-6-4 4 16,-5 5-1-16,-3-6 3 15,0 6-8-15,0 0-4 16,0 6-1-16,-19 2-36 16,-4 0-93-16,-12 0-102 0,-7 14 8 15,-33 22-36-15,7-8-306 16,4 2-377-16</inkml:trace>
  <inkml:trace contextRef="#ctx0" brushRef="#br0" timeOffset="167664.67">7995 16900 561 0,'0'0'654'0,"0"0"-503"0,0 0 83 16,0 0-52-16,0 0-98 15,0 0-57-15,0 0-3 16,31-5 29-16,-8 5 18 16,8 0-6-16,10 0 9 15,9 5-1-15,13 5 15 16,9 4-36-16,9 3-11 16,7 15-22-16,7-1-13 15,4 10 0-15,18 10-6 16,24 7 0-16,-14 0 6 15,-15-7-6-15,-19-3 2 16,-22-11-2-16,6 6 2 16,0 3 11-16,-11-2 8 0,-14-13-6 15,-11-12-9-15,-10-2-5 16,-9-11 11-16,-2 1-6 16,-4-7 1-16,-5 5-5 15,-2-5-1-15,-3 0 0 16,2 0 1-16,-2 0-2 15,1 0-9-15,7 0-42 16,15-12-87-16,-4-2-184 16,2 3-517-16</inkml:trace>
  <inkml:trace contextRef="#ctx0" brushRef="#br0" timeOffset="174834.13">8169 16026 616 0,'0'0'172'0,"0"0"-119"16,0 0 144-16,0 0-29 15,0 0-84-15,116-71-44 16,-93 61-1-16,-4-3 15 16,-3 4 19-16,-5 1 15 0,-7 6-5 15,-4 2 8-15,0 0-3 16,0 0-37-16,0 0-32 15,-10 10 12-15,-6 3-17 16,-2 5-3-16,-2-4-4 16,-3 8-6-16,0-4 5 15,-2 0-5-15,5 0 0 16,4-4 0-16,5 3 4 16,4-8-5-16,5-1-1 15,2-4-1-15,0-2-11 16,0-2-2-16,0 0 15 15,9 0 19-15,7 0 3 16,4-2-15-16,6-2-1 0,3-4-6 16,4 8-1-16,-1-4 0 15,0 4 0-15,-9 0-5 16,-2 4-6-16,-6 6 11 16,-3 6-10-16,-8 2-9 15,-2-1 14-15,-2-2 6 16,0 2 9-16,0-3 5 15,-13-5 3-15,-3 2-6 16,-4-4-2-16,-2-2 2 16,0-5-3-16,1 0-7 15,4 0-1-15,3 0-17 16,10 0-76-16,4-5-113 16,0-5-328-16</inkml:trace>
  <inkml:trace contextRef="#ctx0" brushRef="#br0" timeOffset="175151.5">8575 15862 1054 0,'0'0'283'16,"0"0"-196"-16,0 0 86 15,-9 109-67-15,9-86-35 16,23-5-3-16,3-8-33 16,8-10-23-16,1 0 36 15,1-19-41-15,-7-11 27 0,-7 2-13 16,-9-2 31-16,-7 6 70 16,-6 2-5-16,0 4-30 15,-6 6-59-15,-11 2-17 16,-3 6-11-16,-5 4 0 15,-4 0-178-15,2 8-167 16,10 7-447-16</inkml:trace>
  <inkml:trace contextRef="#ctx0" brushRef="#br0" timeOffset="176263.44">7677 16312 788 0,'0'0'269'0,"0"0"-178"15,0 0 12-15,0 0-45 16,-7 111-8-16,7-85 11 16,7-2 31-16,6-10-27 15,1-6-27-15,-1-4-12 16,1-4 65-16,-2 0 40 15,5-14 16-15,-7-4-54 16,-1 0-25-16,-5-2-4 16,-4 0 14-16,0 1 18 15,0 4-26-15,-6 1-18 16,-5 4-7-16,-5 2-15 16,3 4 1-16,-1-3-21 0,3 4-10 15,3 3-11-15,1 0-102 16,7 0-136-16,0 0-266 15,2 0-492-15</inkml:trace>
  <inkml:trace contextRef="#ctx0" brushRef="#br0" timeOffset="176418.55">8045 16436 927 0,'0'0'159'0,"0"0"-113"16,0 0-46-16,2 111-8 16,-2-87-395-16</inkml:trace>
  <inkml:trace contextRef="#ctx0" brushRef="#br0" timeOffset="177388.71">10001 15677 1113 0,'0'0'352'0,"0"0"-246"15,0 0 92-15,0 0 54 16,10 122-101-16,-10-78-30 16,0 0-41-16,0-4-26 15,0-4-11-15,0-9-19 16,0-9-8-16,0-4-4 15,0-7-2-15,0-7 1 16,0 5-5-16,2-3 14 16,9 2 15-16,5 4 30 15,3-4-22-15,8 0-20 16,4-2-16-16,5-2-5 16,5 0-1-16,3 0 14 15,5-6-15-15,3-10-20 16,0 6-66-16,9-3-130 0,-14 8-165 15,-16 5-748-15</inkml:trace>
  <inkml:trace contextRef="#ctx0" brushRef="#br0" timeOffset="178071.1">8198 17566 150 0,'0'0'1191'0,"0"0"-977"16,0 0-160-16,0 0-14 15,0 0 6-15,-33 125-20 16,33-84 2-16,0-11 5 16,4-4-1-16,14-16 18 15,4-10 0-15,3 0 32 16,-3-22 1-16,-1-5 9 0,-11-4-39 16,-3 4-3-16,-7 4 20 15,0-3 31-15,-2 3 13 16,-13 2-29-16,-4 7-51 15,1-4 3-15,-1 10-23 16,3 4-14-16,1 4-6 16,1 0-9-16,5 4-67 15,7 18-99-15,2 0-182 16,0-8-289-16</inkml:trace>
  <inkml:trace contextRef="#ctx0" brushRef="#br0" timeOffset="178266.53">8518 17730 1224 0,'0'0'327'16,"0"0"-239"-16,0 0-27 16,0 104-3-16,0-72-37 15,0 3-12-15,0-7 1 16,-4 2-10-16,-6-4-14 15,1-8-182-15,0-13-681 0</inkml:trace>
  <inkml:trace contextRef="#ctx0" brushRef="#br0" timeOffset="181990.62">10323 17357 1247 0,'0'0'614'0,"0"0"-531"16,0 0-75-16,0 0 30 16,0 0 19-16,0 0-2 15,0 110 18-15,0-99 3 0,0-8 16 16,0-3 15-16,0 0 12 15,0-14-9-15,2-16-47 16,0-6-48-16,0 0-5 16,0 0-8-16,-2 9 4 15,0 15 5-15,2 3 12 16,-2 9-23-16,4 0 0 16,2 9-18-16,3 17 18 15,4 9 0-15,-2 5 1 16,-2 6 7-16,0 7-7 15,-4 1 12-15,-1 0-4 16,1-7-3-16,-5-1 2 16,2-11-8-16,-2-7 0 0,0-6 6 15,0-3-6-15,0-6 1 16,0-5 0-16,0 3 0 16,0-8 0-16,0 1-1 15,0-4 1-15,0 0-1 16,0 0 1-16,2 0-1 15,0 0 0-15,5 0-8 16,4 0 3-16,9 0 5 16,4-5 1-16,5-8 11 15,5 4-6-15,-1-3-6 16,-2 5 0-16,-2 3-6 16,-4 1-27-16,0 3-40 15,-3 0-74-15,-7 0-230 0,-6 14-596 16</inkml:trace>
  <inkml:trace contextRef="#ctx0" brushRef="#br0" timeOffset="188703.37">10925 17004 563 0,'0'0'622'0,"0"0"-506"16,0 0-14-16,0 0 52 16,0 0-70-16,0 0-30 15,-50-5-19-15,37 5-6 16,2 0 24-16,-2 0 30 16,2 0-3-16,1 0-19 15,-1 9-19-15,3 5-9 0,-2 2-4 16,4 3-11-16,4 3-17 15,2-5 5-15,0 6-5 16,0-5 1-16,18-4-1 16,9-4 5-16,4-6-6 15,2-4-46-15,13 0-226 16,-8-11-380-16,-9 4-542 0</inkml:trace>
  <inkml:trace contextRef="#ctx0" brushRef="#br0" timeOffset="-208391.12">8794 17508 1096 0,'0'0'337'16,"0"0"-183"-16,0 0 33 15,0 0-76-15,0 0-27 16,0 0-3-16,-10 0 15 16,10 0-7-16,0 0-18 15,0 0-15-15,0 0-12 16,0 0-2-16,2-5-26 16,12 5 17-16,5-4-15 15,-2 0 0-15,1 4-6 16,-3 0-6-16,-1 0-6 15,1 0-1-15,-3 0-1 16,1 4 1-16,-5 0 1 16,2-4-6-16,-3 5 5 0,-3-5-6 15,-4 0-22-15,2 0-60 16,-2 0-48-16,0-5-71 16,0-12-103-16,-4-5-377 15,-8 7-329-15</inkml:trace>
  <inkml:trace contextRef="#ctx0" brushRef="#br0" timeOffset="-208337.15">8794 17508 51 0</inkml:trace>
  <inkml:trace contextRef="#ctx0" brushRef="#br0" timeOffset="-207851.43">8794 17508 51 0,'31'-18'197'0,"-37"23"-135"0,0-5 68 0,2 8-27 16,0-3 9-16,-1 4 15 16,-1 3 61-16,-2-1 12 0,0 3 11 15,1-2-44-15,-1-3-40 16,2 3-34-16,2-1-56 15,2 1-23-15,2 2-12 16,0 4 5-16,0 5-6 16,0-2 1-16,0 1 4 15,0-7-5-15,0-6-1 16,0-1 0-16,0-4-1 16,0-4-10-16,4 0 3 15,4 0 8-15,-2 0 0 16,5 0 25-16,5 0-25 15,-1-8 35-15,5-5-13 16,-1 1-22-16,0 1-15 0,-1 2 15 16,0 4 10-1,2 5-8-15,-4 0-2 0,-1 0-9 16,-2 5 9-16,-1 15-13 16,-3-1 3-16,-3 0 10 15,-4 8 20-15,0-5-10 16,-2-4-10-16,0-4 0 15,0 2 7-15,0-1 5 16,-8-6-11-16,-5 4 20 16,-1-4 29-16,-1 3 24 15,-1-5-10-15,-2-3-7 16,2-4 10-16,-1 0-17 16,-1 0-25-16,0 0-15 15,0-9-8-15,2 4-2 16,-1 1-6-16,1 4-85 0,-4 0-113 15,2 9-107-15,2 8-386 16</inkml:trace>
  <inkml:trace contextRef="#ctx0" brushRef="#br0" timeOffset="-187082.5">2606 12680 1066 0,'0'0'233'16,"0"0"-114"-16,0 0 112 16,0 0-116-16,-23 131-39 15,39-99-8-15,13-3-8 16,7-8-6-16,3-9 0 15,3-9-22-15,-3-3-7 16,-6-8-7-16,-6-18-5 16,-7-6-2-16,-6-5 6 0,-10-3 87 15,-4 1 13-15,0 2 8 16,-7 7-11-16,-11 5 3 16,-4 10-37-16,-4 6-31 15,-3 9-34-15,0 0-14 16,2 0-1-16,4 15-2 15,5 5-10-15,5 3-58 16,13 9-192-16,0-6-379 16,9-3-1074-16</inkml:trace>
  <inkml:trace contextRef="#ctx0" brushRef="#br0" timeOffset="-186863.84">3210 12837 1617 0,'0'0'216'0,"0"0"-55"15,0 0 102-15,0 0-116 16,0 0-67-16,8 117-43 16,-5-100-20-16,-1-8-11 15,-2-4-5-15,0-5-1 16,0 0-67-16,0-11-169 15,0-9-349-15</inkml:trace>
  <inkml:trace contextRef="#ctx0" brushRef="#br0" timeOffset="-186519.13">3376 12398 1969 0,'0'0'301'0,"0"0"-99"16,0 0-42-16,0 0-110 16,0 0-50-16,0 0 1 15,0 0 9-15,0 99-4 16,0-74-4-16,0-2-1 16,0-4 5-16,0 0-5 15,0-3-1-15,0-5 0 16,0 1 0-16,0-3 0 0,5-3 0 15,7-2 1-15,3-4 17 16,5 0-9-16,5 0-3 16,-1 0 1-16,0-4-5 15,3-8-2-15,-2 0-49 16,2 0-49-16,-7-5-93 16,-3-3-84-16,-5 3-47 15,-10 3-420-15</inkml:trace>
  <inkml:trace contextRef="#ctx0" brushRef="#br0" timeOffset="-186360.14">3619 12448 1156 0,'0'0'934'0,"0"0"-678"16,0 0-47-16,0 0-85 16,0 0-84-16,0 0 11 15,36 148-26-15,-20-51-15 16,-14 52-10-16,-2-17-144 15,0-5-503-15</inkml:trace>
  <inkml:trace contextRef="#ctx0" brushRef="#br0" timeOffset="-182545.27">3845 13654 757 0,'0'0'111'16,"0"0"-40"-16,0 0 141 16,0 0-37-16,0 0-77 15,133 58-1-15,-99-58 21 16,-5-8 48-16,-7-9 13 16,-7 0 0-16,-3-3-24 15,-7-1 7-15,-5 1-48 16,0 3-17-16,0 0-16 15,-21 3-25-15,-1 7-20 16,-2 0-25-16,-1 6-10 0,3 1-1 16,1 0 0-1,6 0-45-15,11 9-152 0,4 5-271 16,0-5-301-16</inkml:trace>
  <inkml:trace contextRef="#ctx0" brushRef="#br0" timeOffset="-182374.73">4284 13684 1335 0,'0'0'227'15,"0"0"-73"-15,0 0 121 16,0 0-136-16,0 0-63 16,0 0-32-16,-11 106-22 15,7-91-11-15,4-12-11 0,0-3-272 16,2 0-653-16</inkml:trace>
  <inkml:trace contextRef="#ctx0" brushRef="#br0" timeOffset="-181931.91">4491 13391 1386 0,'0'0'278'16,"0"0"-117"-16,0 0 6 0,0 0-102 15,0 0-65-15,0 0-1 16,121 20-18-16,-121 8 19 16,0 2 16-16,-5-2 7 15,-13-5-5-15,3-9-8 16,3-5-10-16,8-5 0 15,4-2 0-15,0-2-10 16,2 2 10-16,14 2 13 16,1 5-4-16,2 5-8 15,1 1 8-15,-7 6-6 16,-4 1-2-16,-9-3 10 16,0 1 67-16,-13-4 71 15,-12 1-51-15,-8-4-25 0,-1-4-10 16,1-6-20-1,0-3-12-15,6 0-19 0,4 0-2 16,8-1-10-16,6-5-10 16,6-4-87-16,3-5-190 15,14 5-242-15,8-1-803 0</inkml:trace>
  <inkml:trace contextRef="#ctx0" brushRef="#br0" timeOffset="-181385.04">4906 13312 880 0,'0'0'141'15,"0"0"-102"-15,0 0-21 16,0 0-10-16,0 0-8 15,0 0 14-15,0 0 109 16,65-25 39-16,-65 25 11 16,0 0-39-16,-12 0 11 15,-1 0-63-15,-5 4-53 16,1 5 17-16,-4 5 53 16,1 1-15-16,0 2-4 15,2 0 1-15,3-1-18 16,5-3-29-16,6-1-18 0,2-1-10 15,2-1 9-15,0 0 22 16,0 0 30-16,0-2 0 16,14 1-12-16,3 0-19 15,8-1-17-15,4 2-2 16,0 2-16-16,-2 0 0 16,-3 2 1-16,-2 2-2 15,-6 0 0-15,-5 0-6 16,-7 1 6-16,-4-2 1 15,0 0 1-15,0-1 4 16,-6-3-5-16,-9 1 12 16,-6-3-5-16,-1-2-2 15,-1-2 1-15,-3-3-6 0,-1 2 0 16,1 1-1-16,-4 5-5 16,1 3-100-16,-12 19-109 15,4-2-354-15,6-1-387 0</inkml:trace>
  <inkml:trace contextRef="#ctx0" brushRef="#br0" timeOffset="-179776.15">3927 14672 1425 0,'0'0'294'0,"0"0"-161"16,0 0 109-16,0 0-82 15,0 0-96-15,0 0-43 16,0 0-21-16,-40 19 0 16,31 8 17-16,0 7 9 15,5-6 5-15,1-1-10 16,3-13-9-16,0-6-5 16,23-8-7-16,10 0 17 15,7-13 32-15,3-13-25 16,-5-3-10-16,-11-2-2 0,-9 1 5 15,-12 4 63-15,-6 6 5 16,0-1-27-16,-14 4-25 16,-5 2-18-16,-4 1-13 15,1 7-2-15,5 2 0 16,0 5-24-16,9 7-133 16,6 18-133-16,2 1-320 0</inkml:trace>
  <inkml:trace contextRef="#ctx0" brushRef="#br0" timeOffset="-179573.63">4263 14825 1617 0,'0'0'206'0,"0"0"-145"15,0 0 202-15,0 0-113 16,0 0-92-16,-62 108-33 15,45-79-16-15,1 0-8 16,5-3-1-16,9-9-162 16,2-4-237-16,0-9-715 0</inkml:trace>
  <inkml:trace contextRef="#ctx0" brushRef="#br0" timeOffset="-179086.24">4483 14696 745 0,'0'0'732'16,"0"0"-558"-16,0 0 9 16,0 0-10-16,0 0-87 15,0 0-53-15,0 0-33 16,100-5-9-16,-94 26 9 0,-6 1 4 16,0 6 18-16,-6 5 0 15,-15 1-10-15,0-8-11 16,-2 2 9-16,1-2-8 15,1-5 4-15,4-1-6 16,1-1 0-16,5-3 2 16,5-2 4-16,1-2 4 15,5-3 11-15,0 0 23 16,0-1 11-16,0 2-3 16,9-3-3-16,0 0-24 15,2-2-18-15,-2 4-5 16,2-5-2-16,-2 0-13 0,2-4-8 15,0 0-1-15,7-8-77 16,-1-10-157-16,-1-5-312 0</inkml:trace>
  <inkml:trace contextRef="#ctx0" brushRef="#br0" timeOffset="-178666.82">4797 14712 1132 0,'0'0'231'0,"0"0"-176"0,0 0-36 16,0 0-19 0,0 0-3-16,0 0-9 0,0 0 12 15,44-26 0-15,-44 26 52 16,-5 0 8-16,-8 0-35 15,-3 0-14-15,-5 8 0 16,-4 10-10-16,0 9 2 16,1 0 3-16,6 2-6 15,7 1 2-15,11-9-2 16,0-6-8-16,4-1-3 16,19-2 11-16,-1-4 22 15,3 8-12-15,-6 3-10 16,-1 8 1-16,-5 4-1 0,-5 1 10 15,-4 2-3 1,-4-9-1-16,0-3 16 0,-2-10 14 16,-12-1-4-16,-3-8 27 15,-1 2-1-15,-18-4-38 16,7 3-20-16,0 0-282 0</inkml:trace>
  <inkml:trace contextRef="#ctx0" brushRef="#br0" timeOffset="-111354.49">15200 10960 348 0,'0'0'524'16,"0"0"-236"-16,0 0 16 15,0 0-17-15,0 0 6 0,0 0-26 16,-11-5-40-16,8 5-29 16,1 0-56-16,0 0-44 15,2 0-41-15,0 0-34 16,0 13-23-16,0 16 0 16,7 11 12-16,4 12 14 15,2 10-5-15,-4 6 1 16,-2 9-2-16,-7 5-11 15,0 4-8-15,0 0 7 16,-4-1-7-16,-10-6 0 0,1-8 0 16,-1-9 0-1,4-12 0-15,1-10 1 0,1-10-1 16,4-12-1-16,2-7 0 16,2-8-6-16,0-3-15 15,0 0-18-15,0-14-32 16,0-9-72-16,0-21-82 15,0 7-332-15,0 3-622 0</inkml:trace>
  <inkml:trace contextRef="#ctx0" brushRef="#br0" timeOffset="-110685.3">15131 11003 967 0,'0'0'241'0,"0"0"-131"15,0 0 57-15,0 0-51 0,0 0-22 16,0 0-21-16,0 0 38 16,45-68 38-16,-39 59-2 15,6 0-21-15,-1-2-33 16,6-1-50-16,5 0-28 15,1 1-9-15,2 0-6 16,-1 2 1-16,2 2 8 16,1 2 18-16,2 0-6 15,7 3-11-15,0 2-4 16,2 0-5-16,-3 0 5 16,-1 0-5-16,-7 8-1 15,-3 3 0-15,-1 10 0 0,-6 1 1 16,-1 6-1-16,-5 7 1 15,0 1-1-15,-6 1 1 16,-3 4 1-16,-2-2-2 16,0-2 2-16,-7-4 9 15,-11-6 28-15,-2-3 12 16,-2-4-24-16,-4-2 1 16,-1-3-6-16,0-3-8 15,-2-4-7-15,0-2 2 16,0-5-7-16,0 2-1 15,2-3 5-15,0 0-5 16,2 0 0-16,4 0-1 16,-2-7-77-16,-8 5-148 15,6 1-281-15,5 1-459 0</inkml:trace>
  <inkml:trace contextRef="#ctx0" brushRef="#br0" timeOffset="-109701.21">16241 10807 1320 0,'0'0'336'0,"0"0"-168"15,0 0 60-15,0 0-135 16,0 0-68-16,0 0 25 15,0 0 36-15,-44 160-2 16,44-90 5-16,0 8-4 16,0 1 1-16,4 2-28 15,7-5-23-15,3-8-13 16,-1-5 0-16,0-11-2 16,1-8-13-16,-1-12-1 15,1-6-4-15,1-8 4 16,-1-5-5-16,-1-8 5 15,1-1-6-15,-4-4-13 16,1 0-62-16,10-9-104 0,-6-11-350 16,3-1-471-16</inkml:trace>
  <inkml:trace contextRef="#ctx0" brushRef="#br0" timeOffset="-108883.52">16945 10877 1288 0,'0'0'324'0,"0"0"-225"16,0 0 58-16,0 0 18 16,0 0-39-16,58 120-45 15,-46-87 4-15,-3-2-37 16,-1-7-12-16,-1-6-21 16,-3-6-7-16,-1-5-8 15,-3-4 2-15,0-3 19 16,0 0 60-16,0-3 20 15,0-12-71-15,-5-3-27 16,-1-2-11-16,-3-1 4 16,2 3-5-16,-2 1 5 0,0 1-5 15,1 0 0-15,-2-1 0 16,1 3 1-16,1 0-1 16,1 4 5-16,0 1-5 15,2 2-1-15,1 1 0 16,-2 2-1-16,-1 1-5 15,-2 0 5-15,0 3-6 16,-2 0 5-16,-3 0 1 16,3 0-1-16,-1 0 1 15,-2 5 0-15,3 0 0 16,1 1 0-16,-1 5-1 16,1 0 2-16,-2 1-1 15,3 4 0-15,-2 0 1 0,4 2 0 16,1 5 1-16,3 3 0 15,3 6 0-15,0 6 0 16,0 4 7-16,0 3-7 16,3 1 0-16,1-3-1 15,3-2 1-15,0-6-1 16,4 0 1-16,3-3-1 16,3-4 0-16,3-3 1 15,3-6 0-15,3-3 5 16,0-7-5-16,3-8 16 15,0-1 8-15,3 0-3 16,-3-12-8-16,0-4-5 0,-5-1 0 16,-3 3-3-16,-8-1-5 15,-2 5 5-15,-6 1-5 16,-1 4 0-16,-2-1-1 16,3 2-33-16,1-4-90 15,4 1-203-15,-2 4-553 0</inkml:trace>
  <inkml:trace contextRef="#ctx0" brushRef="#br0" timeOffset="-94823.45">17672 10888 494 0,'0'0'594'0,"0"0"-375"16,0 0 3-16,0 0 25 16,0 0-47-16,0 0-24 15,-11-3-8-15,11 3-39 16,0 0-15-16,-2 1 4 16,2 10-25-16,-4 10-22 15,-1 11 26-15,-4 15-17 16,0 8-7-16,1 6-19 15,-2 3-6-15,4-3-6 16,3-7-23-16,3-7-8 16,0-7-5-16,0-5-6 15,3-10 1-15,3-2 0 16,-2-5 1-16,2-6-1 16,-6-4 0-16,2-4 0 0,-2-2 5 15,0-2-4-15,0 0 4 16,0 0-6-16,0 0-11 15,0 0-31-15,0 0-45 16,0 0-60-16,11 0-65 16,-1-2-273-16,6-8-324 0</inkml:trace>
  <inkml:trace contextRef="#ctx0" brushRef="#br0" timeOffset="-93959.21">18187 10958 1328 0,'0'0'396'16,"0"0"-169"-16,0 0 61 15,0 0-109-15,0 0-87 16,0 0-55-16,0 0-10 16,-2 28 49-16,0 1 12 15,2 4-26-15,-5 8-11 16,1 3-11-16,0 5-10 0,-6 2-10 16,2 0-11-1,-1-3 6-15,-1-7-6 0,4-2 0 16,2-12-8-16,1-4 0 15,3-11 1-15,0-4-1 16,0-2 5-16,7-2 3 16,7 1-2-16,1-2 1 15,5 1-8-15,0 0 2 16,7-2-1-16,-1-2 5 16,6 0 1-16,1 0 1 15,-2 0-8-15,-4 0 0 16,-4 0-1-16,-3 0 0 15,-3 0-5-15,-1-4-52 16,13-14-62-16,-5 2-181 0,-1-2-517 16</inkml:trace>
  <inkml:trace contextRef="#ctx0" brushRef="#br0" timeOffset="-93657.65">18689 10830 1405 0,'0'0'202'15,"0"0"-159"-15,0 0 187 16,129 109 28-16,-96-44-50 0,-8 9-59 15,-14 3-39-15,-9-6-37 16,-2-5-26-16,0-12-30 16,-2-10-7-16,-5-7-8 15,1-6-2-15,0-4-9 16,-13 5-164-16,5-9-478 16,-3-5-586-16</inkml:trace>
  <inkml:trace contextRef="#ctx0" brushRef="#br0" timeOffset="-92758.13">15309 13046 872 0,'0'0'996'16,"0"0"-791"-16,0 0 84 16,0 0-33-16,0 0-167 15,0 0-55-15,0 0-11 16,18 41 86-16,5 8-3 16,1 27-20-16,0 3 0 15,-3 13-22-15,-3 4-20 16,-7-14-20-16,-1 7-9 15,0-11-3-15,-3-15-3 16,-3-12-8-16,-2-15 1 16,0-14-1-16,-2-10 0 15,0-10 0-15,0-2-1 0,0 0-15 16,0-18-42 0,-11-7-54-16,-3-12-41 0,6-18-74 15,4 4-235-15,4 5-136 0</inkml:trace>
  <inkml:trace contextRef="#ctx0" brushRef="#br0" timeOffset="-92444.36">15468 12893 1610 0,'0'0'242'15,"0"0"-145"-15,123-5 95 16,-63 8-91-16,-3 26-27 0,-6 10-31 16,-8 11-2-16,-15 5 4 15,-7-1 23-15,-13 0-3 16,-8-1 28-16,0-6-13 16,-17-5 8-16,-12-5-21 15,-4-5-7-15,-3-8-16 16,5-8-11-16,6-6-19 15,5-6-8-15,7-4-6 16,1 0-1-16,2 0-71 16,-6 0-70-16,0-4-201 15,2 4-540-15</inkml:trace>
  <inkml:trace contextRef="#ctx0" brushRef="#br0" timeOffset="-91451.46">16411 13034 1352 0,'0'0'268'16,"0"0"-117"-16,0 0 51 15,0 0-93-15,0 0-54 16,0 0 30-16,0 0-3 16,-85 145 38-16,62-77-3 15,8 8-28-15,8 5-17 16,7-4-18-16,0-4-22 16,14-10-15-16,11-10-10 15,-2-9-5-15,2-12-1 16,-2-8 7-16,-1-10-8 15,0-8-8-15,-2-6-71 16,-2 0-91-16,9-24-197 0,-7-4-248 16,-2-2-727-16</inkml:trace>
  <inkml:trace contextRef="#ctx0" brushRef="#br0" timeOffset="-91173.31">16729 13154 783 0,'0'0'1279'16,"0"0"-1093"-16,0 0-141 16,0 0 47-16,34 139 42 15,-16-61-51-15,1 6-29 16,-3 0-27-16,-1-4-5 0,-3-5-7 15,-5-3-9-15,-1-8-6 16,-4-4 6-16,0-11-6 16,-2-12-32-16,0-16-142 15,0-24-289-15,0-24 159 16,0-11-602-16</inkml:trace>
  <inkml:trace contextRef="#ctx0" brushRef="#br0" timeOffset="-90866.09">16792 13179 1164 0,'0'0'322'0,"0"0"-46"0,0 0 24 15,145-83-126-15,-92 83-69 16,0 2-23-16,-6 33-33 15,-11 18-22-15,-14 8-16 16,-15 4 18-16,-7 2 27 16,-7-9 16-16,-24-6-1 15,-9-7-8-15,-7-10-24 16,-2-8-24-16,5-8-6 16,6-7-8-16,11-8 0 15,7-4-1-15,9 0-69 0,7-22-112 16,4-2-371-16,0 3-563 15</inkml:trace>
  <inkml:trace contextRef="#ctx0" brushRef="#br0" timeOffset="-89100.97">17587 13128 1011 0,'0'0'294'0,"0"0"-115"16,0 0 71-16,0 0-52 16,0 0-26-16,0 0-8 15,0 0-11-15,0 0-45 16,0 0-29-16,0 0-10 16,0 0-11-16,0 0-18 15,0 0-15-15,0 0-19 16,0 0-5-16,2 5 0 15,4 9 0-15,0 3 0 16,3 5 1-16,-3 6-1 16,4 11 7-16,-4 5 1 0,1 10 0 15,-1 4 0-15,-1-2 0 16,-2-4 7-16,-3-8-4 16,2-8-3-16,-2-9 0 15,2-10-9-15,-2-4 0 16,2-5 0-16,0-2 1 15,-2-6 5-15,0 0-5 16,0 0 10-16,0 0 1 16,0 0-11-16,2 0-1 15,1 0 1-15,3 0 4 16,3 0-4-16,2 0-2 16,2 0 2-16,1-5-2 15,1 0 1-15,-1 1 0 0,-1-3-1 16,3 0-7-1,6-7-72-15,-4 0-156 0,3 3-462 0</inkml:trace>
  <inkml:trace contextRef="#ctx0" brushRef="#br0" timeOffset="-88133.95">18147 13084 1487 0,'0'0'295'0,"0"0"-23"16,0 0 38-16,0 0-158 16,0 0-75-16,0 0-38 15,0 0-24-15,15 6-3 16,-3 14 26-16,1 6-6 16,1 9 8-16,-1 6 29 15,0 10-23-15,-1 0-13 16,-2 6-14-16,-1-5-1 0,-2-2-4 15,-4-6-2 1,-3-4 3-16,0-5-8 0,0-3-1 16,0-9-6-16,0-2 0 15,0-7 1-15,0-7-1 16,0-2 0-16,0-5 8 16,0 0-2-16,0 0-5 15,0 0 0-15,0 0 5 16,0 0-6-16,0 0 0 15,6 0 1-15,12 0-1 16,8 0 13-16,9 0 0 16,2 0-4-16,3 0-3 15,0-5-6-15,1 0 1 16,-4 1-1-16,-1-3-1 0,-1 2-14 16,-1-5-48-16,6-8-53 15,-6 2-156-15,-5-1-471 0</inkml:trace>
  <inkml:trace contextRef="#ctx0" brushRef="#br0" timeOffset="-87778.87">18912 12777 1575 0,'0'0'229'0,"0"0"-196"16,0 0 14-16,0 0 68 15,111 174 6-15,-58-61-41 16,-6 28 31-16,-20 5-17 16,-20-24-43-16,-7-29-36 15,-7-37-14-15,-11-5 8 16,-7 9-9-16,-17 32-15 0,3-11-308 16,0-15-641-16</inkml:trace>
  <inkml:trace contextRef="#ctx0" brushRef="#br0" timeOffset="-86623.38">15773 14929 1213 0,'0'0'624'16,"0"0"-428"-16,0 0-9 16,0 0-81-16,0 0-79 15,-9 111 28-15,21-38 67 16,5 14-3-16,1 3-30 15,-5 3-25-15,-1 0-14 16,-6-4-17-16,-1-7-13 16,-5-6-14-16,2-6-4 15,0-15-1-15,0-16-1 16,0-13 0-16,0-12-53 16,0-14-43-16,-2 0 11 15,0-28-154-15,0-20-91 0,0 1-10 16,-2 1-313-16</inkml:trace>
  <inkml:trace contextRef="#ctx0" brushRef="#br0" timeOffset="-86285.33">15855 14927 955 0,'0'0'249'16,"0"0"-142"-16,118-88 201 0,-66 64-86 15,-3 16-129 1,-4 8-57-16,-6 26-19 0,0 22 10 16,-6 16 19-16,-11 4 10 15,-10 6 36-15,-12-10 16 16,0-3 16-16,-32-7-12 15,-8-8-29-15,-9-8-32 16,-2-5-29-16,1-14-10 16,4-12-5-16,8-7-7 15,5 0-50-15,8-14-138 16,11-11-144-16,8 3-156 16,6 4-602-16</inkml:trace>
  <inkml:trace contextRef="#ctx0" brushRef="#br0" timeOffset="-84786.39">16895 14807 827 0,'0'0'596'15,"0"0"-503"-15,0 0 34 16,0 0 19-16,0 0-100 16,0 0-21-16,-70 146 31 0,70-74 41 15,0 4 30-15,0 0-6 16,6-3-32-16,8-7-38 15,5-8-17-15,4-10-15 16,4-8-9-16,4-8-1 16,-2-14-8-16,-4-4 0 15,-5-6-1-15,0-8-101 16,0 0-140-16,-2-14-145 16,-7-7-705-16</inkml:trace>
  <inkml:trace contextRef="#ctx0" brushRef="#br0" timeOffset="-84430.36">17222 14909 1565 0,'0'0'192'16,"0"0"-116"-16,26 134 184 15,-5-53-80-15,1 4-49 16,2 8-30-16,-1-12-26 16,-3-2-22-16,-5-7-23 15,-1-10-16-15,-3-11-8 16,-5-7-5-16,0-14-1 0,-4-6 1 15,-2-11-1-15,0-1 0 16,0-12-39-16,0 0-7 16,-10-3-47-16,-7-41-181 15,1 4-112-15,1-2-501 0</inkml:trace>
  <inkml:trace contextRef="#ctx0" brushRef="#br0" timeOffset="-84093.7">17265 14892 1303 0,'0'0'186'0,"0"0"-138"15,0 0 29-15,145-46-23 16,-99 46-28-16,-1 12-13 15,-7 27 14-15,-5 14 35 16,-8 5 39-16,-8 0 21 16,-7 1-18-16,-10-2-11 15,0-6-38-15,-14-5 22 16,-11-5-9-16,-6-4-18 16,0-11-26-16,-5-9-6 15,-4-9-3-15,3-1-6 0,2-7-2 16,6 0-7-16,12-6-18 15,13-8-104-15,4 2-175 16,0-1-372-16</inkml:trace>
  <inkml:trace contextRef="#ctx0" brushRef="#br0" timeOffset="-83814.73">17989 15633 1175 0,'0'0'385'0,"0"0"-245"15,0 0 28 1,0 0-28-16,0 0-83 0,0 0-19 16,0 0 64-16,-56-133 27 15,45 97 12-15,4 1-36 16,5-4-42-16,2 0-30 15,0-1-16-15,16-1-16 16,11 3-1-16,6 6-50 16,9 7-114-16,-9 9-331 15,-6 11-528-15</inkml:trace>
  <inkml:trace contextRef="#ctx0" brushRef="#br0" timeOffset="-82757.17">18702 14950 1000 0,'0'0'502'16,"0"0"-316"-16,0 0 105 15,0 0-67-15,0 0-116 16,0 0-68-16,2 26-23 16,14 23 78-16,2 9 3 15,2 13-19-15,0 3-22 16,-5 0 4-16,-4-2-18 15,1-10-19-15,-6-8-13 16,1-10 2-16,-1-16-5 16,-2-10-7-16,0-10 5 15,-4-3-5-15,2-5 6 16,-2 0 7-16,0 0-14 0,0 0-35 16,0-14-99-1,0-4-137-15,4 0-283 0,3 1-675 0</inkml:trace>
  <inkml:trace contextRef="#ctx0" brushRef="#br0" timeOffset="-82261.21">19128 14916 1610 0,'0'0'393'16,"0"0"-297"-16,0 0-95 0,0 0 14 15,0 0 27-15,0 0 29 16,83 124-6-16,-68-86-25 16,-4 3-4-16,-4-1 7 15,-5 5 0-15,-2-4-3 16,0 5 8-16,0-3-14 15,-4-3-12-15,2-12-4 16,-1-6-9-16,3-5-8 16,0-8 0-16,0-5 0 15,0 0 1-15,0 0 4 16,0-4-5-16,0 2 0 16,0 0 5-16,3 0-5 0,5 3 8 15,6-5 2-15,6 0-1 16,6 0 20-16,6 0 12 15,-1 0-17-15,-2 0-10 16,-5-7-9-16,-3 3-6 16,-8 4 1-16,-2-4 0 15,0 4-1-15,-2-4 0 16,0 0-13-16,-2 0-60 16,2-1-43-16,-3 5-89 15,-2-5-128-15,-1 5-313 0</inkml:trace>
  <inkml:trace contextRef="#ctx0" brushRef="#br0" timeOffset="-81735.28">19745 14607 1264 0,'0'0'171'0,"0"0"-78"16,0 0 162-16,116 159-75 0,-85-82-37 15,-4 7-14-15,-11 2-12 16,-9-2-2-16,-7-4-49 16,0-3-40-16,0-6-15 15,-11-1-5-15,-7-1-6 16,-7 24-29-16,2-21-236 15,2-10-532-15</inkml:trace>
  <inkml:trace contextRef="#ctx0" brushRef="#br0" timeOffset="-65881.28">21740 11025 146 0,'0'0'141'16,"0"0"-95"-16,0 0 60 15,0 0 54-15,0 0-35 16,0 0 105-16,-31-22 55 16,27 18-24-16,-1-1-22 15,1 0 20-15,2 1-21 16,2 0-48-16,0-1-33 15,0 4-36-15,0-2-36 16,-2 3-21-16,2 0-21 16,0 0-16-16,0 13-16 0,0 17 2 15,0 14 26-15,8 16 3 16,5 10-2-16,-1 8-5 16,1 2-19-16,-2-1-1 15,-1-5-7-15,-4-8-7 16,-2-6 5-16,1-13-5 15,-5-3 0-15,0-14 0 16,0-9-1-16,0-6 1 16,0-9-1-16,0-4-1 15,2-2-17-15,-2 0-11 16,0 0-1-16,0-4-20 16,0-10-49-16,0-8-64 15,0-12-158-15,-11 3-292 0,0 4-372 0</inkml:trace>
  <inkml:trace contextRef="#ctx0" brushRef="#br0" timeOffset="-65521.85">21700 11097 1257 0,'0'0'199'0,"0"0"-73"15,0 0 61-15,0 0-136 16,0 0-44-16,150-100 33 16,-104 89 30-16,-5 10-3 15,-8 1-11-15,-4 14-27 16,-9 17-11-16,-2 12 22 0,-9 6 33 16,-5-3 3-16,-4 0-4 15,0-7 17-15,-17-5 14 16,-8-2-30-16,-6-5-22 15,-5-8-8-15,-1-1-18 16,-2-8-11-16,4-5-7 16,1-5-2-16,7 0-5 15,5 0-57-15,7-8-57 16,6-1-51-16,4 1-55 16,5-1-66-16,0 0-251 15,14 1-652-15</inkml:trace>
  <inkml:trace contextRef="#ctx0" brushRef="#br0" timeOffset="-64844.68">22332 10944 925 0,'0'0'413'16,"0"0"-174"-16,0 0 2 15,0 0-42-15,0 0-61 16,0 0-60-16,0 0-20 15,0-4-26-15,0 4-17 16,0 0-4-16,0 0 6 16,0 0 7-16,0 0 6 15,0 0-8-15,0 0-4 16,0 0-5-16,0 0 1 16,0 0 0-16,0 0 10 15,0 0 25-15,0 0 12 16,0-1-7-16,0 1-9 0,0 0-26 15,0 0-10 1,0-3-1-16,0 3-2 0,0 0 4 16,0-1 6-16,0 1 10 15,0 0-10-15,0 0-4 16,0 0-10-16,0 0-2 16,0 0-1-16,0 0-16 15,0 18-2-15,0 8 18 16,-6 8 1-16,4 10 1 15,0 2 10-15,2 4-5 16,0 0 1-16,0 0-5 16,0-6-2-16,4-4 1 15,6-4 0-15,1-8-1 16,3-3 1-16,-2-5-1 16,5-4 0-16,0-4 0 0,1-1 0 15,1-2-7-15,2-3-47 16,-1 0-65-16,5-4-100 15,6-2-165-15,-5 0-122 16,-6 0-285-16</inkml:trace>
  <inkml:trace contextRef="#ctx0" brushRef="#br0" timeOffset="-64155.85">22739 10948 649 0,'0'0'774'0,"0"0"-481"16,0 0-133-16,0 0-47 15,0 0-44-15,0 0 53 16,0 0 10-16,0 67-33 0,2-39-13 16,-2 2-10-1,0 2-18-15,0-2-16 0,0 3-17 16,0-7-3-16,0 1-1 15,0-5-4-15,0-4-2 16,0-4-2-16,0 0-6 16,0-3-1-16,0-1-4 15,2-2-1-15,1-3 0 16,-1 2 5-16,0-2-5 16,1-1-1-16,-1 0 0 15,2 0 1-15,-1-1 0 16,1 1-1-16,2 0 1 15,3-2 7-15,5-1-1 16,1 2-5-16,5-3 4 16,1 1-5-16,0-1 5 0,0 0-5 15,1 0 5-15,-1 0 0 16,-4 0-5-16,3 0 0 16,-2-1 0-16,-2-2-1 15,-3 2 1-15,-2 1-1 16,-4-2 12-16,-1 2 15 15,-3 0-11-15,-3 0-10 16,2 0-6-16,-2 0-1 16,0 0-7-16,2 0 1 15,0 0-29-15,1 0-39 16,-1 0-72-16,9 0-147 16,0 0-284-16,1 0-741 0</inkml:trace>
  <inkml:trace contextRef="#ctx0" brushRef="#br0" timeOffset="-63689.35">23163 10826 1415 0,'0'0'365'0,"0"0"-232"15,0 0 124-15,0 0-5 16,0 0-95-16,87 127-18 15,-60-76-29-15,-5 9-34 16,-9-2-8-16,-2 5 1 16,-7-1-11-16,-4-4-19 15,0-3-8-15,0-8-1 16,0-3-7-16,0-5-11 16,-2-3-11-16,-7-7 1 15,1-6 4-15,1-3-6 16,0-8 0-16,5-7 0 0,0-2 0 15,2-3-16-15,0 0-14 16,0 0-27-16,0 0-33 16,0 0-54-16,0-12-190 15,6-2-665-15</inkml:trace>
  <inkml:trace contextRef="#ctx0" brushRef="#br0" timeOffset="-63329.01">23688 11142 1446 0,'0'0'233'0,"0"0"-119"16,0 0 31-16,0 0-98 15,0 0-32-15,150-23 5 0,-119 17 10 16,-4 0-21-16,-5 2-9 15,-1 2-1-15,-6 2-41 16,1 0-137-16,-3 0-156 16,-2 0-437-16</inkml:trace>
  <inkml:trace contextRef="#ctx0" brushRef="#br0" timeOffset="-62983.51">23744 11398 925 0,'0'0'223'16,"0"0"36"-16,0 0 39 15,0 0-138-15,0 0-59 16,0 0 70-16,0 0-16 16,110-5-61-16,-91 2-41 15,2-1-16-15,-1-1-19 16,3 2-6-16,-2-2-11 16,2 1 0-16,-5 3-1 15,-3 1 0-15,-4-3-42 16,-1 3-122-16,-4 0-106 15,0 0-116-15,-1-1-429 0</inkml:trace>
  <inkml:trace contextRef="#ctx0" brushRef="#br0" timeOffset="-62516.52">23691 11168 400 0,'0'0'200'0,"0"0"85"0,0 0 85 16,0 0-150-16,0 0-111 15,0 0-52-15,0 0-16 16,127-46-23-16,-89 41-18 16,4 5-23-16,-6 0-353 15,-12 0-683-15</inkml:trace>
  <inkml:trace contextRef="#ctx0" brushRef="#br0" timeOffset="-52840.24">24774 11032 1219 0,'0'0'249'15,"0"0"-98"-15,0 0 17 16,0 0-112-16,0 0-15 16,0 0 41-16,-89 78 17 15,76-41 34-15,3-2-19 16,6 0-24-16,4-3-22 16,0-6-25-16,10-4-17 15,16-8-1-15,10-6-4 16,8-8-9-16,8 0-11 15,-6-8-1-15,-1-10-25 16,-11-3 17-16,-12-2 8 0,-9 0 1 16,-9-2 13-1,-4 1-2-15,0-2 16 0,0 0 0 16,-15 2-4-16,-5 4-6 16,-9 3-17-16,-2 1 1 15,-7 11-2-15,2 1-3 16,3 4-4-16,8 0-11 15,7 8-72-15,18 12-190 16,0 0-305-16,16-4-749 0</inkml:trace>
  <inkml:trace contextRef="#ctx0" brushRef="#br0" timeOffset="-52574.93">25191 11318 1227 0,'0'0'265'0,"0"0"-48"16,0 0 64-16,0 101-106 16,0-70-85-16,0-1-38 15,0-2-23-15,0-4-15 16,0-1-8-16,0-3-5 15,0-9 5-15,0-1-6 16,0-5-104-16,7-5-102 16,11-7-34-16,1-9-345 0</inkml:trace>
  <inkml:trace contextRef="#ctx0" brushRef="#br0" timeOffset="-52065.32">25459 11021 798 0,'0'0'642'16,"0"0"-425"-16,0 0-41 15,0 0-63-15,133-32-56 16,-99 32-35-16,-10 0-16 16,-11 14-6-16,-13 10-1 15,0 6 1-15,-15 0 26 16,-14 0 58-16,-4-4-31 16,4-4-20-16,4-7-21 15,10-6-12-15,10-4-13 16,5-5-37-16,0 0-4 15,18 0 17-15,9 0 18 16,6 0 7-16,3 0 5 16,-1 0-5-16,-4 15 6 15,-4 5 3-15,-6 4-7 16,-13 2 10-16,-8-1-6 0,0-1 6 16,-6-2 26-16,-19-7 98 15,-4-2-15-15,-6-5-7 16,-3-6-11-16,0-2-35 15,4 0-26-15,8 0-17 16,8 0-13-16,7-5-52 16,11-6-182-16,0-1-263 15,13 2-614-15</inkml:trace>
  <inkml:trace contextRef="#ctx0" brushRef="#br0" timeOffset="-51718.58">26357 11099 1324 0,'0'0'249'16,"0"0"-24"-16,0 0 107 15,0 0-138-15,-44 106-55 0,23-76-32 16,-3-2-41 0,2-4-41-16,-1-4-13 0,3-6-10 15,1-2-1-15,0-2-1 16,1-3-87-16,1 1-114 15,-4-8-109-15,6 0-220 16,4 0-488-16</inkml:trace>
  <inkml:trace contextRef="#ctx0" brushRef="#br0" timeOffset="-51518.28">26130 11187 434 0,'0'0'1071'16,"0"0"-812"-16,0 0 41 0,0 0-93 16,0 0-110-16,0 0-48 15,122 102-12-15,-111-77-20 16,-2-2-16-16,3-2-1 16,10-6-148-16,-5 0-238 15,4-10-706-15</inkml:trace>
  <inkml:trace contextRef="#ctx0" brushRef="#br0" timeOffset="-51074.76">26647 11161 804 0,'0'0'259'16,"0"0"16"-16,0 0-50 15,0 0-60-15,-60 132-48 16,58-102-22-16,2-2-31 15,0-7-11-15,21-7 9 16,8-10 14-16,6-4-20 0,2 0-33 16,1-14-10-1,-5-8-3-15,-4-2-4 0,-8-1 6 16,-11 1 1-16,-7 3 16 16,-3-1 37-16,-3 3 6 15,-17 3 15-15,-4 2-35 16,-3 5-38-16,-2 0-13 15,0 3-1-15,0 4-37 16,5 2-107-16,9 0-105 16,3 0-240-16,12 5-697 0</inkml:trace>
  <inkml:trace contextRef="#ctx0" brushRef="#br0" timeOffset="-50781.5">26965 11097 1380 0,'0'0'270'0,"0"0"-154"16,0 0-30-16,0 0-49 16,0 0-21-16,0 0-2 15,12 118 54-15,-12-93 14 16,0 0-26-16,0-3-9 15,0-5-12-15,13-3-5 16,10-4-1-16,3-3-5 16,3-3-12-16,-2-1-12 0,-1-3-16 15,-3 0-116-15,-3 0-8 16,3-9-52-16,-6-5-137 16,-3-1-311-16</inkml:trace>
  <inkml:trace contextRef="#ctx0" brushRef="#br0" timeOffset="-50587.11">27216 11136 386 0,'0'0'748'16,"0"0"-402"-16,0 0-24 15,0 0-14-15,0 0-96 16,0 0-166-16,0 0-29 16,6 27 35-16,-1 13-6 15,-5 3-8-15,0-4-2 0,0-1-20 16,0-3-14-16,2-7-1 15,2-7-1-15,10-2-72 16,-3-9-289-16,4-7-541 0</inkml:trace>
  <inkml:trace contextRef="#ctx0" brushRef="#br0" timeOffset="-50248.75">27721 11075 1243 0,'0'0'599'0,"0"0"-400"15,0 0-66-15,0 0 89 16,0 0-69-16,18 119-51 16,-9-66-9-16,0 4-34 15,-4-6-32-15,-3-2-19 16,0-7-8-16,-2-10 1 16,0-8-1-16,0-8-10 15,0-11-57-15,9-5-59 16,-3-15-163-16,1-8-957 0</inkml:trace>
  <inkml:trace contextRef="#ctx0" brushRef="#br0" timeOffset="-50060.26">27607 11335 920 0,'0'0'618'15,"0"0"-460"-15,0 0 20 16,118-14-33-16,-66 8-75 16,0 1-46-16,0 2-24 15,-11 3-91-15,-12 0-609 0</inkml:trace>
  <inkml:trace contextRef="#ctx0" brushRef="#br0" timeOffset="-47230.05">8368 14016 948 0,'0'0'175'0,"0"0"-128"15,0 0-27-15,0 0-13 16,0 0-7-16,0 0-6 16,0 0 6-16,0 0 13 15,0 0 87-15,0 0-19 16,0 0-48-16,0 0-33 15,0 0-75-15,0 0-542 0</inkml:trace>
  <inkml:trace contextRef="#ctx0" brushRef="#br0" timeOffset="-45151.43">28167 11168 788 0,'0'0'230'16,"0"0"-19"-16,0 0 69 15,0 0-154-15,-40 109-34 16,40-81-7-16,11-3-13 16,14-4-31-16,4-3 20 15,2-8-5-15,5-3-25 16,-1-7 1-16,1 0-22 16,-5-5 5-16,-7-12-2 15,-3-4 36-15,-8-4 68 16,-7-6 1-16,-6 1-24 0,0-1-3 15,0 5-12-15,0-1-44 16,-10 7-14-16,1 3-15 16,-3 6-5-16,1 5-1 15,-2 4-13-15,-1 2-44 16,-1 0-107-16,1 12-156 16,6 2-200-16,6 0-454 0</inkml:trace>
  <inkml:trace contextRef="#ctx0" brushRef="#br0" timeOffset="-44940.83">28560 11392 1477 0,'0'0'193'0,"0"0"82"0,0 0-86 15,0 0-72-15,0 122-73 16,0-98-26-16,-5-7-16 15,3-4-1-15,2-6-1 16,0-4-130-16,0-3-70 16,4 0 1-16,12-12-165 15,4-6-869-15</inkml:trace>
  <inkml:trace contextRef="#ctx0" brushRef="#br0" timeOffset="-44602.48">28878 11115 954 0,'0'0'603'16,"0"0"-509"-16,0 0-21 16,0 0-3-16,0 0 36 15,-62 118-30-15,51-76 50 16,6 1-20-16,5-10-48 15,0-5-27-15,13-7-13 16,10-9 2-16,6-8 11 16,0-4-14-16,2 0-1 0,-2-12-6 15,-6-6 5 1,-10 0-4-16,-9 0-1 0,-4 1 2 16,0 3-11-16,-4 6-1 15,-12 1-16-15,-4 3-11 16,2 1-112-16,5-1-83 15,3 3-174-15,10-4-883 0</inkml:trace>
  <inkml:trace contextRef="#ctx0" brushRef="#br0" timeOffset="-44346.3">29461 11157 1283 0,'0'0'301'0,"0"0"-211"16,0 0 259-16,0 0-173 16,-112 124-85-16,87-95-52 15,5-7-20-15,5-4-11 16,3-8-8-16,3-2 0 15,3-8-100-15,-1 0-123 16,3-4-138-16</inkml:trace>
  <inkml:trace contextRef="#ctx0" brushRef="#br0" timeOffset="-44153.97">29218 11207 732 0,'0'0'1130'0,"0"0"-1004"15,0 0 68-15,0 0-8 16,0 0-77-16,115 78-57 16,-88-59-28-16,-3-4-16 15,-6-1-8-15,-2 0-6 16,-2 0-63-16,1 3-129 16,-1-5-156-16,-2-2-412 0</inkml:trace>
  <inkml:trace contextRef="#ctx0" brushRef="#br0" timeOffset="-43656.32">29787 11129 922 0,'0'0'233'16,"0"0"-60"-16,0 0 151 16,-42 131-148-16,42-91-67 15,0-5-63-15,0-6-20 16,21-12-14-16,3-8 17 16,9-9 3-16,1 0-15 15,-3-17-4-15,-5-5 6 16,-7-1 0-16,-9-4 62 15,-8 1 64-15,-2 0-19 16,0 3-27-16,-4-2-49 0,-9 6-29 16,-1 5-21-1,-1 5-6-15,-5 5-46 0,3 4-66 16,0 0-137-16,5 0-276 16,9 4-1041-16</inkml:trace>
  <inkml:trace contextRef="#ctx0" brushRef="#br0" timeOffset="-43431.53">30186 11401 110 0,'0'0'1066'0,"0"0"-901"15,0 0 120 1,0 0-108-16,-6 105-128 0,2-85-27 15,-1-6-16-15,3-4-5 16,-2-2-1-16,2-2-20 16,-4-1-56-16,6 1-63 15,0-5-201-15,0-1-671 0</inkml:trace>
  <inkml:trace contextRef="#ctx0" brushRef="#br0" timeOffset="-42972.42">30348 11107 1209 0,'0'0'194'15,"0"0"-127"-15,0 0 101 16,0 0-77-16,0 0-49 15,120-22-27-15,-120 42-2 16,0 4-12-16,-10 2 17 16,-11-1 51-16,0-4 33 15,1-7-21-15,9-6-24 16,5-5-32-16,6-3-4 16,0 0 16-16,13 0-37 15,9 0-40-15,5 0-30 0,0 0 36 16,-6 3 23-16,0 8 3 15,-7 6 8-15,-6 1 8 16,-3 0 7-16,-5 3 24 16,0-3 20-16,0-3 28 15,-16-1 27-15,-6-2 18 16,-3-4-35-16,-1-1-30 16,3-3-18-16,1-3-22 15,2-1-15-15,2 0-12 16,5 0-20-16,4 0-78 15,9-14-131-15,0 3-126 16,0 1-233-16</inkml:trace>
  <inkml:trace contextRef="#ctx0" brushRef="#br0" timeOffset="-42357.85">30798 11085 899 0,'0'0'162'0,"0"0"66"16,0 0-39-16,0 0-112 0,0 0-48 15,0 0-10-15,0 0-5 16,111-14 48-16,-111 12 78 16,0 0-29-16,-2-1-6 15,-11 3-9-15,-8 0-61 16,-1 0-18-16,-2 0-16 16,1 11 9-16,3 3-8 15,5 0-2-15,3 0 1 16,8-2 0-16,4-2 0 15,0-1 5-15,2 2-6 16,14-2 17-16,4 3-3 16,2-3-8-16,1 2 4 15,-4-4-9-15,4 3 0 0,-3 2 0 16,0-1-1-16,-5 4-1 16,-2-1-11-16,-3 2 12 15,-3-1-6-15,-3-1 6 16,-2-3 0-16,-2 1 0 15,0-2 0-15,0 1 15 16,0-5-3-16,0 2 6 16,-13-2 19-16,-5-3 43 15,-5 2-20-15,-3-1-22 16,-1-2-6-16,3-2-11 16,3 0 7-16,6 0-13 15,4 0 3-15,2 0-18 16,2 0-91-16,7 0-142 0,0-2-324 15,0 2-530-15</inkml:trace>
  <inkml:trace contextRef="#ctx0" brushRef="#br0" timeOffset="-41983.03">31529 11043 1335 0,'0'0'409'15,"0"0"-270"-15,0 0 156 16,0 0-39-16,0 0-81 16,0 137-57-16,0-94-15 15,7-3-39-15,-5-6-39 16,0-3-18-16,0-9-6 16,-2-4-2-16,0-5-19 15,0-1-56-15,0-1-60 16,0-3-73-16,-4-2-77 15,-3-5-99-15,5-1-580 0</inkml:trace>
  <inkml:trace contextRef="#ctx0" brushRef="#br0" timeOffset="-41726.88">31310 11231 1677 0,'0'0'260'0,"0"0"-54"15,0 0 60-15,0 0-125 16,0 0-74-16,161 0-4 0,-105 0-11 16,1 0-31-1,1 0-5-15,-6 0-7 0,-10 0-9 16,-10 0-13-16,-15 0-81 15,-11 0-226-15,-6 0-455 0</inkml:trace>
  <inkml:trace contextRef="#ctx0" brushRef="#br0" timeOffset="-38700.95">25162 12140 1370 0,'0'0'276'16,"0"0"-133"-16,0 0 78 16,0 0-105-16,0 0-32 0,-109 122-22 15,100-91-25-15,9-2-4 16,0-7-4-16,20-10 28 15,14-8 27-15,10-4-41 16,3-2-26-16,-1-19-5 16,-5-4-6-16,-10-3 0 15,-11 0 4-15,-11 0 2 16,-9-2 22-16,0 4 56 16,-5 0-17-16,-14 3-31 15,-2 5-27-15,-3 6-14 16,-3 6-1-16,1 2-8 15,3 4-7-15,7 0-42 16,8 0-77-16,10 13-141 0,22-1-267 16,8-3-425-16</inkml:trace>
  <inkml:trace contextRef="#ctx0" brushRef="#br0" timeOffset="-38506.48">25601 12300 1265 0,'0'0'178'16,"0"0"39"-16,0 0-39 15,0 0-65-15,-13 121-57 16,7-98-32-16,1-3-16 16,2-5-8-16,3-5 0 15,0-10-145-15,3 0-128 0,10 0-249 16</inkml:trace>
  <inkml:trace contextRef="#ctx0" brushRef="#br0" timeOffset="-37973.78">25851 12071 1136 0,'0'0'184'0,"0"0"-17"0,0 0-7 16,0 0-130-1,0 0-30-15,0 0-9 0,0 0-5 16,105-16 14-16,-105 16 1 16,-7 0 137-16,-11 6 32 15,-1-1-66-15,-4 0-26 16,1 2-34-16,-1 0-24 15,4 1-6-15,-2 3-6 16,8 0-8-16,1 0 1 16,6-1 0-16,4 0 0 15,2-5 0-15,0 2 7 16,0-2 23-16,13 2 1 16,7 0-21-16,7 3 0 15,0 1-9-15,0 0-1 0,-6 4 0 16,0 1-1-16,-5-2 1 15,-8 2 0-15,-3-2-1 16,-3 0 0-16,-2-2 1 16,0-2 6-16,0-2 4 15,-13 1 3-15,-3-4 19 16,-5-1 22-16,0 1-8 16,-4-2-3-16,3-1-21 15,2-2-11-15,4 0-6 16,5 0-3-16,9-10-3 15,2-4-157-15,5 4-207 16,7 2-254-16</inkml:trace>
  <inkml:trace contextRef="#ctx0" brushRef="#br0" timeOffset="-37198.25">26683 12122 1224 0,'0'0'370'0,"0"0"-203"16,0 0 16-16,0 0-23 16,0 0-32-16,-121 86-42 15,92-59 18-15,2-2-52 16,10-9-31-16,5-4-14 15,6-4-7-15,1-6-46 16,5-2-108-16,0-8-11 16,0-10-134-16,0-7-601 0</inkml:trace>
  <inkml:trace contextRef="#ctx0" brushRef="#br0" timeOffset="-37043.64">26515 12143 1458 0,'0'0'341'15,"0"0"-204"-15,0 0 97 16,0 0-70-16,0 0-103 16,0 0-39-16,0 0-22 15,128 113-8-15,-93-105-154 16,-4-5-182-16,-2-3-683 0</inkml:trace>
  <inkml:trace contextRef="#ctx0" brushRef="#br0" timeOffset="-36658.45">27071 12143 1249 0,'0'0'211'16,"0"0"-62"-16,0 0 94 16,0 0-139-16,0 0-29 15,-50 109-38-15,52-95 1 16,21-4-1-16,8-6 3 0,5-4-8 16,1 0 8-1,-6-1 37-15,-4-12-16 0,-11-3-4 16,-9-2 64-16,-7 0-18 15,0-2-17-15,-15-1-34 16,-6 3-11-16,-3 4-14 16,1 4-26-16,4 5-1 15,0 2-3-15,9 3-39 16,7 5-125-16,3 8-300 16,0 1-469-16</inkml:trace>
  <inkml:trace contextRef="#ctx0" brushRef="#br0" timeOffset="-36463.9">27393 12314 1298 0,'0'0'624'16,"0"0"-552"-16,0 0 154 16,0 0-62-16,-17 134-106 15,3-97-37-15,1-7-11 16,0-7-8-16,1-4-1 15,4-7-1-15,8-12-127 16,0 0-351-16,6 0-659 0</inkml:trace>
  <inkml:trace contextRef="#ctx0" brushRef="#br0" timeOffset="-35969.42">27728 12163 1582 0,'0'0'222'16,"0"0"-30"-16,0 0 78 15,0 0-172-15,0 0-65 16,116-23-11-16,-100 29-7 0,-5 11-14 16,-9 6 17-1,-2 0-3-15,0 8 7 0,-11-1-3 16,-5 0 2-16,-4 0-10 16,-2 0-10-16,1 0 5 15,2-2-5-15,-1-3 1 16,7-6 20-16,1-5 34 15,3-3-15-15,7-6-28 16,2-3 2-16,0 1 0 16,0-3 21-16,0 2 17 15,13-2 4-15,3 0-3 16,6 0-14-16,0 0-1 16,5 0-16-16,-2 0-18 15,2-2-5-15,-3-3-11 16,-2 3-44-16,-2 2-18 0,1 0-25 15,6 0-94-15,-6 0-367 16,0 0-578-16</inkml:trace>
  <inkml:trace contextRef="#ctx0" brushRef="#br0" timeOffset="-35301.61">28267 12147 1463 0,'0'0'188'15,"0"0"-63"-15,0 0 102 16,0 0-156-16,121-24-52 15,-86 23-2-15,-10 1-8 16,-5 0-9-16,-9-3 1 16,-7 3 6-16,1 0-5 15,-5 0-1-15,0 0 1 16,0 0-2-16,-3 0-6 16,-12 0 6-16,-7 0 10 15,-3 0 22-15,-2 0 36 0,4 0 5 16,-2 9-30-16,2 1-15 15,1-1-7-15,0 6 1 16,2-1 10-16,-1 1-11 16,8 2-12-16,3-3-3 15,6-1-5-15,4-4 0 16,0-1-1-16,4 0 12 16,11-2-3-16,1 0-3 15,-1 1 1-15,3-4 2 16,2-1-1-16,6-2-7 15,6 2 0-15,1 0-1 16,-2 0 0-16,0 6 0 16,-6-1-1-16,-5 8-7 0,-7 2 7 15,-3 2-8 1,-6 1 7-16,-4 4-4 0,0 0 5 16,0-2 0-16,-11 0-1 15,-2-1 1-15,-4-6-1 16,0-4 2-16,-1-4 0 15,-1 0 8-15,-4-6 7 16,0 2 16-16,-1-3-13 16,-3 0-18-16,3 0-5 15,-17 0-188-15,10 0-378 16,2 0-792-16</inkml:trace>
  <inkml:trace contextRef="#ctx0" brushRef="#br0" timeOffset="-23803.92">26946 11543 811 0,'0'0'504'15,"0"0"-209"-15,0 0 13 16,0 0-50-16,0 0-58 15,0 0-25-15,-12 0-2 0,3 0-55 16,-15 0-54-16,-18 7-42 16,-23 19-11-16,-51 31-11 15,11-6-139-15,13-5-558 0</inkml:trace>
  <inkml:trace contextRef="#ctx0" brushRef="#br0" timeOffset="110994.48">20343 17994 1098 0,'0'0'286'15,"0"0"-105"-15,0 0 37 16,0 0-123-16,0 0-67 16,0 0-15-16,0 0-11 0,-36 81 5 15,43-58 9 1,7-2 44-16,3-11 24 0,10-2-11 16,4-8 9-16,6-4-42 15,0-22-17-15,-8-6-7 16,-7 0-7-16,-11-6 3 15,-9 2 37-15,-2 8 52 16,-2 6 2-16,-18 7-26 16,-9 8-40-16,-4 7-13 15,-5 0-16-15,-1 4-8 16,4 10 0-16,4 0 0 16,8-2-38-16,10 2-54 15,13-10-122-15,13 4-152 16,16-8-219-16</inkml:trace>
  <inkml:trace contextRef="#ctx0" brushRef="#br0" timeOffset="111197.28">20782 17929 1470 0,'0'0'373'0,"0"0"-273"15,0 0 164-15,0 123-52 16,0-68-105-16,0-1-40 15,0-1-29-15,-7-5-23 16,0-6-6-16,1-12-9 16,-1-4-11-16,7-17-77 15,0-9-116-15,3-25-81 16,10-8-397-16</inkml:trace>
  <inkml:trace contextRef="#ctx0" brushRef="#br0" timeOffset="211181.23">21101 11231 1099 0,'0'0'283'0,"0"0"-205"15,0 0 29-15,0 0 17 16,0 0-1-16,0 0-46 16,0 0 11-16,10 56-9 15,-10-54 54-15,-17-2 21 16,-10 0-83-16,-4 0-46 16,4-2-3-16,2-6-2 15,13 1 0-15,5-2-2 16,7 1 0-16,0 0-18 15,11 4 0-15,14 1 0 16,-1 3-1-16,2 0 0 16,-3 13-1-16,-3 9 2 0,-9 4 5 15,-9 1 4-15,-2 0 0 16,-2-3 0-16,-23-2 4 16,-6-5 16-16,-2-8-7 15,-1-6-10-15,5-3-5 16,10-4 7-16,9-21-1 15,10-7-4-15,0-5-8 16,14 1-1-16,13 3 0 16,2 9-1-16,4 11-9 15,1 10 4-15,-3 3-2 16,-2 10 1-16,-6 14-1 16,-8 6 8-16,-11 1-8 15,-4-2 8-15,-4-3 6 0,-19-6 6 16,-6-3 24-16,-4-8-17 15,4-6-5-15,2-3-13 16,7-4 11-16,9-21 3 16,11-10-9-16,0-5-6 15,16-5-27-15,17 3-3 16,5 11 16-16,5 11 2 16,-1 13 0-16,0 7 1 15,-4 14 10-15,-7 14-5 16,-11 8-2-16,-13 2 2 15,-7 1 1-15,-16-7 5 16,-17-2 7-16,-9-8 2 16,-3-4 8-16,1-9-16 0,5-6 7 15,8-3-1 1,9-16 4-16,13-17 0 0,9-6-6 16,0-5-5-16,20 1-9 15,9 11 7-15,4 11-6 16,3 14-1-16,-1 7-2 15,-1 14 1-15,-7 16 4 16,-9 6 0-16,-14 2-2 16,-4-2 8-16,-17-5 0 15,-22-7 5-15,-3-6 4 16,-3-6 0-16,5-8-8 16,9-4 0-16,9-6 8 0,9-20 5 15,13-9-3 1,0-5-6-16,15 1-5 0,16 4-10 15,8 12 0-15,-4 10-1 16,1 13 5-16,-7 0-6 16,-9 22 5-16,-9 7 1 15,-11-2 4-15,0 1-3 16,-23-3 5-16,-10-8 23 16,-5-5-5-16,1-7-6 15,0-5-1-15,11 0-9 16,8-6 4-16,7-10-6 15,9 1-18-15,2 1-19 16,0 4-33-16,7 5-49 16,10 1-86-16,-3 4-118 15,-1 0-577-15</inkml:trace>
  <inkml:trace contextRef="#ctx0" brushRef="#br0" timeOffset="-112978.58">4687 16066 104 0,'0'0'0'0</inkml:trace>
  <inkml:trace contextRef="#ctx0" brushRef="#br0" timeOffset="-72615.57">14428 16924 186 0,'0'0'267'15,"0"0"-183"-15,0 0-84 16,0 0-140-16,0 0-166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6T18:23:45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2024 1702 1348 0,'0'0'185'0,"0"0"-111"16,0-101 124 0,0 64 7-16,0 8-46 0,0 10-29 15,0 7 25-15,0 4-12 16,0 4-34-16,0 4-48 15,0 0-31-15,0 2-21 16,0 24-3-16,9 20 16 16,3 34 31-16,7 34 6 15,-1 39 7-15,-1 9-21 16,1-10-9-16,-5-31 0 16,-1-39-15-16,-1-22-9 15,2-8-5-15,5 5-1 16,3 3-4-16,-2 4 5 15,-3-12-6-15,-5-8-1 16,-5-12 0-16,0-12 0 0,-6-10-2 16,0-10-37-16,0 0-22 15,-4-13-66-15,-25-34-136 16,1 3-388-16,-1 0-457 0</inkml:trace>
  <inkml:trace contextRef="#ctx0" brushRef="#br0" timeOffset="419.99">2064 1743 945 0,'0'0'194'15,"0"0"-141"-15,0 0 204 16,0 0-87-16,64-125-20 16,-26 95-1-16,11 2-32 15,5 6-36-15,2 5-22 16,1 10-35-16,-3 7-8 16,-5 0 0-16,-9 12-5 15,-7 17-3-15,-6 6-7 16,-11 11 8-16,-9 10 0 15,-7 4 2-15,0 2 6 0,-25-2 69 16,-8-4 18-16,-7-7-24 16,-5-7-41-16,-2-6-18 15,5-8-12-15,2-7-9 16,9-9-25-16,1-7 7 16,8-5-57-16,3 0-29 15,0 0-44-15,13-24-73 16,4 5-90-16,2-4-400 0</inkml:trace>
  <inkml:trace contextRef="#ctx0" brushRef="#br0" timeOffset="793.59">2815 1521 1644 0,'0'0'210'15,"0"0"27"-15,0 0-52 16,0 0-51-16,0 0-105 16,0 0-18-16,-60 201 34 0,29-32 25 15,-3 15-6 1,12-12 1-16,11-45-33 0,11-53-20 16,13-28-11-16,23-15 0 15,19-1-1-15,55 5-38 16,-10-3-207-16,-11-13-518 0</inkml:trace>
  <inkml:trace contextRef="#ctx0" brushRef="#br0" timeOffset="8745.99">3428 1532 1086 0,'0'0'1097'0,"0"0"-973"16,0 0 8-16,0 0-5 16,0 0-77-16,20 49-34 15,-2 29 60-15,4 45 37 16,5 34 4-16,-2 8-41 0,-6-34-27 16,-5-36-22-16,-5-39-10 15,-3-7-8-15,1 4-2 16,0 1 1-16,0-4-7 15,-5-11-1-15,-2-15 1 16,0-11-1-16,0-4-7 16,0-9-17-16,-5 0-15 15,-13-13-85-15,-6-34-146 16,2 3-421-16,2-3-941 0</inkml:trace>
  <inkml:trace contextRef="#ctx0" brushRef="#br0" timeOffset="9106.23">3439 1674 1513 0,'0'0'248'15,"0"0"-156"-15,0 0 125 16,0 0-61-16,107-112-73 15,-55 89 3-15,3 10 4 16,-2 10-32-16,-3 3-34 16,-6 12-14-16,-8 19 4 15,-5 7 21-15,-11 6 3 16,-11 2 12-16,-9 4 9 16,0 2-1-16,-18-1 4 0,-15-2-12 15,-10-1-4-15,-3-4-14 16,-1-3-17-16,3-10-8 15,5-2-6-15,11-9-1 16,3-8 0-16,9-6-35 16,7-3-45-16,9-3-90 15,0 0-209-15,7 0-646 0</inkml:trace>
  <inkml:trace contextRef="#ctx0" brushRef="#br0" timeOffset="9398.84">4197 2689 1553 0,'0'0'276'16,"0"0"-51"-16,0 0 249 15,0 0-290-15,0 0-128 16,0 0-24-16,0 0 24 15,-47-84-4-15,34 52-9 16,4-4-4-16,0-5-19 16,5 1-7-16,4-4-13 15,0 2 0-15,4 2 0 16,11 3-5-16,4 8-39 0,-2 7-57 16,12 4-141-16,-4 6-429 15,-3 3-673-15</inkml:trace>
  <inkml:trace contextRef="#ctx0" brushRef="#br0" timeOffset="9851.45">4636 1521 1676 0,'0'0'260'0,"0"0"-200"16,0 0 180-16,42 113-3 16,-13-45-111-16,5 24 7 15,-1 24 1-15,-8-5-35 16,-5-11-51-16,-5-18-15 16,-5-17-7-16,-1 3-15 15,-1 2-4-15,-4-12-5 0,1-9-1 16,-5-11 0-16,3-11-1 15,-3-8-1-15,0-7-35 16,2-7-40-16,-2-5-33 16,0-5-42-16,2-16-143 15,0-4-561-15</inkml:trace>
  <inkml:trace contextRef="#ctx0" brushRef="#br0" timeOffset="10284.52">5095 1736 1450 0,'0'0'285'16,"0"0"-139"-16,0 0 95 15,0 0-122-15,0 0-49 16,0 0 54-16,0 0 11 15,74 131-14-15,-74-68-9 16,0 4-43-16,0 3 5 16,0 1-23-16,-3-6-27 15,1 0-15-15,0-7-3 16,2-8-5-16,0-10 0 16,0-6 0-16,4-10 0 15,5-5 0-15,3-8 0 16,5-5 6-16,6-6-1 0,8 0 3 15,2 0 3-15,6 0 3 16,-4-9-7-16,-1 1-7 16,-7 1 0-16,-6 2 0 15,-3 3-1-15,-7-1 0 16,-3 3-14-16,-2-2-38 16,1 2-39-16,3-4-62 15,6-2-103-15,-1-2-337 16,-1 2-442-16</inkml:trace>
  <inkml:trace contextRef="#ctx0" brushRef="#br0" timeOffset="10801.52">5806 1439 1145 0,'0'0'372'0,"0"0"-151"16,0 0 26-16,0 0-103 15,0 0-107-15,0 0 54 16,0 0 87-16,116 174-8 15,-64-58-2-15,-6 26-56 16,-5 4-36-16,-20-22-49 16,-11-35-10-16,-10-34-12 0,0-6-4 15,0 1-1 1,-10 1 1-16,-2 2-1 0,-1-15 0 16,-1-9-22-16,3-11-31 15,-1-6-11-15,3-9-48 16,9-3-73-16,0-7-202 15,0-11-628-15</inkml:trace>
  <inkml:trace contextRef="#ctx0" brushRef="#br0" timeOffset="11105.14">6439 1864 1478 0,'0'0'331'0,"0"0"-211"16,0 0-35-16,0 0-47 15,0 0-7-15,139 0-22 16,-95 0-8-16,-1 0 0 16,-10 0-1-16,-9 3-62 15,-6 1-177-15,-9 2-466 0</inkml:trace>
  <inkml:trace contextRef="#ctx0" brushRef="#br0" timeOffset="11275.47">6419 2235 1126 0,'0'0'185'16,"0"0"-11"-16,0 0 44 15,0 0-83-15,0 0-74 16,118 35-34-16,-60-48-27 16,2-2-2-16,15-1-55 15,-17 3-156-15,-16 8-798 0</inkml:trace>
  <inkml:trace contextRef="#ctx0" brushRef="#br0" timeOffset="11810.03">7814 1514 401 0,'0'0'1739'16,"0"0"-1552"-16,0 0-46 15,0 0-102-15,0 0 13 16,8 176 124-16,5-35-40 0,-2-7-41 16,-4-22-30-1,-5-37-28-15,5-26-24 0,-1 4-7 16,4-2-5-16,-2 2 0 16,-1-15-1-16,-1-10-16 15,-1-12-51-15,-5-12-45 16,0-4-13-16,0-23-23 15,0-10-242-15,0-4-484 0</inkml:trace>
  <inkml:trace contextRef="#ctx0" brushRef="#br0" timeOffset="12124.24">7864 1590 1356 0,'0'0'176'15,"0"0"40"-15,127-91 63 16,-57 66-49-16,3 11-63 16,-4 14-30-16,-11 2-40 15,-15 28-60-15,-15 12-15 16,-17 5 22-16,-11 8 5 16,0 1 17-16,-22-4 16 15,-14-2-24-15,-9-4-13 16,-3-7-20-16,-4-8-13 15,6-4-6-15,5-9-5 16,8-6-1-16,8-6 0 16,6-3 0-16,3-3-14 0,7 0-32 15,2 0-41-15,7-11-68 16,11-5-422-16,12-3-590 0</inkml:trace>
  <inkml:trace contextRef="#ctx0" brushRef="#br0" timeOffset="12470.9">8861 1381 523 0,'0'0'1158'0,"0"0"-1031"16,0 0 29-16,0 0 96 15,-110 142-29-15,85-59-31 16,10 9-30-16,11 6-44 16,4-8-55-16,4-7-31 15,19-15-26-15,3-10-5 16,0-8-1-16,-1-7 1 15,0-9-1-15,0-4-29 16,-5-4-40-16,1-8-67 16,8-12-148-16,-6-6-338 0,-3 0-616 15</inkml:trace>
  <inkml:trace contextRef="#ctx0" brushRef="#br0" timeOffset="12942.32">9413 1371 1688 0,'0'0'278'0,"0"0"-60"15,0 0-102-15,0 0-22 16,0 0 108-16,4 105-7 16,3-47-47-16,0 9-54 15,-2 8-15-15,-5 4-23 16,0-1-28-16,0-4-13 16,0-5-14-16,-2-14 1 15,-5-9-2-15,0-10 1 16,4-11 1-16,3-10-2 15,0-6 0-15,0-4 0 16,0-3 1-16,5-2-1 16,15 0 7-16,11 0 10 15,7-10-8-15,5-1-9 0,1 1 1 16,-3-1-1-16,-6 7 0 16,-6 0-6-16,-5 3-7 15,-6 1-23-15,-5 0-29 16,1-3-38-16,-1 1-33 15,12-12-109-15,-5 2-337 16,1-2-266-16</inkml:trace>
  <inkml:trace contextRef="#ctx0" brushRef="#br0" timeOffset="13297">10316 1368 1780 0,'0'0'644'0,"0"0"-565"16,0 0 30-16,0 0-72 15,0 0 30-15,7 116 73 16,-1-48-20-16,-2 4-19 15,-4 2-8-15,0-4-40 16,0-7-29-16,0-11-14 16,0-5-9-16,0-12 0 0,0-3-1 15,0 0-8 1,0-4-13-16,0 0-25 0,-6-2-17 16,-3-4-37-16,5-5-36 15,2-10-84-15,2-7-315 16,9-7-56-16,13-16-749 0</inkml:trace>
  <inkml:trace contextRef="#ctx0" brushRef="#br0" timeOffset="13551.19">10842 1427 2297 0,'0'0'259'0,"0"0"-206"16,0 0-52-16,18 107 93 16,-7 1-22-16,0 34 45 15,-6-8-1-15,-3-25-39 16,-2-39-38-16,0-29-24 16,0-2-13-16,2-3-2 15,1-7 0-15,3-17-77 16,8-32-59-16,-1-18-100 15,0-15-604-15</inkml:trace>
  <inkml:trace contextRef="#ctx0" brushRef="#br0" timeOffset="13865.86">10906 1518 816 0,'0'0'793'0,"0"0"-734"16,0 0 57-16,101-111 118 15,-54 97-125-15,2 14-59 16,-5 0 32-16,-3 28 22 16,-15 11-33-16,-12 7 20 15,-12 3 25-15,-2 0 3 16,-13-3-31-16,-19-4-18 16,-4-3-8-16,-3-10-19 15,1-2-13-15,2-9-14 16,5-9-5-16,9-2-5 15,4-4-5-15,5-3 5 16,6 0-5-16,2 0 7 16,3 0-8-16,2 0-24 0,0 0-64 15,2-3-124-15,18-4-436 16,3 3-981-16</inkml:trace>
  <inkml:trace contextRef="#ctx0" brushRef="#br0" timeOffset="14121.29">11272 2025 1637 0,'0'0'255'16,"0"0"-48"-16,0 0 123 15,0 0-106-15,0 0-127 0,0 0-31 16,0 0 6 0,18 70-2-16,-18-70-21 0,0 0-7 15,0-3 24-15,-11-16-20 16,-2-8-29-16,2-5-11 15,4-3 1-15,7-3-6 16,0 0-1-16,0 2-7 16,7 2-16-16,6 2-19 15,3 6-41-15,13-3-88 16,-5 9-321-16,-4 6-627 0</inkml:trace>
  <inkml:trace contextRef="#ctx0" brushRef="#br0" timeOffset="14722.34">11631 1183 1600 0,'0'0'365'0,"0"0"-203"16,0 0 70-16,0 0-102 15,0 0-97-15,0 0-5 16,0 0 81-16,154 156 10 16,-113-78-14-16,-10 25-5 15,-12-7-18-15,-9 7-18 16,-10-6-5-16,0-18-29 15,-14 2-20-15,-3-14-4 16,-2-11-6-16,-3-7-40 16,-18-8-103-16,5-10-93 15,-1-12-490-15</inkml:trace>
  <inkml:trace contextRef="#ctx0" brushRef="#br0" timeOffset="15352.28">8263 2632 1213 0,'0'0'280'16,"0"0"-203"-16,0 0 249 15,0 0-40-15,0 0-175 16,0 0-80-16,0 0-9 16,33-11 3-16,-15 7 5 15,3 1-11-15,-2 3-13 16,8 0 0-16,4 0-5 16,9 0-1-16,12 0 1 0,12 0 0 15,32 0-1 1,40-1 1-16,43-2 0 0,19 3 0 15,3 0-1-15,-10 0 6 16,-17 0-4-16,-7 3 85 16,-2 1-6-16,-2-4-38 15,2 0-28-15,4 0-15 16,5 0 6-16,-4-7 0 16,-14 2 21-16,-31 1 6 15,-34 0-11-15,-29-1-14 16,-12 3-7-16,0-1 6 15,2 1-7-15,4-2 1 16,-12-3-1-16,-1 4-12 0,-5-4-72 16,-1-1-87-1,-8 3-304-15,-13 0-317 0</inkml:trace>
  <inkml:trace contextRef="#ctx0" brushRef="#br0" timeOffset="16059.06">12584 1719 608 0,'0'0'1179'16,"0"0"-1036"-16,0 0 148 16,0 0-125-16,0 0-117 15,0 0 43-15,-58 121 36 16,31-65-45-16,0-1-26 16,2-9-23-16,0-9-19 15,6-4-9-15,1-8-6 16,2-6-20-16,-4-12-110 15,4-7-243-15,3 0-709 0</inkml:trace>
  <inkml:trace contextRef="#ctx0" brushRef="#br0" timeOffset="16254.31">12347 1810 1635 0,'0'0'279'16,"0"0"-106"-16,0 0 146 15,0 0-124-15,120 127-68 16,-88-91-63-16,-1 0-46 16,-2-6-12-16,-2-2 1 15,2-3-7-15,0-8-55 16,13-5-118-16,-7-6-318 16,-1-6-167-16</inkml:trace>
  <inkml:trace contextRef="#ctx0" brushRef="#br0" timeOffset="16764.03">13031 1557 2114 0,'0'0'306'0,"0"0"-175"16,0 0-48-16,0 0-42 15,64 109 85-15,-41-32-30 16,-3 8-30-16,-5 4-12 15,-3-4-26-15,-1-7-15 16,-2-15-11-16,0-8 4 16,0-15-6-16,-3-14-17 15,1-12-66-15,-5-14-64 16,1 0-9-16,-3-36-88 16,0-17-112-16,-18-15 12 0,-7-7-15 15,-4 5 66-15,0 3 217 16,2 10 76-16,8 10 260 15,7 0 62-15,12 1-45 16,0-4-39-16,27-2-94 16,22-3-62-16,12 8-32 15,3 11 8-15,1 12 40 16,-7 14-24-16,-11 10-22 16,-9 11-31-16,-12 21-7 15,-8 10 3-15,-12 7 18 16,-6 3 29-16,-2-2-9 15,-22-4-16-15,-10-3-21 16,-4-5-9-16,-2-4-2 0,1-10-7 16,4-4 0-16,6-8-1 15,8-7-21-15,0-3-26 16,6-2-55-16,6 0-108 16,6-3-251-16,3-8-146 0</inkml:trace>
  <inkml:trace contextRef="#ctx0" brushRef="#br0" timeOffset="17026.7">13704 2153 1428 0,'0'0'206'0,"0"0"19"15,0 0 135 1,0 0-49-16,0 0-141 0,0 0-69 15,0 0-5-15,-31-26-56 16,16-9-19-16,-1-6 8 16,7-8 11-16,7 2-19 15,2-1-20-15,0 8 1 16,11 6-2-16,5 10-1 16,-1 6-60-16,5 7-83 15,-4 8-200-15,-5 3-442 0</inkml:trace>
  <inkml:trace contextRef="#ctx0" brushRef="#br0" timeOffset="18459.68">13818 1389 697 0,'0'0'415'0,"0"0"-229"16,0 0 57-16,0 0-61 16,0 0-48-16,0 0-77 15,0 0-4-15,2-4 30 0,-2 4 12 16,0 0-22 0,0 0-3-16,-2 0-18 0,-9 3-14 15,-3 9 5-15,1 7-13 16,0 6-12-16,-1 7-3 15,4 8 13-15,0 8-4 16,-1 10-2-16,5 12 14 16,-3 8 4-16,4 4-9 15,3 3 0-15,-1-5-5 16,3-5-10-16,0-10-8 16,0-5-1-16,12-7-5 15,1-9-1-15,3-12 0 16,-1-12-1-16,4-6 2 15,2-10-2-15,4-4-10 0,4 0-73 16,20-14-151-16,-7-8-291 16,-6-2-549-16</inkml:trace>
  <inkml:trace contextRef="#ctx0" brushRef="#br0" timeOffset="18725.16">14206 1484 1916 0,'0'0'276'0,"0"0"-74"16,0 0-9-16,0 0-147 0,0 0-27 16,49 148 51-16,-27-22-19 15,-6 26 16-15,-3-13-4 16,-9-35-36-16,2-42-14 15,-6-28-13-15,2-5-1 16,0-5-26-16,0-14-94 16,0-26-123-16,-2-24-106 15,0-13-676-15</inkml:trace>
  <inkml:trace contextRef="#ctx0" brushRef="#br0" timeOffset="18977.45">14204 1636 1164 0,'0'0'163'15,"0"0"160"-15,0 0-47 0,85-137-165 16,-35 112-21 0,6 11 6-16,-4 14 4 0,-8 0-33 15,-8 28-31-15,-12 12 8 16,-10 8 48-16,-12 6-2 16,-2 4-20-16,-18-2 3 15,-13-4-9-15,-7-8-10 16,-2-7-20-16,5-9-14 15,6-10-13-15,6-6-7 16,7-6 0-16,7-6-52 16,5 0-44-16,4-14-133 15,7-6-425-15,13-1-1093 0</inkml:trace>
  <inkml:trace contextRef="#ctx0" brushRef="#br0" timeOffset="19190.37">14681 2208 1698 0,'0'0'543'16,"0"0"-254"-16,0 0-48 15,0 0-120-15,0 0-75 16,0-116-11-16,0 70-26 16,0-1-3-16,0 3-5 15,0 6 0-15,0 10 0 16,0 6-1-16,4 2-38 15,19-1-83-15,-4 4-218 16,2 0-578-16</inkml:trace>
  <inkml:trace contextRef="#ctx0" brushRef="#br0" timeOffset="19481.77">15060 1252 1317 0,'0'0'277'0,"0"0"-96"16,0 0-10-16,0 0-38 0,0 0 58 15,124 153-59 1,-95-74 46-16,-8 9-28 0,-6 4-48 15,-8-1-65-15,-5-6-20 16,-2-2-16-16,-7-7-1 16,-22-8-28-16,-42 18-125 15,6-17-382-15,1-15-625 0</inkml:trace>
  <inkml:trace contextRef="#ctx0" brushRef="#br0" timeOffset="20352.23">11631 2467 677 0,'0'0'231'0,"0"0"-173"16,0 0-38-16,0 0-14 15,0 0-5-15,0 0 14 16,0 0 32-16,27 21 83 15,-16-19 15-15,7 2 0 16,7-4-15-16,4 0-63 16,8 0-41-16,5 0-16 15,6 0 5-15,3 0 30 16,7 0 18-16,5 0-12 16,3 0-10-16,10 0-20 15,22 0-15-15,29-4 1 16,36-2-6-16,19 1 9 15,5-2 27-15,1-1 62 0,-6-4 5 16,13 0-36-16,8 0-17 16,1 0-24-16,-3 0 13 15,-16 4 24-15,-22 0 1 16,-41 0 8-16,-37 2-18 16,-33 2-16-16,-15-3-12 15,1 2-9-15,1-2-9 16,0 0-3-16,-3-1 0 15,-3 2 0-15,1 0 0 16,-3 4-6-16,-6 2 1 16,-5 0-1-16,-9 0-11 15,-7 0-218-15,-4 8-457 0</inkml:trace>
  <inkml:trace contextRef="#ctx0" brushRef="#br0" timeOffset="20933.18">11047 3113 1850 0,'0'0'314'0,"0"0"-234"16,15 139 202-16,4-32-68 16,1-1-79-16,-5-11-25 15,1-7-41-15,-5-23-30 16,5 7-26-16,-3 1-7 16,-4-15-6-16,-2-14-1 15,-3-12-47-15,-4-16-51 16,0-14-53-16,-18-28-121 15,-11-17-300-15,-4-14-1123 0</inkml:trace>
  <inkml:trace contextRef="#ctx0" brushRef="#br0" timeOffset="21178.1">10996 3350 1230 0,'0'0'176'0,"0"0"-111"16,78-138 201-16,-20 88-127 15,9 12-42-15,4 14 69 16,-1 20 13-16,-10 4-95 15,-12 28-54-15,-12 14-8 16,-16 9 15-16,-13 2 36 16,-7 1 24-16,-11-1-3 15,-29-3-8-15,-12-2-4 16,-8-6-34-16,0-4-24 0,4-12-16 16,9-8-7-16,14-12-1 15,11-6-42-15,8 0-36 16,14-25-94-16,0-2-161 15,18-3-278-15</inkml:trace>
  <inkml:trace contextRef="#ctx0" brushRef="#br0" timeOffset="21449.31">11894 3106 2097 0,'0'0'297'0,"0"0"-132"0,0 0-71 16,-31 102 3 0,17-35-2-16,1 5-8 0,5-2-14 15,2-8-21-15,6-10-31 16,0-10-19-16,4-11 4 16,13-11-5-16,3-6 8 15,7-7-7-15,2-2 4 16,2 0-6-16,1-5-8 15,1 0-62-15,15-10-78 16,-9-11-168-16,-6-8-498 0</inkml:trace>
  <inkml:trace contextRef="#ctx0" brushRef="#br0" timeOffset="21771.64">12369 3055 948 0,'0'0'1214'16,"0"0"-1041"-16,0 0-68 16,0 0-38-16,0 0-2 15,0 0 74-15,7 162-20 16,-21-97-11-16,-3 2-42 16,-1-7-36-16,7-7-16 15,3-13-8-15,6-5-5 16,2-12 0-16,0-2 0 15,6-5 0-15,9-1 0 16,7-3 1-16,5-7 7 0,6-1-3 16,3-4 3-16,4 0-2 15,-2 0-6-15,-2-8-1 16,-5-4-33-16,-9-2-57 16,4-10-65-16,-5 2-191 15,-3-2-668-15</inkml:trace>
  <inkml:trace contextRef="#ctx0" brushRef="#br0" timeOffset="22021.45">12918 2907 2000 0,'0'0'252'16,"0"0"-213"-16,0 0-8 15,0 0 42-15,122 150 14 16,-86-53 16-16,-11-3 29 16,-12 5-20-16,-11-4-67 15,-2-20-37-15,0 0-7 16,-11-12-1-16,-5-9-17 16,-17-4-119-16,4-13-221 15,-3-16-789-15</inkml:trace>
  <inkml:trace contextRef="#ctx0" brushRef="#br0" timeOffset="22659.49">16027 1794 1805 0,'0'0'346'0,"0"0"-232"16,0 0 1-16,141-19-18 15,-77 7-59-15,7 1-23 16,-2 3-13-16,-6 2-1 16,-12 6-1-16,-9 0-32 15,-10 0-233-15,-14 0-259 16,-16 2-601-16</inkml:trace>
  <inkml:trace contextRef="#ctx0" brushRef="#br0" timeOffset="22818.22">16203 2083 1513 0,'0'0'341'16,"0"0"-235"-16,0 0 92 15,0 0-59-15,0 0-47 16,154-37-60-16,-87 16-32 15,2-2-35-15,-18 4-258 16,-22 5-284-16</inkml:trace>
  <inkml:trace contextRef="#ctx0" brushRef="#br0" timeOffset="33513.8">17782 1330 1534 0,'0'0'320'16,"0"0"-32"-16,0 0-64 15,0 0-42-15,0 0-77 0,0 0-62 16,0 0-43 0,-27 14-7-16,6 19 7 0,-3 13 13 15,0 8-11-15,1 4 7 16,7 3 1-16,12-3-8 15,4-2-1-15,12-8 1 16,21-12-1-16,9-14 5 16,12-15 3-16,4-7 3 15,0-9-6-15,-5-18-5 16,-6-8 5-16,-12-5 3 16,-10-4 4-16,-10 0 20 15,-12 0 29-15,-3 2 20 16,-7 3-16-16,-18 5-23 15,-3 7-6-15,-3 1-10 16,0 5-15-16,-1 3-12 0,4 6 0 16,3 7-9-16,5 5-3 15,1 0-38-15,4 9-48 16,1 11-32-16,14 12-99 16,0-3-448-16,16-8-841 0</inkml:trace>
  <inkml:trace contextRef="#ctx0" brushRef="#br0" timeOffset="33747.66">18434 1608 1739 0,'0'0'288'0,"0"0"-213"0,0 0 208 15,2 126-102 1,-2-69-60-16,0 3-48 0,0-4-39 15,0-7-21-15,-6-3-12 16,2-11 6-16,-3-5-7 16,3-8 0-16,-1-5-4 15,2-14-77-15,3-11-63 16,0-20-113-16,8-8-821 0</inkml:trace>
  <inkml:trace contextRef="#ctx0" brushRef="#br0" timeOffset="34310.44">18872 1416 763 0,'0'0'341'16,"0"0"-214"-16,0 0 73 15,0 0-108-15,0 0-54 16,115-43-25-16,-108 41-2 16,-4 0 33-16,-3 1 114 15,0-2 69-15,-5 1-104 16,-15 0-30-16,-5 0-7 16,-4 2-12-16,-2 0-18 15,-2 0-29-15,1 4-17 0,3 9-4 16,0 4-6-16,7 4 1 15,2 0-1-15,9 4-1 16,4-1 0-16,7-2 1 16,0-5 0-16,21-2 0 15,10-5 9-15,4-1 1 16,3 3-9-16,1-1-1 16,-4 3 1-16,1 2-1 15,-5 4 0-15,-2 4 0 16,-5 0 0-16,-6 3-1 15,-7 1 1-15,-8-3 0 16,-3 1 13-16,0-1 45 16,-8-3 8-16,-9-4 7 0,-8-3-3 15,-2-2-22 1,-4-7-23-16,0-5-13 0,0-1-6 16,0 0-5-16,4 0-1 15,4 0-20-15,6-1-59 16,3-5-72-16,8 0-187 15,3 2-282-15,3-4-499 0</inkml:trace>
  <inkml:trace contextRef="#ctx0" brushRef="#br0" timeOffset="34657.29">20104 1369 1594 0,'0'0'497'0,"0"0"-403"16,0 0 46-16,0 0 52 15,0 0-63-15,-104 130-24 16,66-81-5-16,2-3-42 16,0-1-27-16,5-4-10 15,4-7-13-15,8-5-8 0,5-12 0 16,1-7-7-16,1-3-36 16,-1-7-38-16,-7 0-72 15,0 0-209-15,4-11-419 0</inkml:trace>
  <inkml:trace contextRef="#ctx0" brushRef="#br0" timeOffset="34881.03">19788 1453 1262 0,'0'0'203'0,"0"0"107"0,0 0-7 15,129 89-76-15,-91-55-56 16,-5-2-78-16,-2 2-64 16,-4-2-17-16,-2 2-11 15,-3-4-1-15,3-4-31 16,15-6-208-16,-5-8-320 16,-1-6-411-16</inkml:trace>
  <inkml:trace contextRef="#ctx0" brushRef="#br0" timeOffset="35315.04">20926 1407 1365 0,'0'0'266'0,"0"0"-181"16,0 0 152-16,0 0-78 15,-118 12-95-15,90 22-14 16,-1 10 59-16,7 5 17 16,8-1-26-16,9-4-35 15,5-2-30-15,12-8-13 0,21-8-1 16,9-8 0-1,10-12 6-15,4-6-5 0,-1-1-12 16,-6-19-2-16,-11-9-1 16,-9-3 5-16,-9-4-4 15,-13-6 38-15,-7 2 8 16,0-1-5-16,-13 6-19 16,-12 5-13-16,-8 7-17 15,-1 9-1-15,-1 7-18 16,-2 7-46-16,6 0-56 15,0 24-125-15,7 3-268 16,6 4-166-16</inkml:trace>
  <inkml:trace contextRef="#ctx0" brushRef="#br0" timeOffset="39183.83">21475 1416 1136 0,'0'0'176'0,"0"0"-70"16,0 0-27-16,0 0-60 16,0 0-19-16,0 0-1 15,0 0 1-15,53-11 5 16,-53 18 7-16,-15-3-12 15,1 1-3-15,2-3-656 0</inkml:trace>
  <inkml:trace contextRef="#ctx0" brushRef="#br0" timeOffset="39497.62">21451 1775 1470 0,'0'0'211'15,"0"0"-109"-15,0 0 201 0,0 0-121 16,-60 120-50-1,39-90-58-15,3-4-45 0,3-4-12 16,4-7-10-16,4-4-5 16,3-8-1-16,4-3-1 15,0 0-44-15,13-46-122 16,7 7-160-16,2-6-194 0</inkml:trace>
  <inkml:trace contextRef="#ctx0" brushRef="#br0" timeOffset="40037.37">21526 1453 1204 0,'0'0'210'0,"0"0"-108"15,0 0 64-15,0 0-99 16,0 0-47-16,0 0 27 15,0 0 45-15,87-48-16 16,-66 43-3-16,0-2-3 16,4 3-11-16,2 3-21 15,-2 1-16-15,-5 0-6 16,-5 0-10-16,-4 7-6 16,-4 12 0-16,-4 2 1 15,-3 6 11-15,0 3-2 16,0 4-1-16,-10-3-3 0,-5 4-4 15,-3 0 5 1,-2-3-6-16,0 3 1 0,2-5 12 16,2-6 6-16,3-6 9 15,4-4-4-15,2-5-11 16,5-6-8-16,2 1-5 16,0-4 1-16,0 2-1 15,0-2 1-15,0 3-1 16,0-2 0-16,9 2 20 15,11-2 40-15,5-1 6 16,6 0 4-16,3 0-7 16,1 0-26-16,-2-4-20 15,-6-2-10-15,-2 4-8 0,-4 2 0 16,-2 0 0 0,-3 0-1-16,1 0 0 0,-1-2-19 15,11-17-104-15,-8-3-355 16,2-3-534-16</inkml:trace>
  <inkml:trace contextRef="#ctx0" brushRef="#br0" timeOffset="40550.16">22400 1226 730 0,'0'0'230'0,"0"0"-126"16,0 0 191-16,0 0-170 16,0 0-83-16,0 0-27 15,0 0-9-15,96-5 4 16,-109 5 54-16,-18 0 67 15,-12 0-24-15,-3 5-9 16,1 2 9-16,3 5-4 16,4 2-19-16,11 4-25 15,7 3-29-15,7 2-21 16,11 1-9-16,2 2 1 0,0-4 7 16,13-1-7-16,9-4 12 15,5 0-11-15,2 0 4 16,2 2-5-16,0 3-1 15,-2 0 1-15,-5 0-1 16,-3 2 1-16,-9 0 0 16,-6 0 9-16,-6-2 61 15,0-4 11-15,0 0 4 16,-14-2-11-16,1-2-29 16,-3 0-23-16,-1-2-15 15,-4 4-8-15,-6 0-60 16,-22 12-172-16,5-3-373 15,-4-1-726-15</inkml:trace>
  <inkml:trace contextRef="#ctx0" brushRef="#br0" timeOffset="41352.28">17933 2382 447 0,'0'0'373'0,"0"0"-268"15,0 0 102-15,0 0 39 0,0 0-104 16,0 0-22-16,0 0-8 16,-9 0-33-16,45-2-18 15,13-8 27-15,15 3 35 16,15-5-6-16,8 7-45 15,10 1-26-15,22 0 2 16,22 2 4-16,21 0-17 16,8-2-9-16,-8 0-6 15,-6 0-9-15,-11-2-5 16,7 0 4-16,-5 1 3 16,-5 0-1-16,-3-3 5 0,-6 1-2 15,8 0-5 1,8-1-1-16,9-1-8 0,16-3 7 15,11 2-2-15,15 5-5 16,20-2 5-16,9 7 12 16,7 0 16-16,-8 0 34 15,-24 0-4-15,-27 0-7 16,-46 0-8-16,-38 0-25 16,-27 0-23-16,-20 0 1 15,1 0-1-15,-5 0 5 16,-6 0-4-16,-14 0 7 15,-11 0-8-15,-5 0 6 16,-6 0-7-16,0 0-6 0,-8 0-54 16,-65 4-122-1,-1 9-169-15,-8 0-368 0</inkml:trace>
  <inkml:trace contextRef="#ctx0" brushRef="#br0" timeOffset="41862.36">19329 2941 947 0,'0'0'483'0,"0"0"-416"16,0 0 131-16,0 0-39 15,0 0-76-15,0 0-31 16,-112 137 35-16,112-97 40 15,14-2-54-15,21-3 1 16,12-9 18-16,6-11-21 16,5-9-12-16,1-6-11 0,-11 0-26 15,-9-18-13 1,-13-6 5-16,-10-6 10 0,-12-6 38 16,-4 0-23-16,0-3-6 15,-23 4-11-15,-8 3-10 16,-7 6-1-16,-1 2-10 15,-4 5 1-15,3 7-2 16,7 5-1-16,6 7-23 16,12 0-82-16,7 9-95 15,8 20-161-15,12-2-225 16,10-3-414-16</inkml:trace>
  <inkml:trace contextRef="#ctx0" brushRef="#br0" timeOffset="42097.49">19803 3250 1587 0,'0'0'191'0,"0"0"103"16,0 0-24-16,0 0-84 16,0 132-66-16,-2-96-29 15,-5-1-34-15,-1-5-36 16,-4-2-11-16,3-2-2 15,1-6-7-15,1-4-1 16,0-6-36-16,5-6-89 16,2-8-75-16,9-19-164 15,8-3-700-15</inkml:trace>
  <inkml:trace contextRef="#ctx0" brushRef="#br0" timeOffset="43116.09">20153 2807 590 0,'0'0'215'0,"0"0"-68"16,0 0 38-16,0 0-102 0,0 0-51 15,0 0 56-15,0 0 41 16,0 0 2-16,0 0 25 15,0 0 14-15,0 0 53 16,0 0-42-16,0 0-56 16,0 0-70-16,0 0-31 15,0 0-11-15,0 0-3 16,0 0-2-16,0 0-7 16,0 0-1-16,0 0 8 15,0 0 7-15,0 0 1 16,0 0 3-16,0 0-5 15,0 0-7-15,0 0-7 16,0 0 0-16,0 0 0 0,0 0-5 16,0 0 5-16,0 0 15 15,0 0 15-15,3 0 11 16,-1 0-12-16,0-2-14 16,0 2-7-16,-2 0-8 15,0 0 0-15,0 0-1 16,0 0 0-16,0 0-7 15,0 0 7-15,0 0 0 16,0 0-1-16,0 0 1 16,0 0 0-16,0 0-6 15,0 0 5-15,0 0-10 16,0 8 1-16,0 10 11 16,-6 5 0-16,-5 4 0 15,-3 6 0-15,1 1 5 16,-1-2-5-16,3-5 0 0,3-2-1 15,2-5 1-15,4-8 0 16,0-7 0-16,2-2 0 16,0-1 0-16,0-2-1 15,7 0 1-15,17 0 8 16,7 0 4-16,10-7 7 16,1-3 8-16,0 3-15 15,-1 0-3-15,-6 3-9 16,-6 0 2-16,-4 3-1 15,-6-3-1-15,-2-1 0 16,-5 0 0-16,0-3-42 16,-1 0-37-16,-2-7-61 0,-2 0-106 15,-7-13-108-15,0 1-241 16,0 3-96-16</inkml:trace>
  <inkml:trace contextRef="#ctx0" brushRef="#br0" timeOffset="43351.28">20436 2757 1109 0,'0'0'572'0,"0"0"-77"16,0 0-197-16,0 0-194 16,0 0-68-16,0 0 90 15,21 116-11-15,-13-66-46 16,-1 2-21-16,-2-4-17 0,-5 1-16 16,0-8-9-1,0 2-4-15,0-5-1 0,0-6-1 16,0-2 1-16,0-8-1 15,0-6 0-15,0-4-52 16,0-8-36-16,0-4-2 16,13-1-82-16,7-17-338 15,0-5-457-15</inkml:trace>
  <inkml:trace contextRef="#ctx0" brushRef="#br0" timeOffset="43964.96">20818 2793 1185 0,'0'0'205'16,"0"0"-152"-16,0 0 40 15,122-41-34-15,-88 38-32 16,-10 3-21-16,-8 0-6 15,-7 0 0-15,-7 0-6 16,-2 0 6-16,0 0 68 16,-7 0 59-16,-10-2-51 15,-4-2 29-15,-1-1 15 16,0 2-16-16,-3 3-25 16,3 0-45-16,-1 0-24 15,2 0-9-15,0 14-1 0,1 4-5 16,0 6 5-16,2 2 15 15,3-1 2-15,1 2 3 16,6-3 2-16,3-3-7 16,5-8-14-16,0-2 5 15,5-5 0-15,17-4 4 16,4-2-3-16,8 0 1 16,0 0-7-16,-1 0-1 15,-2 0 0-15,0 0 0 16,-6 0-1-16,-1 0-4 15,-2 10 4-15,-3 8 0 16,-2 4 1-16,-3 3-6 16,-6 4 6-16,-3-3 1 15,-5-2 0-15,0-2 0 0,0-5 33 16,-2-2 55-16,-14-5 24 16,-2-6-30-16,-2-4-43 15,-4 0-19-15,-3 0-15 16,-2 0-5-16,0 0-1 15,2-2-45-15,-2 2-77 16,5 0-100-16,3 0-136 16,10 0-41-16,7 0-392 0</inkml:trace>
  <inkml:trace contextRef="#ctx0" brushRef="#br0" timeOffset="44604.15">21431 2692 481 0,'0'0'884'0,"0"0"-734"16,0 0-54-16,0 0-28 16,0 0-36-16,131-3-22 0,-104 3-1 15,-7 0-8-15,-9 0 0 16,-5 0 8-16,-6 0 70 16,0 0 75-16,0 0-43 15,-8 0-26-15,-10 0-54 16,-6 0-17-16,-3 0-13 15,-2 0-1-15,-4 2 2 16,-1 12-2-16,3 2 0 16,4 3 0-16,7 4 0 15,5-2 1-15,3 0-1 16,8-5 2-16,4-2 4 16,0-4-5-16,2-4 8 15,16 0 4-15,1-4-2 16,4 2-2-16,4 2-8 15,0-2 0-15,0 2 0 0,2 0 0 16,2 2 0-16,-2 4-1 16,0 2 0-16,-6 6 0 15,-2 4-2-15,-5 2-4 16,-10 3 6-16,-1-1-1 16,-5-5 1-16,0 0 25 15,0-7 16-15,0 0 7 16,0-4-1-16,-9 2-16 15,-5 0-16-15,-5 2-4 16,-6 2-11-16,-4 1-2 16,-4-2-114-16,-23 5-141 15,12-3-273-15,-1-6-902 0</inkml:trace>
  <inkml:trace contextRef="#ctx0" brushRef="#br0" timeOffset="45341.89">16916 4688 553 0,'0'0'594'0,"0"0"-282"16,0 0 24-16,0 0-34 15,0 0-54-15,0 0-56 16,0 0-11-16,-15 8-79 16,15-8-51-16,0 0-22 15,17 0-29-15,10 2 13 16,7 0-4-16,4-2-7 15,0 3-2-15,-5 0-43 16,-4-1-53-16,2 0-102 16,-6 0-278-16,-12 0-210 0</inkml:trace>
  <inkml:trace contextRef="#ctx0" brushRef="#br0" timeOffset="45534.13">16892 4930 1053 0,'0'0'511'16,"0"0"-407"-16,0 0 42 15,0 0-55-15,0 0 25 16,0 0 31-16,145 5-42 16,-96-5-55-16,0 0-43 15,9-5-7-15,-11-4-327 16,-14 1-985-16</inkml:trace>
  <inkml:trace contextRef="#ctx0" brushRef="#br0" timeOffset="56990.34">18713 4393 1054 0,'0'0'333'0,"0"0"-208"15,-63 113 82-15,38-45-62 16,0 6 4-16,11 2 29 15,12-8-61-15,2-11 1 16,27-15-30-16,22-19-29 16,16-14-24-16,3-9-1 15,7-20-3-15,-11-16-17 16,-9-8 11-16,-14-4 6 16,-17 2 21-16,-17-1 28 15,-7 3 12-15,-14 6-24 16,-24 8-27-16,-6 3 3 0,-9 9-25 15,-6 7-8-15,4 3-10 16,3 8-1-16,8 0-1 16,8 0-33-16,12 8-74 15,15 14-97-15,9-3-134 16,0-4-470-16</inkml:trace>
  <inkml:trace contextRef="#ctx0" brushRef="#br0" timeOffset="57224.36">19366 4821 1227 0,'0'0'666'16,"0"0"-520"-16,0 0 223 16,-31 126-166-16,18-78-72 0,2-2-49 15,2-2-45-15,-3-4-19 16,6-3-12-16,-3-5-5 15,0-5-1-15,2-3 0 16,-2-2-31-16,5-5-77 16,4-17-84-16,0 0-326 15,9-5-258-15</inkml:trace>
  <inkml:trace contextRef="#ctx0" brushRef="#br0" timeOffset="57659.55">19645 4528 120 0,'0'0'1365'0,"0"0"-1184"15,0 0 55-15,0 0-103 16,127-26-76-16,-105 40-47 15,-3 13 26-15,-9 10 66 16,-10 3 1-16,0 4-39 16,-6 2-11-16,-17 2-15 15,-6-1-18-15,-2-6-2 16,2-3-10-16,4-6-1 0,8-9-7 16,3-9 0-1,8-5 0-15,4-4 2 0,2-3-2 16,0 2 2-16,0-2 13 15,4 2 17-15,16-4 6 16,7 2 25-16,6-2 22 16,5 0-31-16,0 0-23 15,-3 0-21-15,0 0-10 16,-4 0-1-16,-5 0 0 16,1 0-25-16,-1 0-78 15,17 0-108-15,-9-6-105 16,-1-4-190-16</inkml:trace>
  <inkml:trace contextRef="#ctx0" brushRef="#br0" timeOffset="58006.02">20236 4521 196 0,'0'0'1414'16,"0"0"-1176"-16,0 0 61 15,0 0-136-15,115-7-82 16,-70 35-10-16,-7 8-19 16,-5 10 32-16,-8 4-22 15,-9 2-29-15,-9 0 12 0,-7-6-8 16,0-3-18-16,0-7-11 15,0-7 2-15,-5-4-9 16,5-7-1-16,0-5 0 16,0-8-27-16,0-1-18 15,0-4-23-15,0 0-32 16,5 0-75-16,1-12-204 16,-2-4-638-16</inkml:trace>
  <inkml:trace contextRef="#ctx0" brushRef="#br0" timeOffset="58200.26">20216 4796 2111 0,'0'0'297'15,"0"0"-96"-15,0 0-61 16,143-72-94-16,-91 62-34 15,0 4-12-15,6 6-58 16,-16 0-167-16,-8 0-506 0</inkml:trace>
  <inkml:trace contextRef="#ctx0" brushRef="#br0" timeOffset="58552.51">20996 4441 1714 0,'0'0'322'0,"0"0"-119"16,0 0-136-16,0 0 44 16,0 0 15-16,-20 107-8 15,4-65-27-15,3 0-41 16,0-3-35-16,1-5-7 15,8-9-1-15,2-5-7 16,2-6-2-16,0-3-7 16,13-8 9-16,13-3 0 15,3 0 15-15,7 0-12 0,-2 0-3 16,2 0 0-16,-1-6-7 16,-1-2 4-16,-3 0 1 15,-2 1-86-15,-4 0-94 16,-13 5-102-16,-7 2-213 15,-5 0-442-15</inkml:trace>
  <inkml:trace contextRef="#ctx0" brushRef="#br0" timeOffset="58785.88">21177 4525 2131 0,'0'0'373'16,"0"0"-184"-16,0 0-95 15,0 0-9-15,0 0 5 16,0 0-8-16,38 155 14 16,-36-99-12-16,0 0-47 15,2-3-23-15,0-7-8 16,4-10-6-16,-4-9 0 16,3-6-35-16,-1-8-77 15,5-13-53-15,1 0-84 16,-1 0-455-16</inkml:trace>
  <inkml:trace contextRef="#ctx0" brushRef="#br0" timeOffset="59227.17">21566 4475 675 0,'0'0'920'16,"0"0"-637"-16,0 0-39 15,0 0-78-15,0 0-86 0,0 0-35 16,114 31 4-1,-89-8 12-15,-3 8 12 0,-4 2-14 16,-2 8-11-16,-10 7-6 16,-6 2-7-16,0 5 22 15,0-6 19-15,0-1-31 16,-4-7-9-16,2-12-24 16,0-4-11-16,2-11-1 15,0-4-8-15,0-5-5 16,0 2-22-16,2-2-10 15,2 0-1-15,0-1-17 16,-2-4-22-16,3 0-25 16,2 0-12-16,4-16-133 15,-2-6-220-15,-3-2-404 0</inkml:trace>
  <inkml:trace contextRef="#ctx0" brushRef="#br0" timeOffset="59423.75">21499 4810 1126 0,'0'0'787'16,"0"0"-638"-16,0 0 47 15,0 0-128-15,156-64-48 16,-73 58-20-16,-14 2-241 0,-15 2-648 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1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14187,'0'0'0,"0"0"-1832,0 0-3401,0 0 3856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2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3609,'0'0'0,"0"0"-496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3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10882,'0'0'2533,"0"0"53,0 0 52,0 0-899,0 0-632,0 0-451,-1 16-263,-1 62 361,3 0 0,5 13-754,0 39 599,-1 608 1628,-6-448-2185,-1-286-759,-4-12 96,-3-23-350,-4-113-5526,13 71-1021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1 274 8634,'0'0'2344,"0"0"20,0 0-37,0 0-918,19-28-422,66-89-93,-76 106-722,1 1 0,0 0 0,1 0 0,0 1 0,0 0 0,1 1 0,0 0 0,0 1 0,1 1 1,0 0-1,0 0 0,11-2-172,1 2 191,0 1 0,1 1 0,-1 1 0,1 1 0,19 2-191,-28 1 36,-1 0-1,0 1 1,0 1-1,0 0 1,0 1-1,-1 1 0,0 1 1,0 0-1,0 1 1,0 0-1,-1 1 1,0 1-1,-1 0 1,0 1-1,-1 1 0,0 0 1,0 0-1,-1 1 1,7 11-36,-6-9 113,-2 2 1,1 0 0,-2 0-1,0 1 1,-1 0 0,-1 0-1,-1 1 1,0 0 0,-1 0-1,-1 1 1,-1-1 0,0 1 0,-2 0-1,0-1 1,-1 1 0,-1 0-1,0 1-113,-2-6 86,-1 0-1,0 0 1,-1-1-1,0 0 0,-1 0 1,-1 0-1,0 0 1,0-1-1,-2-1 0,1 1 1,-1-1-1,-1-1 1,0 1-1,0-2 1,-1 1-1,-1-2 0,1 1 1,-2-1-86,-14 9 67,-1 0 1,0-2 0,-1-1-1,-1-1 1,0-2 0,-1-1-1,-16 2-67,24-7-235,-1-2 0,1 0-1,-1-2 1,-8-1 235,31 0-43,1 0 0,0 0 1,-1 0-1,1 0 0,0 0 1,-1 0-1,1 0 0,0 0 1,-1 0-1,1 0 0,0 0 0,-1 0 1,1 0-1,0 0 0,0 0 1,-1 0-1,1 0 0,0-1 1,-1 1-1,1 0 0,0 0 1,0 0-1,-1-1 0,1 1 0,0 0 1,0 0-1,0-1 0,-1 1 1,1 0-1,0 0 0,0-1 1,0 1-1,0 0 0,0-1 0,-1 1 1,1 0-1,0 0 0,0-1 1,0 1-1,0 0 0,0-1 1,0 1-1,0 0 0,0-1 0,0 1 44,10-14-1954,17-1-1513,8 0-2902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4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 11602,'0'0'2489,"0"0"-711,0 0 656,0 0-1183,0 0-813,-21 27 121,5-6-391,3-6-27,0 1 0,2 0 0,0 0 0,1 1 0,0 1 1,2 0-1,0 0 0,1 0 0,1 1 0,0 0 0,2 2-141,-6 54 686,3 0-1,3 0 1,5 13-686,-1-66 23,1 0 0,2-1 1,0 1-1,1 0 0,1-1 0,1 0 1,1 0-1,1-1 0,1 0 1,0 0-1,2-1 0,0 0 0,1-1 1,1 0-1,1-1 0,0-1 0,1 0 1,1 0-24,24 22-1338,1-2-1,2-1 1339,-30-25-829,0-1 1,1 0-1,1-1 0,-1 0 0,1-1 0,0-1 0,1-1 0,13 4 829,-2-5-9950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8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328 218 11827,'0'0'2008,"0"0"-337,0 0 488,0 0-310,0 0-759,0 0-360,0 0-10,0 0-62,0-25 438,0 4-952,1 3-33,-2 1 0,1 0 0,-2 0 0,-2-9-111,4 22 4,-1 0 1,0 1 0,0-1 0,0 0 0,-1 1 0,1 0 0,-1-1-1,0 1 1,0 0 0,0 0 0,0 0 0,-1 0 0,1 0 0,-1 0 0,0 1-1,1-1 1,-1 1 0,0 0 0,-1 0 0,1 0 0,0 0 0,-4-1-5,0 1-6,-1 0 0,1 0 0,-1 1 0,0 0 0,0 1 0,1-1 0,-1 2 0,0-1 0,0 1 0,1 0 0,-1 1 0,1-1 1,-1 2-1,1-1 0,-1 1 0,1 0 0,0 0 0,1 1 0,-1 0 0,-3 3 6,2-1-8,0 0 0,0 0 1,1 0-1,0 1 0,0 1 0,1-1 0,-1 1 0,2 0 1,-1 0-1,1 1 0,1-1 0,-1 1 0,1 0 0,1 1 1,-3 8 7,1 16 2,1 1 0,1 1 0,2-1 0,1 0 1,2 0-1,2 0 0,1 0 0,1 0 1,2-1-1,2 0 0,1 0 0,11 23-2,-12-35-1,1 0 0,0-1 0,2 0 0,0-1-1,1-1 1,1 0 0,2 0 1,-10-11 0,0-1-1,1 0 1,0-1-1,0 0 1,0 0-1,1 0 1,-1-1-1,2 0 1,-1-1-1,0 0 1,1-1 0,0 0-1,-1 0 1,1-1-1,0 0 1,1-1-1,7 0 1,-7-1-171,1-1-1,-1 0 1,0-1 0,0 0-1,0-1 1,0 0 0,-1-1-1,1 0 1,-1-1-1,0 0 1,0 0 0,0-1-1,-1-1 1,3-2 171,41-27-3781,-5-1-2137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8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9074,'0'0'5610,"0"0"-2910,0 0-517,0 0-990,0 0-603,-1 22 138,-3 69 1482,7 80-2210,12 122 1039,5 53-96,-20-345-990,0-1 1,0 1-1,0 0 0,0 0 1,0 0-1,0-1 1,0 1-1,0 0 1,0 0-1,1 0 1,-1-1-1,0 1 0,0 0 1,1 0-1,-1-1 1,0 1-1,1 0 1,-1-1-1,1 1 1,-1-1-1,1 1 1,-1 0-1,1-1 0,-1 1 1,1-1-1,0 1 1,-1-1-1,1 1 1,0-1-1,-1 0 1,1 1-1,0-1 0,0 0 1,-1 0-1,1 1 1,0-1-1,0 0 1,-1 0-1,1 0 1,0 0-1,0 0 1,0 0-1,-1 0 0,1 0 1,0-1-1,0 1 1,-1 0-1,1 0 1,0 0-1,0-1 47,2 0-772,1-1 0,-1 0-1,1 0 1,-1 0 0,0-1-1,0 1 1,0-1 0,0 0 0,1-1 772,13-18-12375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9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13731,'0'0'2220,"0"0"-573,0 0 44,0 0-809,0 0-31,2 30 121,2 10-645,6 136 950,-10 410 13,1-585-1288,0 1 0,0-1 0,0 1 0,0-1 0,0 0 0,0 0 0,0 0 0,0 1 0,0-1 1,1 0-1,-1-1 0,0 1 0,1 0 0,-1 0 0,1 0 0,-1-1 0,1 1 0,-1-1 0,1 1 0,-1-1 0,1 0 0,-1 1 0,1-1 0,1 0-2,45 8 257,-46-8-238,21 1-55,0 0-1,0-2 0,0 0 0,0-2 0,0 0 0,-1-2 1,5-1 36,91-31-4465,-89 26-607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9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13531,'0'0'1811,"0"0"-33,0 0-305,15 25-110,40 68 93,-4 2 0,-5 3 0,25 75-1456,-55-116 416,-3 1 0,-1 0 0,1 51-416,-4 24 567,-7 23-567,-1-145-118,-2 0 1,1 1-1,-1-1 1,-1 0-1,0 0 0,0 0 1,-1 0-1,-1 0 1,0-1-1,0 0 0,-4 6 118,8-15-1631,2-4-2079,9-11-4200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39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13947,'0'0'2224,"0"0"-1311,0 0 863,0 0-400,0 0-776,0 0-255,192 58-249,-131-51-96,3 8-168,-16-2-1929,-21 2-2944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0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13451,'0'0'2040,"0"0"-879,0 0 911,0 0-1352,0 0-360,0 0-80,153 15-280,-28-27-576,-16-9-2416,-12 1-7251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0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15723,'0'0'2893,"0"0"-935,0 0-194,0 0-490,7 22-387,28 107 425,-4 1 0,1 50-1312,-11 138 283,-13-151-393,-7-150-12,3 36-290,-4-50 277,1 0-1,-1 0 1,1 0 0,0-1-1,0 1 1,0 0-1,0-1 1,0 1 0,0 0-1,1-1 1,-1 0-1,1 1 1,0-1 0,1 2 135,-3-4-33,0 0 0,1 0 0,-1 0 0,0 1 1,0-1-1,1 0 0,-1 0 0,0 0 0,1 0 0,-1 0 1,0 0-1,1 0 0,-1 0 0,0 0 0,1 0 0,-1 0 1,0 0-1,1 0 0,-1 0 0,0 0 0,0 0 0,1 0 1,-1 0-1,0 0 0,1 0 0,-1 0 0,0-1 1,0 1-1,1 0 0,-1 0 0,0 0 0,0-1 0,1 1 1,-1 0-1,0 0 0,0 0 0,0-1 0,1 1 0,-1 0 1,0-1-1,0 1 0,0 0 0,0 0 0,0-1 1,1 1-1,-1 0 0,0-1 0,0 1 0,0 0 0,0-1 1,0 1-1,0 0 0,0-1 0,0 1 0,0 0 0,0 0 1,0-1-1,-1 1 33,3-28-1214,-2 25 916,0-54-4229,0-10-3515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0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1 198 8386,'0'0'2603,"25"-24"-232,-1 0-1637,-11 9-346,1 1-1,1 0 1,0 1 0,1 0-1,0 2 1,1-1 0,0 2-1,1 1 1,0 0 0,3 0-388,-8 4 202,0 1 0,0 1 0,1 0 1,-1 1-1,1 0 0,-1 1 1,1 1-1,0 0 0,-1 1 1,1 0-1,-1 1 0,1 1 1,-1 0-203,-6-1 44,0 0 1,0 1-1,0 0 1,0 0-1,0 1 1,-1 0-1,0 0 1,1 0-1,-2 1 1,1 0-1,0 0 1,-1 0-1,0 1 1,0 0-1,-1 0 1,0 0 0,0 1-1,0-1 1,-1 1-1,0 0 1,0 0-1,-1 0 1,2 6-45,-1-2 93,-1 0 1,0 0 0,0 0 0,-1 0-1,-1 0 1,0 1 0,0-1-1,-1 0 1,-1 0 0,0 0 0,0 0-1,-1 0 1,-1-1 0,0 1-1,0-1 1,-1 0 0,0 1-94,-6 5 153,0 0 0,0-1 1,-2 0-1,0-1 0,0-1 0,-1 0 1,-1-1-1,0 0 0,-10 5-153,-15 9 271,-1-1 0,-28 12-271,51-29-19,0 0-1,-1-2 1,0 0-1,0-1 1,0 0-1,-1-2 1,-15 1 19,34-4-53,1 1 0,-1-1 0,1 0 1,-1 0-1,0 0 0,1 0 0,-1 0 0,0 0 1,1 0-1,-1 0 0,1 0 0,-1 0 0,0 0 1,1 0-1,-1 0 0,0-1 0,1 1 0,-1 0 1,1 0-1,-1-1 0,1 1 0,-1 0 0,1-1 1,-1 1-1,1-1 0,-1 1 0,1-1 1,-1 1-1,1-1 0,0 1 0,-1-1 0,1 1 53,9-18-1327,29-15-2196,3 8-2121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1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 6433,'0'0'5184,"0"0"-2169,0 0 341,0 0-1234,0 0-879,0 0-677,-17 15-275,6-7-196,1 1 1,0 1-1,1 0 0,0 0 1,1 1-1,0 0 0,0 0 0,1 1 1,1 0-1,0 0 0,0 1 1,2 0-1,-4 12-95,-5 36 319,4 1-1,2 0 1,2 0 0,4 1 0,3 18-319,-2-68 10,2-1 0,-1 1 0,1-1 0,1 0 0,1 0 0,-1 0 0,2 0 0,-1-1 0,2 0 0,0 0 0,0 0 0,1-1 0,0 1 0,4 2-10,0-1-250,0 0 0,2-2 0,-1 1 1,1-2-1,1 1 0,0-2 0,0 0 0,0 0 1,1-2-1,10 4 250,30 9-2746,-9-5-2246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2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12395,'0'0'2831,"0"0"47,0 0-352,0 0-915,0 0-582,0 0-443,-4 5-276,2-2-268,0 0 0,0 0 0,1 0-1,-1 0 1,1 0 0,0 1 0,0-1-1,0 1 1,0-1 0,1 0 0,-1 1-1,1-1 1,0 1 0,0 1-42,7 59 443,-1-25-221,2 116 924,-9 89-1146,0-87 225,1-155-220,1-1 0,-1 1-1,1-1 1,-1 0 0,1 1 0,0-1 0,0 0-1,0 0 1,0 1 0,0-1 0,0 0 0,0 0-1,0 0 1,0 0 0,0 0 0,1-1 0,-1 1-1,0 0 1,1 0 0,-1-1 0,0 1-1,1-1 1,-1 0 0,1 1 0,-1-1 0,1 0-1,-1 0 1,1 0 0,-1 1 0,1-2 0,-1 1-1,1 0-4,63-1 261,-51 0-206,2 0-12,0-2-1,0 0 0,0-1 0,0-1 1,11-4-43,58-16-1364,2 5-2365,-50 8-2158,-6 2-5880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2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17652,'0'0'3040,"0"0"-1015,0 0-417,0 0-1064,0 0 0,39 187 353,-25-94-313,-3-3 152,0-7-520,-3-11-64,3-14-144,-2-13 40,-4-15-48,1-12-200,2-11-568,12-7-504,2 0-145,0 0-2320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1 14403,'0'0'2062,"-24"4"-271,9-2-1447,5-1-197,1 0 0,0 0 0,-1 1 0,1 1 0,0-1 0,0 1 0,0 1-1,1 0 1,-1 0 0,1 1 0,0 0 0,0 0 0,1 1 0,-1 0 0,1 0 0,0 1 0,-2 3-147,-4 8 216,0 2-1,1 0 1,1 0 0,1 1-1,1 0 1,1 1 0,0 0-1,-2 16-215,3-4 271,2 0 0,0 0 0,3 1-1,1-1 1,2 20-271,0-43 66,0-1-1,0 1 1,1-1-1,0 0 1,1 0-1,0 0 1,1 0-1,0 0 1,1-1-1,0 1 1,0-1-1,1 0 1,0-1-1,0 1 1,1-1-1,0-1 1,1 1-1,0-1-65,2 1 29,1 0 0,0-1 0,1 0 0,0-1 0,0 0 0,0-1 1,1 0-1,0-1 0,-1-1 0,2 0 0,-1 0 0,0-2 0,0 1 0,1-2-29,13 2-576,0-1 0,0-1 0,-1-2 0,1 0 0,0-2 0,-1-1 0,0-2 0,1 0 576,30-15-5784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3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11811,'0'0'1600,"0"0"-176,78 140 1681,-28-30-793,-8 1-671,-8 11-209,-18 1-472,-13-28-360,-3 5-400,0-17-152,-14-10-48,-8-13-128,-9 2-688,6-17-1632,3-12-4666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4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0 744,'0'0'11332,"0"0"-6346,0 0-3292,0 0-810,2 29-33,22 145 1876,11 12-2727,74 441 1531,-106-616-2071,-1-14-668,1-21-862,-2 3 582,-5-66-5654,-9 34 1314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4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1 323 7538,'0'0'4253,"11"-21"-2725,-5 10-1387,4-8 93,0 0 0,1 1 0,1 1 0,1 0 0,0 0 0,1 2 0,1 0 1,3-2-235,2 1 350,1 1 0,0 0 0,0 2 0,2 1 1,0 1-1,0 0 0,1 2 0,0 1 0,0 1 0,1 0 1,0 2-1,22-1-350,-40 5 41,-1 1 0,1 0 0,-1 0 1,0 1-1,1-1 0,-1 1 0,0 1 0,1-1 1,-1 1-1,0 0 0,0 1 0,-1-1 0,1 1 1,0 1-1,-1-1 0,1 1 0,-1-1 0,0 1 1,-1 1-1,4 3-41,-1 0 41,-1 1 1,0 0-1,-1 0 1,0 1-1,0-1 1,-1 1-1,0 0 1,-1 0-1,0 1 1,-1-1-1,0 1 0,0 1-41,1 8 147,-1-1 0,-1 1-1,0-1 1,-2 1-1,0 0 1,-1-1-1,-1 1 1,-1-1-1,-4 12-146,3-17 120,0 0 0,-1-1 0,-1 1 0,0-1 0,-1-1 0,-1 1 0,0-1 0,0-1 0,-1 0 0,0 0 0,-1-1-1,0 0 1,-1-1-120,-2 1 74,0 0 0,0-1 0,-1 0 0,0-1 0,-1-1 0,1-1 0,-1 0 0,0-1 0,-1 0 0,0-2 0,1 0 0,-1-1 0,0 0-1,0-1 1,0-1 0,-14-2-74,28 1-14,-1 0-1,1 0 0,0-1 1,0 1-1,0 0 0,-1-1 1,1 0-1,1 0 0,-1 0 1,0 0-1,0 0 1,1-1-1,0 1 0,-1-1 1,1 0-1,0 1 0,-1-2 15,2 2-159,0 0-1,0 1 1,0-1-1,0 0 1,0 0-1,0 0 1,0 0-1,1 0 1,-1 0-1,1 0 1,-1 0-1,1 0 0,0 0 1,0-1-1,0 1 1,0 0-1,0 0 1,0 0-1,0 0 1,1 0-1,-1 0 1,1 0-1,0 0 1,0 0-1,-1 0 1,1 0-1,1 0 1,0-1 159,14-8-4999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7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 9762,'0'0'2443,"0"0"-1112,0 0-60,-8 23 383,-10 39-639,2 1 1,3 0 0,3 0-1,1 15-1015,0 69 1246,5 1-1,9 28-1245,-4-165 17,0 1 0,1-1 0,1 1 0,0-1 0,2 8-17,-4-16-8,0 0 1,1 0-1,-1-1 0,0 1 0,1 0 0,0 0 1,-1-1-1,1 1 0,0-1 0,0 1 0,1-1 1,-1 0-1,0 0 0,1 0 0,0 0 0,-1 0 1,1 0-1,0-1 0,0 1 0,0-1 0,0 0 1,1 0 7,5 1-507,1-1 1,-1-1-1,1 0 1,-1 0 0,0-1-1,1 0 1,2-1 506,26-12-5436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46 9282,'0'0'2231,"0"0"-567,0 0 209,0 0-277,0 0-636,-25-8-395,-80-25-101,102 32-446,1 0-1,-1 0 1,1 1 0,-1-1 0,1 1 0,-1 0 0,0 0 0,1 0-1,-1 0 1,0 0 0,1 1 0,-1-1 0,1 1 0,-1-1 0,1 1 0,-1 0-1,1 0 1,-1 0 0,1 0 0,0 1 0,-1-1 0,1 1 0,0-1 0,0 1-1,0 0 1,0 0 0,1 0 0,-1 0 0,0 0 0,1 0 0,0 0 0,-1 1-1,1-1 1,-1 2-18,-5 7 126,-11 18 141,2 0-1,0 1 1,2 0-1,1 2 1,1-1-1,2 1 1,2 1-1,0 0 1,3 0-1,0 1 1,2-1-1,2 1 1,2 32-267,0-59 2,0 0 1,0-1 0,1 1-1,0-1 1,0 1-1,0-1 1,1 0-1,0 0 1,0 0-1,1 0 1,-1-1 0,1 1-1,1-1 1,-1 0-1,1 0 1,0-1-1,4 4-2,0-1 33,1-1-1,0 0 1,0-1-1,0 0 0,1 0 1,-1-2-1,1 1 1,0-1-1,0 0 0,4-1-32,7 1-461,0-1-1,-1 0 0,1-2 0,0-1 1,0-1-1,0 0 0,-1-2 0,0 0 0,1-2 1,17-6 461,16-15-4732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8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12379,'0'0'2424,"0"0"-311,0 0-377,186 137 344,-116-1-671,-20 39-561,-17-10-232,-24-35-112,-9-45-248,0-32-200,0 2-56,-3 0-96,-14 15-512,3-22-1368,-5-13-3410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49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0 261 5617,'0'0'1130,"0"0"-281,0 0 1032,0 0 150,0 0-819,0 0-592,3 0-130,72 7 1156,0-3 0,59-5-1646,41 1 559,537 17 92,-339-3-529,12 0 81,684-28 73,-67-36-239,-663 29-27,-207 8 3,128-31-13,4-1-4,66 15-53,100 14 57,-316 13-3,371-33 1841,-165 8-848,-260 20-759,-22 2-1450,-11 4-2810,-23 2-2013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0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12659,'0'0'3490,"0"0"-2235,0 0-534,6 35 549,49 249 1304,-32-176-1635,24 108 330,36 91-1269,-75-285-155,-4-14-786,-3-10-2470,-9-25-1945,-14-13-4629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13051,'0'0'1739,"28"-19"-116,-1-1-1090,-10 7-217,0 0-1,1 1 0,0 1 1,1 0-1,0 2 0,1 0 1,0 1-1,0 1 0,16-2-315,-21 5 149,0 1 0,1 1-1,0 1 1,-1 0 0,1 1 0,0 1-1,0 1 1,14 2-149,-23-2 44,1 0 1,-1 1-1,0 0 0,0 0 1,0 0-1,-1 1 0,1 0 0,-1 1 1,0-1-1,0 1 0,0 0 0,0 0 1,-1 1-1,0 0 0,0 0 1,-1 0-1,0 1 0,0-1 0,0 2-44,3 6 108,0 1-1,-1-1 1,-1 1 0,-1 1-1,0-1 1,-1 0-1,0 1 1,-1 0-1,-1 0 1,-1 0-1,0 0 1,-1-1-1,-1 1 1,0 0 0,-1-1-1,-1 1 1,0-1-1,-1 0 1,-1 0-1,0 0 1,-1-1-1,-1 0 1,0-1-1,-1 1 1,0-2 0,-1 1-1,0-1 1,-12 10-108,6-8 50,0-2 0,-1 1 1,0-2-1,-1 0 1,-1-1-1,1-1 0,-2-1 1,1-1-1,-1 0 1,0-1-1,0-2 0,-1 0 1,1-1-1,-13 0-50,33-3-52,-1 1 0,0-1 0,0 0 0,0 0 0,0 0-1,0 0 1,0 0 0,0 0 0,0 0 0,0 0 0,1-1 0,-1 1 0,0 0-1,0 0 1,0-1 0,0 1 0,0 0 0,1-1 0,-1 1 0,0-1 0,0 1-1,1-1 1,-1 0 0,0 1 0,1-1 0,-1 0 0,1 1 0,-1-2 52,1 1-81,0 0 1,0 0-1,0 0 1,1 0 0,-1-1-1,0 1 1,1 0-1,-1 0 1,1 0 0,-1 0-1,1 0 1,0 0-1,-1 0 1,1 0-1,0 0 1,0 0 0,0 0-1,0 0 81,45-35-3777,-3 11-1580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0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14779,'0'0'2385,"0"0"-1233,0 0 728,-33 183-383,19-95-657,3 2-32,5-13-304,4-11-320,2-19-112,0-14-72,2-13 0,23-13-264,37-7-416,-7-7-1208,1-11-4074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1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12043,'0'0'3000,"0"0"-722,0 0-799,0 0-772,0 0 209,0 27 132,-8 224 1059,2 80-1510,12-329-548,0-1 0,1 1 0,-1-1 0,0-1 0,1 1 0,-1-1 1,3 0-50,42 0 127,24 1-1129,35-7 1002,-83 3-1703,-1-1-1,0-1 0,14-6 1704,3-3-4730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1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11618,'0'0'2833,"0"0"-2097,0 0 176,0 0 681,108 178-345,-77-95-208,-9 4-128,-11 6-127,-11-5-337,0-8-168,-2-10-144,-21-10-32,-2-12-96,-3-8-8,3-3-984,6-9-1313,8-13-4064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1 824,'0'0'14731,"0"0"-12474,0 0-993,0 0 128,0 0-952,0 0-79,186 17-233,-114-12-16,-5 3-112,-8-1 8,-9-2-8,-8 3-328,-6-1-1553,-11-2-2760,-14-2-4361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28:52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12171,'0'0'1752,"0"0"-832,0 0 1297,148 10-1273,-79-10-480,9-10-456,25-10-8,-16 5-1384,-15 3-3249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2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12099,'0'0'1361,"0"0"-594,-5 33 128,-14 115-370,19-133-372,0 1 0,0 0-1,2 0 1,0-1-1,1 1 1,0-1 0,1 0-1,1 1 1,1-2-1,0 1 1,1-1 0,0 0-1,1 0 1,0-1-1,1 0 1,1 0 0,0-1-1,1-1 1,0 0-1,1 0 1,9 6-153,-13-10 95,1-1 0,0 0 1,1 0-1,-1 0 0,1-1 0,0-1 0,0 0 0,1 0 1,-1-1-1,1 0 0,0-1 0,0 0 0,0-1 1,0 0-1,0-1 0,0 0 0,0-1 0,0 0 0,0-1 1,0 0-1,0 0 0,-1-1 0,10-4-95,-11 3 76,0 0-1,0 0 1,-1-1-1,0 0 1,0-1-1,0 1 1,0-2 0,-1 1-1,0-1 1,-1 0-1,1 0 1,-1-1-1,0 0 1,-1 0-1,0 0 1,-1-1-1,1 0 1,-2 1 0,1-1-1,-1-1 1,0 1-1,-1-1 1,0 1-1,-1-1 1,0 1-1,0-1 1,-1 0-76,-1 3 88,0 1 0,0 0-1,-1 0 1,1 0 0,-1 0 0,-1 0 0,1 0 0,-1 0 0,0 1-1,0-1 1,-1 1 0,0 0 0,0 0 0,0 0 0,0 0-1,-1 1 1,1 0 0,-1 0 0,0 0 0,-1 0 0,1 1-1,-1 0 1,-2-1-88,-21-11 175,-1 1 0,-1 2 0,0 0-1,-2 3-174,12 2 66,-3-1-108,0 1 1,-1 1 0,0 1 0,0 1 0,-1 2 0,-11 0 41,36 2-52,1 0-1,-1-1 1,0 1 0,1 0 0,-1 0-1,0 0 1,1 0 0,-1 0 0,0 0-1,1 0 1,-1 0 0,0 1 0,1-1-1,-1 0 1,0 0 0,1 0 0,-1 1 0,0-1-1,1 0 1,-1 1 0,1-1 0,-1 1-1,1-1 1,-1 0 0,1 1 0,-1-1-1,1 1 1,-1 0 0,1-1 0,0 1-1,-1-1 1,1 1 0,0-1 0,-1 1-1,1 0 1,0-1 0,0 1 0,0 0 0,-1-1-1,1 1 1,0 0 0,0-1 0,0 1-1,0 0 1,0-1 0,0 1 0,1 0-1,-1-1 1,0 1 0,0 0 0,0-1-1,1 1 1,-1 0 0,0-1 0,1 1-1,-1-1 1,0 1 0,1 0 0,-1-1-1,1 1 1,-1-1 52,2 3-637,0 0 0,0 0-1,0 0 1,1 0 0,-1 0-1,1-1 1,0 1 0,-1-1 0,1 0-1,0 0 1,3 1 637,34 9-9925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0 8010,'0'0'2632,"0"0"-1015,0 0-641,0 0-544,0 0 352,0 0 792,-22 161 113,5-109-473,1-4-752,-1-3-192,3-8-200,3-9-32,0-10-40,0-18-416,2 0-1616,4-10-3457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6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2761,'0'0'7796,"0"0"-5285,0 0-1459,29-14-33,96-41-564,-118 52-445,0 1 1,1-1-1,-1 2 1,1-1-1,-1 1 1,1 0-1,0 1 1,-1-1-1,1 1 1,0 1-11,-5-1-2,1 1 0,-1 0 1,0-1-1,0 1 0,0 0 0,0 0 1,0 1-1,0-1 0,0 1 0,-1-1 1,1 1-1,0 0 0,-1 0 0,0 0 1,1 0-1,1 3 2,-2-2 24,0 1 0,0 0 0,-1 0 0,1-1 0,-1 1-1,0 0 1,0 0 0,0 0 0,0 0 0,-1 0 0,0 1 0,0-1 0,0 0 0,0 0 0,-1 0 0,1 0 0,-1 0 0,0 0-1,0 0 1,-1 0 0,1 0 0,-1 0 0,0-1 0,0 1 0,0-1 0,0 1 0,-2 1-24,-7 9 202,0-1 1,-1 0-1,-1-1 1,0 0-1,0-1 0,-1-1 1,-1 1-203,-49 39 415,94-54-87,-9-2-193,1 2 0,0 0 0,0 2-1,1 0 1,-1 1 0,0 2 0,12 1-135,-27-1 9,1 0-1,-1 0 1,1 1 0,-1 0-1,0 1 1,1 0 0,-1 0-1,-1 0 1,1 1 0,0 0-1,-1 0 1,0 0 0,0 1-1,0 0 1,-1 0 0,1 1-1,-1 0 1,0 0 0,-1 0-1,0 0 1,0 1 0,0-1-1,2 7-8,-3-6 26,-1-1 1,0 1-1,-1 0 0,0 0 1,0-1-1,0 1 0,0 0 1,-1 0-1,-1 0 0,1 0 1,-1 0-1,0 0 0,-1 0 0,1 0 1,-1-1-1,-1 1 0,1-1 1,-1 1-1,0-1 0,-1 0 1,1 0-1,-1 0 0,-1-1 0,1 1 1,-1-1-1,1 0 0,-3 1-26,-7 7 78,-1 0-1,-1 0 1,0-1 0,0-1-1,-1-1 1,-1-1-1,0 0 1,0-1-1,-1-1-77,19-7 0,-51 14-544,50-13 506,-1-1 0,1 1 1,0-1-1,0 0 0,0 0 0,0 1 0,-1-1 0,1 0 0,0 0 1,0 0-1,0 0 0,-1-1 0,1 1 0,0 0 0,0 0 0,0-1 1,0 1-1,-1-1 0,1 1 0,0-1 0,0 1 0,0-1 0,0 0 0,0 1 1,0-1-1,0 0 0,1 0 0,-1 0 0,0 0 0,0 0 0,1 0 1,-1 0-1,0 0 0,1 0 0,-1 0 0,1 0 0,-1 0 0,1-1 38,0-30-2608,5-7-2002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699 0 15755,'0'0'2105,"0"0"-921,0 0 736,-133 158-687,85-95-321,-5-1-80,-2-4-448,-1-5-40,-2-8-232,-1-8-48,6-4-64,3-8-8,3-10-488,8-15-648,8 0-1121,15-25-4064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14123,'0'0'2160,"0"0"513,0 0-889,137 140-343,-90-82-473,3-5-464,-3-6-288,1-2-208,-4-10 40,-2-5-48,-3-10-448,17-20-840,-12 0-1737,-5-10-4457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0 7194,'0'0'7036,"0"0"-4768,0 0-1365,-17 28 281,1-2-876,7-14-190,1 1 1,0 0 0,1 0-1,0 1 1,1 0 0,1 0-1,0 1 1,1-1-1,1 1 1,0 0 0,1 0-1,0 11-118,0 2 277,1 0-1,2 0 0,1 1 0,1-1 0,2 0 1,1 4-277,-4-26 19,0 1 0,0-1 0,1 1 0,-1-1-1,1 0 1,1 0 0,-1 0 0,1-1 0,0 1 0,0-1 0,1 0 0,-1 0 0,1 0 0,0-1 0,1 1 0,-1-1 0,1-1 0,0 1 0,0-1 0,0 0 0,0 0 0,0-1 0,1 0 0,-1 0 0,1 0 0,-1-1 0,1 0 0,2 0-19,2 0 10,-1 0-1,0-1 1,0 0 0,1-1 0,-1 0 0,0-1-1,0 0 1,0 0 0,0-1 0,-1 0-1,1-1 1,-1 0 0,0-1 0,0 0 0,0 0-1,0-1 1,6-6-10,-9 6 16,0 0 1,0 0-1,0-1 0,-1 0 1,0 0-1,-1 0 0,1 0 0,-1-1 1,-1 0-1,0 0 0,0 0 0,0 0 1,-1-1-1,0 1 0,-1 0 1,0-1-1,0 0 0,-1 1 0,0-1 1,0 1-1,-2-6-16,0 4 67,0 0 0,-1 0 1,-1 0-1,0 1 0,0-1 1,-1 1-1,0 0 0,0 0 0,-1 1 1,-1 0-1,1 0 0,-1 0 1,0 1-1,-2-1-67,-1-2 83,-2 0 1,1 0-1,-2 1 1,1 1-1,-1 0 1,0 1 0,-1 0-1,1 1 1,-8-2-84,20 7-21,-1 1 0,1-1 0,0 1 0,-1-1 0,1 1 0,0-1 1,-1 1-1,1 0 0,-1-1 0,1 1 0,-1 0 0,1 0 0,-1 0 1,1 0-1,0 1 0,-1-1 0,1 0 0,-1 0 0,1 1 0,-1-1 1,1 1-1,0 0 0,-1-1 0,1 1 0,0 0 0,-1 0 21,1 2-279,0-1-1,0 1 0,0 0 1,1-1-1,-1 1 1,1 0-1,0 0 0,-1-1 1,1 1-1,0 0 0,1 0 1,-1 0 279,0 1-505,0 22-5204</inkml:trace>
  <inkml:trace contextRef="#ctx0" brushRef="#br0" timeOffset="1">926 556 13475,'0'0'3105,"0"0"-745,0 0-207,0 0-1345,-48 148-576,43-118-80,5-2-144,-3-3-16,0-5-632,0-13-873,1-7-3080,2 0-5553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7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16436,'0'0'1916,"0"0"-714,0 0-281,0 0-422,0 0 104,-4 30-15,-15 97-256,17-119-309,1 1 0,0-1 1,1 1-1,0 0 0,0 0 0,1-1 1,0 1-1,0 0 0,1-1 0,0 1 1,0-1-1,1 1 0,0-1 0,1 0 1,0-1-1,1 3-23,0-4 9,1 0 1,-1-1-1,1 0 0,0 0 1,0 0-1,0-1 0,1 0 1,0 0-1,0 0 0,0-1 1,0 0-1,0-1 0,0 1 1,1-2-1,3 2-9,6 1-54,0-1 0,1 0 1,-1-1-1,1-1 0,-1 0 0,1-2 0,-1 0 1,2-1 53,-9 1-392,0-2 0,-1 1 0,1-1 1,-1-1-1,1 0 0,3-2 392,-5 2-827,0-1 0,-1 0 1,1-1-1,-1 1 0,0-2 0,-1 1 0,4-5 827,20-29-6318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8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10242,'0'0'5649,"0"0"-2624,0 0-1193,0 0-1159,0 0 63,-8 135 280,8-57-80,0 4-304,0 1-288,0-8-208,0-7-128,3-11-16,0-9-384,-3-11-576,0-9-544,-17-13-1329,-8-10-4200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8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1004 11210,'0'0'1781,"0"0"-598,0 0 378,0 0-171,32-10-519,0 0-659,18-6 180,0 2-1,1 2 1,20-1-392,190-23 968,498-79-78,1512-315 869,-1686 313-1691,314-67-23,-861 177-25,-25 6 15,1-1 1,-1-1-1,0-1 1,0 1-1,-1-2 1,1 0-1,6-4-35,-19 9-1,1 0 1,-1 0-1,0 0 0,0 0 1,0 0-1,0 0 0,0 0 0,0 0 1,0 0-1,0 0 0,0-1 1,0 1-1,1 0 0,-1 0 1,0 0-1,0 0 0,0 0 0,0 0 1,0 0-1,0 0 0,0 0 1,0 0-1,0 0 0,0-1 1,0 1-1,0 0 0,0 0 1,0 0-1,0 0 0,0 0 0,0 0 1,0 0-1,0 0 0,0-1 1,0 1-1,0 0 0,0 0 1,0 0-1,0 0 0,0 0 0,0 0 1,0 0-1,0 0 0,0 0 1,0 0-1,0-1 0,0 1 1,-1 0-1,1 0 0,0 0 1,0 0-1,0 0 0,0 0 0,0 0 1,0 0-1,0 0 0,0 0 1,0 0-1,0 0 0,-1 0 1,1 0-1,0 0 0,0 0 1,0 0-1,0 0 0,0 0 0,0 0 1,-13-3-915,-14 2-2283,-12 1-3252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8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 4585,'0'0'8094,"0"0"-4959,-29 24-1324,-88 80-255,111-98-1455,0-1-1,1 1 1,-1 1-1,2-1 1,-1 0-1,1 1 1,0 0-1,0 0 1,1 1-1,0-1 1,0 1-1,0-1 1,1 1-1,1 0 1,-1 0-1,1 0 1,1 0-1,-1 0 1,1 0-1,1 0 1,-1 0-1,1 0 1,2 6-101,-2-10 52,0 1 0,0-1 0,0 0 0,0 1 0,1-1 0,0 0 1,0 0-1,0 0 0,0 0 0,1 0 0,-1 0 0,1-1 0,0 1 1,0-1-1,0 0 0,1 0 0,-1 0 0,1 0 0,1 1-52,2-1 37,0 1-1,1-1 0,-1 0 1,1 0-1,-1-1 0,1 0 1,0 0-1,0-1 0,0 0 1,-1 0-1,2-1-36,3 0 22,1 0 0,-1-1 0,0 0 0,1-1 0,-1 0 0,0-1 0,0 0 0,0-1 0,-1-1 0,1 0-1,-1 0 1,0-1 0,-1 0 0,6-4-22,-12 6 22,1 0-1,-1 0 1,0 0-1,0-1 1,-1 0-1,1 1 0,-1-1 1,0 0-1,0-1 1,0 1-1,-1 0 1,0-1-1,0 0 1,-1 1-1,1-1 0,-1 0 1,0 0-1,-1 0 1,1 0-1,-1 0 1,0 1-1,-1-1 1,0 0-1,0 0 0,0 0 1,0 0-1,-1 1 1,0-1-1,0 1 1,0-1-1,-1 1 1,0 0-1,0 0 0,0 0 1,-1 0-1,0 1 1,-3-4-22,-6-3-36,-2 0 1,1 1 0,-1 1-1,0 1 1,-1 0 0,0 1-1,0 0 1,-1 1 0,0 1-1,0 1 1,0 0 0,-10 0 35,24 4-1663,4 0-2734,6 0-3797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12051,'0'0'1632,"0"0"-248,0 0 2945,-9 170-2817,1-125-679,-1-2-553,7-8-88,-1-3-192,3-12-424,8-20-1489,15 0-3256,2-12-5753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09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13435,'0'0'2484,"0"0"-786,0 0-623,0 0-284,0 0 32,-7 25-267,-21 84-235,25-97-213,0 0 0,1 0-1,1 1 1,0-1 0,0 1 0,2 7-108,0 4 293,-1-22-263,0 1-1,0 0 0,1-1 0,-1 1 0,1-1 0,0 1 1,0-1-1,0 1 0,0-1 0,0 0 0,0 0 0,1 1 1,-1-1-1,1 0 0,0 0 0,-1 0 0,1 0 0,0-1 1,0 1-1,0 0 0,0-1 0,1 1 0,-1-1 0,0 0 1,0 0-1,1 0 0,-1 0 0,1 0 0,-1-1 0,1 1 1,1 0-30,11 2 56,1-1 1,-1 0 0,0-1 0,16-1-57,-24 0 5,4-1-65,1 0 1,-1-1 0,1 0 0,-1 0-1,0-2 1,1 1 0,-2-1 0,1-1-1,0 0 1,6-5 59,-11 8-98,-1-1 1,0-1-1,0 1 0,0-1 1,-1 0-1,1 0 0,-1 0 1,0-1-1,0 1 1,-1-1-1,1 0 0,-1 0 1,0 0-1,0-1 0,-1 1 1,0-1-1,0 1 0,0-1 1,0 0-1,-1 0 0,0-4 98,1-2 96,-2 0-1,1 0 0,-2 0 0,0-1 0,0 1 0,-1 0 0,0 1 0,-1-1 1,-1 0-1,0 1 0,0-1 0,-3-3-95,2 11 1723,5 14-1448,4 14-379,17 49 639,-6-26-273,-3 0-1,-1 1 0,-2 1 0,-2 5-261,-7 22 130,-1-55-281,1 0 0,1-1-1,0 1 1,4 11 151,0-27-1617,3-12 557,4-15-1320,-1-9-3485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90 162 8370,'0'0'4173,"0"0"-2938,0 0-575,29-20-159,98-65-175,-114 76-223,1 1 0,0 1 0,0 0 1,10-2-104,8-6 559,-92 13 2625,44 4-3113,-1 1 0,1 0-1,1 1 1,-1 1-1,0 0 1,1 1-1,0 1 1,1 0-1,-1 1 1,2 1-1,-9 6-70,13-9 4,1 0 0,0 1-1,0 0 1,1 0 0,0 0 0,0 1-1,1 0 1,0 1 0,0-1 0,1 1-1,0 0 1,0 0 0,1 1 0,1-1-1,-1 1 1,2 0 0,-1 0 0,1 0-1,1 1-3,1-10 0,0 1 0,0 0 0,0-1 0,0 1 0,0-1 0,1 1 0,-1 0 0,1-1 0,-1 1 0,1-1 0,0 1-1,-1-1 1,1 1 0,0-1 0,0 1 0,0-1 0,0 0 0,0 0 0,0 1 0,0-1 0,1 0 0,-1 0 0,0 0 0,1 0 0,-1 0-1,1-1 1,-1 1 0,1 0 0,-1-1 0,1 1 0,-1-1 0,1 1 0,8 1 5,0 0 1,1 0-1,-1-1 1,0-1-1,2 0-5,10 1 15,9 2-9,8-1-1,-1 3-1,6 2-4,-34-5-1,0 0 0,0 1 1,0 0-1,-1 1 0,1 0 0,-1 1 0,0 0 1,0 0-1,0 1 0,2 2 1,-8-6 15,-1 0 0,1 0 0,-1 0 0,0 0 0,0 1 0,1-1 0,-1 1 0,-1 0 0,1-1 0,0 1 0,-1 0 0,1 0 0,-1 0 1,0 0-1,0 0 0,0 1 0,-1-1 0,1 0 0,-1 0 0,0 1 0,1-1 0,-1 0 0,-1 0 0,1 1 0,0-1 0,-1 0 0,0 0 0,0 0 0,-1 3-15,0-1 106,0-1 0,-1 1 0,0-1 0,0 0-1,0 0 1,-1 0 0,1-1 0,-1 1 0,0-1 0,0 0 0,0 0 0,0 0-1,-1 0 1,1-1 0,-1 1 0,0-1 0,0-1 0,-1 1-106,-17 4 7,-1-1-1,-1-2 1,1 0 0,-1-1-1,1-2 1,-5-1-7,16 1-146,11 0 36,0 1-1,1-1 0,-1 0 0,0 0 0,0 0 0,0-1 0,1 1 0,-1 0 1,0-1-1,0 1 0,1-1 0,-1 0 0,-1 0 111,2-1-360,0 1 0,0 0-1,1-1 1,-1 1 0,1 0 0,-1-1-1,1 1 1,-1-1 0,1 1 0,0-1-1,0 1 1,-1-1 0,1 1 0,0-1-1,1 0 1,-1 1 0,0-1 360,0-24-8489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0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190 107 11210,'0'0'1751,"0"0"-576,24-14 416,13-7-1098,-6 5 3,-2-2 1,27-20-497,-115 44 1256,42-1-1054,0 2 1,0 0-1,1 0 0,0 2 0,0 0 0,1 1 0,0 0 0,-10 10-202,18-14 27,1 0-1,-1 0 1,1 1-1,1-1 1,-1 1-1,1 1 1,1-1-1,-1 1 1,1 0-1,0 0 1,1 0-1,0 1 1,0-1-1,1 1 1,0-1-1,1 1 1,0 0-1,0 5-26,1-11 4,0-1-1,0 1 0,1 0 1,-1-1-1,1 1 1,0-1-1,0 1 1,0-1-1,0 0 0,0 1 1,1-1-1,-1 0 1,1 0-1,-1 0 1,1 0-1,0 0 1,0 0-1,-1 0 0,2 0 1,-1-1-1,0 1 1,0-1-1,0 0 1,1 1-1,-1-1 1,2 0-4,10 4 7,0 0 1,0-1-1,0-1 1,9 1-8,5 2 39,-16-3-37,0 1 1,0 0 0,0 0-1,0 2 1,-1-1 0,0 1-1,0 1 1,8 6-3,-17-11 33,1 0 0,0 0 0,-1 1 0,1-1 0,-1 1 0,0-1 0,0 1 0,0 0 0,0-1 0,0 1 0,-1 0 0,1 1 0,-1-1 0,0 0 0,0 0 0,0 0 0,0 1 0,0-1 0,-1 0 0,0 1 0,0-1 0,1 1 0,-2-1 0,1 0 0,0 1 0,-1-1 0,0 0 0,1 1 0,-2-1 0,1 0 0,0 0 0,0 0 0,-1 0 0,0 0 0,0 1-33,-3 3 111,0-1 1,-1-1-1,0 1 0,1-1 1,-2 0-1,1 0 0,-1-1 0,1 0 1,-1 0-1,0 0 0,-1-1 1,1 0-1,-1 0-111,-14 5 179,-1-1 0,-1-1 0,-16 2-179,6-4-206,0-1-1,-22-2 207,54 0-67,1-1 0,0 0 0,-1 0 0,1 0 0,-1 0 0,1 0 0,0 0 0,-1-1 0,1 1 0,0 0 0,-1-1 0,1 1 0,0-1 0,-1 1 0,1-1 0,0 0 0,0 1 0,0-1 0,0 0 0,0 0-1,-1 0 1,2 0 0,-2 0 67,1-2-350,0 0-1,0 0 0,1-1 0,-1 1 1,1 0-1,-1 0 0,1 0 0,0 0 1,0-1-1,1 1 351,-1-27-5049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0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2777,'0'0'13138,"0"0"-11169,0 0-849,0 0 24,0 0-680,0 0-168,0 0-168,201 13-31,-143-16-97,-10-9-201,-18-6-1055,-13 6-2889,-17 4-5537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1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11018,'0'0'2489,"0"0"-1777,0 0 824,0 0-871,0 0-665,200-7-1409,-136-11-2824,-14 3-1016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5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0 200,'0'0'9662,"0"0"-6194,0 0-1435,0 0-564,0 0-705,0 0-65,-17 30 178,0-3-643,8-14-132,0 0 0,1 1 0,1 0 0,0 0 0,1 1 0,0 0 0,1 0 0,1 0 0,1 1 0,0-1 0,1 1 0,0 0 0,1 0-102,1 14 258,0 0-1,2 0 0,1 0 0,1-1 0,8 28-257,-9-46 23,1 0 0,0 0-1,1-1 1,0 1 0,1-1-1,0 0 1,0-1 0,1 1-1,0-1 1,1 0 0,0-1-1,0 0 1,1 0-1,0-1 1,1 0 0,8 4-23,-4-4 20,0 0 0,1-1 1,-1-1-1,1 0 0,0-2 0,1 1 1,-1-2-1,1 0 0,-1-1 0,1 0 1,0-1-1,-1-1 0,1-1 0,0 0 1,3-2-21,-11 3 15,0-1 0,-1-1 1,1 0-1,-1 0 0,0 0 1,1-1-1,-2 0 0,1 0 1,0-1-1,-1 0 0,0 0 1,0 0-1,4-6-15,-6 6 16,-1-1 0,1 1 0,-1-1 0,0 0 0,0 0 0,-1 0 0,0-1 0,0 1 0,0 0 0,-1-1 0,0 0 0,0 1 0,-1-1 0,0 1 0,0-1 0,0 0 0,-1 1 0,0-2-16,-2-4 75,0 0 1,-1 1 0,0 0 0,-1 0-1,0 0 1,-1 1 0,0-1 0,0 1 0,-1 1-1,-1-1 1,1 1 0,-2 1 0,1-1-1,-6-3-75,-25-21 241,-1 2 0,-34-19-241,69 46 7,-7-3 15,-89-55 110,91 57-155,0 0 0,0 0 0,0 1 0,0 1 1,-1 0-1,1 1 0,-1-1 0,0 2 0,-4-1 23,15 2-16,-1 0-1,1 0 0,0 0 0,0 0 1,-1 0-1,1 0 0,0 1 1,0-1-1,-1 0 0,1 0 1,0 0-1,0 0 0,-1 0 1,1 0-1,0 0 0,0 1 0,-1-1 1,1 0-1,0 0 0,0 0 1,0 0-1,0 1 0,-1-1 1,1 0-1,0 0 0,0 0 1,0 1-1,0-1 0,0 0 0,0 0 1,-1 1-1,1-1 0,0 0 1,0 0-1,0 1 0,0-1 1,0 0-1,0 0 0,0 1 0,0-1 1,0 0-1,0 0 0,0 1 1,0-1-1,1 0 0,-1 0 1,0 1-1,0-1 0,0 0 1,0 1 16,8 14-685,19 15-1594,8 1-2653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5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13971,'0'0'1992,"0"0"601,-6 138-145,-5-78-959,3-8-737,2-4-368,6-10-320,0-13-56,0-8-8,0-7-552,8-10-792,29-12-1409,-4-21-1576,3-7-7385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5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12827,'0'0'1548,"0"0"-128,0 0 642,0 0-762,29-13-646,93-34-287,-120 46-358,0 1 1,0-1-1,0 0 0,0 0 1,0 1-1,0 0 1,0-1-1,0 1 1,0 0-1,0 0 1,0 0-1,1 0 1,-1 0-1,0 0 0,0 1 1,0-1-1,0 1 1,0 0-1,0-1 1,0 1-1,0 0 1,0 0-1,-1 0 1,1 0-1,0 1 1,-1-1-1,1 0 0,0 1 1,-1-1-1,0 1 1,1-1-1,-1 1 1,0 0-1,1 0-9,0 4 39,0 0 1,-1 0-1,1 0 0,-1 0 0,-1 0 0,1 0 1,-1 0-1,0 0 0,0 0-39,0 4 98,0 4 8,0 1 0,-1-1 0,-1 1 0,-1-1 0,1 0 1,-2 0-1,0 0 0,-1 0 0,-1 1-106,-7 13 205,-2-1 0,-1-1-1,-16 21-204,5-12 89,10-13 51,2-1 0,0 2-1,-1 4-139,13-22 41,0 0-1,0 1 0,1-1 0,0 1 1,0-1-1,1 1 0,-1-1 1,1 1-1,1 0 0,-1 0 0,1 0 1,0-1-1,0 1 0,1 0 0,-1 0 1,2 4-41,-1-8 41,0-1 0,0 1 0,0-1 0,1 1 0,-1-1 0,0 1 0,1-1 0,-1 0 0,1 0 0,-1 0 0,1 0 0,-1 0 0,1 0 0,0 0 0,0 0 0,-1 0 0,1-1-1,0 1 1,0-1 0,0 0 0,0 1 0,1-1-41,49 4 631,-45-4-518,8 2-126,0-2 0,0 0 0,0 0-1,0-2 1,-1 0 0,1 0 0,0-1-1,-1-1 1,0-1 0,0 0 0,0-1-1,0 0 1,-1-1 0,0 0 0,7-7 13,61-49-3793,-52 35-1538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6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14739,'0'0'2235,"0"0"-712,0 0 128,-27 28-392,-21 24-460,-14 24-799,57-70 53,0 1 0,0 0 1,1 1-1,0-1 0,0 1 0,1 0 0,0 0 1,0 0-1,1 0 0,0 0 0,1 1 0,0-1 1,0 0-1,0 1 0,1-1 0,1 5-53,-1 7 69,-1-10-55,1 0-1,1 0 1,0 0-1,0 0 0,1-1 1,0 1-1,0 0 1,1-1-1,1 0 0,-1 1 1,2-1-1,0 2-13,-1-6 1,-1 0 1,1-1-1,0 1 0,1-1 0,-1 0 0,1 0 0,0 0 0,0 0 1,0-1-1,0 0 0,0 0 0,1-1 0,-1 1 0,1-1 1,0 0-1,0 0 0,0-1 0,0 0 0,0 0 0,3 0-1,2 0 42,0 0-1,0-1 1,0 0-1,0 0 1,0-1-1,11-3-41,-20 4 9,1-1 0,-1 1-1,1-1 1,-1 0 0,0 0 0,1 0-1,-1 0 1,0-1 0,0 1-1,0-1 1,0 1 0,0-1 0,0 0-1,0 1 1,0-1 0,-1 0 0,1 0-1,-1 0 1,1-1 0,-1 1-1,0 0 1,0 0 0,0-1 0,0 1-1,0-1 1,-1 1 0,1-1 0,-1 1-1,1-1 1,-1 1 0,0-1-1,0 0-8,-1 1 22,1 0 0,-1 0 0,1 0 0,-1 1 0,0-1 0,0 0 0,0 0 0,0 1-1,0-1 1,0 1 0,0-1 0,-1 1 0,1 0 0,-1-1 0,1 1 0,-1 0-1,1 0 1,-1 0 0,1 0 0,-1 0 0,0 0 0,0 1 0,0-1 0,1 0 0,-2 1-22,-52-15 494,52 14-459,-104-9 264,81 9-4746,54 1-917,5 0-2917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6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1528,'0'0'10947,"0"0"-7228,0 0-1862,25-16-849,-7 4-886,2-1-66,0 0 0,1 2 0,0 0 0,1 1-1,0 1 1,1 1 0,10-1-56,-7 3 40,1 1 1,0 1-1,0 2 0,0 1 1,11 1-41,-37 0 3,0 0 0,1 0 1,-1 0-1,0 0 1,0 0-1,0 0 1,0 1-1,0-1 1,0 1-1,1-1 1,-1 0-1,0 1 0,0 0 1,0-1-1,0 1 1,-1 0-1,1-1 1,0 1-1,0 0 1,0 0-1,0 0 1,-1 0-1,1 0 0,-1 0 1,1 0-1,0 0 1,-1 0-1,1 0 1,-1 0-1,0 0 1,1 0-1,-1 0 1,0 0-1,0 0 0,0 1 1,0-1-1,0 0 1,0 0-1,0 0 1,0 0-1,0 0 1,0 1-1,-1-1 1,1 0-1,-1 0-3,0 4 61,0 0 1,-1-1-1,1 1 1,-1-1-1,0 1 0,-1-1 1,1 0-1,-1 1 1,0-1-1,-2 2-61,-14 11 256,0-1 0,0-1 0,-2-1 0,0-1 0,-3 0-256,-52 35 243,75-47-250,-1 0 1,1 0-1,0 0 0,-1 1 1,1-1-1,0 0 0,0 0 1,-1 1-1,1-1 0,0 1 1,0-1-1,1 1 0,-1-1 0,0 1 1,0-1-1,1 1 0,-1 1 7,1-2-3,0 1-1,0-1 1,0 0-1,0 0 0,1 0 1,-1 0-1,0 0 0,1 0 1,-1 0-1,1 0 1,-1 0-1,1 0 0,-1 0 1,1 0-1,0 0 0,-1-1 1,1 1-1,0 0 1,0 0-1,-1-1 0,2 1 4,6 5 4,0-1 0,0-1-1,1 1 1,0-1-1,0-1 1,1 1-4,14 5 113,-7-1-104,-1 1-1,0 0 1,0 1-1,-1 1 1,6 6-9,-16-13 1,-2-1-1,1 1 1,0 0 0,-1 0 0,1 1 0,-1-1-1,-1 1 1,1 0 0,0 0 0,-1 0-1,0 0 1,0 0 0,-1 0 0,0 0-1,1 1 1,-2-1 0,1 0 0,-1 1 0,1-1-1,-2 1 1,1-1-1,0-2 62,-1 0-1,0 0 0,1 0 1,-1 0-1,-1 0 1,1 0-1,0 0 1,-1 0-1,1-1 1,-1 1-1,0 0 1,0-1-1,0 0 1,0 1-1,0-1 1,-3 2-62,-1 1 161,-1 0 1,0-1-1,0 0 1,0 0-1,-1 0 1,-6 2-162,-3 0 223,-1-1 1,1-1 0,-1 0 0,0-1-1,-17 0-223,28-3 62,1 1-80,0-1 0,0 0 0,0 0 0,0 0 1,0-1-1,0 0 0,0 0 0,-1-1 18,6 1-39,0 1-1,0 0 1,1-1 0,-1 1-1,0-1 1,0 0 0,1 1 0,-1-1-1,0 1 1,1-1 0,-1 0-1,1 0 1,-1 1 0,1-1 0,-1 0-1,1 0 1,-1 0 0,1 1-1,0-1 1,-1 0 0,1 0 39,0-2-128,0 1-1,0 0 1,0-1-1,0 1 1,0 0 0,0 0-1,1-1 1,-1 1-1,1 0 1,0 0 0,-1-1-1,2 1 129,20-34-4693,10 1-5330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7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12275,'0'0'2017,"0"0"423,27 3 15,4 1-1674,-1 1 1,21 7-782,-45-10 74,-1 0 1,0 0-1,0 1 1,0 0-1,0 0 0,0 0 1,-1 0-1,0 1 1,1 0-1,-1 0 1,-1 0-1,1 0 1,0 1-1,-1-1 0,0 1 1,0 0-1,-1 0 1,1 0-1,0 2-74,2 8 178,0 1 0,-1-1 0,0 1 0,-2 0 0,1 5-178,-3-20 8,5 51 455,-2 1-1,-2-1 0,-6 48-462,4-90-22,0-1 0,-1 0 0,0 1 0,0-1-1,-1 0 1,0-1 0,0 1 0,-4 5 22,7-13-470,-2-17-3368,1-1-1563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7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14819,'0'0'1937,"0"0"-489,159-42 128,-76 17-1112,-2 2-344,-6 6-56,-5 4-128,-23 8-1432,-19 3-4385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8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12859,'0'0'2442,"0"0"-1125,0 0-637,14 31 550,95 210 1452,-2-15-1098,-16-37-1062,-3 17-522,-49-94-340,-34-103-441,-3-12-258,-3-19-1617,1 10 1009,0-31-7532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8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0 147 10594,'0'0'1670,"0"0"-316,32-23 310,15-13-118,42-22-1546,-83 54 63,1 0 1,-1 1 0,1 0 0,-1 0 0,1 0 0,0 1 0,0 0 0,0 0-1,0 1 1,0 0 0,0 0 0,0 1 0,1 0 0,-1 0 0,0 1-1,0 0 1,0 0 0,0 0 0,0 1 0,0 0 0,0 1 0,0-1-1,-1 1 1,1 1 0,-1-1 0,0 1 0,0 0 0,0 0 0,3 4-64,0 2 129,0 0 1,0 0 0,-1 1 0,-1 0 0,1 1-1,-2 0 1,0 0 0,0 0 0,-1 1 0,-1 0-1,0 0 1,-1 0 0,2 9-130,-2-3 96,-1 0 0,0 0-1,-2 0 1,0 1 0,-1-1 0,-1 0 0,0 0-1,-2 0 1,0 0 0,-1-1 0,-1 1 0,-1-1 0,0-1-1,-2 1 1,0-1 0,-1-1 0,0 1 0,-1-2-1,-1 0 1,-1 0 0,0-1 0,0 0 0,-2-1-1,0-1 1,-11 7-96,14-12-1696,30-19-1223,13-9-1385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8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0 13035,'0'0'2172,"0"0"-421,0 0 71,-14 27 8,3-7-1493,2-6-148,1 1 1,1 0-1,0 0 0,1 0 0,0 1 1,2 0-1,0 0 0,0 1 0,2-1 1,0 1-1,0 10-189,2-3 140,1-1 0,1 1 1,1-1-1,1 1 0,1-1 1,1 0-1,1-1 0,1 0 0,1 0 1,1 0-1,1-1 0,1-1 1,0 0-1,2 0 0,0-1 0,5 2-140,29 31-64,2-3-1,19 12 65,-11-11-856,-56-48 682,1 1 0,0-1 1,0 0-1,0 0 0,0-1 0,0 1 0,0-1 1,0 1-1,1-1 0,-1 0 0,0 0 0,1 0 1,1 0 173,30 0-5756,-35-1 5754,23 0-9131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9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12523,'0'0'2675,"0"0"-272,0 0-619,0 0-870,17 36 29,132 261 619,-56-102-830,-35-69-60,11 5-672,-64-121-9,-2-4-58,0 0-1,0 0 1,1-1-1,-1 1 1,1-1-1,1 0 1,-1 0-1,1 0 1,0-1 0,0 1-1,1-1 68,-6-5-191,1-1 0,0 1-1,-1 0 1,1-1 0,-1 1-1,0-1 1,0 1 0,1-1 0,-1 1-1,0-1 1,0 1 0,0-1 0,-1 1-1,1-1 1,0 1 0,0 0 0,-1-1 191,-10-37-6343,-12-7-6376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9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0 352 3713,'0'0'5117,"4"-30"-2530,-2 7-2106,-2 9-228,1 0 0,1 0-1,0 0 1,1 0 0,0 1-1,1-1 1,1 1 0,0 0-1,1 0 1,0 0 0,1 1 0,0 0-1,9-10-252,-7 12 191,0 1 0,1 0 0,1 0 0,-1 1 0,1 0 0,1 1 0,-1 1 0,1-1 0,0 2 0,1 0 0,-1 0 0,1 1 0,0 1 0,0 0 0,11 0-191,-16 2 64,1 0 1,-1 1-1,0 0 1,0 0 0,1 1-1,-1 0 1,0 1-1,0 0 1,0 0 0,0 1-1,-1 0 1,1 0 0,-1 0-1,0 1 1,1 1-1,-2-1 1,1 1 0,0 0-1,-1 0 1,0 1-1,0 0 1,-1 0 0,0 0-1,0 1 1,4 6-65,-3-3 145,-1 0 0,0 0 0,-1 0 1,0 0-1,0 1 0,-1 0 0,-1 0 0,0 0 0,0 0 1,-1 0-1,0 0 0,-1 0 0,0 0 0,-1 0 0,0 0 1,-3 8-146,1-5 128,-1-1 0,-1 0 0,0-1-1,-1 1 1,0-1 0,-1 0 0,0 0 0,-1-1 0,-1 0 0,0 0 0,0-1 0,-1 0 0,-2 1-128,-12 9-71,0-1-1,-1-1 1,0-1 0,-2-1-1,0-2 1,-4 1 71,57-15-5507,6 0-1629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19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15659,'0'0'2061,"0"0"-582,9 22 409,-5-11-1633,8 18 215,-2 0 0,-1 1 0,-1 0 1,-2 0-1,0 3-470,4 102 3041,-8 135-3041,-3-145 348,2-125-355,-1 1 0,0-1 1,0 0-1,0 1 0,1-1 0,-1 0 1,0 1-1,1-1 0,-1 0 0,0 1 1,0-1-1,1 0 0,-1 0 1,1 0-1,-1 1 0,0-1 0,1 0 1,-1 0-1,0 0 0,1 0 0,-1 0 1,1 0-1,-1 1 0,0-1 1,1 0-1,-1 0 0,1 0 0,-1 0 1,0-1-1,1 1 0,-1 0 0,1 0 1,-1 0-1,0 0 0,1 0 0,-1 0 1,1-1-1,-1 1 0,0 0 1,1 0-1,-1 0 0,0-1 0,0 1 1,1-1 6,19-8-823,48-44-3059,-25 15-3313,-11 5-5595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0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12323,'0'0'4673,"0"0"-2697,0 0-1017,0 0 90,-1 26 20,-1 466 1693,2-478-2733,0 0 1,1 0-1,1 0 1,0 0-1,1 0 1,2 7-30,-4-18 11,0 1 0,1-1 0,-1 0 0,1 1 0,-1-1 0,1 0 0,0 0 0,0 0 0,1-1 0,-1 1 0,0 0 0,1-1 0,0 0 0,-1 1 0,1-1 0,0 0 0,0 0 0,0-1 0,0 1 0,1-1 0,-1 1 0,0-1 0,1 0 0,-1 0 0,1-1 0,-1 1 0,1-1 0,1 1-11,12-2 46,0-1 0,-1 0 0,1-2 0,0 0 0,-1 0 0,0-1 0,0-1 0,0-1 0,-1-1 0,0 0 0,4-3-46,67-30-1279,-6 7-3823,-46 18-2372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0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14891,'0'0'2598,"0"0"-1379,27 28 236,18 19-804,-2 3 0,-2 1 0,-3 1 1,16 31-652,-20-21 916,-3 1 0,17 49-916,-37-79 303,-1 0 0,-1 1 0,-2-1 0,-1 2 0,-2-1 0,0 23-303,-3 2 256,1-10-106,-2 0 1,-3 15-151,2-50-10,-1-1 0,-1 0 0,0 1 0,0-1 0,-1 0 0,-1-1 0,0 1 0,-1-1 0,-1 0 0,-3 6 10,-3-6-923,13-12 852,0-1 1,-1 1-1,1 0 0,0-1 1,0 1-1,-1-1 0,1 1 1,0 0-1,0-1 0,0 1 1,-1-1-1,1 1 0,0-1 0,0 1 1,0-1-1,0 1 0,0-1 1,0 1-1,0 0 0,0-1 1,0 1-1,0-1 0,0 1 1,1-1-1,-1 1 0,0-1 1,0 1-1,0 0 0,0-1 1,1 1-1,-1-1 0,0 1 1,1 0-1,-1-1 0,0 1 1,1-1 70,14-31-4311,6-5-3664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0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15283,'0'0'2977,"0"0"-1881,0 0 128,0 0-135,0 0-697,147 0-72,-86 0-256,-5-5-16,-9 0-48,-10 5-584,-18 0-2073,-11 5-3640</inkml:trace>
  <inkml:trace contextRef="#ctx0" brushRef="#br0" timeOffset="1">81 391 14299,'0'0'3105,"0"0"-1849,0 0 96,0 0-392,0 0-607,0 0-81,153-30-272,-55-3-873,-17 6-1431,-15 4-2873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1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17340,'0'0'2383,"0"0"-1062,0 0-464,1 34 122,-1-23-882,1 40 307,3 0 0,1 0 0,3 0 0,7 18-404,-3-21 222,23 90 105,5-2-1,7-2 1,27 51-327,-71-178-141,0-1 0,0 0 0,1-1 0,0 1 0,0-1 1,4 5 140,-7-9-235,0 0 0,1 1 0,-1-1 0,1 0 0,0 0 0,-1 0 0,1 0 0,0-1 1,0 1-1,-1 0 0,1-1 0,0 1 0,0-1 0,0 1 0,0-1 0,0 0 0,0 0 1,0 0-1,0 0 0,0 0 0,-1-1 0,1 1 0,0 0 0,1-1 235,9-5-5557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1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1 308 10522,'21'-23'1233,"26"-25"-153,2 3 0,25-17-1080,-53 45 460,1 1 0,0 1 1,1 2-1,1 0 0,0 1 0,0 1 1,1 2-1,25-7-460,-41 14 88,0 0-1,1 0 1,-1 1 0,1 1-1,-1-1 1,1 2 0,-1-1-1,1 1 1,-1 1 0,0-1-1,1 2 1,-1-1 0,4 3-88,-8-2 70,0-1 1,0 2-1,-1-1 0,1 0 1,-1 1-1,0 0 1,0 0-1,-1 0 0,1 0 1,-1 1-1,1 0 1,-2-1-1,1 1 0,0 0 1,-1 0-1,0 1 1,0-1-1,0 0 0,-1 1 1,0-1-1,0 1 1,0 4-71,1 5 178,-1 0 0,-1 0 0,0 1 0,-1-1 0,-1 0 0,0 0 0,-1 0 0,-1-1 0,0 1 0,-1-1 0,0 1 1,-1-2-1,-1 1 0,0-1 0,-8 11-178,0-2 133,-2-1 1,0-1-1,-2 0 1,0-1 0,-1-1-1,-1-1 1,0-1-1,-16 8-133,22-14-143,-55 32 497,63-38-684,0-1 1,1 0 0,-1 0 0,0-1 0,-1 0 0,1 0 0,0-1 0,0 0 0,-3 0 329,33-17-6056,8-5-1440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0 1776,'0'0'12875,"0"0"-10258,0 0-1265,0 0 272,-120 191-311,115-99-369,5 4-216,14-9-56,27-9-448,12-16 72,6-17-296,-1-12 0,-2-15-64,-3-8-600,16-10-944,-13 0-3137,-11-5-5145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12827,'0'0'4390,"0"0"-1736,0 0-554,0 0-643,0 0-644,0 0-154,19 11-126,-6-4-418,-5-3-47,0 1 0,0-1 0,0 2 0,0-1-1,-1 1 1,0 0 0,0 0 0,-1 1 0,0-1 0,0 2-1,0-1 1,-1 1 0,0-1 0,0 2 0,2 5-68,15 54 583,-2 0 0,9 64-583,-1-4 198,-28-128-162,1 0-1,-1 0 1,0 0-1,0 0 1,0 0-1,0 0 1,0 0-1,0 0 1,0 0-1,0 0 1,0 0 0,0 0-1,0 0 1,0 0-1,1 0 1,-1 0-1,0 0 1,0 0-1,0 0 1,0 0 0,0 0-1,0 0 1,0 0-1,0 0 1,0 0-36,-1-13-65,-4 4-337,-4 21 280,2 16 108,1 0 1,1 1-1,1-1 1,2 1-1,0 0 1,3 21 13,-1-49 70,0-1-8,27-11-104,10-8-229,0 2 0,2 1 0,0 2 0,0 2 0,1 2 0,0 1 0,34-2 271,-53 9-1357,1-1 1,0-1-1,12-5 1357,-6 2-1954,25-7-3817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3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11202,'0'0'1463,"0"0"386,0 0 1341,0 0-1018,0 0-751,0 0-459,4 5-85,5 8-500,-1 0 0,0 0 0,-1 1 0,0 0 0,-1 0 0,4 15-377,25 101 654,-21-73-440,3 11-158,-9-29-230,2 0 0,2-1 1,2-1-1,4 7 174,-16-39-204,0-1 0,1 0 1,-1 0-1,1-1 1,0 1-1,0 0 0,0-1 1,1 0-1,-1 0 0,1 0 1,-1 0-1,4 1 204,-3-2-992,0 1 0,1-2 0,-1 1-1,1-1 1,-1 1 0,1-1 0,-1 0 0,1-1 992,24 2-13806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3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17476,'0'0'2512,"0"0"-2120,0 0 537,28 135 263,-3-52-88,6 12-376,-3 0-32,0-5-400,-3-12-152,-6-13-104,1-17-40,-7-21-552,-1-14-776,-10-18-560,-2-23-2641,0-9-4625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4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8 471 1688,'0'0'10417,"-1"-27"-5612,-1 3-4165,0 9-385,0 0 0,1-1 0,1 1 0,1 0 0,0-1-1,0 1 1,2 0 0,0 0 0,1 0 0,0 0 0,4-5-255,0 4 64,1 0 1,1 1-1,0 0 1,1 1-1,1 0 1,0 1-1,1 0 1,0 0-1,1 2 0,0 0 1,1 0-1,0 2 1,1 0-1,0 0 1,0 2-1,1 0 1,0 0-1,0 2 1,0 0-1,1 1 1,0 1-1,0 1 1,10 0-65,-24 1 11,1 1 0,0 0 0,0 0 0,0 0 1,0 1-1,-1 0 0,1 0 0,0 0 0,-1 0 1,1 1-1,0 0 0,-1 0 0,0 0 1,1 0-1,-1 1 0,0-1 0,0 1 0,-1 0 1,1 0-1,0 1 0,-1-1 0,0 1 0,0 0 1,0 0-1,0 0 0,-1 0 0,0 0 0,0 1 1,0-1-1,0 1 0,0-1 0,-1 1 0,0 0 1,0-1-1,0 2-11,1 6 100,-1 0 1,0 0-1,-1 0 1,0 1-1,-1-1 1,0 0-1,-1 0 1,-1-1-1,1 1 1,-2 0-1,0-1 1,0 0-1,-1 0 1,0 0-1,-1 0 0,0-1 1,-1 0-1,0 0 1,-5 4-101,1-1 47,-1-1 0,0-1 0,0 0 0,-1 0 0,-1-2 0,0 1 0,0-2 0,-1 0 0,0 0 0,0-2 0,-1 0 0,0 0 0,-16 2-47,1-2-650,25-6-1913,20-4-1865,10-4-4206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4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13971,'0'0'1888,"0"0"-1343,0 0 719,172 123 288,-97 0-280,-13 2 1,-23-7-145,-28-16-272,-11-24-176,-6 5-248,-19-1-216,0-14-168,-3-16-80,3-14 32,6-15-696,-6-21-880,5-2-2785,3 0-4001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4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12227,'0'0'2472,"0"0"-1512,0 0-488,0 0 41,0 0-513,0 0-1729,0 0-839,33 8-3866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5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5065,'0'0'2838,"0"0"52,0 0-156,0 0-351,0 0-751,0 0-775,1 11-320,7 33 198,2-1 0,1 0-1,3 0 1,3 3-735,12 41 560,38 159 338,-32-106-666,29 64-232,-62-196-1364,-5-10 236,-12-18-1175,-4-7-1944,-7-3-4051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6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1 196 5921,'0'0'1117,"0"0"-161,0 0-12,0 0-589,0 0-258,0 0 166,-1-8 3845,2-26-5673,8 21 1588,1 0 0,0 1 0,1 0 0,1 0 0,-1 1 0,2 1 0,0 0 0,0 1-1,12-7-22,-15 10 95,1 1 0,0 0-1,-1 1 1,1 1-1,1-1 1,-1 2 0,1-1-1,-1 2 1,1-1-1,-1 2 1,1-1 0,0 2-1,10 1-94,-12 0 100,-1 1-1,1 0 0,-1 1 1,0 0-1,-1 1 1,1 0-1,-1 0 0,0 0 1,0 1-1,0 1 0,-1-1 1,5 7-100,3 1 223,-2 2 0,0-1 0,-1 2 1,0 0-1,5 12-223,-12-22 148,-1 1-1,-1 0 1,0 0 0,0 0 0,0 0 0,-1 0-1,0 1 1,-1-1 0,0 1 0,0-1 0,-1 1-1,0 0 1,-1-1 0,1 1 0,-2-1 0,1 1-1,-2 1-147,0-1 172,-1 0-1,0 0 0,0-1 0,-1 1 0,0-1 0,-1 0 0,0 0 0,0-1 0,0 0 0,-1 0 0,0 0 0,-1-1 0,0 0 0,-7 4-171,-5 3 57,-2-1 0,1-1 0,-1-1 0,-1-1 0,0-1 0,0-1-1,-1 0 1,1-2 0,-1-1 0,-1-1 0,-18-1-57,21-5-799,22 2 599,-1 1 0,1-1 0,-1 0-1,1 0 1,-1 0 0,1 1 0,0-1 0,-1 0-1,1 0 1,0 0 0,0 0 0,0 0-1,0 0 1,-1 0 0,1 0 0,0 1 0,1-1-1,-1 0 1,0 0 0,0 0 0,0 0-1,0 0 1,1 0 0,-1 0 200,7-21-8164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6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0 14931,'0'0'2177,"0"0"-1337,-30 133 952,21-48-536,6 8-271,3-3-41,0-10-360,14-12-312,9-16-168,4-12-96,4-12-16,2-13-72,6-10 16,28-8-1024,-8-19-1257,-6-8-3576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7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56 13203,'0'0'1509,"0"0"-571,0 0 64,0 0-360,0 0-428,0 0 39,-7 16 549,1-5-584,2-3-49,-1 1 0,2-1 0,-1 1 0,1 0 0,0 0 0,1 0 0,0 1 0,0-1 0,1 0 0,1 1 0,-1-1-1,2 5-168,16 105 2457,30 109-2457,-7-48 341,-33-157-246,-2-14-220,-3-13-530,-5-23 408,0 0 1,-2 1-1,-1-1 0,-1 1 0,-1 1 1,-1-1-1,-1 2 0,-7-10 247,-14-43-93,23 57 75,2-1 0,0 0-1,1 0 1,2 0 0,0-1 0,0-16 18,2 28-12,1 0-1,1 0 1,0 0 0,0 0-1,1 0 1,0 0-1,1 0 1,0 0-1,0 1 1,1 0 0,0-1-1,1 1 1,0 1-1,1-1 1,1-2 12,5-2-2,0 1 0,1 1 0,0-1 0,1 2 0,0 0 0,1 1 0,0 0 0,0 1 0,12-4 2,-18 9 3,-1 0 1,0 0-1,1 1 0,0 0 0,0 1 0,-1 0 0,1 0 0,0 1 1,4 0-4,-8 1 9,0 0 0,0-1 0,-1 2 1,1-1-1,0 0 0,0 1 0,-1 0 1,1 0-1,-1 1 0,0-1 0,0 1 1,0 0-1,0 0 0,0 0 1,0 0-1,2 4-9,2 4 89,-1 0 0,0 0-1,-1 0 1,0 1 0,-1 0 0,-1 0 0,0 0 0,0 1 0,-1-1 0,0 1-1,-1 0 1,-1 0 0,0 0 0,-1 0 0,0 0 0,-1 0 0,-1 0 0,-1 5-89,1-8 83,0-1 0,0 1 0,-1-1 1,-1 0-1,0 0 0,0 0 1,0 0-1,-1 0 0,-1-1 1,1 0-1,-5 4-83,6-7-1,-1 0 0,0-1-1,0 1 1,-1-1 0,0 0 0,1-1 0,-1 1 0,0-1-1,-1-1 1,1 1 0,0-1 0,-1 0 0,0 0 0,1-1 0,-1 1-1,0-2 1,-1 1 1,7-1-100,1 0 0,-1 0 0,0 0 0,0 0 0,0 0 0,0 0 0,1 0 0,-1 0-1,0 0 1,0-1 0,0 1 0,1 0 0,-1-1 0,0 1 0,0 0 0,1-1 0,-1 1 0,0-1 0,1 1 0,-1-1-1,0 1 1,1-1 0,-1 0 0,1 1 0,-1-1 0,1 0 0,-1 1 0,1-1 0,0 0 0,-1 0 0,1 0 0,0 1-1,-1-1 1,1 0 0,0 0 0,0 0 0,0 1 0,0-1 0,0 0 0,0 0 100,-1-24-6576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7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10362,'0'0'2001,"0"0"-561,0 0 1409,209 150-721,-148-54-504,-13 16-255,-18 8-433,-24-17-328,-6 5-216,0-13-280,-11-15-40,-17-12-72,-3-13-88,-22 5-760,9-15-1273,-4-13-3800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8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0 919 10458,'0'0'1994,"0"0"-872,0 0 68,0 0-431,28-4 37,407-77 2185,-139 39-2005,141 4-976,-26 2 56,-137 5-22,519-45 90,-586 62-127,0-10 0,180-46 3,-124 13 130,1 11-1,143-1-129,314-39 158,-170 16-76,-40 40-38,-329 23-27,-155 4 205,0-2-1,0-1 1,-1 0-1,0-2 0,0-1 1,-1-2-1,8-4-221,-9 4-128,-1 0 0,2 2 1,-1 1-1,1 1 0,0 1 0,1 1 0,-1 1 0,13 1 128,-34 3-64,0-1 0,0 0 0,0 0-1,0 0 1,0 0 0,0-1 0,0 1-1,-1-1 1,1 0 0,2-2 64,14-6-1452,1 3-4566,-21 7-1016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9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14507,'0'0'2833,"0"0"-2193,0 0 1144,-8 230-487,16-119-449,17 9-104,1 0-112,-1-22 72,0-1-512,-6-14 32,-2-21-216,-3-19 64,-6-18-72,-5-15-304,0-10-440,-3-15-392,-11-23-2609,-12-4-4449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9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11779,'0'0'2119,"0"0"-114,28-19-134,92-56-816,-115 72-1029,0 0-1,1 0 0,0 1 1,-1 0-1,1 0 1,0 0-1,0 1 0,0 0 1,0 0-1,0 0 0,0 1 1,1 0-1,-1 0 0,0 0 1,0 1-1,2 1-25,-3-1 32,-1 1 0,1 0 1,-1 0-1,0 0 0,0 0 0,0 1 0,0 0 0,-1 0 0,1 0 0,-1 0 1,0 0-1,0 1 0,0 0 0,0-1 0,0 1 0,1 3-32,2 5 160,-1 0-1,0 0 1,-1 1-1,0-1 0,-1 1 1,0 0-1,-1 0 1,-1 1-1,0-1 1,-1 0-1,-1 13-159,-1-13 152,-1 0 0,0 0 0,-1-1 1,0 1-1,-1-1 0,-1 0 0,0 0 0,0-1 0,-1 0 0,-1 0 0,0 0 0,0-1 0,-1 0 0,-1 0-152,-8 8 126,-1-1-1,-1 0 0,0-1 0,-1-1 1,-1-1-1,-19 8-125,38-20-26,0 0 0,0-1 0,0 1 0,0-1 0,0 0 0,-1 0 0,1 0 0,0 0 0,-1-1 0,1 1 0,-1-1 0,1 0 0,0 0 0,-2 0 26,3-1-72,1 1 0,0-1 0,0 0 0,-1 0-1,1 0 1,0 0 0,0 0 0,0 0-1,0 0 1,0 0 0,1-1 0,-1 1 0,0 0-1,0 0 1,1-1 0,-1 1 0,1 0-1,-1-1 1,1 1 0,0-1 0,-1 1 0,1-1-1,0 1 1,0-1 0,0 1 0,0-1-1,0 1 1,0 0 0,1-2 72,2-38-2823,14-1-1949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2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14387,'0'0'2961,"0"0"-2361,0 0 280,0 128 800,-3-63-511,0 5-369,3-2 0,0-5-344,0-8 0,14-13-456,3-7 96,0-12-96,2-8-8,6-8-272,22-7-592,-8-5-1136,-2-15-3674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0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13635,'0'0'3578,"0"0"-2260,0 0-597,1 23 237,-1-22-954,2 55 865,-3 0 0,-2 0 0,-3-1 0,-8 35-869,7-67 150,1 0 0,1 0 0,2 1 0,0 0-1,2 0 1,1 23-150,0-45 7,1 0-1,0 0 0,0 0 1,0 0-1,0 0 1,0 0-1,0 0 0,0-1 1,1 1-1,-1-1 1,1 1-1,-1-1 0,1 1 1,0-1-1,-1 0 1,1 0-1,0 1 0,0-1 1,0-1-1,0 1 1,0 0-1,0 0 0,0-1 1,0 1-1,0-1 1,0 0-1,0 0 0,0 1 1,0-1-1,1-1 1,-1 1-7,12 1 58,0-1 0,-1-1 0,1 0 0,3-1-58,20-6-824,-1-2 0,-1-1-1,0-2 1,2-3 824,-4 2-4715,-6-2-4275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0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11899,'0'0'1637,"0"0"50,0 0 310,0 0-885,25 39 158,-24-37-1253,22 32 324,-1 1 1,-2 2-1,-2 0 1,-1 0-1,-2 2 0,-1 0 1,-3 0-1,4 23-341,-3 45 826,-5 0 0,-4 0 0,-6 1-1,-5 17-825,8-123-84,0 0 0,0 0 0,0-1 0,0 1 0,0 0 0,0 0-1,-1-1 1,1 1 0,-1 0 0,1-1 0,-1 1 0,0-1 0,1 1-1,-1 0 1,0-1 0,0 0 0,0 1 0,-1 0 84,1-2-263,-1-1 0,1 1 0,0-1 0,0 0 0,0 0 0,0 1 0,0-1 0,0 0 0,0 0 0,1 0 0,-1 0 0,0 0 0,0 0 0,1 0 0,-1-1 0,1 1 0,-1 0 0,1 0 0,-1 0 0,1-1 0,0 1 0,-1 0 0,1 0 0,0-2 262,-11-33-10984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0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14619,'0'0'4233,"0"0"-3361,0 0 753,0 0-625,209 0-416,-114 0-416,5-10-64,-3 0-104,-8 5 0,-11 3-352,-5 2-1288,-23 0-3490,-22 0-6304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 11498,'0'0'2009,"0"0"-993,0 0 1529,0 0-849,0 0-1000,236-25-400,-127-5-280,-1 3-32,9-1-32,-28 10-2104,-30 8-4330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7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12619,'0'0'1541,"0"0"-370,-19 25 410,-8 14-609,-18 33-972,41-65 76,0 1 0,1-1 0,0 1 1,1 0-1,0 0 0,0 0 0,0 0 0,1 0 1,1 1-1,-1-1 0,1 0 0,1 1 0,-1-1 1,1 0-1,2 3-76,-2 0 112,1 0-27,0 1 0,1-1 0,1 0 0,0 0 0,0-1 0,1 1 1,0-1-1,1 0 0,0 0 0,1 0 0,0-1 0,0 0 0,1-1 0,0 0 1,0 0-1,1 0 0,0-1 0,1-1 0,0 1 0,0-1 0,0-1 0,0 0 0,1-1 1,8 3-86,-8-3 50,0-1 0,0 0 0,1 0 0,0-2 0,-1 1 0,1-1 1,0-1-1,0 0 0,0-1 0,-1 0 0,1-1 0,0 0 0,-1 0 0,0-2 1,1 1-1,-1-2 0,0 1 0,-1-1 0,1-1 0,-1 0 0,0 0 1,-1-1-1,1-1 0,-1 1-50,-1-2 45,0 1-1,-1-1 1,0 0 0,0 0-1,-1-1 1,0 0 0,-1 0 0,0-1-1,0 1 1,-1-1 0,-1 0-1,3-10-44,-5 16 60,0-1-1,-1 1 0,1-1 0,-1 1 1,0-1-1,0 1 0,-1-1 0,1 1 1,-1-1-1,-1 1 0,1-1 0,-1 1 1,0 0-1,0 0 0,0 0 0,-1 0 1,0 0-1,0 1 0,0-1 0,0 1 1,-1-1-1,0 1 0,0 1 0,0-1 1,0 0-1,0 1 0,-2-1-59,-10-5 98,-1 0 0,0 0 0,0 2 0,-1 0 0,1 1 0,-1 1 0,-1 1-1,-17-2-97,-18 0-66,1 2 0,-28 3 66,81 1-23,0 0 0,-1-1 1,1 1-1,0 0 0,-1 0 0,1 0 0,0 0 1,0 0-1,-1 0 0,1 0 0,0 0 0,-1 0 1,1 0-1,0 1 0,0-1 0,-1 0 0,1 0 0,0 0 1,-1 0-1,1 0 0,0 0 0,0 1 0,-1-1 1,1 0-1,0 0 0,0 0 0,0 1 0,-1-1 1,1 0-1,0 0 0,0 1 0,0-1 0,0 0 1,-1 0-1,1 1 0,0-1 0,0 0 0,0 0 1,0 1-1,0-1 0,0 0 0,0 1 0,0-1 0,0 0 1,0 1-1,0-1 0,0 0 23,10 17-1217,22 13-1878,11-4-2458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8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0 72,'0'0'13371,"0"0"-10178,0 0 703,-84 188-2223,54-125-465,2-8-992,11-8-56,6-12-152,8-12-16,1-13-200,2-10-568,0-28-264,19-17-3049,9-12-6890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8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0 14267,'0'0'2266,"0"0"-630,0 0 281,-22 34-652,-70 116-477,83-133-652,1 1-1,1-1 1,1 1-1,1 1 0,0-1 1,2 1-1,0 0 0,0 0 1,2 0-1,1 0 1,0 0-1,2 10-135,-1 9 136,-1-29-123,1 0 0,-1 0 0,1 0 0,1 0 1,0 0-1,0 0 0,1-1 0,0 1 0,0 0 1,1-1-1,0 0 0,1 0 0,2 3-13,-3-6 0,1 0 0,0 0 0,-1 0 1,2-1-1,-1 0 0,1 0 0,-1 0 0,1-1 0,0 0 0,0 0 0,0 0 0,1-1 1,-1 0-1,1 0 0,-1-1 0,1 1 0,0-1 0,3-1 0,2 1-42,1-1 0,-1 0 0,1-1 0,-1-1 0,1 0 0,-1 0 0,0-1 0,0-1 0,0 0 0,10-6 42,-17 8-8,1 0 0,-2-1 0,1 1 0,0-1 0,0-1 0,-1 1 0,0-1 0,1 1 0,-1-1 0,-1 0 0,1-1 0,-1 1 0,1 0 0,-1-1 0,-1 0 0,1 0 0,-1 0 0,1 0 0,-1 0 0,-1-1 0,1 1 0,-1 0 0,0-1 0,0 1 0,-1-3 8,0 5 16,0 1-1,-1-1 1,1 1-1,-1 0 1,0-1-1,0 1 1,0 0-1,0 0 1,0-1-1,-1 1 1,1 0-1,0 0 1,-1 1-1,0-1 1,1 0-1,-1 0 1,0 1-1,0-1 1,0 1-1,0-1 1,0 1-1,0 0 1,0 0-1,-1 0 1,1 0-1,0 0 1,-1 1-1,1-1 1,0 1-1,-1-1 1,1 1-1,-1 0-15,-15-3 64,0 1 0,0 1 0,0 1 0,-2 0-64,5 1 31,-8-2-14,-49 4 41,68-3-68,0 1 0,0 0 0,0 0 0,1 0 0,-1 1 0,0-1 0,0 1 0,1 0 0,-1 0 0,1 0 0,0 1 0,-1-1 0,1 1 0,0-1 0,-2 4 10,5-6-54,-1 1-1,0 0 1,0 0 0,0 0-1,1 0 1,-1 0 0,1 1-1,-1-1 1,1 0 0,-1 0-1,1 0 1,0 0 0,-1 1-1,1-1 1,0 0 0,0 0-1,0 1 1,0-1 0,0 0-1,0 0 1,0 1 0,0-1-1,1 0 1,-1 0 0,0 0-1,1 1 1,-1-1 0,1 0-1,-1 0 1,1 1 54,1 0-353,0 0 0,0 0 0,0 0 0,0-1 0,0 1 0,0 0 0,0-1 0,0 1-1,1-1 1,-1 0 0,1 0 0,-1 0 0,2 1 353,36 7-6066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8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0 9098,'0'0'6481,"0"0"-5697,0 0 969,0 0 15,-111 133-864,77-96-439,6-4-9,1-3-376,1-5-56,1-5-24,0-10-464,6-5-1817,5-5-2672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9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12579,'0'0'2464,"0"0"-1360,0 0 1313,0 0-1521,0 0-336,150 65-464,-108-47-96,22-3-248,-9-5-1664,-10-8-3265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 12859,'0'0'1400,"0"0"-384,0 0 667,-17 28-565,-10 17-219,-15 35-899,38-70 146,0-1 1,1 1-1,1 0 1,-1 0-1,1 0 1,1 0-1,0 1 1,0-1-1,1 0 1,1 0-1,0 1 1,0-1-1,1 0 1,1 7-147,0-8 48,-1 0 0,1 0 1,0-1-1,1 0 0,0 1 0,0-1 1,1-1-1,0 1 0,0-1 0,1 0 1,0 0-1,0 0 0,0-1 0,1 0 0,0 0 1,1-1-1,-1 1 0,1-2 0,0 1 1,3 0-49,0 0 22,1 0 0,0-1 0,0 0 0,0-1-1,0 0 1,1-1 0,-1-1 0,1 0 0,-1 0 0,1-1 0,0-1 0,-1 0 0,1-1 0,6-2-22,-11 2 17,0-1 0,-1 0 0,0-1 0,1 0 1,-1 0-1,0 0 0,-1-1 0,1 0 0,-1 0 0,0-1 0,0 1 0,0-1 0,-1-1 0,0 1 0,-1-1 0,1 0 1,-1 0-1,0 0 0,-1-1 0,0 1 0,1-5-17,-1 5 71,-1 0 0,0 0 0,0-1 0,0 1 0,-1-1 0,-1 1 0,1 0 1,-1-1-1,0 1 0,-1-1 0,0 1 0,0-1 0,-1 1 0,1 0 0,-2-1 0,1 1 0,-1 0 0,0 1 1,0-1-1,-1 0 0,0 1 0,0 0 0,-3-3-71,-1 1 50,0 0 1,-1 1-1,0 0 0,0 0 1,-1 1-1,0 0 1,0 1-1,0 0 0,-1 1 1,0 0-1,1 0 0,-1 1 1,-1 1-1,1 0 1,0 0-1,-1 1 0,1 0 1,-9 2-51,17-1-31,1-1 0,-1 1 0,1 0 0,0 1 1,-1-1-1,1 0 0,-1 1 0,1 0 0,0-1 1,0 1-1,-1 0 0,1 0 0,0 0 0,0 0 0,0 1 1,0-1-1,0 0 0,0 1 0,1 0 0,-1-1 1,0 1-1,1 0 0,-1 0 0,1 0 0,0 0 0,-1 0 1,1 0-1,0 1 31,-2 5-679,1 1 0,0 0 0,1-1 1,-1 1-1,2 0 0,-1 0 0,1 1 679,0 26-7653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3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15387,'0'0'2081,"0"0"-297,0 0 649,0 0-1681,31 128-384,-26-103-296,-2 0-72,0-2-128,-3-8-712,3-15-705,-1 0-1503,4-5-4434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0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10354,'0'0'2001,"0"0"152,24-10-195,79-28-918,-100 36-1006,1 1 0,-1 0-1,1 0 1,-1 0 0,1 1-1,0-1 1,-1 1 0,1 0-1,0 0 1,-1 0 0,1 1-1,-1-1 1,1 1 0,0 0-1,-1 0 1,1 0 0,-1 0-1,1 1-33,-2 0 27,1-1-1,-1 1 0,0 0 0,0 0 0,1 1 0,-1-1 1,-1 0-1,1 1 0,0-1 0,0 1 0,-1 0 0,0-1 1,1 1-1,-1 0 0,0 0 0,0 3-26,1 4 142,0 0 1,-1 1-1,0-1 0,-1 1 0,0-1 0,-1 1 1,0-1-1,-1 0 0,-2 9-142,-1-5 176,0-1 1,-2 1-1,1-2 1,-2 1-1,1-1 1,-2 0-1,0 0 1,-2 1-177,-24 34 259,74-43-234,-23-5-36,1 0-1,0 2 1,-1 0-1,1 1 1,-1 1 0,0 0-1,13 5 12,-24-6 0,1 0-1,-1 0 1,0 1-1,0-1 1,0 1-1,-1 1 1,1-1-1,-1 1 1,1 0-1,-1 0 1,0 0-1,-1 0 1,1 1-1,-1-1 1,0 1-1,0 0 1,0 0-1,-1 0 1,0 1-1,0-1 1,0 0-1,0 1 1,-1-1-1,1 5 1,-1-3 54,0 0 0,-1 0 0,0 0 1,0 0-1,0 0 0,-1 0 0,0 0 0,0 0 0,-1 0 0,0 0 0,0-1 0,0 1 0,-1-1 0,0 1 0,0-1 1,-1 0-1,0 0 0,0 0 0,0-1 0,-2 2-54,-7 5 203,1 0 0,-1-1 0,-1-1 0,0 0 0,0-1 0,-1 0 0,-15 5-203,15-7 30,0 0-1,0-2 1,-1 0-1,0-1 1,0 0-1,0-1 1,-1-1-1,1-1 1,-1 0-1,-12-1-29,27 0-50,1 0 0,0-1 0,0 1 1,0 0-1,0 0 0,0-1 0,-1 1 0,1 0 0,0-1 0,0 1 0,0-1 0,0 1 0,0-1 0,0 0 0,0 1 1,1-1-1,-1 0 0,0 0 0,0 0 0,0 0 0,1 1 0,-1-1 0,0 0 0,1 0 0,-1 0 0,1-1 0,-1 1 1,1 0-1,0 0 0,-1-1 50,-1-39-4079,2 29 1661,0-26-6711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0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201 122 13155,'0'0'1755,"24"-13"21,0-1-1306,65-35 1655,3 3-2125,-147 59 525,31-3-234,-1 1 1,2 1 0,0 1 0,0 1 0,1 1 0,1 1-1,0 1 1,-1 2-292,13-10 40,0 1-1,0-1 1,1 2-1,1-1 1,-1 1-1,2 0 1,0 0-1,0 1 1,1 0-1,0 0 1,1 0-1,0 1 1,1-1-1,1 1 1,0 0-1,1 0 1,0 7-40,1-17 4,0 0 0,1 0 0,-1 0 0,1 0 0,0 0 0,0 0 0,0 0 0,0 0 0,0 0 0,1 0 0,-1-1 1,1 1-1,0-1 0,0 1 0,0-1 0,0 1 0,0-1 0,1 0 0,-1 0 0,1 0 0,-1-1 0,1 1 0,0 0 1,0-1-5,12 6 14,0 0 1,0-1 0,0-1-1,8 2-14,18 6 14,-36-11 3,23 8 27,-1 1 0,-1 2 1,0 1-1,17 12-44,-38-23 25,1 1-1,-1 0 1,0 0 0,-1 0-1,1 0 1,-1 1 0,1 0-1,-2 0 1,1 0 0,0 0-1,-1 1 1,0-1 0,0 1-1,-1 0 1,0 0 0,0 0-1,0 0 1,0 0-1,-1 1 1,0-1 0,-1 0-1,1 1 1,-1-1 0,-1 4-25,1-7 30,-1 0 1,0 0-1,0-1 1,0 1 0,-1-1-1,1 1 1,-1-1-1,1 0 1,-1 1-1,0-1 1,0 0 0,0 0-1,0 0 1,0 0-1,0 0 1,0-1 0,-1 1-1,1-1 1,-1 1-31,-54 25 69,42-22-72,-150 71-2683,55-21-3294,25-10-2031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1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0 699 2865,'0'0'8559,"0"0"-5891,0 0-2094,0 0 455,0 0-127,28-1-374,186-8 394,519-90 2099,-471 57-2442,2648-355 414,-1987 293-26,-473 71-717,36 19-250,-476 17-1192,-20 2-329,-24 5-2841,-12-5-5026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1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5 10842,'0'0'2526,"0"0"-307,-24 0-153,8-1-1697,9 0-293,0 0 0,0 0 0,1 1 0,-1 0 0,0 0 0,0 1 0,0-1 0,1 2 0,-1-1 0,0 1 0,1 0 0,0 0 1,-1 1-1,1 0 0,0 0 0,0 0 0,0 1 0,1 0 0,-1 0 0,1 0 0,-4 4-76,-5 12 135,0 1 1,2 0-1,0 0 1,1 1-1,1 1 1,2 0-1,0 0 1,1 0 0,1 1-1,1 0 1,2 1-1,0-1 1,1 20-136,2-38 42,0 0 1,0 0 0,1 0 0,-1 0 0,2 0-1,-1 0 1,0 0 0,1-1 0,0 1 0,0-1-1,1 1-42,-1-3 24,0 0-1,0 0 1,1-1-1,-1 1 0,0-1 1,1 0-1,0 0 0,0 0 1,-1 0-1,1 0 0,0-1 1,0 1-1,1-1 1,-1 1-1,0-1 0,0 0 1,1-1-1,-1 1 0,2 0-23,10 1 42,0-1-1,1 0 1,-1-1-1,1-1 1,-1 0-1,1-1 0,-1-1 1,0 0-1,0-1 1,0 0-1,-1-2 1,14-6-42,-20 9 10,0-1 1,0 0 0,-1-1 0,1 1 0,-1-2-1,-1 1 1,1-1 0,-1 0 0,0 0 0,0 0-1,0-1 1,-1 0 0,0 0 0,-1-1 0,1 1-1,-1-1 1,-1 0 0,0 0 0,0 0 0,0-1-1,-1 1 1,0-1 0,0-5-11,-2 8 15,-1 1 0,1-1 0,-1 0 0,0 1 0,-1-1 0,1 0 1,-1 1-1,0 0 0,0-1 0,-1 1 0,1 0 0,-1 0 0,-1 0 0,1 1 0,0-1 0,-1 1 0,0 0 1,0 0-1,-1 0 0,1 0 0,-1 1 0,1 0 0,-1 0 0,0 0 0,-5-2-15,-2-1-38,-2 0-1,1 0 1,-1 2 0,1-1-1,-1 2 1,0 0 0,-1 0-1,1 2 1,-13-1 38,26 2-112,1 0 1,0 0-1,0 0 0,0 1 1,0-1-1,-1 0 0,1 0 0,0 0 1,0 0-1,0 0 0,0 1 1,0-1-1,-1 0 0,1 0 1,0 0-1,0 1 0,0-1 1,0 0-1,0 0 0,0 0 1,0 1-1,0-1 0,0 0 1,0 0-1,0 0 0,0 1 1,0-1-1,0 0 0,0 0 1,0 0-1,0 1 0,0-1 0,0 0 1,0 0-1,0 0 0,0 1 1,0-1-1,0 0 0,1 0 1,-1 0-1,0 1 0,0-1 1,0 0-1,0 0 0,0 0 1,1 0 111,-1 0-76,9 12-5565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1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11843,'0'0'2200,"0"0"945,0 0-593,-25 155-1039,2-105-497,4 5-464,-1-2-336,4-6-168,5-4-48,8-13-656,3-25-801,11-5-3224,8-5-1208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2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13435,'0'0'2562,"0"0"-886,0 0-357,0 0-628,0 0-251,-15 24-181,-50 78 158,58-92-336,0 1 0,1 0 0,0 0 0,1 0 0,0 1 0,0 0 0,2 0 0,-1 0 0,2 0 0,-1 0 0,2 1 0,-1-1 0,2 1 0,0 2-81,0-12 8,0-1 0,1 1 0,-1 0 1,1-1-1,0 0 0,-1 1 0,1-1 1,0 1-1,1-1 0,-1 0 0,0 0 1,1 0-1,-1 0 0,1 0 0,0 0 1,-1 0-1,1 0 0,0-1 0,0 1 1,0-1-1,0 1 0,1-1 0,-1 0 1,0 0-1,0 0 0,1 0 0,-1 0 1,1 0-1,-1-1 0,1 1 0,-1-1 1,2 0-9,13 3 19,0-1 0,1-1 1,-1 0-1,10-2-19,-8 1-43,-2-1-242,1 0 0,-1-2-1,1 0 1,-1-1 0,0 0-1,0-2 1,8-3 285,66-32-6287,-61 25 694</inkml:trace>
  <inkml:trace contextRef="#ctx0" brushRef="#br0" timeOffset="1">416 111 1568,'0'0'6783,"0"0"-2699,0 0-242,0 0-1107,0 0-1013,0 0-757,-2-5-178,0 9-443,17 365 1819,-15-359-2258,-1-7 43,1 0 0,0 1 0,0-1 0,0 0 1,1 0-1,-1 0 0,1 0 0,-1 0 0,1 0 1,0 0-1,1 1 52,-1-3-176,0 0 0,0 0 1,0-1-1,1 1 0,-1 0 0,0 0 1,0-1-1,1 1 0,-1-1 0,1 1 1,-1-1-1,0 0 0,1 0 1,-1 1-1,1-1 0,-1 0 0,1 0 1,-1 0-1,1-1 0,-1 1 1,1 0-1,-1-1 0,0 1 0,1 0 1,-1-1-1,1 0 176,22-7-6004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2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52 8482,'0'0'2323,"0"0"-389,0 0-407,0 0-670,0 0-551,19-8-160,55-25-88,-74 33-18,0 0 1,0 0 0,1 0 0,-1 0-1,0 0 1,0 0 0,0 0 0,0 0-1,1 0 1,-1 0 0,0 0-1,0 0 1,0 0 0,0 0 0,1 0-1,-1 0 1,0 0 0,0 0 0,0-1-1,0 1 1,0 0 0,1 0-1,-1 0 1,0 0 0,0 0 0,0 0-1,0 0 1,0 0 0,0-1 0,0 1-1,1 0 1,-1 0 0,0 0-1,0 0 1,0 0 0,0 0 0,0-1-1,0 1 1,0 0 0,0 0 0,0 0-1,0 0 1,0-1 0,0 1-1,0 0 1,0 0 0,0 0 0,0 0-1,0-1 1,0 1 0,0 0 0,0 0-1,0 0 1,0 0 0,0 0-1,0-1 1,0 1 0,0 0 0,-1 0-1,1 0 1,0 0 0,0 0 0,0 0-1,0-1-40,-16-2 770,-21 2-392,28 2-317,0 1-1,-1 0 1,1 0 0,0 1-1,0 0 1,1 1 0,-1-1 0,1 2-1,-1-1 1,1 1 0,-5 5-61,1-1 20,0 0 0,1 1 0,0 1 0,0-1 0,2 2 0,-1-1 0,1 2-20,8-12 1,0 0 1,0 0-1,0 0 1,0 1-1,0-1 0,0 0 1,0 1-1,1-1 1,-1 0-1,1 1 0,-1-1 1,1 1-1,-1-1 1,1 1-1,0-1 0,-1 1 1,1-1-1,0 1 0,0-1 1,0 1-1,1-1 1,-1 1-1,0-1 0,0 1 1,1-1-1,-1 1 1,1-1-1,-1 0 0,1 1 1,0-1-1,-1 0 1,1 1-1,0-1 0,0 0 1,0 0-1,0 0 1,0 0-1,0 0 0,1 0 1,-1 0-1,0 0 1,1 1-2,7 2 15,1 0 1,-1-1 0,1 0 0,-1 0 0,1-1 0,6 0-16,20 6 21,-20-2-17,0 0 0,0 0 1,0 2-1,-1-1 0,0 2 0,-1 0 1,9 8-5,-19-14 11,0 1 1,0-1-1,0 1 1,0 0-1,-1 0 0,0 0 1,0 1-1,0-1 1,0 1-1,-1 0 1,1-1-1,-1 1 1,-1 0-1,1 0 1,-1 1-1,1-1 1,-2 0-1,1 0 1,0 1-1,-1-1 0,0 0 1,0 0-1,-1 1 1,0-1-1,1 0 1,-3 5-12,2-7 102,-1 0 0,0 0 0,0 0 1,0-1-1,0 1 0,-1 0 0,1-1 0,-1 1 1,1-1-1,-1 0 0,0 0 0,0 0 0,0 0 0,0 0 1,0-1-1,0 1 0,-1-1 0,1 0 0,-1 0 1,-1 0-103,-10 3 119,1-1 1,-1 0-1,1-1 1,-6 0-120,17-2-64,1 0 1,0 1 0,-1-1-1,1 0 1,0 0-1,-1-1 1,1 1 0,0 0-1,0-1 1,-1 1 0,1-1-1,0 0 1,0 0-1,0 0 1,0 0 0,0 0-1,0 0 1,0 0 0,0-1-1,0 1 1,0-1-1,0 0 64,0-1-754,0-1 0,0 1-1,0-1 1,1 1 0,0-1 0,0 1-1,0-1 1,0 0 0,0-1 754,-3-22-10188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20 5329,'0'0'4449,"0"0"-2899,0 0-1185,0 0 14,6-4 947,8-7-497,-14 6 106,-28 8 1021,-61 22 684,85-24-2582,-1 1 0,0 0 0,1 0 0,-1 1 1,1-1-1,0 1 0,0 0 0,0 0 1,0 0-1,0 1 0,1-1 0,-1 1 1,1 0-1,-1 1-58,3-3-1,0 0 1,0 1 0,0-1 0,0 0-1,0 0 1,0 0 0,1 1 0,-1-1-1,1 0 1,0 1 0,0-1 0,0 0-1,0 1 1,0-1 0,0 0-1,1 1 1,-1-1 0,1 0 0,-1 1-1,1-1 1,0 0 0,0 0 0,0 0-1,0 0 1,0 0 0,1 0-1,-1 0 1,1 0 0,-1 0 0,1 0-1,1 1 1,70 58 123,-54-46-124,-1 0 1,0 1-1,11 13 1,-24-23 2,1 1 0,-2 0 0,1 0 0,-1 0 0,0 0 1,0 1-1,-1-1 0,0 1 0,-1 0 0,0 0 0,0 0 0,1 8-2,-2-12 72,-1 0 0,1 0 1,-1 1-1,0-1 0,0 0 0,-1 0 1,1 1-1,-1-1 0,0 0 1,0 0-1,-1 0 0,1 0 0,-1 0 1,1 0-1,-1 0 0,-1 0 1,1-1-1,0 1 0,-1-1 1,-2 3-74,0-2 80,0 0 0,-1 0 0,1-1-1,-1 0 1,1 0 0,-1 0-1,0-1 1,0 0 0,0 0-1,-1 0 1,1-1 0,0 0-1,0 0 1,-1-1-79,-6 2-29,1-1 0,-1 0 0,0-1-1,0 0 1,0-1 0,1-1 0,-1 0 0,0-1 0,1 0 0,-5-2 29,8 1-997,1 0 0,0 0 0,0 0 0,1-1 0,-8-6 997,-8-11-8003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10354,'0'0'1072,"0"0"-487,0 0 1663,0 0-1008,0 0-87,153-20 391,-114 25-608,5 5-328,6-3-208,3-4-264,3-1-136,0 8-64,-18-2-1488,-12-1-3425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3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11739,'0'0'2880,"0"0"-1984,0 0 1801,0 0-1169,0 0-1256,195-35-272,-134 25-616,6 8-1560,-17 2-977,-14 0-4753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9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48 9818,'0'0'1771,"0"0"59,0 0 109,0 0-879,0 0-733,0 0-67,-20 21 28,-8 10 233,-25 34-521,48-57 86,0 1 0,1 0 0,0 1 0,0-1 0,1 1 0,0 0 0,1-1 0,0 1 0,0 0 0,1 1 0,1-1 0,-1 0 0,2 0 0,-1 0 0,2 2-85,-1 18 263,-1-25-210,0 0-1,0 0 1,0 0-1,1 0 1,0 0-1,0-1 1,0 1-1,1 0 1,-1-1-1,1 1 1,1-1-1,-1 1 1,0-1-1,1 0 1,0 0-1,0 0 1,0 0-1,4 3-53,-2-3 50,1 0-1,-1-1 1,1 1-1,0-1 1,0 0-1,0-1 1,1 1 0,-1-1-1,1-1 1,-1 1-1,1-1 1,-1 0-1,7 0-49,7-1 66,1 0 0,-1-1 0,0-1-1,0-1 1,0-1 0,0-1-1,-1 0 1,1-1 0,-1-2-1,-1 0 1,15-8-66,-23 11 22,1-1 0,-2 0 0,1 0 0,0-1 0,-1-1-1,-1 1 1,1-1 0,-1-1 0,-1 1 0,1-2 0,-2 1 0,1-1 0,-1 0 0,0 0 0,-1 0 0,-1-1 0,1 0 0,-2 0 0,0 0-1,0 0 1,0-3-22,-3 9 57,1 0-1,-1-1 0,-1 1 0,1 0 0,-1 0 1,0-1-1,0 1 0,0 0 0,-1 0 0,1 0 1,-1 0-1,-1 0 0,1 1 0,-1-1 0,0 1 1,0-1-1,0 1-56,-4-4 62,0 1 1,0 0 0,-1 0-1,1 0 1,-2 1-1,1 1 1,-1-1 0,-8-3-63,-10-3 38,-1 1 0,0 1 1,0 2-1,-1 0 1,-24-2-39,23 6-62,0 1 0,-23 2 62,51 0-43,0 1 1,0 0 0,0 0-1,0 1 1,0-1 0,0 0-1,0 1 1,0-1 0,1 1-1,-1-1 1,0 1 0,0 0-1,0 0 1,1 0 0,-1 0-1,0 0 1,1 0 0,-1 1-1,1-1 1,-1 0 0,1 1-1,0-1 1,-1 1 0,1 0-1,0-1 1,0 1 0,0 1 42,-2 4-601,1 1 0,0-1 0,1 1 0,0-1 0,0 1 0,0 6 601,1-12-128,-1 38-5052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4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1 2785,'0'0'12162,"0"0"-10689,0 0-433,-69 138 616,30-76-920,-3 3-216,3-2-80,3-8-264,5-8-176,17-11-176,11-14-1712,3-14-3433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50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11987,'0'0'2373,"0"0"-831,0 0-424,0 0-597,0 0-142,-3 26 394,2-23-740,-5 45 475,-2-1 0,-2 0 0,-8 21-508,16-64 84,-10 37 64,12-40-124,-1 0 1,1 0-1,0 0 1,-1 0-1,1 0 1,0 0-1,0 1 1,0-1-1,0 0 1,0 0 0,0 0-1,0 0 1,0 1-1,0-1 1,1 0-1,-1 0 1,0 0-1,1 0 1,-1 0-1,1 0 1,-1 0-1,1 0 1,0 0-1,-1 0 1,1 0-1,0 0 1,0 0 0,0 0-25,24 5 61,-1-2 1,1-1 0,0 0 0,0-2 0,0-1 0,0-1-1,9-2-61,-26 2-31,9 0-387,-1-2-1,1 1 1,-1-2-1,0 0 1,-1-1 0,6-3 418,-8 3-2045,-1-1 0,1-1 1,-1 0-1,7-6 2045,1-4-10289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5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12803,'0'0'3568,"0"0"-2255,0 0-345,0 0-137,1 25 294,32 425 1915,-33-438-3187,0-9-104,-1 0 0,1-1-1,0 1 1,0 0-1,0 0 1,0 0 0,1 0-1,-1 0 1,1 0-1,0 0 1,-1 0 0,1 0-1,1-1 1,-1 1-1,0 0 1,1-1 0,-1 1-1,1-1 1,0 0-1,0 1 1,0-1 0,0 0-1,0 0 1,0 0-1,1 0 1,0 0 251,11 0-6067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5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9826,'0'0'5948,"0"0"-4036,0 0-1079,0 0-137,-16 25-108,3-5-420,-8 11 246,1 1 0,2 1 0,2 0 0,-8 22-414,16-33 241,-21 56 1342,-4 27-1583,27-83 97,1 1 0,1 0 0,0 0 0,2 0-1,1 1 1,1-1 0,1 3-97,0-24 2,-1 0 0,1 0 0,-1-1 0,1 1 0,0 0 0,-1 0 0,1-1 0,0 1 0,0-1 0,0 1 0,0-1 0,1 1 0,-1-1-1,0 0 1,1 1 0,-1-1 0,1 0 0,-1 0 0,1 0 0,-1 0 0,1 0 0,0-1 0,-1 1 0,1 0 0,0-1 0,0 1 0,0-1 0,-1 0 0,1 1 0,0-1-2,11 1 12,-1 1 1,0-2-1,1 0 1,4-1-13,1 1 26,-7 0-68,0-1 1,0 1-1,1-2 1,-1 0-1,-1 0 1,1-1-1,0 0 1,-1-1-1,1 0 1,-1-1-1,0 0 1,-1 0-1,1-1 1,-1 0 0,0-1-1,0 0 1,-1-1-1,7-7 42,-13 13 2,-1 1 0,0-1 1,1 1-1,-1-1 0,0 0 0,0 1 1,0-1-1,0 0 0,0 0 0,-1 0 0,1 0 1,-1 0-1,1 0 0,-1 0 0,1 0 0,-1 0 1,0 0-1,0 0 0,0 0 0,0 0 1,-1 0-1,1 0 0,0 0 0,-1 0 0,1 0 1,-1 0-1,0 1 0,0-1 0,1 0 0,-1 0 1,-1 0-1,1 1 0,0-1 0,0 1 1,-1-1-1,1 1 0,0-1 0,-1 1 0,0 0 1,1-1-1,-1 1 0,0 0 0,1 0 0,-1 0 1,0 1-1,0-1 0,0 0 0,0 1 1,0-1-1,0 1-2,-20-4 36,0 1-1,0 1 1,-13 1-36,29 1-153,-1 0 0,1 0 0,-1 1-1,1-1 1,-1 2 0,1-1 0,0 1-1,-1-1 1,1 2 0,0-1 0,0 1 0,0 0-1,-4 3 154,6 4-3878,7-6-1543,8-2-6367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51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16740,'0'0'1760,"0"0"-1144,0 0 1320,0 161-919,0-94-57,-5 1-248,-4-8-264,1-13-376,2-9-16,6-13-56,0-12-232,0-8-624,3-5-1000,14-10-2321,0-13-5561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8:39:5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14739,'0'0'2335,"0"0"-1392,-8 27 32,-14 49 408,3 1 0,3 1 0,-4 79-1383,18-138 110,2 0 1,0 0-1,2 0 1,0 1-1,1-2 1,4 17-111,-5-30 5,0 0 0,0 0 1,0 0-1,0 0 0,1-1 1,0 1-1,0-1 1,0 0-1,1 0 0,-1 0 1,1 0-1,0 0 1,0-1-1,0 0 0,0 0 1,1 0-1,-1 0 1,1-1-1,0 0 0,0 0 1,0 0-1,0 0 1,0-1-1,0 0 0,0 0 1,1 0-1,0 0-5,5 0 13,0-1 0,0 0 0,1 0 0,-1-1 0,0 0-1,0-1 1,0-1 0,-1 1 0,1-2 0,0 1 0,-1-2 0,3-1-13,-8 4 7,0-1 0,0 0 1,0 0-1,-1 0 0,1-1 1,-1 1-1,0-1 0,0 0 1,-1-1-1,1 1 0,-1 0 0,1-1 1,-2 0-1,1 0 0,0 0 1,-1 0-1,0 0 0,0-1 1,0 1-1,-1 0 0,0-1 1,0 1-1,0-1 0,-1 0 1,0 1-8,0 3 1,0 0 1,-1 0 0,1 0 0,0 0 0,-1 0 0,0 0 0,1 0-1,-1 0 1,0 0 0,0 1 0,0-1 0,0 0 0,-1 1 0,1-1-1,0 0 1,-1 1 0,1 0 0,-1-1 0,1 1 0,-1 0 0,1 0-1,-1 0 1,0 0 0,0 0 0,0 0 0,0 0 0,1 1 0,-1-1 0,0 1-1,0-1 1,0 1 0,-1 0-2,-11-3-19,0 2 1,0 0-1,0 0 0,-7 2 19,7-1-40,0 0-162,-1 1 0,1 1 0,-1 0 0,1 1 1,0 1-1,0 0 0,-1 1 202,-56 24-5271,61-24 4117,-47 20-10646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14:18.0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10466 9895 614 0,'-81'-123'132'16,"-6"-10"-132"-16,25 38-28 0,13 20 2 15,11 22-33-15,0 11-103 16,-4 7 162-16,-8 3 75 16,-23 13 3-16,13 12-78 15,4 7-171-15</inkml:trace>
  <inkml:trace contextRef="#ctx0" brushRef="#br0" timeOffset="1847.44">8883 8638 666 0,'0'0'335'0,"0"0"205"15,0 0-279-15,0 0-66 0,0 0 34 16,0 0-55-16,0 0-26 16,-25-35-50-16,25 35-16 15,-2 0-22-15,0 0-29 16,0 3-4-16,-6 18-26 16,2 9 42-16,-3 9-23 15,-1 9 25-15,-4 5-14 16,1 3 28-16,-1 2-21 15,1 2-3-15,-1 3-5 16,1-1-11-16,-1-1 11 16,3 2-30-16,0-5 35 15,2 0-35-15,0-4 15 16,3-4-6-16,-1-1 10 0,0-6-10 16,0-2-3-16,3-4 5 15,-2-8-10-15,1-5-2 16,1-5 19-16,1-10-25 15,3-3 14-15,0-4-3 16,0-2-3-16,0 0 27 16,0 0 13-16,0-2-4 15,0-13 19-15,0-6-55 16,0-11 13-16,0-7-8 16,7-4-8-16,0-5 4 15,3-1-3-15,0 3 2 16,-3 5-1-16,-1 0 0 0,-2 1 1 15,1 0-2 1,-1 1 16-16,1-7-19 0,0 4 10 16,3-2-12-16,1 5 2 15,0 2 4-15,2 3 0 16,-2 5 0-16,0 4-4 16,-2-3 10-16,-3-2-11 15,3-3 17-15,-3-2-13 16,4 1 2-16,-4 2-1 15,0 7 5-15,-2 6-4 16,-2 5-2-16,0 6 2 16,0 4 2-16,0 1 8 15,0 3-14-15,0 0 15 16,0 0-18-16,0 0 7 16,0 0-2-16,0 0-6 0,0 0 6 15,0 0-6-15,0 8-4 16,-6 8 4-16,-4 4 1 15,2 9 6-15,-3 3 1 16,-3 0 0-16,3 4-1 16,0 2 1-16,0 4 0 15,0 4-1-15,-1 3 0 16,1 0 8-16,-2 2-8 16,1-1 0-16,2 1 0 15,-4 5 0-15,3-3 9 16,-2 3-9-16,-1-1 0 15,1-1-1-15,4-6 2 16,0-4-7-16,2-8 15 0,3-7-16 16,0-10 14-16,2-4-13 15,0-6 6-15,2-3-1 16,0-4 1-16,0-2 0 16,0 0 10-16,0 0-8 15,0 0 23-15,0-12-13 16,0-8-22-16,0-11 10 15,2-4-1-15,8-5-8 16,1-2 4-16,3-5 4 16,1-5 2-16,4-2-2 15,1-5 7-15,-3 0-18 16,1 1 13-16,-2 4-2 0,-3 5 1 16,0 3 0-16,1 4 0 15,-5 1 0 1,0-2 0-16,-3 1 7 0,1 4-19 15,-2 2 23-15,-3 7-13 16,0 11 4-16,-2 9-1 16,0 4 0-16,0 4-2 15,0 1 1-15,0 0-12 16,0 11 3-16,-2 16 0 16,-12 11-6-16,-1 8 25 15,-5 7-20-15,2 5 8 16,2 1-38-16,5 6-49 15,2 7-41-15,-2 37-47 0,5-16-382 16,1-9-678-16</inkml:trace>
  <inkml:trace contextRef="#ctx0" brushRef="#br0" timeOffset="29872.09">8798 9397 1011 0,'0'0'242'0,"0"0"-3"16,0 0 9-16,0 0-78 16,0 0-43-16,0 0 8 0,-33-85 7 15,21 73-26-15,1 5-11 16,-5-2-11-16,-1 3-12 15,-8 6-54-15,-6 0 14 16,-4 0-14-16,-11 3 1 16,-2 12-2-16,-4 5 1 15,-1 8-3-15,-2 5-7 16,-1 8 11-16,4 10-22 16,8 7 29-16,3 8-16 15,10 6 5-15,9 6-15 16,13 0-4-16,9 1-4 15,9-5 10-15,29-5 0 16,18-11 6-16,15-9 6 16,12-13-17-16,6-17-4 0,5-17-3 15,-8-2-2-15,-6-29-13 16,-11-13 15-16,-11-14 1 16,-13-13-1-16,-11-8 15 15,-14-6-13-15,-11-1 16 16,-9 4-17-16,0 8 2 15,-21 14-3-15,-10 12-1 16,-11 9-11-16,-9 13 3 16,-34 6-60-16,14 9-143 15,2 2-485-15</inkml:trace>
  <inkml:trace contextRef="#ctx0" brushRef="#br0" timeOffset="30796.44">9058 10490 1046 0,'0'0'285'16,"0"0"15"-16,0 0-38 16,0 0-146-16,-146-14-40 15,97 27-14-15,-5 13 33 16,-4 12 1-16,-2 10 0 15,-1 15-5-15,11 8 17 16,9 12-14-16,16 1-28 16,21 0-36-16,4-3-18 15,25-13-2-15,20-10-1 16,15-12 0-16,13-16-7 16,12-14 17-16,7-16-12 15,-1 0 5-15,-6-30-6 16,-10-18 2-16,-13-14 2 0,-12-31-4 15,-23 1 10 1,-16-4-15-16,-11 0 8 0,-27 22 14 16,-20 2 16-16,-11 14-20 15,-6 13-10-15,-2 16-8 16,4 18-1-16,0 11-19 16,-28 38-131-16,17 10-340 15,2 9-668-15</inkml:trace>
  <inkml:trace contextRef="#ctx0" brushRef="#br0" timeOffset="31464.12">8635 11659 1341 0,'0'0'188'16,"0"0"10"-16,0 0 51 15,0 0-162-15,-147 97 12 16,107-27 56-16,0 15-19 0,4 7-33 16,12-8-2-16,5 11-32 15,19-10-41-15,3-6 5 16,35-13-33-16,20-14 26 15,15-15 13-15,17-22 17 16,3-15-24-16,3-17-19 16,-9-32-2-16,-4-30-2 15,-19-36 1-15,-24-24 5 16,-20 7 43-16,-20 26-19 16,-4 36 24-16,-18 22-33 15,-7 1-7-15,-9 1-23 16,-9 2 0-16,-4 12-24 15,-38 22-93-15,13 8-126 0,2 2-508 16</inkml:trace>
  <inkml:trace contextRef="#ctx0" brushRef="#br0" timeOffset="32109.99">8430 12767 1298 0,'0'0'177'0,"0"0"-104"16,0 0 153-16,0 0-154 16,0 0-37-16,-161 63-16 15,111 3 72-15,2 14 8 16,13 8 27-16,14 4-39 15,19-6 2-15,2-5-18 16,32-15-30-16,17-18-3 16,18-20 8-16,15-22 9 15,5-6-36-15,3-36-1 16,-13-18-5-16,-12-30-1 16,-27-1 0-16,-25-6 52 0,-13-1 19 15,-24 13 6-15,-16-2 0 16,-12 16-61-16,-2 10-10 15,-3 13-18-15,-1 15-9 16,-20 27-88-16,15 0-148 16,10 5-462-16</inkml:trace>
  <inkml:trace contextRef="#ctx0" brushRef="#br0" timeOffset="32650.32">8196 13888 1467 0,'0'0'215'0,"0"0"-158"15,0 0 159-15,-151 34-73 16,109 12-27-16,5 33-8 16,15 3 18-16,20 10-37 15,2 3-32-15,34-11-16 16,16 4-26-16,18-12 11 16,5-18-17-16,10-22 5 15,-4-22-8-15,2-14 9 16,-8-39-7-16,-1-36 2 15,-9-35 10-15,-17-29 5 16,-17 7 68-16,-24 28-20 16,-5 35 30-16,-12 32-40 0,-21-1-29 15,-21 1-34-15,-77 9-29 16,9 12-125-16,-10 14-627 0</inkml:trace>
  <inkml:trace contextRef="#ctx0" brushRef="#br0" timeOffset="34558.53">12503 9506 1832 0,'0'0'290'15,"0"0"-235"-15,0 0-54 16,0 0 5-16,0 0-2 16,0 0 5-16,-18 95-5 15,13-81 11-15,1-5 34 16,4-2-24-16,0-7-1 16,9 0 10-16,24-18-34 15,50-40-58-15,-7 6-321 16,-3-7-1160-16</inkml:trace>
  <inkml:trace contextRef="#ctx0" brushRef="#br1" timeOffset="105254.43">17311 12406 1205 0,'0'0'170'0,"0"0"-105"16,0 0 131-16,0 0-126 16,0 0-39-16,0 0 68 15,72-34-5-15,-41 20 22 16,9-4-37-16,11-4 4 16,12-3-18-16,14-2-21 15,10-4-17-15,11 2-1 16,23-5 17-16,30-7-6 15,44-8 10-15,25-4-19 0,10 0 10 16,-7-2-9-16,-30 9 14 16,-16 2-24-16,-19 0-4 15,-38 5-3-15,-26 5-4 16,-27 4 5-16,-10 2-12 16,11-7 28-16,7-8-8 15,10-3 53-15,-6 2 8 16,-13 2-14-16,-15 10-16 15,-17 6-15-15,-14 7-23 16,-14 11-8-16,-6 7-6 16,-6 1-57-16,-65 21-94 15,4 10-220-15,-11 1-275 0</inkml:trace>
  <inkml:trace contextRef="#ctx0" brushRef="#br1" timeOffset="105958.1">17558 12443 899 0,'0'0'131'0,"0"0"-131"0,0 0 96 16,0 0-50 0,0 0 96-16,0 0 90 0,0 0-56 15,-26-51 38-15,21 49-29 16,1 2-19-16,1-2-43 15,3 2-35-15,0 0-15 16,0 0 21-16,0 0-9 16,14 0-17-16,6 9-2 15,9 8-14-15,12 10-19 16,11 11-27-16,13 9 24 16,16 14-29-16,28 20 20 15,29 28-3-15,34 30 2 16,2 9-19-16,-20-4 0 15,-30-13 10-15,-46-35-11 16,-24-20 7-16,-19-18 2 0,-6-13 27 16,0 4 3-1,4 6 12-15,-1 1-15 0,-3-12 0 16,-9-11-6-16,-5-8-9 16,-5-9-8-16,-6-10-11 15,3-6 4-15,1 0-6 16,8-12 0-16,18-37-77 15,-1 5-123-15,-4-5-716 0</inkml:trace>
  <inkml:trace contextRef="#ctx0" brushRef="#br1" timeOffset="106605.36">17884 10842 1728 0,'0'0'299'0,"0"0"50"15,0 0-140-15,0 0-140 16,0 0-8-16,51 171 30 16,-33-94-37-16,-2 4 14 15,-1-6-41-15,-1-7-15 16,-1-10-12-16,-1-11 1 15,-6-10-1-15,-4-11-83 16,-2-14-117-16,-6-9-372 0,-10-3-435 16</inkml:trace>
  <inkml:trace contextRef="#ctx0" brushRef="#br1" timeOffset="107010.47">17902 10910 1378 0,'0'0'214'16,"0"0"-79"-16,0 0 123 16,147-112-140-16,-94 84-72 15,-3 7-34-15,-11 10 9 16,-10 8-20-16,-13 3 17 16,-9 19-17-16,-7 15 8 0,0 10-8 15,-13 4 8-15,-3 4-8 16,-4 2 0-16,2 1 1 15,-2-3 5-15,-3-3-4 16,6-6-2-16,1-5-1 16,3-6 0-16,9-6 1 15,4-6 0-15,0-3-1 16,13-7 13-16,11-3 142 16,8-5 15-16,3-2-45 15,1 0-13-15,-1 0-57 16,-6 0-25-16,-6-2-20 15,-3-1-9-15,-5 3-1 16,1 0-15-16,-1 0-4 16,1-2-53-16,-1 0-65 15,4-8-162-15,-3-1-198 0,-5-3-794 16</inkml:trace>
  <inkml:trace contextRef="#ctx0" brushRef="#br1" timeOffset="107490.46">18439 10730 1543 0,'0'0'276'16,"0"0"-174"-16,0 0 28 15,0 0 50-15,40 118-36 16,-18-60-36-16,-2 8 1 0,3 3-38 15,0 0-13-15,-6-8-57 16,-1-3 20-16,-3-8-20 16,-7-11 6-16,-4-10-7 15,2-11 2-15,-4-5-1 16,2-10 0-16,-2-1 11 16,0-2-12-16,0 0 39 15,0-11 27-15,-6-10-16 16,-2-2-29-16,3-8 9 15,5-3 0-15,0-3-10 16,11-4-6-16,16 3-13 16,4 1-2-16,3 12 14 0,-1 4-13 15,-1 14 14-15,-6 7 6 16,-1 0-19-16,-3 18 4 16,-3 10-5-16,-4 5 1 15,-5 2 3-15,0-1 3 16,-1-6-8-16,-3-4 2 15,1-8-2-15,2-5-16 16,0-10-71-16,4-1-137 16,-1-16-403-16,-4-6-606 0</inkml:trace>
  <inkml:trace contextRef="#ctx0" brushRef="#br1" timeOffset="107784.47">18947 10343 1415 0,'0'0'269'15,"0"0"-1"-15,0 0 18 16,0 0-154-16,0 0-21 15,0 0-14-15,60 110-36 16,-39-68-27-16,-6 0-10 16,-1-4-24-16,-3-2 9 15,-5-5-9-15,1-4-2 16,-2-7-105-16,-5-1-188 0,0-6-187 16,0-8-413-16</inkml:trace>
  <inkml:trace contextRef="#ctx0" brushRef="#br1" timeOffset="107979.36">18825 10614 1162 0,'0'0'176'0,"0"0"-129"15,129-27 94-15,-40 15-100 16,-15 2-41-16,-12 2-559 0</inkml:trace>
  <inkml:trace contextRef="#ctx0" brushRef="#br1" timeOffset="109698.77">17248 13709 986 0,'0'0'893'0,"0"0"-778"16,-15 105 2-16,8 3 183 16,5 25-117-16,2-1-73 15,0-28-18-15,0-33-50 16,12-20-2-16,-2-2-39 16,-1 1-1-16,3-4 0 15,-4-17-7-15,-3-15-96 16,-5-14-220-16,0-21-155 0,0-11-467 15</inkml:trace>
  <inkml:trace contextRef="#ctx0" brushRef="#br1" timeOffset="110140.29">17135 13851 1520 0,'0'0'232'15,"0"0"-16"-15,26-111 96 16,13 69-199-16,9 3-64 15,11 6 3-15,3 7-23 16,0 6-5-16,-2 11-11 16,-8 9-7-16,-10 0 3 0,-11 16-9 15,-13 14 0 1,-15 11 1-16,-3 5-1 0,-19 4 9 16,-14 1-8-16,-7 0 5 15,-2-1-4-15,-3-3 7 16,5-3-3-16,3-3-5 15,5-3-1-15,8-4 0 16,6-3 1-16,7-6 0 16,4-4-1-16,4-8 5 15,3-1-4-15,0-3 24 16,5-1 35-16,11 2 40 16,4-2 9-16,7 3-6 15,0-8-30-15,2 1-19 0,-1-2-33 16,-1-2-13-1,2 0-7-15,-5 0 7 0,1 0-16 16,-2 0 5-16,-4 0-28 16,1 0-46-16,1 0-56 15,10-6-138-15,-2-4-313 16,-3-2-384-16</inkml:trace>
  <inkml:trace contextRef="#ctx0" brushRef="#br1" timeOffset="110599.66">17871 13633 1270 0,'0'0'624'0,"0"0"-509"0,0 0 27 16,0 0 9-1,4 109 21-15,7-35-32 0,-5 14 1 16,2 0-50-16,-6-1 26 15,-2-7-68-15,2-14-1 16,-2-10-12-16,0-14-8 16,0-10-22-16,0-13-5 15,2-10 8-15,-2-6-3 16,0-3 17-16,0-4 20 16,0-21 34-16,3-13-53 15,3-6-12-15,6-8-12 16,3 2 0-16,7 6 0 0,5 11 0 15,2 8-1 1,3 11 2-16,-1 7-10 16,-2 7 9-16,0 11-1 0,-8 15-4 15,0 9 5-15,-10 8 1 16,-4-1 0-16,-3-4-1 16,-4-2 0-16,0-6 0 15,0-8-42-15,0-4-29 16,0-5-37-16,0-8-46 15,0 0-68-15,0-5-59 16,5-19-83-16,-1 1-448 0</inkml:trace>
  <inkml:trace contextRef="#ctx0" brushRef="#br1" timeOffset="110863.04">18347 13659 492 0,'0'0'1117'15,"0"0"-844"-15,0 0-64 16,0 0-70-16,0 0-102 15,0 0-37-15,0 0-14 16,56-37-42-16,-56 37-31 0,0 0-130 16,0 0-706-16</inkml:trace>
  <inkml:trace contextRef="#ctx0" brushRef="#br1" timeOffset="112536.43">18405 13691 375 0,'0'0'519'0,"0"0"-327"16,0 0-1-16,0 0-5 0,0 0-112 15,0 0-30-15,-89 23-1 16,94-23 62-16,15 0-24 16,9-13-17-16,2 1-23 15,2 0-3-15,3 3 18 16,2-4-14-16,-6 5-4 16,-5 2-20-16,-8 5 1 15,-13-1-19-15,-6 2 1 16,0 0 2-16,-19 0 15 15,-10 0 2-15,0 2 32 16,0 4 7-16,4-2-7 16,10 0 13-16,5-3-44 0,10-1-2 15,0 0-11 1,0 0 9-16,10 0 1 0,10-1 4 16,4-12-7-16,3 3-9 15,0-2 6-15,-2 0-12 16,-8 5 9-16,-3-1-3 15,-14 5-5-15,0 3 1 16,-29 0 15-16,-25 16-11 16,-13 8-5-16,-7 5-1 15,8-3 6-15,10-1-12 16,18-4 2-16,23-1 3 16,15-8-160-16,0-7-654 0</inkml:trace>
  <inkml:trace contextRef="#ctx0" brushRef="#br1" timeOffset="154430.26">21611 10542 1121 0,'0'0'207'0,"0"0"-88"16,0 0 211-16,0 0-142 16,0 0-49-16,0 0-6 15,-18 0-6-15,18 0-10 16,0 0-22-16,0 0 11 15,7 0-2-15,13 0-29 0,13-11-44 16,14-7-19-16,16-2 5 16,14-8-7-16,35-10 16 15,44-17-5-15,56-15 4 16,22-1 10-16,0 2 5 16,-17 11-33-16,-33 11-1 15,-12 4-4-15,-18 3 8 16,-31 5-1-16,-34 10-8 15,-29 4 12-15,-18 4 11 16,-2 1 14-16,-7 0 20 16,-4 0 16-16,-13 6-4 15,-9 2-13-15,-5 4-23 16,0 4-26-16,-2 0-8 0,0 0-2 16,0 0-68-16,-4 8-113 15,-19 8-130-15,-6 5-509 0</inkml:trace>
  <inkml:trace contextRef="#ctx0" brushRef="#br1" timeOffset="155354.88">21661 10597 796 0,'0'0'234'0,"0"0"22"16,0 0 80-16,0 0-116 15,0 0-27-15,0 0 18 16,0 0-47-16,-19-15-57 16,19 15-32-16,0 0-31 15,0 0-23-15,0 0-10 16,0 8 2-16,9 6 44 0,14 6 35 16,8 6-5-16,9 1-35 15,15 4-17-15,35 8-14 16,55 4-3-16,64 7 8 15,28 7 6-15,-2-1-8 16,-29-3-14-16,-68-11 5 16,-38-5-14-16,-31-12 6 15,-13-6-6-15,-2-1 5 16,-2-4-6-16,-6 0 1 16,-13-9 1-16,-12-3-1 15,-9-2 13-15,0 0-14 16,1 0 7-16,-2 0-7 15,1 0-1-15,-2 0-92 0,-10 12-142 16,0-1-301-16,0-1-369 16</inkml:trace>
  <inkml:trace contextRef="#ctx0" brushRef="#br1" timeOffset="156255.09">21613 10606 563 0,'0'0'311'16,"0"0"-15"-16,0 0-22 0,0 0-95 15,0 0-23 1,0 0-14-16,0 0-12 0,0 0-31 15,0 2-6-15,0 1-16 16,0 1-27-16,0 5 17 16,0 0 14-16,0 3-8 15,0 5-18-15,0 1-10 16,3 3-3-16,15 8-8 16,1 5-1-16,10 9 0 15,7 10 0-15,7 8-12 16,10 7 5-16,12 10-17 15,28 23 9-15,37 23-4 16,30 23-1-16,5 4 7 16,-17-11-1-16,-44-31-4 15,-40-33-4-15,-19-20 2 0,-13-12-10 16,-1 2 9-16,-2 1-11 16,-4-5 6-16,-8-12 2 15,-6-10 14-15,-4-8-4 16,-3-6 2-16,-1-2 5 15,-1-2-17-15,2-2 3 16,-2 0-11-16,0 2-2 16,0-2-29-16,1 0-69 15,0-12-168-15,-1-8-542 0</inkml:trace>
  <inkml:trace contextRef="#ctx0" brushRef="#br1" timeOffset="157171.43">21473 10592 916 0,'0'0'292'16,"0"0"14"-16,0 0-38 15,0 0-75-15,0 0 4 16,0 0-63-16,0 0-32 0,-5-23-21 16,5 18-4-16,2-8-13 15,15-4-30-15,5-10-11 16,7-7 3-16,9-12-5 15,10-9-3-15,10-16 6 16,29-25-14-16,36-35 14 16,40-27 2-16,22-11 7 15,2 12 2-15,-35 39-3 16,-48 40 2-16,-32 24 2 16,-23 10 19-16,-4 0-20 15,-6-2 19-15,-1 0-20 16,-13 10 5-16,-9 9-3 0,-7 10-1 15,-3 6-16 1,-4 6 5-16,0 2-15 0,-2 3-3 16,0 0-6-16,0 0 0 15,0 0-1-15,0 0-5 16,0 0-10-16,0 0-57 16,-8 24-58-16,-8-1-66 15,1 0-516-15</inkml:trace>
  <inkml:trace contextRef="#ctx0" brushRef="#br1" timeOffset="157839.29">23847 8860 1758 0,'0'0'298'0,"0"0"27"16,0 0-60-16,0 0-188 16,0 0-47-16,0 0 64 15,-74 162-1-15,47-101-14 16,1 0-13-16,8-11-23 15,7-12-1-15,4-9-34 16,5-12 1-16,2-9-8 16,0-8 8-16,0 0 2 0,12-16 10 15,9-16-9 1,2-8-11-16,4-10 6 16,0-6-6-16,-3-4 6 15,2-1-6-15,-1 5 0 16,0 8-1-16,-5 9 1 0,-5 13 0 15,-1 15 14-15,-1 11-1 16,5 2-13-16,-1 24 13 16,6 4 4-16,2 7 11 15,-1-2 0-15,3-1-5 16,-3-1-11-16,3-4-5 16,-5 0-8-16,1-7 0 15,-6 0 0-15,-3-4-51 16,-3-2-45-16,-7-4-82 15,-4-6-111-15,-2-3-429 0,-13-3-760 16</inkml:trace>
  <inkml:trace contextRef="#ctx0" brushRef="#br1" timeOffset="157989.57">23840 9176 1857 0,'0'0'495'0,"0"0"-242"16,0 0-36-16,0 0-142 15,141-16-57-15,-66 4-17 16,6 6-1-16,30 6-31 16,-19 0-281-16,-17 0-527 0</inkml:trace>
  <inkml:trace contextRef="#ctx0" brushRef="#br1" timeOffset="158582.69">24814 9599 2006 0,'0'0'501'15,"0"0"-409"-15,0 0 60 16,-22 102-17-16,22-42-53 15,0 7-18-15,5-3-9 16,6-3-25-16,0-10-12 16,-4-12-6-16,-3-13-10 0,-2-13 5 15,-2-13-7-15,0 0 27 16,-6-25-13-16,-10-12-2 16,1-13-6-16,-1-10 1 15,9-4 7-15,7-1-13 16,11 5 15-16,34 7-2 15,15 7-14-15,13 14-1 16,6 15 0-16,-8 13 1 16,-15 4-1-16,-19 18 0 15,-21 14 1-15,-16 5 0 16,-8-2-5-16,-23 0 4 16,-4-5 2-16,6-9-2 0,10-7 2 15,9-5-1 1,6-8 1-16,4-1 8 0,0 0-9 15,25 0 0-15,6 0-11 16,10 10 2-16,1 11-6 16,-5 11-1-16,-6 8 16 15,-10 7-12-15,-19 4 5 16,-2-1 2-16,-25-4 5 16,-15-4 1-16,-5-6 7 15,3-9-7-15,0-8 1 16,2-6-2-16,-21-13-44 15,13 0-122-15,-4 0-678 0</inkml:trace>
  <inkml:trace contextRef="#ctx0" brushRef="#br1" timeOffset="159123.38">24282 11332 1989 0,'0'0'271'15,"0"0"-145"-15,0 0 108 16,0 0-62-16,-42 136-27 16,32-87-49-16,2-11-32 15,3-4-28-15,3-13-12 16,2-9-24-16,0-10 13 15,0-2-1-15,0-11 24 16,15-24-1-16,8-13-23 16,6-10-6-16,0-7-5 0,2 1 5 15,-2 5 0-15,0 13 6 16,-4 13-11-16,-6 17 16 16,-1 16 11-16,-2 0-27 15,0 25 1-15,1 12 10 16,1 5-12-16,0 4 0 15,-3-2 0-15,-3-5 0 16,-3-5-1-16,-5-8-81 16,-4-11-93-16,-4-8-409 15,-14-7-1042-15</inkml:trace>
  <inkml:trace contextRef="#ctx0" brushRef="#br1" timeOffset="159273.94">24251 11510 2133 0,'0'0'537'0,"0"0"-291"0,0 0-28 16,0 0-140-16,0 0-46 16,133-34-25-16,-63 12 4 15,1-6-11-15,20-22-39 16,-20 4-138-16,-11 3-568 0</inkml:trace>
  <inkml:trace contextRef="#ctx0" brushRef="#br1" timeOffset="159701.78">24917 11255 1152 0,'0'0'379'0,"0"0"-32"16,0 0 201-16,29 143-368 16,-12-99-37-16,4-6 2 15,-5-8-55-15,-3-8-35 16,-7-11-31-16,-1-8-6 0,-5-3-3 16,0-17 1-16,-7-18-16 15,-8-11-33-15,-3-9-10 16,3-3 18-16,5 2 17 15,10 3 8-15,0 14 0 16,18 9-7-16,14 12 6 16,3 12-10-16,-2 6 11 15,-6 0 0-15,-6 22 0 16,-17 3 0-16,-4 2-6 16,0-3 6-16,-16-6 0 15,3-6 0-15,9-8-20 16,4-4 9-16,10 0 10 15,26-2-9-15,18-4 9 16,10 6-5-16,7 0-1 16,1 27 7-16,-10 8 0 0,-10 10 7 15,-21 3 28-15,-22 2 10 16,-9-2 13-16,-21-3 6 16,-18 1-10-16,-6-7-28 15,-6 1-25-15,-3-2-1 16,-37 20-112-16,12-9-201 15,2-2-1199-15</inkml:trace>
  <inkml:trace contextRef="#ctx0" brushRef="#br1" timeOffset="160068.67">23807 12378 869 0,'0'0'1135'16,"0"0"-911"-16,0 0 66 15,-129 101-124-15,106-42-87 16,17 4-8-16,6-3-17 15,22-7-20-15,27-16-10 16,13-16-7-16,14-20-10 0,0-2 16 16,-2-32-14-16,-14-15 3 15,-16-9-11-15,-17-4 49 16,-19-1-12-16,-8 4-7 16,-17 9-10-16,-30 16-13 15,-20 13-8-15,-68 27-43 16,10 21-147-16,-3 10-814 0</inkml:trace>
  <inkml:trace contextRef="#ctx0" brushRef="#br1" timeOffset="31845.41">20334 14409 1392 0,'0'0'264'0,"0"0"-173"16,0 0 118-16,0 0 50 15,0 0-100-15,0 0-79 16,-18 4-2-16,55-22-35 16,19-8 43-16,31-18-17 15,46-16-11-15,49-22-21 16,25-8 1-16,-2 5-17 0,-26 16-13 15,-57 22 0 1,-39 19-7-16,-35 10-2 0,-16 6 12 16,-6 3-8-16,-1-6-2 15,-2 3 4-15,-10 2-4 16,-6 4 8-16,-5 3 2 16,-2 0 2-16,0 3-13 15,0 0-2-15,0 0 1 16,0-2-48-16,0 2-48 15,-22-7-180-15,1 2-311 16,-1-1-496-16</inkml:trace>
  <inkml:trace contextRef="#ctx0" brushRef="#br1" timeOffset="32159.56">21362 13705 1410 0,'0'0'290'15,"0"0"-130"-15,0 0 209 16,0 0-102-16,0 0-162 16,0 0-68-16,0 0-10 15,87 3-6-15,-34-3-8 16,0 0-11-16,-1 0 2 16,-8 0 10-16,-3 1-8 15,-10 11-6-15,-5 5 0 16,-8 4 0-16,-9 8 15 15,-9 8 31-15,0 4-10 16,-13 7 11-16,-12 0-32 0,-2-4 5 16,0-3-11-1,8-9-4-15,3-8-5 0,9-7-27 16,7-3-134-16,0-3-218 16,0-5-405-16</inkml:trace>
  <inkml:trace contextRef="#ctx0" brushRef="#br1" timeOffset="32693.1">22450 13575 1991 0,'0'0'309'16,"0"0"-241"-16,0 0 119 16,-45 139-65-16,30-71-56 15,1 1 46-15,3-6-41 16,4-10-32-16,2-12-33 15,3-12 0-15,2-11-5 0,0-12 1 16,0-6 13 0,0 0-2-16,0-27 29 0,0-10-42 15,0-16 9-15,7-8-8 16,6-6 0-16,6 1 1 16,0 5-2-16,4 13 1 15,-3 12-1-15,-1 18 30 16,0 18-18-16,-2 0 6 15,3 25-1-15,-2 10 25 16,2 7-26-16,-4 1 2 16,-3-1-6-16,-1 0-11 15,-2-4 0-15,3-4 5 16,-1 0-10-16,1-6 4 16,1-2-24-16,1-5-53 15,1-5-51-15,-3-8-162 0,-3-7-419 16,-6-1-874-16</inkml:trace>
  <inkml:trace contextRef="#ctx0" brushRef="#br1" timeOffset="32836.58">22476 14087 2089 0,'0'0'246'0,"0"0"-152"16,0 0-30-16,223-81-64 15,-123 57-104-15,-8 9-553 0</inkml:trace>
  <inkml:trace contextRef="#ctx0" brushRef="#br1" timeOffset="33728.71">20417 14512 1455 0,'0'0'312'0,"0"0"-132"15,0 0 145-15,0 0-142 16,0 0-116-16,0 0 64 15,0 0-14-15,113 40-29 16,-55-12-21-16,14 8-4 16,30 16-20-16,39 10-16 15,36 8-2-15,24 2-13 16,-4-7-3-16,-14-11 0 16,-30-8-1-16,-32-10-8 15,-30-8 12-15,-34-10-12 16,-14-5-1-16,-7 0-5 0,-5-4-38 15,-9 0-3-15,-13-9-4 16,-9 0 36-16,0 0-17 16,-2 0 5-16,-13-16-13 15,-6-2-18-15,-1-2-38 16,-3-2 1-16,-4-4 52 16,-2-2 34-16,0 3 9 15,0 2 21-15,6 0 55 16,3 6 12-16,8 2 13 15,6 8-13-15,6 2-4 16,2 5-60-16,0 0-24 16,22 18 0-16,7 8 7 0,7 9 23 15,3 5-28-15,1 2 23 16,-1 3-13 0,-10-6-10-16,-7-2-1 0,-13 3 0 15,-9-8 15-15,0 1-10 16,-14-4 0-16,-3-3 0 15,-1-3-12-15,7-11-64 16,1-3-113-16,8-7-519 0</inkml:trace>
  <inkml:trace contextRef="#ctx0" brushRef="#br1" timeOffset="34322.61">22830 15136 1807 0,'0'0'322'0,"0"0"-126"16,0 104 121-16,0-65-181 16,0-2-48-16,3-7-26 15,-1-10-36-15,0-8 2 16,-2-12-27-16,0 0 22 0,-17-21-4 16,-8-20-4-1,-4-8-9-15,2-10 9 0,7-4 9 16,11-7 4-16,9 3 18 15,12 4-45-15,23 9 8 16,5 16-9-16,0 19 0 16,-7 18-8-16,-10 1 0 15,-19 32-2-15,-4 12 10 16,-27 2-1-16,-10 2 2 16,-1-8 10-16,9-12-11 15,13-10 0-15,16-12-15 16,0-6-6-16,29 0 17 15,16 0 4-15,9 0 7 0,4 10-7 16,-6 4 0 0,-6 8 2-16,-17 2-10 0,-14 5 2 15,-15 3 6-15,-2 4 1 16,-27-7 5-16,-11 0-6 16,-2-3 0-16,-3-6-20 15,-3-3-35-15,-16 4-53 16,9-7-384-16,3-2-1104 0</inkml:trace>
  <inkml:trace contextRef="#ctx0" brushRef="#br1" timeOffset="35118.83">20227 14749 1018 0,'0'0'564'16,"0"0"-372"-16,0 0 59 15,0 0-73-15,0 0-97 16,0 0-43-16,0 0 88 15,42 48 66-15,7 30-43 0,29 35-29 16,22 36-27 0,10 12-46-16,-6-11-14 0,-8-15-32 15,-26-35 16-15,-14-22-11 16,-12-20 6-16,-6-8 1 16,4 8-2-16,0 1-11 15,4-1 0-15,-15-10-7 16,-10-12 13-16,-7-14-12 15,-5-12 3-15,-7-10-45 16,-2 0-19-16,0-27-110 16,-2-4-409-16,-11 4-139 0</inkml:trace>
  <inkml:trace contextRef="#ctx0" brushRef="#br1" timeOffset="35365.43">21115 15927 1553 0,'0'0'374'0,"0"0"-152"15,0 0-10-15,0 0-81 16,0 0 15-16,115 89-60 16,-72-49-22-16,1 2-13 15,-4-2-21-15,-2-4-15 16,-9-2-13-16,-9-2 8 16,-11-6-9-16,-9-4 1 15,0 1 9-15,-25-4-1 16,-12 2 17-16,-10-3-6 15,-3-9-13-15,8-4-8 16,7-5-60-16,16 0-135 16,11 4-165-16,6-4-409 0</inkml:trace>
  <inkml:trace contextRef="#ctx0" brushRef="#br1" timeOffset="36242.68">22351 16160 788 0,'0'0'951'16,"0"0"-796"-16,0 0 123 15,0 0-45-15,0 0-132 16,0 0-40-16,0 0-10 16,-142-36-18-16,105 62-11 15,-2 10 32-15,3 8-21 0,7 2 17 16,13 3-15 0,14 1-7-16,2-10-10 0,25-6-12 15,18-10 6-15,11-10-12 16,14-12 11-16,1-2-10 15,0-4-2-15,-7-12-91 16,-15-3-111-16,-20-8-258 16,-16 8-97-16,-11-2-918 0</inkml:trace>
  <inkml:trace contextRef="#ctx0" brushRef="#br1" timeOffset="36971.94">20247 14795 1094 0,'0'0'203'0,"0"0"-145"0,0 0 46 16,0 0 23-16,0 0-15 16,0 0 68-16,0 0-60 15,29 118 21-15,-20-69-2 16,5 14-36-16,1 7 0 16,7 30-5-16,5 35-18 15,9 43-31-15,-3 14 23 16,-2-1-14-16,-4-20 3 15,-5-29-17-15,0-3-11 16,3-9-8-16,-7-24-7 16,-3-22-3-16,-3-26-7 15,-1-7 12-15,-3 2-19 16,2 5 16-16,-1-5-10 16,-3-16 1-16,-2-11-8 0,2-13 1 15,-6-9 0-15,0-4-1 16,0 0-7-16,0-17-81 15,0-18-108-15,0 3-442 16,0 2-647-16</inkml:trace>
  <inkml:trace contextRef="#ctx0" brushRef="#br1" timeOffset="37266.17">20490 16695 383 0,'0'0'1735'0,"0"0"-1533"0,0 0-175 16,0 0-11-16,0 0-3 15,0 0-12-15,60 103 5 16,-51-90-6-16,-5-2 6 16,-4-8-4-16,0-3 12 15,0 0 22-15,0 0-12 16,-4-9 3-16,-7-3-26 15,2 2 7-15,4-5-7 16,3 3-2-16,2-6-9 16,0 5-2-16,0-5-50 15,20-1-119-15,-1 3-79 16,-2 6-484-16</inkml:trace>
  <inkml:trace contextRef="#ctx0" brushRef="#br1" timeOffset="38302.58">22108 16026 519 0,'0'0'592'0,"0"0"-526"0,0 0-66 15,0 0-309-15</inkml:trace>
  <inkml:trace contextRef="#ctx0" brushRef="#br1" timeOffset="39172.41">22149 16078 1273 0,'0'0'330'0,"0"0"-149"15,0 0 27-15,0 0-116 16,0 0-47-16,6 116 74 15,-6-44-4-15,0 10-25 0,-4 3 29 16,-12-5-41-16,3-10-16 16,1-12-26-16,6-17 3 15,4-18-21-15,2-10-6 16,0-13-11-16,0 0 20 16,0-14 39-16,6-20-45 15,-2-12 0-15,-1-12-9 16,-3 0-2-16,0-5-4 15,0-4 1-15,-7 9 7 16,7-4-8-16,0 8 6 16,0 2-6-16,18 10 0 15,5 7 6-15,4 14-2 16,4 19-4-16,2 2-1 0,5 28 1 16,2 25 13-16,3 8-2 15,-1 7-10-15,-1 4 19 16,2-5-13-16,-5-1 1 15,-7-13-1-15,-6-2-7 16,-8-15 1-16,-7-6-1 16,-4-11 0-16,-6-10 0 15,0-4-21-15,0-5-17 16,0 0-11-16,-8-14-120 16,-23-5-209-16,1 1-104 15,-1 6-382-15</inkml:trace>
  <inkml:trace contextRef="#ctx0" brushRef="#br1" timeOffset="39346.84">22128 16624 1388 0,'0'0'333'15,"0"0"-24"-15,0 0 67 16,0 0-187-16,0 0-107 16,0 0-52-16,158-97 7 15,-86 65-19-15,-3-1 6 16,-6 7-24-16,-10 5-110 15,0-6-369-15,-14 9-127 16,-10 4-638-16</inkml:trace>
  <inkml:trace contextRef="#ctx0" brushRef="#br1" timeOffset="39825.21">22730 16226 1060 0,'0'0'1051'15,"0"0"-803"-15,0 0-113 0,0 0 23 16,0 0-30-16,0 0-55 15,105 130 0-15,-81-85-37 16,-3-5-1-16,-8-4-29 16,-5-10 3-16,-2-4-9 15,-6-12 0-15,0-10 0 16,-2 0 0-16,-15-27 16 16,1-14-14-16,1-11 1 15,5-12 3-15,4 1-6 16,6 1 0-16,6 8-1 15,19 10-5-15,8 3 1 16,2 16 4-16,-4 11 1 0,-6 14-1 16,-12 4-18-16,-13 28 10 15,0 17-3-15,-27 0-4 16,-4 1-20-16,4-10-34 16,10-14-30-16,15-17 13 15,2-9 23-15,15 0-15 16,18-9 79-16,7 1 9 15,7 8 30-15,-3 0 19 16,-1 17-2-16,-10 15-12 16,-12 7-14-16,-17 6 10 15,-4 5-13-15,-18 2 24 16,-20-6-35-16,-7-2 3 16,-5-8-17-16,-4-10-2 0,0 1-5 15,-2-5-66-15,-28 14-144 16,12-8-289-16,6 2-543 0</inkml:trace>
  <inkml:trace contextRef="#ctx0" brushRef="#br1" timeOffset="40283.54">21212 17219 1377 0,'0'0'302'0,"0"0"-214"16,-31 110 209-16,31-52-117 16,0-4-40-16,13-5-23 15,18-10-6-15,14-20-32 0,11-19-6 16,13-8 1-16,4-33 22 15,-1-13-11-15,-15 0-61 16,-20-4 7-16,-22 10-11 16,-15 4 5-16,-17 12-23 15,-26 9-4-15,-13 20-2 16,-49 15-107-16,14 24-195 16,0 8-885-16</inkml:trace>
  <inkml:trace contextRef="#ctx0" brushRef="#br1" timeOffset="42903.06">27249 9073 1506 0,'0'0'252'16,"0"0"132"-16,0 0-64 15,0 0-152-15,0 0-80 16,0 0-64-16,-4 35-9 16,4 17 40-16,0 16 30 15,0 11-61-15,0 6 24 16,0-1-30-16,0-3 3 15,-6-9-14-15,-2-7-5 16,-1-12 4-16,0-11-5 16,2-10-2-16,1-9 4 15,1-11-12-15,3-10-63 16,-2-11-5-16,0-15-205 0,-2-5-525 0</inkml:trace>
  <inkml:trace contextRef="#ctx0" brushRef="#br1" timeOffset="43220.27">27210 9114 1181 0,'0'0'275'16,"0"0"-33"-16,141-73-55 15,-72 49-54-15,-7 14-22 0,-6 10-59 16,-13 0-22-16,-14 29-16 15,-11 4-5-15,-14 9 16 16,-4 3-1-16,-2-1 78 16,-25 0 5-16,-7 0 6 15,-7-4-19-15,-7-3-24 16,-2-8-27-16,2-5-26 16,6-6-5-16,9-6-6 15,6-5-3-15,9-5-3 16,5-2-12-16,6 0-48 15,7-18-92-15,0 2-231 16,5-1-284-16</inkml:trace>
  <inkml:trace contextRef="#ctx0" brushRef="#br1" timeOffset="43511.42">27931 8949 872 0,'0'0'541'0,"0"0"-423"16,0 0 128-16,0 0-97 15,-107 129 17-15,85-71 39 16,6 4-30-16,5-4-53 0,9-7-61 15,2-12-28 1,0-4-26-16,8-7 0 0,6-9 8 16,-1 1-30-16,10 1-59 15,-4-5-247-15,-1-2-383 0</inkml:trace>
  <inkml:trace contextRef="#ctx0" brushRef="#br1" timeOffset="43901.92">28016 9636 1480 0,'0'0'332'0,"0"0"-63"15,0 0-7-15,0 0-193 0,0 0-21 16,0 0-32 0,10-125 23-16,0 88 28 0,-1-2-17 15,1-2-2-15,7 0 12 16,-2-2-17-16,7 1-33 15,3 2 24-15,2 3-33 16,0 6 28-16,-8 4-6 16,-3 12 24-16,-5 7 7 15,-7 8 0-15,1 0-51 16,2 16 7-16,2 12-10 16,1 7 9-16,4-2 2 15,-1 3-10-15,1-1-1 16,-1 0 1-16,-2-3 0 15,-1-2 1-15,-4-2-2 16,0-3 0-16,1-8-3 0,0-3-6 16,0-3-92-16,-1-6-61 15,-1-2-61-15,1-3-71 16,-1 0-6-16,-2-10-417 0</inkml:trace>
  <inkml:trace contextRef="#ctx0" brushRef="#br1" timeOffset="44091.32">28031 9460 1395 0,'0'0'358'16,"0"0"-76"-16,0 0-21 0,0 0-77 16,0 0-63-16,0 0-80 15,136-21-23-15,-80 8-3 16,0 1-15-16,15-2-34 15,-15 4-349-15,-12 2-470 0</inkml:trace>
  <inkml:trace contextRef="#ctx0" brushRef="#br1" timeOffset="44474.01">28691 8993 1431 0,'0'0'306'16,"0"0"82"-16,0 0-40 15,0 0-219-15,0 0-92 16,0 0 114-16,-7 103-32 16,7-49-20-16,-4 4-57 15,-2-2-23-15,-4-1-4 0,1-4-15 16,-1 0-9-16,-7-1-65 15,-12 16-106-15,5-13-502 16,-3-7-1237-16</inkml:trace>
  <inkml:trace contextRef="#ctx0" brushRef="#br1" timeOffset="46237.36">28903 9189 1640 0,'0'0'290'0,"0"0"-201"0,0 0 182 16,4 127-101-16,0-57-70 15,4 4-36-15,0-3-25 16,3-9-21-16,-3-10-9 15,-4-10 2-15,-2-14-8 16,-2-10-3-16,0-11-13 16,0-7-36-16,-2 0-23 15,-10-25-64-15,1-8-41 16,1-8 90-16,2-7 59 16,8-6 21-16,0-4 14 15,14-2-5-15,15-1-2 16,11 6 17-16,2 2 31 15,5 9 5-15,-3 5 46 0,-1 12 33 16,-5 4-16-16,-7 14-71 16,-6 9-21-16,-3 0-23 15,-5 14-1-15,-3 16 0 16,-9 5 1-16,-5 4-1 16,0 3 0-16,-16 2 4 15,-13 0-2-15,-5 0-2 16,-3 0 13-16,1-4-1 15,5-1-11-15,4-9 0 16,9-4-1-16,5-4 1 16,4-3-1-16,2-5 6 15,5-3-14-15,2-1 17 16,0-4 0-16,0-1-7 0,7-5 89 16,13 0 13-16,6 0-36 15,3-5-43-15,3-5-16 16,-3 2-9-16,-7 4-33 15,-2-1-48-15,-4 2-104 16,4-3-175-16,-5 1-182 16,1-4-426-16</inkml:trace>
  <inkml:trace contextRef="#ctx0" brushRef="#br1" timeOffset="47077.67">29571 8947 1370 0,'0'0'272'0,"0"0"-113"16,0 0-77-16,0 103 74 15,7-38 12-15,-2 9-57 16,-5-2-9-16,2-3-19 15,-2-9-57-15,0-11 12 16,0-9-21-16,0-13 1 16,0-8-9-16,0-9 4 15,0-6-3-15,0-4-4 16,0 0 27-16,0 0 58 16,0-19 6-16,0-2-82 15,0-7 7-15,0 0-7 0,0-4 12 16,2 2-9-16,16 2-17 15,9 3-1-15,4 7 9 16,2 10-11-16,-2 8 4 16,-4 0 26-16,-4 10-22 15,-10 14-5-15,-4 5-1 16,-7 0 2-16,-2 2 3 16,0-3-4-16,0-7-2 15,0-2-50-15,0-6-59 16,0-13-127-16,0 0-240 15,0 0-74-15</inkml:trace>
  <inkml:trace contextRef="#ctx0" brushRef="#br1" timeOffset="47325.46">30030 8791 1577 0,'0'0'319'0,"0"0"-93"16,0 0-102-16,0 0 23 15,0 0-52-15,19 141-51 16,-19-100-20-16,0-3-21 16,0-3 9-16,0-10-14 0,-9-2 2 15,-1-7-141-15,-5-8-144 16,-1-2-99-16,3-6-442 0</inkml:trace>
  <inkml:trace contextRef="#ctx0" brushRef="#br1" timeOffset="47466.85">29906 9064 1121 0,'0'0'538'16,"0"0"-259"-16,0 0-35 15,0 0-117-15,0 0-116 16,0 0-11-16,129-16-14 15,-76 11-120-15,-10 3-123 16,-9 2-413-16</inkml:trace>
  <inkml:trace contextRef="#ctx0" brushRef="#br1" timeOffset="47882.93">30350 8793 1345 0,'0'0'279'15,"0"0"3"-15,0 0-70 16,0 0-120-16,0 0-16 16,62 139 31-16,-45-61 10 15,-7 8 25-15,-10 4-5 16,0 0-59-16,-10-10-13 15,-7-10-53-15,-3-11-1 16,-3-13-11-16,2-13 0 16,-2-8-42-16,-13-15-135 0,7-6-280 15,3-4-359-15</inkml:trace>
  <inkml:trace contextRef="#ctx0" brushRef="#br1" timeOffset="102706.19">16712 11253 329 0,'0'0'916'15,"0"0"-601"-15,0 0-38 0,0 0-31 16,0 0-9-16,0 0-61 16,-18-2-6-16,18-6-26 15,18-2-47-15,10-4-32 16,11-2-38-16,5-2-12 16,-1 1 1-16,-3 6-14 15,-9 2-1-15,-9 9-2 16,-9 0-9-16,-6 5 9 15,-5 17 0-15,-2 6 1 16,0 7-6-16,0 2 16 0,0-1-16 16,-7 0 21-1,3-4-16-15,4-6 2 0,0-4-1 16,0-7 0-16,0-6 0 16,0-4 0-16,0-3 0 15,0-2-19-15,0 0-119 16,0 0-10-16,0 0-238 15,0 0-272-15</inkml:trace>
  <inkml:trace contextRef="#ctx0" brushRef="#br1" timeOffset="102887.45">16712 11465 1587 0,'0'0'500'16,"0"0"-271"-16,0 0 23 0,0 0-125 15,138-69-105-15,-78 46 25 16,-4 1-47-16,-7 6 5 16,-5 2-5-16,12 0-82 15,-14 7-300-15,-6-1-277 0</inkml:trace>
  <inkml:trace contextRef="#ctx0" brushRef="#br1" timeOffset="103187.98">17265 11189 1413 0,'0'0'317'0,"0"0"-122"0,0 0-39 16,0 0-30-16,0 0 10 16,0 0-9-16,0 0-15 15,-56 116-36-15,62-103 12 16,21-8-17-16,4-5 28 15,7 0-57-15,0-16-12 16,-4-6-23-16,-13-3 7 16,-9-2 1-16,-12 1-14 15,0 1 2-15,-9 4 9 16,-13 5-24-16,-3 6 12 16,1 8 0-16,-1 2-54 15,-8 20-90-15,6 7-403 16,2 2-455-16</inkml:trace>
  <inkml:trace contextRef="#ctx0" brushRef="#br1" timeOffset="103516.74">16640 11855 1285 0,'0'0'338'0,"0"0"-85"16,0 0 263-16,0 0-277 0,197-64-111 16,-46 10-14-16,16-4-22 15,-26 9-4-15,-41 15-28 16,-44 13-6-16,-14 6-45 15,-2-2 5-15,-4 6-14 16,-5 1-1-16,-14 5-37 16,-9 5-17-16,-8 0-29 15,0 9-148-15,-18 8-248 16,-3 2-225-16</inkml:trace>
  <inkml:trace contextRef="#ctx0" brushRef="#br1" timeOffset="103960.36">17082 11821 763 0,'0'0'615'16,"0"0"-441"-16,0 0 11 15,0 0-12-15,-114 102-89 16,107-82-25-16,7-1-20 15,0-10-1-15,27-1 120 16,15-4 27-16,8 1-84 16,2 0-50-16,-4 5-20 15,-11 2-19-15,-12 7-8 0,-14 2-4 16,-11 2-1 0,0 0-6-16,-13 2 7 0,-14-4 10 15,-2-2-8-15,2-8 7 16,2-6-1-16,8-5 16 15,3 0-16-15,12-14 22 16,2-13-14-16,2 0-3 16,21-7-11-16,4-3 13 15,4-3 24-15,-2 2-3 16,0 0 6-16,-7 4-41 16,-4 6 25-16,-4 3-26 15,-6 8 0-15,-1 3-52 16,-3 6-145-16,6 1-294 15,-4 4-71-15,1 3-425 0</inkml:trace>
  <inkml:trace contextRef="#ctx0" brushRef="#br1" timeOffset="104149.49">17365 11805 724 0,'0'0'384'0,"0"0"2"0,0 0-104 16,24 104-62-16,-13-72 3 16,3-8-73-16,8-6-48 15,9-10-32-15,12-8 76 16,3-2-56-16,1-20-23 15,-5-6-42-15,-8-7-3 16,-12-4-10-16,-11 0-4 16,-11 4 23-16,0 7-30 15,-22 9-1-15,-38 19-3 16,6 3-61-16,-6 17-555 0</inkml:trace>
  <inkml:trace contextRef="#ctx0" brushRef="#br1" timeOffset="107239.43">15951 13441 1363 0,'0'0'785'0,"0"0"-456"16,0 0-85-16,0 0-119 15,0 0-29-15,0 0-41 16,49 79 50-16,-35-45-35 16,-3-3 4-16,-2-1-41 0,-1-4-11 15,2-4-10 1,-6-3-11-16,0-5-1 0,-1-2-3 15,-1-6-11-15,2-4-109 16,10-2-32-16,-3-7-208 16,1-8-806-16</inkml:trace>
  <inkml:trace contextRef="#ctx0" brushRef="#br1" timeOffset="107515.88">16210 13441 1776 0,'0'0'321'0,"0"0"-243"16,0 0 140-16,0 0-153 15,-2 128-3-15,4-101 4 0,11-11-2 16,9-11-25-16,7-5 38 16,7-2-16-16,7-21-38 15,-3-10-5-15,-9-6-12 16,-11-5 23-16,-18-2-29 15,-2 3 21-15,-11 11 0 16,-15 11 27-16,-9 13-40 16,0 8-8-16,-3 5-6 15,-9 35-132-15,7-2-187 16,11 0-465-16</inkml:trace>
  <inkml:trace contextRef="#ctx0" brushRef="#br1" timeOffset="107905.46">15639 14217 1540 0,'0'0'294'0,"0"0"11"16,0 0 71-16,166-51-194 16,-20-2-58-16,48-15 3 15,6-1-9-15,-32 17-9 16,-56 20-92-16,-50 14 5 15,-15 4-22-15,4-4-19 16,-1 1-35-16,-2-3 13 16,-13 3 14-16,-10 5 6 15,-9 3-11-15,-11 8-61 16,-5 1-71-16,-12 10-464 16,-8 4-246-16</inkml:trace>
  <inkml:trace contextRef="#ctx0" brushRef="#br1" timeOffset="108582.71">16250 14245 1151 0,'0'0'292'16,"0"0"-113"-16,0 0 135 15,-138 92-113-15,107-70-54 16,13-2-44-16,13-4-49 0,5-6-8 16,16 0-11-1,18 0 74-15,10 2-66 0,7 5-1 16,0 0-27-16,1 6-3 16,-13-1-11-16,-6 3-1 15,-16 4 0-15,-13-5 6 16,-4 0-14-16,-6 0 16 15,-19-4 11-15,-4-2-11 16,2-4 5-16,6-4-7 16,2-10 7-16,11 0 13 15,8-6 32-15,0-20-21 16,8-10-37-16,17-6 22 16,2-4-11-16,0-2-11 15,-8 2 12-15,-1 5 13 16,-7 5-8-16,-4 2-8 0,0 7 2 15,-3 0-10-15,1 3-2 16,3 0-4-16,2 2-1 16,5 3-103-16,3 4-212 15,4 7-317-15,-2-1-12 16,3 9 239-16,-6 0 217 16,-1 0 194-16,-3 5 158 15,-1 13 187-15,-1 8-49 16,-3 6-66-16,2 3-73 15,1 6-34-15,2-7-41 16,7-5-34-16,5-13-12 16,10-12 33-16,7-4 64 15,3-18-78-15,-1-17 0 0,-5-11-22 16,-10 0-8 0,-16 4-6-16,-13 8 59 0,0 10-1 15,-27 12-50-15,-15 12-27 16,-47 15-83-16,6 19-268 15,-6-1-924-15</inkml:trace>
  <inkml:trace contextRef="#ctx0" brushRef="#br1" timeOffset="129554.36">20548 9261 1264 0,'0'0'402'0,"0"0"-149"0,0 0 10 16,0 0-116-16,0 0 5 16,0 0 13-16,69-72-31 15,-44 60-46-15,-1 1-31 16,5 7-29-16,0 4-26 16,0 0-2-16,0 15 0 15,-9 16 0-15,-11 3 0 16,-9 6 13-16,0 0 5 15,-22-4 21-15,-7-2-2 16,2-8-10-16,2-5 3 16,8-10-22-16,7-3 5 15,6-6-11-15,4-2 10 16,0 0-3-16,0 0-8 0,14-10-1 16,7 3 0-16,4 3-9 15,0 4 18-15,-3 0-19 16,-4 14 14-16,-4 9-5 15,-12 7 2-15,-2 3-1 16,-5-1 6-16,-21-2 11 16,-6-4 4-16,1-4-20 15,0-6 3-15,4-6 11 16,7-5-21-16,7-5 6 16,3 0-34-16,10-15-82 15,0-3-187-15,8-5-475 0</inkml:trace>
  <inkml:trace contextRef="#ctx0" brushRef="#br1" timeOffset="129892.4">20847 9261 1540 0,'0'0'360'15,"0"0"-250"-15,0 0 37 16,0 0-2-16,0 0-27 15,0 0-6-15,19 121-30 16,16-101 8-16,9-9-25 16,5-11 6-16,4 0-39 15,-4-7 8-15,-5-13-27 0,-9-3 1 16,-16-1-8 0,-7-5 1-16,-12 3 2 0,0 3 17 15,-18 2 13-15,-16 7-23 16,-3 6 20-16,-6 4-30 15,1 4-4-15,2 0-1 16,8 0 0-16,10 0-1 16,8 4-38-16,12-4-65 15,2 0-92-15,18-4-161 16,7-12-659-16</inkml:trace>
  <inkml:trace contextRef="#ctx0" brushRef="#br1" timeOffset="130095.13">21315 8969 1739 0,'0'0'356'16,"0"0"-121"-16,0 0 40 15,8 153-71-15,-8-86-58 16,0 5-26-16,0-5-57 16,0-9-29-16,0-5-26 15,0-11 6-15,3-10-14 16,6-10-1-16,2-10-47 15,16-12-70-15,-1 0-176 16,1-18-608-16</inkml:trace>
  <inkml:trace contextRef="#ctx0" brushRef="#br1" timeOffset="130365.02">21524 9162 1555 0,'0'0'330'0,"0"0"-106"16,0 0 18-16,0 0-132 15,137-48-57-15,-111 58-23 16,-2 20 59-16,-3 7-42 16,-6 7 27-16,-3-3-8 15,-4-1-30-15,1-3-23 16,-2-9-4-16,0-5-4 15,-3-4-4-15,0-10-2 0,1-1-62 16,1-8-56-16,-1 0-195 16,-2-1-259-16</inkml:trace>
  <inkml:trace contextRef="#ctx0" brushRef="#br1" timeOffset="130739.79">21549 9394 1711 0,'0'0'596'0,"0"0"-329"16,0 0-118-16,0 0-122 15,109-104-1-15,-58 72-26 16,-4-4-96-16,-7 3-275 16,-9 6-258-16,-10 7-94 15,-10 6 328-15,-9 5 395 0,-2 9 250 16,0 0 407-16,0 0-462 15,0 17 21-15,0 9 62 16,8 3-51-16,11 2-57 16,10-4-30-16,10-10-31 15,13-7-22-15,10-8-12 16,1-2-51-16,-1-12 10 16,-10-14-28-16,-15-4 0 15,-14-4 0-15,-15 0 19 16,-8 2-8-16,-2 4-10 15,-18 7-7-15,-9 11 11 16,-9 10-22-16,-37 17-65 16,7 14-112-16,-3 8-640 0</inkml:trace>
  <inkml:trace contextRef="#ctx0" brushRef="#br1" timeOffset="137752.47">22554 9729 879 0,'0'0'286'16,"0"0"-8"-16,0 0 111 16,0 0-50-16,0 0-127 15,0 0-36-15,81-26-55 16,-50 17-36-16,-4 4-25 15,-6 1-48-15,-5 4-12 16,-11 0-3-16,-5 9-11 16,-5 16 14-16,-21 8 20 15,-10 2-8-15,1 3-2 16,3 1-2-16,6-8-8 16,9-2 0-16,9-5 10 0,6-7-16 15,2-4 8 1,0-3-3-16,0-4 2 0,8-3 5 15,11-1-6-15,-2-2 0 16,10 0 0-16,2 0-10 16,22-21-107-16,-4-4-476 15,-7-1-721-15</inkml:trace>
  <inkml:trace contextRef="#ctx0" brushRef="#br1" timeOffset="138098.93">22942 9671 849 0,'0'0'270'0,"0"0"-48"16,0 0-30-16,0 0-22 15,0 0-20-15,0 0-68 16,0 0-26-16,17 58-22 15,0-44 8-15,0 3 8 16,3-2 25-16,1 3-45 16,-4 0 11-16,-5 1-21 15,-6-2-3-15,-6 0-16 16,0-3 55-16,0 0 20 0,-18 0 11 16,1-4 16-1,-4 0-73-15,1-4 10 0,5-2-39 16,-1-4 11-16,5 0-12 15,-2-18-82-15,3-5-289 16,2 2-587-16</inkml:trace>
  <inkml:trace contextRef="#ctx0" brushRef="#br1" timeOffset="138266.07">22969 9715 212 0,'0'0'1847'0,"0"0"-1491"16,0 0-214-16,0 0-86 16,0 0-56-16,123-70-38 0,-86 61-232 15,-8-3-237-15,-4 3-502 16</inkml:trace>
  <inkml:trace contextRef="#ctx0" brushRef="#br1" timeOffset="138466.15">23441 9529 1669 0,'0'0'267'15,"0"0"-11"-15,0 0 74 16,-73 107-145-16,46-63-42 16,0-3-17-16,3-1-63 15,6-5-23-15,4-8-28 0,8-6-24 16,6-7 9-1,0-12-97-15,13-2-267 0,5 0-734 16</inkml:trace>
  <inkml:trace contextRef="#ctx0" brushRef="#br1" timeOffset="138753.29">23640 9595 1577 0,'0'0'315'16,"0"0"-167"-16,0 0 131 16,0 0-164-16,0 0-48 15,0 0-34-15,75 102-10 16,-75-66-6-16,0-4-2 15,0-1 1-15,-4-9-14 16,0-5-4-16,1-6 2 16,-1-8-67-16,0-3-425 15,2 0-206-15</inkml:trace>
  <inkml:trace contextRef="#ctx0" brushRef="#br1" timeOffset="138916.43">23555 9811 618 0,'0'0'1232'0,"0"0"-713"0,0 0-294 16,0 0-146-16,0 0-35 15,133-76-38-15,-88 56-6 16,-5-1 0-16,5-2-236 16,-11 1-338-16,-7 4-353 0</inkml:trace>
  <inkml:trace contextRef="#ctx0" brushRef="#br1" timeOffset="139126.25">23941 9595 1094 0,'0'0'310'0,"0"0"-52"16,0 0 94-16,0 0-102 15,4 108-87-15,14-82-47 0,8-6-24 16,10-12 11 0,13-8-67-16,3 0 7 0,4-19-29 15,-6-10-6-15,-7 0-7 16,-11-2-1-16,-15 4 1 15,-13 8-1-15,-4 5 3 16,-9 8 6-16,-26 6-18 16,-48 4-109-16,8 16-394 15,-6 4-963-15</inkml:trace>
  <inkml:trace contextRef="#ctx0" brushRef="#br1" timeOffset="144007.01">23042 10527 778 0,'0'0'396'0,"0"0"-253"16,0 0 8-16,0 0-81 15,0 0-21-15,129-24-21 16,-113 16 52-16,-9 2 27 16,-7 5 64-16,-5 1 29 15,-19 0-122-15,-10 0-31 16,-1 5-45-16,-5 7 16 16,2 2-17-16,2 1 10 15,3-1-5-15,8-1 11 16,8-1 0-16,5 0-15 0,10-3-2 15,2-6 13-15,16 1-1 16,15-1 6-16,7 1-2 16,2 2-5-16,-7 4 30 15,-4 4-8-15,-13 3-17 16,-7 2 2-16,-9 1-6 16,0-2 30-16,-18 0 5 15,-13-1 41-15,-7 0-24 16,-4-3 4-16,2 1-43 15,3-6-10-15,8-4-8 16,10-2-7-16,9-3 0 16,10 0-46-16,3-5-79 15,19-7-379-15,3-1-446 0</inkml:trace>
  <inkml:trace contextRef="#ctx0" brushRef="#br1" timeOffset="144241.2">23395 10535 1891 0,'0'0'582'15,"0"0"-466"-15,0 0 13 16,0 0 33-16,-60 125-70 16,28-75-2-16,-1 0-21 15,-1-3-21-15,6-3-30 16,1-9-18-16,6-4 3 15,5-9-3-15,8-8 0 16,3-7-99-16,5-7-39 0,11 0-139 16,10-3-700-16</inkml:trace>
  <inkml:trace contextRef="#ctx0" brushRef="#br1" timeOffset="144494.96">23385 10721 1363 0,'0'0'383'16,"0"0"-134"-16,0 0 17 15,0 0-118-15,116-15-93 16,-95 33-24-16,-8 10 2 0,-9 2 25 16,-4 4 10-16,0 1-7 15,0-4-10-15,0-3-43 16,-2-6 20-16,-3-4-27 15,3-6-2-15,0-3-12 16,2-8-127-16,-2-1-189 16,0 0-51-16,-2 0-622 0</inkml:trace>
  <inkml:trace contextRef="#ctx0" brushRef="#br1" timeOffset="144660.26">23372 10936 776 0,'0'0'1112'0,"0"0"-584"0,0 0-223 16,0 0-214-16,0 0-55 16,114-64-30-16,-65 46-6 15,0 0-83-15,-7 0-179 16,5-7-256-16,-13 6-299 16,-10 5-268-16</inkml:trace>
  <inkml:trace contextRef="#ctx0" brushRef="#br1" timeOffset="144870.09">23751 10742 776 0,'0'0'773'0,"0"0"-482"15,0 0-110-15,0 0 112 16,0 0-72-16,-24 109-47 16,24-75-67-16,24-5-2 15,21-7-63-15,15-10 25 16,9-10-31-16,-5-2-15 0,-6-10-15 16,-15-12-6-1,-19-6 2-15,-14-2 8 0,-10 2-19 16,-12 3 26-16,-19 6-23 15,-11 7 6-15,-8 6 0 16,0 6-34-16,-18 0-75 16,13 10-275-16,8 3-912 0</inkml:trace>
  <inkml:trace contextRef="#ctx0" brushRef="#br1" timeOffset="146418.01">22982 11229 1685 0,'0'0'484'0,"0"0"-372"16,0 0 115-16,0 0-117 15,-129 126 21-15,96-81-22 0,1-6-22 16,8-4-35-16,8-9-20 16,7-8-19-16,5-6-12 15,2-6 1-15,2-4-1 16,0 0-2-16,2-2-85 16,11 0-121-16,7 0-485 0</inkml:trace>
  <inkml:trace contextRef="#ctx0" brushRef="#br1" timeOffset="146702.87">22982 11478 1317 0,'0'0'505'16,"0"0"-235"0,0 0-13-16,0 0-170 0,-65 123-17 15,65-98-36-15,3-9 24 16,19-6-9-16,9-10 20 15,3 0-33-15,-1 0-17 16,-6-16 0-16,-12-2 20 16,-8 1 49-16,-7-4-34 15,0 3 34-15,-2 2-49 16,-12 2-4-16,-3 4-29 16,-1-1 4-16,2 8-10 15,3 1-32-15,2 2-62 16,11 0-136-16,0 8-369 15,15 0-607-15</inkml:trace>
  <inkml:trace contextRef="#ctx0" brushRef="#br1" timeOffset="146912.85">23348 11575 1493 0,'0'0'548'0,"0"0"-192"15,0 0-79-15,0 0-85 16,-140 139-75-16,95-92-43 15,1-3-35-15,1 0-38 16,-2-4 16-16,0-6-4 16,3-6-11-16,7-8-1 15,8-3-1-15,9-6-38 16,16-7-71-16,8-4-123 16,21 0-364-16,4 0-630 0</inkml:trace>
  <inkml:trace contextRef="#ctx0" brushRef="#br1" timeOffset="147212.79">23212 11857 1392 0,'0'0'530'16,"0"0"-316"-16,0 0-44 15,0 0-10-15,0 0-55 16,127 36 12-16,-114-4-13 0,-9 5 14 16,-4-2-40-16,0 3-30 15,-6-4-8-15,-12-3-40 16,0-5 13-16,0-6 2 16,5-6-30-16,4-6 2 15,5-6-36-15,4-2-7 16,0 0-17-16,0-4-175 15,0-8-308-15,0 1-522 0</inkml:trace>
  <inkml:trace contextRef="#ctx0" brushRef="#br1" timeOffset="147347.69">23163 12069 851 0,'0'0'1030'0,"0"0"-562"16,0 0-257-16,0 0-144 15,131-44-67-15,-69 30-198 16,-8 2-472-16</inkml:trace>
  <inkml:trace contextRef="#ctx0" brushRef="#br1" timeOffset="147549.93">23479 12022 1370 0,'0'0'533'15,"0"0"-186"-15,0 0-76 16,0 0-144-16,0 0-18 15,24 106-35-15,24-106 20 16,5 0-65-16,0-9-11 16,-6-10-12-16,-11-6 4 0,-20 1-3 15,-16 2-6-15,-2 3 0 16,-37 6 12-16,-13 7-26 16,-58 8 7-16,12 18-103 15,-5 6-444-15</inkml:trace>
  <inkml:trace contextRef="#ctx0" brushRef="#br1" timeOffset="156330.41">20407 13433 757 0,'0'0'865'16,"0"0"-583"-16,0 0 58 15,0 0-154-15,0 0-131 16,0 0-41-16,0 55 49 16,0-20 25-16,-6 6-12 15,-3-5-1-15,3-5-32 16,-2-4-22-16,6-8-12 15,0-7 0-15,2-3-8 16,0-7 9-16,0-2-9 0,4 0 10 16,14 0-3-16,5 0 5 15,4-6-11-15,-3-2 4 16,0-3-5-16,-1 4 0 16,-3-3-1-16,-7 2-26 15,-2 1-66-15,-7 5-63 16,-4 1-111-16,0-1-95 15,-4 0-221-15</inkml:trace>
  <inkml:trace contextRef="#ctx0" brushRef="#br1" timeOffset="156554.82">20573 13379 1467 0,'0'0'488'16,"0"0"-345"-16,0 0-80 0,0 0 46 15,0 0 30-15,21 144-2 16,-21-98-30-16,0 0-19 16,0-6-43-16,0-4-26 15,-2-1-7-15,-4-7-11 16,-1-3 8-16,3-2-9 16,0-5 0-16,4-13-97 15,0-2-287-15,2-3-538 0</inkml:trace>
  <inkml:trace contextRef="#ctx0" brushRef="#br1" timeOffset="156781.87">20791 13399 1729 0,'0'0'481'15,"0"0"-405"-15,0 0 156 16,25 130-82-16,-23-74-7 15,-2 2-52-15,0-7-32 16,0-10-34-16,0-4-14 16,0-11-4-16,2-6-6 15,0-8-1-15,2-8 0 16,10-4-78-16,1-4-143 16,-2-12-518-16</inkml:trace>
  <inkml:trace contextRef="#ctx0" brushRef="#br1" timeOffset="156977.06">20976 13522 1538 0,'0'0'312'0,"0"0"-210"16,0 0 19-16,0 0 7 15,0 0-20-15,-2 119-40 16,2-92-38-16,0-8-18 15,0-5-5-15,8-11-7 16,11-3-156-16,-2 0-349 0</inkml:trace>
  <inkml:trace contextRef="#ctx0" brushRef="#br1" timeOffset="157208">21117 13473 1318 0,'0'0'364'15,"0"0"-205"-15,0 0 131 16,0 0-94-16,0 0-65 15,2 105-6-15,13-91-30 16,7-10-5-16,7-4 10 16,5-4-38-16,1-22-27 15,-3-6-25-15,-6-5 14 16,-7 2 0-16,-11 0 9 16,-8 7-2-16,0 10-13 15,-18 9-18-15,-13 9 0 0,-7 5-7 16,-20 33-38-16,14-3-133 15,1-6-545-15</inkml:trace>
  <inkml:trace contextRef="#ctx0" brushRef="#br1" timeOffset="160218.64">21061 14500 1265 0,'0'0'376'15,"0"0"-227"-15,0 0-48 16,0 0-69-16,0 0-16 15,116-59-14-15,-87 48 33 16,-8 3 66-16,0 6-1 16,-8 2-44-16,-1 0-41 15,-8 7 1-15,-4 12-10 16,0 3 5-16,-9 4 12 16,-18 0 20-16,1-3-3 15,-1-2-16-15,8-10-11 16,11-2-13-16,6-6 7 0,2-3-6 15,0 0 16-15,18 0-15 16,6 0 5-16,0 5 2 16,-3 1-8-16,-4 6 8 15,-7 0-9-15,-10 6 6 16,0 1-5-16,-14 6 24 16,-15-1 24-16,0-6 5 15,3 0-21-15,1-8-14 16,9-3-18-16,5-7-1 15,7 0-10-15,4-4-259 16,0-9-387-16</inkml:trace>
  <inkml:trace contextRef="#ctx0" brushRef="#br1" timeOffset="160453.29">21518 14383 1825 0,'0'0'318'16,"0"0"-192"-16,-29 102 185 16,10-44-157-16,2 6-47 15,-3-3-26-15,2-3-26 16,-2-8-32-16,4-5-13 16,3-13-4-16,1-8 2 15,6-10-8-15,4-8-47 0,2-11-96 16,0-15-160-1,16-9-938-15</inkml:trace>
  <inkml:trace contextRef="#ctx0" brushRef="#br1" timeOffset="160646.51">21651 14536 1657 0,'0'0'363'16,"0"0"104"-16,0 0-259 15,-29 144-98-15,14-98-38 16,-1-10-47-16,3-5-5 16,4-8-20-16,2-9 0 15,5-5-11-15,2-9-133 16,14-10-224-16,5-17-410 0</inkml:trace>
  <inkml:trace contextRef="#ctx0" brushRef="#br1" timeOffset="160894.5">21776 14552 196 0,'0'0'1379'16,"0"0"-1144"-16,0 0 101 15,-20 102-78-15,20-65-137 16,15-2-45-16,21-9-30 16,16-12-19-16,8-14 1 15,6 0-7-15,-3-17-3 16,-9-14-11-16,-17-3 39 15,-14-5 43-15,-17 8-22 16,-6-1-16-16,-13 8-24 16,-20 9-27-16,-14 10 0 0,-9 5-45 15,-33 16-140-15,13 10-459 16,7 4-1158-16</inkml:trace>
  <inkml:trace contextRef="#ctx0" brushRef="#br1" timeOffset="163492.94">21007 15348 1094 0,'0'0'373'0,"0"0"-165"15,0 0-29-15,0 0-91 16,0 0-25-16,0 0 27 16,0 0 16-16,96-81-12 15,-76 76-26-15,-7 1-36 16,-1 4-22-16,-4 0-10 15,-5 0 0-15,-3 8-1 0,0 10 1 16,-3 0 11-16,-15 5 14 16,-1-6-7-16,-2 1-6 15,3 0-6-15,5-8 1 16,7-3-7-16,1-2 2 16,3-3-2-16,2 0 0 15,0-2 0-15,2 0 7 16,14 0 6-16,2 0-1 15,3 0 1-15,2 0-12 16,-3 0-1-16,9 0-52 16,-4-2-264-16,-6-5-697 0</inkml:trace>
  <inkml:trace contextRef="#ctx0" brushRef="#br1" timeOffset="163719.21">21475 15262 1685 0,'0'0'258'0,"0"0"-116"16,-92 121 204-16,50-54-184 15,-5 7-49-15,-1 0 3 16,0-3-32-16,4-9-48 16,7-12-20-16,8-12-10 15,8-9 2-15,10-18-7 16,4-5-1-16,7-6-38 15,5-10-78-15,15-16-471 16,4 4-385-16</inkml:trace>
  <inkml:trace contextRef="#ctx0" brushRef="#br1" timeOffset="163899.2">21439 15654 218 0,'0'0'1661'0,"0"0"-1333"15,0 0-14-15,0 0-85 16,-66 123-145-16,53-93-45 16,3-4-32-16,4-4 0 15,6-8-7-15,0-14-115 16,10 0-375-16,13-10-512 0</inkml:trace>
  <inkml:trace contextRef="#ctx0" brushRef="#br1" timeOffset="164130.21">21665 15663 1347 0,'0'0'556'0,"0"0"-407"15,0 0 179-15,-62 127-141 16,62-101-112-16,2-5-44 16,31-10 11-16,11-11 52 15,8 0-33-15,-3-23-34 16,-9-5-12-16,-15-2 9 15,-14 7-8-15,-11 0 13 16,-3 5-21-16,-21 6-8 0,-14 4-1 16,-29 4-95-1,7 4-232-15,4 0-1085 0</inkml:trace>
  <inkml:trace contextRef="#ctx0" brushRef="#br1" timeOffset="164665.01">19661 15735 1358 0,'0'0'275'16,"0"0"-34"-16,0 0-100 15,0 0-15-15,0 0 35 16,0 0-7-16,42 120-52 16,-40-94-54-16,0-6-24 15,0-3-17-15,1-8 1 16,-3 0-8-16,2-9-116 16,-2 0-404-16,0-4-748 0</inkml:trace>
  <inkml:trace contextRef="#ctx0" brushRef="#br1" timeOffset="164896.24">19908 15735 709 0,'0'0'1190'0,"0"0"-1001"16,0 0-102-16,0 0 108 15,-6 124-86-15,-12-63-13 16,-3 9 7-16,-3-2-16 15,-5 2-25-15,3-7-17 16,3-5-37-16,5-12 5 16,5-12-12-16,4-12-1 15,5-8-21-15,4-9-116 16,0-5-219-16,0 0-238 0</inkml:trace>
  <inkml:trace contextRef="#ctx0" brushRef="#br1" timeOffset="165123.07">19902 16244 1400 0,'0'0'689'16,"0"0"-585"-16,0 0-25 15,0 0 69-15,26 131-69 16,-15-79-53-16,-4-6 10 0,-1-2-15 15,-1-7-9 1,0-16-11-16,1-9-1 0,7-12-65 16,1-8-168-16,-3-17-435 15</inkml:trace>
  <inkml:trace contextRef="#ctx0" brushRef="#br1" timeOffset="165376.44">20116 16200 1685 0,'0'0'242'16,"0"0"-150"-16,0 0 203 16,8 120-190-16,1-75-65 15,5-9-16-15,3-14-2 0,8-16-4 16,10-6 34 0,10-20 13-16,2-14-26 0,-10-11-27 15,-12 8 7-15,-15 2 4 16,-10 14 26-16,-16 7 0 15,-18 9-26-15,-8 5-18 16,-5 5-5-16,1 21 0 16,-8 13-109-16,11 2-371 15,5-5-747-15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15:21.56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3891 2981 1365 0,'0'0'297'16,"0"0"13"-16,0 0 34 16,0 0-111-16,0 0-75 15,0 0-19-15,5-14-53 0,-5 14-9 16,0 0-37 0,-2 5-1-16,-7 12-11 0,-7 14 25 15,-4 9-10-15,-6 13-10 16,-3 5 3-16,-5 11-15 15,-1 5 22-15,-4 3-29 16,-3 0 10-16,4 1-9 16,1-3 7-16,6-11-11 15,6-7 1-15,7-11-6 16,5-14-6-16,5-10 5 16,4-10 2-16,4-8 4 15,0-4-11-15,0 0 15 0,0-12-6 16,0-14 3-1,12-6-11-15,3-7 0 0,1-2-1 16,1-4 1 0,6-1-7-16,-1-2-1 0,1-1 6 15,1-8-9-15,0-1 9 16,3 0-7-16,-2-2 8 16,0 3-12-16,-4 1 6 15,4 4 6-15,2 4 0 16,0 4-12-16,-1 6 11 15,-1 2 1-15,-1 6-1 16,-4 4 1-16,-4 7 0 16,-7 6 1-16,-3 4 0 15,-1 5-1-15,-3 4 0 16,0 0-2-16,0 0-5 0,8 10-8 16,1 13 15-1,5 8 1-15,3 12 8 0,4 7-2 16,-1 7 7-16,1 12-2 15,0 1-6-15,0 6 12 16,0 0-18-16,1-1 13 16,0-3-13-16,1-4 2 15,2-5-1-15,-3-5-1 16,-3-7 5-16,-4-6-4 16,-1-9-2-16,-5-10 6 15,-3-8-16-15,0-8-1 16,-4-6-27-16,-4-4-13 15,0 0 11-15,0 0-20 16,0-8-47-16,-7-4-40 0,-21-11-94 16,1 8-293-16,2-3-223 0</inkml:trace>
  <inkml:trace contextRef="#ctx0" brushRef="#br0" timeOffset="278.39">3430 3559 1129 0,'0'0'403'0,"0"0"-214"16,0 0 56-16,139-8-102 15,-73-4-10-15,5-2-32 16,4 0-23-16,0 2-41 16,-2 1-14-16,-1 6-11 15,-5 1-12-15,11 4-35 16,-18 0-359-16,-13 0-1258 0</inkml:trace>
  <inkml:trace contextRef="#ctx0" brushRef="#br0" timeOffset="1854.21">3646 6282 818 0,'0'0'1046'0,"0"0"-758"16,0 0 70-16,0 0-112 16,0 0-128-16,0 0-75 15,0 0-1-15,21 85 15 16,-15-13 22-16,-2 6-27 15,-1 6 7-15,-3-1-44 16,0-6 16-16,0-6-19 16,0-8-3-16,0-10-8 15,0-11 7-15,0-10-8 16,0-12 1-16,0-8 0 16,0-7 7-16,0-5 5 15,0 0-4-15,0-21 10 0,0-9-18 16,-9-11 3-1,3-6-4-15,-4-1-14 0,1-4 0 16,3 2 3-16,-1 0 10 16,5 0-29-16,-3-3 29 15,5-1-3-15,0-2 3 16,0-2-4-16,14-2 4 16,8-1-13-16,7 1-5 15,7 2 7-15,4 5 3 16,5 7 0-16,-1 10 3 15,3 9 6-15,2 7-2 16,-4 9 2-16,-3 11-2 16,-9 3-5-16,-8 30-2 15,-15 20 6-15,-10 12-3 16,-2 4 9-16,-25 1-4 0,-6-3 1 16,-2-12 0-16,1-11 0 15,3-7 0-15,4-13 0 16,7-8 0-16,5-6 1 15,4-4 0-15,6-6 5 16,5 0 0-16,0 0-1 16,9-14-5-16,22-9-9 15,9 2-19-15,12-2 13 16,6 9 6-16,4 9 7 16,3 5-5-16,-3 2 14 15,-4 24-13-15,-7 8 6 16,-10 6 0-16,-10 6-5 0,-12 4 5 15,-11 0 0-15,-8-1 0 16,-5-1 2-16,-22-2 5 16,-11-2 26-16,-4-2-25 15,-4-2 26-15,0-6-25 16,5-2 1-16,-5-7-9 16,4-12 0-16,-7-7-1 15,-3-6-19-15,-2 0-27 16,-5-14-38-16,4-4-6 15,-1 2-138-15,-7-1-134 16,14 2-231-16,9 3-802 0</inkml:trace>
  <inkml:trace contextRef="#ctx0" brushRef="#br0" timeOffset="4520.24">3260 10379 1679 0,'0'0'227'0,"0"0"-169"16,-64 145 155-16,39-68-38 16,1 14-24-16,0 3 29 15,5-15-59-15,0 4-9 16,3-10-39-16,3-16-34 16,3-8-6-16,4-15-17 15,4-13-4-15,0-6-3 16,2-11 5-16,0-4-7 0,0-7 35 15,4-19 11 1,12-17-31-16,6-13-16 0,2-12-6 16,3-11 0-16,0-9 2 15,0-2-4-15,2-2 7 16,0 1-6-16,2 6 1 16,0 10 0-16,-2 7 0 15,-2 8 1-15,-3 11 0 16,-6 11 0-16,0 12-1 15,0 16 11-15,2 10-14 16,7 12 10-16,6 33-7 16,3 16 0-16,-3 16 9 15,-4 8 3-15,-4 2 0 16,-8 0 4-16,-1-2-7 0,-5-2 22 16,-1-4-31-16,-2-2 16 15,-1-8-15-15,1-7 10 16,0-11-11-16,0-14 1 15,-1-9 0-15,-3-12 0 16,0-7-1-16,0-9-30 16,-4 0 3-16,0 0-61 15,-6-25-88-15,-11-2-300 16,-8 1-294-16</inkml:trace>
  <inkml:trace contextRef="#ctx0" brushRef="#br0" timeOffset="4723.24">3100 10958 1844 0,'0'0'393'15,"0"0"-141"-15,0 0 118 16,0 0-246-16,0 0-79 16,176-78-11-16,-86 56 15 15,5 3-25-15,1-1-12 16,-5 6-12-16,1 5-40 15,24 1-171-15,-25 2-494 16,-14 0-823-16</inkml:trace>
  <inkml:trace contextRef="#ctx0" brushRef="#br0" timeOffset="5368.23">4300 10467 2322 0,'0'0'272'16,"0"0"-166"-16,0 0 151 16,69 129-139-16,-38-61-28 15,-4 3-38-15,-8-4 4 16,-3-5-32-16,-5-8-5 16,-3-12-13-16,-6-9-5 15,-2-11 2-15,0-12 4 16,0-6-1-16,0-4-5 15,0 0 17-15,-8-25-1 0,-9-12-11 16,-6-12-6 0,3-9 2-16,5-6-2 0,4 3 0 15,11-5 0-15,0 5 2 16,11-1-4-16,24-3 4 16,13 2-4-16,14-2-3 15,9 6 4-15,5 12-4 16,-3 17 3-16,-4 20-4 15,-13 10-6-15,-18 33 12 16,-18 21-15-16,-18 12 14 16,-2 4 2-16,-33-5 4 15,-9-3-5-15,-7-9 1 16,1-13 1-16,9-8-1 16,10-13 6-16,8-8-6 15,13-8 11-15,3-3-12 0,5 0 14 16,0-12-14-16,21-5-1 15,10 0-39-15,11 8-18 16,5 6 7-16,1 3 25 16,2 7 26-16,-4 18-8 15,-3 8 1-15,-7 9 8 16,-14 10-2-16,-13 4 1 16,-9 4 0-16,-21 1 0 15,-18-6 1-15,-15-2 15 16,-6-9-5-16,-1-9 5 15,3-10-7-15,6-11-18 16,0-7 6-16,-24-2-79 16,13-5-217-16,3 2-674 0</inkml:trace>
  <inkml:trace contextRef="#ctx0" brushRef="#br0" timeOffset="6238.27">3746 13381 1207 0,'0'0'329'0,"0"0"-31"16,0 0 76-16,0 0-107 15,0 0-59-15,-146 20-48 16,101 14-17-16,3 14-38 16,-1 12-15-16,7 11-27 15,10 6 4-15,11 8 2 16,15-1-29-16,8-3-8 15,34-7-23-15,18-13 13 16,17-12-22-16,10-15 9 16,8-20-2-16,3-14-7 0,-4 0-24 15,-9-28 7-15,-12-14 17 16,-17-16 0-16,-13-8 8 16,-14-9-1-16,-16-4 5 15,-11 0 0-15,-2 5 20 16,-11 3-17-16,-20 7-2 15,-16 8-13-15,-18 5-21 16,-68 20-68-16,12 13-152 16,-6 16-888-16</inkml:trace>
  <inkml:trace contextRef="#ctx0" brushRef="#br0" timeOffset="21777.12">8680 740 1676 0,'0'0'241'0,"0"0"-159"15,25 120 156-15,1-11-1 0,8 28-63 16,-1-2-40-16,-2-27-7 16,-8-34-52-16,-6-27-31 15,1 3-15-15,5-4-17 16,-6-2-1-16,-1-18-10 15,-7-16-2-15,-3-10-22 16,-6-8-14-16,0-22-122 16,-8-12-129-16,-21-6-34 15,-7-5 144-15,-9-3 89 16,-1-4 62-16,-1-2 26 16,2-2 2-16,7 1 16 15,12 0 58-15,16 0 92 16,10 1-26-16,16 0-44 15,26 3-40-15,12 1-4 0,8 9 13 16,5 11-30-16,-2 9 26 16,-3 14-27-16,-8 12-10 15,-9 3-24-15,-10 17 10 16,-10 15-10-16,-10 9 5 16,-11 8 10-16,-4 4-7 15,-2 6 13-15,-22 1-21 16,-8 0 6-16,-5-2-6 15,-1-3 9-15,-3-4-8 16,8-6 8-16,7-5-3 16,8-4 4-16,7-6-4 15,9-4-1-15,2-2 5 0,0-2-10 16,2-4 20 0,11 0-10-16,7-1 4 0,4-3 13 15,7-6 4-15,6-6 17 16,7-2-7-16,3 0 15 15,2 0-42-15,0-6 0 16,-3 2-14-16,-3-3 0 16,-5 6-1-16,-5-3-27 15,-2-1-58-15,7 0-104 16,-9-1-385-16,-6-1-556 0</inkml:trace>
  <inkml:trace contextRef="#ctx0" brushRef="#br0" timeOffset="22264.85">9596 773 1358 0,'0'0'722'15,"0"0"-636"-15,0 0 1 16,0 0 116-16,71 121-32 15,-35-41-53-15,2 27 9 16,-7-8-3-16,-4-2-44 16,-2-3-18-16,-10-19-29 15,3 0-8-15,-3-12-25 16,-3-15 13-16,-6-14-12 0,-1-12 5 16,-1-14-5-16,-2-8 5 15,-2 0 14-15,2-11 41 16,-2-20-12-16,0-10-48 15,5-10 5-15,6-5-6 16,5-6 0-16,6-1-2 16,7 5 2-16,2 10-6 15,3 11 5-15,1 12 1 16,1 15-12-16,-2 10 12 16,1 12-10-16,-3 22 10 15,-3 10 0-15,-2 7 16 16,-8 3-15-16,-1-1 5 15,-7-2-5-15,-1-7-1 16,-4-4 0-16,-2-2-56 16,-1-3-36-16,1 4-78 0,12 14-174 15,1-10-376-15,8-4-353 16</inkml:trace>
  <inkml:trace contextRef="#ctx0" brushRef="#br0" timeOffset="22610">11491 1023 1892 0,'0'0'239'16,"0"0"-115"-16,0 0 148 15,22 120-79-15,-6-50-34 16,-3 8-16-16,3 4-47 16,-5 3-11-16,3-1-61 15,-1-6-7-15,0-4-16 16,-2-10 0-16,0-9-1 15,1-16-32-15,-4-10-37 16,-8-26-77-16,0-3-149 0,0-3-375 0</inkml:trace>
  <inkml:trace contextRef="#ctx0" brushRef="#br0" timeOffset="22798.25">10942 1542 1815 0,'0'0'306'0,"0"0"57"16,0 0-94-16,0 0-193 15,228-40-49-15,-72 32-27 16,18 2 15-16,-12 2-14 16,-23 4-2-16,-54 0-209 0,-25 0-646 15</inkml:trace>
  <inkml:trace contextRef="#ctx0" brushRef="#br0" timeOffset="23218.57">18524 1263 1547 0,'0'0'538'0,"0"0"-485"15,22 132 188-15,11-18-6 16,3 36 1-16,-5 1-51 16,-10-24-76-16,-11-37-53 15,-5-37-43-15,-2-15-5 0,-3-1-8 16,0-3-57-16,0-8-74 15,0-14-241-15,-10-12-471 0</inkml:trace>
  <inkml:trace contextRef="#ctx0" brushRef="#br0" timeOffset="23705.92">18258 1197 1877 0,'0'0'235'0,"0"0"-163"16,163-95 57-16,-69 64-14 16,8 6 17-16,-1 9-33 0,-28 16-71 15,0 0-3-15,-15 12-25 16,-17 20 2-16,-14 11-2 16,-12 3 1-16,-10 4-1 15,-5 1 0-15,0 4 0 16,-16-1 0-16,-8-1 7 15,-7-2-6-15,-5 0 16 16,-5-3-7-16,-3-2 1 16,2-2-1-16,1-2-1 15,4-2 6-15,3-4-9 16,8-4 19-16,1-3-25 16,4-5 1-16,8-4 0 15,5-4 17-15,6-7-9 0,2 0-3 16,0-2-4-1,2-5-2-15,17 3 42 0,16 0-21 16,9-3 45-16,12 1-14 16,6-1-4-16,2-2-17 15,-1 2-11-15,-5-2-8 16,-7 2-12-16,-9-2 0 16,-4 2 9-16,-7-1-19 15,-2-1-8-15,0 0-60 16,14 0-206-16,-5-5-260 15,0-9-301-15</inkml:trace>
  <inkml:trace contextRef="#ctx0" brushRef="#br0" timeOffset="24892.32">19440 819 728 0,'0'0'187'0,"0"0"145"16,0 0 63-16,0 0-44 15,0 0-51-15,0 0-194 16,0 0-20-16,34 91 104 16,-8 17-15-16,5 31-62 15,3 7-39-15,-10-23 9 16,-1-31-36-16,-7-30 2 16,3-4-38-16,1 9 1 15,3-2-12-15,-4 2 0 16,-3-21-1-16,-5-16-1 15,-6-18 2-15,-3-12 0 16,-2-8 27-16,0-30-26 16,0-17 12-16,0-13-12 0,0-8 4 15,7-3-5-15,6 8 0 16,5 8 0-16,9 15-9 16,4 14 9-16,5 17-3 15,4 14-6-15,0 3 7 16,0 24 1-16,-4 14-3 15,-7 12 4-15,-4 7 1 16,-6 3 0-16,-1 2 4 16,5-4-5-16,0-2-1 15,29 11-115-15,-5-15-135 16,2-11-576-16</inkml:trace>
  <inkml:trace contextRef="#ctx0" brushRef="#br0" timeOffset="25523.89">22637 1504 626 0,'0'0'328'0,"0"0"-9"16,0 0 84-16,0 0-58 15,0 0-110-15,0 0-84 16,-121-15-35-16,45 15-61 16,-11 0-10-16,-6 0 16 15,1 0-4-15,3 0 8 16,9-1-24-16,14-2 14 16,14 2-31-16,19 1 1 15,15 0-16-15,18-3-9 16,13 2-4-16,52-3 4 15,51-5 16-15,36 2-7 16,-6 0 0-16,-30 5-3 16,-47 2-6-16,-38 0 0 15,-6 0-110-15,-21 0-210 0,-4 9-273 16,0-2-935-16</inkml:trace>
  <inkml:trace contextRef="#ctx0" brushRef="#br0" timeOffset="116991.75">7995 14795 871 0,'0'0'127'0,"0"0"-85"0,0 0 36 15,0 0-10-15,0 0 68 16,0 0 64-16,56 0-61 16,-21 0-1-16,13 0-6 15,10 0-24-15,15 2-40 16,30 8-42-16,37 2-9 15,50 3-16-15,31 4 9 16,17 0-8-16,16 4 8 16,9-3 48-16,24 4 33 15,14-1-22-15,11 0-28 16,5 0-7-16,-1-6 6 16,-12 1 48-16,-26-4 8 15,-33-2-8-15,-35-6-11 16,-32-3-37-16,-41-3-13 0,-37 0-13 15,-33 0-8-15,-20 0-6 16,-10 0-63-16,-12 0-244 16,-18 0-681-16</inkml:trace>
  <inkml:trace contextRef="#ctx0" brushRef="#br0" timeOffset="117599.11">9442 15538 1861 0,'0'0'268'15,"0"0"-18"1,0 0 17-16,0 0-161 0,0 0-63 16,0 0-1-16,0 0 13 15,116 0-14-15,-69 0 1 16,2 0-12-16,5 0-14 16,-4 0-4-16,2 9-12 15,-7 6 9-15,-7 6-9 16,-12 7 0-16,-8 3 1 15,-11 14 31-15,-7 6 18 16,0 10-4-16,-7 5 4 16,-6 1-17-16,-3-1 6 15,7-2-9-15,3-6-10 0,6-6-11 16,0-6-3 0,0-12-6-16,4-2 0 0,7-9-6 15,-2-5-24-15,0-11-34 16,-3 0-46-16,-1-3-35 15,-5-4-130-15,0-18-281 16,0-5-901-16</inkml:trace>
  <inkml:trace contextRef="#ctx0" brushRef="#br0" timeOffset="117796.68">9494 16080 1908 0,'0'0'743'16,"0"0"-633"-16,0 0-5 0,0 0 4 16,156-24-48-16,-65 4-30 15,29-4-14-15,18-2-17 16,-12 3-23-16,16-4-172 16,-41 4-414-16,-37 7-973 0</inkml:trace>
  <inkml:trace contextRef="#ctx0" brushRef="#br0" timeOffset="118103.26">10661 15781 1746 0,'0'0'390'15,"0"0"-137"-15,0 0 14 16,-131 106-119-16,102-56-48 0,9 7-19 15,15 1-5-15,5-4-31 16,23-6-23-16,21-8-14 16,12-16 1-16,11-16-8 15,5-8 5-15,-1-22-6 16,-9-22 1-16,-13-6-1 16,-13-4 9-16,-14 1 2 15,-15 7 20-15,-7 2 17 16,-4 6 11-16,-30 4-31 15,-13 4-28-15,-63 2-32 0,8 12-123 16,-6 2-584-16</inkml:trace>
  <inkml:trace contextRef="#ctx0" brushRef="#br0" timeOffset="132020.84">9721 3282 1397 0,'0'0'315'0,"0"0"-72"0,0 0 115 16,0 0-176-16,0 0-12 15,0 0-45-15,-56 0-13 16,74-9-43-16,15-10-39 16,12-1-12-16,4-2-8 15,5 6 5-15,-3 4-13 16,-2 8-2-16,-4 4 7 16,-5 0-14-16,-7 14 7 15,-6 9 0-15,-11 2-1 16,-14 8-7-16,-2 5 8 15,-27 4 12-15,-16 3-5 16,-7 2-7-16,-2-3 0 0,7-10 4 16,12-6-4-16,11-12 2 15,12-5-2-15,8-10 0 16,2-1 12-16,2 0-12 16,23-15-5-16,8-5 5 15,10-1 1-15,6 7 7 16,5 5-8-16,1 9-1 15,3 0-7-15,3 15 7 16,-8 14-8-16,-4 8 8 16,-16 5 0-16,-15 6 1 15,-18 4 3-15,-4 1 5 16,-35 3 19-16,-13-4 22 16,-11-3 2-16,-4-4-1 0,-2-11-16 15,4-10-14-15,7-14-8 16,12-10-5-16,7 0-6 15,12-16 6-15,10-10-7 16,9-4-10-16,8-2-50 16,0 2-36-16,6-4-9 15,45-18-122-15,0 8-378 16,1-1-512-16</inkml:trace>
  <inkml:trace contextRef="#ctx0" brushRef="#br0" timeOffset="132342.97">10709 3217 1495 0,'0'0'496'0,"0"0"-431"16,-79 106 238-16,48-34-101 15,4 9-62-15,12 6 0 16,11-2-17-16,4-9-37 15,39-16-35-15,44-19 6 16,40-29-10-16,2-12 2 16,-12-23 11-16,-21-25-18 15,-39-2-18-15,-6-13 10 16,-14-7 22-16,-22-2 19 16,-11 0-23-16,-22 4-23 15,-21 7-28-15,-12 14-1 0,-16 14-29 16,-27 20-55-16,-66 18-52 15,22 25-120-15,-3 9-622 0</inkml:trace>
  <inkml:trace contextRef="#ctx0" brushRef="#br0" timeOffset="133468.66">9610 6046 916 0,'0'0'245'0,"0"0"89"16,0 0-19-16,0 0-67 15,0 0 30-15,0 0-63 16,0 0-72-16,-54 6-43 0,54-19-25 15,0-2-50-15,2-5 0 16,15 1-16-16,6 1 8 16,4 0-10-16,2 6 10 15,4 4-16-15,1 8 12 16,-1 0-12-16,2 24 4 16,2 18 3-16,-8 13-7 15,-7 8 23-15,-9 8-15 16,-10 3 5-16,-3 1-6 15,-9-1 7-15,-18-7-4 16,-2-4 4-16,-2-10 0 16,2-7-14-16,4-12 0 15,5-10 0-15,5-15 9 0,1-9-9 16,-1 0 20 0,1-24-8-16,5-12 20 0,5-6-21 15,4-2-6-15,0 7 9 16,18 5-14-16,8 13-1 15,8 11 1-15,4 8-1 16,2 1 1-16,-3 22 9 16,0 3-3-16,-6 2-6 15,-5-1 1-15,-4-3-1 16,-3-3 7-16,-6-3-7 16,1-4 4-16,-2-4-5 15,1-1-1-15,4-6-23 16,5-3-34-16,3 0-38 15,15-16-61-15,-7-6-225 16,-4-4-471-16</inkml:trace>
  <inkml:trace contextRef="#ctx0" brushRef="#br0" timeOffset="133709.37">10347 6097 1514 0,'0'0'237'16,"0"0"73"-16,121-47-133 0,-75 35-97 16,-3 2-52-16,-10 3-20 15,-4 3-8-15,-4 1-23 16,2-7-127-16,-5 1-131 15,-9-1-552-15</inkml:trace>
  <inkml:trace contextRef="#ctx0" brushRef="#br0" timeOffset="134122.93">10524 5961 920 0,'0'0'397'16,"0"0"-56"-16,0 0-51 15,-128 34-64-15,88-8-62 16,5 8-60-16,3 1-17 15,8-1-23-15,11-6-34 0,8-4-12 16,5-9-9 0,0-3 12-16,11-1-5 0,10-5 5 15,2-4-9-15,12-2 0 16,2 0-3-16,10 0-8 16,2-2 0-16,3-2 0 15,0 4 5-15,-4 0-5 16,-4 0-2-16,-6 10-4 15,-9 10 4-15,-3 9 0 16,-5 8 1-16,-3 4 0 16,-5-2 1-16,-5 1 16 15,-4-3-2-15,-4-7 22 16,0-4-3-16,-14-5 23 0,-9-2 4 16,-4-3-8-1,-4-7-13-15,2 0-9 0,-4-4-1 16,-1-5-13-16,1 0-13 15,-5 0 4-15,3-7-16 16,-6-1-1-16,-16-3-98 16,8 4-222-16,-1-1-678 0</inkml:trace>
  <inkml:trace contextRef="#ctx0" brushRef="#br0" timeOffset="139593.4">10015 10138 1347 0,'0'0'231'0,"0"0"14"16,129-37 1-16,-71 25-115 16,-4-3-77-16,-10 1-25 15,-5 2-18-15,-10 0-11 0,-14 2-50 16,-9 2-86-16,-6 4-73 15,-4 1-397-15,-13 3-237 0</inkml:trace>
  <inkml:trace contextRef="#ctx0" brushRef="#br0" timeOffset="140058.41">10180 10011 606 0,'0'0'391'16,"0"0"-30"-16,0 0-41 15,0 0-89-15,-134 85-88 16,99-41 12-16,2 9-9 15,-1 5-24-15,5-2-6 16,9-6-30-16,4-10-8 16,9-7-10-16,5-12-11 0,2-7-26 15,0-3 13-15,0-4-26 16,16-5 24-16,1-2 14 16,8 0 10-16,6-9-27 15,3-6-12-15,3-2 5 16,6-2-23-16,3-1 1 15,6 1-10-15,4 5 0 16,0 9 0-16,-2 5 0 16,-6 2-6-16,-3 18 6 15,-7 6-1-15,-11 3 1 16,-8 3 0-16,-9 3 0 16,-10 0 5-16,0 2-4 15,-10 2 7-15,-12-1-6 16,-7 0 10-16,-2-4 0 15,-7-5 0-15,-2-8-3 0,-4-7-2 16,-6-8 5-16,-3-6-5 16,2 0 5-16,-3-9-12 15,5-8 0-15,5 1 0 16,3-2 0-16,10 4-48 16,4 1-48-16,-1 1-39 15,7 5-165-15,3 0-728 0</inkml:trace>
  <inkml:trace contextRef="#ctx0" brushRef="#br0" timeOffset="140937.06">9398 13182 1796 0,'0'0'253'16,"0"0"-93"-16,0 0 137 16,0 0-76-16,0 0-73 15,115-49-50-15,-57 14-30 0,-4 1-6 16,-9 4-26-1,-9 2-3-15,-12 7-6 0,-7 7 6 16,-3 2-7-16,-7 9-14 16,-1 3-12-16,1 8-18 15,1 24 18-15,2 15 22 16,-6 14-1-16,1 11 21 16,-5 6 7-16,0 1-7 15,0-1-3-15,-13-8-7 16,1-5-8-16,-1-11-3 15,1-7-20-15,1-7 11 16,3-6-3-16,4-9-8 16,-1-5 5-16,2-14-5 0,3-2-1 15,0-4 0 1,0 0-10-16,-2 0-31 0,2 0-22 16,0-2-46-16,0-25-87 15,0 6-123-15,12-9-825 0</inkml:trace>
  <inkml:trace contextRef="#ctx0" brushRef="#br0" timeOffset="141275.1">10158 13078 1709 0,'0'0'217'15,"0"0"-100"-15,-36 188 196 0,27-89-110 16,3-7-41-16,6-15-2 16,0-28-57-16,18 1-39 15,15-1-31-15,9-17 20 16,16-18-16-16,11-14 5 16,7-2-6-16,2-30-12 15,-8-12-16-15,-18-14 4 16,-23-12 4-16,-19-11-2 15,-10-5 8-15,-29-1-6 16,-18 8 25-16,-7 11-19 16,1 11-8-16,-3 15-14 15,5 16-9-15,-20 26-113 16,13 10-139-16,0 18-858 0</inkml:trace>
  <inkml:trace contextRef="#ctx0" brushRef="#br0" timeOffset="167350.26">17605 13982 1145 0,'0'0'147'0,"0"0"-121"15,0 0 23-15,0 0-11 16,161 31 58-16,-99-23 52 0,8-3-68 15,7-2 5 1,26-3 7-16,35 0-24 0,43-7-21 16,18-7-17-16,5-2 8 15,-7 4 14-15,-26 3 22 16,-2 0 17-16,-6 0 4 16,4-3-7-16,23 0-29 15,28-8-8-15,39-3-20 16,26-5 39-16,20 0 28 15,4 0 4-15,-10 5-18 16,-14 0-19-16,-26 5-12 16,-26-2-26-16,-21 0-9 15,-20-1-11-15,-19-1 4 16,-20 0-11-16,-32 3 14 16,-37 2-5-16,-28 7 1 15,-21 3-8-15,-4-4 4 0,-5 6-6 16,-6-2 0-16,-18 5-65 15,-33 2-125-15,-21 0-520 16,-14 11-402-16</inkml:trace>
  <inkml:trace contextRef="#ctx0" brushRef="#br0" timeOffset="167854.49">19148 14698 1614 0,'0'0'527'0,"0"0"-309"15,0 0 55-15,0 0-133 0,0 0-82 16,0 0 3-16,0 145 64 15,7-61-9-15,-3 6-21 16,-2-10-10-16,-2 9-22 16,0-13-14-16,0-6-7 15,0-7-7-15,0-4-7 16,0-14-10-16,0-6-9 16,0-7-8-16,0-14 5 15,2-5-6-15,-2-7 0 16,0-2-13-16,2-4-31 15,-2-4-31-15,12-37-77 16,-3 4-136-16,2-4-707 0</inkml:trace>
  <inkml:trace contextRef="#ctx0" brushRef="#br0" timeOffset="168312.14">19736 14674 1624 0,'0'0'324'16,"0"0"-37"-16,0 0 33 16,0 0-170-16,0 0-47 15,0 0-50-15,0 0-13 16,-66 40 15-16,41 18 22 15,-2 16 3-15,-2 7-2 0,5 7-10 16,4-2-16-16,13-10 2 16,7-9-33-16,11-9-5 15,25-16-14-15,11-3 8 16,9-16-2-16,8-7-7 16,7-8 8-16,6-8-7 15,0 0 13-15,-3-12-15 16,-5-18 12-16,-9-7-3 15,-11-3 9-15,-13-8 15 16,-12-2 11-16,-12 0 8 0,-12-6 2 16,0 3-16-1,-23-2-17-15,-12 6-4 0,-15 3-17 16,-8 11-10-16,-11-1-49 16,-6 10-65-16,-35-5-64 15,21 9-53-15,11 5-429 0</inkml:trace>
  <inkml:trace contextRef="#ctx0" brushRef="#br0" timeOffset="184494.5">19636 3291 1542 0,'0'0'237'15,"0"0"-26"-15,0 0-11 16,0 0-132-16,0 0-3 16,0 0 6-16,-20-3 33 15,11 9-21-15,-7 16-4 16,-3 11 6-16,-6 13-21 15,-2 8-19-15,0 2-22 0,5 2-4 16,2-6-7-16,4-5 16 16,10-8-26-16,4-6 8 15,2-10-4-15,0-5 5 16,13-9-11-16,13-8 2 16,13-1 23-16,3 0-14 15,2-7-1-15,-1-7-8 16,-5 2 3-16,-3-1-5 15,-6 4-6-15,0-4-42 16,0 5-65-16,9-2-144 16,-7 2-268-16,-6 2-142 0</inkml:trace>
  <inkml:trace contextRef="#ctx0" brushRef="#br0" timeOffset="184744.15">19859 3210 1553 0,'0'0'269'16,"0"0"-53"-16,0 0-114 15,0 0-8-15,0 139 137 16,0-26-22-16,0 24-44 16,0-5-24-16,-9-26-37 15,3-34-33-15,4-19-41 16,-1 5-14-16,3 3-14 0,0-1-2 15,0-9 0-15,0-8-77 16,0 6-89-16,-3-8-425 16,-5-9-554-16</inkml:trace>
  <inkml:trace contextRef="#ctx0" brushRef="#br0" timeOffset="185372.1">19099 4903 1704 0,'0'0'265'0,"0"0"-79"16,0 0 64-16,0 0-151 15,136-29-54-15,-67 20-11 16,0 0-19-16,-9 6 10 16,-10 3-23-16,-13 0-4 15,-16 21-6-15,-19 9 8 16,-2 13 7-16,-31 9 20 15,-21 6 0-15,-8 2 13 16,0-4-10-16,2-4-5 0,9-10 21 16,13-9-4-16,14-13-13 15,10-11-15-15,10-6 6 16,2-3 5-16,4 0-4 16,21-16-21-16,8-2 0 15,10-1 9-15,4 6-8 16,4 8 6-16,1 5-7 15,-2 14-6-15,0 25 5 16,-8 10-1-16,-9 14 2 16,-8 3-1-16,-13 2 1 15,-12-4 0-15,-8-8 8 16,-27-10-2-16,-17-5 32 0,-5-9-3 16,-8-10 6-1,-2-8-11-15,5-7 4 0,8-7-14 16,8 0-19-16,8 0 5 15,7 0-6-15,4 0-18 16,0 0-64-16,-16 0-56 16,7 3-363-16,1 6-853 0</inkml:trace>
  <inkml:trace contextRef="#ctx0" brushRef="#br0" timeOffset="191877.97">18994 9745 320 0,'0'0'876'0,"0"0"-573"15,0 0-41-15,0 0-59 16,0 0-130-16,0 0-14 16,150-109 43-16,-106 97 31 15,1 5-43-15,-1 5-27 16,-2 2-34-16,-3 0-21 16,-6 21-4-16,-8 4-3 15,-12 8-1-15,-13 8 0 16,0 8 12-16,-25 7-12 15,-10 2 8-15,-10 2-7 0,0-2 10 16,-3-2-5 0,3-6-6-16,1-1 3 0,1-8 3 15,3-2 0-15,4-3-5 16,3-4 1-16,8-6 4 16,5-4 4-16,11-8 4 15,9-6-4-15,0-6 12 16,13-2 47-16,21 0 11 15,9 0-56-15,5 0-9 16,4 0-13-16,-3 0-2 16,16 14-18-16,-12 6-178 15,-6 4-493-15</inkml:trace>
  <inkml:trace contextRef="#ctx0" brushRef="#br0" timeOffset="192621.84">19184 12424 1527 0,'0'0'266'0,"0"0"-151"15,0 0 246-15,0 0-173 16,0 0-88-16,0 0-9 16,15-108 6-16,-6 74-21 15,-4-1 3-15,-1-3-39 16,-2 6 10-16,0 5-28 15,-2 6-2-15,2 11-8 16,-2 6 2-16,3 4-14 0,-1 14-9 16,3 27 8-1,-1 17 2-15,1 19 10 0,-3 10-10 16,0 8-1-16,0-1 1 16,2-7 0-16,1-6 5 15,0-11-6-15,-1-13 0 16,-1-13 1-16,-3-14-7 15,0-12-40-15,0-10-64 16,0-8-130-16,-17 0-271 16,-4-10-168-16,-6-2-291 0</inkml:trace>
  <inkml:trace contextRef="#ctx0" brushRef="#br0" timeOffset="192743.25">18985 12948 829 0,'0'0'313'0,"0"0"-22"16,0 0-63-16,0 0-53 0,0 0-2 15,138 48-75 1,-57-44-67-16,37-4-31 0,-20 0-118 16,-18 0-650-16</inkml:trace>
  <inkml:trace contextRef="#ctx0" brushRef="#br0" timeOffset="-207976.95">11379 2602 696 0,'0'0'323'16,"0"0"-165"-16,0 0 133 15,0 0-80-15,0 0-77 16,0 0-37-16,-100-72 12 16,80 60 8-16,-5-2 11 15,-4 0-49-15,-10 0-20 0,-11 2-23 16,-8 0-17-1,-9 0-4-15,-1 4-6 0,-4 0 26 16,3 0 0-16,4 1 14 16,9 4-3-16,3-1-6 15,6 2 0-15,2 2 1 16,1 0-7-16,-3 0-10 16,-4 0 0-16,-7 6-23 15,-4 9 17-15,-3-1-17 16,-5 1 8-16,0 2 0 15,-4 0 5-15,-6 5-6 16,-1 4-7-16,2 2 9 16,-4 2-9-16,6 4 10 15,11-1-10-15,6 1 16 16,13 0-6-16,9 4-5 0,10 6-5 16,5 8 5-16,1 6 3 15,1 9-8-15,0 4 16 16,-6 4-17-16,0 1 16 15,0-2-15-15,4-2 8 16,4-6-8-16,1-1 4 16,7-2 4-16,-1 3 9 15,8-1 3-15,0 4-5 16,4 1 7-16,0 0-23 16,6 0 14-16,19-3-14 15,6-3 2-15,7-6-1 16,7-3 8-16,3 0-8 15,4 1 0-15,4-2 9 0,4 2-9 16,2-3 7 0,7-7-7-16,9-6-1 0,25-8 0 15,31-11 7-15,31-16-5 16,4-5-1-16,-13-5-1 16,-31-12 0-16,-38 1-1 15,15-9 2-15,19-10-1 16,17-10 0-16,14-7 1 15,-32 8 0-15,-34 10 1 16,-16 6-1-16,-10 2 7 16,9-6 2-16,6-9 20 15,2-9 32-15,-11-5-29 16,-8-12-1-16,-8-12-8 0,-6-18 3 16,-6-26-1-1,-11-19-2-15,-14-4-3 0,-13 8-12 16,-22 13 1-16,-20 30-9 15,-10 19-2-15,-35-1 1 16,-42 0-1-16,-31 2-11 16,-37 4-45-16,-10 26-46 15,-3 25-60-15,46 8-115 16,12 7-1397-16</inkml:trace>
  <inkml:trace contextRef="#ctx0" brushRef="#br0" timeOffset="-204979.99">24025 2220 523 0,'0'0'194'16,"0"0"-125"-16,0 0 54 15,0 0 3-15,0 0 38 16,0 0 67-16,3-79-9 0,-3 73-52 16,0 4-24-16,0 0-17 15,0 1 7-15,0 1-25 16,0-3-2-16,0 3-6 16,0 0-2-16,0 0-11 15,0 0-4-15,0 0-10 16,0 0-17-16,0 0-14 15,0 0-17-15,0 0-4 16,0 0-17-16,0 0 10 16,0 0-11-16,0 0 18 15,0 0-2-15,0 0 4 16,0 0-5-16,0 0-5 16,0 0 4-16,0 0-8 0,0 0 4 15,0 0-15 1,0 0 12-16,0 0-12 0,0 0-1 15,0 0 1-15,0 0-1 16,0 0-1-16,0 0-6 16,0 16-7-16,0 18 5 15,0 13 8-15,0 9 1 16,0 8 0-16,0 1 0 16,0-4 1-16,0-8 0 15,4-10-1-15,1-10 1 16,-1-8-1-16,-2-8 0 15,-2-7 1-15,0-4 0 0,0-4-1 16,0-1 0 0,0-1-2-16,0 0-43 0,0-3-36 15,-4-11-76-15,-3-7-644 0</inkml:trace>
  <inkml:trace contextRef="#ctx0" brushRef="#br0" timeOffset="-204552.42">24182 1671 426 0,'0'0'1099'16,"0"0"-860"-16,0 0-44 16,0 0-82-16,0 0-94 15,0 0-18-15,69 131 46 16,-32-8 126-16,3 33 4 16,-3 10-51-16,-14-15-19 15,-13-36-32-15,-10-41-20 16,0-18-4-16,-4-10 1 15,-17 5 17-15,-6 5-21 16,-4-1 7-16,-2-8-10 16,2-14-13-16,6-6-14 0,5-10-6 15,9-8-6-15,4-5-5 16,5-4 11-16,2 0-12 16,0 0-15-16,0 0-71 15,11-26-137-15,11 2-387 16,7 0-972-16</inkml:trace>
  <inkml:trace contextRef="#ctx0" brushRef="#br0" timeOffset="-203779.1">25842 2220 1800 0,'0'0'513'16,"0"0"-263"-16,0 0-60 16,0 0-138-16,0 0-33 15,14 122 53-15,-3-46 36 16,-5 10 7-16,1 9-21 15,-2-2-17-15,-3-1-33 16,2-7-2-16,1-6-16 16,-1-13-7-16,0-13-13 15,4-10 0-15,-4-14-4 16,0-9-2-16,1-13 0 16,-5-5-15-16,0-2 9 0,0 0-21 15,0-20-25-15,0-12-72 16,-9-12-45-16,-3-34-99 15,4 7-446-15,1 7-756 0</inkml:trace>
  <inkml:trace contextRef="#ctx0" brushRef="#br0" timeOffset="-203448.3">25750 2254 235 0,'0'0'932'0,"0"0"-728"15,108-153 142-15,-48 98-58 0,5 11 5 16,1 11-67-16,1 15-83 16,-5 11-54-16,-1 7-34 15,-10 19-19-15,-6 20-21 16,-9 14 18-16,-12 7-9 16,-13 5 24-16,-11-1-8 15,-6-3 5-15,-28-8-8 16,-13-5 4-16,-7-8-5 15,-6-5-14-15,2-12-2 16,5-4-20-16,8-8 11 16,8-3-10-16,10-6-1 15,4-2 0-15,8 0-37 16,3 0-37-16,8 0-47 0,4-19-119 16,0-2-389-16,12-1-730 15</inkml:trace>
  <inkml:trace contextRef="#ctx0" brushRef="#br0" timeOffset="-202030.95">26903 1594 584 0,'0'0'181'0,"0"0"-38"16,0 0 19-16,0 0-67 16,0 0 4-16,0 0 72 15,0 0 16-15,-2-2-3 16,2 2-40-16,-2 0-48 15,2 0-40-15,0 0-16 16,0 0 3-16,-3 0 26 0,3 0 9 16,0 0 2-1,-2 0-2-15,2 0-17 0,0 0-12 16,0 0-26-16,0 0 7 16,0 0 3-16,0 0 10 15,0 0 14-15,0 0 1 16,0 0-7-16,0 0-9 15,0 0-3-15,0 0-14 16,0 0 8-16,0 0-14 16,0 0-2-16,0 0-10 15,0 0-5-15,0 0-2 16,-2 2 0-16,-2 14-11 16,-3 13 10-16,-2 12 0 15,0 10 2-15,1 7-1 0,0 2 2 16,4 4 4-1,2 2-6-15,2-2 0 0,0-1 0 16,0-3 0-16,11-4 7 16,4-5-6-16,2-2 4 15,0-8-5-15,1-2 1 16,-1-9 8-16,-1-6 8 16,-5-10 2-16,-1-3 2 15,-4-8 3-15,-4-1 9 16,1-2 6-16,-3 0-6 15,0 0 15-15,0 0-11 16,0 0 1-16,0 0 1 16,0 0 1-16,0 0-7 0,0 0-12 15,0 0-4-15,0 0-17 16,0 0 7-16,0 0-7 16,0 0 0-16,0 0-6 15,0 0-11-15,0 0-37 16,0-2-42-16,0-8-70 15,0 3-112-15,0-4-458 0</inkml:trace>
  <inkml:trace contextRef="#ctx0" brushRef="#br0" timeOffset="-199611.54">27247 1831 1255 0,'0'0'498'16,"0"0"-214"-16,0 0 55 15,0 0-158-15,0 0-109 16,0 0-65-16,0 0 1 16,11 94 1-16,-7-34 16 15,0 6-13-15,1 4-9 16,0-6 8-16,1-5-10 15,1-10-1-15,-1-11 1 16,1-6 5-16,0-13-6 16,0-7-62-16,-7-12-152 0,0 0-250 15,0-8-453-15</inkml:trace>
  <inkml:trace contextRef="#ctx0" brushRef="#br0" timeOffset="-199206.46">27148 1896 1356 0,'0'0'205'0,"0"0"-15"15,0 0 121-15,0 0-134 16,49-107-88-16,-1 82-49 16,9 1 12-16,5 8-5 15,-6 9 8-15,-7 7-38 0,-13 2-10 16,-9 27-6-1,-14 14 5-15,-11 4-4 0,-2 6 5 16,-11 0 4-16,-16 0-2 16,-4-4 1-16,-2-3-10 15,-1-5 6-15,5-7 0 16,7-5-6-16,7-10 1 16,6-3-1-16,6-8 0 15,3 0-6-15,0-1 6 16,5 0 0-16,15 2 66 15,2-1 4-15,7-2-18 16,5-2-13-16,-1-4-11 16,2 0-10-16,-1 0-12 15,-5 0-5-15,-4-4-1 16,-7-2-81-16,-3-6-117 0,-3 0-292 16,-4 0-395-16</inkml:trace>
  <inkml:trace contextRef="#ctx0" brushRef="#br0" timeOffset="-198741.53">27768 1485 1594 0,'0'0'366'15,"0"0"164"-15,0 0-265 0,0 0-105 16,0 0-96 0,0 0-64-16,0 0 15 0,18 63 0 15,-4-23-5-15,-4-4-4 16,4-1-5-16,-3-6 5 15,0 0-1-15,-4-6-5 16,-5-5-37-16,-2-3-62 16,0-10-129-16,-9-5-157 15,-4 0-223-15</inkml:trace>
  <inkml:trace contextRef="#ctx0" brushRef="#br0" timeOffset="-198591.98">27659 1710 1345 0,'0'0'487'16,"0"0"-256"-16,0 0 19 0,0 0-157 16,0 0-68-16,0 0-19 15,129-44-6-15,-64 37-89 16,-12 2-269-16,-6 1-711 0</inkml:trace>
  <inkml:trace contextRef="#ctx0" brushRef="#br0" timeOffset="-197300.32">28334 2351 345 0,'0'0'736'0,"0"0"-648"16,0 0 167-16,0 0-8 16,0 0-7-16,0 0 48 15,0 0-35-15,0-11-104 16,0-13-75-16,0-7 1 15,0-10-22-15,0-7-12 16,0-10-20-16,0-7-6 16,2-3-8-16,8 2 3 15,3 4-1-15,5 8-3 0,7 4 20 16,0 10-19-16,4 5-5 16,-2 10-1-16,-2 8 5 15,-2 11-6-15,-3 6 0 16,-3 9 0-16,2 22 0 15,-2 13 1-15,-1 9-1 16,-3 7 0-16,-4 3-2 16,0 3 2-16,-3-3 0 15,-1-3-1-15,-3-7 1 16,-2-7 0-16,0-9 0 16,0-4-9-16,0-9-35 15,2-9-75-15,10 0-134 16,-1-7-234-16,-1-4-232 0</inkml:trace>
  <inkml:trace contextRef="#ctx0" brushRef="#br0" timeOffset="-196766.49">29019 1748 1722 0,'0'0'242'0,"0"0"-169"0,0 0 152 15,6 147-71 1,-6-75-63-16,0 4 15 0,0-4-30 16,-8-7-24-16,1-11-22 15,3-12-13-15,-2-11-9 16,4-10-7-16,0-11 5 15,2-6-4-15,0-4 20 16,0-2 10-16,0-22-1 16,0-16-25-16,0-10-5 15,0-10 0-15,0-5 11 16,0 1-12-16,0 3 0 16,4 8 8-16,8 7-6 15,-1 7 25-15,7 10-11 0,0 2 19 16,4 9-20-1,3 6-9-15,-1 11 0 0,2 1-5 16,1 17-1-16,0 20 1 16,-2 9 5-16,-5 8-6 15,-5 4 9-15,-1-2-9 16,-3-6 0-16,-2-4 0 16,0-6 1-16,-4-7 0 15,1-9-1-15,-2-6-1 16,-1-6-45-16,1-5-55 15,-4-2-110-15,0-5-246 16,0 0 97-16,0-10-733 0</inkml:trace>
  <inkml:trace contextRef="#ctx0" brushRef="#br0" timeOffset="-196593.58">29010 2194 178 0,'0'0'1529'0,"0"0"-1244"16,0 0-98-16,0 0-80 16,120-10-62-16,-67-1-33 15,1 2-12-15,20-7-11 16,-17-1-172-16,-10 4-459 0</inkml:trace>
  <inkml:trace contextRef="#ctx0" brushRef="#br0" timeOffset="-196286.17">29735 1480 834 0,'0'0'633'0,"0"0"-502"0,66 136 271 16,-22-28-93 0,-1 27-75-16,-9-6-73 0,-19-25-101 15,-15-29-34-15,0-15-26 16,-31 43-21-16,-7-12-232 15,-7-6-502-15</inkml:trace>
  <inkml:trace contextRef="#ctx0" brushRef="#br0" timeOffset="-195091.68">25019 4217 1894 0,'0'0'366'0,"0"0"-274"0,0 0 7 15,0 0 1-15,129 0-45 16,-77 0-31-16,-3 0-15 16,0-4-1-16,-2-4-8 15,-3 0-9-15,10-4-193 16,-14 2-364-16,-13 3-607 0</inkml:trace>
  <inkml:trace contextRef="#ctx0" brushRef="#br0" timeOffset="-194919.87">25042 4520 110 0,'0'0'1718'0,"0"0"-1536"16,0 0-3-16,0 0-43 16,0 0-81-16,0 0-23 15,176 50-32-15,-82-48-10 16,-19 0-262-16,-15 2-671 0</inkml:trace>
  <inkml:trace contextRef="#ctx0" brushRef="#br0" timeOffset="-192831.77">26973 3746 1753 0,'0'0'399'0,"0"0"-139"16,0 0 66-16,0 0-207 16,0 0-92-16,119-55-17 15,-45 35-2-15,2 4 5 16,-9 11 1-16,-14 5-13 15,-14 0 7-15,-12 23-7 16,-15 10-1-16,-12 3 1 16,-2 6 6-16,-29-1-1 15,-16 2 7-15,-6-2-4 16,-1-6-8-16,7-5 7 0,14-11-8 16,10-4 0-1,15-10 1-15,5-5 12 0,3 0-6 16,3-7 5-16,19-9-12 15,11 0-1-15,5 2 0 16,3 9 0-16,-1 5 0 16,-5 0-11-16,-1 17 12 15,-8 11-9-15,-7 4 9 16,-9 2 1-16,-7 0 5 16,-3-2-5-16,-9-1 17 15,-24-3 7-15,-15-1 17 16,-10-2 12-16,0-4-21 15,6-4 3-15,9-7-12 16,9-5-8-16,10-5-5 16,6 0 2-16,2-9-13 0,5-7-17 15,2 0-49 1,4-1-48-16,5-8-77 0,17 1-366 16,7-1-521-16</inkml:trace>
  <inkml:trace contextRef="#ctx0" brushRef="#br0" timeOffset="-192480.86">27853 3681 1510 0,'0'0'207'0,"-47"107"111"15,29-32-30-15,11 10-106 16,7-3-80-16,29-12-55 16,27-11 22-16,19-18 7 15,13-16-1-15,-1-15-14 16,-7-10-19-16,-13-2-20 16,-18-24 5-16,-17-14 16 15,-17-13 8-15,-13-13-6 16,-2-8-7-16,-15-2-2 15,-19 3-18-15,-6 12-1 16,-7 10-17-16,-6 14 0 16,-6 14-21-16,-1 11-78 15,-29 14-63-15,14 18-178 0,5 8-566 0</inkml:trace>
  <inkml:trace contextRef="#ctx0" brushRef="#br0" timeOffset="-191857.22">26749 4671 965 0,'0'0'162'16,"0"0"-1"-16,0 0 68 15,0 0-56-15,0 0-53 16,0 0 73-16,0 0 29 15,89 20-51-15,1-20-70 16,46 0-29-16,62 0 6 16,39 0-4-16,16-5 5 15,-5 1-10-15,-37 2 7 16,-26 2-13-16,-46 0-30 16,-41 0-21-16,-32-2-5 15,-18 0-5-15,-6-3-2 16,-4 2 8-16,-4-1-7 0,-19-1 0 15,-9 2 8-15,-6 1-9 16,0 0-20-16,-8 2-74 16,-19 0-125-16,-33 7-239 15,1 5-61-15,1-1-1142 0</inkml:trace>
  <inkml:trace contextRef="#ctx0" brushRef="#br0" timeOffset="-179423.57">27046 5196 1565 0,'0'0'277'16,"0"0"-135"-16,0 0 8 16,0 0-29-16,0 0 63 0,-7 104-45 15,7-67-69 1,13-4-6-16,12-11 14 0,6-10-21 16,7-12 20-16,7 0-18 15,-3-22-19-15,-2-9-23 16,-4 0 15-16,-9-3-8 15,-10 0 24-15,-6 2 5 16,-8 3 5-16,-3 1 1 16,0 4-6-16,-14 2-9 15,-8 6-26-15,-2 2-12 16,-5 6-6-16,-4 4-1 16,-6 4-41-16,1 0-42 15,1 4-54-15,-6 28-86 16,12-4-510-16,9 0-993 0</inkml:trace>
  <inkml:trace contextRef="#ctx0" brushRef="#br0" timeOffset="-179115.92">27002 5516 1528 0,'0'0'394'15,"0"0"-197"-15,-32 106 165 16,32-57-201-16,14-3-99 15,25-6-12-15,17-13-18 16,11-10-14-16,7-13 20 16,3-4-23-16,-2-18 20 15,-9-14-14-15,-12-6 15 0,-16-4 18 16,-14-2 9 0,-17-1 13-16,-7 1-5 0,-14 4-4 15,-22 5-31-15,-8 6-8 16,-7 7-26-16,-3 6 10 15,8 6-12-15,6 3-1 16,9 7-53-16,13 0-63 16,15 0-65-16,3 0-291 15,0-3-543-15</inkml:trace>
  <inkml:trace contextRef="#ctx0" brushRef="#br0" timeOffset="-178870.18">27754 5296 1505 0,'0'0'334'0,"0"0"-143"16,-64 130 299-1,53-74-320-15,11-4-27 0,27-12-59 16,44-11-27-16,10-19 10 16,10-10-33-16,3-13-4 15,-28-18-21-15,-6-8 17 16,-28-5 14-16,-26-4 8 15,-6-2-13-15,-35-1-11 16,-21 7-24-16,-15 8-27 16,-58 21-66-16,17 8-114 15,4 7-747-15</inkml:trace>
  <inkml:trace contextRef="#ctx0" brushRef="#br0" timeOffset="-176060.28">23725 6990 1564 0,'0'0'240'0,"0"0"-130"16,0 0 26-16,125-56-73 16,-86 49-17-16,-3 4-3 15,-7 3 23-15,-7 0 5 16,-6 10-38-16,-11 9-6 16,-5 6-2-16,-5 11 59 15,-19 7-14-15,-5 3-13 16,-6 4-8-16,7-3-16 15,4-7-6-15,5-7-6 16,11-10-1-16,8-4-11 16,0-6 5-16,0-4 20 15,17-1 36-15,12-4-11 0,10-4-31 16,3 0-13-16,3 0-9 16,-1-7-6-16,-2-14-115 15,-11 3-216-15,-8-4-900 0</inkml:trace>
  <inkml:trace contextRef="#ctx0" brushRef="#br0" timeOffset="-175864.52">24197 6705 380 0,'0'0'1861'0,"0"0"-1592"16,0 0-199-16,0 0 88 0,64 169-32 15,-32-85-49-15,-3 6-42 16,-7 1-22-16,-9-3-13 16,-13 18-103-16,-21-19-360 15,-13-15-638-15</inkml:trace>
  <inkml:trace contextRef="#ctx0" brushRef="#br0" timeOffset="-174731.77">25125 6868 1202 0,'0'0'370'0,"0"0"-46"16,0 0 48-16,0 0-150 15,0 0-42-15,0 0-13 16,0 0-47-16,-2 0-25 16,2 2-26-16,0 14-50 15,0 19-19-15,0 38 0 16,4 5 10-16,4 18 7 16,1 6 2-16,-1-19 1 15,-2 5-10-15,0-5-1 16,-3-11-8-16,-3-8 2 15,0-9-2-15,0-6-2 16,0-11-13-16,0-10-34 0,-9-8-60 16,3-10-51-16,-8-10-96 15,3-7-247-15,-1-14-291 0</inkml:trace>
  <inkml:trace contextRef="#ctx0" brushRef="#br0" timeOffset="-174393.31">25013 6902 1468 0,'0'0'287'0,"0"0"-103"15,0 0 150 1,168-118-159-16,-106 98-46 0,-2 10-62 15,0 10-37-15,-7 5-16 16,-8 29-3-16,-9 10 1 16,-14 7 2-16,-15 5 13 15,-7 2 23-15,-14-3 6 16,-24-4 14-16,-12-2-6 16,-6-9-31-16,0-8-15 15,4-11-9-15,10-8-3 16,15-6-6-16,11-7 0 15,10 0-55-15,6 0-120 0,2-7-174 16,12-6-559-16</inkml:trace>
  <inkml:trace contextRef="#ctx0" brushRef="#br0" timeOffset="-174002.01">25933 6476 1785 0,'0'0'472'15,"0"0"-257"-15,0 0-112 16,-33 114-24-16,8-5 61 16,12 28-42-16,13-6-29 15,0-24-19-15,23-36-17 16,8-24-20-16,7-1-3 15,4 1-10-15,3-4 0 16,-8-14-40-16,5-11-120 16,-11-10-447-16,-8-8-712 0</inkml:trace>
  <inkml:trace contextRef="#ctx0" brushRef="#br0" timeOffset="-172030.27">26676 6677 1833 0,'0'0'397'0,"0"0"-304"16,0 0 94-1,9 155-58-15,1-85-32 0,4 2-15 16,-1-6-26-16,1-7-25 15,-1-13-13-15,1-10-9 16,-5-13-2-16,-3-8-5 16,-1-10 7-16,-3-5-8 15,-2 0 23-15,0-17 3 16,-2-15-16-16,-14-15-10 16,0-9 0-16,6-10 5 15,7-4-4-15,3-1-2 16,18 4 0-16,22 7 0 15,7 9 0-15,2 14 1 16,-5 16-1-16,-7 17-2 0,-11 4-8 16,-8 18-1-16,-14 18 11 15,-4 9 0-15,-11 2 10 16,-18 4-9-16,-8-3 10 16,-2-2-11-16,4-4 0 15,3-4 1-15,6-3 0 16,6-6-1-16,4-5 0 15,5-4 0-15,7-7 0 16,4-6 0-16,0-3-1 16,4-1 1-16,16-2 6 15,7-1 19-15,4 0 23 16,4 0-1-16,2 0-16 16,-4 0-17-16,0-1-2 0,-1-10-11 15,-6 1 0 1,-4-4-1-16,-4-2-53 0,3-19-87 15,-6 1-211-15,-1 1-618 0</inkml:trace>
  <inkml:trace contextRef="#ctx0" brushRef="#br0" timeOffset="-171773.04">27382 6314 1770 0,'0'0'773'16,"0"0"-600"-16,0 0-78 15,0 0-14-15,0 0 27 0,7 136-32 16,-3-89-30-16,4-3-32 16,-2-7-7-16,1-2-6 15,-3-9-1-15,0-3-5 16,-4-8-60-16,0-5-87 15,0-10-173-15,-13 0-314 16,-3-12-969-16</inkml:trace>
  <inkml:trace contextRef="#ctx0" brushRef="#br0" timeOffset="-171630.87">27156 6611 1590 0,'0'0'323'0,"0"0"-166"15,0 0-51-15,166-14-72 16,-60 0-34-16,-20 4-123 16,-12 2-517-16</inkml:trace>
  <inkml:trace contextRef="#ctx0" brushRef="#br0" timeOffset="-143320.56">28018 6551 310 0,'0'0'1726'0,"0"0"-1394"16,0 0 8-16,0 0-144 16,0 0-138-16,0 0 2 15,-50 133-3-15,19-19 27 16,-2 24-29-16,4-8 7 15,12-28-17-15,7-35-10 16,6-29-14-16,-1-3-12 16,3-1-1-16,-2-5-8 15,4-14-1-15,0-12-56 16,0-3 5-16,0-3-47 16,17-44-107-16,6 1-403 15,4-2-398-15</inkml:trace>
  <inkml:trace contextRef="#ctx0" brushRef="#br0" timeOffset="-142871.33">28254 6800 765 0,'0'0'1486'0,"0"0"-1198"16,0 0-38-16,0 0-66 16,-58 153-78-16,44-92-10 15,8-1-36-15,4-3-21 16,2-10-21-16,0-6-6 15,2-10-5-15,4-11-6 16,0-8-1-16,-2-5 7 16,-2-7-1-16,2-7 9 15,5-26 46-15,3-19-40 16,5-18-10-16,1-7-11 0,2 3 0 16,2 7 8-1,-1 12-7-15,-2 8-2 0,1 11 9 16,-1 10-2-16,0 10 4 15,2 12 13-15,3 4-23 16,3 17-1-16,2 19 1 16,-2 6 1-16,-1 8 19 15,-4 0-19-15,-1-3 18 16,-1 0-19-16,-5-4 0 16,1-8-1-16,-1 0-12 15,-4-9-25-15,1-6-17 16,-5-6-13-16,-5-6-26 15,-2-6 12-15,0-2-5 0,-2 0-7 16,-21-16-166-16,-33-11-232 16,8 4-31-16,-6 2-485 0</inkml:trace>
  <inkml:trace contextRef="#ctx0" brushRef="#br0" timeOffset="-142720.92">28198 7082 990 0,'0'0'656'15,"0"0"-274"-15,0 0 176 16,0 0-344-16,0 0-54 15,0 0-42-15,114-37-46 16,-49 16-40-16,4-3-3 16,2 0-28-16,-1 1-2 15,-8 6-29-15,13-12-113 16,-15 5-344-16,-10 2-483 0</inkml:trace>
  <inkml:trace contextRef="#ctx0" brushRef="#br0" timeOffset="-142502.18">28869 6467 1290 0,'0'0'924'0,"0"0"-734"16,0 0 66-16,0 0-116 16,134 56-13-16,-85 11-29 15,-7 14 2-15,-11 9-36 16,-13 1-28-16,-9-5-19 15,-9-6-17-15,0-10-23 16,0-8-62-16,-27-1-44 0,3-16-156 16,0-19-507-16</inkml:trace>
  <inkml:trace contextRef="#ctx0" brushRef="#br0" timeOffset="-141759.6">24579 8700 1045 0,'0'0'147'16,"0"0"-80"-16,0 0 124 16,0 0-157-16,0 0-26 15,0 0 222-15,0 0 43 16,58 21 37-16,-25-13-40 16,11-2-61-16,8-2-82 15,3-3-55-15,-2-1-38 16,-3 3-25-16,-5-3-9 15,-12 0-1-15,-6 0-62 16,-16 0-166-16,-9 0-365 16,-2 0-436-16</inkml:trace>
  <inkml:trace contextRef="#ctx0" brushRef="#br0" timeOffset="-141577.39">24631 9010 1073 0,'0'0'606'0,"0"0"-410"16,0 0 72-16,0 0-150 15,137-17-75-15,-84 7-31 16,0 3-12-16,3 7-19 16,-15 0-225-16,-10 0-603 0</inkml:trace>
  <inkml:trace contextRef="#ctx0" brushRef="#br0" timeOffset="-140016.86">25846 8508 2184 0,'0'0'298'0,"0"0"-209"16,0 0 111-16,-26 141-66 16,23-68-26-16,3 7-32 15,0-1-18-15,3-9-20 16,12-10-5-16,1-7-23 16,0-9-4-16,-3-8-6 15,-2-8-5-15,-2-11-34 16,-5-6-43-16,-4-8-26 15,0-3-28-15,-2-12-68 16,-11-11-516-16,-1-5-660 0</inkml:trace>
  <inkml:trace contextRef="#ctx0" brushRef="#br0" timeOffset="-139747.28">25789 8624 1631 0,'0'0'314'0,"0"0"-54"15,94-110 54-15,-32 70-201 16,2 12-6-16,-1 14-29 16,-9 14-42-16,-17 7-21 15,-14 26 4-15,-17 11 18 16,-6 9 25-16,-4 2-11 16,-23 2-16-16,-6-7-5 0,-8-4-28 15,-3-8 11 1,4-13-11-16,1-5 5 0,13-13-7 15,6-5-9-15,8-2-33 16,8 0-46-16,4-24-87 16,6 2-285-16,11 0-109 0</inkml:trace>
  <inkml:trace contextRef="#ctx0" brushRef="#br0" timeOffset="-139462.78">26502 8288 1825 0,'0'0'311'0,"0"0"-163"15,0 0 133-15,0 0-111 16,-79 156-23-16,69-74-17 15,3 10-44-15,7-2-8 16,0-19-43-16,13-3-14 16,18-12-14-16,6-15-5 15,-2-9-2-15,-4-13-42 16,3-3-75-16,-12-5-192 16,-7-6-517-16</inkml:trace>
  <inkml:trace contextRef="#ctx0" brushRef="#br0" timeOffset="-124318.83">26874 8642 2096 0,'0'0'277'16,"-22"119"-219"-16,19-45 45 15,3 2-50-15,6-8-26 16,15-9-27-16,4-15-24 16,-3-12-176-16,-7-15-134 15,-7-10-842-15</inkml:trace>
  <inkml:trace contextRef="#ctx0" brushRef="#br0" timeOffset="-123929.81">26756 8661 1788 0,'0'0'309'0,"0"0"-151"15,0 0 152-15,130-106-221 16,-61 87-50-16,-5 14 10 15,-6 5-22-15,-14 7-15 16,-13 24-5-16,-15 6 2 16,-13 9 27-16,-3 5 39 15,-21-3-18-15,-12-2-3 16,-7-4-19-16,-4-7-8 16,3-3-10-16,6-8-1 15,8-5 2-15,10-7-3 16,7-4 2-16,10-4-17 15,0-4 21-15,4 0 0 16,21 0 26-16,8 0 14 0,8 0-18 16,3-2-20-16,-2-4-14 15,-1 2-4-15,-8 2-4 16,-6 2-2-16,-4-2-15 16,-4 0-29-16,-1-4-61 15,11-18-78-15,-4 0-352 16,-5-5-951-16</inkml:trace>
  <inkml:trace contextRef="#ctx0" brushRef="#br0" timeOffset="-123711.33">27474 8231 2105 0,'0'0'376'0,"0"0"-184"16,0 0-7-16,0 0-65 15,49 111-20-15,-38-61-31 16,-5 2-38-16,-1-2-17 16,-3-4-14-16,-2-8 1 15,0-6-2-15,0-10-57 16,0-16-71-16,-2-6-147 16,-7 0-408-16</inkml:trace>
  <inkml:trace contextRef="#ctx0" brushRef="#br0" timeOffset="-123553.68">27398 8486 1467 0,'0'0'830'0,"0"0"-539"15,0 0-12-15,0 0-180 16,0 0-77-16,161-54-22 16,-105 48-6-16,-6 6-98 15,8 0-183-15,-13 4-356 16,-7 7-385-16</inkml:trace>
  <inkml:trace contextRef="#ctx0" brushRef="#br0" timeOffset="-123118.3">28072 8988 1024 0,'0'0'607'0,"0"0"-380"16,0 0 124-16,0 0-161 16,0 0-78-16,0 0-18 15,0 0-19-15,-7-9 17 16,7-3-17-16,0-2-10 16,-3-7-9-16,3-4-2 15,-2-5-7-15,0-7-17 16,-1-1 2-16,3-1 1 15,0-2 7-15,0-3-19 16,0 1-1-16,12-6-19 16,10-1-1-16,5 2 1 0,6 1 0 15,0 10 1-15,4 7-2 16,-4 10 0-16,-4 13 0 16,-2 7-2-16,-5 13-15 15,-2 25 16-15,-5 10 1 16,-1 10 0-16,-5 4 0 15,-1-4 0-15,2-4 0 16,-4-6-6-16,1-9-61 16,7-11-90-16,-3-10-362 15,1-13-509-15</inkml:trace>
  <inkml:trace contextRef="#ctx0" brushRef="#br0" timeOffset="-122714.05">28807 8441 2054 0,'0'0'235'16,"0"0"-5"-16,0 145-38 16,0-74-100-16,0 1-21 15,0-8-34-15,0-10-22 16,0-15-8-16,0-12-5 15,-2-13-1-15,0-14 9 16,-1 0 8-16,3-32 8 16,0-32-19-16,0-6 2 15,0-18-7-15,0-5 29 0,0 12 8 16,0 2-6-16,5 13-3 16,12 18-18-16,8 16 12 15,8 19-14-15,6 13 4 16,3 21-13-16,0 22 6 15,-6 18 4-15,-12 6-5 16,-6 6-5-16,-9-5 0 16,-2-3-1-16,-3-12-2 15,-1-9-16-15,-1-15-76 16,2-25-96-16,-2-4-392 16,3-8-484-16</inkml:trace>
  <inkml:trace contextRef="#ctx0" brushRef="#br0" timeOffset="-122545.89">28787 8659 2031 0,'0'0'471'0,"0"0"-261"16,0 0-7-16,0 0-136 16,126-5-44-16,-60-7-23 15,3 1-47-15,11-10-81 16,-19 3-218-16,-17 0-780 0</inkml:trace>
  <inkml:trace contextRef="#ctx0" brushRef="#br0" timeOffset="-122299.02">29289 8064 1582 0,'0'0'664'0,"0"0"-574"16,0 0 140-16,145 35-66 16,-79 17-25-16,1 30-13 15,-18 3-11-15,-15 9-13 16,-17 2-50-16,-17-14-20 16,-2 9-23-16,-27-9-9 15,-9-6-78-15,-37 12-96 16,9-20-207-16,4-15-635 0</inkml:trace>
  <inkml:trace contextRef="#ctx0" brushRef="#br0" timeOffset="-121669.77">25615 9531 1126 0,'0'0'194'0,"0"0"-155"15,0 0 46 1,0 0-51-16,0 0 14 0,116 20 48 16,-78-14-10-16,10-2 15 15,33-4 19-15,55 0-41 16,78-14 1-16,53-13 28 16,32 0 129-16,4 3-68 15,-19 5-106-15,3 4-34 16,1-2-18-16,-5-4-11 15,-7-2 1-15,-20 2 0 16,-35 0 6-16,-38 3-6 16,-47 4 8-16,-43 2-8 15,-31 5-1-15,-8-2 0 0,2 3 0 16,4-2 0 0,5-1 0-16,-9 2 0 0,-5 0-25 15,-9 0-26-15,-15 1-32 16,-12 2-307-16,-15 0-842 0</inkml:trace>
  <inkml:trace contextRef="#ctx0" brushRef="#br0" timeOffset="-121045.47">27353 9972 2212 0,'0'0'294'15,"0"0"-216"-15,0 0 130 16,-20 182-130-16,27-66-5 16,17-3 13-16,-1-7-4 15,-3-17-51-15,-7-22 4 16,-1 2-13-16,-4 1-8 16,-3-15-13-16,-3-17 1 0,-2-15-1 15,0-14 1-15,0-9-2 16,-4-10-24-16,-15-25 12 15,-2-11-30-15,-4-11 18 16,0-3 10-16,5-3 14 16,3-4 0-16,5-5 1 15,5-6 0-15,7-6 5 16,3-4 15-16,24-1-21 16,13 7 10-16,9 12-4 15,9 13 8-15,4 20-2 16,-2 16-2-16,-4 21-2 15,-9 0-8-15,-11 33 0 16,-14 15 0-16,-15 10 4 0,-7 2-3 16,-18 2 19-16,-20-6 19 15,-9-3-3-15,-7-11-3 16,4-8-16-16,2-13-9 16,13-9-8-16,8-10-29 15,10-2-63-15,-4-17-50 16,5-7-378-16,3 0-1657 0</inkml:trace>
  <inkml:trace contextRef="#ctx0" brushRef="#br0" timeOffset="-119723.88">28113 9932 880 0,'0'0'592'0,"0"0"-250"15,0 0 195-15,0 0-384 0,0 0-114 16,0 0 114-1,-24 162 1-15,2-85-53 0,2-1-35 16,2-7-48-16,11-13 0 16,7-10-18-16,0-9 0 15,33-9-54-15,5-8-322 16,1-12-1885-16</inkml:trace>
  <inkml:trace contextRef="#ctx0" brushRef="#br0" timeOffset="-119439.66">28341 10580 1711 0,'0'0'653'15,"0"0"-527"-15,-11-123 190 16,11 59-210-16,0-8-66 0,16-5-8 16,3 4-8-16,-3 6 0 15,-1 15 28-15,-5 14 6 16,-1 16-22-16,-5 12 0 15,2 10-22-15,4 0-14 16,3 26 0-16,7 12 0 16,0 12 1-16,4 6 5 15,1 4-5-15,-2-2 0 16,1-5-1-16,-2-11-17 16,-2-10-43-16,1-11-76 15,-8-14-199-15,-5-5-578 0</inkml:trace>
  <inkml:trace contextRef="#ctx0" brushRef="#br0" timeOffset="-119288.58">28421 10413 1530 0,'0'0'523'16,"0"0"-148"-16,0 0 5 16,0 0-256-16,0 0-90 15,132-62-25-15,-69 39-9 16,12-6-63-16,-17 3-236 15,-13 4-603-15</inkml:trace>
  <inkml:trace contextRef="#ctx0" brushRef="#br0" timeOffset="-119093.56">28805 9858 1781 0,'0'0'321'16,"0"0"-70"-16,0 0 34 15,145 42-136-15,-99 6-20 16,-10 8-56-16,-14 9-23 16,-13-2-27-16,-9 3-23 15,-2 1-19-15,-47 19-166 16,4-14-493-16,-1-12-1142 0</inkml:trace>
  <inkml:trace contextRef="#ctx0" brushRef="#br0" timeOffset="-116334.71">24817 12273 1594 0,'0'0'330'15,"0"0"-42"-15,0 0 45 16,0 0-139-16,0 0-93 0,0 0-26 15,13 0-36-15,20 0 4 16,15 0 5-16,10-6-29 16,4-1-6-16,-2-3-12 15,-7 7-2-15,-12 3-65 16,-17 0-123-16,-10 9-343 16,-12 7-79-16</inkml:trace>
  <inkml:trace contextRef="#ctx0" brushRef="#br0" timeOffset="-116160.64">24888 12601 912 0,'0'0'914'0,"0"0"-752"16,0 0 172-16,0 0-90 16,0 0-164-16,147-44-66 0,-82 22-1 15,-3 3-13-15,-1 4-6 16,14-10-154-16,-13 7-307 15,-6 1-271-15</inkml:trace>
  <inkml:trace contextRef="#ctx0" brushRef="#br0" timeOffset="-110921.52">26674 11768 924 0,'0'0'253'16,"0"0"-4"-16,0 0-16 15,0 0-130-15,0 0-22 16,0 0 39-16,0 3 15 16,0-3 25-16,13 0-35 15,9-4-23-15,7-9-39 16,5-1-22-16,1 3-10 15,1-1-1-15,-1 2-7 16,2 1-13-16,-4 5-2 16,-4 4-8-16,-4 0 4 15,-8 6-4-15,-11 19 0 0,-6 8 0 16,0 7 1 0,-12 5 0-16,-13-1 5 0,-2-4-5 15,-4-5 0-15,0-6 1 16,-3-7-2-16,3-4 11 15,2-3-11-15,7-6 2 16,6-5-1-16,10-4 0 16,6 0 5-16,0 0-1 15,13-11-5-15,12-2-7 16,6 0 7-16,2 2-1 16,3 5 0-16,-1 6 1 15,1 0-1-15,-2 10 0 16,-5 12-1-16,-5 7 2 15,-8 2-1-15,-10 3 0 16,-6 1 1-16,-4-3 0 0,-23-2 6 16,-8-2 11-16,-8-4 11 15,-2-6 18-15,4-4-10 16,2-6-15-16,8-6-10 16,9-2-4-16,6-2-7 15,10-16 0-15,6-20-108 16,6 6-232-16,14 0-406 0</inkml:trace>
  <inkml:trace contextRef="#ctx0" brushRef="#br0" timeOffset="-110569.34">27336 11686 1568 0,'0'0'257'16,"0"0"-143"-16,0 0 130 16,-22 116-81-16,22-53 0 15,0 2-26-15,6-2-10 16,23-10-35-16,13-14-25 16,12-10-16-16,8-17 15 15,10-12-9-15,-1-3-20 16,-6-23-16-16,-9-10 8 15,-17-8 10-15,-14-6-3 16,-21-6 0-16,-4-4-21 16,-35 3 5-16,-21 7-19 0,-15 9 8 15,-5 10-8-15,0 11-1 16,2 15-6-16,8 5-69 16,-5 29-73-16,15 12-130 15,16 3-515-15</inkml:trace>
  <inkml:trace contextRef="#ctx0" brushRef="#br0" timeOffset="-109991.09">26145 12830 992 0,'0'0'182'16,"0"0"-30"-16,0 0 222 15,0 0-198-15,0 0-64 16,0 0-8-16,0 0-28 15,68 5 35-15,23-5-15 16,65-2-42-16,96-24-4 16,57-6 38-16,26-2 3 15,-21 7 43-15,-62 8-19 16,-52 4-60-16,-59 3-43 16,-48 1-6-16,-39 3-5 0,-18-2 1 15,-3 0-1-15,-6-2 7 16,-5 0 4-16,-9 3-6 15,-8 0 6-15,-5 3-12 16,0 4 0-16,0 2-39 16,-40 0-213-16,2 0-299 15,-3 0-474-15</inkml:trace>
  <inkml:trace contextRef="#ctx0" brushRef="#br0" timeOffset="-106191.02">28456 11511 1305 0,'0'0'237'0,"0"0"41"16,0 0 83-16,0 0-229 15,0 0-91-15,0 0 136 16,-41 122-45-16,14-55-10 16,-7 13-2-16,-1 7-24 15,-3 3-8-15,0-6-21 16,-2-6-1-16,0-10-27 15,1-11 2-15,8-11-22 16,5-10-4-16,8-11-9 16,7-10 0-16,6-9-6 15,3-6 6-15,2 0-1 0,0 0-5 16,0-9-52-16,0-6-62 16,12-11-54-16,5 4-214 15,5-2-814-15</inkml:trace>
  <inkml:trace contextRef="#ctx0" brushRef="#br0" timeOffset="-105387.63">28755 11823 1275 0,'0'0'241'0,"0"0"-27"16,0 0 17-16,0 0-147 0,0 0-37 16,-113 64 19-16,97-38 2 15,8 2 9-15,6-4-36 16,2 0-5-16,4-2 4 16,23 1 9-16,6-3-2 15,3 1 10-15,-3 1-4 16,-4 3-18-16,-4-1-1 15,-12 0-24-15,-9 2 5 16,-4 0 3-16,-2-1 27 16,-25-5 34-16,-7 1-6 15,-5-7-31-15,3-4-24 16,3-4-3-16,6-6-9 16,7 0 20-16,5-4-9 0,5-14 1 15,3-5-10 1,7 0-2-16,0-3-6 0,3-2 0 15,17 2 1-15,5-1 0 16,8 1 13-16,3 2-13 16,1-1 21-16,-1-2-1 15,-2 1-1-15,-3 0-7 16,-7 1-1-16,-4-6 3 16,-1 3-3-16,-9 2 9 15,1 2-6-15,-3 2 6 16,-4 3-21-16,0 3 1 15,-2 5 0-15,3 0-1 16,1 6 0-16,6 2-58 0,3 2-52 16,3 1-18-16,2 0 4 15,-2 0 43-15,-5 4 48 16,-1 8 18-16,-6 3 14 16,-4 10-1-16,0 7 2 15,-2 6 1-15,0 4 29 16,0-1 22-16,0-4 2 15,9-4-14-15,7-10-19 16,13-7 16-16,15-8 14 16,12-8 1-16,6 0-23 15,3-11-10-15,-13-12 4 16,-15-5 13-16,-14-4 30 16,-21-8-14-16,-2-6-1 15,-11 0-21-15,-18 0-12 0,-4 8-9 16,-5 9-8-16,-5 10-1 15,-11 10-29-15,-39 12-87 16,11 16-82-16,-1 8-588 0</inkml:trace>
  <inkml:trace contextRef="#ctx0" brushRef="#br0" timeOffset="-104502.14">28390 12562 189 0,'0'0'1064'0,"0"0"-925"16,0 0 56-1,0 0-42-15,0 0-65 0,0 0 8 16,0 0 8-16,-75 0-11 16,72 2-5-16,1 0 5 15,2-2-14-15,0 3-24 16,0-3-14-16,0 2-17 15,0-2-11-15,0 2-12 16,0 0 8-16,0-1-8 16,7 2 15-16,10 1 17 15,10-4 9-15,8 0-5 16,19 0-6-16,35 0 20 16,56-8 1-16,63-8 24 15,23-2-4-15,-5 3-14 16,-50 5-22-16,-65 5-19 0,-37 0-10 15,-23 2-6 1,0-1 5-16,-4-3-5 0,-2 2 8 16,-14 1 30-16,-13 0 45 15,-7 1-12-15,-7 2-2 16,-2 1-20-16,-2 0-19 16,0 0-17-16,0 0-6 15,0 0-8-15,0 0 0 16,0 0 0-16,0 0-5 15,0 0 3-15,0 0-10 16,0 0-43-16,-11 0-75 16,-7 0-92-16,-3 10-536 0</inkml:trace>
  <inkml:trace contextRef="#ctx0" brushRef="#br0" timeOffset="-99569.41">21587 3693 778 0,'0'0'257'16,"0"0"12"-16,0 0 41 15,0 0-73-15,0 0-36 16,0 0-57-16,0 0-2 0,-71-5 1 15,71 5 10-15,0 0-46 16,0 0-22-16,22 0-35 16,9 0-9-16,9 0-20 15,4 0-12-15,-1 1-9 16,-1 3-9-16,-6 2-83 16,-3-2-229-16,-8-1-346 15,-9-1-683-15</inkml:trace>
  <inkml:trace contextRef="#ctx0" brushRef="#br0" timeOffset="-99388.89">21439 3982 1189 0,'0'0'368'0,"0"0"-256"15,0 0 157-15,0 0-94 16,145 8-62-16,-76-16-65 15,3-2-26-15,15 2-22 16,-20 4-142-16,-19 2-596 0</inkml:trace>
  <inkml:trace contextRef="#ctx0" brushRef="#br0" timeOffset="-97249.63">22556 3609 1174 0,'0'0'497'16,"0"0"-269"-16,0 0-7 16,0 0-51-16,0 0-71 15,0 0-57-15,0 0 42 16,96-66 16-16,-58 57-31 16,-2 9-22-16,-3 0-18 15,-4 0-16-15,-2 19-12 0,-9 5 8 16,-7 4-8-1,-11 5-2-15,0-1 1 0,-20-3 0 16,-11-1 1-16,-3-3 11 16,5-10-6-16,9-2-5 15,9-8 5-15,9-2-5 16,2-3-1-16,9 0 3 16,18 0-3-16,8 0 0 15,3 0 1-15,0 0 0 16,-2 8 0-16,-3 10-1 15,-8 10 0-15,-6 4-1 16,-9 3-1-16,-10 4-5 16,0-3 6-16,-14-2 1 0,-15-4 7 15,-7-4 14 1,-1-8 12-16,-4-5-5 0,1-5-10 16,0-8-10-16,0 0-4 15,4 0 2-15,5 0-1 16,9-4-5-16,6 0 0 15,12-1-14-15,4 1-50 16,0-4-36-16,2-4-242 16,13 0-322-16,3 0-230 0</inkml:trace>
  <inkml:trace contextRef="#ctx0" brushRef="#br0" timeOffset="-96686.9">23393 3517 1448 0,'0'0'362'0,"0"0"-43"0,0 0-47 15,0 0-85-15,0 0-124 16,0 0-29-16,0 0-18 15,23 42 7-15,-23-6 35 16,-6 4-6-16,-7 1-17 16,-3-1-13-16,3-7-7 15,-1 0-15-15,5-8 15 16,1-2-14-16,1-10-1 16,2-2 1-16,3-7 7 15,2-2-8-15,0-2 2 16,0 0 7-16,0 0-8 15,7 0 13-15,8 0-14 16,4 0 18-16,4 0-18 0,2 0 1 16,2 0 0-16,-2 0-1 15,-1 0 0-15,-2 0-12 16,-4-4-22-16,-4-4-51 16,-3-2-57-16,-7-14-153 15,-4 2-282-15,0-4-564 0</inkml:trace>
  <inkml:trace contextRef="#ctx0" brushRef="#br0" timeOffset="-96550.46">23557 3601 1356 0,'0'0'510'0,"0"0"-198"15,0 0-78-15,0 0-154 16,0 0 2-16,0 0 30 0,-15 158-66 16,8-89-27-16,4 3-12 15,3 32-7-15,12-20-88 16,1-5-510-16</inkml:trace>
  <inkml:trace contextRef="#ctx0" brushRef="#br0" timeOffset="-95957.09">21607 5370 1430 0,'0'0'252'15,"0"0"-163"-15,0 0 38 16,0 0-16-16,0 0-2 16,154 10-43-16,-106-10-41 0,2 0-10 15,-1 0-14-15,-9 0-1 16,-13 2-61-16,-12 2-181 16,-15 2-514-16</inkml:trace>
  <inkml:trace contextRef="#ctx0" brushRef="#br0" timeOffset="-95808.31">21665 5731 570 0,'0'0'788'0,"0"0"-682"16,0 0-33-16,125-16-40 0,-50 1-33 15,-13 6-56 1,-14-2-851-16</inkml:trace>
  <inkml:trace contextRef="#ctx0" brushRef="#br0" timeOffset="-93945.84">22957 5274 1008 0,'0'0'574'15,"0"0"-412"-15,0 0-31 16,0 0-46-16,139-54-39 15,-99 50-19-15,-7 4-9 16,-4 0-9-16,-6 0 16 16,-13 12-10-16,-10 7 5 15,0 12-5-15,-10 8 34 16,-19 7-5-16,-3 7-21 16,1 1-12-16,4-4-10 0,7-6 7 15,7-8-7-15,9-5-2 16,4-9 9-16,0-4-5 15,0-4-2-15,13-4 54 16,5-6 43-16,5-3 6 16,2-1-31-16,0 0-36 15,0 0-19-15,-3-5-17 16,-4-5 2-16,-2-2-3 16,4-12-88-16,-5 2-270 15,-1-2-751-15</inkml:trace>
  <inkml:trace contextRef="#ctx0" brushRef="#br0" timeOffset="-93601.26">23657 5095 1468 0,'0'0'230'0,"0"0"-33"15,0 0-25-15,0 0-115 16,137 36-33-16,-120 3-11 16,-10 4 8-16,-7 1 18 15,-5-5 49-15,-26-3-16 16,-11-8 16-16,-12-8-24 16,-2-5-27-16,6-12-22 15,5-3-8-15,16-3 14 0,14-18-6 16,12-9 6-16,3-7-14 15,18 0 8-15,13 0-15 16,5 3 2-16,2 8-2 16,-5 6-2-16,-2 8-53 15,3 10-120-15,-12 2-208 16,-4 0-685-16</inkml:trace>
  <inkml:trace contextRef="#ctx0" brushRef="#br0" timeOffset="-93337.99">23773 5358 1463 0,'0'0'204'0,"0"0"-92"16,0 0 65-16,0 0-99 16,129 128-19-16,-115-80-34 15,-14 2 31-15,0 0 65 16,-31-4 34-16,-14-7-52 15,-10-8-9-15,-3-11-35 16,4-15-24-16,14-5-13 16,14-22-4-16,18-24-6 15,8-8-3-15,8-7-18 16,27-6-45-16,-6 14-163 16,-2 15-364-16</inkml:trace>
  <inkml:trace contextRef="#ctx0" brushRef="#br0" timeOffset="-92202.58">20710 10036 1543 0,'0'0'261'0,"0"0"-73"15,0 0 179-15,0 0-118 16,0 0-127-16,164-25-67 16,-98 11-26-16,-3 2-14 15,-5 5-7-15,-14 1-8 16,-9 6-29-16,-12 0-231 16,-9 6-357-16,-12 4-451 0</inkml:trace>
  <inkml:trace contextRef="#ctx0" brushRef="#br0" timeOffset="-92052.57">20787 10339 1247 0,'0'0'149'0,"0"0"57"16,0 0 133-16,0 0-211 16,178-40-93-16,-107 22-35 15,14 0-6-15,-21 4-261 16,-14 4-755-16</inkml:trace>
  <inkml:trace contextRef="#ctx0" brushRef="#br0" timeOffset="-90627.99">22269 9749 1232 0,'0'0'320'0,"0"0"-86"16,0 0 138-16,0 0-129 15,0 0-114-15,0 0-53 16,0 0-45-16,121-46 11 16,-77 40-4-16,-7 6-9 15,-5 0-16-15,-6 6-11 0,-1 12-2 16,-2 6 2-1,-4 6-2-15,-3 6 10 0,-5 7-14 16,-5 5 10-16,-6 0-1 16,0 1-5-16,0-2 1 15,0-1 17-15,-8-3 7 16,1-5-1-16,1-3-23 16,2 0 9-16,-2-3-1 15,2 0-6-15,0-4-3 16,1-3 2-16,-1-4-2 15,2-5 0-15,2-6-14 16,0-6-68-16,0-4-168 0,0-14-233 16,0-6-721-16</inkml:trace>
  <inkml:trace contextRef="#ctx0" brushRef="#br0" timeOffset="-90446.5">22344 10168 713 0,'0'0'675'16,"0"0"-585"-16,185-26-59 16,-69 24-31-16,-22 2-12 15,-13 0-382-15</inkml:trace>
  <inkml:trace contextRef="#ctx0" brushRef="#br0" timeOffset="-88795.25">21331 12749 922 0,'0'0'873'0,"0"0"-711"15,0 0-89-15,0 0 67 0,116-14-87 16,-72 5-33-16,-2 2-12 16,-4 2-7-16,-9 5-1 15,-7 0-97-15,-10 0-78 16,-10 5-418-16,-2 5-428 0</inkml:trace>
  <inkml:trace contextRef="#ctx0" brushRef="#br0" timeOffset="-88645.81">21399 13029 755 0,'0'0'732'0,"0"0"-540"0,0 0 40 15,0 0-93-15,123-33-98 16,-69 15-23-16,-2 4-18 15,14-2-15-15,-18 5-282 16,-7 1-1045-16</inkml:trace>
  <inkml:trace contextRef="#ctx0" brushRef="#br0" timeOffset="-88083.27">22565 12314 1642 0,'0'0'281'16,"0"0"15"-16,0 0-44 15,0 0-158-15,0 0 62 16,62 112-69-16,-46-58 10 16,-5-1-34-16,1-5-18 15,-1-8-32-15,-3-7-2 0,2-12-10 16,-6-5 1-1,-2-7 6-15,-2-4-6 0,0-3 9 16,0-2-10-16,-8 0 6 16,-10 0-6-16,-7 2-2 15,2 1-24-15,2-1-32 16,2-1-30-16,1 5-31 16,-1-1 34-16,-2 8 59 15,-1-1 25-15,0 2 0 16,2-2 1-16,7-5-1 15,5 0 6-15,8-5-6 16,8-2 2-16,25 0 68 16,18-9-8-16,9-8-25 15,6 1-36-15,-2 0 5 0,-4 2-6 16,18-10-63-16,-16 7-255 16,-10-4-613-16</inkml:trace>
  <inkml:trace contextRef="#ctx0" brushRef="#br0" timeOffset="-87691.42">23169 12208 1699 0,'0'0'312'16,"0"0"-41"-16,0 0 4 15,0 0-188-15,0 0-60 16,0 0 1-16,0 0-9 0,85 124-8 15,-79-78 4-15,-6-2-14 16,0-4 4-16,0-5-5 16,0-10-1-16,0-4-62 15,0-9-13-15,0-5-38 16,0-3 14-16,-4 1-1 16,-7-1 35-16,-3 0-1 15,-3 0-45-15,-3 2 56 16,-5-2 29-16,4 2 27 15,-2-4 1-15,7 0 22 16,7 0 77-16,9-2 77 16,0 0-96-16,15 0-45 15,18 0-4-15,8-4-18 0,6-4-1 16,4-1-12 0,-3 4-1-16,0-1-9 0,-12-1-315 15,-12 2-986-15</inkml:trace>
  <inkml:trace contextRef="#ctx0" brushRef="#br0" timeOffset="-81625.16">26909 13106 1099 0,'0'0'367'0,"0"0"-118"15,0 0 78-15,148-38-144 16,-105 36-75-16,-8 2-33 0,-6 0-51 16,-12 18-5-16,-17 11-13 15,0 8 8-15,-33 6 51 16,-15 3-7-16,-10-2-27 16,2-4-17-16,12-8-5 15,15-10-9-15,19-10-1 16,10-10-16-16,22-2 17 15,26 0 1-15,7-10 7 16,5 4-7-16,0 6-1 16,-2 0 1-16,-8 17 0 15,-13 14 0-15,-16 5-1 16,-19 4 7-16,-2-2 31 16,-29-2 48-16,-19-5 5 0,-2-8-22 15,-6-7-15 1,4-4-29-16,6-9-11 0,13-3-13 15,10 0 9-15,14-15-10 16,9-9-55-16,29-29-135 16,9 4-460-16,4 1-1133 0</inkml:trace>
  <inkml:trace contextRef="#ctx0" brushRef="#br0" timeOffset="-81172.53">27550 13029 1833 0,'0'0'316'0,"0"0"-83"16,0 0 15-16,0 0-151 15,0 0 33-15,42 104-22 0,-46-58-10 16,-15-3-32-16,7-2-31 16,2-7-19-16,6-6-8 15,4-7 2-15,0-4-10 16,14-8 12-16,17 0 9 15,6-6 7-15,8 0-16 16,0-3-6-16,-6 0-5 16,0 0-1-16,-10-8-16 15,-7-11-31-15,-4-4-19 16,-9-7-47-16,-9-6-30 16,0-1 15-16,-3-1 24 15,-7 4 68-15,0 5 36 0,3 6 33 16,5 11 46-16,2 8 18 15,0 4-24-15,9 16-36 16,5 24 11-16,-1 17 27 16,-4 16 10-16,-6 10-13 15,-3 4-25-15,0-10-25 16,0-7-7-16,0-13-14 16,0-15-1-16,0-10-1 15,0-14-41-15,2-18-99 16,11-8-166-16,5-21-1314 0</inkml:trace>
  <inkml:trace contextRef="#ctx0" brushRef="#br0" timeOffset="-80931.49">28483 12971 1773 0,'0'0'478'0,"0"0"-346"16,-52 200 178-16,13-87-120 16,1-2-46-16,7-15-28 15,11-32-38-15,5 5-55 16,-1-4-7-16,9-14-16 16,5-12 0-16,2-13-9 15,18-23-68-15,11-3-117 0,9-6-474 16</inkml:trace>
  <inkml:trace contextRef="#ctx0" brushRef="#br0" timeOffset="-80294.28">28628 13251 1285 0,'0'0'155'0,"0"0"-20"16,0 0-40-16,0 0-51 16,88 136 39-16,-51-93 40 15,1-4 16-15,-2 0 45 0,-7-4-36 16,-7 0-74-16,-8-6-19 16,-8 2-15-16,-6-1-5 15,0-2 12-15,-20-3 4 16,-7-4-14-16,-2-5-19 15,-4-8-3-15,1-8-6 16,3 0 9-16,8-19-5 16,3-2 11-16,11-9 35 15,7 2-31-15,0-4-19 16,23 0-3-16,12-3-4 16,7-3-1-16,3 0 4 15,-1 2-4-15,-4-3 0 16,-1 5 6-16,-10 3-1 0,-5-1 3 15,-4 2-9-15,-4-3 11 16,-3 4-10-16,-2 0-1 16,-2 8 0-16,-4 4 1 15,-3 7 7-15,0 10 28 16,-2 0-30-16,0 14-6 16,0 18 0-16,2 14 0 15,3 10 3-15,1 7-3 16,6-3 1-16,5-7 5 15,8-12 3-15,6-11 1 16,12-13 5-16,3-15 20 16,6-2-4-16,1-23 5 15,-4-15-12-15,-8-12 6 0,-12-10-3 16,-14-2 3-16,-15 1-6 16,0 10-15-16,-34 10-9 15,-21 15-12-15,-72 26-56 16,13 0-138-16,-7 20-510 0</inkml:trace>
  <inkml:trace contextRef="#ctx0" brushRef="#br0" timeOffset="-79625.72">30528 12501 179 0,'0'0'0'0</inkml:trace>
  <inkml:trace contextRef="#ctx0" brushRef="#br0" timeOffset="-79091.63">30965 12194 1935 0,'0'0'258'0,"0"0"-67"15,0 0-23-15,0 0-122 16,0 0-32-16,131-8-13 16,-80 6-1-16,-1-5 9 15,-4 2-9-15,-3-1-34 16,-16 0-206-16,-14 1-292 0</inkml:trace>
  <inkml:trace contextRef="#ctx0" brushRef="#br0" timeOffset="-78936.86">30940 12446 1064 0,'0'0'782'0,"0"0"-566"15,0 0 120-15,0 0-172 16,0 0-70-16,0 0-52 16,163-25-23-16,-90 6-19 15,-12 3-134-15,-8 2-700 0</inkml:trace>
  <inkml:trace contextRef="#ctx0" brushRef="#br0" timeOffset="-78411.13">31739 11891 1657 0,'0'0'275'16,"0"0"48"-16,0 0-77 16,0 0-149-16,164-84 10 15,-110 75 17-15,-10 9-52 16,-11 0-47-16,-12 4-13 15,-10 17-10-15,-11 5 1 16,0 0 3-16,-16 4 2 16,-15-2-7-16,-4-4 9 0,-2-2-9 15,6-8 7 1,10-4-8-16,9-3 1 0,12-6 1 16,0-1-2-16,29 0 0 15,14 0 0-15,7 2 7 16,2 4-7-16,0 4 1 15,-13 7-1-15,-7-2 0 16,-14 6 0-16,-16-2 1 16,-2 2-1-16,-18-3 1 15,-18-3 29-15,-8 0 6 16,-1-8 0-16,1-4-11 16,3-3-7-16,12 0-9 15,10-4-7-15,9-10-2 16,10-2-33-16,29-7-60 15,12 4-191-15,5-2-510 0</inkml:trace>
  <inkml:trace contextRef="#ctx0" brushRef="#br0" timeOffset="-78080.86">32441 11797 1685 0,'0'0'201'16,"0"0"88"-16,0 0-44 16,-31 144-75-16,31-94-38 15,0-7-27-15,15-8-45 16,22-12-8-16,17-11 15 0,8-11 5 16,1-1-38-16,-7-9-28 15,-11-14 17-15,-16-3-16 16,-14-8 16-16,-11-6 14 15,-4-6 5-15,-13-2-16 16,-18 2-8-16,-10 6-5 16,-3 8-11-16,-5 8-2 15,2 12-3-15,0 8-39 16,5 4-87-16,-3 26-64 16,12 10-363-16,6 4-616 0</inkml:trace>
  <inkml:trace contextRef="#ctx0" brushRef="#br0" timeOffset="-77742.3">31704 12518 1773 0,'0'0'266'15,"0"0"-22"-15,133 0-21 0,4-5-130 16,46-16-4 0,14 0 23-16,-39 0-25 0,-49 7-8 15,-56 7-58-15,-20-1-6 16,2-1-15-16,-2 1 0 15,5 2-2-15,-5 3-46 16,5 3-100-16,7 0-166 16,24 14-37-16,-11 3 127 15,-16 1-886-15</inkml:trace>
  <inkml:trace contextRef="#ctx0" brushRef="#br0" timeOffset="-77238.66">31928 12867 1965 0,'0'0'330'16,"0"0"-20"-16,0 0-186 15,120-24-76-15,-53 18-17 16,0 6-1-16,-11 0-15 16,-14 6-4-16,-20 15-11 15,-15 5-1-15,-7 4-7 16,-20 0 7-16,-23 2 1 0,-10-5 0 16,2-2 2-16,4-9 4 15,15-4 6-15,15-8-11 16,10-2 10-16,7-2-3 15,3 0 7-15,21 0-15 16,7 0 0-16,2 0-1 16,6 7 1-16,-6 7 0 15,-4 5 0-15,-12 6 6 16,-7-2-6-16,-10 3 0 16,-4 0-2-16,-33-2 2 15,-3-2 8-15,-7-5-1 16,3-4-5-16,4-6-1 15,11-5 11-15,11-2-11 0,9 0 14 16,9 0-15-16,0-9-22 16,11-9-111-16,9 3-377 15,1 1-154-15</inkml:trace>
  <inkml:trace contextRef="#ctx0" brushRef="#br0" timeOffset="-76001">32393 12830 872 0,'0'0'746'16,"0"0"-535"-16,0 0 280 15,0 0-287-15,0 0-56 16,0 0-34-16,0 0-52 16,3-16-40-16,-3 16-22 15,0 14 0-15,0 1 5 16,0 6-5-16,0 1 2 15,0 1-2-15,0 2 10 16,0 0-7-16,-9 0-2 16,-2-3 6-16,2-2-1 0,2-8-6 15,5-4 1-15,2-4-1 16,0-4 0-16,0 0 13 16,18 0-11-16,13 0 17 15,9 0-8-15,4 0-5 16,4 0-6-16,-6 0 0 15,-7 0-9-15,-8 0-61 16,-11 0-45-16,-7-12-85 16,-7-2-157-16,-2-4-583 0</inkml:trace>
  <inkml:trace contextRef="#ctx0" brushRef="#br0" timeOffset="-75842.34">32672 12816 1594 0,'0'0'714'15,"0"0"-605"-15,0 0 25 0,0 0 10 16,0 0-35-16,0 130-61 16,0-79-30-16,-7 7-7 15,-1 3-11-15,-19 37-73 16,2-14-426-16,-4-5-995 0</inkml:trace>
  <inkml:trace contextRef="#ctx0" brushRef="#br0" timeOffset="-70029.49">33102 13002 831 0,'0'0'843'0,"0"0"-734"16,0 0 1-16,0 0-75 0,0 0-22 16,0 0-11-16,-4 20 58 15,-1-13 42-15,3 0-12 16,2-5-26-16,0-2 39 16,0 0 38-16,25 0 7 15,17-16-90-15,36-14-43 16,5 0-15-16,44-28-21 15,-21 8-250-15,-31 7-908 0</inkml:trace>
  <inkml:trace contextRef="#ctx0" brushRef="#br0" timeOffset="-65157.88">32655 11517 466 0,'0'0'401'0,"0"0"-239"15,0 0 120-15,0 0-102 16,0 0-78-16,0 0-37 16,87-20-44-16,-66 11-5 15,0 1-6-15,1 0-1 16,3 0-9-16,23-2 0 15,-5 2-51-15,-1-1-307 0</inkml:trace>
  <inkml:trace contextRef="#ctx0" brushRef="#br0" timeOffset="89740.76">19865 14173 637 0,'0'0'3'16,"-133"4"10"-16,44 12-13 15,-13 12 33-15,-6 12 14 16,4 15 113-16,-14 26 47 16,-9 38-70-16,-8 41 20 15,13 19-57-15,30-7-67 16,42-13-17-16,40-20-7 15,24-6-8-15,51 5 0 0,12-25 16 16,43-3-2 0,23-23-9-16,27-36-6 0,42-18-37 15,11-43-27-15,24-52-43 16,5-37-3-16,-22-29 110 16,-43-20 24-16,-56-17-24 15,-53-19-24-15,-40-11-218 16,-36 8 231-16,-19 20 11 15,-39 44 59-15,-60 21-20 16,-36 27-39-16,21 27-233 16,-3 9-148-16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22:26.9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2180 1702 1633 0,'0'0'536'0,"0"0"-359"16,0 0 88-16,0 0-110 16,0 0-108-16,11 107 92 0,0 14 0 15,-4 48-26 1,-5 17-20-16,-2-9-23 0,0-22-25 15,-2-47-26-15,-5-24-5 16,2-24-4-16,3-12-11 16,0-2 1-16,0-3-8 15,-1-6-50-15,3-16-21 16,-2-13-28-16,0-8-4 16,-4-29-20-16,-1-8-500 15,0-7-657-15</inkml:trace>
  <inkml:trace contextRef="#ctx0" brushRef="#br0" timeOffset="300.66">2055 2107 1787 0,'0'0'298'0,"0"-114"-208"16,33 42 114-16,21-9-63 15,24 9-4-15,11 14 5 16,2 21-60-16,-2 20-26 15,-12 17-55-15,-18 29 24 16,-12 24-24-16,-18 18 12 16,-20 6 14-16,-9 4 26 15,-15-2 21-15,-23-10-10 16,-9-7-17-16,-5-12-34 16,2-9 4-16,2-11-4 15,6-9-17-15,6-6 4 0,10-5-35 16,4-3-53-16,3-4-45 15,17-1-101-15,2-2-299 16,0 0-403-16</inkml:trace>
  <inkml:trace contextRef="#ctx0" brushRef="#br0" timeOffset="601.1">3229 1606 1803 0,'0'0'348'16,"0"0"-125"-16,0 0-73 15,-96 188 75-15,61-84-46 16,6-3-40-16,6-13-25 15,15-23-5-15,1 3-77 16,7 1 8-16,0-10-39 16,5-9-1-16,15-10-39 15,4-6-63-15,23-4-66 16,-9-7-102-16,2-16-521 0</inkml:trace>
  <inkml:trace contextRef="#ctx0" brushRef="#br0" timeOffset="1479.1">3711 1778 1114 0,'0'0'1152'0,"0"0"-958"16,0 0-94-16,-9 105-20 16,9 17 116-16,0 0-108 15,4-15 5-15,3-36-26 16,0-25 8-16,0-1-48 0,-3-1-8 15,0-3-8 1,-4-16-10-16,0-13 12 0,0-10-12 16,0-2 26-16,0-14 5 15,-8-25 20-15,-8-14-51 16,-1-17 10-16,0-15-11 16,9-3 1-16,8-3-1 15,2 4 0-15,27 7-6 16,11 12 15-16,9 10-21 15,5 15 21-15,1 16-18 16,-4 12 4-16,-1 15 4 16,-8 0-6-16,-5 24 7 15,-5 8-1-15,-8 4 2 0,-10 7-15 16,-12 1 17 0,-2 7-12-16,-11 5 10 0,-21 2-2 15,-3 2-4-15,0 0 5 16,-1-6 2-16,5-6-2 15,8-9 1-15,8-6 11 16,6-7-16-16,4-6 4 16,5-2-1-16,0-1 1 15,0-3 0-15,0-5 1 16,14-1 8-16,3-4 6 16,10-4-6-16,9 0 43 15,4-6-46-15,3-6 38 16,-6-2-34-16,-3 4-1 0,-10 2-9 15,-5 2 0-15,-9 2 4 16,-5 2-3-16,-1-4-2 16,2-2-34-16,4-4-22 15,1-8-100-15,18-21-42 16,-4 4-424-16,-1-2-898 0</inkml:trace>
  <inkml:trace contextRef="#ctx0" brushRef="#br0" timeOffset="1787.67">4539 1291 1265 0,'0'0'582'16,"0"0"-58"-16,0 0-248 15,0 0-142-15,0 0 1 16,0 0-20-16,0 132 5 16,0-74-47-16,0 0-11 15,0-1-31-15,2-5-10 16,0-8-8-16,2-5-13 16,0-12 0-16,1-7-22 15,1-7 3-15,-4-8-86 16,1-5 1-16,-3-7-26 15,0-16-354-15,0 0-504 0</inkml:trace>
  <inkml:trace contextRef="#ctx0" brushRef="#br0" timeOffset="1967.89">4321 1618 1590 0,'0'0'368'0,"0"0"-32"16,0 0-79-16,0 0-103 15,0 0-106-15,117-24 30 16,-53 14-54-16,8-2-8 16,1 4-16-16,-2 1 0 15,10 7-105-15,-19 0-566 0,-15 7-622 16</inkml:trace>
  <inkml:trace contextRef="#ctx0" brushRef="#br0" timeOffset="2296.9">5122 1543 1532 0,'0'0'637'16,"0"0"-501"-16,0 0 77 0,-4 149 55 16,-6-27-90-16,2 1-19 15,-5-11-71-15,1-18 16 16,1-29-48-16,3 0-33 16,-4-2-17-16,5-17 6 15,1-14-9-15,4-14-3 16,2-8-33-16,0-6-76 15,0-4-17-15,13 0-185 16,3 0-796-16</inkml:trace>
  <inkml:trace contextRef="#ctx0" brushRef="#br0" timeOffset="2710.29">5478 2588 1041 0,'0'0'556'0,"0"0"-450"15,0 0 111-15,54-150-6 16,-38 89-38-16,-1-6 0 16,-1-9 19-16,-1-6-23 15,-1-7-29-15,-1 5-61 16,-1 3 13-16,4 11-47 15,-1 12-6-15,3 12-3 16,-3 14 7-16,3 16-4 0,-1 16-14 16,4 0-16-1,2 24-1-15,4 19 25 0,2 8-27 16,-2 11 34-16,-3 5-20 16,-2-2-4-16,0-4-16 15,0-4 0-15,-2-10 0 16,0-4-6-16,-1-12 4 15,-3-2-43-15,-3-9 14 16,-2-3-72-16,-4 0-19 16,-3-5-48-16,-2 2-152 15,0-2-348-15,-10-6-285 0</inkml:trace>
  <inkml:trace contextRef="#ctx0" brushRef="#br0" timeOffset="2912.83">5597 2351 468 0,'0'0'1744'0,"0"0"-1487"15,0 0 52-15,0 0-145 16,0 0-91-16,0 0-53 16,147-58-19-16,-83 41 3 15,-1 0 6-15,-1 4-20 16,-4 1 0-16,14 0-106 15,-14 5-458-15,-9 0-737 0</inkml:trace>
  <inkml:trace contextRef="#ctx0" brushRef="#br0" timeOffset="3266.37">6290 1419 1164 0,'0'0'643'0,"0"0"-472"15,0 0-97-15,0 0-22 16,0 0 97-16,112 129 17 15,-61-38 17-15,-4 36 15 0,-14 25-35 16,-13-10-54-16,-15-29-21 16,-5-37-62-16,0-25 16 15,-5 0-36-15,-11 7 0 16,-3-5-6-16,-8-7-29 16,-2-10-20-16,-2-7-46 15,-17-5-48-15,11-7-418 16,1-7-955-16</inkml:trace>
  <inkml:trace contextRef="#ctx0" brushRef="#br0" timeOffset="6449.16">7102 2099 884 0,'0'0'1000'16,"0"0"-824"-16,0 0 63 15,0 0-84-15,0 0 28 16,0 0-47-16,111-12-67 15,-69-2-47-15,-6 1-10 16,-5-1-4-16,-8 9-8 0,-19 5-78 16,-4 0-520-16,0 5-448 0</inkml:trace>
  <inkml:trace contextRef="#ctx0" brushRef="#br0" timeOffset="6628.29">7041 2472 1942 0,'0'0'303'0,"0"0"-141"15,0 0-86-15,0 0 19 16,167-37-57-16,-107 28-9 0,-2 4-29 16,3 5-53-16,-14 3-483 15,-16 11-537-15</inkml:trace>
  <inkml:trace contextRef="#ctx0" brushRef="#br0" timeOffset="19609.27">8084 1671 1348 0,'0'0'536'16,"0"0"-318"-16,0 0 74 16,0 0-38-16,0 0-116 15,0 0-46-15,-15-23-45 16,15 23-14-16,0 18-19 15,0 21 17-15,0 29 63 16,-4 33-25-16,-4 32 20 16,6-7-58-16,2-24 39 15,0-32-32-15,0-19 1 16,6 5-23-16,4 4-1 0,1 5-1 16,-4-5-14-1,-2-9 3-15,-5-2 9 0,0-8-18 16,0-8 18-16,0-8-13 15,0-14 1-15,0-5-21 16,0-6-13-16,0 0-1 16,0-10 4-16,0-12-59 15,0-10 5-15,0-6-64 16,-5-25-40-16,0 10-386 16,3 0-130-16</inkml:trace>
  <inkml:trace contextRef="#ctx0" brushRef="#br0" timeOffset="19969.5">8013 1849 1220 0,'0'0'501'0,"0"0"-352"16,0 0 127-16,-16-116-103 15,24 73-36-15,25 5-1 16,11 2 1-16,12 6 5 15,4 8-51-15,3 10-43 16,-1 12-30-16,-2 5-8 16,-2 28-17-16,-4 13 27 15,-6 10-14-15,-11 7 2 0,-16 1 22 16,-15-6 4-16,-6-3 1 16,-16-4-1-16,-22-5-7 15,-18-4 15-15,-11-4-33 16,-9-6 32-16,-1-7-29 15,7-10-10-15,12-7 4 16,18-6-1-16,17-2-5 16,17 0-21-16,6 0-30 15,20-3-63-15,14-8-112 16,3 5-637-16</inkml:trace>
  <inkml:trace contextRef="#ctx0" brushRef="#br0" timeOffset="21215.58">9282 1460 449 0,'0'0'1073'0,"0"0"-862"16,0 0 47-16,0 0-14 15,0 0-18-15,0 0-125 0,0 0-5 16,-83 44-11-16,58-13 4 16,-4 15-16-16,0 12-17 15,3 17-14-15,0 24-5 16,3 20 6-16,7-5-13 16,5-17 53-16,9-16-67 15,2-23 28-15,0 2-38 16,9 2 6-16,7-11-5 15,-1-13-5-15,-1-8-1 16,-3-11 7-16,-5-6-16 0,1-5-22 16,-4-5-39-1,-1 0-127-15,0-3-314 0,2 0-361 0</inkml:trace>
  <inkml:trace contextRef="#ctx0" brushRef="#br0" timeOffset="22439.45">9575 1777 1287 0,'0'0'383'0,"0"0"-84"16,0 0-44-16,0 0-151 16,0 0-12-16,-10 188 56 15,-1-88 12-15,-1-6-27 16,-3-11 0-16,-1-23-57 16,3 1 17-16,-1 0-53 15,3-18-10-15,7-14-18 16,0-12-1-16,4-14-11 15,0-3 13-15,0-6 20 0,0-22-31 16,0-16 4 0,-2-12 10-16,-3-12-17 0,0-8 2 15,5-7-2-15,0 1-2 16,0 8 3-16,10 7 0 16,7 16 1-16,1 10-7 15,2 14 15-15,0 8-27 16,2 12 18-16,3 7-1 15,2 14-9-15,4 23 10 16,0 18 0-16,1 8 1 16,-6 10-2-16,-4-1 7 15,-2-2-14-15,-1-6 29 16,-4-7-27-16,-1-11 12 0,1-8-4 16,-1-10-2-1,-4-8-9-15,-3-9-24 0,-3-6-63 16,-4-3 3-1,0 0-83-15,-4 0-130 0,-21 2-334 16,-21 2 41-16,3 0 32 16,3-1-232-16</inkml:trace>
  <inkml:trace contextRef="#ctx0" brushRef="#br0" timeOffset="22583.27">9523 2474 78 0,'0'0'1030'0,"0"0"-454"15,0 0-201-15,0 0 2 16,0 0-62-16,0 0-146 15,0 0-114-15,6-32-44 16,40 11-5-16,8-4 6 0,0 1-24 16,13-10 4-16,-14 8-182 15,-11-2-528-15</inkml:trace>
  <inkml:trace contextRef="#ctx0" brushRef="#br0" timeOffset="22824.12">10109 1720 2184 0,'0'0'344'0,"0"0"-94"15,0 0-135-15,0 0 61 16,0 0-87-16,95 159-11 16,-76-79 0-16,-9 7-4 15,-5 2-26-15,-5-7-27 0,2-11-8 16,0-11-12-16,6-12-2 15,0-9-36-15,1-14-1 16,3-6-93-16,7-19-39 16,-1 0-184-16,-3-9-550 0</inkml:trace>
  <inkml:trace contextRef="#ctx0" brushRef="#br0" timeOffset="23415.17">10576 1905 2181 0,'0'0'272'0,"0"0"-175"15,0 0-17-15,8 148 118 0,3-70-78 16,-1 3-51-16,2-5-19 16,-1-13-27-16,-2-10-1 15,0-13-13-15,-2-14-12 16,-5-12 23-16,0-5-26 15,-2-9 12-15,0 0 16 16,0-19-1-16,-6-17-6 16,-13-13-14-16,0-12 0 15,-4-6-2-15,5 2 12 16,9-4-8-16,9 2-3 16,0 0 0-16,25 4-6 15,13 4 5-15,7 11 0 0,-1 14-5 16,3 13 6-16,-7 17-6 15,-2 4-1-15,-9 16 7 16,-7 18-1-16,-9 7 2 16,-8 0 4-16,-5 4-4 15,0-1-1-15,-13 0 4 16,-10 0 2-16,-4 1-6 16,-4-1 14-16,0-3-26 15,2 2 27-15,0-5-15 16,7-5 0-16,2-2 12 15,4-5-10-15,7-6 8 16,5-2 2-16,2-4-12 16,2-5 2-16,0 2 14 0,6-7 5 15,15 1-7 1,3-5 30-16,7 0-9 0,5 0-11 16,-1-5-23-16,-1-3 1 15,-5-2-2-15,-2-1-29 16,-3-1-33-16,8-9-108 15,-11 1-86-15,2-4-565 0</inkml:trace>
  <inkml:trace contextRef="#ctx0" brushRef="#br0" timeOffset="23672.28">11217 1463 2049 0,'0'0'361'0,"0"0"-67"16,0 0-126-16,0 0-106 15,0 0 21-15,0 0 41 16,49 157-43-16,-31-92-30 16,-3 2-23-16,-1-5-16 15,-1-5-10-15,-2-11-2 16,-2-10-27-16,-5-10-74 15,3-20-80-15,-3-3-295 16,-2-3-181-16</inkml:trace>
  <inkml:trace contextRef="#ctx0" brushRef="#br0" timeOffset="23836.88">11081 1824 1502 0,'0'0'494'15,"0"0"-12"-15,0 0-165 16,0 0-156-16,0 0-92 15,0 0-69-15,0 0 15 16,136-44-15-16,-83 34 0 16,-2 4-8-16,12-2-204 15,-14 4-444-15,-11-4-1048 0</inkml:trace>
  <inkml:trace contextRef="#ctx0" brushRef="#br0" timeOffset="24129.21">11718 1391 1382 0,'0'0'510'15,"0"0"-334"-15,0 0 1 16,0 0-69-16,0 0 116 15,67 137-57-15,-40-43 26 16,-5 36-42-16,-11 23-28 16,-7-12-24-16,-4-34-58 15,0-38-14-15,0-27-12 0,0 8-30 16,-10 8-6-16,-9 5-61 16,-21 10-84-16,5-15-150 15,2-14-520-15</inkml:trace>
  <inkml:trace contextRef="#ctx0" brushRef="#br0" timeOffset="24678.02">12318 1959 1647 0,'0'0'496'16,"0"0"-240"-16,0 0-66 15,0 0-126-15,0 0 29 16,0 0-7-16,0 0 25 0,0 82-62 16,-18-63-22-16,-2-10-12 15,6-3-6-15,6-6 6 16,6 0 4-16,2-12 14 15,0-8-32-15,2 2 24 16,11 2-16-16,3 6-9 16,-1 4 8-16,-1 4 5 15,-6 2-11-15,-3 0-2 16,-5 0 15-16,0 11 0 16,0-4 36-16,-9-2-50 15,-7-2 28-15,1-3-29 16,1 0-22-16,3-4-46 15,9-4-29-15,2-2-75 0,11 3-435 16,11 7-883-16</inkml:trace>
  <inkml:trace contextRef="#ctx0" brushRef="#br0" timeOffset="25285.72">12810 1659 1510 0,'0'0'597'0,"0"0"-297"0,0 0-163 16,0 0-21-16,-4 142 71 15,17-29-47-15,1 2-83 16,-1-14 30-16,-1-18-47 16,-4-25-17-16,1 1-22 15,3-1-1-15,-4-16 0 16,-1-12-9-16,-3-11-48 16,-2-12-78-16,-2-7-1 15,0-2-25-15,0-30-79 16,-2-14-242-16,-9-9-111 15,0-11 84-15,-5 5 357 16,-4 3 125-16,1 5 27 0,-6 5 34 16,2 0 60-16,5-2 130 15,5-4 3-15,7-3 36 16,6-1-53-16,0 3 12 16,19 0-13-16,10 9-17 15,10 8-27-15,3 10-43 16,9 7-4-16,5 9-50 15,4 12 8-15,-2 0-22 16,-9 29-12-16,-16 17-24 16,-19 14-12-16,-14 10 15 15,-9 1-8-15,-29-1 5 16,-6-8-4-16,-6-11 2 16,3-12-15-16,3-11-2 0,9-10-6 15,6-10-24 1,10-8-33-16,19-8-108 0,0-12-346 15,0-4-481-15</inkml:trace>
  <inkml:trace contextRef="#ctx0" brushRef="#br0" timeOffset="25803.33">13653 1581 2011 0,'0'0'361'15,"0"0"-234"-15,-18 107 56 16,12-37-27-16,3 10-14 16,3 0-45-16,0-1-29 15,0-11-16-15,5-6-32 16,6-8-19-16,-2-8 22 16,0-7-28-16,-5-7 16 15,0-8-19-15,-4-8 16 0,3-6-7 16,-3-7 0-16,0-3 7 15,0-5 16-15,0-17-23 16,0-6 7-16,0-4 1 16,0-2-10-16,-3 2 2 15,-1 0 0-15,-2-1 0 16,1 6-1-16,1 1 0 16,-1 6-2-16,5 6 1 15,0 2-61-15,0 9 11 16,0 3-85-16,0 0-137 15,7 0-208-15,22 0 181 16,0 0-278-16,-3-2-343 0</inkml:trace>
  <inkml:trace contextRef="#ctx0" brushRef="#br0" timeOffset="26411.96">14094 1671 1493 0,'0'0'858'15,"0"0"-749"-15,0 0-63 16,0 104 115-16,0-39 87 16,0 9-161-16,0 0 11 15,4-5-53-15,0-13-15 16,0-12-21-16,0-13-9 0,-2-11 6 15,1-11-5-15,-3-9 18 16,0 0-18-16,0-19 47 16,0-20-46-16,-3-14 1 15,-5-16-2-15,0-5-1 16,4-3 0-16,4 5 1 16,0 9-2-16,16 6 12 15,13 11-25-15,4 8 16 16,5 12-14-16,2 11 12 15,-1 6-1-15,-4 9-9 16,-6 4 10-16,-6 24 0 16,-13 12 1-16,-7 10-3 15,-3 4 11-15,-11 4-13 16,-16 0 11-16,-4-3-7 0,0-6 1 16,-1 0 8-16,3-8-9 15,5 0 0-15,3-5-1 16,4-4 2-16,1 1-7 15,1-1 24-15,3-5-27 16,6-1 10-16,1-6-2 16,5-6-4-16,0-4 5 15,5-3 6-15,19-3 0 16,7-4 17-16,7 0-22 16,2 0 4-16,1 0 1 15,-4-11-12-15,-3-1-6 16,-7-1-52-16,2-20-80 0,-9 5-317 15,-5 0-531-15</inkml:trace>
  <inkml:trace contextRef="#ctx0" brushRef="#br0" timeOffset="26712.31">14671 1323 2022 0,'0'0'475'0,"0"0"-326"16,0 0-107-16,0 0 74 15,-2 108 50-15,2-50-63 16,0 1-31-16,0-1-44 15,10-5-19-15,-4-10-3 16,3-9-12-16,-5-7-51 16,1-12-112-16,0-15-316 15,-3-8-29-15,0-16-766 0</inkml:trace>
  <inkml:trace contextRef="#ctx0" brushRef="#br0" timeOffset="26870.3">14509 1560 1744 0,'0'0'651'0,"0"0"-371"0,0 0-113 16,0 0-143-16,0 0 14 15,0 0-37-15,136-5-1 16,-87 5 0-16,20 0-144 16,-13 0-504-16,-9 0-867 0</inkml:trace>
  <inkml:trace contextRef="#ctx0" brushRef="#br0" timeOffset="27109.52">15057 1371 1172 0,'0'0'329'16,"0"0"-55"-16,0 0-44 15,74 105 32-15,-54-19 46 16,-6 2-77-16,-8 13-50 16,-6-1-52-16,0-21-47 15,0 2-58-15,-11-11-24 16,-23 8-36-16,3-15-151 16,-2-15-552-16</inkml:trace>
  <inkml:trace contextRef="#ctx0" brushRef="#br0" timeOffset="27988.64">8098 3055 1220 0,'0'0'221'0,"0"0"-51"15,121-9 40-15,-50-2-43 16,29 1-53-16,34 3-14 16,35-2 14-16,16-1-6 15,3 0-26-15,-8-5 16 16,-9-1-3-16,10-1-26 16,8 3-68-16,6 4 28 0,1 7-18 15,7 1-2 1,8 2-9-16,16 0 0 0,16 0 0 15,21 0 15-15,10 0 45 16,9 0-27-16,7 0 39 16,-9 0-59-16,-3 0-1 15,-1 0-12-15,-10 0 0 16,-8 4 2-16,-5-3-1 16,-9 1-1-16,-4-2 14 15,-7 0-29-15,-13 0 33 16,-25 0-17-16,-27 2 0 15,-46 0 35-15,-41 1-24 16,-28-3 6-16,-21 0-9 16,1 0-8-16,-3 0 0 15,-2 0 15-15,-14 0-29 0,-7 0 13 16,-13 0-75-16,-22 0-453 16,-18 0-1439-16</inkml:trace>
  <inkml:trace contextRef="#ctx0" brushRef="#br0" timeOffset="28499.38">11094 3403 2058 0,'0'0'520'15,"0"0"-440"-15,0 131 68 16,13-12 54-16,10 40-81 15,1-9-27-15,-4-28-82 16,-4-39 32-16,-5-33-38 16,2 3 4-16,1 0-10 15,-1 1-1-15,-6-14-29 16,-5-14-79-16,-2-13-113 16,0-20-146-16,-18-19-109 15,-2-9-945-15</inkml:trace>
  <inkml:trace contextRef="#ctx0" brushRef="#br0" timeOffset="28753.39">11072 3721 1647 0,'0'0'254'15,"31"-106"-87"-15,13 51 71 16,16 4-34-16,9 15-70 16,5 18-25-16,0 18-57 15,-12 4-17-15,-10 34-35 16,-19 18 43-16,-17 9-12 15,-16 8 71-15,-12 2-56 16,-28-4-14-16,-13-10-4 16,-5-6-1-16,-3-16 3 15,5-8-30-15,10-17 0 16,13-10 0-16,12-4-9 0,13-4-88 16,19-33-63-1,20 4-186-15,10 0-805 0</inkml:trace>
  <inkml:trace contextRef="#ctx0" brushRef="#br0" timeOffset="28980.57">11921 3513 2107 0,'0'0'336'0,"0"0"-244"0,0 0 78 15,-127 153-31-15,105-81-26 16,10 6-27-16,12 2-63 16,0-9-8-16,29-6-15 15,10-14-10-15,23-12-162 16,-9-12-471-16,-4-12-812 0</inkml:trace>
  <inkml:trace contextRef="#ctx0" brushRef="#br0" timeOffset="29271.4">12169 4218 1525 0,'0'0'824'0,"0"0"-548"16,0 0-37-16,0 0-108 15,33-142-22-15,-13 76-44 0,0-2 4 16,0 0-60-16,-2 4 42 16,0 8-41-16,-2 5 2 15,-1 11-10-15,-1 8 7 16,-3 10-9-16,1 10-9 15,2 10 8-15,4 2 2 16,6 10-23-16,1 20 31 16,4 8-10-16,-4 6 2 15,-3 3 5-15,-4-1-6 16,-2-5 0-16,-1-4-1 16,-1-4-11-16,1-8-56 15,1-4-113-15,-1-9-151 16,-1-4-380-16,-5-8-516 0</inkml:trace>
  <inkml:trace contextRef="#ctx0" brushRef="#br0" timeOffset="29460.76">12256 3938 1224 0,'0'0'662'0,"0"0"-348"16,0 0 69-16,0 0-222 15,0 0-70-15,129-29-81 16,-63 8 2-16,6-1-12 16,-1-1 0-16,14-8-107 15,-16 7-559-15,-7-2-1309 0</inkml:trace>
  <inkml:trace contextRef="#ctx0" brushRef="#br0" timeOffset="29708.92">12935 3321 940 0,'0'0'729'0,"0"0"-547"16,0 0 28-16,0 0 63 15,87 138-3-15,-62-66-75 16,-10 9 15-16,-7 3-86 15,-8 0-39-15,0-4-52 0,-8-10-18 16,-9-7-15 0,-6-6-67-16,-17 7-58 0,2-15-241 15,4-13-701-15</inkml:trace>
  <inkml:trace contextRef="#ctx0" brushRef="#br0" timeOffset="32305.3">7449 5317 649 0,'0'0'211'0,"0"0"140"16,0 0 32 0,0 0-67-16,0 0 4 0,0 0-49 15,-11 11-36-15,11-11-109 16,0 0-8-16,13 0-78 16,18-8 2-16,12-7-21 15,9-1-5-15,-2 2-9 16,0 6-7-16,-10 5-1 15,-5 3-80-15,-14 10-136 16,-11 9-370-16,-10 2-175 0</inkml:trace>
  <inkml:trace contextRef="#ctx0" brushRef="#br0" timeOffset="32468.93">7509 5677 1525 0,'0'0'379'0,"0"0"-240"16,0 0 99-16,0 0-102 16,0 0-25-16,0 0-97 15,159 1-14-15,-117 12-5 16,-4-4-504-16</inkml:trace>
  <inkml:trace contextRef="#ctx0" brushRef="#br0" timeOffset="124916.1">8867 5363 1380 0,'0'0'530'0,"0"0"-26"16,0 0-215-16,0 0-141 16,0 0-75-16,174-84-25 15,-107 76-20-15,-1 8 7 0,-7 0-9 16,-17 20-18-1,-16 14 1-15,-16 4-2 0,-10 3-4 16,-18-1-1-16,-22-2 7 16,-12-2-2-16,4-6 4 15,5-5-10-15,14-10-1 16,16-7 0-16,11-4-27 16,2-4 27-16,17 0-14 15,16-8 14-15,8 0 0 16,3 5 6-16,1 3-6 15,-5 2 0-15,-4 18-1 16,-12 6 1-16,-13 2-4 16,-11 0 11-16,-8-4 10 15,-26-2 17-15,-13-3 16 16,-4-4-16-16,2-5-14 0,7-3-10 16,11-5-9-16,10-2-1 15,11 0-3-15,8 0-27 16,2-7-81-16,25-27-82 15,14 3-417-15,5-3-1116 0</inkml:trace>
  <inkml:trace contextRef="#ctx0" brushRef="#br0" timeOffset="125207.98">9552 5573 1822 0,'0'0'327'0,"0"0"168"0,-77 131-313 15,67-82-75-15,10-6-65 16,13-8-1-16,24-9-11 16,17-12 2-16,6-11-14 15,5-3-9-15,-7-17 2 16,-9-12-10-16,-13-8 16 16,-16-7-16-16,-13-8 26 15,-7-7-1-15,-13 1 29 16,-24 5-26-16,-7 4-16 15,-3 9-8-15,0 13-5 16,5 6-1-16,4 13-82 16,5 8-40-16,-5 24-120 15,9 13-421-15,6 4-562 0</inkml:trace>
  <inkml:trace contextRef="#ctx0" brushRef="#br0" timeOffset="125546.74">8167 6246 1437 0,'0'0'231'15,"0"0"69"-15,0 0-12 16,0 0-96-16,201 50 79 15,-7-37-99-15,38-1-79 16,11-5 32-16,-5-2-74 0,-17-5-10 16,-5 1-8-16,-42 1 27 15,-49 0-2-15,-52 1-33 16,-38-2-12-16,-10-1-12 16,-7 0-2-16,-7 0-2 15,-11 0 3-15,0 0-32 16,-6 0-60-16,-21 3-75 15,-42 6-70-15,5 2-288 16,-8 1-418-16</inkml:trace>
  <inkml:trace contextRef="#ctx0" brushRef="#br0" timeOffset="125853.73">8796 6650 2083 0,'0'0'263'0,"0"0"237"16,0 0-386-16,0 0-74 16,171-11 14-16,-103 11 15 15,-13 8-14-15,-10 22-38 16,-12 14 13-16,-13 14-20 16,-11 12 26-16,-9 11-4 15,0 5 8-15,-16 1-4 16,-8-8 0-16,-3-8-3 15,3-13-17-15,3-16 4 0,10-12-19 16,7-13 4 0,4-11-5-16,0-6-6 0,2-11-36 15,11-17-91-15,-5-20-70 16,-4 6-306-16,-4 1-711 0</inkml:trace>
  <inkml:trace contextRef="#ctx0" brushRef="#br0" timeOffset="126268.5">8765 7064 2094 0,'0'0'501'0,"0"0"-168"15,0 0-140-15,0 0-132 16,185-62-25-16,-94 36-15 16,7 0-4-16,-2 3-11 15,-7-2-6-15,-13 3-26 0,-13 0-110 16,-15 1-130-16,-15 8-354 15,-10 3 303-15,-15 10 223 16,-8 0 94-16,0 18 107 16,-15 18 193-16,-7 14-19 15,-1 11-74-15,8 8-37 16,11 0-62-16,4-9 2 16,17-13-41-16,24-14-6 15,19-17-7-15,13-16-8 16,12-3-14-16,0-27-21 15,-7-15-1-15,-14-9-11 16,-19-5 6-16,-20 1 1 16,-19 4-1-16,-6 5 5 0,-35 8 0 15,-21 5-4-15,-9 4 2 16,-3 4-9-16,2 8-1 16,18 3-24-16,17 3-68 15,31-11-42-15,10 1-151 16,24-5-662-16</inkml:trace>
  <inkml:trace contextRef="#ctx0" brushRef="#br0" timeOffset="126733.34">10900 6266 2257 0,'0'0'491'15,"0"0"-332"-15,0 0-3 16,0 0-87-16,0 0-24 16,0 0-11-16,0 0-19 15,-112 2 0-15,112-2 8 16,0-7 22-16,0-10-39 16,23 2 17-16,4 0-22 15,8 7 6-15,1 5-6 16,0 3-2-16,-5 0 1 15,-11 7 0-15,-6 5 0 16,-14 2 1-16,0-1 8 0,-14-1-1 16,-15-3 28-16,-5-1-17 15,7-6-8-15,10-2-4 16,13 0 5-16,4-10-3 16,2-6-8-16,17 4-2 15,2 4-1-15,-1 6-7 16,-7 2 9-16,-4 0-1 15,-7 8-9-15,-2 2 10 16,0 1 15-16,-11-4 13 16,-2 0 2-16,1-7-30 15,4 0 0-15,-1 0-43 16,-5 0-95-16,1-7-191 16,4-5-1628-16</inkml:trace>
  <inkml:trace contextRef="#ctx0" brushRef="#br0" timeOffset="132033.07">12204 5351 386 0,'0'0'1345'0,"0"0"-954"16,0 0-16-16,0 0-106 16,0 0-133-16,0 0-55 15,176-73-21-15,-96 62 10 16,-4 11-12-16,-13 7-28 15,-18 31-7-15,-14 20-22 16,-14 18 29-16,-12 10-4 0,-5 2-2 16,0-5-8-16,-16-9-3 15,-2-9-7-15,1-14-5 16,3-10 6-16,3-14-6 16,2-9-2-16,6-9-2 15,1-9-9-15,0 0-58 16,-2-27-85-16,-1-2-190 15,-1-3-776-15</inkml:trace>
  <inkml:trace contextRef="#ctx0" brushRef="#br0" timeOffset="132196.99">12366 5770 2150 0,'0'0'603'0,"0"0"-371"15,0 0-12-15,0 0-130 16,0 0-74-16,181-97 2 15,-96 63-18-15,0-5-2 16,0 3-89-16,11-17-129 16,-21 9-382-16,-19 5-578 0</inkml:trace>
  <inkml:trace contextRef="#ctx0" brushRef="#br0" timeOffset="132430.63">13091 5424 1311 0,'0'0'367'0,"0"0"175"16,-27 140-284-16,25-75-55 15,2-7-29-15,16-7-41 0,28-16-48 16,21-15 8-16,11-12-21 16,11-8-21-16,-4-12-24 15,-14-20-12-15,-13-8-6 16,-23-11 0-16,-20-7 2 16,-13-4-10-16,-4 0 1 15,-30 4-1-15,-11 10-2 16,-5 14 1-16,-9 15-34 15,-9 18-85-15,-40 21-47 16,15 16-325-16,10 8-638 0</inkml:trace>
  <inkml:trace contextRef="#ctx0" brushRef="#br0" timeOffset="132752.68">12003 6275 1750 0,'0'0'256'16,"0"0"-190"-16,0 0 145 16,0 0 54-16,201 16-6 15,-4-16-79-15,40 0-50 16,23-11-27-16,-13 3-20 15,-40 4-37-15,-20-3-28 16,-46 4-5-16,-45-1-7 16,-38 0-12-16,-27 4 3 0,-11-1-58 15,-9 1-26-15,-11 0-6 16,-4 0-34-16,-35 0-46 16,-47 12-93-16,6 9-308 15,-1-3-742-15</inkml:trace>
  <inkml:trace contextRef="#ctx0" brushRef="#br0" timeOffset="133323.34">12322 6624 1847 0,'0'0'245'0,"0"0"-110"15,0 0 137 1,0 0-185-16,0 0-35 0,0 0 59 15,58 133-22-15,13-92-5 16,-4 1-30-16,-13 4-23 16,-17 0-17-16,-16 0-8 15,-21 0 3-15,0-4-2 16,-29-2 33-16,-7-7-17 16,-1-9 2-16,1-12-14 15,9-10 10-15,7-2 22 16,7-20-2-16,10-13-16 15,3-9-14-15,14-3-2 16,19-4-8-16,11-1 0 0,6-2 5 16,6-2-7-1,-5 4 2-15,0 1-2 0,-8 7-10 16,-10 8-40-16,-8 6-34 16,-8 10-4-16,-5 6 28 15,-6 5-5-15,-2 7 36 16,-1 0 5-16,-1 7 10 15,2 19 8-15,0 11 7 16,8 6 24-16,8 8 12 16,11 0 9-16,14-2-11 15,15-7 13-15,13-13-25 16,8-16 32-16,-4-13-6 16,-5-6-12-16,-12-26-18 15,-18-10-2-15,-15-8 5 16,-16-3-7-16,-11 1-4 0,-4 4-8 15,-27 10-4-15,-16 8-5 16,-15 12-38-16,-81 18-78 16,14 0-112-16,-5 14-553 0</inkml:trace>
  <inkml:trace contextRef="#ctx0" brushRef="#br0" timeOffset="133992.06">7224 7749 1914 0,'0'0'222'0,"0"0"-156"16,0 0 7-16,0 0-32 15,0 0 6-15,0 0-15 16,0 0 31-16,123 19 19 16,18-19-27-16,83 0-35 15,57-7 30-15,38-2 37 16,24 1 7-16,-6 8-39 15,30 0-39-15,38 0-2 16,38 0-13-16,49 0 17 16,43 0-18-16,36 0 12 15,19 0-3-15,0 5 7 16,-27 12-15-16,-44 3 0 0,-59-2 13 16,-68-3-13-16,-69-7-1 15,-61-8 14-15,-65 0 74 16,-60-8-30-16,-50-11-2 15,-41 5-26-15,-21-2-5 16,-10 0 5-16,-3-2 12 16,-4 0-23-16,-5 3-13 15,-3 3-6-15,0 7-56 16,0 2-41-16,0 3-117 16,-18 15-612-16,-15 5-838 0</inkml:trace>
  <inkml:trace contextRef="#ctx0" brushRef="#br0" timeOffset="149734.47">8700 8596 1324 0,'0'0'243'15,"0"0"-57"-15,131-20-21 16,-66 20-71-16,-5 0 5 16,-10 18-10-16,-15 10-45 15,-20 7-13-15,-15 3 16 16,-8-2 26-16,-30-2 74 15,-5-6-71-15,3-7-30 16,11-10-32-16,12-3-7 16,14-6-6-16,3-2-1 15,14 0 10-15,15 0-9 16,6 5 1-16,3 6 5 0,-3 7-1 16,-6 4-5-16,-10 6 8 15,-13 4-8-15,-6 0 12 16,-15-2 23-16,-24 0 60 15,-9-4-25-15,-2-5-30 16,6-10-10-16,11-4-29 16,10-7 10-16,17 0-12 15,6-14-1-15,4-15-104 16,48-23-187-16,-6 6-365 16,6 2-671-16</inkml:trace>
  <inkml:trace contextRef="#ctx0" brushRef="#br0" timeOffset="149997.34">9237 8811 1714 0,'0'0'325'0,"0"0"-41"15,-51 104-10-15,51-60-116 16,9-4-54-16,35-10-13 16,20-9-26-16,15-18-13 15,8-3-10-15,0-10-14 16,-12-16 1-16,-17-8-10 15,-22-5 28-15,-18-6-25 16,-18-5 14-16,-6-6-16 16,-35-2-10-16,-10 8-5 15,-9 12-5-15,-4 13-1 16,-4 16-12-16,1 9-38 0,-28 29-102 16,16 11-64-1,8 4-561-15</inkml:trace>
  <inkml:trace contextRef="#ctx0" brushRef="#br0" timeOffset="150312.71">7799 9578 1753 0,'0'0'275'15,"0"0"-184"-15,129 9 278 16,25-9-173-16,72 0-26 0,36-12 13 16,10-2-13-16,-19 4-54 15,-41 3-13-15,-23 7-78 16,-22 0 1-16,-45 0-20 16,-39 0 1-16,-34 0-7 15,-27 0-7-15,-6 0-20 16,-10 0-3-16,-6 0 7 15,0 0-51-15,-24 0-28 16,-45 13-84-16,4 1-132 16,3 0-567-16</inkml:trace>
  <inkml:trace contextRef="#ctx0" brushRef="#br0" timeOffset="150612.84">8495 10011 1721 0,'0'0'311'16,"0"0"-26"-16,0 0 98 15,0 0-233-15,0 0-76 16,156-23 18-16,-107 23-25 16,-9 0-39-16,-7 23-10 15,-8 18-16-15,-10 11 5 16,-9 12 2-16,-6 8-1 15,0 4-2-15,-12-3 7 16,-9-7-1-16,4-8 3 0,3-11-4 16,3-15-11-1,3-10 0-15,6-14-7 0,-3-8-50 16,0-16-72-16,1-12-348 16,-5-4-778-16</inkml:trace>
  <inkml:trace contextRef="#ctx0" brushRef="#br0" timeOffset="151010.28">8404 10405 2078 0,'0'0'388'0,"0"0"-171"16,0 0 98-16,0 0-210 16,168-91-87-16,-74 59-8 15,9 4-10-15,-18 7-27 16,-1-2-127-16,-19 6-214 0,-20 5-341 15,-23 4-177-15,-18 8 728 16,-4 0 158-16,-12 21 531 16,-11 14-227-16,0 9 18 15,7 2-66-15,8 2-61 16,8-4-42-16,4-8-11 16,29-7-17-16,21-16-37 15,16-13 8-15,14 0-21 16,5-25-8-16,-2-16-44 15,-16-5 2-15,-19-6-14 16,-23 0 2-16,-23 0-4 16,-6 4 5-16,-21 6 2 0,-20 5-4 15,-3 9 2-15,6 5-13 16,7 4-2-16,13 3-4 16,15-2-50-16,24-19-101 15,21 3-395-15,7 1-912 0</inkml:trace>
  <inkml:trace contextRef="#ctx0" brushRef="#br0" timeOffset="151400.73">10343 9431 2152 0,'0'0'507'0,"0"0"-420"15,0 0 38-15,0 0-74 0,0 0-36 16,0 0-2-16,0 0-1 16,7 1 15-16,-7-1-27 15,0 0 24-15,0 0-9 16,0-6-3-16,12-4-11 16,7 0 7-16,3 4-2 15,3 3 0-15,-3 0 12 16,-2 3-12-16,-5 0 16 15,-5 0-21-15,-8 5 14 16,-2 2 0-16,-5 5 48 16,-15-2 17-16,-2 1-24 0,2-4-23 15,6-3-18 1,6-4 6-16,3 0-15 0,5 0 23 16,0-10-29-16,0-2-1 15,0 2-37-15,25-2-74 16,-1 3-96-16,0 0-484 0</inkml:trace>
  <inkml:trace contextRef="#ctx0" brushRef="#br0" timeOffset="151768.1">11342 8777 1850 0,'0'0'280'0,"0"0"12"16,0 0 32-16,0 0-197 15,0 0-79-15,173-66-14 16,-113 66 28-16,-4 15-13 15,-11 20 0-15,-11 9-41 16,-10 6 16-16,-9 6-8 16,-4-2 2-16,-3 0-4 15,-4-2-5-15,-2-5-2 16,-2-8-7-16,0-5 0 16,0-5 10-16,0-7-23 0,0-8-22 15,0-14-82-15,0 0-159 16,0-7-514-16</inkml:trace>
  <inkml:trace contextRef="#ctx0" brushRef="#br0" timeOffset="151927.34">11408 9083 1996 0,'0'0'539'15,"0"0"-268"-15,0 0-92 16,0 0-100-16,0 0-71 15,179-45-8-15,-59 13-95 16,-17 4-174-16,-14-3-447 0</inkml:trace>
  <inkml:trace contextRef="#ctx0" brushRef="#br0" timeOffset="152159.97">12106 8906 1515 0,'0'0'476'0,"0"0"-106"16,-14 107-82-16,14-63-76 15,25-7-82-15,18-12-19 16,14-11-41-16,13-11 7 16,3-3-43-16,-4-22-16 15,-9-12-4-15,-13-8-8 16,-18-6 5-16,-18-5-10 0,-11-1 0 16,0 6 5-16,-29 6-12 15,-11 14-1-15,-9 12-57 16,-37 16-95-16,9 16-142 15,6 8-988-15</inkml:trace>
  <inkml:trace contextRef="#ctx0" brushRef="#br0" timeOffset="152466.43">11083 9717 1517 0,'0'0'505'16,"178"-2"-375"-16,36-19 197 15,54 0-183-15,8 1 1 16,-29 0 51-16,-75 4-77 15,-59 2-44-15,-43 1-58 16,-30 4 0-16,-9-1-17 16,-6 0-35-16,-14 4-41 15,-20 6-39-15,-24 0-234 16,-7 6-456-16</inkml:trace>
  <inkml:trace contextRef="#ctx0" brushRef="#br0" timeOffset="153038.25">11479 10131 804 0,'0'0'181'0,"0"0"131"15,0 0-7-15,135 67-80 16,-89-36-3-16,-6 5-49 15,-9 1-55-15,-11 8-45 16,-13-3-35-16,-7-1-21 16,-11-7-4-16,-22-5 9 0,-7-5 38 15,-5-7 8-15,5-12-36 16,7-5 0-16,8 0 28 16,13-14 37-16,12-12-16 15,3-6-6-15,31-5-32 16,16-7-30-16,15 1-11 15,5-6-2-15,3 4 0 16,-1-1 0-16,-8 2-1 16,-6 3-27-16,-9 5-38 15,-8 6-58-15,-8 6-11 16,-9 4-60-16,-6 9 93 16,-9 8 91-16,-9 3 11 0,0 12 8 15,0 20 30-15,-5 10 59 16,-1 9-2-16,6 3 11 15,2-6-13-15,29-6-25 16,16-15 7-16,16-15-16 16,10-12-12-16,3-7-27 15,-7-25 10-15,-11-8-29 16,-16-5 11-16,-17-5 3 16,-19-1 1-16,-6 0-8 15,-6 10-8-15,-25 8 0 16,-15 13-21-16,-51 20-60 15,7 0-146-15,-5 4-520 0</inkml:trace>
  <inkml:trace contextRef="#ctx0" brushRef="#br0" timeOffset="153572.4">14856 8903 2160 0,'0'0'367'0,"0"0"-34"0,0 0-42 15,0 0-195-15,0 0-51 16,-15 198 60-16,-5-50-26 16,3-5 19-16,3-29-56 15,9-39-21-15,5-27-11 16,0 3-4-16,0-2-6 15,0-3-42-15,0-15-57 16,0-16-51-16,0-15-53 16,-10-18-8-16,-4-13-552 0</inkml:trace>
  <inkml:trace contextRef="#ctx0" brushRef="#br0" timeOffset="153758.94">14306 9460 1783 0,'0'0'399'0,"0"0"-167"16,0 0-96-16,243-24-35 15,-69 11 39-15,-6-1-47 16,-33-1 2-16,-46 6-48 16,-33 1-47-16,22-4 0 15,-14 1-196-15,-8 1-567 0</inkml:trace>
  <inkml:trace contextRef="#ctx0" brushRef="#br0" timeOffset="162416.4">17286 8145 1790 0,'0'0'568'0,"0"0"-402"15,0 0 9-15,0 0-119 16,0 0 14-16,0 0 24 16,-31 138-16-16,-2-81-19 15,-7-2-5-15,-2 0-16 16,3-6-25-16,12-14-7 16,10-11-6-16,13-12 5 15,4-6-5-15,4-6 0 0,27 0 7 16,11 0-1-16,8-4 2 15,3-4-8-15,-2 1 2 16,-4-4-2-16,-5 1 0 16,-3 0-18-16,-4-2-41 15,-6-3-57-15,-7 1-61 16,-10-3-134-16,-10-1-243 16,-2-2-54-16,0-6 92 15,-11-2 484-15,-1-8 32 16,6-4 227-16,6-3 142 15,0 5-8-15,0 10 111 16,0 14-150-16,4 14-75 16,5 10-142-16,0 32 22 15,-6 17 2-15,-3 14-14 16,0 10-27-16,-7-1-20 0,-5-4-50 16,4-7-3-16,1-11-15 15,5-13-1-15,2-13-53 16,0-10-77-16,-3-13-73 15,3-7-284-15,-4-4-614 0</inkml:trace>
  <inkml:trace contextRef="#ctx0" brushRef="#br0" timeOffset="162724.69">16560 9182 907 0,'0'0'787'16,"118"0"-617"-16,22 0 220 16,59-8-112-16,20-4-64 15,-17 4-48-15,-48 4-27 16,-60 4-84-16,-29 0-29 15,-13 0-25-15,2-2 7 16,-2-1-8-16,-10 2-10 16,-18-3 2-16,-19 2-29 15,-5 2-33-15,-40 0-180 0,-8 6-396 16,0 4-525-16</inkml:trace>
  <inkml:trace contextRef="#ctx0" brushRef="#br0" timeOffset="162949.41">17077 9511 2121 0,'0'0'297'0,"0"0"-182"16,-29 116 220-16,22-54-144 16,3 6-59-16,4 3-25 15,0-4-40-15,0-4-6 16,0-5-37-16,0-10-9 15,0-11-15-15,0-11-1 16,0-13-57-16,0-13-71 0,18-32-37 16,-1-16-307-16,8-8-1081 15</inkml:trace>
  <inkml:trace contextRef="#ctx0" brushRef="#br0" timeOffset="163211.69">17356 9703 1681 0,'0'0'515'15,"0"0"-352"-15,-67 103 107 16,31-40-78-16,7 7-62 16,14-7-52-16,15-10-38 15,13-18-17-15,34-19 1 16,17-16-8-16,13-20 4 16,0-23-19-16,-8-15 6 15,-15-5-6-15,-19 1 14 16,-19 3-9-16,-16 10 12 0,-6 4 22 15,-31 11-20-15,-9 10-7 16,-3 8-11-16,-2 7-4 16,6 7-25-16,18 2-93 15,12 0-168-15,15 0-700 0</inkml:trace>
  <inkml:trace contextRef="#ctx0" brushRef="#br0" timeOffset="163445.4">18642 9168 2451 0,'0'0'530'15,"0"0"-412"-15,0 0 32 16,0 0-41-16,0 0-42 15,0 0-67-15,0 0 0 16,0-4-81-16,0-3-82 16,0 2-120-16,2-3-480 0</inkml:trace>
  <inkml:trace contextRef="#ctx0" brushRef="#br0" timeOffset="163723.54">19628 8322 2114 0,'0'0'521'0,"0"0"-281"15,0 0-107-15,0 0-7 16,21 119-2-16,-7-46-3 15,-1 9-22-15,-4-2-27 16,2-3-49-16,-2-15-8 16,3-17-15-16,3-14-57 0,3-16-60 15,26-18-77-15,-2-21-91 16,3-12-661-16</inkml:trace>
  <inkml:trace contextRef="#ctx0" brushRef="#br0" timeOffset="163962.16">20085 8444 1824 0,'0'0'352'16,"0"0"-205"-16,0 0 118 16,-37 157-46-16,33-83-85 15,4-2-45-15,12-10-18 16,23-16-15-16,17-18-17 16,10-20-17-16,5-8 16 0,-5-22-31 15,-6-24 7 1,-16-16-8-16,-13-10-5 0,-14-9 5 15,-13 4-5-15,0 6 0 16,-24 17-1-16,-17 16-17 16,-15 17-89-16,-62 21-59 15,9 7-355-15,2 15-1066 0</inkml:trace>
  <inkml:trace contextRef="#ctx0" brushRef="#br0" timeOffset="164330.67">19616 9490 1916 0,'0'0'319'16,"0"0"-120"-16,0 0 116 16,220 0-131-16,-25-23-103 15,30-5-2-15,-2 2-10 16,-27 7-12-16,-55 11-15 0,-41 4-23 15,-36 3-19-15,-28 1 0 16,-9 0-30-16,-11 0-124 16,-16 0-127-16,-23 13-522 15,-15 2-296-15</inkml:trace>
  <inkml:trace contextRef="#ctx0" brushRef="#br0" timeOffset="164870.41">19886 9854 1159 0,'0'0'614'0,"0"0"-547"16,0 0 131-16,0 0 48 0,69 118-70 16,-16-79-76-16,3-2 37 15,-4 1-28-15,-10 0-46 16,-13-2-40-16,-13 0-12 15,-16-3-5-15,-3-4-5 16,-29 0 18-16,-7-9-7 16,-8-6 11-16,4-12-11 15,8-2 3-15,10-12-3 16,12-17 25-16,13-6-7 16,7-7-23-16,28-3 0 15,15 2-6-15,10-5 5 16,4 3-6-16,7-3 1 15,-4 2-1-15,-7 4 1 0,-12 8-1 16,-15 5-16-16,-11 11-10 16,-11 7-3-16,-6 4 17 15,-1 5-3-15,-4 2 13 16,3 2-19-16,1 20 12 16,3 11 3-16,1 6 6 15,11 8 1-15,10-1 25 16,13-6 8-16,18-6-8 15,7-15 23-15,-1-12 8 16,-6-7-23-16,-15-16-16 16,-13-18-6-16,-19-7-3 15,-13-8-8-15,-3 3-1 16,-28 2-8-16,-15 8-10 0,-59 17-107 16,11 14-130-16,-14 5-621 15</inkml:trace>
  <inkml:trace contextRef="#ctx0" brushRef="#br0" timeOffset="167077.87">10806 6229 1582 0,'0'0'254'0,"0"0"-187"0,0 0 124 15,-176 62-90-15,74-15-58 16,-56 24-24-16,-76 23-7 15,-43 16 2-15,-15 2-13 16,7-9-1-16,46-13-48 16,30-9-151-16,64-23-461 15,45-16-153-15</inkml:trace>
  <inkml:trace contextRef="#ctx0" brushRef="#br0" timeOffset="167455.91">13207 5444 656 0,'-191'58'1249'0,"-64"31"-1189"16,-26 20-60-16,57-18-186 15,16-11-586-15</inkml:trace>
  <inkml:trace contextRef="#ctx0" brushRef="#br0" timeOffset="168252.22">13581 6411 1091 0,'0'0'401'15,"-166"181"-302"-15,43-26-26 16,-4 22 28-16,32-29-57 16,29-21-44-16,37-53-84 15,12-26-716-15</inkml:trace>
  <inkml:trace contextRef="#ctx0" brushRef="#br0" timeOffset="169407.59">9756 5476 825 0,'-46'153'128'0,"-6"14"-76"15,6-28 70-15,5-28-73 16,4-12-29-16,12-32-20 15,10-25-363-15</inkml:trace>
  <inkml:trace contextRef="#ctx0" brushRef="#br0" timeOffset="170399.15">23950 5900 1437 0,'0'0'608'16,"0"0"-325"-16,0 0-56 16,0 0-81-16,0 0-83 15,0 0-17-15,0 0-39 16,120 0 10-16,-76 0-16 16,-1-3-1-16,-12 3-42 15,-8 0-134-15,-23 0-164 16,0 3-356-16,-16 9-744 0</inkml:trace>
  <inkml:trace contextRef="#ctx0" brushRef="#br0" timeOffset="170539.9">23900 6145 1340 0,'0'0'489'0,"0"0"-150"16,0 0-24-16,0 0-111 15,0 0-106-15,0 0-51 16,0 0-47-16,201 9-93 15,-94-13-271-15,2-13-594 0</inkml:trace>
  <inkml:trace contextRef="#ctx0" brushRef="#br0" timeOffset="171135.39">25880 5182 1260 0,'0'0'684'16,"0"0"-302"-1,0 0-34-15,0 0-179 0,0 0-108 16,149-44-36-16,-66 33-23 16,-3 5 13-16,-17 6-14 15,-19 0 7-15,-22 17-8 16,-22 8 0-16,-2 8 0 15,-36 2 11-15,-13 0-5 16,-9-1-5-16,2-6 8 16,6-7-7-16,17-4 4 15,13-9-6-15,15-4 0 16,7-4 1-16,0 0 0 16,24 0 0-16,12 0-1 15,7 0 1-15,1 5-1 16,-1 18 0-16,-8 9 6 0,-10 4-6 15,-14 3 1-15,-11-2 0 16,0-3 0-16,-25-3 8 16,-10-7 9-16,-11-9 2 15,-2-3 4-15,1-5-22 16,3-7 15-16,4 0-17 16,6 0-17-16,-6-14-95 15,9 0-231-15,4 1-736 0</inkml:trace>
  <inkml:trace contextRef="#ctx0" brushRef="#br0" timeOffset="171367.53">25543 5816 1993 0,'0'0'395'15,"0"0"-107"-15,139 0-16 16,-52-5-120-16,8-5-18 15,1 0-55-15,-7 0-24 16,-12 2-35-16,-13 2-20 16,-8 4-14-16,-12 2-86 15,-8 0-2-15,-3 0-19 16,-6 5-52-16,0 7-88 16,-5 2 87-16,-5-5-948 0</inkml:trace>
  <inkml:trace contextRef="#ctx0" brushRef="#br0" timeOffset="171809.63">26049 6188 1360 0,'0'0'235'15,"0"0"-42"-15,0 0 98 16,0 0-150-16,0 0-81 16,-98 108 54-16,132-80 6 15,8 2-38-15,5 2-30 16,-1 0-6-16,-7-1 6 0,-12-4-20 16,-16 2-7-16,-11-5-24 15,-5 0 29-15,-28 1 5 16,-12-2 21-16,-4-5-29 15,4-4-7-15,10-8-13 16,12-6 13-16,15 0 72 16,8-22-54-16,20-12-38 15,20-8 0-15,9-9 0 16,6-2 6-16,1-3 2 16,-2-1-8-16,-5 3 2 15,-7 6 11-15,-9 8 2 16,-12 10 4-16,-8 10-18 15,-13 10-2-15,0 8-50 0,-40 2-157 16,-7 10-506-16,-6 5-990 16</inkml:trace>
  <inkml:trace contextRef="#ctx0" brushRef="#br0" timeOffset="175134.96">10049 9703 1631 0,'0'0'202'16,"0"0"-156"-16,0 0-23 16,-172 93 27-16,-24 17-6 15,-47 32-28-15,-25 13-8 0,14-9-7 16,43-28 8-16,24-16-8 16,48-23-2-16,27-13-159 15,43-22-101-15,32-18-432 0</inkml:trace>
  <inkml:trace contextRef="#ctx0" brushRef="#br0" timeOffset="175622.18">13093 8584 1510 0,'0'0'259'16,"-200"65"-146"-16,10 10 76 15,-39 16-51-15,1 3-73 16,26-10-29-16,44-12-36 16,23-6-33-16,46-17-235 15,18-11-844-15</inkml:trace>
  <inkml:trace contextRef="#ctx0" brushRef="#br0" timeOffset="176426.51">9692 8223 1151 0,'0'0'294'16,"0"0"-157"-16,0 0-73 15,-90 172-28-15,24-10-7 16,-7 20 2-16,10-2 24 15,20-21-34-15,32-39-21 16,11-34-19-16,0-26-972 0</inkml:trace>
  <inkml:trace contextRef="#ctx0" brushRef="#br0" timeOffset="176854.54">12719 9711 1521 0,'0'0'194'0,"-87"172"-130"16,29-37 203-16,0 13-95 15,18-27-82-15,18-22-65 16,17-41-25-16,3-26-488 0</inkml:trace>
  <inkml:trace contextRef="#ctx0" brushRef="#br0" timeOffset="178099.68">25908 8203 1375 0,'0'0'350'16,"0"0"-72"-16,0 0 67 0,0 0-136 15,0 0-49 1,0 0-78-16,0 0-48 0,110-62-5 16,-56 52 2-16,0 6-10 15,-8 4-6-15,-9 0-15 16,-10 9 0-16,-15 16-16 16,-12 8 15-16,-7 1 1 15,-27-1 2-15,-5 2 4 16,-3-8-5-16,5-6 6 15,13-5-7-15,8-8 0 16,14-2-9-16,2-6-17 16,9 2-42-16,15 0 67 0,8 3 1 15,1 7 0 1,0 5 0-16,-6 3 0 0,-9 4 0 16,-9 0-9-16,-9 0 9 15,-2-2 0-15,-27-2 11 16,-13-4 11-16,-5-4 14 15,3-6-8-15,1-4-14 16,14-2-5-16,13 0-8 16,12-12-1-16,4-6-28 15,13-2-132-15,37-6-192 16,-6 5-205-16,-1 1-492 0</inkml:trace>
  <inkml:trace contextRef="#ctx0" brushRef="#br0" timeOffset="178327.08">26578 8228 1262 0,'0'0'214'16,"0"0"-87"-16,0 0 7 15,0 0-89-15,0 0-34 16,0 0-11-16,0 0-5 16,88 1-3-16,-105 10-49 15,3-4-632-15</inkml:trace>
  <inkml:trace contextRef="#ctx0" brushRef="#br0" timeOffset="179062.52">25760 8935 1650 0,'0'0'239'0,"0"0"-56"15,171-40 14-15,-80 22-78 16,5 1-9-16,-1 4 47 16,-9 1-40-16,-12 0-55 15,-12 3-42-15,-16 0-10 16,-7 6-9-16,-15 3-1 15,-6 0-14-15,-9 0-65 16,-9 3-110-16,0 6-345 16,0-2-322-16</inkml:trace>
  <inkml:trace contextRef="#ctx0" brushRef="#br0" timeOffset="179376.53">26112 8985 1258 0,'0'0'225'0,"0"0"-31"15,0 0-23-15,-107 133-67 16,91-91 42-16,12-6-21 16,4-10-60-16,29-13 45 15,25-13 28-15,12 0-78 16,7-15-32-16,-3-14 12 15,-15 0 54-15,-12-2-15 0,-16-1 5 16,-14 2-5-16,-11 4-10 16,-2 2-20-16,-4 2-22 15,-17 3-12-15,0 2-15 16,-6 7 0-16,-2 8-118 16,-14 2-75-16,7 16-312 15,7 4-646-15</inkml:trace>
  <inkml:trace contextRef="#ctx0" brushRef="#br0" timeOffset="179640.21">26094 9481 1739 0,'0'0'322'0,"0"0"-120"0,0 0 77 16,0 0-137-1,0 0 8-15,136 46-90 0,-55-67-23 16,-8-9-23-16,-13-2 5 15,-17-1-7-15,-24 0 0 16,-19 3-4-16,0 6 5 16,-33 2-4-16,-11 4-8 15,-6 2 5-15,1 4 0 16,7 3-4-16,11-3-2 16,8 3-42-16,8-3-72 15,9-2-143-15,2 3-422 16,4-2-798-16</inkml:trace>
  <inkml:trace contextRef="#ctx0" brushRef="#br0" timeOffset="180316.48">28105 7689 905 0,'0'0'483'0,"0"0"-220"16,0 0 6-16,0 0-115 15,0 0 7-15,0 0-58 0,0 0-33 16,-92-9 15-16,90 9-41 16,0 0-4-16,2 0 14 15,2 3 4-15,32 4 49 16,41-6 29-16,66-1-16 15,75 0-29-15,35 0-20 16,17-9-40-16,0-2-2 16,-5 0-28-16,29-4 11 15,18 3-11-15,-12 7 0 16,-34-1 17-16,-48 4 22 16,-73-3-18-16,-59 1-11 15,-44 1 5-15,-33 3-15 16,-3-2 19-16,-4-2-14 0,0-1 2 15,0 2-8-15,-9-4-86 16,-26 2-75-16,4-2-112 16,-5 6-865-16</inkml:trace>
  <inkml:trace contextRef="#ctx0" brushRef="#br0" timeOffset="181307.18">27995 8261 2002 0,'0'0'562'16,"0"0"-312"-16,0 0-64 15,0 0-134-15,0 0 12 16,2 141 37-16,-2-75-28 16,0 4-15-16,0-4-35 0,0-6-5 15,0-7-17-15,0-12-2 16,0-10-13-16,0-9-57 15,0-12-48-15,0-10-51 16,0-6-56-16,0-15-442 0</inkml:trace>
  <inkml:trace contextRef="#ctx0" brushRef="#br0" timeOffset="181449.5">27746 8603 1984 0,'0'0'334'0,"0"0"-183"16,172-21 1-16,-77 15-101 0,37 4-51 16,-39 2-55-16,-6 0-586 15</inkml:trace>
  <inkml:trace contextRef="#ctx0" brushRef="#br0" timeOffset="182823.22">20710 8274 1413 0,'0'0'214'15,"0"0"-153"-15,-171 72 7 16,39-14-68-16,-35 23 0 16,25-11-337-16,23-10-750 0</inkml:trace>
  <inkml:trace contextRef="#ctx0" brushRef="#br0" timeOffset="183138.9">17824 9694 1866 0,'-132'46'203'16,"-35"21"-196"-16,-43 26-5 16,-17 18 10-16,3 14-12 15,-15 14-88-15,54-28-305 16,30-14-450-16</inkml:trace>
  <inkml:trace contextRef="#ctx0" brushRef="#br0" timeOffset="188823.34">22606 11122 1378 0,'0'0'0'0,"0"0"-900"0</inkml:trace>
  <inkml:trace contextRef="#ctx0" brushRef="#br0" timeOffset="190128.08">29605 8078 1976 0,'0'0'331'16,"0"0"-177"-16,0 0-68 15,0 0-41-15,0 0 40 0,0 0-50 16,0 0-3-1,-13 81-14-15,13-77 1 0,0-4 12 16,0 0 40-16,2-6 12 16,9-12-47-16,-2-4-15 15,0 0 0-15,-3 2 7 16,-1 6-20-16,-1 4 29 16,-4 10-1-16,2 0-33 15,-2 7-3-15,2 24 0 16,-2 9 0-16,0 8 12 15,0 3 11-15,0-2 4 16,-2-1 3-16,-4-5-29 16,1-7 11-16,1-7-11 0,4-6 0 15,0-7-1 1,0-6-1-16,0-4-50 0,2-6-65 16,11 0-78-16,1-12-296 15,-5-4-592-15</inkml:trace>
  <inkml:trace contextRef="#ctx0" brushRef="#br0" timeOffset="190385.77">29164 8622 1460 0,'0'0'281'0,"0"0"-22"15,0 0 92 1,0 0-90-16,160-4-134 0,-52-11-54 15,-4-2-3-15,8 1 11 16,1 1-27-16,-20 0-2 16,8 3-21-16,-14 2-14 15,-20 3-10-15,-16 7-7 16,-17 0 0-16,-13 0-21 16,-7 0-27-16,-14 9-70 15,0 2-167-15,0-4-466 0</inkml:trace>
  <inkml:trace contextRef="#ctx0" brushRef="#br0" timeOffset="190736.13">29168 9029 1557 0,'0'0'535'0,"0"0"-319"15,0 0-19-15,0 0-129 16,174-36-36-16,-117 26-7 16,-9 5-10-16,-17 3-15 15,-17 2 0-15,-12 0-19 16,-2 16 11-16,-14 11 8 16,-19 10 21-16,-5 6-14 15,-7 3 1-15,3 5 8 16,4-3 12-16,9-4 29 15,9-4-9-15,11-8 9 16,9-7-17-16,0-11 6 0,23-9 29 16,14-5-9-16,8 0-41 15,8-12-25-15,5-10-28 16,23-20-128-16,-19 7-224 16,-9-2-807-16</inkml:trace>
  <inkml:trace contextRef="#ctx0" brushRef="#br0" timeOffset="190968.98">29787 9069 1590 0,'0'0'212'15,"0"0"2"-15,0 0 59 16,-46 139-136-16,46-103-23 0,11-10-14 16,29-12 10-16,13-12-10 15,12-2-45-15,0-25-26 16,-14-8 16-16,-18-6 12 15,-19-6 19-15,-14-2-42 16,-7 6-16-16,-26 2-13 16,-9 12-5-16,-14 10-12 15,-60 17-112-15,11 8-146 16,-2 17-954-16</inkml:trace>
  <inkml:trace contextRef="#ctx0" brushRef="#br0" timeOffset="205554.94">15855 7740 317 0,'0'0'293'16,"0"0"-94"-16,0 0-1 15,0 0-24-15,0 0 24 16,0 0-16-16,0 0-18 16,0 4-72-16,2-2-42 15,6 1-12-15,0 2-6 16,3 2 5-16,3-2-9 16,3-1 38-16,6 0-12 15,2-4 1-15,6 0 23 16,2 0 12-16,0 0-17 15,-1 0-20-15,-3 0-10 16,-5 0-32-16,-1 0 12 16,1 0-22-16,3 0 11 0,4 0-5 15,10-8 2-15,0 0-3 16,9-1 0-16,3 0-5 16,3 1 7-16,4 0 53 15,2 4 27-15,-4-1-38 16,-2 2-39-16,-2 1-4 15,2 0-6-15,2 0 6 16,6-1 1-16,3 0 1 16,2-1 10-16,0-2-2 15,3-2 14-15,1-3-25 16,7 2 31-16,5-1-20 16,1 3-2-16,1-5-14 15,3 4 5-15,-1 3-5 16,20-4 0-16,23 2 10 15,24-3-1-15,13 2 35 0,0-3-45 16,-10 1 10-16,-11 2-8 16,-11 3 8-16,-23 3-8 15,-27 2-1-15,-24 0 0 16,-15 0 0-16,6 0-1 16,6 0 10-16,7 0-7 15,-3 0-3-15,6-2 6 16,5-5-6-16,6-1 0 15,4 3 2-15,-1-3-2 16,5 1 0-16,2 4 1 0,-1 0-2 16,-6 2 11-1,-13 1-10-15,-10 0 0 0,-18 0 0 16,-14 0-1-16,-7 0 1 16,-5-3 1-16,2-1 8 15,5 2 27-15,4-3-17 16,13 1 22-16,8-1-34 15,7 1 2-15,4 0-8 16,-7 3 0-16,-5 1-1 16,-13 0 0-16,-8 0 0 15,-3 0 1-15,-4 0-2 16,1 0 11-16,-4-3-7 16,-1-1-2-16,-3 2 8 15,1-2-8-15,-1 1 0 16,-1 2 5-16,-2 1-6 0,3 0 0 15,1 0 9-15,1 0 13 16,1 0 11-16,-1 0 15 16,2 0-2-16,-5 0 7 15,0-2-14-15,-7 2-14 16,-3 0 7-16,-2 0-16 16,0 0-4-16,0 0-3 15,0 0-18-15,0 0 9 16,0 0-9-16,0 0-27 15,0 0-55-15,-16 0-89 16,-2 0-101-16,-4 0-665 0</inkml:trace>
  <inkml:trace contextRef="#ctx0" brushRef="#br0" timeOffset="207515.41">24547 7610 1313 0,'0'0'372'15,"0"0"-126"-15,0 0 26 0,0 0-120 16,0 0-50-16,0 0-63 16,0 0 4-16,-9 0 46 15,13 0 38-15,14-4-34 16,7 2-28-16,4-3-17 16,6 2-16-16,5 1-13 15,8-2-17-15,3 1 10 16,4 3-11-16,1 0-1 15,4 0 2-15,2 0 35 16,1 0-27-16,-1 0 2 16,-2 0-3-16,-2 0-9 15,1 0 0-15,-6 0 11 16,-1 0-9-16,-6 3-1 0,6-3 6 16,4 0-7-16,8 0 9 15,14 0 13-15,6 0-14 16,6 0-1-16,-1 0-1 15,-6 0-3-15,-12 0-1 16,-18 0-3-16,-17 0 1 16,-16 0 0-16,-7 0-1 15,-4 0 1-15,5 0 6 16,4 0-6-16,6 0 0 16,7 0 9-16,5 0-9 15,6 0 0-15,5 2 0 16,0 3-1-16,0 2 1 15,-1-3-1-15,4-1 1 16,6 0 0-16,13-3 1 16,6 1 0-16,1-1 5 0,-1 3-7 15,-8-1 2-15,-11 0-2 16,-11 0 2-16,-14-2-1 16,-10 1 0-16,-6-1 0 15,1 0-1-15,3 0 10 16,8 0-12-16,7 0 4 15,8 0-2-15,11 0 1 16,7 0 0-16,3 0 0 16,-3 0-1-16,-6 0 0 15,-7 0 2-15,-3 3-10 16,-1 0 15-16,-1-2-6 16,2 3 0-16,-1 0 0 15,-5 1 0-15,-5-5 0 0,-4 5-1 16,-2-1 2-16,0-2-2 15,0-1 9-15,4-1-10 16,9 5 2-16,7-1 0 16,-1 1-1-16,-1 4-17 15,-9 1-18-15,-11 0-3 16,-10-4 9-16,-9 0 9 16,-2-3 8-16,0-3-32 15,6 0 7-15,-1 0-108 16,5-1-535-16</inkml:trace>
  <inkml:trace contextRef="#ctx0" brushRef="#br0" timeOffset="-187864.6">6843 12939 2131 0,'0'0'259'0,"0"0"-44"16,0 0 27-16,0 0-118 15,147-49-58-15,-89 42-20 16,-4 5-21-16,-3 2-24 16,-9 0-1-16,10 0-100 15,-15 7-157-15,-10 2-662 0</inkml:trace>
  <inkml:trace contextRef="#ctx0" brushRef="#br0" timeOffset="-187714.48">7104 13230 1918 0,'0'0'487'16,"0"0"-319"-16,0 0 32 16,0 0-80-16,0 0-78 15,167-56-31-15,-100 29-11 16,33-7-9-16,-19 8-111 15,-8-1-593-15</inkml:trace>
  <inkml:trace contextRef="#ctx0" brushRef="#br0" timeOffset="-187496.22">8283 12685 2237 0,'0'0'493'16,"0"0"-264"-16,0 0 4 15,0 0-110-15,0 0-14 16,-14 138 26-16,10-73-55 16,4 3-34-16,0-4-26 15,0-2-11-15,0-6-9 16,2-10-6-16,8-9-71 16,9-19-112-16,-1-13-83 15,3-5-404-15</inkml:trace>
  <inkml:trace contextRef="#ctx0" brushRef="#br0" timeOffset="-186971.29">8805 12627 1595 0,'0'0'193'15,"0"0"44"-15,174-75-15 16,-97 49-136-16,-9 4-54 16,-15 8-18-16,-20 7-8 15,-17 4-6-15,-12 3 7 16,-4 0 14-16,-4 0 68 16,-23 0-18-16,-6 7-8 0,-12 5-8 15,-6 2 34-15,-7 3-23 16,-2 3-14-16,4 5 7 15,7 3-14-15,7 3-6 16,10 3-23-16,10 1 9 16,11-3-17-16,11-4-3 15,0-7-5-15,9-8 0 16,18-3 2-16,8-3 5 16,8-2-1-16,8 1 2 15,5 1-6-15,-1 4-2 16,1 1 0-16,-9 7 0 15,-7 0-1-15,-13 4 1 0,-16 0 0 16,-11 4 10 0,0-1 62-16,-25-1 24 0,-10 1-41 15,-7 1-6-15,-8-1-28 16,-1-1-7-16,0-4-14 16,2-4 0-16,7-2-29 15,9-7-56-15,-6 1-54 16,12-6-101-16,3 1-641 0</inkml:trace>
  <inkml:trace contextRef="#ctx0" brushRef="#br0" timeOffset="-186641.51">7594 13832 880 0,'0'0'1021'15,"0"0"-857"-15,125-4 183 16,18-12-98-16,73-8-78 16,38-5-8-16,13 3 56 15,-22 1-73-15,-50 6-27 16,-53 10-82-16,-45 2-19 15,-47 4-18-15,-23 3 0 16,-7 0-1-16,-9-2-29 16,-4 2 3-16,-7 0-17 0,0 0-40 15,-24 0-61-15,-36 0-81 16,6 14-336-16,-6 2-650 0</inkml:trace>
  <inkml:trace contextRef="#ctx0" brushRef="#br0" timeOffset="-186400.95">8364 14071 2167 0,'0'0'340'0,"0"0"-89"16,0 0 13-16,-56 150-114 0,46-87-38 15,6 3-21 1,2-3-11-16,0 0-37 0,-3-10-17 15,1 0-20-15,0-2-6 16,-4-12-3-16,6-7-8 16,0-10-44-16,2-9-47 15,12-15-87-15,15-23-32 16,6-5-553-16</inkml:trace>
  <inkml:trace contextRef="#ctx0" brushRef="#br0" timeOffset="-186101.75">8622 14168 2008 0,'0'0'291'0,"0"0"-206"15,0 0 245-15,118-89-178 16,-64 74-86-16,-1 13-14 15,-8 2-37-15,-6 29-13 16,-9 21-2-16,-10 9 6 16,-11 11 23-16,-9 7 9 15,0 1 22-15,-9-3-30 16,-5-11-9-16,3-10-19 16,7-14-4-16,2-16-11 15,2-15-83-15,0-21-33 16,0-22-102-16,6-1-628 0</inkml:trace>
  <inkml:trace contextRef="#ctx0" brushRef="#br0" timeOffset="-185934.88">8671 14423 2277 0,'0'0'344'16,"0"0"-217"-16,119-59 3 15,-36 18-96-15,18-3-34 16,15-18-24-16,-15 4-294 16,-22 6-1022-16</inkml:trace>
  <inkml:trace contextRef="#ctx0" brushRef="#br0" timeOffset="-185561.12">9781 13341 2248 0,'0'0'283'0,"0"0"-79"0,91-150 9 16,-24 95-81-1,9 17-30-15,-3 18-24 0,-3 20-35 16,-8 2-42-16,-6 32 9 16,-7 8-10-16,-2 5 2 15,-7-3-2-15,-2-8 1 16,-7-10 1-16,-4-12-1 16,-3-12 8-16,1-2-2 15,4-16 15-15,0-17-22 16,-2-4 0-16,-3-4-21 15,-4 2-50-15,-9 13-52 16,-11 14-69-16,-7 9-395 16,-17 3-588-16</inkml:trace>
  <inkml:trace contextRef="#ctx0" brushRef="#br0" timeOffset="-185282.93">10017 13698 1405 0,'0'0'264'0,"0"0"-31"15,0 0 349-15,0 0-389 16,0 0-77-16,156-105 5 16,-102 81-5-16,-2 9-43 15,-10 15-28-15,-7 0-33 16,-6 28-12-16,-6 9-8 16,-6 12 8-16,-1-8-1 15,2-3-23-15,4-11-8 16,9-15 16-16,4-12 5 15,6-4 1-15,-1-22 10 16,0-4-1-16,-4-5 1 0,-10 6-46 16,-5 5-53-16,-8 1-134 15,-4 8-434-15,-9 2-713 0</inkml:trace>
  <inkml:trace contextRef="#ctx0" brushRef="#br0" timeOffset="-182938.91">11872 13145 1564 0,'0'0'366'0,"0"0"-72"16,-121 89 23-16,82-36-141 15,7 6-64-15,14 6-30 16,16-3-24-16,2-8-22 15,27-10-4-15,17-14-10 16,12-16-7-16,6-14 7 16,3 0-13-16,-2-23 14 15,-10-14-23-15,-10-5 9 16,-14-4 23-16,-16-3 28 0,-13 2 4 16,0-1-10-16,-17 1-21 15,-16 1-20-15,-6 5-10 16,-8 4-3-16,-4 11 0 15,-3 10-75-15,0 16-58 16,19 0-69-16,15 6-532 0</inkml:trace>
  <inkml:trace contextRef="#ctx0" brushRef="#br0" timeOffset="-182714.44">12215 13636 1986 0,'0'0'542'0,"0"0"-432"16,0 0 42-16,0 0-12 15,22 123-45-15,-19-77-58 16,-3-3 0-16,0-5-7 16,0-2-28-16,0-10-2 15,0-2-15-15,0-9-72 16,33-15-61-16,8 0-192 15,3-3-454-15</inkml:trace>
  <inkml:trace contextRef="#ctx0" brushRef="#br0" timeOffset="-182369.42">12813 12996 1746 0,'0'0'291'16,"0"0"-169"-16,0 0 164 15,0 0-115-15,0 0-50 16,-78 132-48-16,85-88-10 16,28-2-31-16,15-12-6 15,10-13-2-15,9-13 40 16,-1-4 8-16,-3-12 0 15,-14-15 18-15,-15-6-14 16,-18-6 2-16,-18-2-35 0,0-4 1 16,-22 3-29-16,-14 1-8 15,-5 7-7-15,-1 6 0 16,3 9-26-16,3 5-88 16,0 14-92-16,12 0-258 15,6 6-1026-15</inkml:trace>
  <inkml:trace contextRef="#ctx0" brushRef="#br0" timeOffset="-182061.32">12808 13355 1704 0,'0'0'366'0,"0"0"-135"16,0 0 145-16,-71 130-186 0,71-92-71 15,0-2-71-15,29-3 1 16,15-6-20-16,17-5 1 15,7-5-21-15,9-13 1 16,-6-4-8-16,-7 0 7 16,-10-16-8-16,-12-11 0 15,-13-5-1-15,-11-4 1 16,-13-2-2-16,-5 1-5 16,-9-4 6-16,-20 5 2 15,-9 2-1-15,-3 3 5 16,2 6-6-16,-1 4 0 15,11 8-19-15,8 4-53 16,21 9-73-16,11 0-327 0,18 0-282 16</inkml:trace>
  <inkml:trace contextRef="#ctx0" brushRef="#br0" timeOffset="-181709.23">13637 12901 1950 0,'0'0'241'15,"0"0"-170"-15,0 0 175 16,0 0-129-16,0 0-32 16,-69 137-6-16,105-100-8 15,18-8-31-15,10-9 6 0,5-8 1 16,1-12 18-16,-12 0-26 15,-14-6 29-15,-11-14-5 16,-14-6 12-16,-11-6 11 16,-8-3-18-16,0-2-22 15,-16-4-23-15,-13 2-9 16,-6 3-13-16,-3 2 3 16,-2 5-4-16,1 9-1 15,2 9-43-15,6 8-73 16,4 3-68-16,5 20-55 15,6 9-434-15,10-2-762 0</inkml:trace>
  <inkml:trace contextRef="#ctx0" brushRef="#br0" timeOffset="-181461.18">13531 13230 1605 0,'0'0'330'0,"0"0"-33"16,-58 141-15-16,56-77-111 15,2-2-35-15,33-5-11 16,23-14-50-16,17-14-30 16,10-19-20-16,6-10-2 15,-4-21-23-15,-14-16 15 16,-20-12-6-16,-19-4 42 16,-22 0 21-16,-10 1-9 15,-2 4-29-15,-25 8-26 0,-10 8-8 16,-53 11-106-1,10 9-119-15,-9 11-612 0</inkml:trace>
  <inkml:trace contextRef="#ctx0" brushRef="#br0" timeOffset="-179561.12">14493 12950 1215 0,'0'0'398'16,"0"0"-96"-16,0 0 66 15,0 0-143-15,0 0-89 16,0 0-35-16,0 0-22 15,87-91-29-15,-46 82-16 16,-3 6-16-16,-5 3-15 16,-6 7 3-16,-10 20-4 15,-7 10-2-15,-10 11 0 16,-5 6 0-16,-26 6 6 16,-10 5-6-16,-5-3 1 0,-1-6 6 15,3-8-6 1,5-10 9-16,8-10-10 0,11-10 21 15,6-9 5-15,8-6 14 16,4-1 8-16,2-2 7 16,0 0 7-16,0 0-17 15,0 0-9-15,11 0-11 16,11 0 24-16,9-2-7 16,7-4 6-16,-1 2-28 15,-2 2-13-15,-2 2-7 16,-4 0-1-16,0 0-44 15,-2 0-62-15,2-4-45 16,22-29-64-16,-6 0-450 0,-3-4-1081 16</inkml:trace>
  <inkml:trace contextRef="#ctx0" brushRef="#br0" timeOffset="-179155.09">15113 12883 2109 0,'0'0'607'15,"0"0"-398"-15,0 0 32 16,0 0-119-16,0 0-101 16,0 0-3-16,0 0-10 15,0 88 10-15,-6-51-18 16,-2-2 1-16,4-3 1 16,4-6-2-16,0-5-1 0,4-3 1 15,23-6 7-15,9-5-7 16,7-7 0-16,3 0-12 15,-1-3-80-15,-5-15-67 16,-5-4-39-16,-8-5-165 16,-4-4-256-16,-7-3 23 15,-10 4 236-15,-1 4 360 16,-5 6 344-16,0 8 258 16,0 8-22-16,0 4-247 15,0 0-107-15,-2 12-75 16,-7 18-56-16,-1 12 39 15,-1 12 1-15,0 9-49 16,0 4-44-16,0 4-42 16,5 4-14-16,-4-3-104 0,-3 18-83 15,1-20-85-15,-1-17-591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E68A9-F397-4850-8DA0-BD639571D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9093A1-33BF-4AE2-A623-1B9AE748F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2B5272-0653-40D8-8BBB-4101B078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C5B6AA-0EE8-4251-93F5-41F2F8D3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9CB713-6E82-4707-85FF-C2117413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81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0A7BC-E1AD-4F76-999D-6414E203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DEC59E-7D1C-4E38-B727-B56BBADEA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ECC9CF-BCB0-433B-908B-209A2E72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598E70-4740-4FBE-B7C4-2419F3BE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271B9E-776F-44E3-8C5B-422BC0D9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95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6BDF0-959D-4E40-A364-6B3A0CAB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22C22A-710F-4515-A60F-391C3F716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9143F-2A06-4F83-9208-E8B45F59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F3454-7FD0-4855-B185-62247AAF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EE50A-FE9E-4038-8114-EC05A14A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3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3688F-8813-4A24-9C64-FF8E8983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D86943-62DA-41FF-92F2-EB148435C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09AB2F-718B-484D-961D-E86AF3BEC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28ACB1-43E8-4871-8C7D-9EF2978D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BF00C9-5918-4DE8-A4DB-6DD2E038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2CAD80-291B-4FBF-AA4D-2DD7F01D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26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454C-B204-4BF8-B614-450923BD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E43AAA-552C-45A7-ABE2-5896CA9AD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8101F1-C39D-450B-9343-6F54939EE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4038D3-903E-44EA-8BE1-60DF108D1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D31BEC-CDA2-4DC9-9A63-B4FEF649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8721B2-5F5A-41C3-9459-C84944CF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009AD2-1DAE-4978-9D6E-DC28ECC5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E71092-D454-45C4-9049-E4BCA40A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42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C8D5A-E8ED-4BE6-B9BC-8868CDD9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64CF77-743B-4625-BEC9-97711252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66DA53-FAC1-4EA2-994F-C7FEFA2B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D2C760-CEDD-44BD-9B59-6D683D05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56D83F-B0BD-4385-BA9F-8AB8299C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3BB2D9-BC6B-4BEA-9704-007F7882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50BF05-7746-4815-8485-47224870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7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EF4AD-706D-452C-92B7-F2382812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B790F-1361-45ED-AFF7-D99BEB98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FA46E4-4007-41F6-99F5-6777F082D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BE6486-3B2E-443B-9914-91A7B1C2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422C64-DEB2-46A0-98F0-CAAC8D86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89D6AE-5B56-4136-9835-0D7FDE5E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6EF8C-0FDC-467E-86FD-45063C345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5A07E0-0A16-4749-BCEA-82C22C229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C131BA-2446-42E0-A9C1-ABD0A7119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D7015D-5CE2-4A8B-902A-E8B87806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1A0113-DCAF-4931-A999-57489495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8C9763-CAA9-4365-A259-E907DC32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972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4F2E5-C1C4-49C9-827F-1D0CE705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B6B0C6-D229-403A-BDE1-540AB223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8144E6-B96C-470A-9BE5-D59472AE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7B0965-0BFC-4890-9A17-D16BF8C5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CAFCA-3FB2-494C-B0A9-B365CC36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0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A44F5-C2EB-4F5D-9CB1-650920979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26292E-1095-4112-94BC-700E687E4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E7677-1539-4676-A39B-4E7EEBE5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A013-4687-4D46-8E9A-1472ACD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697660-5C9C-4853-8F70-407835B0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90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7FB97E-6F58-4752-9533-ACCD870B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9EC1E-FA02-4824-B09C-F74E1C6A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4C9778-DF83-4B16-B9F7-CE2ACF9F4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8524F-3130-4668-B5BD-AEC021B02655}" type="datetimeFigureOut">
              <a:rPr lang="es-ES" smtClean="0"/>
              <a:t>26/04/2020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E8130-8417-437F-958D-24C38ACD8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16788F-A141-4658-974D-E0CC2036B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568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16.xml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7.png"/><Relationship Id="rId14" Type="http://schemas.openxmlformats.org/officeDocument/2006/relationships/customXml" Target="../ink/ink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9" Type="http://schemas.openxmlformats.org/officeDocument/2006/relationships/customXml" Target="../ink/ink37.xml"/><Relationship Id="rId21" Type="http://schemas.openxmlformats.org/officeDocument/2006/relationships/customXml" Target="../ink/ink28.xml"/><Relationship Id="rId34" Type="http://schemas.openxmlformats.org/officeDocument/2006/relationships/image" Target="../media/image37.png"/><Relationship Id="rId42" Type="http://schemas.openxmlformats.org/officeDocument/2006/relationships/image" Target="../media/image41.png"/><Relationship Id="rId47" Type="http://schemas.openxmlformats.org/officeDocument/2006/relationships/customXml" Target="../ink/ink41.xml"/><Relationship Id="rId50" Type="http://schemas.openxmlformats.org/officeDocument/2006/relationships/image" Target="../media/image45.png"/><Relationship Id="rId55" Type="http://schemas.openxmlformats.org/officeDocument/2006/relationships/customXml" Target="../ink/ink45.xml"/><Relationship Id="rId7" Type="http://schemas.openxmlformats.org/officeDocument/2006/relationships/customXml" Target="../ink/ink21.xml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9" Type="http://schemas.openxmlformats.org/officeDocument/2006/relationships/customXml" Target="../ink/ink32.xml"/><Relationship Id="rId11" Type="http://schemas.openxmlformats.org/officeDocument/2006/relationships/customXml" Target="../ink/ink23.xml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37" Type="http://schemas.openxmlformats.org/officeDocument/2006/relationships/customXml" Target="../ink/ink36.xml"/><Relationship Id="rId40" Type="http://schemas.openxmlformats.org/officeDocument/2006/relationships/image" Target="../media/image40.png"/><Relationship Id="rId45" Type="http://schemas.openxmlformats.org/officeDocument/2006/relationships/customXml" Target="../ink/ink40.xml"/><Relationship Id="rId53" Type="http://schemas.openxmlformats.org/officeDocument/2006/relationships/customXml" Target="../ink/ink44.xml"/><Relationship Id="rId58" Type="http://schemas.openxmlformats.org/officeDocument/2006/relationships/image" Target="../media/image49.png"/><Relationship Id="rId5" Type="http://schemas.openxmlformats.org/officeDocument/2006/relationships/customXml" Target="../ink/ink20.xml"/><Relationship Id="rId19" Type="http://schemas.openxmlformats.org/officeDocument/2006/relationships/customXml" Target="../ink/ink27.xml"/><Relationship Id="rId4" Type="http://schemas.openxmlformats.org/officeDocument/2006/relationships/image" Target="../media/image22.png"/><Relationship Id="rId9" Type="http://schemas.openxmlformats.org/officeDocument/2006/relationships/customXml" Target="../ink/ink22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31.xml"/><Relationship Id="rId30" Type="http://schemas.openxmlformats.org/officeDocument/2006/relationships/image" Target="../media/image35.png"/><Relationship Id="rId35" Type="http://schemas.openxmlformats.org/officeDocument/2006/relationships/customXml" Target="../ink/ink35.xml"/><Relationship Id="rId43" Type="http://schemas.openxmlformats.org/officeDocument/2006/relationships/customXml" Target="../ink/ink39.xml"/><Relationship Id="rId48" Type="http://schemas.openxmlformats.org/officeDocument/2006/relationships/image" Target="../media/image44.png"/><Relationship Id="rId56" Type="http://schemas.openxmlformats.org/officeDocument/2006/relationships/image" Target="../media/image48.png"/><Relationship Id="rId8" Type="http://schemas.openxmlformats.org/officeDocument/2006/relationships/image" Target="../media/image24.png"/><Relationship Id="rId51" Type="http://schemas.openxmlformats.org/officeDocument/2006/relationships/customXml" Target="../ink/ink43.xml"/><Relationship Id="rId3" Type="http://schemas.openxmlformats.org/officeDocument/2006/relationships/customXml" Target="../ink/ink19.xml"/><Relationship Id="rId12" Type="http://schemas.openxmlformats.org/officeDocument/2006/relationships/image" Target="../media/image26.png"/><Relationship Id="rId17" Type="http://schemas.openxmlformats.org/officeDocument/2006/relationships/customXml" Target="../ink/ink26.xml"/><Relationship Id="rId25" Type="http://schemas.openxmlformats.org/officeDocument/2006/relationships/customXml" Target="../ink/ink30.xml"/><Relationship Id="rId33" Type="http://schemas.openxmlformats.org/officeDocument/2006/relationships/customXml" Target="../ink/ink34.xml"/><Relationship Id="rId38" Type="http://schemas.openxmlformats.org/officeDocument/2006/relationships/image" Target="../media/image39.png"/><Relationship Id="rId46" Type="http://schemas.openxmlformats.org/officeDocument/2006/relationships/image" Target="../media/image43.png"/><Relationship Id="rId59" Type="http://schemas.openxmlformats.org/officeDocument/2006/relationships/customXml" Target="../ink/ink47.xml"/><Relationship Id="rId20" Type="http://schemas.openxmlformats.org/officeDocument/2006/relationships/image" Target="../media/image30.png"/><Relationship Id="rId41" Type="http://schemas.openxmlformats.org/officeDocument/2006/relationships/customXml" Target="../ink/ink38.xml"/><Relationship Id="rId54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49" Type="http://schemas.openxmlformats.org/officeDocument/2006/relationships/customXml" Target="../ink/ink42.xml"/><Relationship Id="rId57" Type="http://schemas.openxmlformats.org/officeDocument/2006/relationships/customXml" Target="../ink/ink46.xml"/><Relationship Id="rId10" Type="http://schemas.openxmlformats.org/officeDocument/2006/relationships/image" Target="../media/image25.png"/><Relationship Id="rId31" Type="http://schemas.openxmlformats.org/officeDocument/2006/relationships/customXml" Target="../ink/ink33.xml"/><Relationship Id="rId44" Type="http://schemas.openxmlformats.org/officeDocument/2006/relationships/image" Target="../media/image42.png"/><Relationship Id="rId52" Type="http://schemas.openxmlformats.org/officeDocument/2006/relationships/image" Target="../media/image46.png"/><Relationship Id="rId60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57.png"/><Relationship Id="rId18" Type="http://schemas.openxmlformats.org/officeDocument/2006/relationships/customXml" Target="../ink/ink57.xml"/><Relationship Id="rId3" Type="http://schemas.openxmlformats.org/officeDocument/2006/relationships/image" Target="../media/image52.png"/><Relationship Id="rId21" Type="http://schemas.openxmlformats.org/officeDocument/2006/relationships/image" Target="../media/image61.png"/><Relationship Id="rId7" Type="http://schemas.openxmlformats.org/officeDocument/2006/relationships/image" Target="../media/image54.png"/><Relationship Id="rId12" Type="http://schemas.openxmlformats.org/officeDocument/2006/relationships/customXml" Target="../ink/ink54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11" Type="http://schemas.openxmlformats.org/officeDocument/2006/relationships/image" Target="../media/image56.png"/><Relationship Id="rId24" Type="http://schemas.openxmlformats.org/officeDocument/2006/relationships/customXml" Target="../ink/ink60.xml"/><Relationship Id="rId5" Type="http://schemas.openxmlformats.org/officeDocument/2006/relationships/image" Target="../media/image53.png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10" Type="http://schemas.openxmlformats.org/officeDocument/2006/relationships/customXml" Target="../ink/ink53.xml"/><Relationship Id="rId19" Type="http://schemas.openxmlformats.org/officeDocument/2006/relationships/image" Target="../media/image60.png"/><Relationship Id="rId4" Type="http://schemas.openxmlformats.org/officeDocument/2006/relationships/customXml" Target="../ink/ink50.xml"/><Relationship Id="rId9" Type="http://schemas.openxmlformats.org/officeDocument/2006/relationships/image" Target="../media/image55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8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7.xml"/><Relationship Id="rId21" Type="http://schemas.openxmlformats.org/officeDocument/2006/relationships/customXml" Target="../ink/ink79.xml"/><Relationship Id="rId42" Type="http://schemas.openxmlformats.org/officeDocument/2006/relationships/image" Target="../media/image93.png"/><Relationship Id="rId63" Type="http://schemas.openxmlformats.org/officeDocument/2006/relationships/customXml" Target="../ink/ink100.xml"/><Relationship Id="rId84" Type="http://schemas.openxmlformats.org/officeDocument/2006/relationships/image" Target="../media/image114.png"/><Relationship Id="rId138" Type="http://schemas.openxmlformats.org/officeDocument/2006/relationships/image" Target="../media/image141.png"/><Relationship Id="rId159" Type="http://schemas.openxmlformats.org/officeDocument/2006/relationships/customXml" Target="../ink/ink148.xml"/><Relationship Id="rId170" Type="http://schemas.openxmlformats.org/officeDocument/2006/relationships/image" Target="../media/image157.png"/><Relationship Id="rId191" Type="http://schemas.openxmlformats.org/officeDocument/2006/relationships/customXml" Target="../ink/ink164.xml"/><Relationship Id="rId205" Type="http://schemas.openxmlformats.org/officeDocument/2006/relationships/customXml" Target="../ink/ink171.xml"/><Relationship Id="rId107" Type="http://schemas.openxmlformats.org/officeDocument/2006/relationships/customXml" Target="../ink/ink122.xml"/><Relationship Id="rId11" Type="http://schemas.openxmlformats.org/officeDocument/2006/relationships/customXml" Target="../ink/ink74.xml"/><Relationship Id="rId32" Type="http://schemas.openxmlformats.org/officeDocument/2006/relationships/image" Target="../media/image88.png"/><Relationship Id="rId53" Type="http://schemas.openxmlformats.org/officeDocument/2006/relationships/customXml" Target="../ink/ink95.xml"/><Relationship Id="rId74" Type="http://schemas.openxmlformats.org/officeDocument/2006/relationships/image" Target="../media/image109.png"/><Relationship Id="rId128" Type="http://schemas.openxmlformats.org/officeDocument/2006/relationships/image" Target="../media/image136.png"/><Relationship Id="rId149" Type="http://schemas.openxmlformats.org/officeDocument/2006/relationships/customXml" Target="../ink/ink143.xml"/><Relationship Id="rId5" Type="http://schemas.openxmlformats.org/officeDocument/2006/relationships/image" Target="../media/image75.png"/><Relationship Id="rId95" Type="http://schemas.openxmlformats.org/officeDocument/2006/relationships/customXml" Target="../ink/ink116.xml"/><Relationship Id="rId160" Type="http://schemas.openxmlformats.org/officeDocument/2006/relationships/image" Target="../media/image152.png"/><Relationship Id="rId181" Type="http://schemas.openxmlformats.org/officeDocument/2006/relationships/customXml" Target="../ink/ink159.xml"/><Relationship Id="rId216" Type="http://schemas.openxmlformats.org/officeDocument/2006/relationships/image" Target="../media/image180.png"/><Relationship Id="rId22" Type="http://schemas.openxmlformats.org/officeDocument/2006/relationships/image" Target="../media/image83.png"/><Relationship Id="rId43" Type="http://schemas.openxmlformats.org/officeDocument/2006/relationships/customXml" Target="../ink/ink90.xml"/><Relationship Id="rId64" Type="http://schemas.openxmlformats.org/officeDocument/2006/relationships/image" Target="../media/image104.png"/><Relationship Id="rId118" Type="http://schemas.openxmlformats.org/officeDocument/2006/relationships/image" Target="../media/image131.png"/><Relationship Id="rId139" Type="http://schemas.openxmlformats.org/officeDocument/2006/relationships/customXml" Target="../ink/ink138.xml"/><Relationship Id="rId85" Type="http://schemas.openxmlformats.org/officeDocument/2006/relationships/customXml" Target="../ink/ink111.xml"/><Relationship Id="rId150" Type="http://schemas.openxmlformats.org/officeDocument/2006/relationships/image" Target="../media/image147.png"/><Relationship Id="rId171" Type="http://schemas.openxmlformats.org/officeDocument/2006/relationships/customXml" Target="../ink/ink154.xml"/><Relationship Id="rId192" Type="http://schemas.openxmlformats.org/officeDocument/2006/relationships/image" Target="../media/image168.png"/><Relationship Id="rId206" Type="http://schemas.openxmlformats.org/officeDocument/2006/relationships/image" Target="../media/image175.png"/><Relationship Id="rId12" Type="http://schemas.openxmlformats.org/officeDocument/2006/relationships/image" Target="../media/image78.png"/><Relationship Id="rId33" Type="http://schemas.openxmlformats.org/officeDocument/2006/relationships/customXml" Target="../ink/ink85.xml"/><Relationship Id="rId108" Type="http://schemas.openxmlformats.org/officeDocument/2006/relationships/image" Target="../media/image126.png"/><Relationship Id="rId129" Type="http://schemas.openxmlformats.org/officeDocument/2006/relationships/customXml" Target="../ink/ink133.xml"/><Relationship Id="rId54" Type="http://schemas.openxmlformats.org/officeDocument/2006/relationships/image" Target="../media/image99.png"/><Relationship Id="rId75" Type="http://schemas.openxmlformats.org/officeDocument/2006/relationships/customXml" Target="../ink/ink106.xml"/><Relationship Id="rId96" Type="http://schemas.openxmlformats.org/officeDocument/2006/relationships/image" Target="../media/image120.png"/><Relationship Id="rId140" Type="http://schemas.openxmlformats.org/officeDocument/2006/relationships/image" Target="../media/image142.png"/><Relationship Id="rId161" Type="http://schemas.openxmlformats.org/officeDocument/2006/relationships/customXml" Target="../ink/ink149.xml"/><Relationship Id="rId182" Type="http://schemas.openxmlformats.org/officeDocument/2006/relationships/image" Target="../media/image163.png"/><Relationship Id="rId217" Type="http://schemas.openxmlformats.org/officeDocument/2006/relationships/customXml" Target="../ink/ink177.xml"/><Relationship Id="rId6" Type="http://schemas.openxmlformats.org/officeDocument/2006/relationships/customXml" Target="../ink/ink71.xml"/><Relationship Id="rId23" Type="http://schemas.openxmlformats.org/officeDocument/2006/relationships/customXml" Target="../ink/ink80.xml"/><Relationship Id="rId119" Type="http://schemas.openxmlformats.org/officeDocument/2006/relationships/customXml" Target="../ink/ink128.xml"/><Relationship Id="rId44" Type="http://schemas.openxmlformats.org/officeDocument/2006/relationships/image" Target="../media/image94.png"/><Relationship Id="rId65" Type="http://schemas.openxmlformats.org/officeDocument/2006/relationships/customXml" Target="../ink/ink101.xml"/><Relationship Id="rId86" Type="http://schemas.openxmlformats.org/officeDocument/2006/relationships/image" Target="../media/image115.png"/><Relationship Id="rId130" Type="http://schemas.openxmlformats.org/officeDocument/2006/relationships/image" Target="../media/image137.png"/><Relationship Id="rId151" Type="http://schemas.openxmlformats.org/officeDocument/2006/relationships/customXml" Target="../ink/ink144.xml"/><Relationship Id="rId172" Type="http://schemas.openxmlformats.org/officeDocument/2006/relationships/image" Target="../media/image158.png"/><Relationship Id="rId193" Type="http://schemas.openxmlformats.org/officeDocument/2006/relationships/customXml" Target="../ink/ink165.xml"/><Relationship Id="rId207" Type="http://schemas.openxmlformats.org/officeDocument/2006/relationships/customXml" Target="../ink/ink172.xml"/><Relationship Id="rId13" Type="http://schemas.openxmlformats.org/officeDocument/2006/relationships/customXml" Target="../ink/ink75.xml"/><Relationship Id="rId109" Type="http://schemas.openxmlformats.org/officeDocument/2006/relationships/customXml" Target="../ink/ink123.xml"/><Relationship Id="rId34" Type="http://schemas.openxmlformats.org/officeDocument/2006/relationships/image" Target="../media/image89.png"/><Relationship Id="rId55" Type="http://schemas.openxmlformats.org/officeDocument/2006/relationships/customXml" Target="../ink/ink96.xml"/><Relationship Id="rId76" Type="http://schemas.openxmlformats.org/officeDocument/2006/relationships/image" Target="../media/image110.png"/><Relationship Id="rId97" Type="http://schemas.openxmlformats.org/officeDocument/2006/relationships/customXml" Target="../ink/ink117.xml"/><Relationship Id="rId120" Type="http://schemas.openxmlformats.org/officeDocument/2006/relationships/image" Target="../media/image132.png"/><Relationship Id="rId141" Type="http://schemas.openxmlformats.org/officeDocument/2006/relationships/customXml" Target="../ink/ink139.xml"/><Relationship Id="rId7" Type="http://schemas.openxmlformats.org/officeDocument/2006/relationships/customXml" Target="../ink/ink72.xml"/><Relationship Id="rId162" Type="http://schemas.openxmlformats.org/officeDocument/2006/relationships/image" Target="../media/image153.png"/><Relationship Id="rId183" Type="http://schemas.openxmlformats.org/officeDocument/2006/relationships/customXml" Target="../ink/ink160.xml"/><Relationship Id="rId218" Type="http://schemas.openxmlformats.org/officeDocument/2006/relationships/image" Target="../media/image181.png"/><Relationship Id="rId24" Type="http://schemas.openxmlformats.org/officeDocument/2006/relationships/image" Target="../media/image84.png"/><Relationship Id="rId45" Type="http://schemas.openxmlformats.org/officeDocument/2006/relationships/customXml" Target="../ink/ink91.xml"/><Relationship Id="rId66" Type="http://schemas.openxmlformats.org/officeDocument/2006/relationships/image" Target="../media/image105.png"/><Relationship Id="rId87" Type="http://schemas.openxmlformats.org/officeDocument/2006/relationships/customXml" Target="../ink/ink112.xml"/><Relationship Id="rId110" Type="http://schemas.openxmlformats.org/officeDocument/2006/relationships/image" Target="../media/image127.png"/><Relationship Id="rId131" Type="http://schemas.openxmlformats.org/officeDocument/2006/relationships/customXml" Target="../ink/ink134.xml"/><Relationship Id="rId152" Type="http://schemas.openxmlformats.org/officeDocument/2006/relationships/image" Target="../media/image148.png"/><Relationship Id="rId173" Type="http://schemas.openxmlformats.org/officeDocument/2006/relationships/customXml" Target="../ink/ink155.xml"/><Relationship Id="rId194" Type="http://schemas.openxmlformats.org/officeDocument/2006/relationships/image" Target="../media/image169.png"/><Relationship Id="rId208" Type="http://schemas.openxmlformats.org/officeDocument/2006/relationships/image" Target="../media/image176.png"/><Relationship Id="rId14" Type="http://schemas.openxmlformats.org/officeDocument/2006/relationships/image" Target="../media/image79.png"/><Relationship Id="rId30" Type="http://schemas.openxmlformats.org/officeDocument/2006/relationships/image" Target="../media/image87.png"/><Relationship Id="rId35" Type="http://schemas.openxmlformats.org/officeDocument/2006/relationships/customXml" Target="../ink/ink86.xml"/><Relationship Id="rId56" Type="http://schemas.openxmlformats.org/officeDocument/2006/relationships/image" Target="../media/image100.png"/><Relationship Id="rId77" Type="http://schemas.openxmlformats.org/officeDocument/2006/relationships/customXml" Target="../ink/ink107.xml"/><Relationship Id="rId100" Type="http://schemas.openxmlformats.org/officeDocument/2006/relationships/image" Target="../media/image122.png"/><Relationship Id="rId105" Type="http://schemas.openxmlformats.org/officeDocument/2006/relationships/customXml" Target="../ink/ink121.xml"/><Relationship Id="rId126" Type="http://schemas.openxmlformats.org/officeDocument/2006/relationships/image" Target="../media/image135.png"/><Relationship Id="rId147" Type="http://schemas.openxmlformats.org/officeDocument/2006/relationships/customXml" Target="../ink/ink142.xml"/><Relationship Id="rId168" Type="http://schemas.openxmlformats.org/officeDocument/2006/relationships/image" Target="../media/image156.png"/><Relationship Id="rId8" Type="http://schemas.openxmlformats.org/officeDocument/2006/relationships/image" Target="../media/image76.png"/><Relationship Id="rId51" Type="http://schemas.openxmlformats.org/officeDocument/2006/relationships/customXml" Target="../ink/ink94.xml"/><Relationship Id="rId72" Type="http://schemas.openxmlformats.org/officeDocument/2006/relationships/image" Target="../media/image108.png"/><Relationship Id="rId93" Type="http://schemas.openxmlformats.org/officeDocument/2006/relationships/customXml" Target="../ink/ink115.xml"/><Relationship Id="rId98" Type="http://schemas.openxmlformats.org/officeDocument/2006/relationships/image" Target="../media/image121.png"/><Relationship Id="rId121" Type="http://schemas.openxmlformats.org/officeDocument/2006/relationships/customXml" Target="../ink/ink129.xml"/><Relationship Id="rId142" Type="http://schemas.openxmlformats.org/officeDocument/2006/relationships/image" Target="../media/image143.png"/><Relationship Id="rId163" Type="http://schemas.openxmlformats.org/officeDocument/2006/relationships/customXml" Target="../ink/ink150.xml"/><Relationship Id="rId184" Type="http://schemas.openxmlformats.org/officeDocument/2006/relationships/image" Target="../media/image164.png"/><Relationship Id="rId189" Type="http://schemas.openxmlformats.org/officeDocument/2006/relationships/customXml" Target="../ink/ink163.xml"/><Relationship Id="rId219" Type="http://schemas.openxmlformats.org/officeDocument/2006/relationships/customXml" Target="../ink/ink178.xml"/><Relationship Id="rId3" Type="http://schemas.openxmlformats.org/officeDocument/2006/relationships/image" Target="../media/image74.png"/><Relationship Id="rId214" Type="http://schemas.openxmlformats.org/officeDocument/2006/relationships/image" Target="../media/image179.png"/><Relationship Id="rId25" Type="http://schemas.openxmlformats.org/officeDocument/2006/relationships/customXml" Target="../ink/ink81.xml"/><Relationship Id="rId46" Type="http://schemas.openxmlformats.org/officeDocument/2006/relationships/image" Target="../media/image95.png"/><Relationship Id="rId67" Type="http://schemas.openxmlformats.org/officeDocument/2006/relationships/customXml" Target="../ink/ink102.xml"/><Relationship Id="rId116" Type="http://schemas.openxmlformats.org/officeDocument/2006/relationships/image" Target="../media/image130.png"/><Relationship Id="rId137" Type="http://schemas.openxmlformats.org/officeDocument/2006/relationships/customXml" Target="../ink/ink137.xml"/><Relationship Id="rId158" Type="http://schemas.openxmlformats.org/officeDocument/2006/relationships/image" Target="../media/image151.png"/><Relationship Id="rId20" Type="http://schemas.openxmlformats.org/officeDocument/2006/relationships/image" Target="../media/image82.png"/><Relationship Id="rId41" Type="http://schemas.openxmlformats.org/officeDocument/2006/relationships/customXml" Target="../ink/ink89.xml"/><Relationship Id="rId62" Type="http://schemas.openxmlformats.org/officeDocument/2006/relationships/image" Target="../media/image103.png"/><Relationship Id="rId83" Type="http://schemas.openxmlformats.org/officeDocument/2006/relationships/customXml" Target="../ink/ink110.xml"/><Relationship Id="rId88" Type="http://schemas.openxmlformats.org/officeDocument/2006/relationships/image" Target="../media/image116.png"/><Relationship Id="rId111" Type="http://schemas.openxmlformats.org/officeDocument/2006/relationships/customXml" Target="../ink/ink124.xml"/><Relationship Id="rId132" Type="http://schemas.openxmlformats.org/officeDocument/2006/relationships/image" Target="../media/image138.png"/><Relationship Id="rId153" Type="http://schemas.openxmlformats.org/officeDocument/2006/relationships/customXml" Target="../ink/ink145.xml"/><Relationship Id="rId174" Type="http://schemas.openxmlformats.org/officeDocument/2006/relationships/image" Target="../media/image159.png"/><Relationship Id="rId179" Type="http://schemas.openxmlformats.org/officeDocument/2006/relationships/customXml" Target="../ink/ink158.xml"/><Relationship Id="rId195" Type="http://schemas.openxmlformats.org/officeDocument/2006/relationships/customXml" Target="../ink/ink166.xml"/><Relationship Id="rId209" Type="http://schemas.openxmlformats.org/officeDocument/2006/relationships/customXml" Target="../ink/ink173.xml"/><Relationship Id="rId190" Type="http://schemas.openxmlformats.org/officeDocument/2006/relationships/image" Target="../media/image167.png"/><Relationship Id="rId204" Type="http://schemas.openxmlformats.org/officeDocument/2006/relationships/image" Target="../media/image174.png"/><Relationship Id="rId220" Type="http://schemas.openxmlformats.org/officeDocument/2006/relationships/image" Target="../media/image182.png"/><Relationship Id="rId15" Type="http://schemas.openxmlformats.org/officeDocument/2006/relationships/customXml" Target="../ink/ink76.xml"/><Relationship Id="rId36" Type="http://schemas.openxmlformats.org/officeDocument/2006/relationships/image" Target="../media/image90.png"/><Relationship Id="rId57" Type="http://schemas.openxmlformats.org/officeDocument/2006/relationships/customXml" Target="../ink/ink97.xml"/><Relationship Id="rId106" Type="http://schemas.openxmlformats.org/officeDocument/2006/relationships/image" Target="../media/image125.png"/><Relationship Id="rId127" Type="http://schemas.openxmlformats.org/officeDocument/2006/relationships/customXml" Target="../ink/ink132.xml"/><Relationship Id="rId10" Type="http://schemas.openxmlformats.org/officeDocument/2006/relationships/image" Target="../media/image77.png"/><Relationship Id="rId31" Type="http://schemas.openxmlformats.org/officeDocument/2006/relationships/customXml" Target="../ink/ink84.xml"/><Relationship Id="rId52" Type="http://schemas.openxmlformats.org/officeDocument/2006/relationships/image" Target="../media/image98.png"/><Relationship Id="rId73" Type="http://schemas.openxmlformats.org/officeDocument/2006/relationships/customXml" Target="../ink/ink105.xml"/><Relationship Id="rId78" Type="http://schemas.openxmlformats.org/officeDocument/2006/relationships/image" Target="../media/image111.png"/><Relationship Id="rId94" Type="http://schemas.openxmlformats.org/officeDocument/2006/relationships/image" Target="../media/image119.png"/><Relationship Id="rId99" Type="http://schemas.openxmlformats.org/officeDocument/2006/relationships/customXml" Target="../ink/ink118.xml"/><Relationship Id="rId101" Type="http://schemas.openxmlformats.org/officeDocument/2006/relationships/customXml" Target="../ink/ink119.xml"/><Relationship Id="rId122" Type="http://schemas.openxmlformats.org/officeDocument/2006/relationships/image" Target="../media/image133.png"/><Relationship Id="rId143" Type="http://schemas.openxmlformats.org/officeDocument/2006/relationships/customXml" Target="../ink/ink140.xml"/><Relationship Id="rId148" Type="http://schemas.openxmlformats.org/officeDocument/2006/relationships/image" Target="../media/image146.png"/><Relationship Id="rId164" Type="http://schemas.openxmlformats.org/officeDocument/2006/relationships/image" Target="../media/image154.png"/><Relationship Id="rId169" Type="http://schemas.openxmlformats.org/officeDocument/2006/relationships/customXml" Target="../ink/ink153.xml"/><Relationship Id="rId185" Type="http://schemas.openxmlformats.org/officeDocument/2006/relationships/customXml" Target="../ink/ink161.xml"/><Relationship Id="rId4" Type="http://schemas.openxmlformats.org/officeDocument/2006/relationships/customXml" Target="../ink/ink70.xml"/><Relationship Id="rId9" Type="http://schemas.openxmlformats.org/officeDocument/2006/relationships/customXml" Target="../ink/ink73.xml"/><Relationship Id="rId180" Type="http://schemas.openxmlformats.org/officeDocument/2006/relationships/image" Target="../media/image162.png"/><Relationship Id="rId210" Type="http://schemas.openxmlformats.org/officeDocument/2006/relationships/image" Target="../media/image177.png"/><Relationship Id="rId215" Type="http://schemas.openxmlformats.org/officeDocument/2006/relationships/customXml" Target="../ink/ink176.xml"/><Relationship Id="rId26" Type="http://schemas.openxmlformats.org/officeDocument/2006/relationships/image" Target="../media/image85.png"/><Relationship Id="rId47" Type="http://schemas.openxmlformats.org/officeDocument/2006/relationships/customXml" Target="../ink/ink92.xml"/><Relationship Id="rId68" Type="http://schemas.openxmlformats.org/officeDocument/2006/relationships/image" Target="../media/image106.png"/><Relationship Id="rId89" Type="http://schemas.openxmlformats.org/officeDocument/2006/relationships/customXml" Target="../ink/ink113.xml"/><Relationship Id="rId112" Type="http://schemas.openxmlformats.org/officeDocument/2006/relationships/image" Target="../media/image128.png"/><Relationship Id="rId133" Type="http://schemas.openxmlformats.org/officeDocument/2006/relationships/customXml" Target="../ink/ink135.xml"/><Relationship Id="rId154" Type="http://schemas.openxmlformats.org/officeDocument/2006/relationships/image" Target="../media/image149.png"/><Relationship Id="rId175" Type="http://schemas.openxmlformats.org/officeDocument/2006/relationships/customXml" Target="../ink/ink156.xml"/><Relationship Id="rId196" Type="http://schemas.openxmlformats.org/officeDocument/2006/relationships/image" Target="../media/image170.png"/><Relationship Id="rId200" Type="http://schemas.openxmlformats.org/officeDocument/2006/relationships/image" Target="../media/image172.png"/><Relationship Id="rId16" Type="http://schemas.openxmlformats.org/officeDocument/2006/relationships/image" Target="../media/image80.png"/><Relationship Id="rId37" Type="http://schemas.openxmlformats.org/officeDocument/2006/relationships/customXml" Target="../ink/ink87.xml"/><Relationship Id="rId58" Type="http://schemas.openxmlformats.org/officeDocument/2006/relationships/image" Target="../media/image101.png"/><Relationship Id="rId79" Type="http://schemas.openxmlformats.org/officeDocument/2006/relationships/customXml" Target="../ink/ink108.xml"/><Relationship Id="rId102" Type="http://schemas.openxmlformats.org/officeDocument/2006/relationships/image" Target="../media/image123.png"/><Relationship Id="rId123" Type="http://schemas.openxmlformats.org/officeDocument/2006/relationships/customXml" Target="../ink/ink130.xml"/><Relationship Id="rId144" Type="http://schemas.openxmlformats.org/officeDocument/2006/relationships/image" Target="../media/image144.png"/><Relationship Id="rId90" Type="http://schemas.openxmlformats.org/officeDocument/2006/relationships/image" Target="../media/image117.png"/><Relationship Id="rId165" Type="http://schemas.openxmlformats.org/officeDocument/2006/relationships/customXml" Target="../ink/ink151.xml"/><Relationship Id="rId186" Type="http://schemas.openxmlformats.org/officeDocument/2006/relationships/image" Target="../media/image165.png"/><Relationship Id="rId211" Type="http://schemas.openxmlformats.org/officeDocument/2006/relationships/customXml" Target="../ink/ink174.xml"/><Relationship Id="rId27" Type="http://schemas.openxmlformats.org/officeDocument/2006/relationships/customXml" Target="../ink/ink82.xml"/><Relationship Id="rId48" Type="http://schemas.openxmlformats.org/officeDocument/2006/relationships/image" Target="../media/image96.png"/><Relationship Id="rId69" Type="http://schemas.openxmlformats.org/officeDocument/2006/relationships/customXml" Target="../ink/ink103.xml"/><Relationship Id="rId113" Type="http://schemas.openxmlformats.org/officeDocument/2006/relationships/customXml" Target="../ink/ink125.xml"/><Relationship Id="rId134" Type="http://schemas.openxmlformats.org/officeDocument/2006/relationships/image" Target="../media/image139.png"/><Relationship Id="rId80" Type="http://schemas.openxmlformats.org/officeDocument/2006/relationships/image" Target="../media/image112.png"/><Relationship Id="rId155" Type="http://schemas.openxmlformats.org/officeDocument/2006/relationships/customXml" Target="../ink/ink146.xml"/><Relationship Id="rId176" Type="http://schemas.openxmlformats.org/officeDocument/2006/relationships/image" Target="../media/image160.png"/><Relationship Id="rId197" Type="http://schemas.openxmlformats.org/officeDocument/2006/relationships/customXml" Target="../ink/ink167.xml"/><Relationship Id="rId201" Type="http://schemas.openxmlformats.org/officeDocument/2006/relationships/customXml" Target="../ink/ink169.xml"/><Relationship Id="rId17" Type="http://schemas.openxmlformats.org/officeDocument/2006/relationships/customXml" Target="../ink/ink77.xml"/><Relationship Id="rId38" Type="http://schemas.openxmlformats.org/officeDocument/2006/relationships/image" Target="../media/image91.png"/><Relationship Id="rId59" Type="http://schemas.openxmlformats.org/officeDocument/2006/relationships/customXml" Target="../ink/ink98.xml"/><Relationship Id="rId103" Type="http://schemas.openxmlformats.org/officeDocument/2006/relationships/customXml" Target="../ink/ink120.xml"/><Relationship Id="rId124" Type="http://schemas.openxmlformats.org/officeDocument/2006/relationships/image" Target="../media/image134.png"/><Relationship Id="rId70" Type="http://schemas.openxmlformats.org/officeDocument/2006/relationships/image" Target="../media/image107.png"/><Relationship Id="rId91" Type="http://schemas.openxmlformats.org/officeDocument/2006/relationships/customXml" Target="../ink/ink114.xml"/><Relationship Id="rId145" Type="http://schemas.openxmlformats.org/officeDocument/2006/relationships/customXml" Target="../ink/ink141.xml"/><Relationship Id="rId166" Type="http://schemas.openxmlformats.org/officeDocument/2006/relationships/image" Target="../media/image155.png"/><Relationship Id="rId187" Type="http://schemas.openxmlformats.org/officeDocument/2006/relationships/customXml" Target="../ink/ink16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78.png"/><Relationship Id="rId28" Type="http://schemas.openxmlformats.org/officeDocument/2006/relationships/image" Target="../media/image86.png"/><Relationship Id="rId49" Type="http://schemas.openxmlformats.org/officeDocument/2006/relationships/customXml" Target="../ink/ink93.xml"/><Relationship Id="rId114" Type="http://schemas.openxmlformats.org/officeDocument/2006/relationships/image" Target="../media/image129.png"/><Relationship Id="rId60" Type="http://schemas.openxmlformats.org/officeDocument/2006/relationships/image" Target="../media/image102.png"/><Relationship Id="rId81" Type="http://schemas.openxmlformats.org/officeDocument/2006/relationships/customXml" Target="../ink/ink109.xml"/><Relationship Id="rId135" Type="http://schemas.openxmlformats.org/officeDocument/2006/relationships/customXml" Target="../ink/ink136.xml"/><Relationship Id="rId156" Type="http://schemas.openxmlformats.org/officeDocument/2006/relationships/image" Target="../media/image150.png"/><Relationship Id="rId177" Type="http://schemas.openxmlformats.org/officeDocument/2006/relationships/customXml" Target="../ink/ink157.xml"/><Relationship Id="rId198" Type="http://schemas.openxmlformats.org/officeDocument/2006/relationships/image" Target="../media/image171.png"/><Relationship Id="rId202" Type="http://schemas.openxmlformats.org/officeDocument/2006/relationships/image" Target="../media/image173.png"/><Relationship Id="rId18" Type="http://schemas.openxmlformats.org/officeDocument/2006/relationships/image" Target="../media/image81.png"/><Relationship Id="rId39" Type="http://schemas.openxmlformats.org/officeDocument/2006/relationships/customXml" Target="../ink/ink88.xml"/><Relationship Id="rId50" Type="http://schemas.openxmlformats.org/officeDocument/2006/relationships/image" Target="../media/image97.png"/><Relationship Id="rId104" Type="http://schemas.openxmlformats.org/officeDocument/2006/relationships/image" Target="../media/image124.png"/><Relationship Id="rId125" Type="http://schemas.openxmlformats.org/officeDocument/2006/relationships/customXml" Target="../ink/ink131.xml"/><Relationship Id="rId146" Type="http://schemas.openxmlformats.org/officeDocument/2006/relationships/image" Target="../media/image145.png"/><Relationship Id="rId167" Type="http://schemas.openxmlformats.org/officeDocument/2006/relationships/customXml" Target="../ink/ink152.xml"/><Relationship Id="rId188" Type="http://schemas.openxmlformats.org/officeDocument/2006/relationships/image" Target="../media/image166.png"/><Relationship Id="rId71" Type="http://schemas.openxmlformats.org/officeDocument/2006/relationships/customXml" Target="../ink/ink104.xml"/><Relationship Id="rId92" Type="http://schemas.openxmlformats.org/officeDocument/2006/relationships/image" Target="../media/image118.png"/><Relationship Id="rId213" Type="http://schemas.openxmlformats.org/officeDocument/2006/relationships/customXml" Target="../ink/ink175.xml"/><Relationship Id="rId2" Type="http://schemas.openxmlformats.org/officeDocument/2006/relationships/customXml" Target="../ink/ink69.xml"/><Relationship Id="rId29" Type="http://schemas.openxmlformats.org/officeDocument/2006/relationships/customXml" Target="../ink/ink83.xml"/><Relationship Id="rId40" Type="http://schemas.openxmlformats.org/officeDocument/2006/relationships/image" Target="../media/image92.png"/><Relationship Id="rId115" Type="http://schemas.openxmlformats.org/officeDocument/2006/relationships/customXml" Target="../ink/ink126.xml"/><Relationship Id="rId136" Type="http://schemas.openxmlformats.org/officeDocument/2006/relationships/image" Target="../media/image140.png"/><Relationship Id="rId157" Type="http://schemas.openxmlformats.org/officeDocument/2006/relationships/customXml" Target="../ink/ink147.xml"/><Relationship Id="rId178" Type="http://schemas.openxmlformats.org/officeDocument/2006/relationships/image" Target="../media/image161.png"/><Relationship Id="rId61" Type="http://schemas.openxmlformats.org/officeDocument/2006/relationships/customXml" Target="../ink/ink99.xml"/><Relationship Id="rId82" Type="http://schemas.openxmlformats.org/officeDocument/2006/relationships/image" Target="../media/image113.png"/><Relationship Id="rId199" Type="http://schemas.openxmlformats.org/officeDocument/2006/relationships/customXml" Target="../ink/ink168.xml"/><Relationship Id="rId203" Type="http://schemas.openxmlformats.org/officeDocument/2006/relationships/customXml" Target="../ink/ink170.xml"/><Relationship Id="rId19" Type="http://schemas.openxmlformats.org/officeDocument/2006/relationships/customXml" Target="../ink/ink7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9.xml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customXml" Target="../ink/ink18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customXml" Target="../ink/ink18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5661E5D4-9A09-40D4-9586-12892BC1AB2B}"/>
                  </a:ext>
                </a:extLst>
              </p14:cNvPr>
              <p14:cNvContentPartPr/>
              <p14:nvPr/>
            </p14:nvContentPartPr>
            <p14:xfrm>
              <a:off x="2116440" y="2161080"/>
              <a:ext cx="2393280" cy="46476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5661E5D4-9A09-40D4-9586-12892BC1AB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0600" y="2097720"/>
                <a:ext cx="242460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CF8C6C8-7B08-442C-8C4A-523121B14906}"/>
                  </a:ext>
                </a:extLst>
              </p14:cNvPr>
              <p14:cNvContentPartPr/>
              <p14:nvPr/>
            </p14:nvContentPartPr>
            <p14:xfrm>
              <a:off x="5911200" y="5460480"/>
              <a:ext cx="131040" cy="12420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CF8C6C8-7B08-442C-8C4A-523121B149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5360" y="5397120"/>
                <a:ext cx="1623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3F7AFFF-B86A-4AB4-A195-EA654FF14E73}"/>
                  </a:ext>
                </a:extLst>
              </p14:cNvPr>
              <p14:cNvContentPartPr/>
              <p14:nvPr/>
            </p14:nvContentPartPr>
            <p14:xfrm>
              <a:off x="7690320" y="5505840"/>
              <a:ext cx="151200" cy="1789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3F7AFFF-B86A-4AB4-A195-EA654FF14E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74480" y="5442480"/>
                <a:ext cx="1825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F2D94EA-3B72-47B6-B8D6-669D0990ABFB}"/>
                  </a:ext>
                </a:extLst>
              </p14:cNvPr>
              <p14:cNvContentPartPr/>
              <p14:nvPr/>
            </p14:nvContentPartPr>
            <p14:xfrm>
              <a:off x="2241000" y="5508720"/>
              <a:ext cx="965160" cy="853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F2D94EA-3B72-47B6-B8D6-669D0990AB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25160" y="5445360"/>
                <a:ext cx="9964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8CE2A03-C519-4DE7-ADDA-76DF24BD24AE}"/>
                  </a:ext>
                </a:extLst>
              </p14:cNvPr>
              <p14:cNvContentPartPr/>
              <p14:nvPr/>
            </p14:nvContentPartPr>
            <p14:xfrm>
              <a:off x="640440" y="353880"/>
              <a:ext cx="10450440" cy="6039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8CE2A03-C519-4DE7-ADDA-76DF24BD24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1080" y="344520"/>
                <a:ext cx="10469160" cy="60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0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904E278-4735-4B59-98D3-4F7CAC599A26}"/>
                  </a:ext>
                </a:extLst>
              </p14:cNvPr>
              <p14:cNvContentPartPr/>
              <p14:nvPr/>
            </p14:nvContentPartPr>
            <p14:xfrm>
              <a:off x="343080" y="288720"/>
              <a:ext cx="10826280" cy="42174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904E278-4735-4B59-98D3-4F7CAC599A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20" y="279360"/>
                <a:ext cx="10845000" cy="423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51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658E71-A095-4AE1-BBB1-49CA94B0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0" y="635689"/>
            <a:ext cx="10511457" cy="6041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9998600-339C-48D4-9B70-C75E54B4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9" y="1239796"/>
            <a:ext cx="10511458" cy="25075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35D6B31-EB21-4C69-993F-DCF83EA61CC5}"/>
                  </a:ext>
                </a:extLst>
              </p14:cNvPr>
              <p14:cNvContentPartPr/>
              <p14:nvPr/>
            </p14:nvContentPartPr>
            <p14:xfrm>
              <a:off x="909000" y="3976920"/>
              <a:ext cx="7068960" cy="165888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35D6B31-EB21-4C69-993F-DCF83EA61C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9640" y="3967560"/>
                <a:ext cx="7087680" cy="167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51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AAEF400-F243-4FF4-8E4A-F6FF63A09DC4}"/>
                  </a:ext>
                </a:extLst>
              </p14:cNvPr>
              <p14:cNvContentPartPr/>
              <p14:nvPr/>
            </p14:nvContentPartPr>
            <p14:xfrm>
              <a:off x="1429920" y="235800"/>
              <a:ext cx="10382400" cy="523656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AAEF400-F243-4FF4-8E4A-F6FF63A09D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0560" y="226440"/>
                <a:ext cx="10401120" cy="525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81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63B92E6-0DE0-4E48-8C10-213B46A1146D}"/>
                  </a:ext>
                </a:extLst>
              </p14:cNvPr>
              <p14:cNvContentPartPr/>
              <p14:nvPr/>
            </p14:nvContentPartPr>
            <p14:xfrm>
              <a:off x="2851200" y="0"/>
              <a:ext cx="6647400" cy="51084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63B92E6-0DE0-4E48-8C10-213B46A114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1840" y="-9360"/>
                <a:ext cx="6666120" cy="51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34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2C5BB6-199F-411F-91A1-401A0BE8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416022"/>
            <a:ext cx="11249025" cy="2762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CEA9C35-0750-4A95-BA01-38A5966FD4FC}"/>
                  </a:ext>
                </a:extLst>
              </p14:cNvPr>
              <p14:cNvContentPartPr/>
              <p14:nvPr/>
            </p14:nvContentPartPr>
            <p14:xfrm>
              <a:off x="712440" y="1119600"/>
              <a:ext cx="10818000" cy="49028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CEA9C35-0750-4A95-BA01-38A5966FD4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080" y="1110240"/>
                <a:ext cx="10836720" cy="49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317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4EDB84A-8BD5-41D5-92F7-2BD7E6186602}"/>
                  </a:ext>
                </a:extLst>
              </p14:cNvPr>
              <p14:cNvContentPartPr/>
              <p14:nvPr/>
            </p14:nvContentPartPr>
            <p14:xfrm>
              <a:off x="4119120" y="2660040"/>
              <a:ext cx="360" cy="36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4EDB84A-8BD5-41D5-92F7-2BD7E6186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3280" y="25966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7E5F8EC-D860-484C-B32C-9D102EAF02E0}"/>
                  </a:ext>
                </a:extLst>
              </p14:cNvPr>
              <p14:cNvContentPartPr/>
              <p14:nvPr/>
            </p14:nvContentPartPr>
            <p14:xfrm>
              <a:off x="467580" y="0"/>
              <a:ext cx="9240840" cy="61977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7E5F8EC-D860-484C-B32C-9D102EAF02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220" y="-9360"/>
                <a:ext cx="9259560" cy="62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2A0792CC-8002-4A98-B9D0-AE6B9CB4D98F}"/>
                  </a:ext>
                </a:extLst>
              </p14:cNvPr>
              <p14:cNvContentPartPr/>
              <p14:nvPr/>
            </p14:nvContentPartPr>
            <p14:xfrm>
              <a:off x="580162" y="5782706"/>
              <a:ext cx="360" cy="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2A0792CC-8002-4A98-B9D0-AE6B9CB4D9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6522" y="567470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493B7ED-18EB-4EC7-B640-5A6891B5E0F5}"/>
                  </a:ext>
                </a:extLst>
              </p14:cNvPr>
              <p14:cNvContentPartPr/>
              <p14:nvPr/>
            </p14:nvContentPartPr>
            <p14:xfrm>
              <a:off x="2941042" y="3100215"/>
              <a:ext cx="360" cy="3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493B7ED-18EB-4EC7-B640-5A6891B5E0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2402" y="30915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D8AED0EC-F9D6-4B94-85A8-D83973F840AC}"/>
                  </a:ext>
                </a:extLst>
              </p14:cNvPr>
              <p14:cNvContentPartPr/>
              <p14:nvPr/>
            </p14:nvContentPartPr>
            <p14:xfrm>
              <a:off x="3756802" y="4588455"/>
              <a:ext cx="148320" cy="2318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D8AED0EC-F9D6-4B94-85A8-D83973F840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7802" y="4579815"/>
                <a:ext cx="16596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9DEF2E06-37B3-4905-B7CF-091DC1BD1D8B}"/>
              </a:ext>
            </a:extLst>
          </p:cNvPr>
          <p:cNvGrpSpPr/>
          <p:nvPr/>
        </p:nvGrpSpPr>
        <p:grpSpPr>
          <a:xfrm>
            <a:off x="1571242" y="5535975"/>
            <a:ext cx="154440" cy="483480"/>
            <a:chOff x="1571242" y="5535975"/>
            <a:chExt cx="15444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702EF5E1-4B13-4B8F-8AFF-4D13E1C752F9}"/>
                    </a:ext>
                  </a:extLst>
                </p14:cNvPr>
                <p14:cNvContentPartPr/>
                <p14:nvPr/>
              </p14:nvContentPartPr>
              <p14:xfrm>
                <a:off x="1571242" y="5650455"/>
                <a:ext cx="154440" cy="3690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702EF5E1-4B13-4B8F-8AFF-4D13E1C752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2242" y="5641455"/>
                  <a:ext cx="172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3F2F51F-0313-4F78-83CB-8C12E0BBCE8E}"/>
                    </a:ext>
                  </a:extLst>
                </p14:cNvPr>
                <p14:cNvContentPartPr/>
                <p14:nvPr/>
              </p14:nvContentPartPr>
              <p14:xfrm>
                <a:off x="1585282" y="5535975"/>
                <a:ext cx="110880" cy="2275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3F2F51F-0313-4F78-83CB-8C12E0BBCE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6282" y="5526975"/>
                  <a:ext cx="128520" cy="24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039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5EE8731-BC51-4D13-8B48-9C4B9A527D9A}"/>
                  </a:ext>
                </a:extLst>
              </p14:cNvPr>
              <p14:cNvContentPartPr/>
              <p14:nvPr/>
            </p14:nvContentPartPr>
            <p14:xfrm>
              <a:off x="759960" y="401400"/>
              <a:ext cx="8007480" cy="22100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5EE8731-BC51-4D13-8B48-9C4B9A527D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0600" y="392040"/>
                <a:ext cx="8026200" cy="222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9829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3ECE018-D613-43A7-A182-ECE45247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63" y="330444"/>
            <a:ext cx="8406839" cy="6233528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71384D78-873B-4072-9029-DCCE76F84924}"/>
              </a:ext>
            </a:extLst>
          </p:cNvPr>
          <p:cNvGrpSpPr/>
          <p:nvPr/>
        </p:nvGrpSpPr>
        <p:grpSpPr>
          <a:xfrm>
            <a:off x="8743882" y="2794408"/>
            <a:ext cx="1136520" cy="711360"/>
            <a:chOff x="8743882" y="2794408"/>
            <a:chExt cx="1136520" cy="7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821473FF-A3F4-47D0-9489-E1F507EB4315}"/>
                    </a:ext>
                  </a:extLst>
                </p14:cNvPr>
                <p14:cNvContentPartPr/>
                <p14:nvPr/>
              </p14:nvContentPartPr>
              <p14:xfrm>
                <a:off x="8743882" y="3008248"/>
                <a:ext cx="304200" cy="993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821473FF-A3F4-47D0-9489-E1F507EB431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34882" y="2999608"/>
                  <a:ext cx="321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4F35E721-6B7B-40DE-A4B2-799E3822081A}"/>
                    </a:ext>
                  </a:extLst>
                </p14:cNvPr>
                <p14:cNvContentPartPr/>
                <p14:nvPr/>
              </p14:nvContentPartPr>
              <p14:xfrm>
                <a:off x="8946562" y="2970448"/>
                <a:ext cx="178560" cy="1677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4F35E721-6B7B-40DE-A4B2-799E382208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37562" y="2961448"/>
                  <a:ext cx="196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1B3C46E-3664-4A91-899D-4D95011538DF}"/>
                    </a:ext>
                  </a:extLst>
                </p14:cNvPr>
                <p14:cNvContentPartPr/>
                <p14:nvPr/>
              </p14:nvContentPartPr>
              <p14:xfrm>
                <a:off x="9335722" y="2794408"/>
                <a:ext cx="174240" cy="1126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1B3C46E-3664-4A91-899D-4D95011538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27082" y="2785408"/>
                  <a:ext cx="191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9DB909E-9606-443B-BFF3-DA5526D86238}"/>
                    </a:ext>
                  </a:extLst>
                </p14:cNvPr>
                <p14:cNvContentPartPr/>
                <p14:nvPr/>
              </p14:nvContentPartPr>
              <p14:xfrm>
                <a:off x="9381082" y="2887648"/>
                <a:ext cx="182520" cy="1342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9DB909E-9606-443B-BFF3-DA5526D862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72082" y="2878648"/>
                  <a:ext cx="200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85817B3-E172-49B1-93E5-F0B01A56FD7E}"/>
                    </a:ext>
                  </a:extLst>
                </p14:cNvPr>
                <p14:cNvContentPartPr/>
                <p14:nvPr/>
              </p14:nvContentPartPr>
              <p14:xfrm>
                <a:off x="9280282" y="3055048"/>
                <a:ext cx="523440" cy="1195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85817B3-E172-49B1-93E5-F0B01A56FD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271282" y="3046408"/>
                  <a:ext cx="541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86A58247-C89C-42AC-9E18-180D077DCAEF}"/>
                    </a:ext>
                  </a:extLst>
                </p14:cNvPr>
                <p14:cNvContentPartPr/>
                <p14:nvPr/>
              </p14:nvContentPartPr>
              <p14:xfrm>
                <a:off x="9384322" y="3359968"/>
                <a:ext cx="89640" cy="1458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86A58247-C89C-42AC-9E18-180D077DCAE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75682" y="3350968"/>
                  <a:ext cx="107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1F2D7D80-6D3C-42AD-BBED-3B324C3748AD}"/>
                    </a:ext>
                  </a:extLst>
                </p14:cNvPr>
                <p14:cNvContentPartPr/>
                <p14:nvPr/>
              </p14:nvContentPartPr>
              <p14:xfrm>
                <a:off x="9526162" y="3302008"/>
                <a:ext cx="127440" cy="1576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1F2D7D80-6D3C-42AD-BBED-3B324C3748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17522" y="3293368"/>
                  <a:ext cx="145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88AEE4B-1CE8-4EBE-8534-688D2A66A62F}"/>
                    </a:ext>
                  </a:extLst>
                </p14:cNvPr>
                <p14:cNvContentPartPr/>
                <p14:nvPr/>
              </p14:nvContentPartPr>
              <p14:xfrm>
                <a:off x="9707242" y="3232888"/>
                <a:ext cx="173160" cy="1537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88AEE4B-1CE8-4EBE-8534-688D2A66A6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98242" y="3223888"/>
                  <a:ext cx="1908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8E65F43-2C65-4CE3-9854-854741222094}"/>
              </a:ext>
            </a:extLst>
          </p:cNvPr>
          <p:cNvGrpSpPr/>
          <p:nvPr/>
        </p:nvGrpSpPr>
        <p:grpSpPr>
          <a:xfrm>
            <a:off x="10239322" y="2700088"/>
            <a:ext cx="822960" cy="319680"/>
            <a:chOff x="10239322" y="2700088"/>
            <a:chExt cx="82296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852CE40-42A5-446D-873A-0C721AC5866F}"/>
                    </a:ext>
                  </a:extLst>
                </p14:cNvPr>
                <p14:cNvContentPartPr/>
                <p14:nvPr/>
              </p14:nvContentPartPr>
              <p14:xfrm>
                <a:off x="10239322" y="2876488"/>
                <a:ext cx="108720" cy="140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852CE40-42A5-446D-873A-0C721AC586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30322" y="2867848"/>
                  <a:ext cx="126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F67BF33-A638-47A2-8762-3C7F609F421E}"/>
                    </a:ext>
                  </a:extLst>
                </p14:cNvPr>
                <p14:cNvContentPartPr/>
                <p14:nvPr/>
              </p14:nvContentPartPr>
              <p14:xfrm>
                <a:off x="10262362" y="2920768"/>
                <a:ext cx="179640" cy="482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F67BF33-A638-47A2-8762-3C7F609F42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53362" y="2912128"/>
                  <a:ext cx="197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420CFA1-272F-429B-8847-9603953C96E3}"/>
                    </a:ext>
                  </a:extLst>
                </p14:cNvPr>
                <p14:cNvContentPartPr/>
                <p14:nvPr/>
              </p14:nvContentPartPr>
              <p14:xfrm>
                <a:off x="10609042" y="2700088"/>
                <a:ext cx="223920" cy="2102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420CFA1-272F-429B-8847-9603953C96E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00042" y="2691448"/>
                  <a:ext cx="241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2E10E39-4423-4F2A-8576-E1BFB490BA6D}"/>
                    </a:ext>
                  </a:extLst>
                </p14:cNvPr>
                <p14:cNvContentPartPr/>
                <p14:nvPr/>
              </p14:nvContentPartPr>
              <p14:xfrm>
                <a:off x="10625962" y="2958568"/>
                <a:ext cx="436320" cy="61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2E10E39-4423-4F2A-8576-E1BFB490BA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17322" y="2949928"/>
                  <a:ext cx="4539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1E61C53-3E6C-4DC1-B542-4950C604CA76}"/>
              </a:ext>
            </a:extLst>
          </p:cNvPr>
          <p:cNvGrpSpPr/>
          <p:nvPr/>
        </p:nvGrpSpPr>
        <p:grpSpPr>
          <a:xfrm>
            <a:off x="10647202" y="3168808"/>
            <a:ext cx="367920" cy="262080"/>
            <a:chOff x="10647202" y="3168808"/>
            <a:chExt cx="3679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61F3BA1-8FA8-4289-AFB8-E9466D065612}"/>
                    </a:ext>
                  </a:extLst>
                </p14:cNvPr>
                <p14:cNvContentPartPr/>
                <p14:nvPr/>
              </p14:nvContentPartPr>
              <p14:xfrm>
                <a:off x="10647202" y="3247648"/>
                <a:ext cx="205560" cy="1832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61F3BA1-8FA8-4289-AFB8-E9466D06561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38202" y="3238648"/>
                  <a:ext cx="223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C488D49-EA35-4506-B04E-D7E887ABD6FF}"/>
                    </a:ext>
                  </a:extLst>
                </p14:cNvPr>
                <p14:cNvContentPartPr/>
                <p14:nvPr/>
              </p14:nvContentPartPr>
              <p14:xfrm>
                <a:off x="10891642" y="3168808"/>
                <a:ext cx="123480" cy="243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C488D49-EA35-4506-B04E-D7E887ABD6F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882642" y="3160168"/>
                  <a:ext cx="14112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810055A-EAF9-4B07-980C-A1106449158E}"/>
              </a:ext>
            </a:extLst>
          </p:cNvPr>
          <p:cNvGrpSpPr/>
          <p:nvPr/>
        </p:nvGrpSpPr>
        <p:grpSpPr>
          <a:xfrm>
            <a:off x="9021802" y="4014088"/>
            <a:ext cx="574560" cy="182520"/>
            <a:chOff x="9021802" y="4014088"/>
            <a:chExt cx="57456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9B83436-9862-4C11-B4EC-8E774FD36C2E}"/>
                    </a:ext>
                  </a:extLst>
                </p14:cNvPr>
                <p14:cNvContentPartPr/>
                <p14:nvPr/>
              </p14:nvContentPartPr>
              <p14:xfrm>
                <a:off x="9021802" y="4078168"/>
                <a:ext cx="574560" cy="921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9B83436-9862-4C11-B4EC-8E774FD36C2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12802" y="4069528"/>
                  <a:ext cx="592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08509183-E678-427E-B161-241069F81B98}"/>
                    </a:ext>
                  </a:extLst>
                </p14:cNvPr>
                <p14:cNvContentPartPr/>
                <p14:nvPr/>
              </p14:nvContentPartPr>
              <p14:xfrm>
                <a:off x="9379282" y="4014088"/>
                <a:ext cx="217080" cy="1825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08509183-E678-427E-B161-241069F81B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70642" y="4005448"/>
                  <a:ext cx="23472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615E618F-E783-4484-B8B7-D553B3B546DA}"/>
                  </a:ext>
                </a:extLst>
              </p14:cNvPr>
              <p14:cNvContentPartPr/>
              <p14:nvPr/>
            </p14:nvContentPartPr>
            <p14:xfrm>
              <a:off x="9927562" y="3744088"/>
              <a:ext cx="68040" cy="2606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615E618F-E783-4484-B8B7-D553B3B546D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918562" y="3735088"/>
                <a:ext cx="856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EF0CA500-E1DB-4BD0-BF80-9E03CD9379CD}"/>
                  </a:ext>
                </a:extLst>
              </p14:cNvPr>
              <p14:cNvContentPartPr/>
              <p14:nvPr/>
            </p14:nvContentPartPr>
            <p14:xfrm>
              <a:off x="9770242" y="4044688"/>
              <a:ext cx="582480" cy="579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EF0CA500-E1DB-4BD0-BF80-9E03CD9379C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61242" y="4036048"/>
                <a:ext cx="6001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C3090A2-694B-45EE-AA08-4E0613C44343}"/>
                  </a:ext>
                </a:extLst>
              </p14:cNvPr>
              <p14:cNvContentPartPr/>
              <p14:nvPr/>
            </p14:nvContentPartPr>
            <p14:xfrm>
              <a:off x="9853762" y="4257808"/>
              <a:ext cx="220320" cy="2124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C3090A2-694B-45EE-AA08-4E0613C4434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845122" y="4248808"/>
                <a:ext cx="2379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78EC9CBF-5453-4A4F-BF1F-2EEAD1DE8843}"/>
                  </a:ext>
                </a:extLst>
              </p14:cNvPr>
              <p14:cNvContentPartPr/>
              <p14:nvPr/>
            </p14:nvContentPartPr>
            <p14:xfrm>
              <a:off x="10070842" y="4243048"/>
              <a:ext cx="126720" cy="17784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78EC9CBF-5453-4A4F-BF1F-2EEAD1DE884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061842" y="4234408"/>
                <a:ext cx="144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C5A0903C-7817-4F74-904D-283095DC0EB5}"/>
                  </a:ext>
                </a:extLst>
              </p14:cNvPr>
              <p14:cNvContentPartPr/>
              <p14:nvPr/>
            </p14:nvContentPartPr>
            <p14:xfrm>
              <a:off x="9030802" y="5248168"/>
              <a:ext cx="544320" cy="8496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C5A0903C-7817-4F74-904D-283095DC0EB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021802" y="5239528"/>
                <a:ext cx="5619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CD0C6052-B62E-43F5-B5F8-B096F19F93E4}"/>
                  </a:ext>
                </a:extLst>
              </p14:cNvPr>
              <p14:cNvContentPartPr/>
              <p14:nvPr/>
            </p14:nvContentPartPr>
            <p14:xfrm>
              <a:off x="9427522" y="5171488"/>
              <a:ext cx="143280" cy="1720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CD0C6052-B62E-43F5-B5F8-B096F19F93E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418522" y="5162488"/>
                <a:ext cx="1609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E0963186-46C8-470F-AF21-12DED9D156AB}"/>
                  </a:ext>
                </a:extLst>
              </p14:cNvPr>
              <p14:cNvContentPartPr/>
              <p14:nvPr/>
            </p14:nvContentPartPr>
            <p14:xfrm>
              <a:off x="9692842" y="5090848"/>
              <a:ext cx="150120" cy="3042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E0963186-46C8-470F-AF21-12DED9D156A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683842" y="5081848"/>
                <a:ext cx="1677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0D58F539-1723-4D50-84A8-9D1771F25688}"/>
                  </a:ext>
                </a:extLst>
              </p14:cNvPr>
              <p14:cNvContentPartPr/>
              <p14:nvPr/>
            </p14:nvContentPartPr>
            <p14:xfrm>
              <a:off x="9926482" y="5119648"/>
              <a:ext cx="147600" cy="1278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0D58F539-1723-4D50-84A8-9D1771F2568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917842" y="5111008"/>
                <a:ext cx="1652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3DB1D101-18C0-44AE-9571-6C7A4DEEE60E}"/>
                  </a:ext>
                </a:extLst>
              </p14:cNvPr>
              <p14:cNvContentPartPr/>
              <p14:nvPr/>
            </p14:nvContentPartPr>
            <p14:xfrm>
              <a:off x="10102522" y="5086168"/>
              <a:ext cx="128880" cy="1256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3DB1D101-18C0-44AE-9571-6C7A4DEEE60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093882" y="5077528"/>
                <a:ext cx="1465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47CB6185-29B2-47ED-9E64-0DBC383FB4E0}"/>
                  </a:ext>
                </a:extLst>
              </p14:cNvPr>
              <p14:cNvContentPartPr/>
              <p14:nvPr/>
            </p14:nvContentPartPr>
            <p14:xfrm>
              <a:off x="10254082" y="4952608"/>
              <a:ext cx="176760" cy="26676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47CB6185-29B2-47ED-9E64-0DBC383FB4E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45082" y="4943608"/>
                <a:ext cx="1944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85709963-2BEC-446B-8841-E91BA44057AA}"/>
                  </a:ext>
                </a:extLst>
              </p14:cNvPr>
              <p14:cNvContentPartPr/>
              <p14:nvPr/>
            </p14:nvContentPartPr>
            <p14:xfrm>
              <a:off x="10464682" y="5092288"/>
              <a:ext cx="39600" cy="788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85709963-2BEC-446B-8841-E91BA44057A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455682" y="5083288"/>
                <a:ext cx="572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029EDEF3-38D6-4F35-AED9-DF6D516D950C}"/>
                  </a:ext>
                </a:extLst>
              </p14:cNvPr>
              <p14:cNvContentPartPr/>
              <p14:nvPr/>
            </p14:nvContentPartPr>
            <p14:xfrm>
              <a:off x="10585282" y="5044768"/>
              <a:ext cx="230400" cy="11628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029EDEF3-38D6-4F35-AED9-DF6D516D950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576642" y="5036128"/>
                <a:ext cx="2480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993E0B64-BC32-4034-8FB4-DB0025884E31}"/>
                  </a:ext>
                </a:extLst>
              </p14:cNvPr>
              <p14:cNvContentPartPr/>
              <p14:nvPr/>
            </p14:nvContentPartPr>
            <p14:xfrm>
              <a:off x="10848442" y="4914808"/>
              <a:ext cx="209880" cy="2358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993E0B64-BC32-4034-8FB4-DB0025884E3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839802" y="4905808"/>
                <a:ext cx="227520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429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FCB69F1-56FA-4C78-A48F-58C138A4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13507"/>
            <a:ext cx="11245991" cy="10103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B338335B-B4E4-4A4C-8D39-FAD2B584ADDB}"/>
                  </a:ext>
                </a:extLst>
              </p14:cNvPr>
              <p14:cNvContentPartPr/>
              <p14:nvPr/>
            </p14:nvContentPartPr>
            <p14:xfrm>
              <a:off x="837000" y="620640"/>
              <a:ext cx="9839520" cy="54831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B338335B-B4E4-4A4C-8D39-FAD2B584AD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640" y="611280"/>
                <a:ext cx="9858240" cy="55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106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FD6ECF6B-D65E-4633-805D-9EA854486B9F}"/>
                  </a:ext>
                </a:extLst>
              </p14:cNvPr>
              <p14:cNvContentPartPr/>
              <p14:nvPr/>
            </p14:nvContentPartPr>
            <p14:xfrm>
              <a:off x="890280" y="334080"/>
              <a:ext cx="10384920" cy="61009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FD6ECF6B-D65E-4633-805D-9EA854486B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920" y="324720"/>
                <a:ext cx="10403640" cy="61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C3F2990-1576-469D-946F-619CF624E8BF}"/>
                  </a:ext>
                </a:extLst>
              </p14:cNvPr>
              <p14:cNvContentPartPr/>
              <p14:nvPr/>
            </p14:nvContentPartPr>
            <p14:xfrm>
              <a:off x="504562" y="62368"/>
              <a:ext cx="4285800" cy="27313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C3F2990-1576-469D-946F-619CF624E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562" y="53728"/>
                <a:ext cx="4303440" cy="27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upo 13">
            <a:extLst>
              <a:ext uri="{FF2B5EF4-FFF2-40B4-BE49-F238E27FC236}">
                <a16:creationId xmlns:a16="http://schemas.microsoft.com/office/drawing/2014/main" id="{F1035E4E-B61A-4A29-B865-AAA98B5A9333}"/>
              </a:ext>
            </a:extLst>
          </p:cNvPr>
          <p:cNvGrpSpPr/>
          <p:nvPr/>
        </p:nvGrpSpPr>
        <p:grpSpPr>
          <a:xfrm>
            <a:off x="4420282" y="1564288"/>
            <a:ext cx="1890000" cy="382680"/>
            <a:chOff x="4420282" y="1564288"/>
            <a:chExt cx="189000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2ADADCD1-CF5E-48CC-BA4D-6B5478013A78}"/>
                    </a:ext>
                  </a:extLst>
                </p14:cNvPr>
                <p14:cNvContentPartPr/>
                <p14:nvPr/>
              </p14:nvContentPartPr>
              <p14:xfrm>
                <a:off x="4420282" y="1785328"/>
                <a:ext cx="285840" cy="237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2ADADCD1-CF5E-48CC-BA4D-6B5478013A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11282" y="1776328"/>
                  <a:ext cx="303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CEDDB82-5EF2-4A83-B499-DCA7BC988073}"/>
                    </a:ext>
                  </a:extLst>
                </p14:cNvPr>
                <p14:cNvContentPartPr/>
                <p14:nvPr/>
              </p14:nvContentPartPr>
              <p14:xfrm>
                <a:off x="4645642" y="1732768"/>
                <a:ext cx="208800" cy="1645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CEDDB82-5EF2-4A83-B499-DCA7BC9880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6642" y="1724128"/>
                  <a:ext cx="226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B4DD5FA-1379-4EA7-83EA-50B597B17C7A}"/>
                    </a:ext>
                  </a:extLst>
                </p14:cNvPr>
                <p14:cNvContentPartPr/>
                <p14:nvPr/>
              </p14:nvContentPartPr>
              <p14:xfrm>
                <a:off x="4942282" y="1766968"/>
                <a:ext cx="67320" cy="1256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B4DD5FA-1379-4EA7-83EA-50B597B17C7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33282" y="1758328"/>
                  <a:ext cx="84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E456DF8-628F-4444-AB8D-D5637F90DE83}"/>
                    </a:ext>
                  </a:extLst>
                </p14:cNvPr>
                <p14:cNvContentPartPr/>
                <p14:nvPr/>
              </p14:nvContentPartPr>
              <p14:xfrm>
                <a:off x="5041282" y="1743568"/>
                <a:ext cx="248760" cy="1461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E456DF8-628F-4444-AB8D-D5637F90DE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32642" y="1734928"/>
                  <a:ext cx="266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61F0932-36EA-4188-8612-97335F670491}"/>
                    </a:ext>
                  </a:extLst>
                </p14:cNvPr>
                <p14:cNvContentPartPr/>
                <p14:nvPr/>
              </p14:nvContentPartPr>
              <p14:xfrm>
                <a:off x="5353402" y="1739968"/>
                <a:ext cx="130320" cy="2070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61F0932-36EA-4188-8612-97335F6704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44762" y="1731328"/>
                  <a:ext cx="147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BF3C311-E34E-411C-AD7C-6A0CE5C2BC81}"/>
                    </a:ext>
                  </a:extLst>
                </p14:cNvPr>
                <p14:cNvContentPartPr/>
                <p14:nvPr/>
              </p14:nvContentPartPr>
              <p14:xfrm>
                <a:off x="5513962" y="1662568"/>
                <a:ext cx="161280" cy="1875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BF3C311-E34E-411C-AD7C-6A0CE5C2B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05322" y="1653568"/>
                  <a:ext cx="178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02068C9-E2E5-43AF-92D7-300046E3B67C}"/>
                    </a:ext>
                  </a:extLst>
                </p14:cNvPr>
                <p14:cNvContentPartPr/>
                <p14:nvPr/>
              </p14:nvContentPartPr>
              <p14:xfrm>
                <a:off x="5694682" y="1650688"/>
                <a:ext cx="158760" cy="1519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02068C9-E2E5-43AF-92D7-300046E3B6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86042" y="1642048"/>
                  <a:ext cx="176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1B971BD-8831-43FB-B103-5EA14A178F22}"/>
                    </a:ext>
                  </a:extLst>
                </p14:cNvPr>
                <p14:cNvContentPartPr/>
                <p14:nvPr/>
              </p14:nvContentPartPr>
              <p14:xfrm>
                <a:off x="5807362" y="1683448"/>
                <a:ext cx="203400" cy="1184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1B971BD-8831-43FB-B103-5EA14A178F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98722" y="1674808"/>
                  <a:ext cx="2210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29527CB-DC06-43A1-B057-F6D982FA9346}"/>
                    </a:ext>
                  </a:extLst>
                </p14:cNvPr>
                <p14:cNvContentPartPr/>
                <p14:nvPr/>
              </p14:nvContentPartPr>
              <p14:xfrm>
                <a:off x="6059362" y="1564288"/>
                <a:ext cx="32400" cy="2059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29527CB-DC06-43A1-B057-F6D982FA93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50722" y="1555288"/>
                  <a:ext cx="5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C2C758A0-7949-4536-9F01-6ED29A7CCA5F}"/>
                    </a:ext>
                  </a:extLst>
                </p14:cNvPr>
                <p14:cNvContentPartPr/>
                <p14:nvPr/>
              </p14:nvContentPartPr>
              <p14:xfrm>
                <a:off x="6135682" y="1673728"/>
                <a:ext cx="174600" cy="1558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C2C758A0-7949-4536-9F01-6ED29A7CCA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27042" y="1665088"/>
                  <a:ext cx="192240" cy="17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2345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0880578-9061-40BB-BD2E-124AB869CC0D}"/>
                  </a:ext>
                </a:extLst>
              </p14:cNvPr>
              <p14:cNvContentPartPr/>
              <p14:nvPr/>
            </p14:nvContentPartPr>
            <p14:xfrm>
              <a:off x="357840" y="277200"/>
              <a:ext cx="11293560" cy="56484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0880578-9061-40BB-BD2E-124AB869CC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480" y="267840"/>
                <a:ext cx="11312280" cy="566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175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F64831E4-D482-4DBF-B30B-5EE3B342269B}"/>
                  </a:ext>
                </a:extLst>
              </p14:cNvPr>
              <p14:cNvContentPartPr/>
              <p14:nvPr/>
            </p14:nvContentPartPr>
            <p14:xfrm>
              <a:off x="471600" y="312480"/>
              <a:ext cx="11520000" cy="56066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F64831E4-D482-4DBF-B30B-5EE3B34226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240" y="303120"/>
                <a:ext cx="11538720" cy="56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002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DCE913F-D50D-4F23-821B-A42AD92B74A7}"/>
                  </a:ext>
                </a:extLst>
              </p14:cNvPr>
              <p14:cNvContentPartPr/>
              <p14:nvPr/>
            </p14:nvContentPartPr>
            <p14:xfrm>
              <a:off x="572760" y="164160"/>
              <a:ext cx="9279720" cy="20804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DCE913F-D50D-4F23-821B-A42AD92B74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400" y="154800"/>
                <a:ext cx="9298440" cy="20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832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D29D5B-897E-4679-A92C-EBC3F3D1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5" y="244572"/>
            <a:ext cx="11244410" cy="21750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7B01064-BBF9-435C-AC34-7C7536793BB8}"/>
                  </a:ext>
                </a:extLst>
              </p14:cNvPr>
              <p14:cNvContentPartPr/>
              <p14:nvPr/>
            </p14:nvContentPartPr>
            <p14:xfrm>
              <a:off x="694800" y="1408320"/>
              <a:ext cx="10546200" cy="53082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7B01064-BBF9-435C-AC34-7C7536793B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440" y="1398960"/>
                <a:ext cx="10564920" cy="532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978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564AF4-A37D-4381-8399-D686EE622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" y="211455"/>
            <a:ext cx="11709083" cy="24192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9C1DCAD-3151-42C7-A3E1-793B64DC3DDD}"/>
                  </a:ext>
                </a:extLst>
              </p14:cNvPr>
              <p14:cNvContentPartPr/>
              <p14:nvPr/>
            </p14:nvContentPartPr>
            <p14:xfrm>
              <a:off x="896040" y="2685960"/>
              <a:ext cx="11036520" cy="37101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9C1DCAD-3151-42C7-A3E1-793B64DC3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680" y="2676600"/>
                <a:ext cx="11055240" cy="372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8368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E18BD10-4A3A-4F3E-82E2-B59468A0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91" y="220247"/>
            <a:ext cx="11526203" cy="283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49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197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75BDF4F-A7A4-4975-95F6-2B82D5DC9422}"/>
                  </a:ext>
                </a:extLst>
              </p14:cNvPr>
              <p14:cNvContentPartPr/>
              <p14:nvPr/>
            </p14:nvContentPartPr>
            <p14:xfrm>
              <a:off x="593640" y="576360"/>
              <a:ext cx="11118240" cy="52862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75BDF4F-A7A4-4975-95F6-2B82D5DC94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4280" y="567000"/>
                <a:ext cx="11136960" cy="530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7673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BA745264-51B6-4354-842C-658D7735D157}"/>
                  </a:ext>
                </a:extLst>
              </p14:cNvPr>
              <p14:cNvContentPartPr/>
              <p14:nvPr/>
            </p14:nvContentPartPr>
            <p14:xfrm>
              <a:off x="518760" y="252720"/>
              <a:ext cx="10611000" cy="66034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BA745264-51B6-4354-842C-658D7735D1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00" y="243360"/>
                <a:ext cx="10629720" cy="66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049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09D95D2-6C07-4486-851C-CC214946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7" y="214544"/>
            <a:ext cx="11694726" cy="34988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F15439BC-8FF6-4DEA-B544-62470F2BDA5F}"/>
                  </a:ext>
                </a:extLst>
              </p14:cNvPr>
              <p14:cNvContentPartPr/>
              <p14:nvPr/>
            </p14:nvContentPartPr>
            <p14:xfrm>
              <a:off x="630000" y="1250280"/>
              <a:ext cx="10815120" cy="53629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F15439BC-8FF6-4DEA-B544-62470F2BDA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640" y="1240920"/>
                <a:ext cx="10833840" cy="538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489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D3722AD6-728F-4162-ACBE-29484A9F7B80}"/>
                  </a:ext>
                </a:extLst>
              </p14:cNvPr>
              <p14:cNvContentPartPr/>
              <p14:nvPr/>
            </p14:nvContentPartPr>
            <p14:xfrm>
              <a:off x="728640" y="425880"/>
              <a:ext cx="7517520" cy="14767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D3722AD6-728F-4162-ACBE-29484A9F7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280" y="416520"/>
                <a:ext cx="7536240" cy="14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245F2AE-6D6F-4F8D-ACA1-7B181D6C35B5}"/>
                  </a:ext>
                </a:extLst>
              </p14:cNvPr>
              <p14:cNvContentPartPr/>
              <p14:nvPr/>
            </p14:nvContentPartPr>
            <p14:xfrm>
              <a:off x="2627482" y="2978517"/>
              <a:ext cx="360" cy="3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245F2AE-6D6F-4F8D-ACA1-7B181D6C35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8482" y="296951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9218A63-9ADD-4DF7-8BFB-2F8FD70A2AEF}"/>
                  </a:ext>
                </a:extLst>
              </p14:cNvPr>
              <p14:cNvContentPartPr/>
              <p14:nvPr/>
            </p14:nvContentPartPr>
            <p14:xfrm>
              <a:off x="822802" y="2099397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9218A63-9ADD-4DF7-8BFB-2F8FD70A2A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802" y="209075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29099CA6-D871-4164-9F83-014CF7271C83}"/>
              </a:ext>
            </a:extLst>
          </p:cNvPr>
          <p:cNvGrpSpPr/>
          <p:nvPr/>
        </p:nvGrpSpPr>
        <p:grpSpPr>
          <a:xfrm>
            <a:off x="717322" y="2421237"/>
            <a:ext cx="610920" cy="592200"/>
            <a:chOff x="717322" y="2421237"/>
            <a:chExt cx="610920" cy="59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07D2C5A-F2D0-4888-805B-D8B2B33023E8}"/>
                    </a:ext>
                  </a:extLst>
                </p14:cNvPr>
                <p14:cNvContentPartPr/>
                <p14:nvPr/>
              </p14:nvContentPartPr>
              <p14:xfrm>
                <a:off x="760522" y="2499717"/>
                <a:ext cx="11880" cy="5137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07D2C5A-F2D0-4888-805B-D8B2B33023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1882" y="2491077"/>
                  <a:ext cx="2952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1E3AE47-2189-4CCE-A562-1E80E6A3355D}"/>
                    </a:ext>
                  </a:extLst>
                </p14:cNvPr>
                <p14:cNvContentPartPr/>
                <p14:nvPr/>
              </p14:nvContentPartPr>
              <p14:xfrm>
                <a:off x="717322" y="2426637"/>
                <a:ext cx="296640" cy="2908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1E3AE47-2189-4CCE-A562-1E80E6A3355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8682" y="2417997"/>
                  <a:ext cx="314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AB8DB2C-6704-4BC7-BFB9-3FB5B3D6D32F}"/>
                    </a:ext>
                  </a:extLst>
                </p14:cNvPr>
                <p14:cNvContentPartPr/>
                <p14:nvPr/>
              </p14:nvContentPartPr>
              <p14:xfrm>
                <a:off x="1163362" y="2421237"/>
                <a:ext cx="164880" cy="4060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AB8DB2C-6704-4BC7-BFB9-3FB5B3D6D3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4362" y="2412597"/>
                  <a:ext cx="182520" cy="4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432EB15-D0C8-4AAC-8D2E-D8AD3F309090}"/>
              </a:ext>
            </a:extLst>
          </p:cNvPr>
          <p:cNvGrpSpPr/>
          <p:nvPr/>
        </p:nvGrpSpPr>
        <p:grpSpPr>
          <a:xfrm>
            <a:off x="1420402" y="2395317"/>
            <a:ext cx="403560" cy="347400"/>
            <a:chOff x="1420402" y="2395317"/>
            <a:chExt cx="4035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C5B3F0B-BE5C-4A14-B501-25D2B0200D67}"/>
                    </a:ext>
                  </a:extLst>
                </p14:cNvPr>
                <p14:cNvContentPartPr/>
                <p14:nvPr/>
              </p14:nvContentPartPr>
              <p14:xfrm>
                <a:off x="1420402" y="2424117"/>
                <a:ext cx="217080" cy="3186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C5B3F0B-BE5C-4A14-B501-25D2B0200D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11762" y="2415117"/>
                  <a:ext cx="234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F2E1F2C-F187-468F-A03D-53C896321D34}"/>
                    </a:ext>
                  </a:extLst>
                </p14:cNvPr>
                <p14:cNvContentPartPr/>
                <p14:nvPr/>
              </p14:nvContentPartPr>
              <p14:xfrm>
                <a:off x="1782562" y="2395317"/>
                <a:ext cx="41400" cy="3405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F2E1F2C-F187-468F-A03D-53C896321D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73922" y="2386317"/>
                  <a:ext cx="5904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98F4C7D-DDC0-4F0C-BE7B-ADF70F727F38}"/>
              </a:ext>
            </a:extLst>
          </p:cNvPr>
          <p:cNvGrpSpPr/>
          <p:nvPr/>
        </p:nvGrpSpPr>
        <p:grpSpPr>
          <a:xfrm>
            <a:off x="2005042" y="2270037"/>
            <a:ext cx="350280" cy="436320"/>
            <a:chOff x="2005042" y="2270037"/>
            <a:chExt cx="35028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DF48C65-C93B-4D9D-9821-EF1088E40FA5}"/>
                    </a:ext>
                  </a:extLst>
                </p14:cNvPr>
                <p14:cNvContentPartPr/>
                <p14:nvPr/>
              </p14:nvContentPartPr>
              <p14:xfrm>
                <a:off x="2005042" y="2395317"/>
                <a:ext cx="156600" cy="3110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DF48C65-C93B-4D9D-9821-EF1088E40F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6402" y="2386317"/>
                  <a:ext cx="1742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F881840C-02C1-4081-83CB-7FC6B0B9F86C}"/>
                    </a:ext>
                  </a:extLst>
                </p14:cNvPr>
                <p14:cNvContentPartPr/>
                <p14:nvPr/>
              </p14:nvContentPartPr>
              <p14:xfrm>
                <a:off x="2245522" y="2270037"/>
                <a:ext cx="109800" cy="4294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F881840C-02C1-4081-83CB-7FC6B0B9F8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6882" y="2261037"/>
                  <a:ext cx="127440" cy="44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D983C083-4A04-4836-8E94-CCA27BC9AEE6}"/>
              </a:ext>
            </a:extLst>
          </p:cNvPr>
          <p:cNvGrpSpPr/>
          <p:nvPr/>
        </p:nvGrpSpPr>
        <p:grpSpPr>
          <a:xfrm>
            <a:off x="2541082" y="2415117"/>
            <a:ext cx="188640" cy="160920"/>
            <a:chOff x="2541082" y="2415117"/>
            <a:chExt cx="18864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93A3A0D-74BE-4490-8991-244543C2F2BA}"/>
                    </a:ext>
                  </a:extLst>
                </p14:cNvPr>
                <p14:cNvContentPartPr/>
                <p14:nvPr/>
              </p14:nvContentPartPr>
              <p14:xfrm>
                <a:off x="2541082" y="2415117"/>
                <a:ext cx="141480" cy="392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93A3A0D-74BE-4490-8991-244543C2F2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32442" y="2406117"/>
                  <a:ext cx="159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105A91F-F517-4BE0-9BF6-D953734C5579}"/>
                    </a:ext>
                  </a:extLst>
                </p14:cNvPr>
                <p14:cNvContentPartPr/>
                <p14:nvPr/>
              </p14:nvContentPartPr>
              <p14:xfrm>
                <a:off x="2555122" y="2556597"/>
                <a:ext cx="174600" cy="194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105A91F-F517-4BE0-9BF6-D953734C55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46482" y="2547597"/>
                  <a:ext cx="1922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AA643EE-4780-4D2B-8F4F-C2BD1F19D50C}"/>
              </a:ext>
            </a:extLst>
          </p:cNvPr>
          <p:cNvGrpSpPr/>
          <p:nvPr/>
        </p:nvGrpSpPr>
        <p:grpSpPr>
          <a:xfrm>
            <a:off x="3105562" y="2036397"/>
            <a:ext cx="2746800" cy="1239480"/>
            <a:chOff x="3105562" y="2036397"/>
            <a:chExt cx="2746800" cy="12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8921A4F-896D-4467-AEBB-D48594935E28}"/>
                    </a:ext>
                  </a:extLst>
                </p14:cNvPr>
                <p14:cNvContentPartPr/>
                <p14:nvPr/>
              </p14:nvContentPartPr>
              <p14:xfrm>
                <a:off x="3105562" y="2336637"/>
                <a:ext cx="61560" cy="3812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8921A4F-896D-4467-AEBB-D48594935E2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96562" y="2327637"/>
                  <a:ext cx="792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8D9BA9C-4D6C-4CDE-802F-C42EF4B0BFD7}"/>
                    </a:ext>
                  </a:extLst>
                </p14:cNvPr>
                <p14:cNvContentPartPr/>
                <p14:nvPr/>
              </p14:nvContentPartPr>
              <p14:xfrm>
                <a:off x="3171442" y="2274717"/>
                <a:ext cx="198720" cy="2199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8D9BA9C-4D6C-4CDE-802F-C42EF4B0BFD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62802" y="2266077"/>
                  <a:ext cx="216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C16C7BC-A6AF-47DA-A2A8-B68EC935F688}"/>
                    </a:ext>
                  </a:extLst>
                </p14:cNvPr>
                <p14:cNvContentPartPr/>
                <p14:nvPr/>
              </p14:nvContentPartPr>
              <p14:xfrm>
                <a:off x="3580042" y="2254557"/>
                <a:ext cx="117720" cy="3193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C16C7BC-A6AF-47DA-A2A8-B68EC935F68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71402" y="2245917"/>
                  <a:ext cx="135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2C92F4C-1EA2-4232-B4DF-F0A156EB344A}"/>
                    </a:ext>
                  </a:extLst>
                </p14:cNvPr>
                <p14:cNvContentPartPr/>
                <p14:nvPr/>
              </p14:nvContentPartPr>
              <p14:xfrm>
                <a:off x="3846082" y="2271837"/>
                <a:ext cx="174240" cy="266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2C92F4C-1EA2-4232-B4DF-F0A156EB34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37442" y="2262837"/>
                  <a:ext cx="1918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0086620-D598-4E2C-BC9E-3906DAC4C0FA}"/>
                    </a:ext>
                  </a:extLst>
                </p14:cNvPr>
                <p14:cNvContentPartPr/>
                <p14:nvPr/>
              </p14:nvContentPartPr>
              <p14:xfrm>
                <a:off x="4102402" y="2256357"/>
                <a:ext cx="67320" cy="2466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0086620-D598-4E2C-BC9E-3906DAC4C0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93762" y="2247717"/>
                  <a:ext cx="84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E7092CC-1978-462E-B59D-0358DDFF5DB8}"/>
                    </a:ext>
                  </a:extLst>
                </p14:cNvPr>
                <p14:cNvContentPartPr/>
                <p14:nvPr/>
              </p14:nvContentPartPr>
              <p14:xfrm>
                <a:off x="4292842" y="2236557"/>
                <a:ext cx="204840" cy="2725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E7092CC-1978-462E-B59D-0358DDFF5DB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84202" y="2227917"/>
                  <a:ext cx="222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5A490F6-4BDA-40DA-A5EB-7126A2A56DC0}"/>
                    </a:ext>
                  </a:extLst>
                </p14:cNvPr>
                <p14:cNvContentPartPr/>
                <p14:nvPr/>
              </p14:nvContentPartPr>
              <p14:xfrm>
                <a:off x="4631602" y="2112357"/>
                <a:ext cx="80640" cy="4168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5A490F6-4BDA-40DA-A5EB-7126A2A56D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22602" y="2103357"/>
                  <a:ext cx="982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97B97475-9481-478B-A4B6-33AAA956402A}"/>
                    </a:ext>
                  </a:extLst>
                </p14:cNvPr>
                <p14:cNvContentPartPr/>
                <p14:nvPr/>
              </p14:nvContentPartPr>
              <p14:xfrm>
                <a:off x="4920322" y="2226837"/>
                <a:ext cx="64440" cy="3700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97B97475-9481-478B-A4B6-33AAA95640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11322" y="2217837"/>
                  <a:ext cx="82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B99FB13-0D0E-4511-B3DE-4A0147618892}"/>
                    </a:ext>
                  </a:extLst>
                </p14:cNvPr>
                <p14:cNvContentPartPr/>
                <p14:nvPr/>
              </p14:nvContentPartPr>
              <p14:xfrm>
                <a:off x="4931122" y="2164557"/>
                <a:ext cx="231120" cy="2293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B99FB13-0D0E-4511-B3DE-4A01476188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22482" y="2155917"/>
                  <a:ext cx="248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43AEEEE-0502-484F-87DC-AF08301C573F}"/>
                    </a:ext>
                  </a:extLst>
                </p14:cNvPr>
                <p14:cNvContentPartPr/>
                <p14:nvPr/>
              </p14:nvContentPartPr>
              <p14:xfrm>
                <a:off x="5387962" y="2090397"/>
                <a:ext cx="67680" cy="3430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43AEEEE-0502-484F-87DC-AF08301C57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78962" y="2081757"/>
                  <a:ext cx="85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1F8C786-9D9D-4101-A9B3-01CE0DDE3BC2}"/>
                    </a:ext>
                  </a:extLst>
                </p14:cNvPr>
                <p14:cNvContentPartPr/>
                <p14:nvPr/>
              </p14:nvContentPartPr>
              <p14:xfrm>
                <a:off x="5494522" y="2189397"/>
                <a:ext cx="176400" cy="2494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1F8C786-9D9D-4101-A9B3-01CE0DDE3BC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85882" y="2180757"/>
                  <a:ext cx="194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60300391-FE4F-42D7-8794-66495A164065}"/>
                    </a:ext>
                  </a:extLst>
                </p14:cNvPr>
                <p14:cNvContentPartPr/>
                <p14:nvPr/>
              </p14:nvContentPartPr>
              <p14:xfrm>
                <a:off x="5726722" y="2036397"/>
                <a:ext cx="125640" cy="4122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60300391-FE4F-42D7-8794-66495A16406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18082" y="2027757"/>
                  <a:ext cx="1432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CB15BA7C-DA67-4CA4-BC71-7DE33310FC5D}"/>
                    </a:ext>
                  </a:extLst>
                </p14:cNvPr>
                <p14:cNvContentPartPr/>
                <p14:nvPr/>
              </p14:nvContentPartPr>
              <p14:xfrm>
                <a:off x="3257842" y="2638677"/>
                <a:ext cx="2450520" cy="1137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CB15BA7C-DA67-4CA4-BC71-7DE33310FC5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48842" y="2629677"/>
                  <a:ext cx="2468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090AEAE-2CBA-4623-86C3-8E1765CDCC3C}"/>
                    </a:ext>
                  </a:extLst>
                </p14:cNvPr>
                <p14:cNvContentPartPr/>
                <p14:nvPr/>
              </p14:nvContentPartPr>
              <p14:xfrm>
                <a:off x="4324882" y="2922717"/>
                <a:ext cx="82080" cy="3531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090AEAE-2CBA-4623-86C3-8E1765CDCC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16242" y="2913717"/>
                  <a:ext cx="997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B36A4011-F14B-4073-B85C-4A9C57FDDDE7}"/>
                    </a:ext>
                  </a:extLst>
                </p14:cNvPr>
                <p14:cNvContentPartPr/>
                <p14:nvPr/>
              </p14:nvContentPartPr>
              <p14:xfrm>
                <a:off x="4324882" y="2845317"/>
                <a:ext cx="207000" cy="2376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B36A4011-F14B-4073-B85C-4A9C57FDDD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316242" y="2836317"/>
                  <a:ext cx="224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3DE5A2D-5A6B-43F7-8515-226FC86DD749}"/>
                    </a:ext>
                  </a:extLst>
                </p14:cNvPr>
                <p14:cNvContentPartPr/>
                <p14:nvPr/>
              </p14:nvContentPartPr>
              <p14:xfrm>
                <a:off x="4681642" y="2869437"/>
                <a:ext cx="72360" cy="2203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3DE5A2D-5A6B-43F7-8515-226FC86DD7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673002" y="2860437"/>
                  <a:ext cx="90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1F82B1E6-32A6-40CD-8F1F-EA5585AAAC59}"/>
                    </a:ext>
                  </a:extLst>
                </p14:cNvPr>
                <p14:cNvContentPartPr/>
                <p14:nvPr/>
              </p14:nvContentPartPr>
              <p14:xfrm>
                <a:off x="4887922" y="2840637"/>
                <a:ext cx="162720" cy="2224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1F82B1E6-32A6-40CD-8F1F-EA5585AAAC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79282" y="2831637"/>
                  <a:ext cx="180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B6FFBA3F-33B1-492D-80D8-2D46C83A44BB}"/>
                    </a:ext>
                  </a:extLst>
                </p14:cNvPr>
                <p14:cNvContentPartPr/>
                <p14:nvPr/>
              </p14:nvContentPartPr>
              <p14:xfrm>
                <a:off x="5134522" y="2758557"/>
                <a:ext cx="62640" cy="3265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B6FFBA3F-33B1-492D-80D8-2D46C83A44B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25882" y="2749557"/>
                  <a:ext cx="80280" cy="34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ABF639C7-0FA6-4FFC-8D04-223697685217}"/>
              </a:ext>
            </a:extLst>
          </p:cNvPr>
          <p:cNvGrpSpPr/>
          <p:nvPr/>
        </p:nvGrpSpPr>
        <p:grpSpPr>
          <a:xfrm>
            <a:off x="6153682" y="2372637"/>
            <a:ext cx="253080" cy="148320"/>
            <a:chOff x="6153682" y="2372637"/>
            <a:chExt cx="25308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8F0B523-3C2B-4149-AC6F-DC3303291524}"/>
                    </a:ext>
                  </a:extLst>
                </p14:cNvPr>
                <p14:cNvContentPartPr/>
                <p14:nvPr/>
              </p14:nvContentPartPr>
              <p14:xfrm>
                <a:off x="6153682" y="2372637"/>
                <a:ext cx="197640" cy="237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8F0B523-3C2B-4149-AC6F-DC330329152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45042" y="2363997"/>
                  <a:ext cx="215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A763A398-D944-4B12-B785-175B3A90D7E0}"/>
                    </a:ext>
                  </a:extLst>
                </p14:cNvPr>
                <p14:cNvContentPartPr/>
                <p14:nvPr/>
              </p14:nvContentPartPr>
              <p14:xfrm>
                <a:off x="6205882" y="2499717"/>
                <a:ext cx="200880" cy="212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A763A398-D944-4B12-B785-175B3A90D7E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96882" y="2491077"/>
                  <a:ext cx="2185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74727D7D-3BE3-4DE3-B22E-06118F67FC97}"/>
                  </a:ext>
                </a:extLst>
              </p14:cNvPr>
              <p14:cNvContentPartPr/>
              <p14:nvPr/>
            </p14:nvContentPartPr>
            <p14:xfrm>
              <a:off x="6937402" y="2218346"/>
              <a:ext cx="197640" cy="19944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74727D7D-3BE3-4DE3-B22E-06118F67FC9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928762" y="2209706"/>
                <a:ext cx="21528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upo 61">
            <a:extLst>
              <a:ext uri="{FF2B5EF4-FFF2-40B4-BE49-F238E27FC236}">
                <a16:creationId xmlns:a16="http://schemas.microsoft.com/office/drawing/2014/main" id="{CE040E27-5FF8-434C-BE58-39AAECD2A4A8}"/>
              </a:ext>
            </a:extLst>
          </p:cNvPr>
          <p:cNvGrpSpPr/>
          <p:nvPr/>
        </p:nvGrpSpPr>
        <p:grpSpPr>
          <a:xfrm>
            <a:off x="7024522" y="2094866"/>
            <a:ext cx="1876680" cy="926280"/>
            <a:chOff x="7024522" y="2094866"/>
            <a:chExt cx="1876680" cy="9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5BF0E22-82CE-4CD9-9C02-4F20336AA497}"/>
                    </a:ext>
                  </a:extLst>
                </p14:cNvPr>
                <p14:cNvContentPartPr/>
                <p14:nvPr/>
              </p14:nvContentPartPr>
              <p14:xfrm>
                <a:off x="7203802" y="2355506"/>
                <a:ext cx="48600" cy="1400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5BF0E22-82CE-4CD9-9C02-4F20336AA49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95162" y="2346506"/>
                  <a:ext cx="66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F3DA1F3-5DF2-480D-BAD1-FF87C8CC123D}"/>
                    </a:ext>
                  </a:extLst>
                </p14:cNvPr>
                <p14:cNvContentPartPr/>
                <p14:nvPr/>
              </p14:nvContentPartPr>
              <p14:xfrm>
                <a:off x="7324042" y="2174426"/>
                <a:ext cx="176760" cy="2415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F3DA1F3-5DF2-480D-BAD1-FF87C8CC123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15402" y="2165426"/>
                  <a:ext cx="194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2DD9A05B-25A9-4334-8236-A1324DBA5E80}"/>
                    </a:ext>
                  </a:extLst>
                </p14:cNvPr>
                <p14:cNvContentPartPr/>
                <p14:nvPr/>
              </p14:nvContentPartPr>
              <p14:xfrm>
                <a:off x="7621762" y="2124746"/>
                <a:ext cx="252000" cy="1976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2DD9A05B-25A9-4334-8236-A1324DBA5E8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13122" y="2115746"/>
                  <a:ext cx="269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33E7EA0-FFF2-4E04-BA90-D3F82044C587}"/>
                    </a:ext>
                  </a:extLst>
                </p14:cNvPr>
                <p14:cNvContentPartPr/>
                <p14:nvPr/>
              </p14:nvContentPartPr>
              <p14:xfrm>
                <a:off x="7679002" y="2172626"/>
                <a:ext cx="213840" cy="1544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33E7EA0-FFF2-4E04-BA90-D3F82044C58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70002" y="2163626"/>
                  <a:ext cx="231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9FD0CB0-9C41-43FF-99B1-D64D3C0DF570}"/>
                    </a:ext>
                  </a:extLst>
                </p14:cNvPr>
                <p14:cNvContentPartPr/>
                <p14:nvPr/>
              </p14:nvContentPartPr>
              <p14:xfrm>
                <a:off x="7982122" y="2115746"/>
                <a:ext cx="333360" cy="2934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9FD0CB0-9C41-43FF-99B1-D64D3C0DF57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973122" y="2106746"/>
                  <a:ext cx="351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CC73045A-EA88-44F8-93A0-12C72D68C46B}"/>
                    </a:ext>
                  </a:extLst>
                </p14:cNvPr>
                <p14:cNvContentPartPr/>
                <p14:nvPr/>
              </p14:nvContentPartPr>
              <p14:xfrm>
                <a:off x="8353282" y="2126546"/>
                <a:ext cx="164520" cy="1364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CC73045A-EA88-44F8-93A0-12C72D68C4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44642" y="2117546"/>
                  <a:ext cx="182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04DE26E-EF29-4C8D-8E9D-3940CBE0047A}"/>
                    </a:ext>
                  </a:extLst>
                </p14:cNvPr>
                <p14:cNvContentPartPr/>
                <p14:nvPr/>
              </p14:nvContentPartPr>
              <p14:xfrm>
                <a:off x="8495482" y="2094866"/>
                <a:ext cx="16560" cy="2563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04DE26E-EF29-4C8D-8E9D-3940CBE0047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86842" y="2086226"/>
                  <a:ext cx="34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7CFB718-4586-4E6E-AEA0-D922C5AF466F}"/>
                    </a:ext>
                  </a:extLst>
                </p14:cNvPr>
                <p14:cNvContentPartPr/>
                <p14:nvPr/>
              </p14:nvContentPartPr>
              <p14:xfrm>
                <a:off x="7024522" y="2392586"/>
                <a:ext cx="1876680" cy="3618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7CFB718-4586-4E6E-AEA0-D922C5AF46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15882" y="2383586"/>
                  <a:ext cx="18943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49E39CA-9475-40B5-B456-436C86EFBD3B}"/>
                    </a:ext>
                  </a:extLst>
                </p14:cNvPr>
                <p14:cNvContentPartPr/>
                <p14:nvPr/>
              </p14:nvContentPartPr>
              <p14:xfrm>
                <a:off x="7619962" y="2803346"/>
                <a:ext cx="136440" cy="147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49E39CA-9475-40B5-B456-436C86EFBD3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10962" y="2794706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99CF8CB6-1F96-4937-971F-DE981C5C8B38}"/>
                    </a:ext>
                  </a:extLst>
                </p14:cNvPr>
                <p14:cNvContentPartPr/>
                <p14:nvPr/>
              </p14:nvContentPartPr>
              <p14:xfrm>
                <a:off x="7865122" y="2896226"/>
                <a:ext cx="20520" cy="1249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99CF8CB6-1F96-4937-971F-DE981C5C8B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56482" y="2887586"/>
                  <a:ext cx="38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E71FBD4-1233-45BE-BE2A-D7BCD75B6108}"/>
                    </a:ext>
                  </a:extLst>
                </p14:cNvPr>
                <p14:cNvContentPartPr/>
                <p14:nvPr/>
              </p14:nvContentPartPr>
              <p14:xfrm>
                <a:off x="7973122" y="2765546"/>
                <a:ext cx="161280" cy="2016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E71FBD4-1233-45BE-BE2A-D7BCD75B610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64122" y="2756906"/>
                  <a:ext cx="178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6C1893B-6AA3-4265-A5E6-E16F6AC0F61A}"/>
                    </a:ext>
                  </a:extLst>
                </p14:cNvPr>
                <p14:cNvContentPartPr/>
                <p14:nvPr/>
              </p14:nvContentPartPr>
              <p14:xfrm>
                <a:off x="8247082" y="2701106"/>
                <a:ext cx="146520" cy="1897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6C1893B-6AA3-4265-A5E6-E16F6AC0F61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38442" y="2692106"/>
                  <a:ext cx="164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E3482FD7-D8DF-4A42-8D09-4ABA58952507}"/>
                    </a:ext>
                  </a:extLst>
                </p14:cNvPr>
                <p14:cNvContentPartPr/>
                <p14:nvPr/>
              </p14:nvContentPartPr>
              <p14:xfrm>
                <a:off x="8482522" y="2622626"/>
                <a:ext cx="134280" cy="2113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E3482FD7-D8DF-4A42-8D09-4ABA5895250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473522" y="2613626"/>
                  <a:ext cx="15192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DDEDEE75-F843-4C62-BAD0-66F2A84EA543}"/>
                  </a:ext>
                </a:extLst>
              </p14:cNvPr>
              <p14:cNvContentPartPr/>
              <p14:nvPr/>
            </p14:nvContentPartPr>
            <p14:xfrm>
              <a:off x="9178042" y="2194226"/>
              <a:ext cx="127800" cy="1944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DDEDEE75-F843-4C62-BAD0-66F2A84EA54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169042" y="2185226"/>
                <a:ext cx="145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74DB69D3-0758-4CAD-983F-2F41706849D7}"/>
                  </a:ext>
                </a:extLst>
              </p14:cNvPr>
              <p14:cNvContentPartPr/>
              <p14:nvPr/>
            </p14:nvContentPartPr>
            <p14:xfrm>
              <a:off x="9191002" y="2351906"/>
              <a:ext cx="113760" cy="147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74DB69D3-0758-4CAD-983F-2F41706849D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182362" y="2342906"/>
                <a:ext cx="13140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upo 129">
            <a:extLst>
              <a:ext uri="{FF2B5EF4-FFF2-40B4-BE49-F238E27FC236}">
                <a16:creationId xmlns:a16="http://schemas.microsoft.com/office/drawing/2014/main" id="{B08E2E96-2648-46DF-914D-ED00C60C808E}"/>
              </a:ext>
            </a:extLst>
          </p:cNvPr>
          <p:cNvGrpSpPr/>
          <p:nvPr/>
        </p:nvGrpSpPr>
        <p:grpSpPr>
          <a:xfrm>
            <a:off x="9554602" y="2068946"/>
            <a:ext cx="1348560" cy="327600"/>
            <a:chOff x="9554602" y="2068946"/>
            <a:chExt cx="134856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42888A8-0096-47CD-8DA2-93D0495DBA71}"/>
                    </a:ext>
                  </a:extLst>
                </p14:cNvPr>
                <p14:cNvContentPartPr/>
                <p14:nvPr/>
              </p14:nvContentPartPr>
              <p14:xfrm>
                <a:off x="9554602" y="2068946"/>
                <a:ext cx="189000" cy="2426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42888A8-0096-47CD-8DA2-93D0495DBA7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45962" y="2059946"/>
                  <a:ext cx="20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D043E813-3718-4B77-939F-7A7D21DDD2B5}"/>
                    </a:ext>
                  </a:extLst>
                </p14:cNvPr>
                <p14:cNvContentPartPr/>
                <p14:nvPr/>
              </p14:nvContentPartPr>
              <p14:xfrm>
                <a:off x="9813442" y="2256506"/>
                <a:ext cx="41400" cy="1400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D043E813-3718-4B77-939F-7A7D21DDD2B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04442" y="2247506"/>
                  <a:ext cx="59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DB769B4E-2894-4242-85C7-D866693593CF}"/>
                    </a:ext>
                  </a:extLst>
                </p14:cNvPr>
                <p14:cNvContentPartPr/>
                <p14:nvPr/>
              </p14:nvContentPartPr>
              <p14:xfrm>
                <a:off x="9939442" y="2114666"/>
                <a:ext cx="164880" cy="2246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DB769B4E-2894-4242-85C7-D866693593C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930802" y="2106026"/>
                  <a:ext cx="18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D1C9EF3-50C3-4EC2-AC27-DC860BA8FCE9}"/>
                    </a:ext>
                  </a:extLst>
                </p14:cNvPr>
                <p14:cNvContentPartPr/>
                <p14:nvPr/>
              </p14:nvContentPartPr>
              <p14:xfrm>
                <a:off x="10192162" y="2146346"/>
                <a:ext cx="99720" cy="1828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D1C9EF3-50C3-4EC2-AC27-DC860BA8FCE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83162" y="2137706"/>
                  <a:ext cx="117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E13C7E7-588B-4C34-AE88-50D2E884823E}"/>
                    </a:ext>
                  </a:extLst>
                </p14:cNvPr>
                <p14:cNvContentPartPr/>
                <p14:nvPr/>
              </p14:nvContentPartPr>
              <p14:xfrm>
                <a:off x="10429762" y="2104946"/>
                <a:ext cx="153360" cy="2116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E13C7E7-588B-4C34-AE88-50D2E884823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20762" y="2096306"/>
                  <a:ext cx="171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964603DA-59AC-442F-A91A-6B59D5E181D5}"/>
                    </a:ext>
                  </a:extLst>
                </p14:cNvPr>
                <p14:cNvContentPartPr/>
                <p14:nvPr/>
              </p14:nvContentPartPr>
              <p14:xfrm>
                <a:off x="10729282" y="2105666"/>
                <a:ext cx="90720" cy="19692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964603DA-59AC-442F-A91A-6B59D5E181D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20282" y="2097026"/>
                  <a:ext cx="108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474E3642-DAE0-462E-A5E1-9C302A7C18B5}"/>
                    </a:ext>
                  </a:extLst>
                </p14:cNvPr>
                <p14:cNvContentPartPr/>
                <p14:nvPr/>
              </p14:nvContentPartPr>
              <p14:xfrm>
                <a:off x="10707322" y="2202146"/>
                <a:ext cx="195840" cy="464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474E3642-DAE0-462E-A5E1-9C302A7C18B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98322" y="2193506"/>
                  <a:ext cx="2134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FD30A417-5E68-48D4-AA97-89A7C860EEE3}"/>
              </a:ext>
            </a:extLst>
          </p:cNvPr>
          <p:cNvGrpSpPr/>
          <p:nvPr/>
        </p:nvGrpSpPr>
        <p:grpSpPr>
          <a:xfrm>
            <a:off x="789682" y="3750866"/>
            <a:ext cx="1665000" cy="606600"/>
            <a:chOff x="789682" y="3750866"/>
            <a:chExt cx="166500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0C811928-1F4C-4116-A3F9-EECD05D46105}"/>
                    </a:ext>
                  </a:extLst>
                </p14:cNvPr>
                <p14:cNvContentPartPr/>
                <p14:nvPr/>
              </p14:nvContentPartPr>
              <p14:xfrm>
                <a:off x="789682" y="3992426"/>
                <a:ext cx="164160" cy="3650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0C811928-1F4C-4116-A3F9-EECD05D4610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0682" y="3983426"/>
                  <a:ext cx="1818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D0401CA-F605-4898-B549-7BDAD169CB7E}"/>
                    </a:ext>
                  </a:extLst>
                </p14:cNvPr>
                <p14:cNvContentPartPr/>
                <p14:nvPr/>
              </p14:nvContentPartPr>
              <p14:xfrm>
                <a:off x="862762" y="3920786"/>
                <a:ext cx="169200" cy="2422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D0401CA-F605-4898-B549-7BDAD169CB7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3762" y="3912146"/>
                  <a:ext cx="186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97802E1-6D33-40CB-B67C-F1CF4426DC39}"/>
                    </a:ext>
                  </a:extLst>
                </p14:cNvPr>
                <p14:cNvContentPartPr/>
                <p14:nvPr/>
              </p14:nvContentPartPr>
              <p14:xfrm>
                <a:off x="1197562" y="3924026"/>
                <a:ext cx="167760" cy="3078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97802E1-6D33-40CB-B67C-F1CF4426DC3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88562" y="3915026"/>
                  <a:ext cx="1854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7E01ECE-D709-4BDA-95AB-25F4A15BDFB6}"/>
                    </a:ext>
                  </a:extLst>
                </p14:cNvPr>
                <p14:cNvContentPartPr/>
                <p14:nvPr/>
              </p14:nvContentPartPr>
              <p14:xfrm>
                <a:off x="1403842" y="3886946"/>
                <a:ext cx="160560" cy="3092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7E01ECE-D709-4BDA-95AB-25F4A15BDFB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95202" y="3878306"/>
                  <a:ext cx="1782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78CB9DF-038D-4D38-BADC-350732D47B1C}"/>
                    </a:ext>
                  </a:extLst>
                </p14:cNvPr>
                <p14:cNvContentPartPr/>
                <p14:nvPr/>
              </p14:nvContentPartPr>
              <p14:xfrm>
                <a:off x="1447042" y="3882986"/>
                <a:ext cx="178920" cy="2044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78CB9DF-038D-4D38-BADC-350732D47B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38042" y="3874346"/>
                  <a:ext cx="196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8E89EBB3-D7ED-4F32-A8E1-AEC339196F80}"/>
                    </a:ext>
                  </a:extLst>
                </p14:cNvPr>
                <p14:cNvContentPartPr/>
                <p14:nvPr/>
              </p14:nvContentPartPr>
              <p14:xfrm>
                <a:off x="1826842" y="3897746"/>
                <a:ext cx="91440" cy="2703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8E89EBB3-D7ED-4F32-A8E1-AEC339196F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17842" y="3889106"/>
                  <a:ext cx="1090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6AD4DFF1-A3DD-4B63-BE9E-C51DA67F32BC}"/>
                    </a:ext>
                  </a:extLst>
                </p14:cNvPr>
                <p14:cNvContentPartPr/>
                <p14:nvPr/>
              </p14:nvContentPartPr>
              <p14:xfrm>
                <a:off x="2091082" y="3876146"/>
                <a:ext cx="175680" cy="246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6AD4DFF1-A3DD-4B63-BE9E-C51DA67F32B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082442" y="3867146"/>
                  <a:ext cx="193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DF2FE545-94B3-422F-8F6B-1BD5DC21DE67}"/>
                    </a:ext>
                  </a:extLst>
                </p14:cNvPr>
                <p14:cNvContentPartPr/>
                <p14:nvPr/>
              </p14:nvContentPartPr>
              <p14:xfrm>
                <a:off x="2304922" y="3750866"/>
                <a:ext cx="149760" cy="4276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DF2FE545-94B3-422F-8F6B-1BD5DC21DE6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95922" y="3741866"/>
                  <a:ext cx="167400" cy="44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D4A8C65D-DE5E-4CA8-A21C-705BEE6074A5}"/>
                  </a:ext>
                </a:extLst>
              </p14:cNvPr>
              <p14:cNvContentPartPr/>
              <p14:nvPr/>
            </p14:nvContentPartPr>
            <p14:xfrm>
              <a:off x="2704522" y="3904226"/>
              <a:ext cx="172800" cy="14112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D4A8C65D-DE5E-4CA8-A21C-705BEE6074A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695882" y="3895226"/>
                <a:ext cx="19044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upo 127">
            <a:extLst>
              <a:ext uri="{FF2B5EF4-FFF2-40B4-BE49-F238E27FC236}">
                <a16:creationId xmlns:a16="http://schemas.microsoft.com/office/drawing/2014/main" id="{FE30DEA9-8A4A-463D-B8A1-A8089483CF7E}"/>
              </a:ext>
            </a:extLst>
          </p:cNvPr>
          <p:cNvGrpSpPr/>
          <p:nvPr/>
        </p:nvGrpSpPr>
        <p:grpSpPr>
          <a:xfrm>
            <a:off x="3282682" y="3357026"/>
            <a:ext cx="3143880" cy="1363320"/>
            <a:chOff x="3282682" y="3357026"/>
            <a:chExt cx="3143880" cy="13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121C26B8-C914-4009-8876-2CF6EC0898E4}"/>
                    </a:ext>
                  </a:extLst>
                </p14:cNvPr>
                <p14:cNvContentPartPr/>
                <p14:nvPr/>
              </p14:nvContentPartPr>
              <p14:xfrm>
                <a:off x="3282682" y="3886946"/>
                <a:ext cx="118440" cy="3668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121C26B8-C914-4009-8876-2CF6EC0898E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74042" y="3878306"/>
                  <a:ext cx="1360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7E61CCA7-39BA-4F1F-BD62-FA62DE49A921}"/>
                    </a:ext>
                  </a:extLst>
                </p14:cNvPr>
                <p14:cNvContentPartPr/>
                <p14:nvPr/>
              </p14:nvContentPartPr>
              <p14:xfrm>
                <a:off x="3357922" y="3802346"/>
                <a:ext cx="228960" cy="2221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7E61CCA7-39BA-4F1F-BD62-FA62DE49A92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49282" y="3793346"/>
                  <a:ext cx="246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6C1423CD-E320-4DB2-8449-A2B15B7B60AC}"/>
                    </a:ext>
                  </a:extLst>
                </p14:cNvPr>
                <p14:cNvContentPartPr/>
                <p14:nvPr/>
              </p14:nvContentPartPr>
              <p14:xfrm>
                <a:off x="3722602" y="3761666"/>
                <a:ext cx="181800" cy="2563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6C1423CD-E320-4DB2-8449-A2B15B7B60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713962" y="3752666"/>
                  <a:ext cx="199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A77076F-C64A-482A-85AA-6A46EA5DC34B}"/>
                    </a:ext>
                  </a:extLst>
                </p14:cNvPr>
                <p14:cNvContentPartPr/>
                <p14:nvPr/>
              </p14:nvContentPartPr>
              <p14:xfrm>
                <a:off x="3976042" y="3751586"/>
                <a:ext cx="271080" cy="2646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A77076F-C64A-482A-85AA-6A46EA5DC34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67402" y="3742946"/>
                  <a:ext cx="288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7F2BE86-F647-46A7-93C6-E6F3D91BFFC0}"/>
                    </a:ext>
                  </a:extLst>
                </p14:cNvPr>
                <p14:cNvContentPartPr/>
                <p14:nvPr/>
              </p14:nvContentPartPr>
              <p14:xfrm>
                <a:off x="4318762" y="3695066"/>
                <a:ext cx="107640" cy="226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7F2BE86-F647-46A7-93C6-E6F3D91BFFC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10122" y="3686066"/>
                  <a:ext cx="125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40BF3BA-9C60-4F1B-80F7-486DBB340796}"/>
                    </a:ext>
                  </a:extLst>
                </p14:cNvPr>
                <p14:cNvContentPartPr/>
                <p14:nvPr/>
              </p14:nvContentPartPr>
              <p14:xfrm>
                <a:off x="4511362" y="3704066"/>
                <a:ext cx="83520" cy="2628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40BF3BA-9C60-4F1B-80F7-486DBB34079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02362" y="3695066"/>
                  <a:ext cx="101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D4312FE-68D0-4831-961C-4826E8883833}"/>
                    </a:ext>
                  </a:extLst>
                </p14:cNvPr>
                <p14:cNvContentPartPr/>
                <p14:nvPr/>
              </p14:nvContentPartPr>
              <p14:xfrm>
                <a:off x="4522522" y="3638186"/>
                <a:ext cx="182880" cy="1695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D4312FE-68D0-4831-961C-4826E888383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13522" y="3629546"/>
                  <a:ext cx="200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435297A5-D4D3-4770-AC32-BF306FE8D4E9}"/>
                    </a:ext>
                  </a:extLst>
                </p14:cNvPr>
                <p14:cNvContentPartPr/>
                <p14:nvPr/>
              </p14:nvContentPartPr>
              <p14:xfrm>
                <a:off x="4773802" y="3532706"/>
                <a:ext cx="129600" cy="3664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435297A5-D4D3-4770-AC32-BF306FE8D4E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765162" y="3523706"/>
                  <a:ext cx="1472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4641DD5-F5D7-44B8-96F6-B4B3D069C62D}"/>
                    </a:ext>
                  </a:extLst>
                </p14:cNvPr>
                <p14:cNvContentPartPr/>
                <p14:nvPr/>
              </p14:nvContentPartPr>
              <p14:xfrm>
                <a:off x="5061442" y="3687866"/>
                <a:ext cx="12240" cy="32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4641DD5-F5D7-44B8-96F6-B4B3D069C62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52802" y="3678866"/>
                  <a:ext cx="29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DD7C40C-F22A-409D-AB78-25213B81DEF9}"/>
                    </a:ext>
                  </a:extLst>
                </p14:cNvPr>
                <p14:cNvContentPartPr/>
                <p14:nvPr/>
              </p14:nvContentPartPr>
              <p14:xfrm>
                <a:off x="5214802" y="3604706"/>
                <a:ext cx="93240" cy="3297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DD7C40C-F22A-409D-AB78-25213B81DEF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205802" y="3596066"/>
                  <a:ext cx="1108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60D58657-00E0-4186-8DFD-3DE7633D2E78}"/>
                    </a:ext>
                  </a:extLst>
                </p14:cNvPr>
                <p14:cNvContentPartPr/>
                <p14:nvPr/>
              </p14:nvContentPartPr>
              <p14:xfrm>
                <a:off x="5194642" y="3537026"/>
                <a:ext cx="187920" cy="1944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60D58657-00E0-4186-8DFD-3DE7633D2E7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185642" y="3528026"/>
                  <a:ext cx="205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95FFBD5-912C-4878-958D-7903DC2D43CF}"/>
                    </a:ext>
                  </a:extLst>
                </p14:cNvPr>
                <p14:cNvContentPartPr/>
                <p14:nvPr/>
              </p14:nvContentPartPr>
              <p14:xfrm>
                <a:off x="5460322" y="3478706"/>
                <a:ext cx="124560" cy="2484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95FFBD5-912C-4878-958D-7903DC2D43C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51322" y="3469706"/>
                  <a:ext cx="142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40066ED-8B80-45C0-9AE7-56459D2AFA25}"/>
                    </a:ext>
                  </a:extLst>
                </p14:cNvPr>
                <p14:cNvContentPartPr/>
                <p14:nvPr/>
              </p14:nvContentPartPr>
              <p14:xfrm>
                <a:off x="5596762" y="3490226"/>
                <a:ext cx="153360" cy="2754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40066ED-8B80-45C0-9AE7-56459D2AFA2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587762" y="3481226"/>
                  <a:ext cx="171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F82E1D0-63E3-4695-A45C-F0D9ED2C4660}"/>
                    </a:ext>
                  </a:extLst>
                </p14:cNvPr>
                <p14:cNvContentPartPr/>
                <p14:nvPr/>
              </p14:nvContentPartPr>
              <p14:xfrm>
                <a:off x="5776042" y="3357026"/>
                <a:ext cx="127800" cy="4050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F82E1D0-63E3-4695-A45C-F0D9ED2C466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67042" y="3348026"/>
                  <a:ext cx="1454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86FAAAFB-62FE-45F4-8566-2F7051383788}"/>
                    </a:ext>
                  </a:extLst>
                </p14:cNvPr>
                <p14:cNvContentPartPr/>
                <p14:nvPr/>
              </p14:nvContentPartPr>
              <p14:xfrm>
                <a:off x="3443242" y="3996026"/>
                <a:ext cx="2488680" cy="3312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86FAAAFB-62FE-45F4-8566-2F705138378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34242" y="3987026"/>
                  <a:ext cx="25063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3D4E31F-DAAA-4F9C-9CCC-FE646C9D1FE1}"/>
                    </a:ext>
                  </a:extLst>
                </p14:cNvPr>
                <p14:cNvContentPartPr/>
                <p14:nvPr/>
              </p14:nvContentPartPr>
              <p14:xfrm>
                <a:off x="4628722" y="4360346"/>
                <a:ext cx="62640" cy="3600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3D4E31F-DAAA-4F9C-9CCC-FE646C9D1FE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19722" y="4351346"/>
                  <a:ext cx="802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86623C0D-3873-48DF-9F2C-BE20A1951BD3}"/>
                    </a:ext>
                  </a:extLst>
                </p14:cNvPr>
                <p14:cNvContentPartPr/>
                <p14:nvPr/>
              </p14:nvContentPartPr>
              <p14:xfrm>
                <a:off x="4655722" y="4366466"/>
                <a:ext cx="125280" cy="1900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86623C0D-3873-48DF-9F2C-BE20A1951BD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722" y="4357826"/>
                  <a:ext cx="142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E8105A48-1073-4DE2-8E0D-280A8651CB4F}"/>
                    </a:ext>
                  </a:extLst>
                </p14:cNvPr>
                <p14:cNvContentPartPr/>
                <p14:nvPr/>
              </p14:nvContentPartPr>
              <p14:xfrm>
                <a:off x="4882162" y="4339466"/>
                <a:ext cx="77400" cy="2059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E8105A48-1073-4DE2-8E0D-280A8651CB4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73162" y="4330466"/>
                  <a:ext cx="95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A610D74-6B54-44A5-BBDC-A2D74157A270}"/>
                    </a:ext>
                  </a:extLst>
                </p14:cNvPr>
                <p14:cNvContentPartPr/>
                <p14:nvPr/>
              </p14:nvContentPartPr>
              <p14:xfrm>
                <a:off x="5077642" y="4319666"/>
                <a:ext cx="131400" cy="2023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A610D74-6B54-44A5-BBDC-A2D74157A2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69002" y="4310666"/>
                  <a:ext cx="1490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7322DCB7-08F4-4E63-85E1-49C2976FAC95}"/>
                    </a:ext>
                  </a:extLst>
                </p14:cNvPr>
                <p14:cNvContentPartPr/>
                <p14:nvPr/>
              </p14:nvContentPartPr>
              <p14:xfrm>
                <a:off x="5258722" y="4223186"/>
                <a:ext cx="73440" cy="3553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7322DCB7-08F4-4E63-85E1-49C2976FAC9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50082" y="4214186"/>
                  <a:ext cx="91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FFD6C0F-7FE0-4C56-9C1F-CF9DF63719D9}"/>
                    </a:ext>
                  </a:extLst>
                </p14:cNvPr>
                <p14:cNvContentPartPr/>
                <p14:nvPr/>
              </p14:nvContentPartPr>
              <p14:xfrm>
                <a:off x="6058642" y="3781466"/>
                <a:ext cx="294840" cy="1044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FFD6C0F-7FE0-4C56-9C1F-CF9DF63719D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049642" y="3772826"/>
                  <a:ext cx="312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3794CBB9-58DC-4AF4-A956-3CB3CCDED379}"/>
                    </a:ext>
                  </a:extLst>
                </p14:cNvPr>
                <p14:cNvContentPartPr/>
                <p14:nvPr/>
              </p14:nvContentPartPr>
              <p14:xfrm>
                <a:off x="6167722" y="3879746"/>
                <a:ext cx="258840" cy="500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3794CBB9-58DC-4AF4-A956-3CB3CCDED37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59082" y="3870746"/>
                  <a:ext cx="2764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686560DC-7453-4DEB-BC78-239AE5164B0E}"/>
              </a:ext>
            </a:extLst>
          </p:cNvPr>
          <p:cNvGrpSpPr/>
          <p:nvPr/>
        </p:nvGrpSpPr>
        <p:grpSpPr>
          <a:xfrm>
            <a:off x="7186882" y="3466466"/>
            <a:ext cx="2519640" cy="1137240"/>
            <a:chOff x="7186882" y="3466466"/>
            <a:chExt cx="2519640" cy="11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A04FDD19-6EF9-4867-A374-F0A2D1AD5FE0}"/>
                    </a:ext>
                  </a:extLst>
                </p14:cNvPr>
                <p14:cNvContentPartPr/>
                <p14:nvPr/>
              </p14:nvContentPartPr>
              <p14:xfrm>
                <a:off x="7186882" y="3669866"/>
                <a:ext cx="196920" cy="1836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A04FDD19-6EF9-4867-A374-F0A2D1AD5FE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177882" y="3660866"/>
                  <a:ext cx="214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D1BFD53-49DB-4576-AFB8-BC0425C348E0}"/>
                    </a:ext>
                  </a:extLst>
                </p14:cNvPr>
                <p14:cNvContentPartPr/>
                <p14:nvPr/>
              </p14:nvContentPartPr>
              <p14:xfrm>
                <a:off x="7510522" y="3838346"/>
                <a:ext cx="63360" cy="1519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D1BFD53-49DB-4576-AFB8-BC0425C348E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01882" y="3829346"/>
                  <a:ext cx="81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8CD379E-C86D-4AEE-979A-7859B6065855}"/>
                    </a:ext>
                  </a:extLst>
                </p14:cNvPr>
                <p14:cNvContentPartPr/>
                <p14:nvPr/>
              </p14:nvContentPartPr>
              <p14:xfrm>
                <a:off x="7660642" y="3629186"/>
                <a:ext cx="137880" cy="2361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8CD379E-C86D-4AEE-979A-7859B606585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52002" y="3620186"/>
                  <a:ext cx="155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D10EC7D-C49F-4FC7-A6E9-167E58674863}"/>
                    </a:ext>
                  </a:extLst>
                </p14:cNvPr>
                <p14:cNvContentPartPr/>
                <p14:nvPr/>
              </p14:nvContentPartPr>
              <p14:xfrm>
                <a:off x="8031442" y="3664466"/>
                <a:ext cx="111600" cy="1058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D10EC7D-C49F-4FC7-A6E9-167E5867486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022802" y="3655466"/>
                  <a:ext cx="129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36B9DD98-0A95-45AD-B58C-9A834EF811F8}"/>
                    </a:ext>
                  </a:extLst>
                </p14:cNvPr>
                <p14:cNvContentPartPr/>
                <p14:nvPr/>
              </p14:nvContentPartPr>
              <p14:xfrm>
                <a:off x="8051602" y="3704066"/>
                <a:ext cx="128520" cy="399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36B9DD98-0A95-45AD-B58C-9A834EF811F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042962" y="3695066"/>
                  <a:ext cx="146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B70516AA-545F-402B-8760-46182722CECA}"/>
                    </a:ext>
                  </a:extLst>
                </p14:cNvPr>
                <p14:cNvContentPartPr/>
                <p14:nvPr/>
              </p14:nvContentPartPr>
              <p14:xfrm>
                <a:off x="8355082" y="3550706"/>
                <a:ext cx="164160" cy="1753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B70516AA-545F-402B-8760-46182722CEC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346082" y="3542066"/>
                  <a:ext cx="181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F98AE77B-CE86-4099-AB7C-D1DC27252887}"/>
                    </a:ext>
                  </a:extLst>
                </p14:cNvPr>
                <p14:cNvContentPartPr/>
                <p14:nvPr/>
              </p14:nvContentPartPr>
              <p14:xfrm>
                <a:off x="8618962" y="3756266"/>
                <a:ext cx="19440" cy="777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F98AE77B-CE86-4099-AB7C-D1DC2725288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09962" y="3747266"/>
                  <a:ext cx="37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E1A54101-10B9-4A5C-BE32-936862E16051}"/>
                    </a:ext>
                  </a:extLst>
                </p14:cNvPr>
                <p14:cNvContentPartPr/>
                <p14:nvPr/>
              </p14:nvContentPartPr>
              <p14:xfrm>
                <a:off x="8741002" y="3524066"/>
                <a:ext cx="142920" cy="2588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E1A54101-10B9-4A5C-BE32-936862E1605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32362" y="3515066"/>
                  <a:ext cx="160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093B3469-BA53-452A-B7F7-805B6EEABE34}"/>
                    </a:ext>
                  </a:extLst>
                </p14:cNvPr>
                <p14:cNvContentPartPr/>
                <p14:nvPr/>
              </p14:nvContentPartPr>
              <p14:xfrm>
                <a:off x="8936482" y="3466466"/>
                <a:ext cx="168480" cy="3337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093B3469-BA53-452A-B7F7-805B6EEABE3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927842" y="3457466"/>
                  <a:ext cx="186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64B56130-64DD-406A-859B-20F81D2D88E2}"/>
                    </a:ext>
                  </a:extLst>
                </p14:cNvPr>
                <p14:cNvContentPartPr/>
                <p14:nvPr/>
              </p14:nvContentPartPr>
              <p14:xfrm>
                <a:off x="7304242" y="3979826"/>
                <a:ext cx="2166120" cy="2520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64B56130-64DD-406A-859B-20F81D2D88E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295242" y="3970826"/>
                  <a:ext cx="2183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E1BC5B6F-FE0D-4B6E-9CEE-11C9933B6EA4}"/>
                    </a:ext>
                  </a:extLst>
                </p14:cNvPr>
                <p14:cNvContentPartPr/>
                <p14:nvPr/>
              </p14:nvContentPartPr>
              <p14:xfrm>
                <a:off x="8039362" y="4306346"/>
                <a:ext cx="146520" cy="1782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E1BC5B6F-FE0D-4B6E-9CEE-11C9933B6EA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30722" y="4297706"/>
                  <a:ext cx="164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33889AD0-04D6-4414-9FBE-9AAE2B2279D8}"/>
                    </a:ext>
                  </a:extLst>
                </p14:cNvPr>
                <p14:cNvContentPartPr/>
                <p14:nvPr/>
              </p14:nvContentPartPr>
              <p14:xfrm>
                <a:off x="8264002" y="4445666"/>
                <a:ext cx="42480" cy="1580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33889AD0-04D6-4414-9FBE-9AAE2B2279D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255362" y="4437026"/>
                  <a:ext cx="60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98C2FDD-9577-469E-BE1F-798312759E9C}"/>
                    </a:ext>
                  </a:extLst>
                </p14:cNvPr>
                <p14:cNvContentPartPr/>
                <p14:nvPr/>
              </p14:nvContentPartPr>
              <p14:xfrm>
                <a:off x="8384242" y="4321466"/>
                <a:ext cx="177840" cy="1929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98C2FDD-9577-469E-BE1F-798312759E9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375602" y="4312466"/>
                  <a:ext cx="195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62098E6B-0362-4B88-A37C-32D177CC5D90}"/>
                    </a:ext>
                  </a:extLst>
                </p14:cNvPr>
                <p14:cNvContentPartPr/>
                <p14:nvPr/>
              </p14:nvContentPartPr>
              <p14:xfrm>
                <a:off x="8638402" y="4282946"/>
                <a:ext cx="111240" cy="1710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62098E6B-0362-4B88-A37C-32D177CC5D9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29402" y="4273946"/>
                  <a:ext cx="128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591537D7-A0BC-4501-BEF6-FF68EAA4B21D}"/>
                    </a:ext>
                  </a:extLst>
                </p14:cNvPr>
                <p14:cNvContentPartPr/>
                <p14:nvPr/>
              </p14:nvContentPartPr>
              <p14:xfrm>
                <a:off x="8802202" y="4239746"/>
                <a:ext cx="121680" cy="1832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591537D7-A0BC-4501-BEF6-FF68EAA4B21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93562" y="4230746"/>
                  <a:ext cx="139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FDF8060C-A7DD-41BD-AD3D-DB7A5BA7FFA7}"/>
                    </a:ext>
                  </a:extLst>
                </p14:cNvPr>
                <p14:cNvContentPartPr/>
                <p14:nvPr/>
              </p14:nvContentPartPr>
              <p14:xfrm>
                <a:off x="9505642" y="3663386"/>
                <a:ext cx="185760" cy="194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FDF8060C-A7DD-41BD-AD3D-DB7A5BA7FFA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97002" y="3654746"/>
                  <a:ext cx="20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FF4677AA-CCCD-4471-AE4F-52AA9C4BE6A6}"/>
                    </a:ext>
                  </a:extLst>
                </p14:cNvPr>
                <p14:cNvContentPartPr/>
                <p14:nvPr/>
              </p14:nvContentPartPr>
              <p14:xfrm>
                <a:off x="9558922" y="3786866"/>
                <a:ext cx="147600" cy="176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FF4677AA-CCCD-4471-AE4F-52AA9C4BE6A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49922" y="3778226"/>
                  <a:ext cx="1652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E2672E8E-3D97-46A7-AF1B-9170D500ACDA}"/>
              </a:ext>
            </a:extLst>
          </p:cNvPr>
          <p:cNvGrpSpPr/>
          <p:nvPr/>
        </p:nvGrpSpPr>
        <p:grpSpPr>
          <a:xfrm>
            <a:off x="10295122" y="3449906"/>
            <a:ext cx="1384560" cy="457200"/>
            <a:chOff x="10295122" y="3449906"/>
            <a:chExt cx="138456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A699F6DA-6780-483B-B0B4-53B5063FD964}"/>
                    </a:ext>
                  </a:extLst>
                </p14:cNvPr>
                <p14:cNvContentPartPr/>
                <p14:nvPr/>
              </p14:nvContentPartPr>
              <p14:xfrm>
                <a:off x="10295122" y="3568706"/>
                <a:ext cx="191520" cy="1713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A699F6DA-6780-483B-B0B4-53B5063FD96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86122" y="3559706"/>
                  <a:ext cx="209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C1E9FCD4-D533-4410-8937-B8751285076C}"/>
                    </a:ext>
                  </a:extLst>
                </p14:cNvPr>
                <p14:cNvContentPartPr/>
                <p14:nvPr/>
              </p14:nvContentPartPr>
              <p14:xfrm>
                <a:off x="10566922" y="3728186"/>
                <a:ext cx="98640" cy="17892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C1E9FCD4-D533-4410-8937-B8751285076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557922" y="3719546"/>
                  <a:ext cx="116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B067D313-34FB-491F-9A8F-D1B88A60CCF0}"/>
                    </a:ext>
                  </a:extLst>
                </p14:cNvPr>
                <p14:cNvContentPartPr/>
                <p14:nvPr/>
              </p14:nvContentPartPr>
              <p14:xfrm>
                <a:off x="10850962" y="3510026"/>
                <a:ext cx="156240" cy="1198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B067D313-34FB-491F-9A8F-D1B88A60CCF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42322" y="3501386"/>
                  <a:ext cx="173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9A137673-6AC3-472B-ADEF-EEC6D3AF902D}"/>
                    </a:ext>
                  </a:extLst>
                </p14:cNvPr>
                <p14:cNvContentPartPr/>
                <p14:nvPr/>
              </p14:nvContentPartPr>
              <p14:xfrm>
                <a:off x="11018722" y="3509306"/>
                <a:ext cx="28440" cy="2012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9A137673-6AC3-472B-ADEF-EEC6D3AF902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10082" y="3500306"/>
                  <a:ext cx="46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1AB740F7-AFEE-44EF-B09C-D6192CB2C2DC}"/>
                    </a:ext>
                  </a:extLst>
                </p14:cNvPr>
                <p14:cNvContentPartPr/>
                <p14:nvPr/>
              </p14:nvContentPartPr>
              <p14:xfrm>
                <a:off x="11164162" y="3471506"/>
                <a:ext cx="122400" cy="23796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1AB740F7-AFEE-44EF-B09C-D6192CB2C2D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155162" y="3462506"/>
                  <a:ext cx="140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96C66FC-6F34-42D0-A925-53A4ECD665E3}"/>
                    </a:ext>
                  </a:extLst>
                </p14:cNvPr>
                <p14:cNvContentPartPr/>
                <p14:nvPr/>
              </p14:nvContentPartPr>
              <p14:xfrm>
                <a:off x="11427682" y="3491306"/>
                <a:ext cx="13320" cy="1742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96C66FC-6F34-42D0-A925-53A4ECD665E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418682" y="3482306"/>
                  <a:ext cx="30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B3139B35-720F-47B7-A4D2-4B230BBE55E8}"/>
                    </a:ext>
                  </a:extLst>
                </p14:cNvPr>
                <p14:cNvContentPartPr/>
                <p14:nvPr/>
              </p14:nvContentPartPr>
              <p14:xfrm>
                <a:off x="11540002" y="3449906"/>
                <a:ext cx="139680" cy="2354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B3139B35-720F-47B7-A4D2-4B230BBE55E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31002" y="3440906"/>
                  <a:ext cx="157320" cy="25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6932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0AAE9D8-B68F-421D-990A-B4DB50E4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02" y="179525"/>
            <a:ext cx="11204507" cy="52141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FCEB86AB-A40D-4F39-9F1F-8CB8256D6A1C}"/>
                  </a:ext>
                </a:extLst>
              </p14:cNvPr>
              <p14:cNvContentPartPr/>
              <p14:nvPr/>
            </p14:nvContentPartPr>
            <p14:xfrm>
              <a:off x="2859120" y="3097080"/>
              <a:ext cx="8099280" cy="32205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FCEB86AB-A40D-4F39-9F1F-8CB8256D6A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9760" y="3087720"/>
                <a:ext cx="8118000" cy="32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388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4F4DEA7-0B76-4FAD-9505-EEE86C85B3E2}"/>
                  </a:ext>
                </a:extLst>
              </p14:cNvPr>
              <p14:cNvContentPartPr/>
              <p14:nvPr/>
            </p14:nvContentPartPr>
            <p14:xfrm>
              <a:off x="1092960" y="237240"/>
              <a:ext cx="11013120" cy="56466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4F4DEA7-0B76-4FAD-9505-EEE86C85B3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3600" y="227880"/>
                <a:ext cx="11031840" cy="56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970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6CF44DE-ABE5-41F2-9C53-0A412B2F1F04}"/>
                  </a:ext>
                </a:extLst>
              </p14:cNvPr>
              <p14:cNvContentPartPr/>
              <p14:nvPr/>
            </p14:nvContentPartPr>
            <p14:xfrm>
              <a:off x="739800" y="464760"/>
              <a:ext cx="10487160" cy="48416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6CF44DE-ABE5-41F2-9C53-0A412B2F1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440" y="455400"/>
                <a:ext cx="10505880" cy="486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169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0</Words>
  <Application>Microsoft Office PowerPoint</Application>
  <PresentationFormat>Panorámica</PresentationFormat>
  <Paragraphs>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9</cp:revision>
  <dcterms:created xsi:type="dcterms:W3CDTF">2020-04-20T16:38:08Z</dcterms:created>
  <dcterms:modified xsi:type="dcterms:W3CDTF">2020-04-26T18:40:30Z</dcterms:modified>
</cp:coreProperties>
</file>