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68" r:id="rId4"/>
    <p:sldId id="269" r:id="rId5"/>
    <p:sldId id="270" r:id="rId6"/>
    <p:sldId id="257" r:id="rId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206" autoAdjust="0"/>
    <p:restoredTop sz="94660"/>
  </p:normalViewPr>
  <p:slideViewPr>
    <p:cSldViewPr snapToGrid="0">
      <p:cViewPr>
        <p:scale>
          <a:sx n="91" d="100"/>
          <a:sy n="91" d="100"/>
        </p:scale>
        <p:origin x="25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03:00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78 7394,'0'0'2755,"0"0"-581,0 0 247,0 0-115,0 0-532,-3-15-326,-12-44-602,12 55-501,1 12-261,-1 16-56,-21 1040 2162,24-1062-2125,0-12-93,2-24-1383,1 1-1,2-1 0,5-18 1412,8-56-6163,-14 48 369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03:00.5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5 484 5281,'0'0'2203,"-1"-21"-532,0-6-954,-1-23 3217,3-46-3934,0 81 440,0 0 0,1 0 0,1-1 1,0 1-1,2 1 0,-1-1 0,2 1 1,0 0-1,2-3-440,-2 6 191,1 1-1,0 0 1,1 0 0,0 1 0,0 0-1,1 0 1,0 1 0,1 0 0,-1 1-1,2 0 1,-1 0 0,1 1 0,0 1-1,0 0 1,1 0 0,9-2-191,-12 5 15,0 0 0,0 1 0,0 0 0,0 0 0,0 1 0,0 0 0,0 1 0,0 0 0,0 0 0,0 1 0,0 0 0,-1 1 0,1 0 0,-1 0 0,1 1 0,-1 0 0,0 0 0,-1 1 0,1 0 0,-1 0 0,0 1 0,0 0 0,1 2-15,7 7 6,-1 2 0,0 0 0,-2 1 1,0 0-1,-1 1 0,-1 0 0,0 1 1,-2 0-1,0 0 0,-1 1 0,-2 0 1,4 18-7,1 25 215,-3 0 0,-2 0 0,-4 46-215,-1-78 231,-1-1 0,-2 1 0,-1-1 0,-2 0 0,-1-1 0,-1 1 0,-2-1 0,-5 10-231,5-18 146,-1-1 1,-1 1 0,-1-2 0,-1 0 0,0-1 0,-2 0 0,0-1-1,-1-1 1,0 0 0,-2-2 0,-4 3-147,12-9 77,-1-1-1,0 0 1,-1 0-1,0-2 1,0 1 0,0-2-1,-1 0 1,0 0-1,0-1 1,0-1 0,0 0-1,-1-1 1,1-1-1,-1 0 1,0-1 0,-7-1-77,18 0 1,0 0 0,1 0 0,-1 0 0,0-1 0,0 0 0,0 1 0,1-1 1,-1 0-1,1-1 0,0 1 0,0-1 0,-1 1 0,2-1 0,-1 0 0,0 0 1,0 0-1,-1-4-1,2 5-105,1 0 1,0-1 0,-1 1-1,1 0 1,0-1-1,0 1 1,1-1 0,-1 1-1,0-1 1,1 1 0,-1-1-1,1 0 1,0 1 0,0-1-1,0 0 1,0 1-1,1-1 1,-1 1 0,1-1-1,-1 1 1,1-1 0,0 1-1,0-1 1,0 1-1,0-1 1,1 1 0,-1 0-1,1-1 105,26-21-4307,8 3-3822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03:00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4785,'0'0'8762,"0"0"-7738,0 0 1737,0 175-1297,0-123-688,0-1-304,0-3-160,0-11-88,0-8-176,0-10 0,0-12-48,11-7-120,10-22-1128,2-11-2873,-2-9-6065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03:01.2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66 6065,'0'0'9418,"0"0"-8313,0 0 735,0 0-1056,0 0-784,0 0-872,0 0-1729,170-66-5416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03:01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1 13235,'0'0'1521,"0"0"-426,0 0-273,0 0-473,0 0-229,-11 11-52,-33 40-20,42-48-45,1-1 0,-1 1 0,1 0-1,0 0 1,0 0 0,0 1 0,0-1 0,0 0-1,1 0 1,-1 1 0,1-1 0,0 0 0,0 0-1,0 1 1,0-1 0,1 0 0,-1 0-1,1 1 1,0-1 0,0 0 0,0 0 0,1 0-3,3 8 10,0-1 1,1 0 0,0-1 0,0 1 0,3 1-11,1 2 14,7 11 9,1 0-33,-1 0 0,6 16 10,-18-32 19,-1 0 1,-1 1 0,0 0 0,0 0-1,0 0 1,-1 0 0,-1 0-1,1 0 1,-2 0 0,1 2-20,-2-8 153,1 0 1,-1 0 0,0 0 0,-1 0-1,1 0 1,0 0 0,-1 0-1,1-1 1,-1 1 0,0-1-1,0 1 1,0-1 0,0 1 0,0-1-1,-1 0 1,1 0 0,-1 0-1,1-1 1,-1 1 0,0-1 0,0 1-1,0-1 1,0 0 0,0 0-1,0 0 1,-2 0-154,-10 4 484,1-1 0,-1-1 0,1-1 0,-1 0 0,-3 0-484,-66-2 499,83 0-929,39 0-9473,-10 0-1234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03:02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483 1 12515,'0'0'2119,"0"0"-832,0 0-91,-7 27 400,-88 363 3452,79-316-4817,3 0 0,4 1-1,3 0 1,3 41-231,2-101-53,3 29-413,-1-43 352,-1 0 0,0 0 0,1 0 0,-1 0 1,0 0-1,1-1 0,-1 1 0,1 0 0,-1 0 1,1 0-1,0-1 0,-1 1 0,1 0 0,0 0 0,-1-1 1,1 1-1,0-1 0,0 1 0,0-1 0,0 1 1,0-1-1,-1 1 0,1-1 0,0 0 0,0 0 1,0 1-1,0-1 0,0 0 0,0 0 0,0 0 0,0 0 1,0 0-1,0 0 0,0 0 0,0 0 0,0-1 1,1 1 113,16-9-5262,-4-14-3141</inkml:trace>
  <inkml:trace contextRef="#ctx0" brushRef="#br0" timeOffset="1">0 548 11883,'0'0'2168,"0"0"2545,0 0-2681,0 0-503,0 0-601,0 0-432,166-47-200,-90 30-224,-5 6-72,-6-1-8,-5 9-496,-7 3-1000,-6 15-921,8 39-2064,-10 17-80,-11-3-1920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03:02.3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14 366 4209,'0'0'3533,"0"0"596,0 0-1054,0 0-441,0 0-302,-3 9-358,-5 22-286,5-35-633,4-24-473,5-3-503,1-1 0,1 2 0,2-1 0,0 1 0,3 0 0,0 1 0,12-17-79,-21 39-118,1 0 1,0 0-1,0 0 0,0 1 0,1 0 0,0 0 1,0 0-1,0 1 0,1 0 0,0 0 118,45-25-4504,-12 12-3463</inkml:trace>
  <inkml:trace contextRef="#ctx0" brushRef="#br0" timeOffset="1">342 220 11979,'0'0'2456,"0"0"105,0 0-177,0 0-1440,0 141-568,0-115-264,0-5-56,0-4-56,0 2-600,0-5-1976,0-5-2569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03:02.8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11562,'0'0'2825,"0"0"-938,0 0 240,0 0-1181,7 27-642,15 70-85,-4 1-1,-1 40-218,-11-58 108,-3 0 0,-4 0 0,-6 28-108,-1-85-19,3-13 86,1-14 287,3-12-230,0-1 1,1 1 0,1-1 0,0 1-1,2-1 1,0 1 0,0 0-1,2 0 1,0 0 0,0 1-1,2-1 1,0 1 0,0 1-1,5-6-124,-6 10-70,0 0 0,1 1-1,0 0 1,0 0 0,1 0-1,0 1 1,1 0 0,0 0-1,0 1 1,0 1-1,1-1 1,0 2 0,1-1-1,-1 1 1,1 1 0,0 0-1,0 0 1,0 1 0,0 1-1,1 0 1,1 0 70,-9 1-9,0 1 0,0 0 0,0 0 0,0 1 0,0-1 0,0 1 1,0-1-1,0 1 0,0 1 0,0-1 0,0 0 0,-1 1 0,1 0 0,-1 0 0,1 0 1,-1 0-1,0 0 0,1 1 0,-1 0 0,0-1 0,-1 1 0,1 0 0,-1 1 0,1-1 0,-1 0 1,0 1-1,0-1 0,0 1 0,-1-1 0,1 1 0,-1 0 9,4 12 3,-1 0 0,-1 0 0,-1 1 0,0-1 0,-1 1 0,-1 16-3,0-27 89,-1 0-1,1 0 0,-1 1 1,0-1-1,-1 0 0,1 0 1,-1 0-1,-1 0 0,1 0 1,-1-1-1,0 1 0,0-1 1,0 1-1,-1-1 0,0 0 1,0-1-1,0 1 0,-1-1 1,1 1-1,-1-1 0,0-1 1,-1 1-1,-2 1-88,-2 0 214,0 0 0,0 0 0,-1-1-1,0-1 1,1 0 0,-1 0 0,0-1 0,0 0 0,-1-1 0,1 0 0,0-1 0,-11-1-214,19 1 2,0-1 1,0 1-1,0-1 1,0 1-1,1-1 1,-1 0-1,0 0 0,0 0 1,1 0-1,-1-1 1,1 1-1,-1-1 1,1 0-1,0 1 1,-1-1-1,1 0 1,0 0-1,0-1 1,0 1-1,1 0 0,-1-1 1,1 1-1,-1-1 1,1 1-1,0-1 1,-1 0-1,2 1 1,-1-1-1,0-2-2,0 1-133,0-1 1,1 1-1,-1-1 0,1 1 0,0-1 0,1 1 0,-1-1 1,1 1-1,0 0 0,0-1 0,0 1 0,1 0 1,-1-1-1,1 1 0,0 0 0,0 0 0,1 1 1,1-4 132,33-29-5218,4 0-6083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03:03.2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29 16508,'0'0'1695,"-2"23"-678,1-14-931,-2 31 643,2-1 0,2 20-729,0-45 114,1 1-1,0-1 1,0 1 0,2-1 0,0 0-1,0 0 1,2-1 0,-1 0-1,8 12-113,-5-13 91,0 0 0,1 0 0,0-2 0,0 1 0,2-1 0,-1 0-1,9 5-90,-16-12 33,1 0-1,-1-1 0,1 1 0,0-1 1,0 0-1,0 0 0,0-1 0,0 1 1,0-1-1,0 0 0,1 0 0,-1 0 1,0-1-1,1 1 0,-1-1 0,0 0 1,1 0-1,-1-1 0,0 1 1,1-1-1,-1 0 0,0 0 0,0 0 1,0-1-1,0 1 0,0-1 0,1-1-32,0 0 11,0-1-1,-1 0 1,0-1 0,0 1-1,0-1 1,0 0-1,-1 0 1,0 0-1,0 0 1,0-1 0,0 1-1,-1-1 1,0 1-1,0-1 1,-1 0-1,1 0 1,-1-3-11,3-17 69,-1 1 1,-1 0-1,-2-16-69,0 27 106,-1 0-1,-1 1 0,0-1 0,-1 0 0,0 1 0,-1-1 0,0 1 0,-1 0 0,-1 1 1,0-1-1,-5-6-105,10 17-30,-17-38 49,18 39-110,-1 0 0,1 0 0,0 0-1,0 0 1,0 0 0,0 0 0,0 0-1,0 0 1,1 0 0,-1 0-1,0 0 1,0 0 0,1 0 0,-1 0-1,1 0 1,-1 0 0,1 0-1,-1 0 1,1 1 0,-1-1 0,1 0-1,0 0 1,0 1 0,-1-1 0,1 0-1,0 1 1,0-1 0,0 0-1,-1 1 1,1-1 0,0 1 0,0 0-1,0-1 1,0 1 0,0 0 0,0 0-1,1-1 92,26-4-6120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03:03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181 1 16131,'0'0'1893,"0"0"-330,0 0-619,-23 10-485,-5 2-330,1 2 1,-14 9-130,36-20 34,1 1 0,-1 0 0,1-1 1,0 1-1,1 1 0,-1-1 0,1 0 1,-1 1-1,1 0 0,1 0 0,-1 0 1,1 0-1,0 0 0,0 0 0,-1 6-34,0 3 108,1 0 0,0 1 0,1-1 0,1 13-108,0-11 80,-1-5-44,2-1-1,-1 1 1,1 0 0,1 0-1,0-1 1,0 1 0,1-1-1,1 0 1,-1 0 0,2 0-1,-1 0 1,5 6-36,-4-8 4,1-1-1,-1-1 1,1 1 0,0-1-1,1 0 1,0-1 0,0 1-1,0-1 1,0-1 0,1 1-1,-1-1 1,1-1 0,0 1-1,1-1 1,7 1-4,-7-1-136,-1-1 0,1 0 0,0 0 1,0-1-1,-1-1 0,1 1 0,0-1 0,0-1 0,0 0 1,0 0-1,0-1 0,-1 0 0,1 0 0,-1-1 1,1 0-1,-1 0 0,5-4 136,-4 2-178,-1-1 0,-1-1 1,1 1-1,-1-1 0,0 0 0,0-1 0,-1 1 1,0-1-1,-1-1 0,0 1 0,0-1 0,-1 0 1,0 0-1,0 0 0,2-8 178,3-22 156,-1 0 1,-1-1-1,-3 0 0,-1-5-156,1-51 5118,-2 151-5063,2 0-1,3-1 1,2 0 0,2 0 0,3-1 0,3 3-55,-14-47 3,0 0 0,0 0-1,1-1 1,0 1 0,0-1 0,1 0 0,1 0-1,-1 0 1,6 5-3,-6-9-243,0 0 1,-1-1-1,1 0 1,0 0-1,0 0 0,1 0 1,-1-1-1,1 0 1,-1 0-1,1-1 0,0 1 1,-1-1-1,1 0 0,0-1 1,0 1-1,0-1 243,37 0-6121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03:04.1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89 15835,'0'0'2168,"0"0"-695,0 0-201,-26 8-423,2-1-715,0 1 0,0 1 0,-11 6-134,30-12 26,1 1 0,0-1-1,-1 1 1,2 0 0,-1 0-1,0 0 1,1 0-1,0 1 1,-1-1 0,2 1-1,-1 0 1,1 0 0,-1 0-1,2 0 1,-1 0 0,0 1-1,1-1 1,0 0-1,0 1 1,1-1 0,-1 4-26,-1 3 58,-1 3-2,1 1 1,1 0 0,0 0 0,0 0 0,2 1 0,0-1 0,3 12-57,-3-23 4,0 0 0,1 1 0,0-1 0,0 0 0,0 0 1,1-1-1,-1 1 0,1 0 0,0-1 0,1 1 0,-1-1 0,1 0 0,0 0 0,0-1 0,0 1 0,0-1 0,0 0 0,1 0 0,0 0 0,0-1 0,-1 1 0,1-1 1,1 0-1,1 0-4,5 2-175,0-1 0,0 0 1,0-1-1,0 0 0,0-1 1,0-1-1,1 0 1,-1 0-1,0-1 0,0-1 1,1 0-1,8-3 175,-13 2-139,-1 1 0,0-1 0,0-1 0,0 0 0,0 0 0,0 0 0,-1-1 0,0 0 0,0 0 0,0 0 0,0-1 0,-1 0 0,0 0 0,0 0 0,-1-1 0,0 0 0,0 0 0,0 0 0,-1 0 0,1-4 139,6-24 612,-2-1 1,-2 0-1,-1 0 1,-1-1-1,-3 0 1,-2-30-613,1 55 560,2 89-538,3-1-1,3 0 0,11 42-21,-13-103 117,-2-25-54,2-38-30,-5 32-29,5-27 36,2 0 0,11-36-40,-13 58 17,1 1 1,1 0-1,1 0 0,0 0 0,2 2 1,11-16-18,-18 29-3,0 0 0,0 0 0,1 0 0,0 1 1,0 0-1,0 0 0,1 0 0,-1 0 1,1 1-1,2-1 3,-6 3-4,0 0-1,0 0 1,0 0 0,0 1 0,0-1-1,1 1 1,-1-1 0,0 1 0,0 0 0,0 0-1,0 0 1,1 0 0,-1 0 0,0 0 0,0 1-1,0-1 1,0 1 0,1-1 0,-1 1 0,0 0-1,0 0 1,0 0 0,-1 0 0,1 0-1,0 0 1,0 1 0,0-1 0,-1 1 0,1-1-1,-1 1 1,1-1 0,-1 1 0,1 1 4,3 7-4,1 0 0,-2 0 1,1 1-1,-1 0 0,-1 0 0,0 0 1,0 0-1,-2 0 0,1 1 1,-1 5 3,2 34-31,-5 41 31,1-58 4,1-16 1,-2-1 0,0 0 1,-4 15-6,5-27-19,0 0 0,0 0 0,-1 0 1,0-1-1,0 1 0,0 0 0,0-1 1,-1 0-1,0 1 0,0-1 0,0 0 1,0-1-1,0 1 0,-1 0 0,0-1 19,3-2-109,0-1 0,0 1-1,0 0 1,1-1-1,-1 0 1,0 1 0,0-1-1,0 0 1,0 1-1,0-1 1,0 0 0,0 0-1,0 0 1,0 0 0,0 0-1,0 0 1,0 0-1,0 0 1,0 0 0,0 0-1,0-1 1,0 1-1,0 0 1,0-1 0,0 1-1,0-1 1,0 1-1,0-1 1,0 1 0,0-1-1,1 0 1,-1 1-1,0-1 1,0 0 0,0 0 109,-17-32-5332,4-8-2022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03:04.5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0 6177,'0'0'12219,"0"0"-10883,0 0 873,0 0-1073,0 0-136,0 0-472,-21 146-232,39-98-184,6-1-112,5 0 0,23 12-392,-5-14-1616,1-10-5002</inkml:trace>
  <inkml:trace contextRef="#ctx0" brushRef="#br0" timeOffset="1">704 663 20500,'0'0'1873,"0"0"-1321,0 0-552,0 0-1552,0 0-10475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03:04.8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16844,'0'0'2608,"0"0"-919,0 0-1689,0 0-2401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05:04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1 119 9938,'0'0'1882,"0"0"445,0 0 206,0 0-482,0 0-404,5-20-150,19-60-418,-24 79-1051,0 1 0,0-1 0,0 0 1,0 1-1,0-1 0,0 0 0,0 1 0,0-1 0,0 0 0,1 0 0,-1 1 0,0-1 0,0 1 0,1-1 1,-1 0-1,0 1 0,1-1 0,-1 1 0,1-1 0,-1 1 0,1-1 0,-1 1 0,1-1 0,-1 1 0,1-1 1,-1 1-1,1 0 0,0-1 0,-1 1 0,1 0 0,0-1 0,-1 1 0,1 0 0,0 0-28,6 12 134,-6-9-36,10 26 170,-1 2-1,-2-1 1,-1 1-1,2 26-267,3 6 272,38 236 603,-24-130-213,37 125-662,-61-292 35,0-11 40,0-31 141,0-57 92,-3-60-474,7-1 0,7 1 0,14-40 166,-24 176-74,2-1-1,1 1 1,0 1-1,2-1 1,2-4 74,-7 20-17,-1 0 1,1 1-1,0-1 1,0 1-1,0 0 1,1 0-1,0 0 1,-1 0-1,1 1 0,1 0 1,0-1 16,-2 2-8,0 1 1,0-1-1,0 1 1,0 0-1,0 0 0,0 0 1,1 0-1,-1 1 1,0-1-1,0 1 0,1 0 1,-1 0-1,0 0 1,1 0-1,-1 1 0,0 0 1,0-1-1,0 1 1,1 0 7,0 1-2,0 0-1,0 0 1,0 1 0,-1-1 0,1 1 0,-1 0 0,1 0 0,-1 0-1,0 0 1,0 1 0,0-1 0,-1 1 0,1 0 0,-1 0 0,0 0 0,0 0-1,0 0 1,-1 0 0,1 0 0,-1 1 0,0-1 0,0 1 0,0 1 2,2 16-7,0 1 1,-1-1 0,-1 23 6,-2-28 15,-1 0 0,0 0 1,-1 0-1,-1 0 0,-1-1 1,0 1-1,-1-1 1,-1 0-1,-1-1 0,0 0 1,0 0-1,-2-1 0,0 0 1,0 0-1,-12 10-15,0-1 29,0-2 0,-2 0 0,-1-1 0,0-2 0,-1-1 0,-1 0 0,-1-2 0,-10 3-29,35-16 18,26-6 75,9-7-104,1 1-1,1 2 0,-1 1 1,1 2-1,0 1 1,18 1 11,-30 3-4,0 1 1,0 0 0,-1 2 0,1 0-1,-1 2 1,1 0 0,5 3 3,-17-4-4,0 0 1,-1 1-1,0 0 0,0 1 1,0 0-1,0 0 0,-1 1 1,0 0-1,-1 1 0,1-1 1,-2 1-1,1 1 0,-1-1 1,0 1-1,-1 0 0,2 3 4,0 3 0,-1 0 0,0 0 0,-1 1 0,-1-1 0,0 1 0,-1 0 0,-1 0 0,0 1 0,-2-1 0,1 0 0,-2 0 0,0 1 0,-1-1 0,-1 0 0,0 0 0,-1-1 0,-1 1 0,-1-1 0,0 0 0,0 0 0,-2 0 0,0-1 0,-1 0 0,0-1 0,-1 0 0,0-1 0,-1 1 0,-8 6 0,9-12 38,0 0 0,0 0 0,0-1 0,-1 0 0,0-1 0,0-1 0,0 1 0,0-2 0,-1 1 0,0-2 0,-5 1-38,-12 1 115,0-3 0,0 0 0,0-2 0,-5-1-115,21 0 78,1 0 1,0-1-1,0-1 1,1 0-1,-1 0 1,1-1-1,0 0 1,0-1-1,-9-7-78,-25-12-1414,-3 7-4107,40 15-1833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05:05.3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1 9194,'0'0'1251,"0"0"55,0 0 46,0 0-505,-14 20-107,0 0-438,2-3 93,0 0-1,1 0 1,1 1 0,1 0-1,0 1 1,-5 18-395,-3 22 1210,2 0 0,3 1 0,3 0 0,0 20-1210,3 33 1424,7 98-1424,1-176 44,2-1 1,1 0-1,1 0 0,2 0 1,1-1-1,2 0 1,1-1-1,2 0 0,1-1 1,11 16-45,-19-36-108,1-1-1,0 1 1,1-1 0,0-1 0,1 1-1,10 7 109,37 21-3552,-15-15-3799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05:07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0 7394,'0'0'3823,"0"0"-2080,0 26 630,0 168 1579,-2-95-1917,-3 0-1,-12 46-2034,16-129 118,-1 7-121,1-21 368,0-12 488,-2-36-614,3 0-1,1 0 1,7-40-239,-5 65-4,1 1 0,2 0 0,0-1 0,0 2 0,2-1 0,1 1 0,0 0 0,1 1 0,10-13 4,-7 14 2,0 0 0,1 0 0,1 1 1,1 1-1,3-2-2,-14 13-3,0 0 0,0 0 0,1 0-1,-1 0 1,1 1 0,0 0 0,0 0 0,0 1 0,0 0 0,0 0-1,1 0 1,-1 1 0,1 0 0,-1 0 0,1 0 0,0 1 0,-1 0-1,7 1 4,-10 0-3,0 0 0,-1 1-1,1-1 1,0 1-1,-1 0 1,1-1-1,-1 1 1,1 0 0,-1 1-1,0-1 1,0 0-1,0 1 1,0-1-1,-1 1 1,1-1 0,0 1-1,-1 0 1,0 0-1,0 0 1,0 0-1,0 0 1,0 0 0,-1 1 3,5 14 1,-1 1 0,-1 0 0,0 6-1,-2-17 1,4 68 29,-3 53-30,-1 11 6,-1-138-47,0-1 1,1 1 0,-1 0-1,0-1 1,0 1 0,1-1-1,-1 1 1,1 0 0,-1-1-1,1 1 1,0-1 0,-1 1-1,1-1 1,0 1 0,0-1-1,0 0 1,0 0 0,0 1-1,1-1 1,-1 0 0,0 0-1,0 0 1,1 0 0,-1 0-1,1 0 1,-1-1 40,3 2-148,-1-1 0,1-1 0,-1 1 0,1-1 0,0 1 0,-1-1 0,1 0 1,-1 0-1,1 0 0,-1-1 0,1 1 0,0-1 148,11-3-1152,-2 0 1,1-1-1,0 0 0,-1-1 1,11-6 1151,27-20-5395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05:08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12803,'0'0'1552,"0"0"264,0 0-607,0 0-785,0 0-208,0 0 184,0 0-208,152 16-88,-108-11-104,-2-5 0,0 0-328,-10 0-1937,-14 2-3240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05:08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11763,'0'0'1512,"0"0"536,0 0-615,0 0-681,0 0-32,0 0 344,0 0-504,108 38-320,-48-38-240,32-5-40,-16-14-2608,-8-2-5906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05:09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89 10442,'0'0'1499,"0"0"-377,0 0 207,0 0-586,0 0-368,0 0 90,14-14 94,41-43 41,-53 55-561,-1 1 0,1-1-1,0 1 1,-1 0-1,1-1 1,0 1 0,0 0-1,0 0 1,0 0 0,0 0-1,0 0 1,0 1-1,0-1 1,1 1 0,-1-1-1,0 1 1,1 0-39,-1 0 8,-1 0 1,0 1 0,0-1-1,0 0 1,0 1 0,-1-1-1,1 1 1,0-1 0,0 1-1,0 0 1,0-1 0,0 1-1,-1 0 1,1 0 0,0 0-1,-1-1 1,1 1 0,0 0-1,-1 0 1,1 0 0,-1 0-1,0 0 1,1 1-9,1 5 0,0 1 0,-1-1-1,0 1 1,0 0 0,0-1 0,-1 8 0,0-12 19,0 12 105,-1 1-1,-1 0 1,0-1 0,-1 1-1,0-1 1,-1 1 0,-1-1-1,0-1 1,-1 1 0,-1-1-1,-1 0 1,1 0 0,-2-1-1,0 0 1,-4 4-124,-9 10 526,-2-1 0,0-2 0,-10 8-526,33-31 168,2-14 928,3 5-1054,0 0 0,0 0-1,1 1 1,0-1 0,0 1 0,0 0 0,1 0 0,0 1-1,1 0 1,-1 0 0,1 0 0,1 1 0,6-4-42,-11 6-1,1 0 0,-1 1 0,1 0 0,0 0 0,0 0-1,0 0 1,0 0 0,0 1 0,0 0 0,1 0 0,-1 0 0,0 0 0,0 1 0,1 0 0,-1 0 0,1 0 0,-1 0 0,0 0 0,1 1 0,-1 0 0,0 0 0,0 0 0,0 1 0,0-1-1,0 1 1,0 0 0,0 0 0,0 1 0,1 0 1,32 33-17,-26-24 192,0-1-1,2 0 1,-1-1-1,1 0 1,12 6-175,-20-13-229,0-1 0,1 1 1,-1-2-1,1 1 0,-1 0 0,1-1 1,0 0-1,-1-1 0,1 1 0,0-1 1,-1 0-1,1 0 0,0-1 0,0 0 1,-1 0-1,1 0 0,-1-1 0,6-1 229,26-14-5345</inkml:trace>
  <inkml:trace contextRef="#ctx0" brushRef="#br0" timeOffset="1">609 51 12643,'0'0'1581,"0"0"304,-11 28-88,-32 93-614,40-112-1089,0 0 0,1-1 0,0 1-1,1 0 1,0 1 0,0-1-1,1 0 1,0 0 0,1 0 0,0 0-1,0 0 1,1 0 0,0 0-1,1 0 1,1 2-94,-2-6 18,1-1 1,-1 1-1,1-1 0,0 0 0,1 0 1,-1 0-1,1 0 0,-1-1 1,1 0-1,0 0 0,1 0 0,-1 0 1,0 0-1,1-1 0,-1 0 0,1 0 1,0 0-1,0 0 0,0-1 0,0 0 1,0 0-1,0 0 0,2 0-18,2 0 40,-1 0 0,1-1 0,0 0-1,0 0 1,-1-1 0,1 0 0,0 0 0,-1-1-1,1 0 1,-1 0 0,1-1 0,-1-1 0,1 0-40,-2 0 145,-1 0 0,1-1 0,-1 0 0,0 0 0,-1-1 0,1 0-1,-1 0 1,0 0 0,0 0 0,-1-1 0,0 0 0,0 0 0,-1 0 0,3-7-145,1-3 463,-1 0-1,-1 0 0,3-19-462,-6 28 85,-1 0 1,0 0 0,-1 0-1,0 0 1,0 0-1,0 0 1,-1-1-1,0 1 1,-3-7-86,3 12-3,0 1 1,-1 0-1,1 0 1,-1 0-1,1 0 0,-1 0 1,0 0-1,0 0 1,0 0-1,0 1 1,0-1-1,0 1 0,0-1 1,-1 1-1,1 0 1,0 0-1,-1 0 1,1 0-1,-1 1 0,1-1 1,-1 0-1,1 1 1,-3 0 2,-64-3-479,55 4 233,-61 2-2023,1 10-2821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05:11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1 164 7818,'0'0'1732,"0"0"242,0 0-146,0 0-425,0 0-217,4-17-70,18-52-234,-20 64-830,1 0 1,-1 1 0,1 0-1,0 0 1,0 0 0,1 0 0,-1 0-1,1 0 1,0 1 0,0 0 0,0-1-1,0 2 1,0-1 0,1 0 0,-1 1-1,1 0 1,0 0 0,0 0-53,6-1 20,0 0 0,0 0 1,0 2-1,0-1 0,0 1 0,10 1-20,-19 0 3,1 0 0,0 0-1,-1 1 1,1-1-1,0 1 1,-1-1-1,1 1 1,-1 0-1,1 0 1,-1 0 0,1 0-1,-1 1 1,0-1-1,1 1 1,-1-1-1,0 1 1,0 0 0,0 0-1,0 0 1,0 0-3,1 3 19,0-1-1,0 1 1,0 0 0,-1 0 0,0 1 0,0-1 0,0 0 0,0 1-1,0 4-18,1 8 182,-2 1 0,1-1 0,-2 1-1,0-1 1,-3 17-182,0-23 115,0 0 1,-1-1-1,0 1 0,-1-1 1,0 0-1,0 0 0,-1-1 1,-1 1-1,0-1 1,0-1-1,-1 1 0,0-1 1,-1-1-1,0 1 0,0-2 1,-1 1-1,0-1 0,0-1 1,0 1-1,-1-2-115,9-4 44,0 0 1,0 0-1,0 0 1,1-1-1,-1 1 0,0-1 1,0 1-1,0-1 0,0 0 1,0 0-1,0 0 0,0 0 1,0 0-1,0 0 0,0-1 1,0 1-1,0 0 1,0-1-1,0 0 0,1 1 1,-1-1-1,0 0 0,0 0 1,1 0-1,-1 0 0,0 0 1,1-1-1,-1 1 0,1 0 1,0-1-1,-1 1 1,1-1-1,0 1 0,0-1 1,0 0-1,0 1 0,-1-3-44,1-1 48,-1-1 0,1 0 0,-1 0 0,2 0-1,-1 0 1,1 0 0,0-1 0,0 1 0,0 0 0,1 0-1,0 0 1,1-3-48,-2 8 2,1-1-1,-1 1 0,0 0 1,1-1-1,-1 1 0,1 0 1,0-1-1,-1 1 0,1 0 0,0 0 1,0-1-1,0 1 0,0 0 1,0 0-1,0 0 0,0 0 1,0 0-1,0 0 0,0 1 1,0-1-1,1 0 0,-1 0 1,0 1-1,1-1 0,-1 1 1,1-1-2,1 1 5,1-1 1,-1 1-1,1 0 1,-1 0-1,1 1 1,-1-1-1,0 1 1,1-1-1,-1 1 1,0 0-1,2 1-5,8 3 54,-1 1 1,0 0-1,0 0 0,-1 2 0,7 4-54,21 21 342,-2 2-1,-1 2 1,16 22-342,-50-57-79,0 0-1,0-1 0,0 1 1,0-1-1,0 0 0,0 0 1,0 1-1,0-1 0,1-1 1,-1 1-1,0 0 0,1-1 1,-1 1-1,1-1 0,-1 1 0,1-1 1,-1 0-1,0 0 0,1 0 1,-1-1-1,1 1 0,-1-1 1,1 1-1,-1-1 0,0 0 1,1 0-1,-1 0 0,0 0 1,1 0 79,7-4-1105,0 0 0,-1-1 0,1 0 0,-1-1 0,6-6 1105,18-17-5318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05:11.9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38 13451,'0'0'1787,"0"0"220,0 0-667,0 0-433,-11 23-37,-33 76-35,40-89-699,1 0 1,0 1-1,1-1 1,0 1 0,0 0-1,1-1 1,1 1 0,0 0-1,0 0 1,1 0 0,0 0-1,1-1 1,1 2-137,-2-7 22,1-1 1,-1 1-1,1-1 1,0 0-1,1 1 1,-1-1-1,1 0 1,0-1-1,0 1 1,0 0-1,1-1 0,-1 0 1,1 0-1,0 0 1,-1 0-1,2 0 1,-1-1-1,0 1 1,0-1-1,1-1 1,-1 1-1,1 0 1,-1-1-1,1 0 1,0 0-1,-1 0 0,1-1 1,0 0-1,3 0-22,3 1 14,-1-1-1,0 0 1,1-1-1,-1 0 0,0 0 1,0-1-1,1-1 0,-2 0 1,1 0-1,0-1 1,0 0-1,-1 0 0,2-3-13,-3 2 76,-1-1 0,0 0-1,0 0 1,0-1-1,-1 1 1,0-2 0,-1 1-1,1-1 1,-1 1-1,-1-2 1,0 1-1,0 0 1,0-1 0,-1 0-76,2-7 202,-2 0 1,0 0-1,0 0 1,-2 0 0,0 0-1,0 0 1,-2-9-203,0 21 42,0-1 1,0 0-1,0 1 1,0-1-1,-1 1 1,1-1-1,-1 1 1,0 0-1,-1 0 1,1 0-1,-1 0 1,1 0-1,-1 0 1,-4-2-43,0-1 2,0 0 1,0 0-1,-1 1 1,0 1-1,0-1 0,-5-1-2,11 6-545,2 4-1890,0 11-4017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05:12.2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357 1 1464,'0'0'15164,"0"0"-13996,0 0 288,0 0-728,-94 148-312,52-89-240,-3 3-176,-23 20-472,13-13-2632,2-10-8043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05:21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111 339 11763,'0'0'1776,"-7"31"-996,-3 9-550,-33 149 759,33-112-744,7-49-51,-1 0 0,-5 19-194,8-46 473,-1-16 1391,-7-101-363,2 53-559,2-1 1,4 0 0,3 0 0,2-8-943,-1 57 92,1 0 0,0 0 0,1 0-1,1 0 1,0 1 0,0 0 0,2 0 0,0 1 0,0 0 0,1 0 0,11-11-92,-6 9 61,0 0 0,2 1 0,-1 0 1,2 1-1,0 1 0,0 0 0,1 1 0,13-5-61,-24 13 10,-1 0 1,1 0-1,-1 1 0,1 0 0,0 0 1,0 1-1,0-1 0,0 2 0,0-1 0,0 1 1,0 0-1,0 0 0,0 1 0,0 0 1,0 0-1,0 1 0,0 0 0,0 0 1,-1 0-1,1 1 0,-1 0 0,1 0 1,-1 1-1,5 4-10,-5-3 12,0 1 0,0 0 0,-1 0 1,0 0-1,0 1 0,-1 0 0,0 0 0,0 0 0,0 0 1,-1 1-1,0-1 0,0 1 0,-1 0 0,0 0 0,-1 0 1,0 0-1,0 0 0,0 0 0,-1 0 0,0 1 1,-1 4-13,-1-7 23,0 0 0,1 0 0,-2 0 1,1 0-1,-1 0 0,0-1 0,0 1 1,0-1-1,-1 0 0,0 0 0,0 0 1,0 0-1,-1-1 0,1 0 0,-1 0 1,0 0-1,-1 0 0,1-1 0,0 0 1,-1 0-1,-1 1-23,-8 4 34,-1-1-1,0-1 1,0 0 0,0-1-1,-1 0 1,1-2 0,-11 2-34,23-5 14,-1 1 1,1-1-1,0 0 1,-1 0 0,1 0-1,0 0 1,-1-1-1,-1 0-14,5 0-35,0 1-1,0-1 1,0 0 0,0 1-1,0-1 1,0 0-1,0 0 1,0 1 0,0-1-1,0 0 1,1 0-1,-1 0 1,0 0 0,0 0-1,1-1 1,-1 1-1,1 0 1,-1 0 0,1 0-1,0 0 1,-1-1-1,1 1 1,0 0 0,0 0-1,0-1 1,0 1-1,0 0 1,0 0 0,0-1-1,0 1 36,0-1-109,1 1 0,-1 0 0,1-1-1,0 1 1,-1 0 0,1 0 0,0-1 0,0 1 0,0 0-1,0 0 1,0 0 0,0 0 0,0 0 0,0 0 0,0 0-1,1 1 1,-1-1 0,0 0 0,0 1 0,1-1 0,-1 1-1,1-1 1,-1 1 0,2-1 109,44-12-3904,-34 11 1608,31-8-6074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05:21.8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13499,'0'0'1688,"0"0"-367,0 0 271,0 0-832,0 0-464,0 0-176,141 9-112,-93-4-8,4-3-896,-13-2-1305,-15 3-2776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05:22.2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 14963,'0'0'1881,"0"0"439,0 0-351,0 0-513,0 0-544,0 0-376,160 9-368,-83-9-104,4 0-64,26-14-360,-17 0-1912,-20 2-3258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05:22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0 16860,'0'0'1641,"0"0"-556,0 0-175,-19 20-304,-63 69 6,75-80-493,1 0 1,0 0-1,1 0 0,-1 0 1,2 1-1,0 0 0,0 0 1,1 0-1,0 1 1,1-1-1,0 1 0,0 0 1,1-1-1,1 1 0,0 0 1,0 0-1,1-1 0,2 10-119,-2-17 15,0 1-1,0-1 0,0 0 0,1 0 0,-1-1 0,1 1 0,0 0 0,0 0 1,0-1-1,0 1 0,0-1 0,1 0 0,-1 0 0,1 0 0,0 0 0,-1 0 1,1 0-1,0 0 0,0-1 0,0 0 0,0 0 0,0 0 0,0 0 0,0 0 1,1 0-1,1-1-14,12 4 59,1-2 0,-1 0 0,1-2 0,6 0-59,-18 0 13,7 0 2,0 0 0,0-1 1,-1-1-1,1 0 1,0-1-1,-1 0 1,0-1-1,0 0 0,3-2-15,-10 3 41,0 1-1,-1-1 0,1 0 0,-1 0 1,0 0-1,0 0 0,0-1 0,-1 1 0,1-1 1,-1 0-1,0 0 0,0-1 0,0 1 1,0-1-1,-1 1 0,0-1 0,0 0 0,0 0 1,0 0-1,-1 0 0,0 0 0,0 0 1,0 0-1,-1-1-40,1-9 226,0-1-1,-1 0 1,-1 1 0,0-1-1,-1 1 1,-1-1 0,0 1-226,2 10 11,-1 1 0,1 0 0,0 0 0,-1 0-1,0 0 1,0 0 0,0 0 0,-1 1 0,1-1 0,-1 1 0,0-1 0,0 1 0,0 0 0,0 0 0,0 0 0,-1 1 0,1-1 0,-1 1-1,0 0 1,0 0 0,0 0 0,0 0 0,0 1 0,0 0 0,0 0 0,-1 0 0,-1 0-11,-6-1-56,0 1 0,1 0 0,-1 1 0,0 0 0,-2 2 56,12-2-227,0 0 0,0 0 1,-1 1-1,1-1 0,0 1 0,0 0 1,0 0-1,0 0 0,-1 0 0,1 0 0,0 0 1,1 0-1,-1 0 0,0 1 0,0-1 1,1 1-1,-1 0 0,0-1 0,1 1 1,0 0-1,-1 0 0,1 0 0,0 0 1,0 0-1,0 0 0,0 0 0,1 0 0,-1 3 227,-1 13-8905</inkml:trace>
  <inkml:trace contextRef="#ctx0" brushRef="#br0" timeOffset="1">603 378 14347,'0'0'2081,"0"0"-193,-65 125 296,39-71-1431,-1-2-457,4-9-160,2-8-64,2-9-72,9-14-8,2-7-1873,8-5-4728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05:23.1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15 8994,'0'0'1891,"0"0"-600,-12 22 444,-36 73-400,43-85-1157,1 1 0,1 0 0,-1-1-1,2 1 1,0 1 0,0-1 0,1 0 0,0 0 0,1 1 0,0-1 0,1 0 0,0 0-1,2 5-177,-2-13 37,0 1 0,0-1 0,1 0-1,-1 0 1,1 1 0,0-1 0,0-1-1,0 1 1,0 0 0,1 0 0,-1-1-1,1 1 1,0-1 0,-1 0-1,1 0 1,0 0 0,0 0 0,0-1-1,0 1 1,1-1 0,-1 1 0,0-1-1,1 0 1,-1-1 0,1 1 0,-1 0-1,1-1 1,2 0-37,5 1 31,1 0-1,-1-1 0,0 0 1,0 0-1,1-2 1,-1 1-1,0-2 1,7-1-31,-12 2 94,1-1 1,-1 0 0,0 0-1,0-1 1,0 1 0,-1-1-1,1 0 1,-1-1 0,0 1-1,0-1 1,0 0 0,-1-1 0,1 1-1,-1-1 1,-1 1 0,1-1-1,-1 0 1,0-1 0,-1 1-1,1 0 1,-1-1 0,0 0-1,-1 1 1,1-6-95,-1 4 213,0 1 0,-1-1 0,1 1 0,-2-1-1,1 1 1,-1-1 0,0 1 0,-1 0 0,0-1 0,0 1 0,0 0 0,-1 0 0,0 0 0,-1 1 0,1-1-1,-1 1 1,-1 0 0,1 0 0,-1 0 0,0 0 0,0 1 0,-5-4-213,3 3-36,0 1 0,0 0 0,-1 0 1,0 0-1,1 1 0,-2 0 0,1 1 0,0 0 0,-1 0 1,1 1-1,-1 0 0,0 0 0,0 1 0,-7 0 36,23 13-5538,14 2-478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05:23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1 220 12219,'0'0'2694,"0"0"-37,7-21-203,-1 2-1948,8-20 709,-1-1 1,-3 0-1,2-15-1215,-11 50 611,-1 10-266,-3 28-197,-5 49-241,-16 94-383,21-117-2181,1 0-3730,2-53 242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05:23.8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1096,'0'0'8314,"0"0"-7170,0 0 1137,0 0-1025,0 0-760,0 0-344,0 0-64,175 26-88,-114-26-152,-14 0-984,-8-5-4865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05:30.915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0 1 416,'0'0'0,"0"0"-192,0 0-32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05:31.299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0 1 1216,'197'33'1577,"-192"-33"-457,1 0-232,-4 0-448,-2 0-440,5 0-448,-2 0-512,2 0-953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05:37.133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0 138 7570,'0'0'829,"0"0"-530,0 0-159,0 0 92,0 0 328,29 1-16,218 3 390,-66 3 769,168 28-1703,-299-30 459,0-1 0,0-3 1,0-1-1,22-5-459,198-33 674,-11 1-454,-202 32-212,15 0 49,-1-4 0,0-2 0,40-14-57,-43 10 439,0 3 0,0 3 0,1 3 0,9 3-439,25-3 79,57-2 316,77 9-395,-198 3 15,-1 2 0,0 2 0,0 1 0,-1 2 0,-1 2 0,0 1 0,24 13-15,1-1 44,59 17-44,-74-34 24,-1-2 0,2-2 1,-1-2-1,0-2 0,1-1 0,25-6-24,-7-1 64,46-12-64,-43 7 82,34-1-82,331-4 374,-253 13 25,0 8-1,155 25-398,353 84 746,-347-56-706,2-14 0,2-15 0,120-14-40,-437-14-1,152-1 8,0 8 1,81 18-8,248 28 53,-257-31-38,505 10-1,-639-29-8,-1-5-1,1-6 0,72-15-5,-91 4 5,43-10 25,1 7 1,91 0-31,309 19-15,-106 3 12,-295-8 62,10-7-59,-24 1-4,68 4 4,-112 10 4,148 1 27,18 11-31,-130-2 39,160 17 2,-208-17 91,-1 4 0,65 21-132,-135-35-66,28 13 538,-28-5-595,-17 2-1965,-6-1-2310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05:38.917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1 150 4825,'0'0'1290,"0"0"613,0 0 704,0 0-665,0 0-913,0 0-274,0 0-79,0 0-186,0 0-152,0 0-132,0 0-148,0 0-48,3 0-13,618-17 157,-579 15-152,34-1-1,-1 3-1,56 7 0,-47-2 18,1-4-1,-1-4 1,1-3-1,45-12-17,-70 11 4,184-26 23,-60 6-46,1 8-1,58 6 20,-171 13-1,598-8 69,-104 2-50,-395 6-16,103 14 4,-135-5-3,-129-8-3,48 1-4,0 3 0,0 3 0,34 9 4,-91-17 94,-1 0 0,1 0-1,0 1 1,-1-1 0,1 0 0,-1 0 0,1 0 0,0 0 0,-1 0 0,1 1-1,-1-1 1,1 0 0,-1 0 0,1 1 0,0-1 0,-1 1 0,1-1-1,-1 0 1,0 1 0,1-1 0,-1 1 0,1-1 0,-1 1 0,0-1 0,1 1-1,-1-1 1,0 1 0,0-1 0,1 1-94,-1 4-1589,0 2-2882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05:44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65 12843,'0'0'1536,"0"0"-446,0 0-302,0 0-324,-7 21 63,-4 2-222,6-13-137,1 0 1,0 0-1,0 0 1,1 0-1,0 1 1,1-1-1,1 1 1,-1-1-1,1 1 0,1 10-168,0-13 178,0 0 0,0 0-1,1 0 1,0 1-1,0-1 1,1 0 0,0 0-1,0 0 1,1-1-1,1 3-177,-1-6 30,-1-1 0,1 1 0,0-1 0,0 1 0,0-1 1,0 0-1,1 0 0,-1-1 0,1 1 0,0-1 0,0 0 0,0 0 0,0 0 0,0 0 0,0-1 0,0 1 0,1-1 0,-1 0 0,0-1 0,1 1-30,13 2 57,0 0 0,1-1-1,-1-1 1,0-1 0,1 0 0,-1-2 0,0 0 0,14-3-57,-29 4 86,0-1 0,0 1 0,0 0 0,0-1 1,0 0-1,-1 0 0,1 0 0,0 0 0,-1 0 1,1 0-1,-1 0 0,0-1 0,0 0 0,0 1 0,0-1 1,0 0-1,-1 0 0,1 0 0,-1 0 0,0 0 1,0 0-1,0 0 0,0 0 0,0 0 0,-1-1 0,0 1 1,1 0-1,-1 0 0,0-1 0,-1 1 0,1 0 1,-1-2-87,0-7 199,-1 1 1,0 0 0,-1 0-1,0 0 1,-1 0 0,0 1 0,0-1-1,-7-9-199,-105-156 604,162 177-7301,-15 9-55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05:45.6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46 12163,'0'0'1581,"0"0"-12,0 0 198,-14 22-531,0-1-944,7-11-155,0 0-1,0 0 1,1 1-1,0 0 1,1 1-1,1-1 0,-1 1 1,2 0-1,0 0 1,0 0-1,1 0 1,0 5-137,0 2 266,1 0 0,1-1 0,1 1 0,0 0 0,2 0 0,0 1-266,-2-16 24,0 0-1,0 0 1,1 0-1,-1 0 1,1 0 0,0 0-1,0 0 1,0-1-1,1 1 1,-1-1-1,1 0 1,0 0 0,0 0-1,0 0 1,0 0-1,0 0 1,1-1 0,-1 0-1,1 0 1,-1 0-1,1 0 1,0 0 0,0-1-1,0 1 1,0-1-1,0 0 1,0-1 0,1 1-1,2 0-23,-3-1 16,1 1-1,0-1 0,0 0 1,-1 0-1,1 0 1,0-1-1,0 0 0,-1 1 1,1-2-1,-1 1 1,1-1-1,-1 1 0,1-1 1,-1 0-1,2-2-15,-1 0 13,-1 0 1,0 0-1,0 0 0,-1 0 0,1-1 0,-1 1 1,0-1-1,0 0 0,0 0 0,-1 0 0,0 0 1,0-1-1,0 0-13,3-10 102,-1 0 0,0 0 0,-1 0 0,-1-1 0,-1 1 0,0-1 0,-1 1 0,-3-15-102,2 17 86,-1 1-1,0 0 0,-1 0 0,-1 0 0,0 1 1,0-1-1,-1 1 0,-1 0 0,0 0 0,-1 0 1,-2-1-86,4 7 16,0 1 1,0-1-1,-1 1 1,1 0-1,-1 0 1,-1 1-1,1-1 1,-5-1-17,8 4-29,0 1 0,0-1 1,0 1-1,0 0 0,-1 0 0,1 0 0,0 0 0,0 0 1,-1 1-1,1-1 0,0 1 0,-1 0 0,1 0 0,-1 0 1,1 1-1,0-1 0,-1 1 0,1 0 0,0 0 1,-2 0 28,4 0-95,0 0 1,0 0 0,1-1 0,-1 1 0,0 0-1,0 0 1,0 0 0,1 0 0,-1 0 0,0 0-1,1 0 1,-1 0 0,1 0 0,-1 1 0,1-1-1,0 0 1,-1 0 0,1 0 0,0 0 0,0 1-1,0-1 1,0 0 0,0 0 0,0 1 0,0-1-1,0 0 1,1 0 0,-1 0 0,0 0 0,1 1-1,-1-1 1,1 0 0,0 1 94,20 35-7043,9-10-5940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05:46.1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103 254 9898,'0'0'3442,"0"0"-1780,0 0 585,7-21-507,10-31 382,-1 0 0,4-37-2122,-18 73 346,0-4-56,-1 17-78,0 7 106,10 127-317,1 15-153,-7 4 152,-5-148-36,0-1 1,-1 0 0,1 0-1,-1 0 1,1 0-1,-1 0 1,1 0 0,-1 0-1,0 0 1,1 0 0,-1 0-1,0 0 1,0 0-1,0 0 1,0-1 0,0 1-1,0 0 1,0-1-1,0 1 1,0 0 0,0-1-1,0 1 1,0-1-1,0 0 1,0 1 0,0-1-1,-1 0 1,1 0-1,0 0 1,0 0 0,0 0-1,-2 0 36,-49 1 115,37-2-148,-84 1 265,98 0-217,30 0 178,11 1-181,-12 0-423,1-1-1,-1-2 1,0-1-1,20-4 412,6-9-4727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05:46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0 3393,'0'0'11346,"0"0"-9754,0 0-119,0 0 327,50 184-247,-26-87-73,-3 9-120,-8 3-464,-11-5-368,-2-10-360,0-11-160,-5-3-8,-13-12-376,-22 17-872,6-18-1424,0-8-3058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05:51.5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49 2657,'0'0'3459,"0"0"-2301,0 0-649,0 0-194,0 0 2,0 0 509,2 4 415,8 12-431,-9-8 5768,38-24-5575,-39 16-985,1 0-1,-1 1 1,1-1-1,-1 0 1,1 0 0,0 0-1,-1 1 1,1-1-1,-1 0 1,1 0-1,-1 1 1,0-1-1,1 1 1,-1-1-1,1 0 1,-1 1-1,0-1 1,1 1-1,-1-1 1,0 1 0,1-1-1,-1 1 1,0-1-1,0 1 1,1-1-1,-1 1 1,0-1-1,0 1 1,0-1-1,0 1 1,0 0-1,0-1 1,0 1-1,0-1 1,0 1 0,0-1-1,0 1 1,0 0-1,0-1 1,-1 1-1,1-1 1,0 1-1,0-1 1,-1 1-18,-1 8 202,1-22 282,1 8-401,1 1-1,0-1 1,0 1 0,0-1-1,0 1 1,0 0 0,1 0-1,0 0 1,0 0 0,0 0 0,1 0-1,-1 0 1,2-1-83,-4 14-88,0-8 102,0-1-1,1 1 1,-1-1 0,0 1 0,0-1-1,0 1 1,0-1 0,0 1 0,0-1-1,0 1 1,0-1 0,0 1 0,0-1-1,0 0 1,0 1 0,0-1 0,-1 1 0,1-1-1,0 1 1,0-1 0,0 1 0,-1-1-1,1 1 1,0-1 0,0 0 0,-1 1-1,1-1 1,0 0 0,-1 1 0,1-1-1,-1 0 1,1 1 0,0-1 0,-1 0-1,1 0 1,-1 0 0,1 1 0,-1-1-1,1 0 1,-1 0 0,1 0 0,0 0 0,-1 0-1,1 0 1,-1 0 0,1 0 0,-1 0-1,1 0 1,-1 0 0,1 0 0,-1 0-1,1 0 1,-1 0 0,1 0 0,-1-1-1,1 1 1,-1 0 0,1 0 0,0-1-1,-1 1 1,1 0 0,0 0 0,-1-1-14,0 0 34,0-1 0,0 1 0,1-1 0,-1 1 1,0-1-1,1 1 0,-1-1 0,1 1 0,-1-1 1,1 0-1,0 1 0,0-1 0,0 0 0,0 1 1,0-1-1,0 0 0,0 1 0,0-1 0,1 1 1,-1-1-1,1 0 0,-1 1-34,4-1-161,-2 10 55,-1 11 58,-1-18 84,-1 1 1,1 0-1,-1 0 0,0-1 0,0 1 1,0-1-1,0 1 0,0-1 0,0 1 1,0-1-1,0 0 0,-1 1 0,1-1 1,0 0-1,-1 0 0,1 0 0,-1 0 1,0 0-1,1 0 0,-1-1 0,0 1 1,1 0-1,-1-1 0,0 0 0,1 1 1,-1-1-1,0 0 0,-1 0-36,3-1 22,0 0 0,0 0-1,1 0 1,-1 0 0,0 0 0,0-1-1,1 1 1,-1 0 0,1 0-1,-1 0 1,1 0 0,-1 0 0,1 0-1,-1 0 1,1 0 0,0 0 0,0 0-1,0 1 1,-1-1 0,1 0 0,0 0-1,0 1 1,0-1-22,0 1-5,0-1-1,-1 1 1,1 0 0,-1 0-1,1-1 1,0 1 0,-1 0-1,1 0 1,0 0 0,-1 0-1,1 0 1,0 0 0,-1 0-1,1 0 1,0 0 0,-1 0-1,1 0 1,0 1 0,-1-1-1,1 0 1,-1 0 0,1 1-1,0-1 1,-1 0 0,1 1-1,-1-1 1,1 1 0,-1-1-1,1 0 1,-1 1 0,0-1-1,1 1 1,-1-1 0,1 1-1,-1 0 1,0-1 0,1 1-1,-1-1 6,0 2 1,1 0 0,-1-1 0,0 1 0,0 0 0,0-1-1,0 1 1,0 0 0,0-1 0,-1 1 0,1-1 0,0 1-1,-1 0 1,1-1 0,-1 1 0,0 0-1,1-1 7,-1 0 1,1 0 0,-1 0-1,1 0 1,-1-1-1,1 1 1,-1 0-1,0 0 1,1 0-1,-1 0 1,0-1-1,0 1 1,1 0-1,-1-1 1,0 1-1,0 0 1,0-1-1,0 1 1,0-1 0,0 0-1,-1 1-7,1-1 8,0 0 1,0-1-1,0 1 0,0 0 1,-1-1-1,1 1 0,0-1 1,0 1-1,0-1 0,1 0 1,-1 1-1,0-1 0,0 0 1,0 1-1,0-1 0,1 0 1,-1 0-1,0 0 1,1 0-1,-1 0 0,0 0 1,1 0-1,-1 0 0,1 0 1,0 0-1,-1 0 0,1 0 1,0 0-9,-2-4 2,0-1 1,0 1 0,1 0-1,0 0 1,0-1 0,0 1-1,0-6-2,1 11-28,0 0-45,-6 9-151,-7 11 328,14-18-64,9-13-120,-10 11 59,0 0 0,0-1 0,0 1-1,0 0 1,1 0 0,-1-1 0,0 1 0,0 0 0,0 0 0,0-1 0,0 1 0,0 0 0,1 0 0,-1 0 0,0-1-1,0 1 1,0 0 0,1 0 0,-1 0 0,0 0 0,0 0 0,0-1 0,1 1 0,-1 0 0,0 0 0,0 0 0,1 0-1,-1 0 1,0 0 0,0 0 0,1 0 0,-1 0 0,0 0 0,0 0 0,1 0 0,-1 0 0,0 0 0,0 0 0,1 0-1,-1 0 1,0 0 0,0 0 0,1 1 0,-1-1 0,0 0 0,0 0 0,0 0 0,1 0 0,-1 0 0,0 1 0,0-1-1,0 0 1,1 0 0,-1 0 0,0 1 0,0-1 0,0 0 0,0 0 0,0 1 0,0-1 0,0 0 0,1 0 0,-1 0-1,0 1 23,1 16-4623,-1-17 4093,0 8-6449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06:22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72 6481,'0'0'2641,"0"0"-262,0 0-181,0 0-498,0 0-571,5 25 1320,-5 12-1907,-3-1 0,-1 1 0,-2 0 0,-4 10-542,10-47 39,1 1 0,-1-1 0,0 0 0,0 1 1,1-1-1,-1 1 0,0-1 0,1 0 0,-1 0 1,0 1-1,1-1 0,-1 0 0,1 1 1,-1-1-1,0 0 0,1 0 0,-1 0 0,1 0 1,-1 1-1,1-1 0,-1 0 0,1 0 0,-1 0 1,0 0-1,1 0 0,-1 0 0,1 0 1,-1 0-1,1 0 0,-1 0 0,1 0 0,-1-1 1,1 1-1,-1 0 0,0 0 0,1 0 0,-1 0 1,1-1-1,-1 1 0,0 0 0,1-1 0,-1 1 1,0 0-1,1 0 0,-1-1 0,0 1 1,1-1-40,59-28 737,46-30-737,37-19-577,-55 39-1676,3 3 2253,31-3-5514,-77 28-1657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06:22.6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1 198 1432,'0'0'10491,"0"0"-9099,0 0-8,0 0 561,0 0-857,0 0-496,0 0-48,0 59-56,0-59-88,0 0-64,15 0 745,25 0 39,18-21-712,15-10-272,8-9-136,35-21-816,-24 9-3473,-11 0-7226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07:50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13291,'0'0'1950,"0"0"578,0 0-666,0 0-755,0 0-248,7-1-299,44-4-146,-1 2 1,1 2-1,-1 2 1,1 3-1,25 6-414,-29-4-836,0-2 0,0-2 0,13-2 836,-43 0-1326,-15 0 1041,-2 0 76,0 0 0,1 0 0,-1 0 0,0 0 0,1 0 1,-1 0-1,1 0 0,-1 0 0,0 0 0,1 0 0,-1 0 0,0 0 0,1 0 1,-1 0-1,0 0 0,1 0 0,-1 0 0,0 0 0,1-1 0,-1 1 0,0 0 0,1 0 1,-1 0-1,0-1 0,0 1 0,1 0 0,-1 0 0,0-1 0,0 1 0,1 0 1,-1 0-1,0-1 0,0 1 0,0 0 0,0-1 0,1 1 0,-1 0 209,0-7-7588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07:50.5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229 1 10578,'0'0'2283,"0"0"-581,0 0 656,0 0-679,-24 20-481,-77 69 57,93-79-1062,-1-1 1,1 2 0,1-1 0,0 1 0,0 0 0,1 1 0,1-1 0,0 1 0,0 0 0,1 0 0,1 1 0,0 0 0,1-1 0,0 3-194,-4 11 292,1 1-65,0 0 1,1 1-1,2-1 1,1 1-1,1-1 1,2 1-1,4 25-227,-3-37 41,1 1 0,0-1-1,2 0 1,0 0-1,0-1 1,2 0 0,0 0-1,0-1 1,1 0-1,1 0 1,1-1 0,0 0-1,6 5-40,-2-5 18,0 0-1,1-1 0,0-1 0,0 0 1,1-1-1,1-1 0,0-1 0,0 0 1,1-2-1,-1 0 0,9 1-17,-12-3-20,-1-2-1,1 0 1,0 0-1,0-1 1,1-1-1,-1-1 1,0 0-1,0-1 1,0 0-1,-1-1 1,1-1-1,0-1 1,-1 0-1,0 0 1,2-3 20,2-1-373,1-2 0,-1 0 0,-1-1 0,14-12 373,-25 18-527,0 0 0,0-1 1,0 0-1,-1 0 0,4-7 527,-5 8-782,-1 0 0,-1 0 0,1-1 0,-1 1 0,0-1 0,0 1 0,-1-1 0,0-1 782,1-23-5847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07:50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48 8970,'0'0'2176,"0"0"585,0 0-32,0 0-1161,0 0-248,0 0 8,0 0 25,-18 19-369,54-19-296,6 0-280,6 0-328,4 0-48,6-10-32,5-2-712,39-2-1032,-15 3-2969,-6-8-5465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07:51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259 1 10066,'0'0'3802,"0"0"-2001,0 0 174,0 0-631,0 0-389,-27 18 181,3-3-834,12-9-174,1 1-1,-1 0 0,1 1 0,1 0 0,-1 1 0,2 0 1,-1 0-1,1 1 0,1 1 0,-1-1 0,2 1 0,0 1 1,0-1-1,1 1 0,0 1-127,-7 19 231,2 1-1,1 0 1,2 0 0,1 1 0,1 0-1,2 1 1,2-1 0,1 1-1,2-1 1,1 10-231,0-35 0,0 0 1,0-1-1,1 1 0,0-1 0,0 0 0,1 0 1,0 0-1,0 0 0,1-1 0,0 0 1,1 1-1,-1-2 0,1 1 0,0-1 0,1 0 1,0 0-1,0-1 0,0 0 0,0 0 0,1-1 1,0 1-1,0-2 0,0 1 0,0-1 1,8 1-1,-1 1-449,0-2 0,0 0 0,0 0 1,1-1-1,-1-1 0,15-1 449,-16-1-1193,-1 0 0,1-1 0,0-1-1,-1 0 1,1 0 0,-1-2-1,4-1 1194,35-19-12412</inkml:trace>
  <inkml:trace contextRef="#ctx0" brushRef="#br0" timeOffset="1">432 154 13139,'0'0'2296,"0"0"-983,0 0 1335,0 0-1208,136 168-263,-91-100-97,-6-4-392,-2 0-376,-3-12-216,-7-5 8,-4-17-104,-5-6-8,1-15-736,2-9-936,-3-16-2489,-2-15-5273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07:51.6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496 1 12307,'0'0'2575,"0"0"205,0 0-959,0 0-609,-15 22 324,-1 1-1074,-90 125 1554,21-49-756,-23 16-1260,-31 35 45,135-147-205,1 2 0,-1-1 1,1 0-1,0 1 1,0 0-1,0-1 0,0 4 160,3-8-96,0 0 0,0 1 0,-1-1 0,1 0 0,0 1 0,0-1 0,0 1 0,0-1 0,0 0 0,0 1 0,0-1 0,0 1 0,0-1 0,0 0 0,1 1-1,-1-1 1,0 1 0,0-1 0,0 0 0,0 1 0,1-1 0,-1 0 0,0 1 0,0-1 0,0 0 0,1 1 0,-1-1 0,0 0 0,1 0 0,-1 1 0,0-1 0,1 0 96,24 1-4470,8-9-2001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07:51.9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10610,'0'0'3018,"0"0"-868,0 0 93,17 21-496,0-1-1366,-2-2-72,0 0 1,-1 1-1,-1 1 1,-1 0 0,-1 1-1,5 12-309,-7-9 299,-1 1 0,-1-1 0,-1 1 0,-1 1 0,-2-1 0,0 6-299,0 37 1484,-4 51-1484,-2-92 68,-1-1-1,-2 0 1,0 0 0,-2 0-1,0-1 1,-2 0-1,-1 1-67,-18 48 31,29-74-52,0 0-1,0 0 1,-1 1 0,1-1-1,0 0 1,0 0-1,0 0 1,0 0 0,-1 0-1,1 1 1,0-1-1,0 0 1,0 0 0,0 0-1,0 1 1,0-1-1,0 0 1,-1 0 0,1 0-1,0 1 1,0-1-1,0 0 1,0 0 0,0 0-1,0 1 1,0-1-1,0 0 1,0 0 0,0 0-1,0 1 1,0-1-1,0 0 1,1 0 0,-1 1-1,0-1 1,0 0-1,0 0 1,0 0 0,0 0-1,0 1 1,0-1-1,1 0 1,-1 0 0,0 0-1,0 0 1,0 1-1,0-1 1,1 0 0,-1 0-1,0 0 1,0 0-1,0 0 1,1 0 0,-1 0-1,0 0 1,0 0-1,0 0 1,1 1 0,-1-1-1,0 0 1,0 0-1,0 0 1,1 0 0,-1 0-1,0-1 1,0 1 21,19-12-1624,21-25-4014,-4-3-4643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07:52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7098,'0'0'8393,"0"0"-7096,0 0 1063,0 0-816,0 0-799,0 0-449,189 0-200,-134 0-40,-8 0-56,-10 0-24,-11 0-1057,-7 0-1815,-9 0-1225,-4 0-4497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07:52.6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12683,'0'0'1704,"0"0"601,0 0-777,0 0-240,0 0-112,0 0-159,0 0-401,168 82-256,-100-82-152,-10-5-64,-11-4-144,-10 9 0,-11 0-1504,-7 0-3962,-9 9-7856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09:29.8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7762,'0'0'3590,"0"0"-1699,0 0-482,0 0-424,0 0-476,2 10-178,14 84 1856,-5 1 0,-3 2-2187,-7-54 172,2 1 1,2 0-1,2-1 0,2 0 1,13 38-173,-22-80 153,0-1 300,0-3 252,-2-142 283,-7-6-988,8 142 1,0 1-1,0-1 1,1 1 0,0-1 0,0 1 0,1-1 0,0 1-1,0-1 1,1 1 0,0 0 0,1-1 0,0 1 0,0 1-1,1-1 1,0 0 0,0 1 0,0 0 0,1 0-1,1 0 1,-1 0 0,6-4-1,2-2 2,0 1 1,1 1-1,0 0 0,12-7-2,-19 14-6,0 0-1,0 0 1,1 1-1,0-1 1,0 2-1,-1-1 1,1 1-1,1 1 1,-1-1-1,0 1 0,2 0 7,-8 2-8,0-1-1,0 1 0,-1 0 0,1-1 1,0 1-1,0 0 0,-1 0 0,1 0 1,-1 0-1,1 0 0,0 1 0,-1-1 0,0 0 1,1 1-1,-1-1 0,0 1 0,0-1 1,0 1-1,0 0 0,0 0 0,0-1 1,0 1-1,-1 0 0,1 0 0,-1 0 1,1 0-1,-1-1 0,0 1 0,0 1 9,9 64-38,-8-59 25,8 158 21,-2-24-17,9 16 9,-16-154-197,1 1 0,0-1 0,0 1-1,1-1 1,-1 0 0,1 1 0,0-1 0,0 0 0,0 0 0,0 0 0,2 0 197,23 23-6553,-9-15-512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09:30.2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8914,'0'0'2276,"0"0"-506,0 0-94,0 0-166,3 24-56,13 294 2747,-16-272-3856,0 85 730,7 1-1075,-4-92 22,2 0 1,2-1-1,2 0 1,2 0-1,7 18-22,4-17-1211,-7-27-1856,-14-13 2875,0 0 0,-1 0-1,1 0 1,-1 0 0,1 0 0,0 0 0,-1 0 0,1 0 0,-1 0 0,1-1 0,-1 1 0,1 0 0,-1 0 0,1-1 0,0 1 0,-1 0 0,0-1 0,1 1 0,-1-1 0,1 1 0,-1 0 0,1-1 0,-1 1 0,0-1 0,1 1 0,-1-1 0,0 1 0,0-1 0,1 0 0,-1 1-1,0-1 193,6-14-6652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09:30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0 157 7314,'0'0'2797,"0"0"-611,0 0 55,0 0-301,0 0-680,0 0-315,22-23 148,69-70-27,-87 89-986,0 0 1,0 1 0,0-1-1,0 1 1,0 0 0,1 0-1,-1 1 1,1-1 0,0 1-1,0 0 1,0 1 0,0-1-1,0 1 1,0 0 0,0 0-1,1 0 1,-1 1 0,0 0-1,0 0 1,1 0-1,-1 1 1,1 0-81,8 0 108,-8 0-90,0 0 0,0 1 0,0-1 0,0 1 0,0 1 0,-1-1 0,1 1 0,-1 0 0,0 0 0,0 1 0,0-1 0,0 1 0,-1 0 0,1 0 0,-1 1 0,0-1 0,0 1 0,-1 0 0,0 0 0,1 0 0,-2 1 0,1-1 0,-1 1 0,1 0 0,-1 0-18,4 12 75,0-1 0,-1 1 0,-1 1 0,0-1 0,-2 0 1,0 1-1,-1 12-75,0-20 97,-1 0 0,0 0 1,-1 0-1,0 0 1,-1 0-1,0 0 0,0 0 1,-1 0-1,-1 0 0,0-1 1,0 0-1,-1 0 0,-1 0 1,0 0-1,0-1 0,0 0 1,-1 0-1,-1-1 0,1 0 1,-1 0-1,-5 3-97,3-3 36,0-1-1,-1-1 0,1 0 1,-1 0-1,0-1 1,-1 0-1,1-1 0,-1 0 1,0-1-1,0-1 1,0 0-1,0 0 1,-1-1-1,1-1 0,0 0 1,0 0-1,-1-1 1,-9-3-36,20 4-51,0 0 0,0-1 0,0 1 0,0-1 0,1 0 0,-1 1 0,0-1 0,0 0 0,0 0-1,1 0 1,-1 0 0,-1-2 51,3 3-111,0 0-1,-1-1 0,1 1 0,0 0 0,0-1 0,-1 1 0,1-1 0,0 1 0,0-1 0,0 1 0,-1-1 0,1 1 1,0 0-1,0-1 0,0 1 0,0-1 0,0 1 0,0-1 0,0 1 0,0-1 0,0 1 0,0-1 0,0 1 0,1-1 1,-1 1-1,0-1 0,0 1 0,0 0 0,1-1 0,-1 1 0,0-1 0,0 1 0,1 0 0,-1-1 0,0 1 0,1 0 0,-1-1 1,0 1-1,1 0 0,-1-1 0,1 1 0,-1 0 0,0 0 0,1-1 0,-1 1 0,1 0 0,-1 0 0,1 0 0,-1 0 1,1 0-1,-1 0 112,19-8-10180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09:31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11931,'0'0'2288,"0"0"57,0 0-177,0 0-624,0 0-447,0 0-9,0 0-112,50 47-184,-5-42-312,2-5-256,-2 0-176,-6 0-48,-8 0-576,-7 5-1024,-8 6-2041,-8-1-1296,-8-3-4881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09:31.5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1776,'0'0'8154,"0"0"-6377,0 0 575,0 0-336,171 24-759,-116-24-833,15-5-424,-14-4-1529,-14-3-7168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09: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35 249 1632,'0'0'1185,"0"0"-541,0 0 132,0 0 19,0 0-315,-10-16 1731,7 6-1681,-18-42 1062,21 52-1472,0 0 581,0 0 917,0 0 264,0-6-1291,0 1 1,1 0-1,0-1 0,0 1 1,0 0-1,0 0 1,1-1-1,0 1 0,2-3-591,0 0 176,1 2-1,-1-1 0,1 0 1,0 1-1,1 0 0,-1 0 0,1 1 1,1-1-1,-1 1 0,1 0-175,3-1-17,-1 0-1,1 0 1,0 1 0,1 1-1,-1 0 1,1 0-1,-1 1 1,1 0 0,0 1-1,1 0 1,-1 1-1,4 0 18,-12 1 4,0 1-1,0 0 0,0-1 0,-1 1 1,1 0-1,0 1 0,-1-1 0,1 0 0,-1 1 1,0-1-1,1 1 0,-1 0 0,0 0 1,0 0-1,0 0 0,0 0 0,0 0 0,0 1 1,-1-1-1,1 1 0,-1-1 0,0 1 0,0-1 1,0 1-1,0 0 0,0 0 0,0 0 1,-1-1-1,1 4-3,3 11 21,-1 1 0,-1 0 1,0 0-1,-1 5-21,0 12 198,0 1-1,-3-1 1,0 0-1,-3 0 1,-1 0 0,-1 0-1,-2 1-197,3-17 81,3-6 16,-1 0 0,-1 0 1,1 0-1,-2-1 0,0 0 0,0 0 1,-1 0-1,-1-1 0,-5 7-97,12-17 43,1-1 0,-1 0 0,1 1 0,-1-1 0,1 0 0,-1 0 0,1 1 0,-1-1 0,0 0 0,1 0 0,-1 0 0,1 0 0,-1 0 0,0 0 0,1 0 0,-1 0 0,1 0 0,-1 0 0,0 0 0,1 0 0,-1 0 0,1 0 0,-1-1 0,1 1 0,-1 0 0,1 0 0,-1-1 0,0 1 0,1 0 0,0-1 0,-1 1 0,1-1 0,-1 1 0,1 0 0,-1-1 0,1 1 0,0-1 0,-1 1 0,1-1 0,0 1 0,-1-1 0,1 0 0,0 1 0,0-1 0,0 1 0,0-1 0,-1 1 0,1-1 0,0 0 0,0 1 0,0-1 0,0 1 0,0-1 0,0 0 0,1 0-43,-2 0-7,1-1 0,-1 0 0,1 0 0,0 0 0,-1 0 1,1 0-1,0 0 0,0 0 0,1 0 0,-1 0 0,0 0 0,1 0 0,-1 0 0,1 0 1,-1 0-1,1 0 0,0 0 0,0 1 7,4-3-4,1 1 1,-1 0-1,1 0 0,0 1 1,-1-1-1,1 2 0,0-1 1,0 0-1,1 1 0,-1 0 1,0 1-1,0-1 0,1 1 4,9 0-15,0 0-1,0 0 0,0 2 0,10 1 16,-20 0-2,0-1 0,0 1 0,0 0 1,-1 0-1,1 1 0,-1-1 0,1 1 0,-1 0 0,-1 1 0,1-1 0,-1 1 0,1 0 0,-1 0 0,-1 1 1,4 4 1,-2-3 1,0 0 0,0 0 1,1-1-1,0 1 1,1-1-1,-1-1 0,5 3-1,-10-7-36,0 0-1,1-1 0,-1 1 1,1-1-1,0 1 0,-1-1 1,1 1-1,-1-1 0,1 0 1,-1 0-1,1 0 1,0 0-1,-1 0 0,1 0 1,-1-1-1,1 1 0,0 0 1,-1-1-1,1 1 0,-1-1 1,0 0-1,1 1 0,-1-1 1,1 0-1,-1 0 0,0 0 1,1-1 36,32-34-3622,-26 27 1849,13-17-3541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09:34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0 9314,'0'0'4536,"0"0"-2652,0 0-225,0 0-368,0 0-808,0 0-203,-4 21 253,-3 13 14,2 1-1,0 25-546,5-44 179,0 0 0,0 1 1,2-1-1,0 1 0,1-1 0,0 0 0,2 0 0,2 7-179,-4-14 30,1-1 1,0 1-1,1-1 0,0 0 0,0 0 1,0 0-1,1-1 0,0 0 0,1 0 0,-1-1 1,1 1-1,1-1 0,-1-1 0,1 0 1,0 0-1,0 0 0,1-1 0,-1 0 1,1-1-1,0 0 0,0 0 0,0-1 0,0 0 1,0 0-1,1-1 0,-1 0 0,0-1 1,1 0-1,-1-1 0,1 0 0,-1 0 0,0-1 1,3-1-31,-5 1 13,-1-1 0,0 0 0,0 0 0,0 0 0,-1-1 0,1 0 0,-1 0 0,0 0 0,0 0 0,0-1 0,-1 0 0,1 0 0,-1 0 0,-1-1 0,1 0 0,-1 1 0,0-1 0,0 0 1,0 0-1,-1-1 0,0 1 0,0-1 0,-1 1 0,1-3-13,1-9 111,0 1 1,-1-1-1,-1 0 0,0 0 1,-2 0-1,0 0 1,-1 1-1,-3-13-111,3 21 36,0 0 1,-1 0 0,0 1-1,-1-1 1,0 1-1,0 0 1,-1 0-1,0 1 1,0-1-1,-4-2-36,6 6-25,-1 0-1,1 0 1,-1 1-1,0-1 1,-1 1-1,1 0 1,0 1-1,-1-1 1,1 1-1,-1-1 1,0 2 0,0-1-1,0 0 1,0 1-1,0 0 1,0 0-1,-1 0 1,-3 1 25,9 0-127,-1 0 1,1 0 0,-1 1 0,1-1 0,-1 0-1,1 0 1,-1 1 0,1-1 0,-1 0-1,1 1 1,-1-1 0,1 0 0,-1 1 0,1-1-1,0 1 1,-1-1 0,1 1 0,0-1-1,-1 1 1,1-1 0,0 1 0,0-1 0,-1 1-1,1-1 1,0 1 0,0-1 0,0 1 0,0 0-1,0-1 1,0 1 0,0-1 0,0 1-1,0-1 1,0 1 0,0 0 0,0-1 0,0 1-1,0-1 1,1 1 0,-1-1 0,0 1 126,1 6-2738,-1 9-5114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09:34.7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1 11947,'0'0'2168,"0"0"-1584,0 0 976,0 0 241,0 0-529,0 0-360,-34 148-152,19-117-199,-4 0-393,1-10-56,2 0-112,0-11-96,3-3-921,0-7-1095,-8 0-385,3-17-3048,2 3-2825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09:35.1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8706,'0'0'3209,"0"0"-1825,0 0 976,0 0-463,0 0-937,139 106-616,-108-85-216,1 5-128,-1-5-120,3 5-984,-5-9-713,-5-3-3952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09:35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 11963,'0'0'2119,"0"0"-623,0 0-157,0 0-271,-5 23 103,1-4-890,-2 11 194,1 1-1,2 0 1,0 0-1,2 3-474,1-8 439,-1 3-79,2 0 0,0 0 0,2 0 0,1 0 0,6 21-360,-8-43 22,0-1 0,0 0 0,0 0 0,1 1 0,0-1 0,0-1 0,1 1 0,0 0 0,0-1-1,0 0 1,0 0 0,1 0 0,0 0 0,0-1 0,0 0 0,1 0 0,-1 0 0,1-1 0,0 0 0,0 0 0,0 0 0,0-1 0,1 0 0,-1 0 0,1 0 0,-1-1 0,5 1-23,-5-1 16,1-1-1,-1 1 1,1-1-1,-1 0 1,0-1-1,1 0 1,-1 0-1,0 0 1,0 0-1,1-1 1,-1 0-1,0-1 0,0 1 1,-1-1-1,1 0 1,-1-1-1,3-1-14,-2 0 21,0-1-1,-1 1 0,0-1 0,0 0 1,0-1-1,-1 1 0,0-1 0,0 0 1,-1 0-1,0 0 0,0 0 0,-1-1 1,1 1-1,-1-4-20,2-6 166,-1-1 0,0 0 0,-1 0 0,-1 0 0,-1 0 0,-1 0 0,0 0 0,-1 0 0,-1 1 0,-5-17-166,5 24 33,0-1-1,-1 1 1,-1 0 0,0 0 0,0 1 0,0-1 0,-1 1 0,-1 0 0,0 1 0,0-1 0,0 2 0,-1-1 0,-1 1 0,1 0 0,-1 0 0,0 1-1,0 1 1,-5-3-33,13 8-33,1-1 0,-1 1 0,0-1 0,0 1 0,0-1 0,1 1 0,-1 0 0,0-1-1,0 1 1,0 0 0,0 0 0,0 0 0,0-1 0,0 1 0,0 0 0,0 0 0,0 1 0,0-1-1,0 0 1,0 0 0,1 0 0,-1 1 0,0-1 0,0 0 0,0 1 0,0-1 0,0 1-1,1-1 1,-1 1 0,0-1 0,0 1 0,1-1 0,-1 1 0,0 0 0,1 0 0,-1-1 0,1 1-1,-1 0 1,1 0 0,-1 0 0,1-1 0,-1 1 0,1 0 0,0 0 0,-1 0 0,1 0-1,0 0 1,0 0 0,0 0 0,0 0 0,0 0 0,0 0 0,0 0 0,0 0 0,0-1-1,1 2 34,-1 5-1016,0 0-1,1-1 0,-1 1 0,2 0 1,-1-1-1,1 1 0,1 3 1017,16 18-9847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09:35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 14091,'0'0'2369,"0"0"-1793,0 0 192,0 0 584,0 0-320,-2 136-560,-4-105 249,1-3-281,0-2-248,0-11-120,5-4-64,0-6-8,0-5-336,13-16-2073,5-6-3136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09:36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 11202,'0'0'1371,"0"0"-165,-1 24 284,-1 16-1133,-2 14 1225,3-1 1,4 43-1583,-2-84 153,0 1 0,0-1 0,1 0 0,1 1 1,0-1-1,1 0 0,0-1 0,1 1 0,0-1 1,1 0-1,0 0 0,1 0 0,0-1 0,1 0 1,3 3-154,-6-9 33,-1 0 1,1 0-1,0-1 1,0 0-1,1 0 1,-1 0 0,1-1-1,-1 1 1,1-1-1,0-1 1,0 1-1,0-1 1,0 0 0,0 0-1,0-1 1,0 1-1,0-1 1,0-1-1,0 1 1,2-2-34,0 1 23,0-1 0,-1-1 0,1 1 0,-1-2 0,0 1 0,0 0 0,0-1 0,0-1 0,0 1 0,-1-1 0,0 0 0,0-1 0,0 1 0,4-6-23,-1-1 68,0 0-1,-1-1 1,0 0-1,-1 0 1,0-1-1,-1 0 0,0 0 1,-2 0-1,4-13-67,-4 5 245,-1-1 0,0 0 0,-2 0 0,-1 0 0,0 0 0,-2-4-245,1 23 7,1 0 0,-1 1 1,0-1-1,0 0 0,0 0 1,0 1-1,-1-1 0,1 1 1,-1-1-1,0 1 0,0 0 1,0-1-1,-1 1 0,1 0 1,-1 1-1,0-1 0,0 0 1,0 1-1,0-1 1,0 1-1,0 0 0,-1 0 1,1 0-1,-1 1 0,1-1 1,-3 0-8,-3-1-201,-1 1 1,0 0-1,0 0 1,-1 0 0,1 2-1,0-1 1,0 1 0,0 1-1,-9 1 201,3 3-2766,9 3-2036,6 4-3263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09:36.6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161 170 10234,'0'0'2642,"0"0"-432,0 0-212,0 0-666,0 0-532,0 0-24,0-17 100,0-134 2028,0 149-2724,0 2-134,0 3-132,2 41 70,3-1 1,1 1-1,12 38 16,-8-38-67,-1 0 1,-3 1-1,1 43 67,-8-86-67,1-1 0,-1 1 0,0 0 0,1 0 0,-1 0-1,0 0 1,0 0 0,-1-1 0,1 1 0,0 0 0,0-1 0,-1 1 0,1-1 0,-1 0 0,1 1 0,-1-1-1,0 0 1,0 0 0,1 0 0,-1 0 0,0 0 0,0 0 0,0-1 0,0 1 0,-1-1 67,-63 18 4,45-13-54,7-1 70,7-3 16,0 0 0,0 1-1,1 0 1,-1 0 0,1 0 0,-1 1-1,1 0 1,0 0 0,0 1 0,0 0-1,-4 3-35,9-6 25,1-1-1,0 1 1,-1-1-1,1 1 0,0-1 1,-1 1-1,1-1 0,0 1 1,0-1-1,0 1 0,-1-1 1,1 1-1,0-1 1,0 1-1,0-1 0,0 1 1,0 0-1,0-1 0,0 1 1,0-1-1,0 1 0,0-1 1,0 1-1,1-1 1,-1 1-1,0-1 0,0 1 1,1 0-1,-1-1 0,0 0 1,0 1-1,1-1 0,-1 1 1,0-1-1,1 1 0,-1-1 1,1 0-1,-1 1 1,1-1-1,-1 0 0,1 1 1,-1-1-1,1 0 0,-1 0 1,1 1-1,-1-1 0,1 0 1,-1 0-1,1 0 1,-1 0-1,1 0 0,0 0 1,-1 0-1,1 0 0,-1 0-24,39 2 609,-34-2-602,14 0-46,86-3 0,-37-12-3835,-32 3-3082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09:37.0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10866,'0'0'2897,"0"0"-1721,0 0-368,0 0 377,0 0-729,0 0-304,147 9-104,-115-9-40,-6 0-8,-5 0-624,-5 0-1073,-9 0-3848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09:37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5513,'0'0'6786,"0"0"-5122,0 0 865,0 0-33,0 0-1248,0 0-832,170 0-248,-125-4-168,2-6-328,-13 10-3376,-8 0-8251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09:45.6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50 3993,'0'0'840,"0"0"64,0 0 641,0 0 63,0 0-480,0 0-600,15-29-456,-15 25-72,0-6-264,0 5-840,0 3-1185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09:46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223 0 8250,'0'0'1759,"0"0"96,0 0-96,0 0-603,0 0-356,0 0-114,-21 3 114,-63 13 131,79-13-785,-1-1 1,1 1-1,0 0 1,0 0-1,0 0 0,0 1 1,0 0-1,1 0 1,0 0-1,0 0 1,0 1-1,0 0 0,0-1 1,1 1-1,0 1 1,0-1-1,1 0 1,-1 1-1,1-1 1,0 1-1,1 0 0,-2 5-146,0-2 200,-4 16 51,1-1 1,1 1-1,1 1 1,1-1 0,1 0-1,2 1 1,0-1-1,2 1 1,2 11-252,-3-31 22,1 1 0,0 0-1,0-1 1,1 0 0,0 0 0,0 1 0,0-2 0,1 1-1,0 0 1,0-1 0,0 1 0,1-1 0,0-1-1,0 1 1,0 0 0,0-1 0,1 0 0,0-1-1,0 1 1,0-1 0,0 0 0,0 0 0,0-1 0,1 0-1,0 0 1,1 0-22,16 3 66,-1-1 1,1-1-1,0-1 0,-1-1 0,1-1 0,22-2-66,-39 1 23,-1 0-1,0 0 1,1 0-1,-1-1 1,0 0 0,0 0-1,0-1 1,0 1-1,0-1 1,-1-1-1,1 1 1,-1-1-1,0 0 1,0 0-1,0 0 1,-1-1 0,1 0-1,-1 0 1,0 0-1,0 0 1,-1-1-1,0 1 1,0-1-1,0 0 1,0 0 0,-1 0-1,0 0 1,0-4-23,4-13 186,-2-1 0,-1 0 0,0 0 0,-2 0 0,-1 0 0,-1-1 0,-1-1-186,1 17 33,-1-1 0,-1 1 0,1-1 0,-2 1-1,1 0 1,-1 0 0,-1 1 0,1-1 0,-1 1 0,-1 0 0,0 0 0,0 0-1,0 1 1,-8-6-33,5 4-19,0 0 0,-1 1 0,-1 0 0,1 1 0,-1 0 0,-1 0 0,1 1 0,-1 1-1,0 0 1,-12-3 19,23 8-99,0-1 0,0 1 0,-1-1 0,1 1 0,0-1 0,0 1 0,0 0 0,-1 0 0,1 0 0,0 0 0,0 0 0,0 0 0,-1 0 0,1 0 0,0 0 0,0 0 0,0 1 0,-1-1 0,1 0 0,0 1 0,0-1 0,0 1 0,0 0 0,0-1 0,0 1 0,0 0 0,0-1 0,0 1 0,0 0 0,0 1 99,0 1-807,0 0 0,0 0 0,1 1 0,-1-1 0,1 0 0,0 1 0,0-1 0,0 0 1,0 0-1,1 2 807,-1 1-1715,2 20-9362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09:46.5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1 9482,'0'0'2128,"0"0"-47,0 0 383,0 0-487,-77 137-569,57-107-768,1-4-16,3-5-376,3-4-23,5-3-153,3-2 0,5-7-72,0-5-280,5 0-1041,16-22-2664,6 1-5625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09:47.1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1 121 8426,'0'0'2368,"0"0"-181,0 0-414,0 0-782,0 0-409,0 0-165,18-16 61,89-75 748,-106 89-1155,0 1 1,1 0-1,-1 0 1,0 0-1,0 0 0,1 0 1,-1 0-1,1 0 0,-1 1 1,1-1-1,-1 0 1,1 1-1,0-1 0,-1 1 1,1 0-1,0-1 1,-1 1-1,1 0 0,0 0 1,-1 0-1,1 0 1,0 0-1,-1 1 0,1-1 1,0 1-72,0 0 20,-1 0 0,1 0 0,-1 1 1,1-1-1,-1 1 0,1-1 0,-1 1 0,0 0 0,0-1 1,0 1-1,0 0 0,0 0 0,0 0 0,0 0 1,-1 0-1,1 0 0,0 1-20,2 13-16,-1 0 0,0 0 0,-1 0 0,-1 12 16,0-25 55,0 17 83,-2 1-1,0-1 1,-1 1 0,-1-1 0,0 0-1,-2-1 1,-1 1 0,0-1-1,-1 0 1,-1-1 0,-1 1-1,-9 11-137,17-26 12,-4 7 173,0-1 0,-1 1 0,0-1 0,-1 0 0,0-1 0,-1 0 0,1 0 0,-2 0 0,-8 5-185,17-14 41,1 0 1,-1-1-1,1 1 1,-1 0-1,1 0 1,-1-1-1,1 1 1,0-1-1,-1 1 1,1 0 0,-1-1-1,1 1 1,0-1-1,-1 1 1,1-1-1,0 1 1,-1-1-1,1 1 1,0-1-1,0 1 1,0-1-1,-1 1 1,1-1-1,0 0 1,0 1-1,0-1 1,0 1-1,0-1 1,0 0-1,0 1 1,0-1-1,0 1 1,1-1 0,-1 1-1,0-1 1,0 0-42,0-34-196,0 29 284,0 5-100,0 0-1,0-1 1,0 1 0,0 0 0,0 0 0,0 0 0,1-1 0,-1 1-1,0 0 1,1 0 0,-1 0 0,1 0 0,0-1 0,-1 1 0,1 0-1,0 0 1,-1 0 0,1 1 0,0-1 0,0 0 0,0 0 0,0 0-1,0 1 1,0-1 0,0 0 0,0 1 0,0-1 0,1 0 12,1 0 0,1 0 1,0 1-1,-1-1 1,1 0-1,0 1 1,0 0-1,0 0 1,0 0-1,-1 0 1,2 1-1,12 2 26,1 1 1,-1 0-1,0 2 0,1 0-26,24 12 2,34 12-23,-71-28 46,1-1-1,-1 0 0,1 0 1,0 0-1,-1 0 1,1-1-1,0 0 1,0 0-1,-1-1 0,1 1 1,5-2-25,-9 1 3,-1 0-1,0 0 1,1 1 0,-1-1 0,1 0 0,-1 0 0,0 0 0,0 0 0,0-1 0,0 1-1,0 0 1,0 0 0,0-1 0,0 1 0,0 0 0,0-1 0,-1 1 0,1-1-1,-1 1 1,1-1 0,-1 0 0,1 1 0,-1-1 0,0 1 0,0-1-3,0-42-4308,-2 32-1236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0:00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86 7882,'0'0'2131,"0"0"-141,0 0 18,0 0-396,0 0-267,-5-2 124,0-1-893,-16-4 2926,20 15-2656,4 4-766,0 1 1,0-1-1,2 0 1,-1 0-1,1 0 1,1-1-1,0 0 1,1 0-1,3 4-80,7 13 138,18 36 62,3-3 0,38 45-200,-74-103 28,0 0 0,1 0 0,-1 0 0,1 0 0,0-1 0,0 1 0,0-1 0,0 0 0,1 0 0,-1 0 0,2 1-28,-4-3 34,1 0 0,-1 0 0,0 0 0,0 1 0,1-1 0,-1 0 0,0-1 0,1 1 0,-1 0 1,0 0-1,1-1 0,-1 1 0,0 0 0,0-1 0,1 1 0,-1-1 0,0 0 0,0 1 0,0-1 0,0 0 0,0 0 0,0 0 0,0 0 0,0 0 0,0 0 0,0 0 0,-1 0 0,1 0 0,0 0 0,0 0 0,-1 0 0,1-1-34,14-24 88,-1-1 1,0 0-1,-2-1 0,-2 0 0,8-30-88,-2-14 39,7-66-39,-23 135-107,1 1-1,-1-1 1,0 0-1,1 0 1,0 1-1,0-1 1,0 0-1,0 1 1,0-1-1,0 1 1,1-1-1,-1 1 0,1-1 1,-1 1-1,1 0 1,0 0-1,0 0 1,0 0-1,1 0 108,32-13-5246,-8 10-1770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0:00.8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0 4689,'0'0'7063,"0"0"-4708,0 0-692,-2 23 352,-6 54 88,-4 0-1,-13 41-2102,10-64 665,6-27-359,1 2-1,1-1 1,2 1-1,0 0 1,1 15-306,4-43 94,0-16 177,3-9-247,0 1 1,1 0-1,2-1 0,0 1 1,7-14-25,7-31 25,-3-4-20,-11 39 17,2-1 0,2 1 0,1 1 0,10-21-22,-21 52 3,1 1 0,-1-1-1,0 0 1,1 0 0,-1 0 0,1 1 0,-1-1 0,1 0 0,0 0-1,-1 1 1,1-1 0,0 0 0,-1 1 0,1-1 0,0 1-1,0-1 1,0 1 0,-1-1 0,1 1 0,0 0 0,0-1-1,0 1 1,0 0 0,0 0 0,0 0 0,-1-1 0,1 1-1,1 0-2,0 1 2,-1-1-1,1 1 1,0 0-1,0-1 1,-1 1-1,1 0 1,0 0-1,-1 0 1,1 0-1,-1 1 1,0-1-1,1 0 1,-1 0-1,0 1-1,37 52 47,-36-49-23,22 41 156,-2 1 1,10 34-181,-14-35-21,1 0 1,3-1 0,2 0 20,-16-37-964,-6-15-2050,-6-18-2822,-10 3-1095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0:01.2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63 211 10186,'0'0'2265,"0"0"-137,0 0 649,0 0-777,0 0-664,0 0-431,0 0-129,-63-5-464,108-12-184,13-9-128,7-4-160,6-3-1136,10-10-1545,-18 13-1456,-13 4-2456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0:01.5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67 3577,'0'0'4202,"0"0"-819,0 0-619,7 26-489,46 200 1987,-39-180-3350,-9-30-662,-1-1-1,0 1 0,-1 0 1,-1 0-1,1 7-249,-3-22 98,0-7-5,0 0 0,0 0 0,0 0 1,-1 0-1,0 0 0,0 1 1,0-1-1,-1 0 0,0 0 1,0 1-1,-2-4-93,-8-29 36,9 15-22,0 1 0,1-1 0,2 1 0,0-1 0,2 1-1,0-1 1,5-19-14,-6 34-12,1-1 1,1 1-1,-1 0 0,1 0 0,0 0 0,1 0 1,0 1-1,0 0 0,1-1 0,0 1 0,0 1 1,0-1-1,1 1 0,0 0 0,0 0 1,1 1-1,-1 0 0,1 0 0,1 0 0,-1 1 1,0 0-1,3 0 12,-7 2-2,-1 1 0,1 0 0,0 0 0,0 1 0,-1-1 0,1 0 0,0 1 0,0 0 0,0 0 0,0 0 0,0 0 0,0 0 0,-1 0 0,1 1 0,0-1 0,0 1 0,0 0 0,-1 0 0,1 0 0,0 0 0,-1 0 0,3 2 2,-2 0-5,-1-1-1,1 1 1,-1 0 0,1 0 0,-1 0-1,0 1 1,0-1 0,-1 0 0,1 1-1,-1-1 1,1 1 0,-1 0 0,0-1 0,-1 1-1,1 2 6,1 7-12,-1 0 0,0 0 0,-2 0 0,1 0 0,-1 1 0,-1-1 0,0 0 0,-1-1 0,-3 9 12,-13 25 283,-22 38-283,18-39 531,-12 36-531,29-65 52,1 0-1,0 1 0,2 0 1,0-1-1,0 1 0,2 0 1,0 3-52,1-1 85,-1-14-30,1 0 0,0 0 0,0-1 0,0 1 0,1 0-1,0 0 1,0-1 0,0 1 0,1 1-55,-1-4 17,0 0 1,0-1 0,1 1-1,-1-1 1,1 1-1,-1-1 1,1 1 0,-1-1-1,1 0 1,0 0-1,0 0 1,0 0 0,-1 0-1,1 0 1,0 0-1,0-1 1,0 1 0,0-1-1,1 1 1,-1-1-1,0 0 1,0 0 0,0 0-1,0 0-17,10 2-51,0-1 1,0-1-1,1 0 0,-1 0 0,0-1 0,0-1 1,0 0-1,0-1 0,0 0 0,-1 0 0,1-1 1,7-5 50,54-30-2097,-21 8-2196,-1-6-4430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0:02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111 1 12947,'0'0'1744,"0"0"-736,0 0 1073,0 0-817,-84 153-416,71-84 208,2 1 161,9 6-201,2-15-480,0-2-184,18-11-232,14-15-40,10-10-80,2-11-128,27-12-960,-11-5-1993,-12-16-4184</inkml:trace>
  <inkml:trace contextRef="#ctx0" brushRef="#br0" timeOffset="1">392 128 12979,'0'0'2568,"0"0"-1255,0 0 191,0 0-144,0 0-336,0 0-255,97 163 23,-63-118-128,-3-3-344,-4-4-224,-6-7-88,-3-5 0,-2-5-8,-6-4-360,3-6-728,3-11-1713,-3 0-2296,0-7-6521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0:02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365 0 10850,'0'0'5025,"0"0"-4160,0 0-321,0 0 8,0 0 280,-76 123-216,37-59 120,-8 2 40,-6-2-15,6-5-249,2-7-216,14-15-152,13-11-72,10-9-72,8-8-608,18-9-1681,19-21-1536,2-5-6177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0:02.7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3593,'0'0'5670,"0"0"-3397,0 0-842,0 0-76,18 21-170,-1-1-857,-8-12-168,-1 1 0,0 1-1,0-1 1,-1 2 0,0-1-1,-1 0 1,0 1-1,-1 1 1,0-1 0,-1 0-1,0 1 1,0 0-1,-1 4-159,1 7 289,-1 1 0,-1-1-1,-1 0 1,-2 1 0,0-1-1,-1 1 1,-1-1 0,-2 0-1,0 0 1,-1-1 0,-2 1-1,0-2 1,-1 1 0,-1-1-1,-1 0 1,-4 4-289,-7 6 336,14-20-1715,6-9-1057,3-4-1683,14-17-2146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0:03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0 5281,'0'0'2153,"0"0"-577,0 0 592,0 0-855,0 0-721,0 0-368,158 52-136,-135-49-40,-18 6-48,-5-4-1376,0 4-4866</inkml:trace>
  <inkml:trace contextRef="#ctx0" brushRef="#br0" timeOffset="0.96">0 284 10850,'0'0'2865,"0"0"-112,0 0 191,0 0-919,0 0-945,0 0-728,144 16-200,-89-21-152,-2-6-632,15-4-929,-15 4-2447,-14-3-7035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0:03.7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13779,'0'0'3606,"0"0"-2014,0 0-519,3 25 155,-2-11-1044,4 28 352,1 0 0,2-1 0,6 18-536,22 47 636,-20-62-517,-1 0 0,-3 1-1,-2 0 1,0 6-119,-11-46 213,-2-11-77,-10-29-24,-10-51-27,20 65-80,1-1 0,0 0 0,2 1 0,1-1 0,0 0 0,2 1 0,3-12-5,-4 22-3,1 0 0,1 0 0,0 1 0,0-1 0,1 1 0,0 0 0,1 0 0,0 1 0,0 0 0,1 0 0,1 0 0,-1 1 0,1 0 0,1 0 0,0 0 3,-6 6-1,0-1-1,0 1 0,0 0 1,0 0-1,0 0 0,1 1 1,-1-1-1,0 1 0,1 0 1,-1 0-1,1 0 0,0 0 1,-1 0-1,1 1 0,0 0 1,-1-1-1,1 2 1,0-1-1,0 0 2,-1 1-4,1 0 0,-1 1 0,0-1 0,0 1 0,0-1 0,0 1 0,0 0 0,0 0 0,0 1 0,-1-1 0,1 0 0,-1 1 0,0 0 0,0 0 0,0-1 0,1 3 4,6 11-15,-1 1-1,0 0 1,-1 1 0,-1-1 0,-1 1 0,1 11 15,10 81-8,-9-52-11,-7-54-51,1-1 0,0 1 1,0 0-1,0 0 0,0-1 0,0 1 0,1-1 1,-1 1-1,2 1 70,-1-3-266,-1-1 0,0 1 0,0-1-1,1 0 1,-1 1 0,1-1 0,-1 0 0,1 0 0,-1 0 0,1 0 0,0 0-1,0 0 1,0-1 266,13 6-4821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0:04.2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68 13275,'0'0'3677,"0"0"-2369,0 0-349,9 24 189,27 67-498,-4 2 0,13 66-650,-35-108-223,-3 0-1,-1 0 0,-2 26 224,-4-76-57,0-1-1,-1 1 1,1-1-1,0 1 0,-1-1 1,1 1-1,-1-1 1,1 1-1,0-1 0,-1 1 1,1-1-1,-1 0 1,1 1-1,-1-1 0,0 0 1,1 0-1,-1 1 1,1-1-1,-1 0 0,0 0 1,1 0-1,-1 1 1,1-1-1,-1 0 0,0 0 1,1 0-1,-1 0 1,0 0-1,1 0 0,-1-1 1,1 1-1,-1 0 1,0 0-1,1 0 0,-1-1 1,1 1-1,-1 0 0,1 0 1,-1-1-1,1 1 1,-1 0-1,1-1 0,-1 1 1,1-1-1,-1 1 1,1-1 57,-6-3-39,0-1 1,1 0 0,-1-1 0,1 1 0,0-1 0,1 0 0,0 0 0,0 0 0,0-1-1,-1-2 39,-34-79 268,28 60-49,-8-17 828,2-1 0,-5-27-1047,18 58 157,1 1 0,0-1 0,1 0 0,1 0 0,0 0 0,1 0 0,1 0 1,0 0-1,1 0 0,3-9-157,-2 17 10,0-1 0,1 1-1,0-1 1,0 1 0,0 0 0,1 1 0,0-1 0,1 1 0,-1 0 0,1 0 0,1 1 0,-1 0 0,1 0-1,-1 0 1,1 1 0,1 0 0,-1 0 0,1 1 0,-1 0 0,1 0 0,6-1-10,14-4 19,0 1 0,0 2 0,1 1 1,0 1-1,16 1-19,-32 1 3,0 1 0,0 1 1,0 0-1,-1 1 0,1 1 1,0 0-1,-1 0 0,0 1 1,0 1-1,0 0 0,0 0 1,10 8-4,-17-10 6,0 1 1,0 0-1,0 0 1,-1 1-1,1-1 1,-1 1-1,0 0 1,-1 0-1,1 0 1,-1 1 0,0-1-1,-1 1 1,1 0-1,-1 0 1,0 0-1,0 0 1,-1 0-1,0 0 1,0 0-1,0 1 1,-1-1-1,0 0 1,0 0-1,-1 1 1,1-1-1,-1 0 1,-1 3-7,0-3 42,0 1-1,-1-1 1,0 0 0,0 0 0,0 0-1,0 0 1,-1 0 0,0-1 0,-1 0-1,1 0 1,-1 0 0,0 0 0,0-1 0,0 0-1,0 0 1,-1 0 0,0 0 0,0-1-1,0 0 1,-5 1-42,-4 3 50,0-2 0,0 0 0,0-1 1,-1 0-1,1-1 0,-1-1 0,0-1 0,-6 0-50,21 0-48,1-1 0,-1 0 0,0 0 0,1 0 0,-1 0 0,0 0 0,1 0 0,-1-1 0,1 1 0,-1 0 0,0 0 0,1 0 0,-1 0 0,1-1 0,-1 1 0,1 0 0,-1-1 0,1 1 0,-1 0 0,1-1 0,-1 1 0,1-1 0,-1 1 0,1-1 0,-1 1-1,1-1 1,0 1 0,-1-1 0,1 1 0,0-1 0,0 0 48,-1 0-341,1 0-1,1 0 1,-1 0-1,0-1 1,0 1-1,0 0 1,0 0-1,1 0 1,-1 0-1,1 0 1,-1 0-1,1 0 0,-1 0 1,1 0-1,0 0 1,-1 0-1,1 0 1,0-1 341,20-15-10444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0:04.7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216 1 12291,'0'0'2535,"0"0"-157,0 0-91,-23 6-888,5-3-1179,11-2-173,-1 0 0,1 1 0,0-1 0,-1 1 0,1 1 0,0-1 1,0 1-1,1 1 0,-1-1 0,1 1 0,0 0 0,0 0 0,0 1 1,0 0-1,1 0 0,-1 0 0,1 1 0,-2 3-47,0 4 134,0 0-1,0 0 1,2 1 0,-1 0-1,2 0 1,0 0 0,0 0-1,2 1 1,0 0 0,0-1-1,1 1 1,1 0 0,1 5-134,-1-14 21,1-1 1,0 0 0,0 0-1,0 0 1,0 0 0,1 0-1,0 0 1,0 0 0,0-1-1,0 1 1,1-1 0,0 1-1,0-1 1,0 0 0,1 0-1,-1 0 1,1-1 0,0 1-1,0-1 1,0 0-1,4 3-21,-2-3 16,0 0 0,0 0 0,0 0 0,0-1 0,0 0 0,1 0 0,-1-1 0,1 1 0,-1-2 0,1 1 0,0 0 0,-1-1 0,1-1-1,0 1 1,-1-1 0,1 0 0,1-1-16,-3 0-9,0 0 1,0-1-1,-1 1 0,1-1 0,0 0 1,-1-1-1,0 1 0,0-1 0,0 0 0,0 0 1,-1 0-1,1 0 0,-1-1 0,0 1 1,-1-1-1,1 0 0,-1 0 0,0 0 0,0 0 1,0 0-1,-1-1 0,1-2 9,4-14-17,-2-1 1,0 0-1,-1 0 0,-1-14 17,-2 0 712,0 29-57,0 24-507,-10 466 1028,11-421-1113,1-5-5177,-2-55-606,0-1-4512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0:05.1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81 16363,'0'0'4169,"0"0"-2688,0 0 407,0 0-488,0 0-887,0 0-345,162 0-168,-88-7-80,-1-8-401,16-8-471,-20 4-1032,-14 2-3585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0:05.8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 10266,'0'0'2817,"0"0"-737,0 0 401,0 0-849,0 0-896,0 0-520,0 0-216,144-2-176,-97-3-496,-5 5-848,-2 0-569,-12 0-2200,-12 0-2416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0:06.2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8090,'0'0'4273,"0"0"-3353,0 0 240,0 0 360,0 0-535,0 0-609,0 0-376,121 26-448,-68-26-2209,-11-9-6617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0:07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66 9026,'0'0'2238,"0"0"-743,0 0 6,23-11-306,75-33-609,-94 42-565,0 1-1,0-1 1,1 1 0,-1 0 0,0 0 0,1 0 0,-1 0-1,1 1 1,-1 0 0,1 0 0,-1 0 0,4 1-21,-7-1 16,1 1 1,0 0-1,0-1 0,-1 1 1,1 0-1,0 0 1,-1 0-1,1 0 1,-1 0-1,1 0 1,-1 0-1,0 1 0,1-1 1,-1 0-1,0 1 1,0-1-1,0 1 1,0 0-1,0-1 0,0 1-16,1 6 158,1 1-1,-1-1 0,-1 1 1,0-1-1,0 1 0,-1-1 1,0 1-1,0-1 0,-1 4-157,0 9 688,0-8-429,-1 0 1,0 0-1,-1-1 1,-1 1 0,0 0-1,-1-1 1,0 0-1,0 0 1,-1-1 0,-1 1-1,0-1 1,-1-1-1,-4 5-259,-13 16 305,-1-2 0,-1 0 0,-27 20-305,51-47 33,1 0 0,0 0 0,0 0-1,0 0 1,0 0 0,0 0 0,-1-1-1,1 1 1,0-1 0,-1 1-1,0-1 1,1 0 0,-1 0 0,0 0-1,1 0 1,-1-1 0,0 1 0,0-1-1,0 1 1,1-1 0,-1 0-1,0 0 1,-1-1-33,3 0 45,1 0 0,-1-1 0,0 1 0,0 0 0,1-1-1,-1 1 1,1-1 0,-1 1 0,1-1 0,-1 1 0,1-1 0,0 1 0,0-1-1,0 1 1,0-1 0,0 1 0,0-1 0,0-1-45,3-30 207,-2 31-194,0-1 0,0 1 1,0 0-1,0 0 0,0-1 0,1 1 0,-1 0 1,1 0-1,0 0 0,-1 1 0,1-1 0,0 0 1,0 1-1,0-1 0,0 1 0,0-1 0,0 1 1,1 0-1,-1 0 0,0 0 0,1 0 0,-1 1 1,1-1-1,-1 1 0,1-1 0,-1 1 0,1 0 1,-1 0-1,1 0 0,-1 0 0,1 0 0,-1 1 1,3 0-14,4-1 34,-1 2 0,1-1 1,0 1-1,-1 0 1,0 1-1,1 0 1,-1 1-1,0-1 0,2 3-34,12 8-33,-13-6-27,1-1-1,0-1 1,0 0-1,1 0 1,0-1-1,0 0 1,0-1-1,1-1 1,-1 1 0,1-2-1,0 1 1,1-2 60,-12-1-19,20 2-1209,1-2 0,-1 0 0,16-4 1228,11-9-4829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0:08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1 12819,'0'0'2336,"0"0"-433,0 0-69,0 0-528,-20 29-286,-63 100-144,77-118-741,1 0-1,0 0 1,1 1-1,0-1 1,1 1-1,0 0 1,0 0-1,2 0 1,-1 0-1,2 1 1,-1-1 0,2 0-1,0 7-134,0 17 323,-1-30-276,0 0-1,1 0 0,-1 0 0,1 0 0,0 0 1,0 0-1,1 0 0,0 0 0,0 0 1,1 0-1,1 3-46,-2-6 14,0 0 0,0-1 0,1 1 0,-1-1 0,1 0 0,-1 1 0,1-1 0,0 0 0,0-1 0,0 1 0,0 0 0,0-1 0,0 0 0,0 0 0,0 0 0,1 0 0,-1 0 0,0 0 0,1-1 0,-1 0 0,4 0-14,2 1 14,0-2 0,1 1 0,-1-1 0,1-1-1,-1 1 1,0-2 0,0 1 0,0-1 0,0-1 0,0 1-1,-1-2 1,1 1 0,-1-1 0,0 0 0,-1-1-1,7-6-13,-8 7 29,-1 0 0,0-1 0,0 1 0,0-1-1,-1-1 1,1 1 0,-2 0 0,1-1-1,-1 0 1,0 0 0,0 0 0,-1 0 0,0-1-1,0 1 1,-1-1 0,0 1 0,0-1-1,0 1 1,-1-1 0,-1 1 0,0-5-29,0 6 58,-1 1-1,0 0 1,0 0 0,-1-1 0,1 1-1,-1 1 1,0-1 0,-1 0 0,1 1-1,-1-1 1,0 1 0,0 0 0,0 1 0,0-1-1,-1 1 1,1-1 0,-1 1 0,0 1-1,0-1 1,0 1 0,-1 0 0,-3-1-58,-6-3 5,-1 1 0,0 0 0,1 1 0,-1 1 0,-1 1-1,1 0 1,-8 1-5,12 1-375,-39 4 177,32 7-1880,7 10-3502,11-10-3375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0:08.3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359 1 12187,'0'0'1984,"0"0"-920,0 0 441,0 0-281,-91 153-336,51-96 88,-4 2-192,2-7-263,-3-5-329,8-9-120,6-7-72,10-15-144,13-11-2289,8-5-3608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0:08.7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1488,'0'0'9762,"0"0"-7481,0 0 263,0 0-23,0 0-1457,0 0-624,0 0 144,60 17 1,-37 23 87,-2-2-88,-2 4-336,-1-7-136,3-2-112,24-11-424,-3-8-1273,0-14-3352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0:09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0 10546,'0'0'2642,"0"0"-940,0 0 50,-11 26-34,-2 2-1257,7-16-310,0 0 0,1 1 0,0 0 0,1 0 0,0 0 1,1 0-1,1 1 0,0-1 0,1 1 0,0 0 0,1 0-151,-1 2 221,2 0 0,0 0 0,0 0 0,2-1 0,0 1 0,0-1 0,5 10-221,-6-21 39,0 1 1,0 0-1,1 0 0,0-1 0,0 1 0,0-1 1,0 0-1,1 0 0,0 0 0,0 0 1,0-1-1,0 0 0,0 1 0,1-2 0,-1 1 1,1 0-1,0-1 0,0 0 0,0 0 1,0 0-1,0-1 0,0 0 0,0 0 1,3 0-40,0 1 29,-1-1 0,0-1 0,0 0 0,1 0 0,-1 0 1,0-1-1,0 0 0,0 0 0,0 0 0,0-1 0,0-1 0,0 1 1,0-1-1,-1 0 0,1 0 0,-1-1 0,0 0 0,0 0 1,0-1-1,-1 1 0,1-1 0,-1 0 0,0-1 0,-1 1 1,1-1-1,-1 0 0,0 0 0,-1 0 0,1-1 0,-1 1 1,-1-1-1,1 0 0,-1 0 0,0 0 0,-1 0 0,1 0 0,-1-7-29,1 2 172,-1 0-1,0 0 1,-1 0-1,0 0 1,-1 0-1,0 0 1,-1 0-1,0-1-171,0 6 77,-1 0-1,0 1 1,0-1 0,0 1-1,0 0 1,-1 0 0,0 0-1,-1 0 1,1 1-1,-1-1 1,0 1 0,0 0-1,-1 1 1,-2-2-77,5 4-14,-48-34 182,48 34-216,0 0-1,0 1 0,1-1 0,-1 1 1,-1 0-1,1 0 0,0 0 0,0 0 1,0 0-1,0 1 0,-1-1 0,1 1 1,0 0-1,-1 0 0,1 0 1,-3 1 48,5 0-276,1 0 1,-1 0 0,1 0-1,0 0 1,-1 0 0,1 0-1,0 0 1,0 1-1,-1-1 1,1 0 0,0 0-1,0 0 1,1 0 0,-1 1-1,0-1 1,0 1 275,1 1-1336,-1 18-5813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0:09.4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0 13099,'0'0'2488,"0"0"-703,0 0-305,0 0-864,0 0-368,0 0-248,0 0-520,-47 94-1824,47-108-5962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0:10.0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192 0 11867,'0'0'2479,"0"0"-627,0 0-118,0 0-626,0 0-404,-23 24 51,-74 81 156,89-95-750,0 0 0,1 1 0,0 1 0,1-1 0,0 1 0,1 0 0,0 0 0,1 0 0,-2 13-161,2-2 300,1 1-1,1-1 0,2 1 1,0 1-300,0-19 57,0 3 18,0 0-1,0 0 0,1 1 1,0-1-1,1-1 0,2 10-74,-3-15 9,0-1 0,1 1 0,-1 0 0,1-1 0,-1 0 0,1 1 0,0-1 0,0 0 0,0 0 0,0 0 0,0 0 0,1 0 0,-1 0 0,0-1 0,1 1 0,-1-1 0,1 0 0,0 0 0,-1 1 0,1-2 0,0 1 0,0 0 0,2 0-9,1 0-11,1 0 0,-1 0 0,1 0 0,0-1 0,0 0 0,-1 0 1,1-1-1,0 0 0,-1 0 0,1 0 0,-1-1 0,1 0 0,-1 0 1,0-1-1,0 0 0,0 0 0,0 0 0,0-1 0,-1 0 0,1 0 1,-1 0-1,0-1 0,3-3 11,-1 0 7,-1 0 0,0-1 1,0 0-1,-1 0 0,0 0 0,-1 0 0,0-1 1,0 0-1,-1 0 0,0 0 0,-1 0 1,0 0-1,-1-1 0,0 1 0,-1-1-7,1-1 189,-1-1-1,-1 1 0,0 0 0,0 0 1,-1 0-1,-1 0 0,0 0 1,-1-2-189,1 7 42,0 1 0,0 0 1,0 0-1,-1 1 1,0-1-1,0 1 1,0 0-1,-1 0 1,0 0-1,0 0 1,0 1-1,0 0 0,-1 0 1,0 0-1,-4-1-42,6 3-88,1 0 0,-1 1-1,0 0 1,0 0-1,0 0 1,0 0 0,0 1-1,0-1 1,0 1-1,0 0 1,0 0 0,0 1-1,-1-1 1,0 1 88,5 0-202,0-1 0,0 1 1,0 0-1,0-1 1,0 1-1,0 0 0,1-1 1,-1 1-1,0-1 0,0 1 1,0 0-1,0-1 0,1 1 1,-1-1-1,0 1 0,1-1 1,-1 1-1,0-1 0,1 1 1,-1-1-1,1 1 0,-1-1 1,1 1-1,-1-1 0,1 0 1,-1 1-1,1-1 1,-1 0-1,1 1 202,20 8-5520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0:10.5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69 183 10666,'0'0'1402,"0"0"-397,0 0 122,0 0-253,7-22-177,19-67 188,-25 86-690,1 0-1,-1 0 1,0 1 0,0-1 0,-1 0 0,1 0 0,-1 0 0,1 0 0,-1 0 0,0 0 0,0 0 0,-1 0 0,1 0 0,0 0 0,-1 0 0,0 0 0,1 0 0,-2 0-195,-2-12 2861,9 165-2573,-1-120-256,1-4-337,-2 0 0,-1 0 0,-1 0 1,-1 1-1,-3 9 305,2-31-19,-1-1-1,0 0 1,-1 1-1,1-1 1,-1 0-1,1 0 1,-1-1-1,0 1 1,-1 0 0,1-1-1,-1 0 1,1 0-1,-1 0 1,0 0-1,0-1 1,0 1-1,-1-1 1,1 0 0,-2 0 19,-1 2-5,0 0 1,0 0 0,0 1 0,1 0-1,-1 0 1,-2 5 4,8-10 10,1 0 1,0 0-1,0 1 0,0-1 0,0 0 0,0 0 0,0 1 0,0-1 1,0 0-1,0 1 0,0-1 0,0 0 0,0 0 0,0 1 0,0-1 0,0 0 1,0 1-1,0-1 0,0 0 0,0 0 0,0 1 0,0-1 0,0 0 1,1 0-1,-1 1 0,0-1 0,0 0 0,0 0 0,0 0 0,1 1 1,-1-1-1,0 0 0,0 0 0,1 0 0,-1 1 0,0-1 0,0 0 1,1 0-1,-1 0 0,0 0 0,0 0 0,1 0 0,-1 0 0,0 0 1,0 0-1,1 0 0,-1 0 0,0 0 0,1 0 0,-1 0 0,0 0 1,0 0-1,1 0 0,-1 0 0,0 0 0,1 0 0,-1 0 0,0 0 1,0 0-11,24 0 308,-21 0-259,17-1-101,-1 0 0,1-2-1,0 0 1,0-1-1,-1-1 1,11-5 52,64-26-4145,-85 32 3402,32-12-5052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0:10.9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468 0 14979,'0'0'2785,"0"0"-1161,0 0-504,0 0-656,0 0 49,-100 132 87,58-75 32,-5-5-16,0 2-240,5-6-224,0-4-80,10-6-56,3-7-16,6-10-640,-4-9-1096,6-12-3009,6 0-4897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0:11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4641,'0'0'10370,"0"0"-8577,0 0 751,0 0-559,0 0-817,184 130-664,-129-97-296,-5-2-208,-6-1-1312,-15-6-3153,-13-5-3857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0:11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0 12187,'0'0'1956,"0"0"242,-4 27-219,-9 90-773,12-112-1163,0 1 1,1 0-1,0-1 1,0 1-1,0-1 1,1 1 0,0-1-1,0 1 1,0-1-1,1 1 1,-1-1 0,2 0-1,-1 0 1,0 0-1,1 0 1,0 0 0,0 0-1,0-1 1,1 1-1,-1-1 1,1 0-1,0 0 1,1-1 0,-1 1-1,1-1 1,-1 0-1,1 0 1,0 0 0,0-1-1,0 1 1,0-1-1,1-1 1,-1 1 0,0-1-1,1 0 1,-1 0-1,6 0-43,-1 0 62,0 0-1,0 0 1,0-1 0,0-1-1,0 0 1,0 0 0,0-1-1,0 0 1,0-1-1,-1 0 1,1 0 0,-1-1-1,0-1 1,0 1-1,0-1 1,-1-1 0,0 0-1,0 0 1,2-2-62,-8 6 50,0 0 1,0-1-1,0 1 1,0-1-1,0 0 1,0 1-1,-1-1 1,1 0-1,-1 0 1,0 0-1,0 0 1,0 0-1,0 0 1,-1-1-1,1 1 1,-1 0-1,0 0 1,0 0-1,0-1 1,0 1-1,-1-3-50,0 2 46,-1-1 0,0 1 0,0 0 0,0 0 0,-1 0 0,1 0 0,-1 0 0,0 1 0,0-1 0,0 1 0,0-1 0,-1 1 0,-3-2-46,-9-6 104,0 0 1,-1 2 0,0 0-1,-1 1 1,0 0 0,-12-2-105,20 7-93,1 1 0,-1 0 0,0 0 0,0 1 0,1 0 0,-2 1 93,9 0-2250,2 2-4068,2 6-6855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0:12.1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0 12187,'0'0'2016,"0"0"529,0 0 375,0 0-1560,-2 149-727,-12-114-417,-1-4-64,-4-7-152,1-6-360,2-10-2145,8-8-3104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0:12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225 0 12899,'0'0'2343,"0"0"13,0 0-402,0 0-1071,0 0-586,-27 0-167,-84 5 32,107-3-118,-1-1-1,1 1 0,-1 0 0,1 0 0,0 0 0,0 0 0,0 1 0,0 0 0,0 0 0,1 0 0,-1 0 0,1 0 0,0 1 0,0-1 1,0 1-1,0 0 0,1 0 0,0 0 0,0 0 0,0 1 0,0-1 0,0 0 0,1 1 0,0 0 0,0-1 0,0 1 0,0 0-43,0 0 70,-1 1 0,1-1 0,0 1 0,1-1 0,-1 1 0,1-1 0,0 1 0,0 0 0,1-1 0,0 1 0,0-1 0,0 1 0,1-1 0,0 1-70,-1-3 8,1 0 1,0-1-1,0 1 0,0 0 1,0-1-1,0 1 1,1-1-1,-1 0 1,1 1-1,0-1 1,-1 0-1,1-1 0,0 1 1,0-1-1,0 1 1,0-1-1,1 0 1,-1 0-1,0 0 1,0 0-1,1-1 1,-1 1-1,0-1-8,7 2-128,-1-1 0,0 0 0,1 0-1,-1-1 1,1 0 0,-1-1 0,0 0 0,1-1 0,-1 0 0,6-2 128,-10 2-72,-1 0 0,0 0 0,1-1 0,-1 0 0,0 0 0,0 0 0,-1 0 0,1-1 0,-1 1 0,0-1 0,1 0 0,-2 0 0,1 0 0,0 0 0,-1-1 0,0 1 0,0-1 0,0 0 0,0 1 0,-1-3 72,2-4 171,-1 0-1,0 0 1,0-1-1,-1 1 1,-1-1-1,-1-10-170,1 2 1727,0 19-720,0 1-351,0 5-378,3 45 249,2-1 0,3 0 1,4 12-528,12 81 302,-23-108-305,-1-26-85,0-1 0,0 1 0,1 0 0,0 0 0,0-1 0,1 1 0,0-1 0,0 1 0,0-1 0,3 3 88,-4-9-81,-1-1-1,1 1 1,0-1 0,0 1-1,0-1 1,0 1-1,0-1 1,0 0 0,0 0-1,0 0 1,0 0-1,0 1 1,0-1-1,0-1 1,0 1 0,0 0-1,0 0 1,1 0-1,-1 0 1,0-1 0,-1 1-1,1 0 1,0-1-1,0 1 1,0-1-1,0 1 1,0-1 0,0 0-1,0 1 1,-1-1-1,1 0 82,26-20-3946,-3-9-5634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0:13.3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4 14995,'0'0'1957,"0"0"136,0 0-322,-23-1-950,-73-1-463,89 3-295,0 0 1,1 0-1,-1 1 0,1-1 0,0 2 0,-1-1 0,1 1 0,0 0 0,0 0 0,1 0 1,-1 1-1,1 0 0,0 0 0,0 1 0,0-1 0,0 1 0,1 0 0,0 1 0,0-1 0,0 0 1,0 1-1,-1 4-63,2-5 75,1 0 0,-1 1 0,1-1 1,0 1-1,0-1 0,0 1 0,1 0 1,0 0-1,0 0 0,0 0 0,1 0 1,0 0-76,0-4 11,0 1 1,0-1-1,1 1 1,-1-1-1,1 0 1,-1 1-1,1-1 1,0 0 0,0 1-1,0-1 1,0 0-1,0 0 1,1 0-1,-1 0 1,1 0-1,-1 0 1,1 0-1,-1 0 1,1-1-1,0 1 1,0-1-1,0 1 1,0-1 0,0 0-1,0 0 1,1 0-1,-1 0 1,0 0-1,1 0-11,6 2-69,0-1 0,0 1 1,0-2-1,0 1 0,0-1 0,0-1 0,0 0 0,1 0 0,-1-1 0,0 0 0,0 0 0,5-2 69,-8 0-53,-1 1 0,1 0 0,-1-1-1,1 0 1,-1 0 0,0-1 0,0 0 0,-1 1 0,1-2-1,-1 1 1,0 0 0,0-1 0,0 0 0,-1 0-1,0 0 1,0 0 0,0 0 0,0-1 0,0-1 53,5-23 270,-4 15 1801,-2 31-1188,6 129-21,5 183-233,-13-263-1796,21-72-834,2-12-793,1-7-2700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0:13.6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 10114,'0'0'3905,"0"0"-1673,0 0 713,0 0-1609,0 0-928,0 0-191,0 0-89,113 0-64,-79 0-64,-5 0-737,-3 0-943,-5-9-832,-10 2-2210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0:13.9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14459,'0'0'2777,"0"0"111,0 0-743,0 0-1305,0 0-552,133 18-184,-99-18-104,-5 0-216,-5 0-440,0 0-993,-6 0-2679,-5-4-4858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0:45.1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281 38 9882,'0'0'1474,"0"0"-226,0 0 362,0 0-475,0 0-99,-3-6 203,2 4-1099,0 0 0,0 0 0,0 0 1,0 1-1,0-1 0,-1 0 0,1 1 0,0-1 1,-1 1-1,1 0 0,-1-1 0,1 1 0,-1 0 1,0 0-1,0 0 0,1 0 0,-1 0 0,0 0 1,-2 0-141,-49-3 2311,52 4-2313,-6 1 72,-1 0-1,1 1 1,0-1 0,0 1 0,0 1 0,0-1-1,0 1 1,1 1 0,-1-1 0,1 1 0,0 0-1,0 1 1,0-1 0,0 1 0,1 0 0,0 1-1,0-1 1,0 1 0,1 0 0,0 0-1,0 0 1,-3 7-70,-1 2 47,0 1 1,1 0-1,1 0 0,0 0 0,1 1 1,1 0-1,0 0 0,1 0 0,1 7-47,1-16 17,1 0 0,0 0 0,1 0 0,0 0 0,0 0 0,1-1 0,0 1 0,0 0 0,1-1 0,0 1 0,0-1 0,1 0 0,-1 0 0,2 0 0,-1-1 0,1 1 0,0-1 0,3 3-17,3 0 17,0 1-1,0-2 0,1 0 0,0 0 0,0-1 1,1 0-1,0-1 0,0-1 0,13 4-16,-9-4 11,-1-1 1,1-1-1,0 0 0,0-1 0,0-1 0,6-1-11,-20 0 8,0 0 0,-1-1 0,1 0 0,-1 1-1,1-1 1,-1 0 0,1 0 0,-1-1 0,0 1 0,1 0 0,-1-1 0,0 1-1,0-1 1,0 0 0,0 0 0,0 0 0,0 0 0,-1 0 0,1 0 0,-1 0-1,1 0 1,-1-1 0,0 1 0,0-1 0,0 1 0,0-1 0,0 1 0,-1-1 0,1 1-1,-1-1 1,0-2-8,4-13 194,-2-1 0,-1 0 0,0 0 0,-1-4-194,-1 11 210,2-2-82,-1 0 0,-1 0 0,-1 0 1,0-1-1,0 2 0,-1-1 1,-5-12-129,5 20-17,0 1 0,1 0 0,-2-1 0,1 1 0,-1 0 0,1 1 0,-2-1 0,1 1 0,0 0 0,-1 0 0,0 0 0,1 0 0,-2 1 0,1 0 1,0 0-1,-1 0 0,1 1 0,-1 0 0,-4-2 17,6 3-579,-9-2 517,8 8-6991,5 4 1380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0:45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0 12827,'0'0'1648,"0"0"929,-8 121-169,-5-65-1256,2-6-367,-2-3-305,0-7-256,-2-7-136,4-11-48,1-8-40,10-14-1177,0 0-1527,0-14-2737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0:45.7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3 106 4281,'0'0'7879,"0"0"-4730,0 0-577,0 0-605,0 0-628,0 0-311,0-17-158,-2-72 350,8 118-758,0-9-437,5 66 498,-4 0-1,-4 13-522,5 76-828,-2-161-1286,8-25-3944,-2-8-2849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0:46.2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267 1 12635,'0'0'1873,"0"0"669,0 0-300,-27 0-870,-87 9-294,109-8-995,1 0-1,-1 0 1,1 0-1,0 1 1,-1 0-1,1 0 1,0 0-1,0 0 1,0 0-1,1 1 1,-1 0 0,0 0-1,1 0 1,0 0-1,0 0 1,0 1-1,0-1 1,0 1-1,1 0 1,-1 0-1,1 0 1,0 0 0,0 1-84,-3 5 214,-1 2-54,0-1 0,1 1 0,1 0-1,0 1 1,1-1 0,0 1 0,0-1 0,2 1 0,-1 0-1,2 0 1,0 0 0,0-1 0,1 1 0,1 0 0,1 6-159,-1-11 7,0 0 0,1 0 0,0 0 0,0 0 0,1-1 0,0 1 0,0-1 0,0 0 0,1 0 0,0 0 0,1-1 0,0 1 0,-1-1 0,2-1 0,-1 1 0,1-1 0,0 0 0,0-1 0,0 0 1,1 0-1,-1 0 0,1-1 0,6 2-7,-10-3-53,1-1 1,-1 1-1,1-1 1,0 1 0,-1-2-1,1 1 1,0 0-1,0-1 1,-1 0-1,1 0 1,0 0 0,0-1-1,0 0 1,-1 0-1,1 0 1,0 0 0,-1-1-1,1 1 1,-1-1-1,0 0 1,1-1-1,-1 1 1,0-1 0,0 0-1,-1 0 1,1 0-1,-1 0 1,1-1 0,-1 1-1,0-1 1,0 0-1,-1 0 1,1 0-1,-1 0 1,0-1 0,0 1-1,0 0 1,-1-1-1,2-4 53,4-17 259,-2-1 0,0-1-1,-2 1 1,-1 0 0,-1-1 0,-2-7-259,1 33 250,1 17-104,3 135 240,-2-59 10,10 66-396,-2-114-235,2-29-2074,8-9-4774,-7-5-404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0:46.6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1 12139,'0'0'1615,"0"0"-288,0 0 326,0 0 124,0 0-246,-14 22-255,-41 74-77,52-90-1074,0 1 1,0-1-1,0 1 1,1-1-1,0 1 1,0 0-1,1 0 1,0 0-1,0 0 1,0 0-1,1 1 0,0-1 1,1 0-1,-1 0 1,1 0-1,1 0 1,0 0-1,0 0 1,0-1-1,2 4-125,-2-5 43,1-1 0,0 0 0,0 0-1,1 0 1,-1 0 0,1 0 0,-1-1 0,1 0-1,0 0 1,1 0 0,-1 0 0,0 0 0,1-1 0,0 0-1,-1 0 1,1 0 0,0-1 0,0 1 0,0-1-1,0 0 1,0-1 0,0 1 0,0-1 0,4 0-43,-3 0 14,0 0 0,0 0 0,1-1 0,-1 1 1,0-1-1,0-1 0,0 1 0,0-1 1,0 0-1,0 0 0,-1-1 0,1 0 0,-1 0 1,1 0-1,-1-1 0,0 1 0,0-1 1,-1-1-1,1 1 0,-1 0 0,0-1 1,0 0-1,-1 0 0,1 0 0,-1-1 0,0 1 1,0-1-1,-1 0 0,0 1 0,1-4-14,2-7 84,0 0-1,-1 0 0,-1 0 0,0-1 1,-1 1-1,-1-1 0,-1 0 1,0 1-1,-2-6-83,2 20-9,0 0 1,0 0-1,0 1 1,-1-1-1,1 0 1,-1 0 0,0 0-1,1 0 1,-1 1-1,0-1 1,0 0-1,0 1 1,0-1-1,0 1 1,-1-1-1,1 1 1,0 0-1,-1-1 1,1 1-1,-1 0 1,1 0 0,-1 0 8,-1-1-117,-1 0 0,0 1 0,0-1 0,0 1 1,0 0-1,0 0 0,0 0 0,0 0 0,0 1 1,-2 0 116,-3 0-968,0 0 1,0 0 0,0 1 0,0 1-1,0-1 1,0 2 0,0-1 0,0 1-1,-2 2 968,-16 11-6032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0:47.0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0 3185,'-30'89'11881,"6"2"-7256,20-69-4211,0 1-1,2 0 1,1 0-1,0 1 1,2-1 0,0 0-1,2 1-413,-2-20 52,0 1-1,0-1 0,0 0 1,1 0-1,0 0 0,-1 0 1,1-1-1,1 1 0,-1 0 1,0-1-1,1 0 0,0 1 1,0-1-1,0 0 0,0 0 1,0-1-1,1 1 1,-1-1-1,1 1 0,0-1 1,-1 0-1,1-1 0,0 1 1,0-1-1,0 1 0,1-1 1,-1 0-1,0-1 0,0 1 1,0-1-1,1 0 0,-1 0 1,0 0-1,1 0-51,5-1 56,-1 1 0,1-1 0,0-1 1,-1 0-1,1 0 0,-1-1 0,0 0 0,0 0 0,0-1 0,0 0 0,0-1 0,-1 0 0,0-1 0,7-4-56,-7 2 81,-1 1-1,0-1 1,0 0-1,0 0 1,-1-1-1,0 0 1,-1 0-1,0-1 1,0 1-1,-1-1 0,0 0 1,-1 0-1,0-1 1,0 1-1,-1-1 1,-1 1-1,0-1 1,0 0-1,-1 1 1,-1-1-1,0-3-80,0 11-9,0 0-1,0 0 1,0 0-1,0 1 1,0-1-1,-1 1 1,0-1-1,1 1 1,-1-1-1,0 1 1,0 0-1,0 0 1,0 0-1,-1 0 1,1 0-1,0 1 1,-1-1-1,1 1 1,-1-1-1,0 1 1,0 0-1,1 0 1,-1 0-1,0 0 1,0 1 9,-13-4-267,0 0-1,0 2 1,0 0 0,0 0 267,2 1-345,-58-4-2708,4 4-3159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0:50.9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 8330,'0'0'2760,"0"0"-615,0 0-366,0 0-822,0 0-570,0 0-221,0 0 87,0 0 363,0 0 463,7 1 2661,30 0-3746,222-8 60,-106 0-564,120 11 510,-231-1-85,-1 2 0,-1 1 1,1 3-1,-1 1 0,0 1 0,-1 3 1,17 8 84,-51-19 7,1-1 1,0 0-1,0 0 1,0-1 0,0 0-1,0 0 1,0 0 0,0-1-1,0 0 1,0 0 0,1 0-1,-1-1 1,0 0 0,0 0-1,0-1 1,4-1-8,-5 1-825,-1 0 1,1 0-1,-1 0 1,1-1-1,-1 0 1,0 1-1,3-4 825,-4 3-6313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0:51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7282,'0'0'2569,"0"0"-816,0 0-421,0 0-612,0 0-418,0 0-145,22-3 406,68 5 812,-1 3 0,41 9-1375,-5-2-47,0-5 1,112-9 46,-67 0-317,128-1 1568,-298-6-2424,2-3-3072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0:53.8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0 106 6977,'0'0'2074,"0"0"-439,0 0-210,0 0-549,0 0-492,0 0-165,7 2 43,23 8 3,-16-4-3,1-1 0,0 0 0,0-2 0,0 0 0,6 1-262,40-5 274,0-1 0,0-4-1,15-5-273,-5 1 57,1 4-1,11 2-56,707-1 1884,-749 3-1830,0-1 0,21-6-54,-23 3 25,1 1 0,19 2-25,624-4 1,-8 21-99,-557-10 92,0-4 30,34-8-24,-37 1 8,73 4-2677,111 14 2669,-289-11 176,0 0-1,0-1 0,0-1 1,0 1-1,-1-2 0,1 1 1,0-1-1,-1-1 0,1 0-175,-1 0 432,1 1 0,0-1 0,1 2 0,-1 0 1,0 0-1,1 0 0,2 1-432,-13 1 76,1 0 1,0 0 0,-1 0-1,1 0 1,0 0-1,-1 0 1,1 0 0,0 0-1,-1-1 1,1 1-1,0 0 1,-1 0 0,1-1-1,0 1 1,-1 0 0,1-1-1,-1 1 1,1-1-1,-1 1 1,1-1 0,-1 1-1,1-1 1,-1 1 0,0-1-1,1 0 1,-1 1-1,1-1-76,1-18-1707,-2 12-1980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0:58.1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0 225 13243,'0'0'2216,"0"0"-877,0 0 176,31-1-556,103 0-497,-123 2-392,1 1 1,-1 0 0,0 0 0,0 1-1,0 0 1,0 1 0,0 1 0,-1-1 0,0 2-1,0-1 1,0 1 0,-1 1 0,0 0-1,0 0 1,-1 1 0,8 8-71,-15-16 5,8 10 69,0-1-1,-1 1 1,0 0 0,0 1-1,-1 0 1,-1 0 0,0 1-1,0 0 1,-1 0 0,0 0-1,-1 0 1,-1 1 0,1 4-74,-3-9 78,1 1 1,-1 0-1,-1-1 0,1 1 1,-2 0-1,1-1 1,-1 1-1,0 0 1,-1-1-1,0 0 1,-1 1-1,1-1 1,-2 0-1,1 0 1,-1 0-1,0-1 1,-1 1-1,1-1 1,-1 0-1,-3 2-78,0 0 111,0-1 0,-1 0-1,0 0 1,-1-1-1,0-1 1,0 1 0,0-2-1,-1 1 1,1-1-1,-8 1-110,14-4 61,-1 0-1,1-1 0,-1 0 1,1 0-1,-1-1 0,0 1 0,1-1 1,-1 0-1,0 0 0,1 0 1,-1-1-1,0 0 0,1 0 0,-1 0 1,1 0-1,-1-1 0,1 0 1,0 0-1,-1 0 0,1 0 1,0-1-1,0 1 0,1-1 0,-1 0 1,1 0-1,-1-1 0,-1-1-60,-6-9 44,1 0-1,1-1 1,0 0 0,1-1-1,0 0 1,1 0-1,1 0 1,1-1 0,-2-11-44,0-6 14,1-1-1,2 1 1,2-1 0,1-14-14,1 42 0,1-1-1,0 1 1,0 0-1,1 0 1,0 0-1,0 0 1,0 0-1,1 0 1,0 0-1,0 1 0,1-1 1,2-2 0,3-3 3,0 0-1,0 2 1,1-1-1,1 1 1,0 0-1,5-2-2,15-10 29,1 1-1,1 2 1,1 2-1,20-8-28,-27 13 15,1 2 0,0 0 0,0 2 0,1 1 0,0 2 0,1 0 1,-1 2-1,1 1 0,-1 2 0,4 1-15,-23 0-84,0 1 0,-1 0 0,1 0 0,-1 1 0,1 0-1,-1 1 1,0 0 0,0 1 0,4 2 84,73 55-5952,-61-43 1226,7 5-9189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0:58.4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433 0 9882,'0'0'3898,"0"0"-2221,0 0-348,-17 20 134,-110 133 828,53-61-780,-3-4 0,-60 51-1511,136-138-370,2-10-637,0 1 0,0-1-1,1 0 1,0 1 0,0-1 0,1 1 0,0 0 0,3-7 1007,10-27-6253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0:58.7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10858,'0'0'3009,"0"0"-1377,0 0 97,0 0 167,0 0-352,0 0-439,0 0-409,134 142-264,-115-109-240,-4 5-64,-2-5-120,1 0 0,-1-5-8,0-4-280,13-8-896,-2-11-2753,-1-5-2809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0:59.1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 9418,'0'0'2449,"0"0"-841,0 0 544,0 0-623,0 0-857,0 0-352,0 0-120,155 0-128,-134 0-72,-3 0-848,-2 0-1137,-8 0-3960,-6 0-3673</inkml:trace>
  <inkml:trace contextRef="#ctx0" brushRef="#br0" timeOffset="1">1 163 9010,'0'0'1632,"0"0"-672,0 0 1081,0 0-497,0 0-231,0 0 31,0 0-384,121 59-544,-72-61-304,9-14-112,-13 4-1640,-11 0-3657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3:36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1 4305,'0'0'1368,"0"0"-392,0 0 289,0 0-425,0 0-568,0 0-160,-50 44-112,47-34-184,3-3-144,0-5 136,0 3-656,0-5-697,0 0-775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3:36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 1872,'-21'59'2456,"21"-58"-2244,0 0 1,0 1 0,1-1 0,-1 0 0,0 0-1,0 0 1,1 0 0,-1 0 0,1 1 0,-1-1-1,1 0 1,-1 0 0,1 0 0,0 0 0,0 0 0,-1-1-1,1 1 1,0 0 0,0 0 0,0 0 0,0-1-1,0 1 1,0 0 0,0-1 0,0 1 0,0-1-1,0 1-212,29 12 2167,-30-13-2084,23 6 403,1-1 0,0-1 0,0-1 0,-1-1 0,2-1 0,-1-1 0,0-1 1,1-2-487,6 1 225,-1 1 1,0 2 0,0 0-1,21 5-225,29 14 74,-56-13-296,0-1 0,0-1 1,0-1-1,0-1 0,11-1 222,-33-2-198,1 0 0,0 0-1,-1 0 1,1-1-1,-1 1 1,1-1-1,-1 0 1,1 0 0,-1 0-1,1 0 1,-1 0-1,2-1 199,13-14-4508,-10 6-377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3:46.3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311 105 312,'0'0'1275,"0"0"-872,0 0-303,0 0-70,0 0 69,-8-1 325,3 2-62,2-1-185,1 0-1,0 0 0,0 0 1,-1 0-1,1 0 1,0 0-1,0 0 0,-1-1 1,1 1-1,0-1 1,0 0-1,0 1 0,0-1 1,0 0-1,0 0 1,0 0-1,-1-1-176,2-3 559,-1 0 0,1 0 0,1 0 0,-1 0 0,1 0 0,-1 0 1,1 0-1,1 0 0,-1 0 0,2-3-559,-2-7 3302,1 14-3163,-1 0 0,0 0 0,0 0 0,0 0 0,0 1 0,0-1 0,0 0 0,0 0 0,0 0 1,0 0-1,0 1 0,-1-1 0,1 0 0,0 0 0,0 0 0,-1 1 0,1-1 0,-1 0 0,1 0 1,0 1-1,-1-1 0,0 0 0,1 1 0,-1-1 0,1 1 0,-1-1 0,0 1 0,1-1 1,-1 1-1,0-1-139,-1 1 60,1 0 0,0 0 0,-1 1 0,1-1 0,-1 0 0,1 1 0,0-1 0,-1 1 0,1-1 0,0 1 0,0 0 0,-1 0 0,1-1 0,0 1 0,0 0 0,-1 1-60,-46 49-567,44-46 820,-38 51-234,27-35 4,-2 0 0,0 0 0,-14 12-23,21-24 9,6-5 9,0 0 1,-1 0-1,1 0 0,-1-1 1,0 1-1,-1-1 1,1 0-19,7-3-3064,35-7-4423,-24 0 3265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3:46.8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288 1 3609,'0'0'2035,"0"0"-17,0 0 203,0 0-245,0 0-644,0 0-509,-3 0-239,-3 3-388,0-1 1,0 1-1,1 0 0,-1 0 1,1 0-1,0 1 0,0 0 1,0 0-1,1 0 0,-1 0 1,-2 4-197,-49 61 1377,47-56-1164,-32 40 320,8-11-7,1 1-1,-12 26-525,42-66 48,1-3 19,1 0 38,0 0-13,0 0-33,0 0-90,0-1-1,0 1 1,-1-1-1,1 0 1,0 1-1,0-1 1,0 1-1,0-1 1,0 0-1,0 1 1,0-1-1,0 1 1,0-1-1,0 1 1,0-1-1,0 0 1,0 1-1,1-1 1,-1 1-1,0-1 1,0 1-1,0-1 1,1 1-1,-1-1 1,0 1-1,1-1 1,-1 1-1,1-1 1,-1 1-1,1-1 32,11-12-953,-12 13 948,70-52-3988,-41 33 1130,-7 2-1383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3:47.2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321 0 5961,'0'0'1482,"0"0"248,0 0 59,0 0-378,0 0-494,0 0-49,-18 5 633,6 4-1167,0 0-1,0 1 0,1 1 0,1 0 0,-1 0 0,2 1 1,-1 1-334,-22 24 593,-9 6-35,14-17-344,2 1 0,1 1 0,0 2 0,3 0 1,0 2-215,56-61-1070,61-28-5148,-58 36 3493,-3-1-84,-3 1-30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3:47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1 0 4233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3:48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370 0 4233,'114'28'1780,"-92"-22"-474,-24-6-1031,0 0 0,0 0 1,0 0-1,0 1 0,0-1 0,0 1 1,0 0-1,0-1 0,0 1 0,0 0 1,0 0-1,0 0 0,-1 1-275,-158 133 4868,-75 71-2661,157-130-1512,188-157-12066,-83 64 5971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3:48.3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239 1 4761,'0'0'1271,"0"0"-459,0 0-162,0 0-152,0 0-46,0 0 475,0 0 339,-18 21 1973,-156 193-613,169-208-2585,3-4-37,0-1 1,0 1 0,1 0-1,-1 0 1,1 0-1,0 0 1,-1 1 0,1-1-1,0 0 1,0 1 0,0-1-1,0 3-4,1-5-117,0 0-170,0 0 83,-16 12-4373,9-7 1630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1:25.6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40 10658,'0'0'2497,"0"0"-483,0 0 71,0 0-631,0 0-540,-7-7-94,5 5-765,-27-21 776,28 22-785,-1 0 0,1 0-1,0 1 1,-1-1 0,1 0-1,-1 1 1,1-1-1,0 1 1,-1 0 0,1-1-1,-1 1 1,0 0 0,1 0-1,-1 0 1,1 0 0,-1 0-1,1 0 1,-1 0-1,1 1 1,-1-1 0,1 1-1,-1-1 1,1 1 0,0-1-1,-1 1 1,1 0 0,0 0-1,-1 0-45,-4 5 47,1 0 0,0 0 0,0 1 0,0 0 0,1 0 0,0 0 0,0 1 0,1-1 0,0 1 0,1 0 0,-1 0 0,0 6-47,-3 13 50,1 1 1,2 0-1,0 3-50,2-14 20,-1 6 0,1 0-1,1 0 1,1 0 0,3 23-20,-3-42 3,0 1 0,-1-1 0,2 0 0,-1 1 0,0-1 0,1 0 0,0 0 0,0 0 0,0 0 0,0 0 0,0 0 0,1-1 0,0 1 0,0-1 0,0 0 0,0 0 0,0 0 0,1 0 0,-1 0 0,1-1 0,0 0 0,0 1 0,0-2 0,0 1 0,0 0 0,0-1 0,0 1 0,1-1-3,3 0 13,1 0 0,-1-1 0,0 1 1,1-2-1,-1 1 0,0-1 0,0 0 1,0-1-1,1 0 0,-1 0 0,-1-1 0,1 0 1,0 0-1,-1-1 0,0 0 0,1 0 1,-2-1-1,1 0 0,0 0 0,-1 0 1,0-1-1,0 0 0,-1 0 0,0-1 0,0 1 1,0-1-1,-1 0 0,0-1 0,0 1 1,-1-1-1,0 1 0,0-1 0,-1 0 1,0 0-1,0 0 0,-1-1 0,0 1 0,0-3-13,1-9 260,-1 0 0,-1 0 0,-1-1 0,0 1-1,-1 0 1,-4-13-260,5 28 37,-1 1 0,1 0 0,0-1 1,-1 1-1,0 0 0,0 0 0,0 0 0,-1 0 0,0 0 0,1 1 0,-1-1 0,0 1 0,-1 0 0,1 0 1,0 0-1,-1 0 0,0 0 0,0 1 0,0-1 0,0 1 0,0 0 0,0 1 0,0-1 0,-1 1 1,1 0-1,0 0 0,-1 0 0,1 0 0,-1 1 0,0 0 0,-4 0-37,4-1-57,0 1 0,0 1 0,0-1 0,1 1 1,-1 0-1,0 0 0,0 0 0,0 1 0,1-1 0,-1 1 0,0 0 0,1 1 0,0-1 1,0 1-1,-1 0 0,2 0 0,-1 0 0,0 0 0,1 1 0,-2 1 57,1 0-707,0 1 0,1-1 0,0 1-1,0 0 1,1 0 0,0 0 0,0 0 0,0 0-1,1 0 1,-1 3 707,1 11-6815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1:26.0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0 11963,'0'0'1992,"0"0"80,-15 125 649,4-77-1545,1-1-744,-1-5-296,3-9-136,0-9-8,8-22-1688,0-2-2265,6-7-5825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1:26.3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 0 13171,'0'0'2807,"0"0"-752,0 0-142,0 0-616,0 0-358,-3 25-127,-15 84-253,15-93-483,-2 0-1,0-1 0,-1 1 1,0-1-1,-1 0 1,-1-1-1,-1 0 1,-1 2-76,-17 29 220,20-32-111,4-8-13,-1 1-1,1-1 1,1 1-1,-1 0 0,1 0 1,0 0-1,0 0 0,1 0 1,0 0-1,-1 4-95,50-8 503,0-6-464,-2-1 0,1-3 0,-1-1 1,0-3-1,15-7-39,58-13-574,-96 27 259,-7 1-548,1 0 0,-1-1 0,0 0 0,5-3 863,-19 7-236,-1 0 1,0 0-1,0 0 0,1 0 1,-1 0-1,0 0 1,0 0-1,0 0 0,0-1 1,0 1-1,0 0 0,0-1 1,-1 1-1,1-1 1,0 1-1,-1 0 0,1-1 1,-1 0-1,1 1 0,-1-1 1,0 1-1,0-1 1,0 1-1,0-1 0,0 0 1,0 1-1,0-1 0,0 1 1,-1-2 235,1-4-1577,0-15-4545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1:26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10098,'0'0'3766,"0"0"-754,0 0-177,0 0-891,0 0-909,0 0-441,0 13 138,-3 370 1940,3-233-2781,3-131-597,-2-18 558,-1-1 1,1 1-1,-1-1 1,1 1 0,0-1-1,-1 0 1,1 0 0,0 1-1,-1-1 1,1 0-1,0 0 1,-1 0 0,1 1-1,0-1 1,-1 0-1,1 0 1,0 0 0,0 0-1,-1-1 1,1 1 0,0 0-1,-1 0 1,1 0-1,0 0 1,-1-1 0,1 1 147,15-6-5870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1:27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64 12779,'0'0'2583,"0"0"-772,23-9-797,-9 4-952,13-5-119,1 1 1,0 1 0,0 1 0,1 1 0,0 2 0,12 0 56,-55 3 3301,2 0-3157,-1 1 1,0 1-1,1 0 1,-1 0-1,-11 3-144,-5 6 278,1 1 0,0 1 1,1 2-1,-5 3-278,20-10 32,1 0 1,0 1-1,1 0 1,0 1-1,0 0 1,1 0-1,0 1 1,0 0-1,1 1 1,-5 8-33,12-16 0,-1-1-1,1 1 1,-1 0 0,1-1 0,0 1-1,0 0 1,1 0 0,-1 0 0,0 0-1,1-1 1,0 1 0,0 0 0,0 0-1,0 0 1,0-2 2,0 1 0,1-1 0,-1 0 0,0 0 0,1 0 0,-1 0 0,1 0 0,0 0 0,-1 0 0,1 0-1,0 0 1,0 0 0,0 0 0,-1 0 0,1-1 0,0 1 0,0 0 0,0-1 0,0 1 0,0 0 0,1-1 0,0 1-2,6 1 16,1 0 0,0 0 0,0-1 0,0 0 0,0-1 0,0 0 0,6-1-16,6 1 14,-14 0-3,15-1-68,1 1 1,-1 1 0,0 2 0,1 0 0,-1 1 0,1 2 56,-17-5-15,-1 1 0,0 0 1,1 1-1,-1-1 0,0 1 0,0 0 0,0 1 1,0-1-1,-1 1 0,0 0 0,1 0 0,-2 0 1,1 1-1,0-1 0,-1 1 0,0 0 1,0 0-1,0 0 0,0 0 0,-1 1 0,0-1 1,0 1-1,-1-1 0,1 1 0,-1 4 15,1-1 33,0 1 1,-1-1-1,-1 1 0,1-1 0,-1 1 1,-1-1-1,0 1 0,0-1 0,-1 1 1,-1-1-1,1 0 0,-1 0 0,-1 0 0,0 0 1,0 0-1,-3 4-33,2-7 71,1-1 0,-1 1 0,0-1 1,0 0-1,-1 0 0,0-1 0,1 1 0,-2-2 1,1 1-1,0 0 0,-1-1 0,1 0 0,-1-1 1,0 0-1,0 0 0,0 0 0,0-1 0,0 1 0,-1-2 1,1 1-1,0-1 0,-2-1-71,-68 4-1541,27 4-5262,23-2-1903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33:05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137 124 11002,'0'0'1386,"0"0"-683,0 0 142,0 0 49,-5 22-383,-17 68-318,11-57-34,11-33-153,0 0 1,0 0-1,0 1 1,0-1 0,0 0-1,0 0 1,0 0-1,0 0 1,0 1-1,0-1 1,-1 0-1,1 0 1,0 0-1,0 0 1,0 1-1,0-1 1,0 0-1,-1 0 1,1 0-1,0 0 1,0 0-1,0 0 1,0 0-1,-1 0 1,1 1 0,0-1-1,0 0 1,0 0-1,0 0 1,-1 0-1,1 0 1,0 0-1,0 0 1,0 0-1,-1 0 1,1 0-1,0 0 1,0 0-1,0 0 1,-1 0-1,1 0 1,0-1-1,0 1 1,0 0-1,0 0 1,-1 0 0,1 0-1,0 0 1,0 0-1,0 0 1,0 0-1,-1-1 1,1 1-1,0 0-6,-9-32 576,8 26-581,-4-29 286,3 22 81,0 0-1,0 0 0,-1 0 1,-1 0-1,0 0 0,-4-7-361,3 35 686,4 10-722,-4 2 61,5-27-24,-1 1-1,1-1 0,0 0 0,0 1 0,-1-1 1,1 0-1,0 1 0,-1-1 0,1 0 0,0 0 1,-1 1-1,1-1 0,0 0 0,-1 0 0,1 1 1,0-1-1,-1 0 0,1 0 0,-1 0 0,1 0 1,0 0-1,-1 0 0,1 0 0,-1 1 0,1-1 1,-1 0-1,1-1 0,0 1 0,-1 0 0,1 0 1,-1 0-2,-1-1-9,1 0 0,-1 0 0,0-1-1,1 1 1,0 0 0,-1-1 0,1 1-1,0-1 1,0 0 0,0 1 0,0-1-1,0 0 1,0 1 0,0-1-1,0 0 1,1 0 0,-1 0 0,1 0-1,0 0 1,-1 0 0,1-1 10,-5-72-200,4 42 2455,31 33-2082,901-21 450,-885 20-620,24-3-61,0 4 0,22 4 58,-87-3-4,-1 0 0,1 0 0,0 0 0,-1 1 0,1-1 0,-1 1 0,1 0 0,-1 1-1,0-1 1,0 1 0,0 0 0,0 0 0,0 0 0,-1 0 0,1 0 0,-1 1 0,0 0 0,0 0 0,0 0 0,0 0 0,-1 0 0,0 0 0,0 1 0,1 3 4,5 13-7,-2 0-1,0 1 1,-2 0 0,3 22 7,1 6-2,-5-32-27,1 0 48,0 1 1,1-1-1,3 7-19,-7-22-9,0 0 0,0-1 0,0 1 0,0-1 0,0 0-1,0 1 1,1-1 0,-1 0 0,1 0 0,0 0 0,-1 0 0,1 0 0,0 0 0,0 0 0,0-1 0,1 1 0,-1-1 0,0 1 0,1-1 0,-1 0 0,0 0 0,1 0-1,0 0 1,-1 0 0,1-1 9,19 1-1700,-1-1-2564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33:36.8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0 8730,'0'0'1369,"0"0"-270,-18 25 428,-57 80-513,72-100-971,-1 0 1,1 0-1,1 0 0,-1 1 1,1-1-1,0 1 0,0-1 1,0 1-1,1 0 0,0 0 1,0 0-1,0 0 0,1 0 0,0 0 1,0 4-44,1-7 39,0 0-1,0 0 1,0 0 0,1 0 0,-1 0 0,1-1-1,-1 1 1,1 0 0,0-1 0,0 1 0,0-1-1,0 0 1,1 1 0,-1-1 0,0 0 0,1 0-1,0-1 1,-1 1 0,1 0 0,1-1-39,9 4 142,0 0 1,1-1-1,-1-1 1,1-1-1,-1 0 1,1 0-1,0-1 1,0-1 0,13-1-143,-17 0 33,1 0 1,-1-1 0,1 0 0,-1-1-1,0 0 1,0 0 0,0-1 0,0 0-1,-1-1 1,0 0 0,0-1 0,8-6-34,-11 8 156,-1-1 1,0 0 0,0 0 0,0 0-1,-1 0 1,0-1 0,0 0 0,0 0 0,-1 0-1,0 0 1,0-1 0,0 1 0,-1-1 0,0 1-1,0-1 1,-1 0 0,0 0 0,0 0-1,-1 0 1,0 0-157,0 4 95,0 0 0,0 0-1,0 0 1,-1 1 0,1-1-1,-1 0 1,0 1 0,0-1-1,0 0 1,0 1-1,0-1 1,-1 1 0,1-1-1,-1 1 1,0 0 0,0 0-1,1 0 1,-1 0 0,-3-2-95,0 0 81,0 1 1,0 0-1,0 0 1,-1 0 0,1 1-1,-1-1 1,0 2-1,0-1 1,-3 0-82,-17-3 31,0 2 1,-1 1-1,1 1 0,-7 2-31,16-1 47,-16 5-464,32-4 200,-1 0-1,1 0 1,0-1 0,0 1 0,0 0-1,1 0 1,-1 0 0,0 0-1,0 0 1,0 0 0,1 0 0,-1 1-1,1-1 1,-1 0 0,1 0-1,-1 0 1,1 1 0,0-1 0,-1 0-1,1 1 1,0-1 0,0 0-1,0 1 218,-1 13-5868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33:37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 12755,'0'0'3128,"0"0"-2231,0 0 1095,0 0-1064,0 0-616,0 0-312,0 0-368,-6 0-1392,6 0-1393,0 0-4857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33:38.5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0 7586,'0'0'2472,"0"0"-557,0 0-675,0 0-593,-14 23-9,9-15-580,-15 22 435,3 1 1,0 1 0,2 0-1,1 1 1,-6 26-494,16-45 184,1 0 0,0 1 0,1-1 0,1 1 0,1-1 0,0 1 0,1 5-184,-1-17 36,0 1-1,1-1 0,0 1 0,0-1 0,0 1 0,0-1 0,0 0 0,0 0 0,1 0 1,0 0-1,0 0 0,0 0 0,0 0 0,0 0 0,0-1 0,1 1 0,-1-1 1,1 1-1,0-1 0,-1 0 0,1 0 0,0 0 0,0-1 0,1 1 0,-1-1 0,0 0 1,0 0-1,1 0 0,-1 0 0,1 0 0,-1-1 0,2 1-35,6 0 42,0-1 1,1 0-1,-1 0 0,1-1 1,-1-1-1,1 0 0,-1 0 1,0-1-1,0 0 0,4-3-42,-10 4 21,-1 0-1,0 1 0,0-2 1,0 1-1,0 0 0,0-1 1,0 0-1,-1 0 1,1 0-1,-1 0 0,0 0 1,0-1-1,0 0 1,0 1-1,-1-1 0,0 0 1,1 0-1,-1-1 1,-1 1-1,1 0 0,-1-1 1,1 1-1,-1 0 1,-1-1-1,1 0 0,-1 1 1,1-1-21,-2 3 60,1 0 1,-1 0 0,1 0 0,-1 0-1,0 0 1,0 0 0,0 0 0,0 0-1,0 0 1,0 0 0,-1 1 0,1-1-1,0 0 1,-1 1 0,0-1 0,1 1-1,-1 0 1,0-1 0,1 1 0,-1 0-1,0 0 1,0 0 0,0 0 0,0 1-1,0-1 1,-1 0-61,-61-16 601,58 16-530,-29-4-468,0 2 1,0 1-1,-14 2 397,48 0-3411,1 0-3175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33:39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0 157 11947,'0'0'1323,"0"0"-623,30-8-190,206-59-115,-185 42-592,-49 24 225,-1 0-1,0 0 1,1 0-1,-1 0 1,0-1 0,1 1-1,-1 0 1,0-1-1,0 1 1,0 0 0,0-1-1,-1 1 1,1-1-1,0 0-27,-1 1 67,0 0 0,0 0 0,0 0 0,0 0-1,0 0 1,0 1 0,0-1 0,-1 0 0,1 0 0,0 0-1,0 0 1,-1 1 0,1-1 0,-1 0 0,1 0-1,-1 1 1,1-1 0,-1 0 0,1 1 0,-1-1 0,0 1-1,1-1 1,-1 1 0,0-1 0,1 1 0,-1-1 0,0 1-1,0-1 1,1 1 0,-1 0-67,-9-4 249,-1 1 0,1 1 0,0-1 0,-1 2 0,1 0 0,-1 0-1,0 0 1,1 2 0,-1-1 0,-5 2-249,0-1 234,12 0-217,-1-1 1,1 1-1,-1 1 0,1-1 0,-1 1 1,1 0-1,0 0 0,0 0 0,0 0 1,0 1-1,0-1 0,1 1 0,-1 0 0,1 0 1,0 1-1,0-1 0,0 1 0,0-1 1,0 1-1,-1 3-17,2-4 2,1-1 1,-1 1-1,1 0 1,0 0-1,0-1 1,0 1-1,0 0 1,0 0-1,0 1 1,1-1-1,0 0 1,-1 0-1,1 0 1,0 0-1,0 0 0,1 0 1,-1 0-1,1 0 1,0 0-1,0 0 1,0 0-1,0 0 1,0 0-1,0 0 1,1 0-1,-1-1 1,1 1-1,0-1 1,0 1-1,0-1 1,1 1-3,14 11 28,1 0 1,0-2-1,1 0 1,9 3-29,-8-4 8,-1 0 0,0 1 0,-1 1 0,14 13-8,-28-21 3,1 0 0,-1 0 0,1 0 1,-2 0-1,1 1 0,0 0 0,-1-1 0,0 1 1,-1 0-1,1 1 0,-1-1 0,0 0 1,-1 1-1,1-1 0,-1 1 0,-1 0 0,1-1 1,-1 2-4,-1-5 110,0 0 1,0 0-1,0 0 1,0 0-1,-1 0 0,1-1 1,-1 1-1,1-1 1,-1 1-1,0-1 1,0 1-1,-1-1 1,1 0-1,0 0 1,-1 0-1,1 0 0,-1-1 1,1 1-1,-1-1 1,0 1-1,0-1 1,0 0-1,0 0 1,0 0-1,0 0-110,-11 3 465,0 1 0,0-2 0,0 0 0,-14 1-465,22-3-35,0 0 0,1-1 0,-1 0 0,0 0 0,0-1 0,0 1 1,1-1-1,-6-2 35,11 3-113,-1 0 0,0 0 0,1-1 1,-1 1-1,1 0 0,-1-1 0,0 1 1,1-1-1,-1 1 0,1-1 0,-1 1 1,1-1-1,0 1 0,-1-1 0,1 1 1,-1-1-1,1 0 0,0 1 0,0-1 1,-1 1-1,1-1 0,0 0 0,0 1 1,0-1-1,0 0 0,-1 1 1,1-1 111,1-2-521,-1 1-1,1 0 0,-1-1 0,1 1 0,0 0 0,0 0 0,0 0 0,0 0 0,0 0 1,1 0-1,-1 0 0,1 0 0,0 0 523,19-23-10989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33:39.3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278 0 14211,'0'0'1912,"0"0"969,53 191-552,-50-92-593,-3 3-600,-3-10-352,-21-9-360,-2-17-256,0-12-160,0-12 96,-1-6-104,1-8-544,-32 5-1656,3-9-3217,-8-5-5410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33:35.9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38 10538,'0'0'2683,"0"0"-1038,0 0-818,0 0-42,-5 25 189,2-10-815,-7 32 495,3 0-1,1 1 1,2 12-654,4-56 30,0-1-1,0 1 1,0 0-1,0 0 1,1-1-1,-1 1 0,1 0 1,0 0-1,0-1 1,0 1-1,1-1 1,-1 1-1,1-1 1,0 0-1,2 3-29,-2-4 39,1 0 0,0 0 0,0 0-1,0 0 1,0-1 0,0 1 0,1-1 0,-1 0-1,0 0 1,0 0 0,1 0 0,-1-1 0,1 1-1,-1-1 1,1 0 0,-1 0 0,1-1-39,3 1 53,1 0 1,-1-1 0,0 0-1,0 0 1,0-1 0,0 0-1,0 0 1,-1-1 0,1 0-1,-1 0 1,1 0 0,-1-1-1,0 0 1,0 0 0,-1-1-1,1 1 1,-1-1 0,0-1-1,0 1 1,-1-1 0,0 1-1,0-1 1,0 0 0,3-7-54,-1 2 121,-1-1 1,0 0 0,-1 0 0,0 0 0,-1-1-1,0 1 1,-1-1 0,0 1 0,-1-1 0,-1 0-1,0 0 1,0 0 0,-3-12-122,2 22 32,0-1 0,0 0 0,0 0 0,0 0 0,-1 1 0,1-1 0,-1 0 0,0 1 0,0 0 0,-1-1 0,1 1 0,-1 0 0,1 0 0,-1 0 0,0 1 0,0-1 0,0 1 0,0-1 0,-1 1 0,1 0 0,-1 1 0,1-1 0,-1 0 0,0 1 0,1 0 0,-1 0 0,0 0 0,0 0 0,0 1 0,0-1 0,0 1 0,-1 0-32,-3 0-271,1 0 0,-1 1 1,1-1-1,0 2 0,-1-1 1,1 1-1,0 0 0,0 0 1,0 1-1,0 0 0,0 1 0,1-1 1,0 1-1,-1 0 0,1 1 1,-3 3 270,-14 18-5731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33:36.3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1 13291,'0'0'1704,"0"0"-824,0 0 401,-154 80-905,112-33-376,13-7-576,10-4-4009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35:10.2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226 0 14187,'0'0'2225,"0"0"-1745,0 0-184,-94 149 600,44-24 200,8 0-104,13-7-63,19-16-505,10-24-120,5 4-112,26 6-96,9-13-96,10-11-168,7-8-753,17 3-1023,-14-14-905,-10-14-4152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2:55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32 5145,'0'0'2370,"0"0"-216,0 0-112,0 0-326,0 0-348,-2 0 1032,9 0-1422,68-3 2979,44-9-3957,-41 3 388,48 2-388,-112 7-226,21 0 320,-34 0-272,-1 1 0,1-1-1,0 0 1,0 0 0,0 0-1,-1 0 1,1 1 0,0-1-1,0 0 1,-1 1-1,1-1 1,0 1 0,-1-1-1,1 1 1,0-1 0,-1 1-1,1-1 1,-1 1 0,1 0-1,-1-1 1,1 1 0,-1 0-1,1-1 1,-1 1 0,0 0-1,1 0 1,-1-1 0,0 1-1,0 0 1,1 0 0,-1 0-1,0-1 1,0 2 178,-2 5-4050,-9 1-1472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2:55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0 6313,'0'0'2235,"0"0"393,0 0 682,0 0-1342,0 0-910,0 0-163,-7 15 70,1-3-725,1-5-91,1 1 0,0 0 0,1 0 0,-1 0 1,2 0-1,-1 0 0,1 1 0,1 0 0,-1-1 0,1 1 1,1 5-150,0 11 199,1 1 1,2-1 0,0 0 0,2 0 0,0 0-1,2 0 1,1-1 0,1 0 0,1-1 0,1 0 0,1-1-1,8 12-199,-12-20 12,1 0 0,1-1 0,0 0 0,1 0 0,1-1 0,-1-1 0,2 0 0,1 1-12,-7-7 12,1-1 0,0 1 0,0-1 0,0-1 0,1 1 0,-1-1 1,1-1-1,0 0 0,-1 0 0,1-1 0,0 0 0,0 0 0,0-1 1,0 0-1,5-1-12,-10 0-53,0 1-1,0-1 1,0 0 0,-1-1 0,1 1-1,0-1 1,-1 0 0,1 0 0,-1 0 0,1 0-1,-1 0 1,0-1 0,0 1 0,0-1 0,0 0-1,-1 0 1,1 0 0,-1 0 0,0-1 0,0 1-1,0-1 1,0 1 0,0-1 0,-1 0-1,0 1 1,0-1 0,0 0 0,1-4 53,1-7-1309,-1 0 1,0 0-1,-1 0 0,0-1 1,-1 1-1,-1-1 1,-1 1 1308,-4-19-7421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2:56.2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1 182 3833,'0'0'7505,"0"0"-6472,0 0 1703,0 0-319,0 0-1281,0 0-560,0 0-264,50-14-216,0-7-24,7-5-64,1 0-8,26-12-1584,-13 10-2993,-11 0-6545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2:56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189 1 11979,'0'0'1741,"0"0"-323,0 0 380,0 0-607,0 0-613,0 0 2,-20 15 141,0-2-513,11-8-124,0 0-1,1 1 1,-1 1 0,1-1 0,0 1 0,1 1 0,0-1-1,0 1 1,0 1 0,1-1 0,1 1 0,-1 0-1,1 0 1,0 2-84,-4 17 242,0 0 0,2 0 0,1 1 0,1-1 0,2 1 0,0 1 0,2-1 0,2 0 0,2 21-242,-1-40-19,0 1-1,0-1 1,1 0-1,0 1 1,0-1-1,1-1 1,1 1-1,0 0 1,0-1 0,1 0-1,0-1 1,0 1-1,1-1 1,0 0-1,1-1 1,0 1-1,0-2 1,0 1 0,1-1-1,0 0 1,0-1-1,0 0 1,1 0-1,0-1 1,0-1-1,0 1 1,0-2 0,1 1-1,-1-1 1,1-1-1,8 0 20,-15-1-158,4 1-500,1 0 1,0-1 0,0 0-1,-1 0 1,1-1-1,0 0 1,-1-1 0,1 0-1,-1 0 1,0-1 0,1 0-1,6-4 658,17-16-6345</inkml:trace>
  <inkml:trace contextRef="#ctx0" brushRef="#br0" timeOffset="1">352 171 6905,'0'0'5491,"0"0"-3783,0 0-855,0 0 528,0 0 177,25 26-223,84 84-348,-79-79-597,-3 1 1,0 2 0,-2 0-1,3 9-390,10 14-406,-28-48-1170,-10-8 1423,1-1 0,-1 0 1,0 0-1,0 0 0,1 0 0,-1 0 0,0 1 0,0-1 0,1 0 0,-1 0 1,0 0-1,0 0 0,1 0 0,-1 0 0,0 0 0,1 0 0,-1 0 1,0 0-1,0 0 0,1 0 0,-1 0 0,0 0 0,0 0 0,1 0 0,-1 0 1,0 0-1,1-1 0,-1 1 0,0 0 0,0 0 0,1 0 0,-1 0 0,0-1 1,0 1-1,0 0 0,1 0 0,-1 0 0,0-1 0,0 1 0,0 0 0,0 0 1,0-1-1,1 1 0,-1 0 0,0 0 0,0-1 0,0 1 0,0 0 0,0 0 1,0-1 152,3-15-5954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2:57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289 1 12619,'0'0'1717,"0"0"-758,0 0 35,0 0 169,-22 30 68,-5 8-778,-12 15 641,3 2-1,-10 23-1093,17-30 763,-31 60 400,55-97-1120,0 0 0,1 0-1,0 0 1,1 1-1,0 0 1,1-1 0,0 1-1,1 9-42,1-20-19,0 0-1,0-1 0,0 1 0,0 0 0,0-1 0,1 1 0,-1 0 0,0-1 1,0 1-1,1 0 0,-1-1 0,1 1 0,-1-1 0,0 1 0,1 0 1,-1-1-1,1 1 0,-1-1 0,1 0 0,-1 1 0,1-1 0,0 1 1,-1-1-1,1 0 0,-1 1 0,1-1 0,0 0 0,-1 0 0,1 1 20,28 2-1047,26-11-2101,-8-12-1867,-7-5-2852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2:57.4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9178,'0'0'2016,"0"0"-1103,0 0 1791,87 182-231,-64-109-649,-4 7-384,-9-2-199,-5 0-241,-5-5-304,0-2-304,0-10-224,-5-4-104,-5-8-64,-4-4 0,-1 0-328,-14 19-992,3-12-2457,-3-7-4065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2:58.2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4 9250,'0'0'3095,"0"0"-664,0 0 42,0 0-802,0 0-624,0 0-192,-1-3-71,1 35 817,-2 50-988,6 24-613,12 28-114,6 61 357,-16-64-5901,-6-130 3228,0-1-867,0 0-2041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2:58.5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0 187 5657,'0'0'2449,"0"0"-1193,0 0 912,0 0-983,0 0-625,0 0 8,142-26 8,-82 7-16,8-2-104,1 0-128,-1 2-176,-3 0-88,-4 2 0,-1 6-64,19-4-136,-14 6-1344,-7 0-4897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2:59.6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73 6601,'0'0'3763,"0"0"-2086,0 0-88,0 0-472,0 0-465,0 0 12,19-11 61,63-35-151,-77 44-508,0-1 0,0 1 0,0 0 0,0 1 0,1-1 0,-1 1 0,0 0 0,1 1-1,-1-1 1,1 1 0,-1 0 0,0 0 0,1 1 0,-1-1 0,1 1 0,-1 1 0,2 0-66,-5-2 13,0 1 0,0 0 0,0 1 0,0-1 0,0 0 0,-1 0 0,1 1 0,0-1 0,-1 1 0,1 0 0,-1-1 0,0 1 0,0 0 0,1 0 0,-1 0 0,0 0 0,0 0 0,-1 0 0,1 0 0,0 0 0,-1 0 0,1 0 0,-1 0 0,0 0 0,0 0 0,0 3-13,1 2 111,-1 0 1,0 1 0,0-1 0,-1 0-1,0 0 1,0 1 0,-2 5-112,-5 4 202,0-1 0,-1 0 1,0-1-1,-1 1 0,-1-2 1,-1 0-1,0 0 0,0-1 0,-11 8-202,-52 62 304,77-80-63,9-6-188,14-5-81,-23 8 46,8-4-16,0 1-1,0 0 1,0 1-1,1 0 1,-1 1-1,1 0 1,-1 0-1,1 1 1,-1 1-1,1 0 1,-1 0-1,9 3-1,-12-2-1,-1 0-1,0 0 0,1 1 1,-1 0-1,0 1 1,-1-1-1,1 1 0,0 0 1,-1 1-1,0-1 0,0 1 1,-1 0-1,1 0 0,-1 0 1,0 1-1,0 0 1,-1 0-1,1 0 0,-1 0 1,0 1 1,0 0 1,0 1 0,0-1 0,-1 1 0,0 0 0,0 0 0,-1 0-1,0 0 1,0 1 0,-1-1 0,0 0 0,0 0 0,-1 0 0,0 0 0,0 1 0,-1-1 0,0-1 0,-3 5-1,1-3 81,0 0 1,-1 0-1,0-1 0,-1 0 0,0 0 1,0 0-1,-1-1 0,0 0 0,0 0 0,-1-1 1,1 0-1,-1 0 0,-1-1 0,-2 2-81,-7 3 293,0-1 0,-1 0 0,0-2 0,-19 5-293,29-9 55,-1-1 0,1 0 0,-1 0 0,0-1 0,0-1 1,1 1-1,-1-2 0,0 1 0,1-2 0,-1 1 0,-4-2-55,10 2-14,1-1 0,0 0 1,0 1-1,-1-1 0,1 0 0,1 0 0,-1-1 0,0 1 1,0-1-1,1 1 0,-1-1 0,1 0 0,0 0 1,0 0-1,0 0 0,0 0 0,1-1 0,-1 1 1,1 0-1,0-1 0,0 1 0,0-1 0,0 1 0,1-1 1,-1 0-1,1 1 0,0-3 14,0 2-180,0 1 0,0-1-1,1 0 1,-1 0 0,1 1 0,0-1-1,0 1 1,0-1 0,0 0 0,1 1 0,-1 0-1,1-1 1,0 1 0,0 0 0,0 0-1,0 0 1,1 0 180,30-24-4406,5 1-3349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3:00.1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171 164 8858,'0'0'1674,"0"0"75,0 0 53,0 0-888,26 5-321,9 4-224,0 0-1,5 5-368,-31-10 143,0 1 0,0 1-1,-1 0 1,0 0 0,0 1-1,0 0 1,-1 0-1,0 1 1,0 0 0,-1 0-1,0 0 1,-1 1 0,0 0-1,0 0 1,-1 0-1,0 1 1,1 3-143,3 4 251,0 1 47,-1 1 1,-1-1-1,0 1 1,-1 0 0,-1 1-1,-1-1 1,-1 1-1,-1 0 1,0 15-299,-2-29 72,-1 0 1,1 1-1,-1-1 0,0 0 0,0 0 1,-1 0-1,0-1 0,0 1 1,0 0-1,-1-1 0,1 0 1,-1 0-1,-1 0 0,1 0 0,-1-1 1,0 0-1,0 0 0,0 0 1,0 0-1,-1-1 0,1 0 0,-1 0 1,0 0-1,-1 0-72,-4 2 86,0-1 1,-1 0-1,1 0 0,-1-1 1,0 0-1,0-1 0,0-1 1,0 0-1,0 0 1,0-1-1,0-1 0,-10-1-86,14-1 25,0 0-1,1 0 0,-1 0 1,1-1-1,-1 0 0,1-1 1,1 0-1,-1 0 0,0 0 1,1-1-1,0 0 0,1 0 1,-2-2-25,-11-14 39,2 0 0,0-1 0,-4-9-39,13 18 4,-1 1 1,2-1-1,0 0 0,1 0 1,0-1-1,1 0 1,1 0-1,0 0 1,0-14-5,2 19 5,1 1 1,1 0-1,0-1 1,0 1-1,0 0 1,2 0-1,-1 0 1,1 0-1,0 0 1,1 0-1,0 1 1,0 0-1,1 0 1,0 0-1,0 0 1,6-5-6,7-8-20,2 0 0,0 2 0,1 0 0,1 1 0,1 2 0,1 0 0,0 1 0,0 2 0,2 0 0,0 2 0,0 1 1,1 0-1,0 3 0,0 0 0,1 1 0,0 2 0,0 1 0,5 1 20,-9 2-567,-1-1-1028,-1 2 0,1 0 0,8 3 1595,9 5-6845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3:00.4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331 0 11739,'0'0'1713,"0"0"-316,0 0 655,-13 24-281,5-10-1540,-12 27 724,-3-2 1,-1-1-1,-28 32-955,24-39 435,-2-2 0,-1 0 0,-25 16-435,55-44-92,1-1 0,-1 1 0,1-1 0,-1 0 0,0 1 0,1-1 0,-1 0 0,1 1 0,-1-1 0,0 0 0,1 0 0,-1 0 0,0 0 0,1 1 0,-1-1 0,0 0 0,1 0 0,-1 0 0,0 0 0,1-1 0,-1 1 0,0 0 0,1 0 0,-1 0 0,0 0 0,1-1 0,-1 1 0,0 0 0,1-1 0,-1 1 0,1 0 0,-1-1 0,1 1 0,-1-1 0,1 1 0,-1-1 0,1 1 0,-1-1 0,1 1 92,-13-25-5579,12 22 4916,-7-18-5940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3:00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9722,'0'0'1752,"0"0"65,0 0-393,0 0-344,0 0-351,134 135 47,-108-95-272,-2 0-320,-3-5-184,7 8-16,-4-10-1008,-6-7-1945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3:01.2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 6369,'0'0'6650,"0"0"-5794,0 0 920,0 0 49,0 0-673,147 3-616,-92 2-168,-5-5-168,-5 0-104,-9 0-96,-2 0-80,1 0-1264,-9-5-1065,-8-2-3056</inkml:trace>
  <inkml:trace contextRef="#ctx0" brushRef="#br0" timeOffset="1">61 300 8674,'0'0'1296,"0"0"-376,0 0 313,0 0-697,170-14-368,-96-2-168,-17 4 0,-10 0-2633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3:05.8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1 8026,'0'0'4062,"0"0"-2575,0 0-323,0 0-46,-9 26-211,-24 85-83,31-106-760,2 1 1,-1-1-1,0 0 0,1 0 1,0 0-1,0 1 0,1-1 1,0 0-1,0 0 1,0 0-1,0 1 0,1-1 1,-1 0-1,1-1 1,1 1-1,-1 0 0,1-1 1,0 1-1,0-1 0,0 0 1,0 0-1,3 2-64,4 4 89,1-1 0,0 0 0,1-1 0,0 0 0,0-1 0,7 3-89,-7-4 117,1 0 0,0 0 0,0-2 0,0 1 0,1-2 0,-1 0 0,1 0 0,0-1 0,0-1 0,0-1 0,0 0 0,0 0 0,0-1 1,9-3-118,-20 3 46,-1 0 0,1-1 0,-1 1 0,0 0 1,0-1-1,1 0 0,-1 0 0,-1 1 0,1-1 1,0 0-1,0-1 0,-1 1 0,1 0 0,-1 0 1,1-1-1,-1 1 0,0-1 0,0 1 0,0-1 1,-1 1-1,1-1 0,0 0 0,-1 1 0,0-1 1,0 0-1,0 1 0,0-1 0,0 0 0,0 1 1,-1-1-1,1 0 0,-1 1 0,0-1-46,0-6 190,-1 0 0,0 1 0,-1 0 0,0-1 0,0 1 0,0 0 0,-1 0 0,-1 0 0,-2-3-190,-13-15 572,-2 2 0,-23-22-572,37 38-231,-1 1 0,0-1-1,-1 1 1,0 1 0,0 0 0,-1 0 0,1 1 0,-1 1-1,-11-4 232,22 9-3267,0 3-2513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3:06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0 11402,'0'0'1825,"0"0"-985,0 0 1529,-36 168-185,22-114-520,-1-4-751,-1-3-449,3-5-272,5-6-96,0-13-32,5-6-64,3-12-80,0-5-648,8-17-113,13-16-1951,6-5-4426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3:06.6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44 8970,'0'0'2495,"0"0"-617,0 0-131,0 0-369,0 0-437,23-9-375,70-23-210,-91 31-337,-1 1 0,0-1 0,1 1 1,-1 0-1,1 0 0,-1 0 0,0 0 0,1 0 1,-1 0-1,1 0 0,-1 0 0,0 0 1,1 1-1,-1-1 0,0 0 0,1 1 1,-1-1-1,0 1 0,1 0 0,-1-1 1,0 1-1,0 0 0,0 0 0,0 0 1,0 0-1,0 0 0,0 0 0,0 0 0,0 0 1,0 0-1,-1 0 0,1 1 0,0-1 1,-1 0-1,1 0 0,-1 1 0,1-1-19,0 5 122,0 0 1,0 0-1,0 0 0,-1 0 0,1 0 0,-2 0 0,1 1-122,0 0 175,-1 9-39,0-1 0,-1 0 1,-1 0-1,-1 0 0,0 0 0,0 0 0,-2-1 0,1 0 0,-2 0 0,-6 10-136,-2 0 50,0-1 0,-2 0 0,-1-1 0,0-1 0,-11 8-50,5-12 268,24-17-250,-1 0-1,1 0 1,0 0 0,-1 1-1,1-1 1,-1 0-1,1 0 1,0 0 0,-1 0-1,1 0 1,-1-1-1,1 1 1,-1 0 0,1 0-1,0 0 1,-1 0-1,1 0 1,-1 0-1,1-1 1,0 1 0,-1 0-1,1 0 1,0-1-1,-1 1 1,1 0 0,0 0-1,0-1 1,-1 1-1,1 0 1,0-1 0,0 1-1,-1-1 1,1 1-1,0 0 1,0-1 0,0 1-1,0-1 1,-1 1-1,1 0 1,0-1 0,0 1-1,0-1 1,0 1-1,0 0 1,0-1-1,0 1 1,0-1 0,0 1-1,1-1 1,-1 1-1,0 0 1,0-1 0,0 1-1,0 0 1,1-1-1,-1 1 1,0-1 0,0 1-18,1-2 7,0 1 1,-1-1-1,1 0 1,0 1-1,0-1 0,0 1 1,0-1-1,0 1 1,1 0-1,-1-1 1,0 1-1,1 0 1,-1 0-1,1 0 1,-1 0-1,1 0 1,-1 0-1,1 1 1,-1-1-1,1 0 1,0 1-1,0-1 1,-1 1-1,1 0 1,1-1-8,49-6 3,-51 7 0,20-2 41,0 0 0,0 2 1,0 0-1,0 1 0,-1 1 1,1 1-1,0 1 0,-1 1 0,0 0 1,1 2-45,-16-5-371,0 0 1,0-1-1,0 0 0,0 0 1,0 0-1,0-1 1,1 1-1,-1-1 1,0 0-1,5-1 371,12 0-3472,11 1-4612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3:06.9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13435,'0'0'2056,"0"0"-1568,0 0 1697,0 0-297,0 158-791,2-92-289,3 0-88,1-2-328,-1-10-224,0-9-72,0-7-96,1-12 0,-1-7-312,0-10-560,3-9-825,3 0-1191,-4-19-3098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3:07.2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1 161 15195,'0'0'2313,"0"0"-721,0 0-408,0 0-800,0 0-256,144-54-128,-86 33-264,23-12-1064,-15 7-2465,-11 0-7953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3:07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40 4521,'0'0'3789,"0"0"-2036,0 0-1,0 0-237,23-7-397,77-22-424,-98 29-661,1-1 1,0 0-1,0 0 1,0 1-1,0 0 0,0-1 1,0 1-1,0 1 1,0-1-1,0 0 1,0 1-1,0-1 1,0 1-1,0 0 0,0 0 1,2 1-34,-3-1 13,-1 0 0,1 0 0,-1 1 0,1-1 1,-1 0-1,0 1 0,0-1 0,0 1 0,0-1 0,0 1 0,0 0 1,0-1-1,0 1 0,-1 0 0,1 0 0,-1-1 0,1 1 0,-1 0 1,1 1-15,-1 3 33,0 0 0,0 0 0,0-1 0,-1 1-1,0 0 1,0-1 0,0 1 0,-1-1-1,0 1 1,0-1 0,0 1 0,-1-1-1,0 1-31,-7 7 59,-1 0-1,-1-1 0,1 0 0,-2-1 0,0-1 0,0 0 0,-8 4-58,-40 34 18,61-48-26,0 0 0,0 0 1,0 0-1,0 0 0,-1 0 1,1 0-1,0 1 0,0-1 1,0 0-1,0 0 1,0 0-1,0 0 0,0 1 1,-1-1-1,1 0 0,0 0 1,0 0-1,0 1 0,0-1 1,0 0-1,0 0 1,0 0-1,0 1 0,0-1 1,0 0-1,0 0 0,0 0 1,0 1-1,0-1 0,0 0 1,0 0-1,1 0 1,-1 0-1,0 1 0,0-1 1,0 0-1,0 0 0,0 0 1,0 0-1,0 1 0,1-1 1,-1 0-1,0 0 8,13 7-119,29 4 174,-20-6-69,-11-1 22,0 0 1,0 1-1,0 1 1,-1 0-1,0 0 1,0 1-1,-1 0 0,0 0 1,4 5-9,-9-8 154,1 1 1,-1 0-1,0 0 1,-1 0-1,1 0 1,-1 0-1,0 1 1,0 0-1,0-1 1,-1 1-1,0 0 1,0 0-1,-1 1 1,0-1-1,0 0 0,0 0 1,-1 1-1,1 1-154,-2-4 167,-1 0 0,1 0 0,0 0 1,-1-1-1,0 1 0,0 0 0,0-1 0,0 0 0,-1 1 0,1-1 0,-1 0 0,0 0 0,0-1 0,0 1 0,0 0 0,0-1 0,-1 0 0,1 0 0,-1 0 0,0 0 0,-2 1-167,-8 3 265,0 1 1,-1-2-1,0 0 0,0 0 1,-2-1-266,7-2 118,0 0 1,0-1-1,1 0 0,-1 0 1,0-1-1,0 0 0,0-1 1,-4-1-119,11 2-149,0-1 1,0 0-1,0 0 0,1 0 1,-1-1-1,0 1 1,1-1-1,-1 1 0,1-1 1,-1 0-1,1 0 1,0 0-1,0 0 0,0 0 1,0-1-1,0 1 0,0 0 1,1-1-1,-1 0 1,1 1-1,0-1 0,0 0 1,0 0-1,0 0 1,0 0-1,1 1 0,-1-1 1,1-2 148,-3-9-4613,0 2-3078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3:10.7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0 14211,'0'0'2849,"0"0"-1057,0 0-288,0 0-743,0 0-113,-113 161 104,87-81-240,10 2-176,11 1-240,5-12-16,8-10-72,20-14-8,12-14-408,33-23-672,-7-10-1409,-3 0-3568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3:11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46 14323,'0'0'2186,"0"0"-798,0 0-342,0 0-79,-1 25-33,-2 80-244,4-96-650,0 0-1,1-1 1,1 1 0,0-1-1,0 1 1,0-1 0,1 0-1,0 0 1,1-1 0,0 1-1,0-1 1,0 0 0,1 0-1,0-1 1,0 0 0,1 0-1,0 0 1,0-1-1,0 0 1,1 0 0,-1-1-1,1 0 1,1 0-40,-4-1 10,0-1 0,0 1 0,-1-2 0,1 1-1,0 0 1,1-1 0,-1 0 0,0 0 0,0-1 0,0 1-1,1-1 1,-1 0 0,0-1 0,0 1 0,1-1 0,-1 0-1,0 0 1,0-1 0,0 1 0,0-1 0,0 0 0,0-1 0,-1 1-1,1-1 1,-1 0 0,0 0 0,0 0 0,0 0 0,0-1-1,0 0 1,-1 0 0,1 0 0,-1 0 0,0-1 0,0 1-1,-1-1 1,0 1 0,1-1 0,-1 0 0,-1 0 0,1 0 0,0-3-10,1-1 60,-1 0 1,0 0 0,0 0-1,-1 0 1,0-1 0,-1 1 0,1 0-1,-2 0 1,0-1 0,0 1 0,0 0-1,-3-6-60,2 8 97,-1 1-1,1-1 0,-2 1 1,1 0-1,-1 0 0,0 0 0,0 0 1,0 0-1,-1 1 0,0 0 1,0 0-1,0 0 0,-1 1 1,1 0-1,-1 0 0,-3-1-96,-3-2 11,0 2 0,0-1 0,0 2 0,-1 0-1,1 0 1,-1 1 0,0 1 0,0 0-1,0 0 1,0 2 0,-6 0-11,18-1-105,0 1 1,0 0-1,0 0 1,0 0-1,0-1 0,0 1 1,0 0-1,1 0 1,-1 1-1,0-1 1,0 0-1,0 0 0,0 0 1,0 1-1,0-1 1,0 0-1,0 1 0,0-1 1,1 1-1,-1-1 1,0 1-1,0-1 0,1 1 1,-1-1-1,0 1 1,0 0-1,1 0 0,-1-1 1,1 1-1,-1 0 1,1 0-1,-1 0 0,1-1 1,0 1-1,-1 1 105,0 12-5752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3:11.3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0 14147,'0'0'2104,"0"0"-1303,0 0 695,-47 120-232,47-91-656,0-6-416,0-8-192,10-13-896,14-2-1968,2 0-5818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3:11.6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264 259 14027,'0'0'2078,"0"0"48,4 24-111,-1-4-1640,10 61 2125,0 27-2500,-15-71 338,1-30-289,1-1 0,-1 1 0,1 0 0,0-1 1,1 1-1,-1 0 0,1-1 0,1 1 0,1 5-49,3-39 1004,45-429-114,-47 351-686,-4 105-193,0-1 1,0 1-1,-1-1 0,1 1 1,0-1-1,0 1 0,0-1 1,0 0-1,-1 1 0,1-1 1,0 1-1,0-1 0,-1 1 1,1-1-1,0 1 0,-1 0 1,1-1-1,-1 1 0,1-1 1,-1 1-1,1 0 0,-1-1 1,1 1-1,-1 0 0,1 0 1,-1-1-1,1 1 0,-1 0 1,1 0-1,-1 0 0,1 0 1,-1 0-1,1-1 0,-1 1 1,0 0-1,1 0 0,-1 0 0,1 1 1,-1-1-1,1 0 0,-1 0 1,0 0-1,1 0 0,-1 0 1,1 1-1,-1-1 0,1 0 1,-1 1-1,1-1 0,-1 0 1,1 1-1,0-1 0,-1 1-10,-30 17-29,-30 39 26,3 3 0,2 2 0,-13 23 2,43-53 0,-4 15-106,23-20 36,7-27 69,0 1 1,0 0-1,1-1 0,-1 1 0,0 0 1,0-1-1,0 1 0,1 0 0,-1-1 0,0 1 1,1-1-1,-1 1 0,0-1 0,1 1 1,-1 0-1,1-1 0,-1 0 0,1 1 1,-1-1-1,1 1 0,-1-1 0,1 0 1,-1 1-1,1-1 0,0 0 0,-1 1 0,1-1 1,0 0-1,-1 0 0,1 0 0,-1 0 1,1 1 0,17 1 7,0 0 1,1-1-1,-1-1 1,0 0-1,0-2 1,0 0-1,0-1 1,12-3-8,17-8-3112,-1-1 0,29-14 3112,-27 8-5575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3:12.1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134 86 12467,'0'0'1816,"0"0"-701,0 0-45,26-13-472,124-57-350,-232 67-417,65 6 339,1 1 1,0 1-1,0 0 0,1 1 1,-1 1-1,1 0 0,0 1 0,-2 2-170,11-6 40,0-1-1,0 1 0,1 0 1,-1 1-1,1 0 0,0 0 1,0 0-1,0 0 0,1 1 0,-1-1 1,1 1-1,1 0 0,-1 0 1,1 1-1,0-1 0,1 1 1,0 0-1,0-1 0,0 1 0,0 1-39,2-6 11,0 0 0,1 0 0,-1 0-1,0 0 1,1 0 0,-1-1 0,1 1-1,-1 0 1,1 0 0,0-1 0,0 1 0,0 0-1,0-1 1,0 1 0,0-1 0,0 1-1,1-1 1,-1 1 0,0-1 0,1 0-1,-1 0 1,1 0 0,-1 0 0,1 0-1,0 0 1,-1 0 0,1 0 0,0-1-1,0 1 1,0-1-11,10 4 37,1 0 1,0-2-1,-1 1 0,7-1-37,12 3 31,-19-2-31,1 0-1,-1 1 1,0 1-1,0 0 1,0 1-1,-1 0 1,6 4 0,-14-8 18,0-1 0,-1 1 1,1 0-1,-1 0 0,1 0 0,-1 0 1,0 1-1,0-1 0,0 1 1,0-1-1,0 1 0,-1 0 1,1-1-1,-1 1 0,1 0 0,-1 0 1,0 0-1,0 0 0,-1 0 1,1 1-1,-1-1 0,1 0 0,-1 0 1,0 0-1,0 0 0,0 1 1,-1-1-1,1 0 0,-1 0 0,0 0 1,0 0-1,0 0 0,0 2-18,-6 3 292,1-1-1,-1 1 0,0-1 1,0-1-1,-1 1 0,0-1 1,0 0-1,0-1 0,-1 0 1,-5 2-292,-5 4 323,-67 41 319,86-52-650,0 0 1,0 0 0,0 0 0,0 0 0,0 0-1,-1 1 1,1-1 0,0 0 0,0 0 0,0 0-1,0 0 1,0 0 0,-1 0 0,1 0 0,0 0-1,0 0 1,0 0 0,0 0 0,0 0 0,-1 0-1,1 0 1,0 0 0,0 0 0,0 0 0,0 0-1,-1 0 1,1 0 0,0-1 0,0 1 0,0 0-1,0 0 1,0 0 0,0 0 0,-1 0 0,1 0-1,0 0 1,0 0 0,0-1 0,0 1 0,0 0-1,0 0 1,0 0 0,0 0 0,0 0 0,0 0-1,0-1 1,0 1 0,-1 0 0,1 0 0,0 0-1,0 0 1,0 0 0,0-1 0,0 1 0,0 0-1,0 0 1,0 0 0,1 0 0,-1-1 0,0 1 0,0 0-1,0 0 1,0 0 0,0 0 0,0 0 0,0 0-1,0-1 1,0 1 7,5-12-812,16-15-1858,5-3-2366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3:12.5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13139,'0'0'1649,"9"20"-156,-9-20-1492,29 63 1802,-4 2-1,-2 0 1,2 20-1803,-14-25 676,-3 0 0,-2 0 0,-3 0 1,-3 1-1,-5 38-676,3-78 45,-1 0 1,-1 0-1,-1 0 0,-1-1 1,-1 1-1,-1-2 1,0 1-1,-1-1 1,-1 0-1,-1-1 1,-1 0-1,0-1 0,-11 10-45,20-24-167,4-6-317,14-14-1324,24-27-4402,5 0-2948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3:12.8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 14419,'0'0'2849,"0"0"-1049,0 0 40,0 0-991,0 0-529,142-2-176,-100-6-16,-3 1-128,-7 0-152,-9 5-1353,-10 2-2631,-10 0-3882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3:13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13499,'0'0'2176,"0"0"-999,0 0 927,0 0-952,0 0-560,0 0-384,150 21-208,-92-21-720,-14 0-4177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3:28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4 146 7298,'0'0'2708,"0"0"-362,0 0-256,0 0-266,0 0-49,0 0-1592,-1-1-1,1 1 1,-1-1-1,1 1 1,0-1-1,0 1 1,-1-1-1,1 0 1,0 1-1,0-1 1,0 0-1,-1 1 1,1-1 0,0 1-1,0-1 1,0 0-1,0 1 1,0-1-1,1 0 1,-1 1-1,0-1 1,0 0-183,12-6 364,0 1 0,0 0 0,1 1 0,-1 0 0,6 0-364,39-17 137,69-53 13,-126 75-151,0 0 0,0 1 1,0-1-1,0 0 0,0 0 1,0 0-1,0 1 0,0-1 1,0 0-1,0 0 0,0 1 1,0-1-1,0 0 0,0 0 1,0 0-1,0 1 0,0-1 1,1 0-1,-1 0 0,0 0 1,0 1-1,0-1 0,0 0 1,0 0-1,1 0 0,-1 0 1,0 0-1,0 1 0,0-1 1,0 0-1,1 0 0,-1 0 1,0 0-1,0 0 0,0 0 1,1 0-1,-1 0 0,0 0 1,0 0-1,1 0 0,-1 0 1,0 0-1,0 0 0,0 0 1,1 0-1,-1 0 0,0 0 0,0 0 1,1 0-1,-1 0 0,0 0 1,0 0-1,0 0 0,1 0 1,-1-1-1,0 1 0,0 0 1,0 0-1,0 0 0,1 0 1,-1 0-1,0-1 1,0 5-13,-13 544 788,13-548-1374,0 0-672,0-2-1409,0-10-2211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3:28.6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1 10802,'0'0'1873,"0"0"-449,0 0 1329,0 0-913,0 0-720,-58 137-256,45-109-351,0-2-1,-3-5-376,5-4 16,3-6-136,1-8 80,7-3-48,0 0-48,0-26-472,5-7-1857,11-3-2360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3:29.2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82 6145,'0'0'1866,"0"0"-347,23-8 207,-8 3-1477,32-11 1576,1 2-1,49-7-1824,-76 15 2281,-31 1-270,-35-1-1169,31 6-829,-2 0 9,-1 0 0,1 1-1,0 1 1,-9 2-22,20-3 3,-1 1 0,0 0 0,1 0-1,-1 1 1,1-1 0,0 1 0,0 0-1,0 1 1,0-1 0,1 1 0,-1 0-1,1 0 1,0 1 0,-1 1-3,-1 0 3,1 0 0,0 0 1,1 1-1,-1 0 0,1 0 0,1 0 1,-1 0-1,1 0 0,1 1 0,-1 0 0,1-1 1,0 1-1,1 0 0,0 0 0,0 0 1,1 0-1,0 7-3,1-14 2,0 0 1,-1 0 0,1 0 0,0 0-1,-1 0 1,1 0 0,0-1-1,0 1 1,0 0 0,0 0-1,0-1 1,0 1 0,0-1-1,0 1 1,0-1 0,0 1 0,0-1-1,1 1 1,-1-1 0,0 0-1,0 0 1,0 0 0,0 0-1,1 0 1,-1 0 0,0 0-3,41 1 52,-34-1-14,10 0-34,7-1-9,1 1-1,-1 2 0,0 0 0,1 2 1,23 6 5,-43-8-2,-1-1 0,1 1 1,-1 1-1,0-1 1,0 1-1,0 0 0,0 0 1,0 0-1,-1 1 1,1 0-1,-1 0 0,0 0 1,0 0-1,0 1 0,-1-1 1,1 1-1,-1 0 1,0 0-1,-1 0 0,1 0 1,-1 1-1,0-1 1,0 1-1,-1-1 0,0 1 1,0 0-1,0-1 0,0 5 2,-1-2 102,1 0-1,-1 0 0,0 1 1,-1-1-1,0 0 0,0 0 0,-1 0 1,0 0-1,0 0 0,-1-1 1,1 1-1,-2-1 0,1 1 0,-4 3-101,3-5 101,-1-1 0,0 0 0,0 1 0,0-1 0,-1-1 0,0 1 0,0-1 0,0 0 0,0-1 0,0 1 0,-1-1 0,0 0 0,1-1 0,-1 0 0,0 0 0,-5 1-101,-8 0 144,-1 0 1,1 0-1,-1-2 0,1-1 0,-3-1-144,14 1-52,0-1 1,-1 0-1,1 0 0,0-1 1,0 0-1,1-1 1,-1 0-1,0 0 0,1-1 1,0 0-1,0 0 1,-2-2 51,10 5-77,-1 1 0,1 0 0,-1-1 0,1 1 0,0-1 0,-1 1 0,1-1 0,0 1 0,-1-1 0,1 1 0,0-1 0,0 1 0,-1-1 0,1 1 0,0-1 0,0 1 0,0-1 0,0 0 0,0 1 0,0-1 0,0 1 0,0-1 0,0 0 0,0 1 0,0-1-1,0 1 1,0-1 0,1 1 0,-1-1 0,0 1 0,0-1 0,1 0 0,-1 1 0,0-1 0,1 1 0,-1 0 0,0-1 0,1 1 0,-1-1 0,1 1 0,-1 0 0,0-1 0,1 1 0,-1 0 0,1-1 0,-1 1 0,1 0 0,0 0 0,-1-1 0,1 1 0,-1 0 0,1 0 77,35-16-3940,-32 15 2695,35-15-6808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3:29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35 8690,'0'0'2095,"0"0"-193,0 0-246,0 0-480,0 0-465,24-7-305,73-18-306,-95 25-87,0-1 0,0 1-1,0-1 1,0 1 0,0 0 0,0 0 0,0 0 0,0 0 0,0 0 0,0 0 0,0 0 0,-1 1 0,1-1 0,0 1 0,0 0 0,1 0-13,-2-1 16,0 1 0,0 0 0,-1-1 0,1 1 0,0 0 0,0 0 0,-1 0 0,1-1 0,-1 1 0,1 0 0,0 0 0,-1 0 0,0 0 0,1 0 0,-1 0 0,0 0 0,1 0 0,-1 0 0,0 0 0,0 2-16,0 1 130,0 0-1,0 0 1,-1 0 0,0 1-1,1-1 1,-2 0 0,1 0 0,0 0-1,-1 0 1,0 1-130,-3 3 228,0-1 0,0 1 0,-1-1 0,0 0 0,0 0-1,-1-1 1,0 0 0,-4 3-228,-69 45 593,27-19-435,128-22 7,-67-10-175,-1 0-1,1 1 0,-1-1 1,0 1-1,0 1 0,0-1 1,0 1-1,-1 1 0,0-1 1,0 1-1,0 0 0,-1 0 1,1 1-1,-2-1 1,1 1-1,-1 0 0,0 1 1,0-1-1,-1 1 0,2 6 11,-3-8 58,0 0 0,-1 0-1,0 1 1,0-1 0,0 0-1,-1 0 1,0 1 0,0-1-1,-1 0 1,0 0 0,0 1-1,0-1 1,-1 0 0,0 0-1,0 0 1,0 0 0,-1-1-1,0 1 1,0-1 0,0 1-1,-1-1 1,0 0 0,0 0-1,0-1 1,0 1 0,-1-1 0,-1 1-58,-1 0 151,0 0 1,0 0-1,0 0 1,-1-1-1,0-1 1,0 1-1,0-1 1,0-1 0,0 1-1,-1-1 1,1-1-1,-1 0 1,-4 1-152,7-2 38,1 0 1,0 0-1,-1-1 1,1 0-1,-1 1 1,1-2-1,0 1 1,0-1-1,0 0 0,0 0 1,0 0-1,0 0 1,0-1-1,0 0 1,1 0-1,0 0 1,-1-1-1,1 0 1,1 1-1,-1-1 0,-1-2-38,2 2-41,-24-37 113,26 40-142,1-1 0,-1 1 1,0-1-1,0 1 1,1-1-1,-1 1 0,1-1 1,-1 0-1,1 1 0,0-1 1,0 0-1,0 1 1,0-1-1,0 0 0,0 0 1,0 1-1,0-1 0,0 0 1,1 1-1,-1-1 0,1 1 1,0-1-1,-1 0 1,1 1-1,0 0 0,0-1 1,0 1 69,7-6-1075,1 1 0,0 0 0,0 0 1,1 1-1,0 0 1075,-2 1-1249,31-17-6610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3:30.3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 11330,'0'0'2449,"0"0"-921,0 0 577,0 0-545,0 0-760,157-24-504,-131 24-192,0 0-104,-2 0 120,-6 0-240,-2 0 0,-3 0-1072,-7 3-1080,-4 1-1705,-2-1-2665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3:30.7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0 9298,'0'0'1752,"0"0"-178,0 0-114,0 0-510,0 0-279,-19 21 72,-55 67-45,71-85-628,0 0 1,0 1-1,1-1 0,-1 1 0,1 0 0,0-1 0,0 1 0,0 0 1,0 0-1,1 0 0,0 1 0,0-1 0,0 0 0,0 0 0,1 1 1,-1-1-1,1 0 0,0 1 0,1-1 0,-1 1-70,1 11 195,2-15-147,1 0 0,-1 0-1,1 0 1,0-1 0,-1 1 0,1-1 0,-1 0 0,1 0-1,-1 0 1,2-1-48,0 1 18,64-6 64,-54 4-78,1 0 0,0 1 0,0 1 0,0 0-1,11 3-3,-22-2-2,-1 1 0,0 0 0,1 0 0,-1 0 0,0 1-1,0-1 1,-1 1 0,1 0 0,0 0 0,-1 0 0,0 1-1,0-1 1,0 1 0,0 0 0,-1 0 0,1 0 0,-1 0-1,1 3 3,6 11 81,0 0 0,-2 0-1,4 15-80,-7-19 241,0 1 1,-1 0-1,0-1 0,-2 1 0,0 1 0,0-1 1,-1 0-1,-1 5-241,0-16 72,-1-1-1,1 1 1,0-1 0,-1 1-1,0-1 1,1 0-1,-1 1 1,-1-1 0,1 0-1,0 0 1,-1-1 0,0 1-1,1 0 1,-1-1 0,0 1-1,0-1 1,0 0 0,-1 0-1,1-1 1,-1 1 0,1 0-1,-1-1 1,1 0 0,-1 0-1,0 0 1,1 0-1,-1-1 1,-3 1-72,-15 1 134,1 0-1,-1-1 1,0-1-1,-8-1-133,-33-5-287,18 2-1885,-2 2-4476,16 2-3770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5:36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35 123 11402,'0'0'1881,"0"0"-206,0 0-199,0 0-396,0 0-85,20 5-51,59 20-3,-77-25-862,-1 1 1,1-1-1,-1 0 1,0 1-1,0 0 1,1-1-1,-1 1 1,0 0-1,0-1 1,1 1-1,-1 0 1,0 0-1,0 0 1,0 0-1,0 0 1,-1 0-1,1 1 1,0-1-1,0 0 1,-1 0-1,1 1 1,0-1-1,-1 0 1,1 1-1,-1-1 1,0 0-1,0 1 1,1-1-1,-1 1 1,0-1-1,0 0 1,0 1-1,0-1 1,0 1-1,-1-1 1,1 0-1,0 1 1,-1-1-1,1 1 1,-1-1-1,1 0 1,-1 0-1,0 1 1,1-1-1,-1 0 1,0 0-1,0 0 1,0 0-1,0 0 1,0 0-1,0 0 1,0 0-1,0 0 1,-1 0-80,-8 6 360,1-1-1,-1-1 1,-1 0 0,-10 4-360,17-7 75,0 0-1,-1 0 0,1-1 0,-1 0 1,0 0-1,1 0 0,-1 0 0,0-1 1,1 0-1,-1 0 0,0 0 0,0 0 1,1-1-1,-1 0-74,3 0 12,1 0 1,0 0 0,0 1 0,0-1-1,0 0 1,1 0 0,-1-1-1,0 1 1,0 0 0,1 0-1,-1 0 1,0 0 0,1-1-1,-1 1 1,1 0 0,0-1 0,-1 1-1,1 0 1,0-1 0,0 1-1,0 0 1,0-2-13,0-36 47,0 27-30,0 9-20,0 0 0,0 0 0,0 0 1,0 0-1,1-1 0,-1 1 1,1 0-1,0 0 0,0 0 0,0 0 1,1-2 2,-1 4-4,0 0-1,0 1 1,0-1 0,0 0 0,0 0 0,1 0-1,-1 1 1,0-1 0,0 0 0,0 1 0,1-1 0,-1 1-1,0 0 1,1-1 0,-1 1 0,0 0 0,1 0 0,-1 0-1,0 0 1,1 0 0,-1 0 0,1 0 0,-1 0 0,0 1-1,1-1 1,-1 0 0,0 1 0,1 0 4,1 0-2,-1 1-1,0-1 1,0 1 0,0 0 0,0 0-1,0 0 1,0 0 0,-1 0 0,1 0-1,-1 0 1,1 1 0,-1-1 0,0 1-1,0-1 1,0 1 0,0-1 0,0 1-1,-1-1 1,1 1 0,-1 0 0,1-1 0,-1 1-1,0 0 1,0 0 0,0-1 0,-1 2 2,1 0 12,1-1 1,-1 1 0,0 0-1,-1-1 1,1 1 0,-1-1 0,1 0-1,-1 1 1,0-1 0,0 1-1,-1-1 1,1 0 0,-1 0 0,1 0-1,-1 0 1,0 0 0,0 0-1,0 0 1,-1-1 0,0 2-13,3-4 9,-1 0 1,1 0-1,-1 1 1,1-1-1,-1 0 0,1 0 1,-1 0-1,1 1 1,-1-1-1,0 0 0,1 0 1,-1 0-1,1 0 1,-1 0-1,0 0 0,1 0 1,-1-1-1,1 1 1,-1 0-1,1 0 0,-1 0 1,1-1-1,-1 1 1,1 0-1,-1 0 0,1-1 1,-1 1-1,1 0 1,-1-1-1,1 1 0,-1-1 1,1 1-1,0 0 1,-1-1-1,1 1 0,0-1 1,-1 1-1,1-1 1,0 1-1,0-1 0,0 0 1,-1 1-1,1-1 1,0 1-1,0-1 0,0 1 1,0-1-1,0 0-9,-3-34 40,2 26-19,-1-9 2,1 9-26,0 1 0,0 0 1,1-1-1,0 1 0,0-1 0,1 1 0,0-1 0,1-2 3,-2 10-5,1 0 1,0 1-1,-1-1 0,1 0 1,0 1-1,-1-1 0,1 0 1,0 1-1,0-1 0,0 1 0,-1-1 1,1 1-1,0 0 0,0-1 1,0 1-1,0 0 0,0-1 1,0 1-1,0 0 0,0 0 1,0 0-1,0 0 0,0 0 1,0 0-1,0 0 0,-1 0 1,1 1-1,0-1 0,0 0 1,0 0-1,0 1 0,0-1 0,0 1 1,0-1-1,-1 1 5,3-1-9,-1 1 0,0 0 0,1 0 0,-1 0 0,0 1 0,0-1 0,0 0 0,0 1 0,0 0 0,-1-1 0,1 1 0,1 2 9,-2-2 30,0 1 0,0 0 0,0 0-1,0 0 1,-1 0 0,1-1 0,-1 1 0,0 0 0,0 0 0,0 0 0,0 0 0,0 0-1,-1 0 1,1 0 0,-1 0 0,0 0 0,0 0 0,0-1 0,0 1 0,0 0 0,-1-1-1,1 1 1,-1-1 0,0 1 0,1-1 0,-1 0 0,0 0 0,-1 1 0,1-2 0,0 1-1,-1 0 1,1 0 0,-1-1 0,1 1 0,-1-1 0,1 0 0,-1 0 0,0 0-1,0 0 1,0 0 0,0-1 0,0 1 0,0-1 0,0 0-30,2 0 13,1-1 0,-1 1 0,1-1 0,-1 1 1,0-1-1,1 1 0,-1-1 0,1 0 0,-1 1 0,1-1 1,0 0-1,-1 1 0,1-1 0,0 0 0,-1 0 0,1 1 0,0-1 1,0 0-1,0 0 0,0 0 0,-1 1 0,1-1 0,0 0 0,1 0-13,-3-27-26,2 24 41,-1-8-209,0-1 0,1 1 0,1 0 0,0-1 0,2-4 194,-2 14-149,0-1 0,0 0 0,1 1 0,-1-1 0,1 1 0,0 0 0,0-1 0,0 1 0,0 0 0,1 0 0,-1 0-1,1 1 1,0-1 0,0 1 0,0-1 0,0 1 0,0 0 0,1-1 149,31-14-2756,4 2-2832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5:36.5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16131,'0'0'2138,"0"0"292,0 0-473,0 0-939,0 0-619,3 22 1,9 184 1560,-9 11-1960,-2-30-132,9 0 1,8 6 131,-13-175-4700,-3-37 2123,0-42-3284,-2 8-1306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5:36.9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1 298 9618,'0'0'2761,"3"-25"-760,-1 5-1486,-1 9-259,-1 0 0,2 0 0,-1 0 0,2 0 0,-1 1 0,2-1 0,-1 1 0,1-1 0,1 1 0,0 0 0,0 1 0,1-1 0,0 1 0,4-4-256,0 3 182,0 1 1,1 1 0,0-1-1,1 1 1,0 1 0,0 0 0,0 1-1,1 1 1,0-1 0,0 2-1,0 0 1,1 1 0,-1 0-1,1 1 1,0 0 0,-1 1 0,1 1-1,0 0 1,0 1 0,0 0-1,0 1 1,1 1-183,-9-1 44,-1 0-1,1 1 1,-1-1-1,0 1 0,0 0 1,0 0-1,0 1 1,0 0-1,-1 0 1,0 0-1,1 0 1,-2 0-1,1 1 1,0 0-1,-1 0 0,0 0 1,0 0-1,-1 0 1,1 1-1,-1-1 1,0 1-1,0 3-43,3 8 238,-1 1 0,-1-1 0,-1 1 0,0 0 1,-2 0-1,-1 17-238,0-24 94,-1 0 1,0 0 0,-1 0-1,0-1 1,0 1 0,-2-1-1,1 1 1,-1-1 0,0-1-1,-1 1 1,-1-1 0,1 0-1,-7 6-94,0 0 78,0-2 0,-1 0-1,0 0 1,-1-1-1,0-1 1,-1-1-1,-14 7-77,23-13-52,0-1-1,-1 0 0,1-1 0,-1 0 0,0 0 0,0-1 1,0 0-1,0 0 0,0-1 0,-3 0 53,10 0-42,1 0-1,-1 0 1,1-1-1,-1 1 1,1 0 0,-1 0-1,1 0 1,-1-1-1,1 1 1,-1 0-1,1 0 1,-1-1-1,1 1 1,0 0-1,-1-1 1,1 1 0,0-1-1,-1 1 1,1 0-1,0-1 1,0 1-1,-1-1 1,1 1-1,0-1 1,0 1-1,0-1 1,0 1-1,-1-1 1,1 1 0,0-1-1,0 1 1,0-1-1,0 1 1,0-1-1,0 1 1,0-1-1,1 1 1,-1-1-1,0 1 1,0-1 0,0 1-1,0-1 43,11-25-3271,10 5-2304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5:37.2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239 0 14283,'0'0'1920,"0"0"-663,0 0 463,0 0-856,-163 151 112,132-66-71,5 9-281,10 1-216,13-3-160,3-9-192,8-13-32,21-11-24,10-14-256,29-17-920,-7-9-1121,-6-14-3376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5:37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46 12827,'0'0'4297,"0"0"-3233,0 0 912,0 0-271,0 0-553,123 146-328,-78-92-384,-6 1-224,0 1-120,-4-4-40,-9-5-8,-3-4-48,-9-8-216,-4-11-608,-2-17-768,0-7-2793,-3 0-1088</inkml:trace>
  <inkml:trace contextRef="#ctx0" brushRef="#br0" timeOffset="1">444 1 13651,'0'0'2472,"0"0"-1559,0 0 839,0 0-256,-107 182-319,59-112 63,-7-3-304,3-6-312,2-9-328,5-12-200,11-9-32,13-12-64,8-8-8,11-8-600,7-3-1008,26-7-3265,6-12-2545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5:37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15363,'0'0'2183,"0"0"-191,0 0-550,0 0-756,0 0-193,0 0 230,29 19-125,3 2-452,15 8 87,-3 2 1,0 2 0,8 11-234,-43-36 36,-1 0 1,0 1-1,0 1 1,-1-1-1,0 1 1,-1 1-1,0-1 1,4 10-37,-8-16 48,-1-1 1,0 1 0,1 0-1,-1 0 1,-1 0 0,1 0-1,-1 0 1,1 0 0,-1 0-1,0 0 1,0 0-1,-1 0 1,1 0 0,-1 0-1,0 0 1,0 0 0,0 0-1,-1 0 1,1-1 0,-1 1-1,0 0 1,0-1 0,0 0-1,-1 1 1,1-1 0,-1 0-1,-1 1-48,-105 90 428,0 0-2100,94-79-923,1 1 0,0 0 1,-3 7 2594,2 1-8366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5:39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239 0 3209,'0'0'7729,"0"0"-6616,0 0 191,0 0 88,-139 158-432,105-113-271,5-7-193,11-10-320,5-9-120,7-9-56,6-6-1009,0-4-751,0 0-672,8 0-2417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5:43.2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83 9066,'0'0'2170,"0"0"-311,0 0-267,0 0-402,0 0-241,0 0-69,4 1 1908,22-3-2614,-6-9-121,0 0-1,-1-1 0,11-9-52,3-3 191,-33 24-176,1 0-1,-1-1 0,1 1 1,-1 0-1,1 0 0,-1-1 1,1 1-1,-1 0 0,1 0 1,-1 0-1,0 0 0,1 0 0,-1 0 1,1 0-1,-1 0 0,1 0 1,-1 0-1,1 0 0,-1 0 1,1 0-1,-1 0 0,1 0 1,-1 1-1,1-1 0,-1 0 0,1 0 1,-1 0-1,1 1 0,-1-1 1,0 0-1,1 1 0,-1-1 1,0 0-1,1 1 0,-1-1 1,0 1-1,1-1 0,-1 0 0,0 1 1,0-1-1,1 1 0,-1-1 1,0 1-1,0-1 0,0 1 1,0-1-1,0 1-14,7 27-82,-6-24 137,9 87 833,-4 0 1,-3 1-1,-6 33-888,0 12 324,3-120-284,-1-13-31,0 1 1,1 0-1,-1 0 1,1-1-1,0 1 1,1 0-1,-1 0 1,1-1 0,0 1-1,0 0 1,1-1-1,1 5-9,-1-9-42,-2 0-234,8-26-2332,0 0-1454,3 0-1896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5:44.2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97 6185,'0'0'3052,"0"0"-667,0 0-232,0 0-734,0 0-475,0 0-164,18-19 1974,-18 19-2671,-1 0 1,1 0-1,-1 0 0,1 0 0,-1 0 1,1 0-1,-1 0 0,1 0 0,-1 0 0,1 0 1,-1 0-1,1-1 0,-1 1 0,1 0 0,0 0 1,-1-1-1,1 1 0,-1 0 0,1-1 1,0 1-1,-1 0 0,1-1 0,0 1 0,-1-1 1,1 1-1,0-1 0,-1 1 0,1 0 1,0-1-1,0 0-83,1-18-1288,0 16 469,1 0-1,-1-1 1,1 1 0,-1 0 0,1 0-1,0 0 1,0 0 0,0 1 0,0-1-1,1 1 1,2-3 819,13-9-8588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5:44.9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87 10106,'0'0'1686,"0"0"34,0 0-489,0 0-465,0 0-413,24-8-205,167-50 943,-189 58-896,0-1-30,0 1 1,0-1-1,0 0 0,0 1 1,0-1-1,0 0 0,0 0 0,0 0 1,-1-1-1,1 1 0,0 0 0,-1-1 1,1 1-1,0-1 0,-1 1 0,0-1 1,1 0-166,-40 2 549,17 0-534,0 1-1,0 1 1,0 1-1,0 0 1,-15 6-15,30-8 3,0 1 0,0 0 0,0 1 0,0-1 0,0 1 0,1 1 0,-1-1 0,1 1 0,0-1 0,0 2 0,0-1 0,0 0 0,1 1 0,0 0 0,0 0 0,0 0 0,0 1 0,1-1 0,0 1 0,-2 5-3,3-6 1,1 0 0,-1 0 0,1 0 0,0 0 0,1 1 0,-1-1 0,1 0 0,0 0 0,1 0 0,-1 0-1,2 4 0,-2-6 1,1 0 0,0-1-1,0 1 1,0-1 0,0 1-1,0-1 1,1 1 0,-1-1-1,1 0 1,0 0 0,-1 0-1,1 0 1,0 0 0,0 0-1,0 0 1,0 0 0,1-1-1,-1 1 1,0-1 0,1 0-1,1 1 0,98 29 27,-64-21-2,0 1 0,6 5-25,-34-12 3,0 0 0,-1 1-1,0 1 1,1-1 0,-2 1 0,1 1-1,-1 0 1,0 0 0,0 0-1,0 2-2,-5-6 27,-1 0 0,1 1 0,-1-1-1,0 1 1,0 0 0,0-1 0,0 1-1,0 0 1,-1 0 0,0 1 0,0-1-1,0 0 1,0 0 0,-1 0 0,0 1-1,1-1 1,-2 0 0,1 0 0,0 1-1,-1-1 1,0 0 0,0 0 0,0 0-1,0 0 1,-1 0 0,0 0 0,1 0-1,-2 0 1,1 0 0,0-1 0,-1 1-1,1-1 1,-1 0 0,0 0 0,0 0-27,-4 4 61,1-1 1,-1 0-1,0-1 1,0 0-1,0 0 1,-1 0-1,0-1 1,0 0-1,0-1 1,-1 0-1,1 0 1,-1-1-1,1 1 1,-1-2-1,0 0 1,-6 1-62,-2-2-20,10 0 55,-1 1 0,0-2 1,0 1-1,0-1 0,0 0 0,0-1 1,0 0-36,6 2-31,0-1 1,1 0 0,-1 0 0,0 0 0,0 0 0,1 0 0,-1 0-1,1-1 1,-1 1 0,1-1 0,-1 1 0,1-1 0,0 1 0,0-1-1,0 0 1,0 1 0,0-1 0,0 0 0,0 0 0,1 0 0,-1 0-1,0 0 1,1 0 0,0 1 0,-1-1 0,1 0 0,0 0 0,0 0 0,0 0-1,0-1 31,1 1-176,-1 0 0,1 0 0,-1 0 0,1 0 0,-1 0 0,1 0 0,0 0 0,0 0 0,0 1 0,0-1 0,0 0 0,1 0 0,-1 1 0,1-1-1,-1 1 1,1-1 0,-1 1 0,1 0 0,0-1 176,39-23-3632,-28 17 1542,24-13-5593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5:45.5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91 11210,'0'0'2204,"0"0"-465,0 0 512,0 0-766,0 0-531,26-15-251,82-45-275,-104 58-411,0 0 0,0 0 0,0 0 0,0 1 0,0-1 0,0 1 1,0 0-1,0 0 0,1 1 0,-1-1 0,0 1 0,1 0 0,-1 0 0,0 0 0,1 1 0,1 0-17,-4 0 6,0-1 0,0 1 0,-1 0 0,1 0 0,0 0 0,-1 1 0,1-1 0,-1 0-1,1 1 1,-1-1 0,0 1 0,0-1 0,1 1 0,-1-1 0,0 1 0,-1 0 0,1 0 0,0-1-1,0 1 1,-1 0 0,1 0 0,-1 0 0,1 1-6,0 3 40,-1-1-1,1 1 1,-1-1-1,-1 1 1,1 0 0,-1-1-1,0 0 1,0 1-1,0-1 1,-1 1-1,0-1 1,0 0 0,0 0-1,-1 0 1,1 0-1,-1-1 1,0 1-1,-2 1-39,-108 92 733,184-108-565,-60 8-171,0 1 0,0 0 1,0 0-1,0 1 0,0 1 1,0 0-1,0 0 0,0 1 1,0 0-1,8 4 3,-14-4-2,-1 0 0,1 0 0,-1 0 0,0 1 0,0 0 0,0 0 0,0 0 0,0 0 0,-1 1 0,1-1 0,-1 1 0,0 0 0,0 0 0,-1 0 0,1 0 0,-1 1 0,0-1 0,0 1-1,0-1 1,-1 1 0,1 0 0,-1 0 0,0-1 0,-1 1 0,1 3 2,0-1 23,0 0 0,-1 0 0,0-1 0,0 1 0,-1 0 0,1 0 0,-1-1 0,-1 1 0,1-1 0,-1 1 0,-1-1 0,1 1 0,-1-1 0,0 0 0,-4 5-23,0-2 146,-1 0 0,0 0 1,-1-1-1,0 0 0,0-1 0,-1 1 0,1-2 0,-7 4-146,5-3 52,-1 0 0,1-1 0,-1 0 0,0-1 0,0 0 0,-1-1 1,1 0-1,-1-1 0,0-1 0,0 0 0,0 0 0,0-1 0,0-1 0,0 0 0,-11-2-52,23 1-14,1 1 0,-1 0 0,0 0 0,0 0 0,1-1-1,-1 1 1,0 0 0,0-1 0,1 1 0,-1-1 0,0 1 0,1 0-1,-1-1 1,1 0 0,-1 1 0,0-1 0,1 1 0,-1-1-1,1 0 1,0 1 0,-1-1 0,1 0 0,0 1 0,-1-1 0,1 0-1,0 0 1,0 1 0,-1-1 0,1 0 14,6-26-1081,22-17-3212,1 16-2245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5:46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79 11266,'0'0'2060,"0"0"-674,0 0 352,30-11-515,96-33-403,-107 38-569,2 1 0,-1 1 0,15-2-251,-2 4 2187,-56 2-2048,1 1 0,-1 1 1,1 0-1,-1 2 0,1 1 0,0 1 1,-17 6-140,33-9 31,-1-1 0,1 1 0,0 0 0,0 1 0,0-1 0,1 1 0,-1 1 0,1-1 0,0 1 0,0-1 0,1 1 0,-1 1 0,1-1 0,0 1 0,0 0 0,1-1 0,0 2 0,0-1 0,0 0 0,1 1 0,0-1 0,0 1 0,1-1 0,-1 1 0,1 0 0,1 0 0,-1 6-31,1-10 2,0 1 1,0-1-1,0 1 1,1-1-1,-1 1 0,1-1 1,0 1-1,-1-1 1,2 1-1,-1-1 0,0 0 1,1 0-1,-1 1 0,1-1 1,0 0-1,2 1-2,1 1 5,0-1 0,0 0 0,1-1 0,-1 1 1,1-1-1,0 0 0,0-1 0,4 2-5,34 13 51,-8-4-35,-1 3 0,11 6-16,-38-18-1,0 1 1,0 0-1,-1 0 0,0 1 0,0 0 1,0 0-1,-1 0 0,1 1 1,-2 0-1,1 0 0,-1 1 0,1 0 1,-5-5 6,1 0 0,-1 0 0,0 0 0,1 0 0,-1 0 0,-1 0 0,1 1 0,0-1-1,-1 0 1,0 0 0,1 1 0,-1-1 0,-1 0 0,1 1 0,0-1 0,-1 0 0,0 0 0,1 1 0,-2 1-7,-1 0 61,1-1 0,-1 0 0,0 1 0,0-1 0,0 0 0,0-1 0,-1 1 0,1-1 0,-1 1 0,0-1 0,0 0 0,-1 0-60,-13 8 211,-1-2-1,-1 1 1,1-2-1,-1-1 1,-14 3-211,-111 28-2161,144-38-150,2 0-1840,3 0-1747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5:46.5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11979,'0'0'1615,"0"0"-607,0 0 456,0 0-344,28 20-123,-11-9-827,-4-3-29,0 0-1,0 1 1,0 1-1,-1 0 1,-1 1 0,0 0-1,0 0 1,-1 1-1,0 1 1,-1 0-1,-1 0 1,0 1 0,-1 0-1,0 0 1,-1 2-141,4 19 590,-1 2 1,-2-1 0,-2 1-1,0 25-590,-2 30 1392,-7 29-1392,3-89 20,-3 0 0,-1 0 1,-1 0-1,-1 0 0,-2-1 1,-1 0-1,-2-1 0,-1 0 0,-1-1 1,-2 0-21,1-4-1454,-2 0 0,-1-1 0,0 0 0,-4 0 1454,-15 14-7329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6:38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7 5081,'0'0'1034,"0"0"238,0 0 128,0 0-386,0 0-481,-5-7 2917,4 9-3431,-1-1-1,1 0 1,-1 0-1,1 0 1,0 1 0,0-1-1,-1 1 1,1-1-1,0 1 1,0-1-1,1 1 1,-1-1-1,0 1 1,0 0-1,1 0 1,-1-1-1,1 1 1,0 0 0,-1 0-1,1 0 1,0-1-1,0 1-18,0 49 97,1-34-30,-6 45 1,3-46-48,1 1 0,0-1 0,1 1-1,1-1 1,2 16-20,-2-30 4,0 0-1,-1 0 0,2 0 1,-1 0-1,0 0 1,0 0-1,0 0 1,1-1-1,-1 1 1,1-1-1,0 1 1,-1-1-1,1 1 1,0-1-1,0 0 0,0 0 1,0 0-1,0 0 1,0 0-1,0 0 1,0-1-1,0 1 1,0-1-1,1 1 1,-1-1-1,0 0 0,1 0-3,13 2 38,-1-2-1,1 0 1,12-1-38,-5 0 15,67-3-1,2-3-14,-2 0 13,3 3-13,-85 5 1,-1 0-1,0 0 1,0 1-1,0 0 0,-1 0 1,1 0-1,0 1 1,-1 0-1,0 1 1,5 2-1,66 49 9,-39-28-3,59 46 154,-97-84 2250,6-32-2273,-3 35-132,1 1-1,0 0 1,1 0-1,0 0 1,0 1-1,0 0 1,0 0-1,1 0 0,0 0 1,1 1-1,-1 0 1,1 0-1,0 1 1,0 0-1,0 0 0,1 1 1,2-1-5,20-9-6,1 2 1,0 2-1,22-5 6,-23 8-14,1 0-1,0 2 1,28 0 14,-44 4 1,0 0 0,0 1 0,0 1 0,0 0 0,-1 2 0,1-1 1,0 2-1,-1 0 0,0 1-1,33 15 0,33 15 14,40 11-14,-92-38 1,0-2 1,0 0 0,1-2-1,0-1 1,0-1 0,13-1-2,-18-2 1,-2 1 6,0-1 1,0-2-1,0 0 0,5-2-7,-21 3 2,0-1-1,0 1 0,0-1 1,0-1-1,-1 1 1,1-1-1,-1 0 1,0 0-1,1 0 0,-1-1 1,-1 0-1,1 0 1,-1 0-1,1 0 1,-1-1-1,-1 0 0,3-3-1,-6 8-23,1 0-1,-1-1 1,0 1-1,0 0 1,1 0-1,-1 0 0,0-1 1,0 1-1,0 0 1,0-1-1,1 1 1,-1 0-1,0 0 1,0-1-1,0 1 0,0 0 1,0-1-1,0 1 1,0 0-1,0-1 1,0 1-1,0 0 0,0-1 1,0 1-1,0 0 1,0-1-1,0 1 1,0 0-1,0 0 1,0-1-1,0 1 0,-1 0 1,1-1-1,0 1 1,0 0-1,0-1 24,-12 0-2849,11 1 2674,-21 0-5689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6:40.4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 11795,'0'0'1400,"0"0"-616,0 0 240,0 0-648,160-5-208,-116 0-96,1 1-8,10-8-64,-13 2-584,-10-1-2424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6:40.8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97 13899,'0'0'2064,"0"0"-1255,0 0 775,0 0-744,0 0-568,0 0-32,181-17-184,-120 3-56,4 0-104,30-7-1616,-14 4-2025,-10 3-9234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6:41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0 363 8226,'0'0'1408,"0"0"538,0 0 464,6-23-429,-4 14-1764,6-22 910,-1-1 1,-2 0-1,-1-1 1,-1-17-1128,-3-102 4373,21 227-4185,-11 25-196,-3 0 1,-5 0 0,-4 1 7,0 17-302,7-89-1556,-4-28 1532,0-1 1,-1 1-1,1 0 0,0 0 1,-1-1-1,1 1 1,0-1-1,0 1 1,-1 0-1,1-1 1,0 0-1,0 1 1,0-1-1,0 1 1,0-1-1,0 0 1,0 0-1,0 1 326,12-1-7487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6:41.5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10442,'0'0'2497,"0"0"-1113,0 0-160,0 0 105,0 0-361,0 0-496,178 4-224,-131-1-128,1-3-64,-1 0-8,8 0-96,-13 0-1336,-8 0-4618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6:41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9538,'0'0'2139,"0"0"184,0 0 283,0 0-261,0 0-722,0 0-779,2 20 1,7 139 3139,-9 88-3984,3 108 589,0-326-846,1 0 1,1-1-1,2 1 0,1-1 0,1 0 0,6 11 257,-15-39-139,0 0 1,0 0-1,0 0 0,0 0 1,0 0-1,0 0 1,0 0-1,1-1 0,-1 1 1,0 0-1,0 0 1,0 0-1,0 0 1,0 0-1,0 0 0,1 0 1,-1 0-1,0 0 1,0 0-1,0 0 0,0 0 1,0 0-1,0 0 1,0 0-1,1 0 1,-1 0-1,0 0 0,0 0 1,0 0-1,0 0 1,0 1-1,0-1 0,0 0 1,1 0-1,-1 0 1,0 0 138,-1-19-3387,1 13 2070,-2-26-6811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6:42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1 181 10922,'0'0'1394,"30"-21"-721,2-2-461,-8 4 100,1 2-1,0 0 1,2 2 0,-1 1-1,2 1 1,19-6-312,-33 14 303,-1 1-1,1 0 1,1 1-1,-1 0 1,0 1-1,1 1 1,-1 1-1,0 0 1,1 0-1,3 2-302,-11-1 144,0 1-1,0-1 1,-1 1-1,1 1 0,-1 0 1,1-1-1,-1 2 0,0-1 1,0 1-1,0 0 0,-1 0 1,1 1-1,-1-1 1,0 1-1,-1 1 0,1-1 1,-1 0-1,0 1 0,0 0 1,0 0-1,1 5-143,1 0 176,-1 1 0,0 0-1,-1 0 1,0 0 0,0 1 0,-2-1-1,0 1 1,0 0 0,-1 0 0,-1-1-1,0 1 1,0 0 0,-1 0 0,-1 0-1,0-1 1,-1 1 0,-1-1 0,0 0-1,0 0 1,-1 0 0,-1 0 0,0-1-1,0 0 1,-1 0 0,0 0 0,-1-1 0,-1-1-1,-6 8-175,-20 12 188,-1-2 1,-1 0-1,-1-3 0,-1-1 1,-1-2-1,-21 7-188,60-28-7,0 1 0,0 0 1,-1-1-1,1 1 0,0-1 0,-1 1 1,1-1-1,-1 0 0,1 1 0,0-1 1,-1 0-1,1 0 0,-1 0 1,1 0-1,-1 0 0,0-1 7,2 1-30,-1 0-1,1-1 1,0 1 0,-1 0-1,1-1 1,0 1-1,-1 0 1,1-1 0,0 1-1,0-1 1,-1 1-1,1-1 1,0 1 0,0 0-1,0-1 1,0 1-1,0-1 1,0 1 0,-1-1-1,1 1 1,0-1-1,0 1 1,0-1 0,1 1-1,-1 0 1,0-1-1,0 1 1,0-1 0,0 1-1,0-1 31,2-4-349,0 1 0,0-1-1,0 1 1,0-1 0,0 1-1,1 0 1,3-4 349,27-25-4510,5 0-3343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6:42.5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 1 15019,'0'0'2389,"0"0"-762,0 0 386,-21 30-319,-66 102-416,73-112-1064,2 1 0,0 0 0,1 1 0,2 0 0,0 1 0,1 0 0,2 0 1,0 1-1,1 0 0,2-1 0,0 2 0,2-1 0,0 10-214,1-29 5,0 0 0,0-1 0,0 1 0,0 0-1,1-1 1,0 1 0,0-1 0,0 1 0,0-1 0,1 1 0,0-1 0,0 0-1,0 0 1,0 1 0,1-2 0,-1 1 0,1 0 0,0 0 0,1-1 0,-1 0-1,0 0 1,1 0 0,0 0 0,-1 0 0,1 0 0,0-1 0,1 0 0,-1 0-1,0 0 1,0-1 0,1 1 0,-1-1 0,1 0 0,0 0 0,3 0-5,18 3-263,0 0 0,0-1-1,0-2 1,1-1 0,2-1 263,-9-1-1635,0 0-1,-1-2 1,0 0-1,7-3 1636,31-15-10450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6:42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12723,'0'0'2240,"0"0"337,0 0-705,136 69-376,-96-22-471,-4 5-249,-2 2-80,-5 1-288,0-4-168,-5-3-232,-1-3 64,-2-10-64,-2-4-8,-4-8-344,1-13-1056,-3-6-3113,-2-4-984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6:43.2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454 0 11570,'0'0'2161,"0"0"1720,0 0-1345,-99 151-495,51-90-553,-1 1-384,-4-6-520,6-4-304,5-7-151,5-7-81,6-10 16,5-9-64,10-5 0,11-9-297,5-5-495,10 0-1096,19-16-1769,8-6-2760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6:43.6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1 10474,'0'0'3446,"0"0"-1460,0 0 73,0 0-444,0 0-552,0 0-403,9 6-161,26 22 14,-35-27-475,1 0 0,0 0 0,0 0 0,-1 0 0,1 0 0,-1 0 0,1 0 0,-1 0-1,1 0 1,-1 0 0,0 0 0,1 0 0,-1 0 0,0 0 0,0 1 0,0-1-1,0 0 1,0 0 0,0 0 0,0 0 0,0 0 0,0 1 0,-1-1 0,1 0 0,0 0-1,-1 0 1,1 0 0,-1 0 0,1 0 0,-1 0 0,0 0 0,0 1-38,-27 25 698,23-23-601,-100 73 405,78-59-472,1 0 0,0 2 0,1 1 0,2 1 0,-8 9-30,30-30 1,0-1 0,0 1 0,0 0 0,1 0 0,-1 0 0,0 0 0,0 0 0,1 0 0,-1 0 0,0 0 0,1 0 0,-1 0 0,1 0 0,-1 0 0,1 0 0,0 1 0,-1-1 0,1 0 0,0 0 0,0 0 0,0 1 0,0-1 0,0 0 0,0 0 0,0 0 0,0 1 0,0-1 0,1 0 0,-1 0 0,1 0 0,-1 0 0,1 1 0,-1-1 0,1 0 0,-1 0 0,1 0 0,0 0 0,0 0 0,-1 0 0,1-1 0,0 1 0,0 0 0,0 0 0,0 0 0,0-1 0,0 1 0,0-1 0,0 1 0,0-1 0,1 1 0,-1-1 0,0 1 0,0-1 0,0 0 0,1 0 0,-1 0-1,14 4 31,0-1 0,0-1 0,1 0 1,10-1-32,-5 0 7,3 2-765,86 14 2463,-59 1-3778,-3 11-6686,-39-20-1134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6:44.7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82 209 8186,'0'0'3036,"0"0"-602,0 0-291,0 0-530,0 0-608,0 0-219,8-14-2,-5 8-733,3-4 169,0 0-1,0 0 0,-1-1 0,-1 0 0,0 0 0,-1 0 0,0-1 0,0 1 0,-1-1 0,0-8-219,-2-32 1048,0 45-603,0 32-437,0 33-6,2 0 0,3-1 0,3 0 0,2 0 0,10 29-2,-20-85 0,6 18 9,-1 0 1,-1 0 0,0 0 0,-2 1 0,0 8-10,-2-26-4,0 0 0,-1-1 0,1 1 0,-1 0 0,0-1 0,1 1 0,-1-1 0,0 1 0,0-1 0,0 0 0,0 1 1,0-1-1,0 0 0,-1 1 0,1-1 0,0 0 0,-1 0 0,1 0 0,0 0 0,-1 0 0,1-1 0,-1 1 0,0 0 0,1-1 0,-1 1 0,0-1 0,1 0 0,-1 1 0,0-1 0,1 0 0,-3 0 4,-63 4-146,56-4 138,-6 0 14,13 1 3,0 0 0,0-1 0,0 1 0,0-1 0,0-1-1,0 1 1,0 0 0,0-1 0,0 0 0,1 0 0,-1 0 0,0 0 0,0 0-1,1-1 1,-1 0 0,1 0 0,-1 0-9,4 2-33,8 0-42,216 0-183,-129 0-6716,-60 0-505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6:45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 11402,'0'0'4033,"0"0"-3345,0 0 545,0 0 543,0 0-552,-15 141-608,7-105-423,2-8 23,6-2-208,0-7-16,0-10-120,3-4-1641,13-5-2544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6:45.7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57 9578,'0'0'1310,"0"0"-397,22-6 405,-11 2-1155,26-7 250,-1 1 0,1 2 1,1 1-1,7 2-413,-18 2 742,-21 1 929,-18 2-547,-14-1-1024,0 2 0,0 0 0,0 2 0,0 1 0,0 1 0,-5 3-100,25-6 13,0 0 0,1 0 0,-1 0 0,1 0 0,-1 1 0,1 0 0,0 0 0,0 1 0,0 0 0,1-1 0,-1 1 0,1 1-1,0-1 1,0 1 0,1 0 0,-1-1 0,1 1 0,0 1 0,0-1 0,1 0 0,-1 1 0,1 0 0,0-1 0,1 1 0,0 0-1,-1 0 1,2 0 0,-1 0 0,1 0 0,0 1-13,0-4 2,-1-1 0,1 0 0,0 1 0,1-1 0,-1 0 0,0 1 0,0-1 0,1 0 0,0 0 0,-1 1 0,1-1 0,0 0 0,0 0 0,0 0 0,0 0 0,1 0 0,-1 0 0,0 0 0,1 0 0,0 0-2,2 0 6,0 0 1,0 0-1,-1-1 0,1 1 1,0-1-1,1 0 0,-1 0 1,0 0-1,0-1 0,0 1 1,1-1-7,55 5 51,-20-2-40,0 1 0,37 10-11,-66-11 4,-1 0-1,1 0 1,0 1-1,-1 1 1,0-1-1,0 2 1,0 0-1,-1 0 1,0 0-1,0 1 1,0 1 0,4 5-4,-9-9 74,0 0 0,-1 0 0,1 1 0,-1 0 0,0 0 0,0 0 1,-1 0-1,1 0 0,-1 0 0,0 1 0,-1-1 0,1 1 1,-1-1-1,0 1 0,-1 0 0,1-1 0,-1 1 0,0 0 0,-1 0 1,1-1-1,-1 1 0,0 0 0,-1-1 0,1 1 0,-1-1 1,0 0-1,0 1 0,-1-1 0,0 0 0,0 0 0,0-1 0,0 1 1,-1 0-1,0-1 0,1 0 0,-2 0 0,1 0 0,0-1 1,-1 1-1,0-1 0,0 0 0,0 0 0,0-1 0,0 0 0,0 1 1,-1-2-1,1 1 0,-2 0-74,-12 2 293,-1 0 1,1-1-1,-1-2 1,1 1-1,-6-2-293,19 0 18,0 0 0,0 0 0,0-1 0,-1 0 0,1 0 0,1 0 0,-1 0 0,0-1-1,0 0 1,0-1 0,1 1 0,-1-1 0,1 0 0,0 0 0,0-1 0,0 0 0,1 1 0,-5-5-18,9 7-93,-1 0 0,1 1 1,-1-1-1,1 0 0,-1 0 1,1 0-1,-1 1 0,1-1 1,0 0-1,0 0 0,-1 0 0,1 0 1,0 0-1,0 0 0,0 1 1,0-1-1,0 0 0,0 0 1,0 0-1,0 0 0,0 0 1,1 0-1,-1 0 0,0 0 1,0 1-1,1-1 0,-1 0 1,1 0-1,-1 0 0,1 0 93,21-17-4568,4 4-163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6:47.2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 4993,'0'0'2734,"0"0"-69,0 0-166,0 0-381,0 0-838,0 0-745,14-1-178,34-6 156,1-1-10,1 3 1,0 2-1,14 2-503,-63 1 2,1 0-1,-1 1 1,0-1-1,0 0 1,0 1-1,0-1 1,1 1-1,-1 0 1,0-1-1,0 1 1,0 0-1,0 0 1,-1 0-1,1 0 0,0-1 1,0 1-1,0 0 1,-1 1-1,1-1 1,0 0-1,-1 0 1,1 0-1,-1 0 1,1 0-1,-1 0 1,0 1-1,0-1 1,1 0-1,-1 0 1,0 1-1,0-1 1,0 0-1,0 0 1,0 1-1,-1 0-1,1 1 37,0 1 0,0 0 0,-1-1 0,0 1 0,0-1 0,0 1 0,0-1 0,0 1 0,0-1 0,-1 0 1,0 0-1,0 0 0,0 1-37,-11 9 161,-1-1 0,0-1 0,0 0 0,-1 0 0,-1-2 1,0 0-1,-14 6-161,43-17 94,0 1 0,1 0 0,-1 0 0,9 2-94,-6-1 36,-10 0-39,1 0 1,0 0 0,0 0-1,0 1 1,0 0-1,0 1 1,-1-1 0,1 1-1,-1 1 1,1-1-1,-1 1 1,1 1 2,-3-2-2,-1 1 1,0 0 0,0 0-1,0 1 1,0-1-1,-1 1 1,1-1 0,-1 1-1,0 0 1,0 0-1,0 0 1,0 0-1,-1 0 1,0 0 0,0 1-1,0-1 1,0 0-1,-1 1 1,1 2 1,0-3 36,-1 1 1,1-1-1,-1 1 1,0 0-1,0-1 1,0 1-1,-1 0 1,0-1-1,0 1 1,0-1-1,0 1 1,-1-1-1,0 0 1,0 1-1,0-1 1,0 0-1,0 0 1,-1 0-1,-1 1-36,-2 1 147,0-1-1,0-1 0,0 1 1,-1-1-1,0 0 0,1-1 1,-1 0-1,0 0 0,-1 0 1,1-1-1,-4 1-146,-5 1 159,0 0-1,0-1 1,0-1-1,0-1 1,0 0-1,0-1 1,-6-1-159,20 1-10,1-1 1,-1 1 0,1-1 0,-1 1 0,0-1 0,1 0-1,-1 1 1,1-1 0,-1 0 0,1 0 0,0 0-1,-1-1 1,1 1 0,0 0 0,0 0 0,0-1 0,0 1-1,0 0 1,0-1 0,0 1 0,0-1 0,1 0 0,-1 1-1,0-1 1,1 1 0,0-1 0,-1 0 0,1 1-1,0-1 1,0 0 0,0 0 0,0 1 0,0-1 0,0 0-1,0 1 1,1-3 9,-1 0-272,1-1 1,-1 1-1,1-1 0,0 1 0,0 0 1,0-1-1,1 1 0,0 0 0,0 0 0,0 0 1,0 0-1,0 0 0,3-1 272,22-18-3969,2 2-2175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6:47.8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10 7498,'0'0'2485,"0"0"-140,0 0-203,24-1-726,7-2-1072,78-2 559,-104 4-741,1 1 0,-1 0 1,0 0-1,0 1 0,0 0 0,0 0 1,0 0-1,0 0 0,0 1 0,0 0 0,3 1-162,-8-3 766,0 0 25,0 0-167,-12 0 341,-55-2-692,40 0-234,0 1 0,0 2 0,0 0-1,0 2 1,-16 3-39,38-4 8,-1-1 0,1 1 0,0 0-1,0 0 1,0 1 0,0-1 0,0 1-1,0 0 1,1 1 0,-1-1 0,1 1 0,0 0-1,0 0 1,1 0 0,-1 0 0,1 1 0,0-1-1,0 1 1,0 0 0,1 0 0,-1 0 0,1 0-1,1 1 1,-1-1 0,1 0 0,-1 1 0,2-1-1,-1 1 1,1 0 0,-1-1 0,2 1 0,-1 3-8,1-6 3,-1-1 1,1 0 0,-1 0 0,1 0 0,-1 0 0,1 0 0,0 0 0,0 0 0,0 0 0,1 0 0,-1-1 0,0 1 0,0 0 0,1-1 0,0 1 0,-1-1 0,1 1 0,0-1 0,-1 0 0,1 0 0,0 1 0,0-1-1,0-1 1,0 1 0,0 0 0,0 0 0,2 0-4,11 3 17,1 0 0,0 0 0,12 0-17,1 1 5,-13-1-1,-1 0-1,0 1 1,0 1 0,-1 1-1,0 0 1,0 0-1,0 1 1,-1 1 0,11 10-4,-18-14 6,0 1 0,0 0 0,0 0 1,0 1-1,-1-1 0,0 1 0,-1 1 0,0-1 1,0 1-1,0-1 0,-1 1 0,0 0 1,0 0-1,-1 0 0,0 1 0,-1-1 0,0 0 1,0 1-1,-1 0-6,1-6 72,-1 0-1,0 0 1,0 1 0,-1-1 0,1 0-1,-1 0 1,1 0 0,-1 1 0,0-1-1,0 0 1,0 0 0,-1 0 0,1 0-1,-1-1 1,0 1 0,0 0 0,1-1-1,-2 1 1,1-1 0,0 0-1,0 1 1,-1-1 0,1 0 0,-1 0-1,0-1 1,0 1 0,0-1 0,1 1-1,-1-1 1,0 0 0,-1 0 0,1 0-1,0 0 1,-2 0-72,-11 3-32,0-1 0,0 0 1,-1-1-1,1-1 0,-1 0 0,0-1 0,1-1 0,-1 0 1,1-2-1,0 0 0,-1 0 0,1-2 0,0 0 1,1-1-1,-9-4 32,24 10-93,0 0 1,0 0 0,-1 0-1,1 0 1,0 0-1,0-1 1,0 1 0,-1 0-1,1 0 1,0 0 0,0 0-1,0-1 1,0 1-1,-1 0 1,1 0 0,0 0-1,0 0 1,0-1 0,0 1-1,0 0 1,0 0-1,-1-1 1,1 1 0,0 0-1,0 0 1,0-1 0,0 1-1,0 0 1,0 0-1,0-1 1,0 1 0,0 0-1,0 0 1,0-1 0,0 1-1,0 0 1,1 0-1,-1 0 1,0-1 0,0 1-1,0 0 1,0 0 0,0-1-1,0 1 1,0 0-1,1 0 1,-1 0 0,0 0-1,0-1 1,0 1 0,1 0-1,-1 0 1,0 0-1,0 0 1,0 0 0,1-1-1,-1 1 1,0 0 0,0 0-1,1 0 1,-1 0-1,0 0 1,0 0 0,1 0-1,-1 0 1,0 0 0,0 0 92,19-6-4679,-17 5 3892,21-7-9020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16:48.3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1 10938,'0'0'2107,"13"26"243,-2-4-1744,1-1 0,-1 1 1,-2 1-1,0 0 1,-1 0 0,-2 0-1,0 1 1,0 6-607,3 68 2415,-5 0 0,-5 36-2415,1-47 518,-1-65-501,-1-1 0,0 1 0,-2-1 1,-1 0-1,0 0 0,-1 0 0,-2 0 1,0-1-1,-1 0 0,-1-1 0,0 0 1,-2-1-1,-9 12-17,17-24-315,-1 0 0,1-1 0,-1 1 1,-1-1-1,1-1 0,-2 2 315,-22 12-5673,8-9-2854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1:36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7938,'0'0'4817,"0"0"-4017,0 0 568,0 0 601,0 0-825,0 0-456,26 2 64,8-2-80,0 0-168,0 0-280,-2 0-72,-4 0-152,-4-2 0,2 0-904,-5 2-1552,-5 0-2473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1:36.3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 11058,'0'0'1601,"0"0"-1009,0 0 1208,0 0-568,0 0-279,0 0-729,0 0-80,128 9-144,-62-11-1088,-11-5-1017,-8 2-3544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1:36.6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1 362 8706,'0'0'1787,"0"0"-179,0 0 294,10-21-550,-4 6-1135,15-30 917,-2-1 0,6-28-1134,17-81 4151,-36 150-2907,-1 16-1012,2 17-279,0 73 738,-5 1 1,-5 8-692,0 28-71,3-134-70,0 0 0,1-1 0,-1 1 0,1-1 0,0 0 0,0 1 0,0-1 0,0 0 0,0 1 0,1 0 141,13 19-3852,-2-9-2039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1:37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8858,'0'0'4457,"0"0"-3337,0 0 8,0 0-7,0 0-705,168 2-288,-119-2-72,1 0 16,16 0-72,-14 0-200,-5-5-2785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1:37.3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14803,'0'0'1665,"0"0"-745,0 0 339,0 0-86,3 30-258,28 198 892,-17-138-981,-8-39-728,3 0 0,1-1 1,3 0-1,2 0 1,17 37-99,-24-74-799,-2-9-1603,-1-8-4107,-2-14-2312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1:37.6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0 189 11763,'0'0'1349,"0"0"-638,23-26 495,13-15 83,31-26-1289,-60 61 95,0 1 0,1-1 0,0 1 0,0 0 0,0 1 0,1 0 0,-1 0-1,1 1 1,0 0 0,0 1 0,0-1 0,3 1-95,7 1 296,0 0-1,-1 0 1,1 2 0,11 2-296,-22-2 123,0-1-28,-1 1 0,1 0 0,-1 1 0,1 0 1,-1 0-1,0 1 0,0 0 0,0 0 1,0 0-1,-1 1 0,1 0 0,-1 0 0,0 1 1,0 0-1,-1 0 0,1 0 0,-1 1 0,0-1 1,3 6-96,-4-4 125,0 1 1,0 0 0,0-1 0,-1 1 0,0 1 0,-1-1 0,0 0 0,0 1-1,-1-1 1,0 1 0,0-1 0,-1 1 0,0-1 0,-1 1 0,0-1 0,0 1 0,-1 3-126,-1-3 64,0-1 0,-1 0 0,0 0 0,0 0 1,0 0-1,-1-1 0,0 1 0,-1-1 0,0 0 1,0-1-1,0 0 0,-1 0 0,1 0 0,-2-1 1,1 0-1,-3 2-64,-24 14 277,-1-2 1,-1-1 0,-3-1-278,23-10 15,-9 5-303,17-7-202,-1 0 0,0-1-1,0 0 1,-1-1 0,1 0-1,-1 0 1,0-1-1,0 0 491,8-2-4853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1:38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226 1 10298,'0'0'1545,"0"0"-281,0 0 1344,-105 146-263,68-70-785,3 4-168,5-5-151,14-6-545,9-8-360,6-14-232,0-6-32,21-13-24,8-7-96,3-7-120,17-11-1200,-9-3-3345,-3 0-5041</inkml:trace>
  <inkml:trace contextRef="#ctx0" brushRef="#br0" timeOffset="1">559 128 11090,'0'0'1745,"0"0"-777,0 0 1168,0 0-695,105 123-225,-73-71 232,-6-3-423,0 1-417,-2-5-328,-6-7-160,0-3-112,-5-7 48,-5-6-56,-2-8-104,-6-7-1033,0-5-2751,0-2-2634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1:38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410 0 10762,'0'0'1953,"0"0"55,-71 123 841,31-57-929,-7 3-800,3-1-704,2-7-119,5-6-233,3-6-24,-6 5-40,12-11-873,1-12-4032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1:42.2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382 1 9658,'0'0'2163,"0"0"-509,0 0 134,0 0-254,0 0-421,0 0-380,-50 52 2761,8-21-3159,0-3 0,-2-1 0,-1-2 0,-41 16-335,34-16 121,51-25-112,0 1-1,0-1 1,-1 0-1,1 1 1,0 0-1,0-1 0,0 1 1,0 0-1,0-1 1,0 1-1,0 0 1,0 0-1,0 0 1,0 0-1,0 0 0,0 0 1,1 0-1,-1 0 1,0 0-1,1 1 1,-1 0-9,1-1 15,1-1 1,-1 1 0,1 0 0,-1-1 0,0 1 0,1 0 0,-1-1 0,1 1 0,0 0 0,-1-1-1,1 1 1,0-1 0,-1 1 0,1-1 0,0 1 0,-1-1 0,1 0 0,0 1 0,0-1 0,0 0-1,-1 0 1,1 1 0,0-1 0,0 0-16,63 10 577,-56-9-610,290 28-99,-291-28-756,0 0 0,0 1 0,-1 0 0,1 0 0,-1 0 0,4 3 888,12 3-5463,-1-1-2626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1:42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1 281 9674,'0'0'1639,"0"0"-119,0 0 446,0 0-196,0 0-463,1-23-150,6-185 3159,-7 169-3172,0 28-446,0 27-613,-3 80-65,1-44 16,2 1-1,2-1 1,4 18-36,-3-56 81,0 0 1,1 0 0,1-1 0,3 7-82,-6-15-369,0 0 0,1 1 0,-1-1 1,1 0-1,1 0 0,-1-1 0,1 1 1,-1-1-1,1 0 0,1 0 0,-1 0 1,1 0 368,0-1-6024,-4-3 1233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1:43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9602,'0'0'1544,"0"0"-695,0 0 855,0 0-576,0 0-584,0 0-344,147 7-200,-79-7-168,-13 0-2472,-5-3-6426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1:43.4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5417,'0'0'2226,"0"0"-310,0 0 254,0 0-155,0 0-349,23 17-286,72 58 11,-88-68-1209,1 0 0,-2 1 1,1 0-1,-1 0 0,0 0 0,-1 1 0,0-1 0,0 1 0,-1 1 1,0-1-1,2 7-182,-1 4 248,-1 0 0,-1-1 0,-1 1 0,0 9-248,-2-28 8,2 42 299,-1 1 1,-3-1 0,-1 1 0,-3-1 0,-1 0 0,-8 24-308,-9 31-47,-14 50 16,6-56-4866,21-71-1694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1:44.3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5233,'0'0'1227,"0"0"1,0 0 767,0 0-33,0 0-474,0 0-403,6 0 272,20 1-1068,1 1-1,-1 2 1,0 1-1,0 0 1,0 2-1,-1 1 1,0 1-1,0 2 0,-1 0 1,11 8-289,-23-7-421,-24-9-721,-22-5-656,-6-9-1739,1-2-2688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1:51.2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 9826,'0'0'2649,"0"0"-873,0 0 296,0 0-495,0 0-641,0 0-344,0 0 304,71 4-176,-37-4-343,2 0-81,-1-7-296,1 3 56,-4-1-56,-3 5-745,-3 0-1311,-10 0-2337,-11 0-3497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1:51.5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 9754,'0'0'1736,"0"0"-687,0 0 1031,0 0-1208,0 0-584,0 0-200,0 0-48,189-17-40,-139 8-1232,-5-1-3705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1:51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0 254 7538,'0'0'1289,"0"0"394,0 0 671,0 0-572,0 0-619,0 0-36,0 4 122,2 8 161,2-12-430,9-26 32,10-45-410,-14-4-415,6-23 225,-15 98-406,0 0 1,0 0-1,0 0 1,0 0-1,0 0 1,0 1-1,0-1 1,0 0 0,0 0-1,0 0 1,0 0-1,0 0 1,0 0-1,1 0 1,-1 0-1,0 0 1,0 0-1,0 0 1,0 0 0,0 0-1,0 0 1,0 0-1,0 0 1,0 0-1,0 0 1,0 0-1,1 0 1,-1 0 0,0 0-1,0 0 1,0 0-1,0 0 1,0 0-1,0 0 1,0 0-1,0 0 1,0 0 0,0 0-1,0 0 1,0 0-1,1-1 1,-1 1-7,2 18 45,1 23-67,-4 15-118,-1 2-239,3 0 1,2 0 0,3 0 0,2-1 0,13 47 378,-13-74-7377,-8-22 276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1:52.2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93 11450,'0'0'2353,"0"0"-241,0 0 241,0 0-1617,0 0-632,150-26-104,-53 2-936,-13 3-985,-11 0-3392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1:52.6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12843,'0'0'1808,"0"0"-1232,0 0 753,0 0-841,0 0-488,181-2-32,-107-7-1449,-4-1-4288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1:54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181 1 11739,'0'0'1712,"0"0"-592,-73 146 1033,36-61-673,6 7-512,4-2-328,14-7-400,13-15-96,0-14-136,26-11 80,11-13-88,3-8 0,-1-11-80,13-11-968,-7 0-1785,-11-2-3552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1:55.1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14403,'0'0'1824,"0"0"-231,0 0 407,157 102-663,-109-55-633,-4 2-288,-2-4-320,-8-5 32,-8-4-112,-2-5-32,-8-8-88,-3-4-600,-3-7-881,-2-5-2184,-2-7-2936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1:55.4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289 1 14123,'0'0'1648,"0"0"-839,0 0 1399,-89 146-696,55-82-415,0-3-137,0-4-432,2-8-408,6-6 88,8-10-200,2-10-16,11-6 8,5-5-592,5-12-1489,21 0-1743,6-3-1890</inkml:trace>
  <inkml:trace contextRef="#ctx0" brushRef="#br0" timeOffset="1">510 199 12395,'0'0'3080,"0"0"-1991,0 0-169,0 0 72,175-7-696,-125 2-296,-8 5-176,-5 0-1208,-13 0-761,-11 0-2856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1:55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 8914,'0'0'2296,"0"0"113,0 0 223,0 0-815,0 0-601,0 0-384,0 0-488,100 69-344,-21-88-112,-14-7-2584,-2-3-4738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1:56.1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15 489 4281,'0'0'8304,"0"0"-5466,-4 22-901,-6 72-217,10-90-1641,0 1-1,0-1 1,0 0-1,1 1 1,0-1-1,0 0 0,0 1 1,0-1-1,1 0 1,-1 0-1,1 0 1,0 0-1,0 0 1,1-1-1,-1 1 1,1-1-1,0 1 1,0-1-1,0 0 1,0 0-1,0 0 1,1-1-1,-1 1 1,1-1-1,0 0 1,0 0-1,0 0 1,0 0-1,0-1 1,0 1-1,1-1-78,13 4 137,0-1 0,0-1 0,0 0 0,0-2 0,1 0 0,0-1-137,-3 1 54,-1-2 0,1 0 0,0-1-1,-1 0 1,1-2 0,-1 0-1,0 0 1,10-5-54,-21 7 6,0 1 0,0-1 0,-1 0 0,1 0 0,0 0 0,-1-1 0,0 1 0,1-1 0,-1 0 0,0 0 1,0 0-1,-1 0 0,1-1 0,-1 1 0,1-1 0,-1 1 0,0-1 0,-1 0 0,1 0 0,0 0 0,-1 0 0,0 0 0,0 0 0,0 0 0,-1 0 0,0-1 0,1 1 0,-1 0 0,0 0 0,-1-1 0,1 1 0,-1 0 0,0 0 0,-1-3-6,0 2 11,0 0 0,-1 0-1,1 0 1,-1 0 0,0 1 0,0-1-1,-1 1 1,1 0 0,-1 0-1,0 0 1,0 1 0,-1-1 0,-3-2-11,-72-42 167,43 27-135,17 11-417,-28-20 1213,47 29-1052,0 0-1,0-1 1,-1 1-1,1 0 0,0 0 1,0-1-1,0 1 1,0-1-1,1 1 0,-1-1 1,0 1-1,0-1 1,1 1-1,-1-1 1,1 0-1,0 1 0,-1-1 1,1 0-1,0 0 1,0 1-1,0-1 0,0 0 1,0 1-1,1-1 1,-1 0-1,0 1 0,1-1 1,-1 0 224,9-12-8622</inkml:trace>
  <inkml:trace contextRef="#ctx0" brushRef="#br0" timeOffset="1">563 0 15227,'0'0'1921,"0"0"-465,147 104 504,-92-29-519,-11 15-153,-12 7-552,-16-3-152,-11-9-176,-5-7-160,0-14-128,-16-12-72,-5-7-40,-2-10-8,-4-4-336,-15-10-1304,6-9-3825,7-12-8674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1:52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13363,'0'0'2064,"0"0"-1047,0 0 23,0 0 208,2 137-72,14-55-72,0 10-351,0 3-321,-6-1-160,1-4-200,-3-8 0,-3-6-72,-3-8-168,-2-6-1337,0-17-2783,0-22-6347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1:53.3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0 191 6481,'0'0'2994,"24"-18"-844,-2 0-1582,2-2 135,0 1 0,1 1 0,1 2-1,1 0 1,17-6-703,-24 14 492,0 0 1,0 1-1,0 2 0,1 0 0,0 1 0,0 1 0,1 1 0,0 1-492,-15 1 149,0 0-1,1 0 1,-1 1-1,0 0 1,-1 1-1,1 0 1,0 0-1,0 0 0,-1 1 1,1 0-1,4 3-148,-7-3 64,0 0-1,0 0 1,-1 0 0,0 0-1,1 1 1,-1 0-1,0-1 1,-1 1-1,1 0 1,-1 0-1,0 1 1,0-1-1,0 0 1,0 1-1,-1-1 1,1 1-1,-1 0 1,0 2-64,0 3 32,0-1 0,0 1 0,-1-1 1,0 0-1,0 1 0,-1-1 0,-1 1 0,0-1 0,0 0 1,0 0-1,-1 0 0,-1 0 0,-3 7-32,0-3 22,-1-1 0,0 0 0,-1 0 0,0-1 0,-1 0 0,0 0 0,0-1 0,-8 5-22,-14 8-20,-1-1 0,0-2 0,-2-1 0,0-1 0,-1-3 1,-13 4 19,45-18-105,0 1-196,-1 0-1,1-1 1,0 0 0,-1 1 0,1-2 0,-1 1 0,0 0 0,0-1 301,1-2-3293,3-6-2554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1:57.2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227 1 1608,'0'0'5866,"0"0"-3521,0 0-670,0 0-173,0 0-491,0 0-399,-15 14-8,4-3-462,1 0 1,0 1-1,1 1 0,0-1 0,1 1 0,0 1 0,1-1 0,0 2 1,1-1-1,1 0 0,1 1 0,-2 6-142,-35 163 1994,-4 71-1994,31-141 464,5 1 0,6 105-464,5-185-63,1-1 0,2 0 0,2 0 0,0 0 0,3-1 0,1 0 0,7 14 63,2-2-3353,3 0 0,24 34 3353,0-7-9823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1:57.9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 14723,'0'0'1978,"0"0"-448,0 0-169,0 0-531,-2 26 109,-6 177 685,7-29-709,11 45-915,-9-178-1030,-1-28-1472,0-12-1936,0-1-2034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1:58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1 182 12323,'0'0'2400,"0"0"-663,0 0-185,0 0-1040,189-54-312,-95 30-184,8 3 96,43-12-112,-27 7-1360,-19 2-4217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1:58.6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15779,'0'0'2153,"0"0"-1569,0 0 352,0 0 560,47 162-503,-29-100-377,3-1-336,3-2-160,0-2-48,-3-8-72,-3-4 0,-2-7-168,-3-10-424,-3-9-1145,-2-14-1007,-5-5-1249,-3 0-2384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1:58.9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0 386 5369,'0'0'4436,"6"-22"-2592,-4 15-1718,0-5 57,1 1 1,0 0-1,1 0 1,1 0-1,0 0 0,0 0 1,1 1-1,0 0 1,1 0-1,0 1 1,1-1-1,0 2 1,0-1-1,1 0-183,13-8 203,1 1 0,0 1 0,1 1 0,0 1 0,2 1 0,-1 1 0,1 1 0,0 1 0,1 2 0,0 0 0,0 2 0,1 1 0,0 2 0,16 0-203,-38 2 98,1 0-1,-1 0 1,1 1-1,-1 0 1,1 0 0,-1 0-1,1 1 1,-1 0-1,0 0 1,0 1 0,0 0-1,0 0 1,0 0-1,1 2-97,-3-1 81,0-1 0,-1 1 0,1 0 0,-1 0 0,0 0 0,0 1 0,0-1 0,-1 1 0,0-1 0,0 1 1,0 0-1,0 0 0,-1 0 0,0 0 0,0 0 0,0 0 0,0 1 0,-1 1-81,0 2 86,0 0 0,-1 0 0,0 0 1,0-1-1,-1 1 0,0 0 1,-1 0-1,0-1 0,0 1 0,-1-1 1,0 0-1,0 0 0,-1 0 1,0-1-1,-1 0 0,1 0 0,-1 0 1,-1 0-1,1-1 0,-2 1-86,-13 10 157,-1 0-1,0-1 1,-1-1-1,-1-2 1,0 0-1,-4 0-156,11-5 44,-2-1-1,1-1 0,-7 1-43,18-5-73,1 0-1,-1-1 1,0 0-1,1-1 1,-1 1-1,0-1 0,0 0 1,1-1-1,-1 0 1,-6-1 73,12 1-264,0 0 0,1 0 0,-1 0 1,1 0-1,-1 0 0,1-1 0,0 1 1,-1 0-1,1 0 0,0 0 0,0 0 0,0-1 1,0 1-1,0 0 0,0 0 0,0 0 1,0 0-1,0-1 0,1 1 0,-1 0 264,0-2-1755,0-19-8202</inkml:trace>
  <inkml:trace contextRef="#ctx0" brushRef="#br0" timeOffset="1">952 1 15251,'0'0'1833,"0"0"-793,-65 151 912,44-68-783,10 6-249,11-4-240,0-5-344,19-9-208,20-14-32,8-15-96,8-11-80,29-26-744,-13-5-1689,-11 0-3792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1:59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14131,'0'0'2521,"0"0"-977,0 0 96,0 0 105,121 137-873,-66-64-168,-2 3-88,-1 2-80,-2-3-176,-8-9-264,-8-14-8,-5-9-80,-8-15-16,-5-14-112,-6-12-576,6-11-1168,-3-24-2801,-3-7-8082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1:59.6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357 1 12123,'0'0'4649,"0"0"-3793,0 0 304,0 0 912,-123 163-527,76-85-393,-3 0-424,3-5-312,7-10-256,14-11-152,8-9-8,12-10-8,6-10-576,16-15-1512,18-8-3457,3 0-8971</inkml:trace>
  <inkml:trace contextRef="#ctx0" brushRef="#br0" timeOffset="1">625 232 15283,'0'0'1945,"0"0"-1529,0 0 1048,0 0-608,184-4-592,-114 1-144,-4-2-120,-8 3-136,-11-3-1440,-16 1-2393,-12-1-4801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2:00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64 11963,'0'0'6185,"0"0"-4585,0 0-712,0 0 209,0 0-473,0 0-624,176-16-272,-92-1-1529,-13 0-1887,-19 3-4850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2:00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70 245 12939,'0'0'2246,"0"0"45,1-26-49,2-88-621,-3 106-1359,0-1 1,0 1-1,1-1 0,0 1 0,1 0 0,0-1 1,0 1-1,1 0 0,0 0 0,0 1 0,2-3-262,-5 9 12,0 1 4,1 0 0,-1 0 0,0 0 1,0-1-1,0 1 0,0 0 1,0 0-1,0 0 0,0 0 0,0-1 1,0 1-1,0 0 0,0 0 1,0 0-1,1 0 0,-1 0 1,0-1-1,0 1 0,0 0 0,0 0 1,0 0-1,0 0 0,1 0 1,-1 0-1,0 0 0,0-1 1,0 1-1,0 0 0,1 0 0,-1 0 1,0 0-1,0 0 0,0 0 1,1 0-1,-1 0 0,0 0 1,0 0-1,0 0 0,0 0 0,1 0 1,-1 0-1,0 0 0,0 0 1,0 1-1,0-1 0,1 0 1,-1 0-1,0 0 0,0 0-16,6 12 167,3 18-266,-9-28 143,20 86-58,-1-10-102,-4 0-1,-3 1 1,-3 0-1,-3 12 117,-8-90-68,0 0-1,1 1 1,-1-1-1,0 0 1,0 0-1,0 0 1,0 0-1,0-1 1,0 1-1,-1 0 1,1-1-1,0 0 1,0 1-1,0-1 1,0 0-1,-1 0 1,1 0-1,-1 0 69,-5 0-124,-12 3 48,-50 9 29,66-11 48,-1 0 0,1 0 1,0 1-1,-1-1 0,1 1 0,0 0 0,0 1 0,0-1 0,1 1 0,-1-1 0,1 1 0,-4 3-1,7-5 4,-1-1 0,1 0 0,-1 0 0,1 1 0,0-1 1,-1 0-1,1 1 0,0-1 0,-1 1 0,1-1 0,0 0 0,0 1 0,0-1 0,-1 1 0,1-1 0,0 1 0,0-1 0,0 1 0,0-1 0,0 0 0,0 1 0,0-1 0,0 1 0,0-1 0,0 1 0,0-1 0,0 1 0,0-1 0,0 1 0,0-1 0,0 1 0,0-1 1,1 1-1,-1-1 0,0 0 0,0 1 0,1-1 0,-1 1 0,0-1 0,1 0 0,-1 1 0,0-1 0,1 0 0,-1 1 0,0-1 0,1 0 0,-1 0 0,1 1 0,-1-1 0,0 0 0,1 0 0,-1 0 0,1 0 0,-1 1 0,1-1 0,-1 0 0,1 0 0,-1 0 0,1 0 1,-1 0-5,37 1 254,-30-1-228,27 0-440,-1-1-1,1-1 0,-1-2 1,0-2-1,0-1 1,30-10 414,-9-5-5381,-10 3-4503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2:00.7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10922,'0'0'1801,"0"0"255,0 0-215,0 0-401,0 0-352,97 182-160,-68-95-72,-8 8 113,-11-1-41,-5-4-392,-5-10-272,0-14-216,0-12 80,-2-11-128,-9-8-216,3-9-1424,1-12-3649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2:01.1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241 0 5825,'0'0'5177,"0"0"-3227,34 28-363,-31-25-1539,27 22 218,-1 0 0,-2 2-1,-1 1 1,0 1 0,-3 2-1,0 0 1,-2 1 0,-1 1-1,-1 3-265,17 47 851,-3 1-1,-3 1 0,2 27-850,-18-50 514,-2 0 0,-2 1 0,-4 1 0,-2 0 0,-3 4-514,-1-45 48,-1-1 0,-1 0-1,-1 0 1,-1 0-1,-1-1 1,-1 1-1,0-1 1,-2 0-1,0-1 1,-2 1 0,0-2-1,-1 0 1,-1 0-1,-1-1 1,-8 9-48,-26 27-70,-1-3 0,-3-2 0,-3-3 0,-1-2 0,-25 14 70,-81 46-3652,77-57-3589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2:29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9962,'0'0'2577,"0"0"-657,0 0-112,0 0 297,0 0-657,0 0-464,157 40-327,-112-40-97,-3 0-296,-8 0-120,-11-2-144,-12 0-312,-8 2-1833,-3 0-4024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2:30.0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50 10938,'0'0'2753,"0"0"200,0 0-353,0 0-1248,0 0-655,0 0-401,147 19-296,-40-42-368,-12-1-3465,-11 3-5785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2:30.3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0 430 12051,'0'0'1607,"0"0"-400,7-28 190,-6 24-1342,11-46 449,-2-1-1,-2-1 1,-2 0 0,-3-2-504,-4-5 494,0-21 2383,1 80-2808,0 0 0,0 1-1,0-1 1,0 0 0,0 0-1,0 0 1,1 0-1,-1 0 1,0 0 0,0 0-1,0 0 1,0 0 0,0 0-1,0-1 1,1 1 0,-1 0-1,0 0 1,0 0-69,6 50 406,3 101 826,-4-52-276,9 34-956,-9-103-7,0-1-1,2 0 1,2 0-1,0-1 1,2 0-1,9 17 8,-16-39-156,-1-1-1,1 1 1,0-1 0,0 0 0,0 0-1,1 0 1,0 0 0,0-1-1,0 0 1,0 0 0,4 2 156,42 16-4430,-9-15-2090</inkml:trace>
  <inkml:trace contextRef="#ctx0" brushRef="#br0" timeOffset="1">541 506 2561,'0'0'11106,"0"0"-9738,0 0 633,0 0-441,202-12-1048,-124 7-336,-4 3-176,4 2-160,-20 0-2689,-13 0-8425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2:37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1 7882,'0'0'1835,"0"0"21,0 0 42,0 0-555,0 0-614,-3 1-453,1 1-265,0-1-1,0 1 1,1 0-1,-1-1 0,0 1 1,1 0-1,-1 0 0,1 0 1,0 0-1,0 0 1,-1 0-1,1 0 0,1 1 1,-1-1-1,0 0 1,0 1-1,1-1 0,0 0 1,-1 1-1,1-1 0,0 0 1,0 1-1,0 1-10,0-1 15,-86 606 6965,19 125-6980,63-669 217,3 0 1,2 1-1,4-1 0,2 0 1,16 64-218,-12-82-40,-6-20-114,2-2 1,0 1-1,1-1 0,2 0 1,1-1-1,3 5 154,-13-28-192,0 1 0,-1-1-1,1 0 1,0 0-1,0 0 1,0 0 0,0 0-1,1 0 1,-1 0 0,0 0-1,0-1 1,1 1 0,-1 0-1,0-1 1,1 1-1,-1-1 1,0 1 0,1-1-1,-1 0 1,1 0 0,-1 1-1,0-1 1,2 0 192,20-9-7198,-5-9-3534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2:39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72 3201,'0'0'2049,"0"0"-99,0 0 276,0 0-131,0 0-580,0 0-427,-21-7 3755,22 5-4801,0-1 1,0 1-1,0 0 1,0 0-1,0 0 1,0 0-1,1 0 1,-1 0-1,1 0 0,-1 0 1,1 0-1,0 1 1,0-1-1,0 0 1,0 1-1,0 0 1,0-1-1,0 1 1,0 0-1,2 0-42,48-21-28,-49 21 28,0 0 1,0 0-1,0 0 0,1 1 0,-1-1 1,0 1-1,0-1 0,1 1 0,-1 0 1,1 0-1,-1 1 0,0-1 0,0 1 0,1-1 1,-1 1-1,0 0 0,0 0 0,0 1 1,0-1-1,0 1 0,0-1 0,0 1 1,0 0-1,-1 0 0,1 0 0,-1 1 0,1-1 1,-1 0-1,1 2 0,1 3 0,-1-1 1,0 1-1,0 0 0,0 1 1,-1-1-1,0 0 0,-1 1 1,1-1-1,-1 1 0,-1 0 1,0-1-1,0 6 0,0-2 19,-1 0-1,-1 0 1,0 0 0,0 0-1,-1 0 1,-1 0-1,0-1 1,0 1 0,-1-1-1,0 0 1,0-1 0,-1 1-1,-1 0-18,-12 14 178,0-1 0,-2-1 0,0 0-1,-8 4-177,9-14 140,9-6 947,22-4 166,8-2-1101,1-1-78,-1 1 0,1 1 1,-1 1-1,1 0 0,-1 1 1,0 1-1,0 1 0,4 3-74,-19-7-38,0 1 0,0-1 0,0 1-1,0-1 1,0-1 0,1 1-1,-1 0 1,0-1 0,0 0-1,1 0 1,-1 0 0,0-1-1,0 1 1,1-1 0,-1 0-1,0 0 1,0-1 0,4-1 38,2-2-1088,-1-1 0,0-1 0,0 0 1,0 0-1,-1 0 0,2-4 1088,-2 4-1485,21-21-6710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2:39.4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13 9074,'0'0'1738,"0"0"-578,0 0 21,0 0-180,-8 23-216,-23 75-10,28-90-614,1 1 0,1-1 1,0 1-1,0-1 0,0 1 0,1-1 1,0 1-1,1 0 0,0-1 0,2 7-161,-2-11 122,0 1-1,1-1 1,0 0 0,0 1-1,0-1 1,0 0-1,1 0 1,-1-1 0,1 1-1,0-1 1,0 1-1,1-1 1,-1 0 0,4 3-122,2-1 153,1 0 1,-1-1 0,1 0-1,0-1 1,0 0 0,0 0 0,0-1-1,0 0 1,1-1 0,-1 0-1,1-1 1,-1 0 0,1 0 0,0-1-154,-6 1 14,1-1 0,0 0 1,-1 0-1,1 0 0,-1-1 1,1 1-1,-1-1 1,0 0-1,0-1 0,0 1 1,0-1-1,0 0 1,-1-1-1,1 1 0,-1-1 1,0 0-1,0 0 0,0 0 1,0 0-1,-1-1 1,0 1-1,0-1 0,0 0 1,0 0-15,2-6 90,-1-1 0,0 0 1,0 0-1,-1 0 0,-1 0 1,0 0-1,0 0 0,-1-1 0,-1 1 1,-1-6-91,1 13 28,0 0 0,-1 1 0,0-1 1,0 1-1,0-1 0,-1 1 0,0-1 0,1 1 1,-2 0-1,1 0 0,0 0 0,-1 0 0,1 0 0,-1 1 1,0-1-1,-1 1 0,1 0 0,0 0 0,-1 0 1,0 0-1,0 0 0,0 1 0,0 0 0,0 0 1,0 0-1,0 0 0,-1 1 0,-1-1-28,-8-2-59,-1 0-1,0 1 1,0 1-1,0 0 1,0 1-1,0 1 1,0 0-1,-6 2 60,15 0-363,-1-1 0,0 1-1,0 1 1,1-1 0,0 1-1,-1 1 1,1-1 0,0 1-1,1 0 1,-1 0 0,1 0-1,0 1 1,0 0 0,0 0-1,0 1 1,1-1 0,0 1-1,-2 3 364,-3 3-1672,-23 28-6089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2:39.8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39 109 864,'0'0'9131,"0"0"-6429,0 0-1952,-6 26 325,-18 88-324,21-100-547,0-1 0,2 0 0,0 0 0,0 1 0,1-1 0,1 0-1,0 1 1,1-1 0,0 0 0,1 0-204,-1-9 84,-1 0 0,1 0-1,0 0 1,0-1 0,0 1-1,1-1 1,-1 0-1,1 1 1,-1-1 0,1-1-1,0 1 1,1 0-1,-1-1 1,0 1 0,1-1-1,-1 0 1,1 0-1,0 0 1,-1-1 0,1 1-1,0-1 1,0 0-1,0 0 1,0 0 0,0-1-1,0 1 1,1-1 0,1 0-84,1 1 54,0-1 0,0 0 0,-1 0 0,1-1-1,0 0 1,-1 0 0,1 0 0,-1-1 0,1 0 0,-1 0 0,0-1 0,1 1 0,-1-1 0,-1-1 0,1 1 0,0-1 0,-1 0 0,0-1 0,0 1 0,0-1 0,0 0 0,-1 0 0,0 0 0,0-1 0,0 1 0,-1-1 0,0 0 0,0 0 0,0 0 0,-1-1 0,0 1 0,0 0 0,-1-1 0,1 0 0,-1 1 0,-1-1 0,1 0 0,-1 1 0,-1-3-54,1 0 72,0 1-1,-1-1 1,0 1-1,0-1 1,-1 1-1,0-1 0,0 1 1,-1 0-1,0 0 1,-1 0-1,0 1 1,0-1-1,-4-4-71,1 3 49,0 1 0,0 1-1,-1-1 1,0 1 0,-1 1-1,1-1 1,-1 2 0,0-1-1,-1 1 1,1 0 0,-1 1-49,-6-2-148,10 3 139,-1 1-1,1-1 0,0 0 1,-1 0-1,2-1 0,-1 0 1,-1-1 9,6 4-86,0 1 0,1-1 1,-1 0-1,1 1 0,-1-1 1,1 0-1,-1 0 0,1 1 0,-1-1 1,1 0-1,-1 0 0,1 0 1,0 0-1,0 0 0,0 0 1,-1 0-1,1 1 0,0-1 0,0 0 1,0 0-1,0 0 0,0 0 86,1-1-308,0 0 1,-1 0-1,1 1 0,0-1 0,0 0 0,0 1 0,0-1 0,0 1 0,1-1 0,-1 1 0,0 0 1,1-1-1,-1 1 0,1 0 0,0-1 308,32-20-8151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2:40.3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7538,'0'0'1904,"0"0"379,0 0-41,0 0-615,0 0-776,0 0-335,21 19 423,-14-13-847,10 9 100,-1 0 0,0 1 0,-1 1 0,0 1 0,-2 0-1,0 0 1,-1 1 0,-1 1 0,7 16-192,11 42 521,-4 0 0,-3 2 0,-4 0 1,-3 2-1,-1 27-521,-4 9 609,-5 1 1,-5 0-1,-9 53-609,1-102 279,-4 0-1,-2 0 0,-3-1 1,-18 45-279,-7-4 136,-5-1 0,-24 36-136,63-134-359,4-16-636,4-21-1711,0 19 1870,0-30-4540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2:40.9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1 9434,'0'0'1536,"0"0"17,-42 141 927,26-60-839,3 6-201,8 0-344,5-7-496,0-9-328,21-12-152,7-12-48,9-11-64,5-15-8,29-21-344,-8 0-2296,-8-9-3802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2:41.3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11763,'0'0'1429,"0"0"-670,0 0 291,0 30-164,1 180 620,-1-200-1392,0 0-1,1 0 1,1 0-1,-1 0 1,2-1 0,-1 1-1,1-1 1,1 1-1,-1-1 1,2 0 0,-1 0-1,2 1-113,-3-6 33,1 1 0,-1-1 0,1-1 1,0 1-1,0 0 0,0-1 0,0 0 0,1 0 0,-1 0 0,1 0 0,0-1 0,0 0 0,0 0 1,0 0-1,0-1 0,0 1 0,0-1 0,1 0 0,-1-1 0,0 1 0,1-1 0,-1 0 0,1-1-32,-2 1 24,0 0 1,0-1 0,0 1 0,0-1-1,0 0 1,-1-1 0,1 1 0,0 0 0,0-1-1,-1 0 1,1 0 0,-1 0 0,0-1 0,1 1-1,-1-1 1,0 1 0,0-2-26,2-2 24,0 1 1,-1-1-1,0 0 0,-1-1 0,1 1 0,-1-1 1,0 1-1,-1-1 0,2-4-24,0-4 172,-1 0 0,0 0 1,-2 0-1,1 0 0,-2 0 0,0-1 0,0 1 0,-2 0 0,0-4-172,0 13 122,0-1-1,0 1 1,-1 0 0,0-1-1,0 1 1,0 0-1,-1 1 1,0-1 0,0 1-1,0-1 1,-1 1-1,1 1 1,-1-1 0,-1 1-1,1-1 1,0 1-1,-6-2-121,2 0-63,0 2 0,0-1-1,-1 1 1,1 0-1,-1 1 1,0 0 0,0 1-1,0 0 1,0 0-1,0 1 1,-4 1 63,12 0-2130,3 1-2631,6 7-3071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2:41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11266,'0'0'1537,"0"0"-945,0 120 1456,0-68-879,0-7-729,0-7-336,3-8-104,7-11-320,4-9-4673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2:42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1 10594,'0'0'3022,"0"0"-853,0 0-542,0 0-250,-7 25-38,0-1-1035,0-2-62,1 1-1,1 0 1,1 0 0,1 0-1,1 1 1,1 8-242,1-12 98,0 0 0,2 1 1,0-1-1,1 0 0,1-1 0,4 13-98,-6-26 7,0-1-1,0 0 1,0 0-1,1 0 1,0 0 0,0-1-1,0 1 1,0-1-1,1 1 1,-1-1-1,1 0 1,0 0-1,0-1 1,1 1-1,-1-1 1,1 0-1,0 0 1,0-1-1,0 1 1,0-1-1,0 0 1,0-1-1,1 1 1,-1-1-1,1 0 1,1 0-7,0 0 10,1 0 0,0 0 1,-1-1-1,1 0 0,-1 0 1,1-1-1,-1 0 0,1-1 1,-1 1-1,1-1 0,-1-1 1,0 1-1,0-1 0,0-1 1,-1 1-1,1-1 0,-1 0 1,0-1-1,0 1 0,0-1 1,0-1-1,-1 1 0,0-1 0,0 1 1,0-2-1,-1 1 0,0 0 1,0-1-1,-1 0 0,0 0 1,0 0-1,-1 0 0,1 0 1,-1 0-1,-1-1 0,0 1 1,0-1-1,0-1-10,0-4 115,-1 1 0,0-1-1,-1 1 1,-1 0 0,0-1 0,0 1-1,-1 0 1,-1 0 0,0 1 0,0-1 0,-2 1-115,-1-4 70,-2 1 0,0 0 1,-1 0-1,0 1 0,-1 1 1,-1 0-1,-12-10-70,5 2-1970,19 20-2788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2:42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126 250 13571,'0'0'2130,"0"0"-685,0 0 528,3-22-654,23-192 64,-21 200-993,3 23-150,2 25-160,0 23-51,-2 1 0,-3 0 0,-3 0 1,-3 47-30,1-103 3,-1-1 0,1 1 1,0 0-1,0 0 0,-1 0 1,1 0-1,-1-1 1,0 1-1,0 0 0,1-1 1,-1 1-1,0 0 1,0-1-1,-1 1 0,1-1 1,0 1-1,0-1 1,-1 0-1,1 0 0,-1 1 1,1-1-1,-1 0 1,1 0-1,-1 0 0,0-1 1,1 1-1,-1 0 1,0-1-1,0 1 0,1-1 1,-1 1-1,0-1-3,-10 1 35,1 1 1,-1-2-1,0 0 0,1 0 0,-4-2-35,-28 1-18,14 8 14,28-7-1,0 0 1,0 1-1,0-1 0,0 0 0,0 1 0,0-1 1,0 1-1,0-1 0,0 1 0,1-1 0,-1 1 0,0 0 1,0-1-1,1 1 0,-1 0 0,0 0 0,1 0 0,-1 0 1,1-1-1,-1 1 0,1 0 0,-1 0 0,1 0 1,0 0-1,-1 0 0,1 0 5,1 0-1,1 0 1,-1 0-1,1 0 0,-1 0 0,0 0 1,1 0-1,0-1 0,-1 1 1,1 0-1,-1-1 0,1 0 1,0 1-1,-1-1 0,1 0 1,0 0-1,-1 0 0,1 0 1,0 0-1,-1 0 0,2-1 1,1 1 3,28 2-231,1-3 1,19-2 227,23-13-5038,-37 2-3769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2:42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10850,'0'0'1513,"0"0"-897,0 0 904,150 161-216,-116-72 33,-13 8 295,-13-2-272,-8-11-776,0-10-320,-19-11-216,-7-8-48,-19 4-1176,6-15-2785,0-10-5825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2:44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1 776,'0'0'1601,"0"0"-977,0 0-208,0 0 200,0 0 96,0 0-136,0 0-88,-5 0-88,5 0 16,0 0-192,0 0-96,0 0-128,0 0-448,0 0-1912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2:44.4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1 1 8786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2:44.8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32 8786,'0'-2'369,"-1"0"0,1 0 1,-1 0-1,1 0 0,-1 0 0,0 0 1,0 0-1,0 0 0,0 0 1,0 0-1,0 0 0,-1-1-369,1 3 97,0-1 0,1 1 0,-1-1-1,1 1 1,-1 0 0,0-1 0,0 1 0,1 0-1,-1-1 1,0 1 0,0 0 0,1 0 0,-1 0-1,0-1 1,0 1 0,0 0 0,1 0 0,-1 0-1,0 0 1,0 1 0,1-1 0,-1 0 0,0 0 0,0 0-1,1 1 1,-1-1 0,0 0 0,0 1 0,1-1-1,-1 0 1,0 1 0,1-1 0,-1 1 0,1-1-1,-1 1 1,1 0 0,-1-1 0,1 1 0,-1 0 0,1-1-1,-1 1-96,-5 7 148,0 0-1,0 1 0,1 0 0,0 0 0,1 0 1,0 0-1,0 0 0,1 1 0,0 0 1,-1 7-148,0 7 397,0 0 0,1 1 1,2 23-398,0-46 16,2 0 0,-1 0 0,0 0 0,0-1 0,0 1 1,1 0-1,-1 0 0,1 0 0,0 0 0,-1-1 0,1 1 0,0 0 0,0-1 0,0 1 1,0-1-1,0 1 0,1-1 0,-1 1 0,0-1 0,1 0 0,-1 0 0,1 1 0,-1-1 1,2 0-17,1 1 51,0 0 1,1-1 0,-1 1 0,0-1-1,1 0 1,-1 0 0,0-1 0,1 1-1,-1-1 1,5 0-52,1-1 46,-1 1 0,0-1 1,0-1-1,0 0 0,0 0 0,0-1 0,0 0 0,0-1 0,-1 1 1,7-5-47,-10 4 38,-1 0 1,1 0-1,-1 0 1,0-1 0,0 1-1,0-1 1,-1 0 0,0 0-1,0 0 1,0 0-1,0-1 1,-1 1 0,0-1-1,0 0 1,-1 0 0,1 1-1,-1-1 1,0 0-1,-1 0 1,0 0 0,0 0-1,0 0 1,0 0 0,-1 0-1,0 0 1,0 0-1,-1 0 1,0 0 0,0 1-1,0-1 1,-1 1 0,1-1-1,-1 1 1,-1 0-1,1 0 1,-1 0 0,0 1-1,0-1 1,0 1-1,0 0 1,-1 0 0,0 0-1,0 1 1,0 0 0,0 0-1,0 0 1,-1 0-1,1 1 1,-1 0 0,0 0-1,1 0 1,-1 1 0,-1 0-39,6 1-96,1-1 1,-1 1-1,0 0 1,0 0 0,0 0-1,1 0 1,-1 0 0,0 0-1,0 0 1,0 0-1,1 0 1,-1 0 0,0 0-1,0 1 1,1-1-1,-1 0 1,0 0 0,0 1-1,1-1 1,-1 0 0,0 1-1,1-1 1,-1 1-1,1-1 1,-1 1 0,0-1-1,1 1 1,-1 0 0,1-1-1,-1 1 1,1 0 95,-4 23-5878,4-24 5859,-1 28-8454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2:45.1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1 11266,'0'0'2233,"0"0"-1481,0 0 456,0 0-31,-84 191-65,61-99 192,7 7-216,11-4-432,5-10-416,7-10-103,28-11-129,4-12-16,32-3-401,-13-16-1847,-3-14-3689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2:46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0 11058,'0'0'1673,"0"0"-710,0 0 186,0 0-307,-20 29-221,-62 96 271,78-117-746,0-1 1,1 1-1,-1 0 0,1 0 0,1 0 0,0 1 0,0-1 0,0 0 1,1 1-1,0 0 0,1-1 0,0 1 0,1 6-146,0-9 81,1 0-1,-1 0 0,1 0 1,0 0-1,1 0 1,-1 0-1,1-1 1,0 1-1,1-1 1,-1 0-1,1 0 0,0 0 1,0 0-1,5 3-80,0-1 54,0-1-1,0 0 1,0 0 0,1-1-1,-1 0 1,1 0-1,1-1 1,-1-1 0,0 0-1,1 0 1,0-1-1,0-1 1,-1 1-1,1-2 1,0 1 0,0-2-1,8 0-53,-16 0 24,0 1 0,0-1 0,0 0-1,0 1 1,0-2 0,0 1 0,0 0 0,0-1-1,0 1 1,0-1 0,-1 0 0,1 0 0,-1 0-1,1 0 1,-1 0 0,0 0 0,0-1 0,0 1-1,0-1 1,0-1-24,2-2 93,-2 0-1,1 0 0,-1 0 1,0 0-1,0-1 1,-1 1-1,1 0 1,-2-1-1,1 0 0,-1-1-92,1-5 128,-2 1 0,1-1 0,-2 0 1,0 0-1,0 1 0,-1-1 0,-1 1 0,0 0 0,0 0 0,-4-6-128,-82-111-307,90 128-425,-1-2 734,3 3-7871,6 0-5761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2:46.3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1 13595,'0'0'1864,"0"0"-1096,0 0 2161,-34 144-1345,26-102-1047,0-4-393,5-7-72,3-8-72,0-8-112,24-15-1489,15-3-2704,3-20-4056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2:46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245 42 14107,'0'0'2470,"0"0"-706,0 0 146,0 0-751,-27-8-692,-84-23-243,107 30-208,1 1 1,0-1 0,0 1-1,0 0 1,0-1 0,-1 2-1,1-1 1,0 0-1,0 1 1,0-1 0,0 1-1,0 0 1,0 0 0,0 0-1,0 0 1,0 1 0,0-1-1,0 1 1,1 0-1,-1 0 1,1 0 0,-1 0-1,1 0 1,0 0 0,0 1-1,0-1 1,0 1 0,0-1-1,0 1 1,1 0-1,-1 0 1,1 0 0,0 0-1,0 0 1,0 0 0,0 2-17,-2 1 34,1 0-15,0-1 1,0 1-1,0-1 0,1 1 0,0 0 0,0-1 0,0 1 1,1 0-1,0 0 0,0 0 0,1 0 0,-1-1 1,1 1-1,0 0 0,2 3-19,-2-6 0,0 1 1,1-1-1,0 0 0,-1 0 1,1 0-1,0 0 0,1 0 1,-1-1-1,0 1 0,1 0 1,0-1-1,0 0 0,-1 0 1,1 0-1,0 0 0,1 0 1,-1 0-1,0-1 0,0 0 1,1 1-1,-1-1 0,1 0 1,-1-1-1,1 1 0,0-1 0,3 2-137,0-2 0,0 1 0,1-1 0,-1 0-1,0 0 1,0-1 0,0 1 0,7-3 137,-11 2-47,0-1 0,0 1 0,0 0 0,0-1-1,0 0 1,0 0 0,0 0 0,-1 0 0,1 0 0,-1 0 0,1-1 0,-1 1 0,0-1-1,0 0 1,0 0 0,0 1 0,-1-1 0,1 0 0,0-3 47,2-4 169,0 0 0,-1 0 0,0-1 0,-1 1 0,0-1 0,0 0 0,-1 1 0,-1-9-169,0 17 640,0 28-296,-1 59 80,-1-20-140,3 0-1,7 40-283,-8-103-9,0 0 0,1-1 0,-1 1 0,0 0-1,1 0 1,-1 0 0,1 0 0,0-1 0,0 1 0,0 0 0,0-1-1,0 1 1,0-1 0,0 1 0,0-1 0,0 1 0,1-1 0,-1 0-1,0 1 1,1-1 0,0 0 0,-1 0 0,1 0 9,1 0-251,0 0 1,0-1 0,-1 1-1,1-1 1,0 0-1,0 0 1,-1 0 0,1 0-1,0 0 1,0-1-1,-1 1 1,1-1 0,0 0-1,-1 0 1,1 1-1,1-2 251,27-16-6897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2:47.1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11 9754,'0'0'4428,"0"0"-1877,0 0-425,0 0-438,0 0-745,-23-3-490,-71-5-119,90 8-307,0 1 0,0-1 0,1 1 0,-1 0 0,0 0 0,0 0 1,1 1-1,-1-1 0,1 1 0,-1 0 0,1 0 0,0 0 0,0 0 0,0 1 0,0-1 0,0 1 1,0 0-1,0 1-27,-3 4 50,1-1 1,0 1 0,0 1 0,1-1-1,-3 6-50,4-5 16,-1 0 0,1 0-1,1 0 1,-1 0 0,2 0-1,-1 1 1,1-1 0,1 3-16,-1-10 1,1 0 1,0 1 0,0-1 0,0 0-1,1 0 1,-1 1 0,0-1 0,1 0-1,0 0 1,-1 0 0,1 0 0,0 0-1,0 0 1,0 0 0,0 0 0,1 0-1,-1 0 1,0 0 0,1-1 0,-1 1-1,1 0 1,0-1 0,-1 1 0,1-1-1,0 0 1,0 0 0,0 0 0,0 0-1,0 0 1,0 0 0,0 0 0,1-1-1,-1 1 1,0-1 0,1 1-2,2 0-28,0-1 0,1 1 0,-1-1 0,0 0 0,1 0 0,-1-1 0,0 0 0,1 1-1,-1-2 1,0 1 0,0-1 0,0 0 0,0 0 0,0 0 0,0 0 0,0-1 0,-1 0 0,1 0 0,-1 0 0,0-1 28,4-5-61,0 0 1,0 0 0,-2-1-1,1 0 1,-1 0 0,0-1-1,-1 0 1,2-7 60,5-3 530,-12 21-522,0 0 0,0 0-1,0 0 1,0 0 0,0 0 0,1 0 0,-1 0 0,0 0 0,0 0 0,0 0 0,0 0-1,0 0 1,0 0 0,1 0 0,-1 0 0,0 0 0,0-1 0,0 1 0,0 0 0,0 1 0,1-1-1,-1 0 1,0 0 0,0 0 0,0 0 0,0 0 0,0 0 0,0 0 0,1 0 0,-1 0 0,0 0-1,0 0 1,0 0 0,0 0 0,0 0 0,0 0 0,0 1 0,1-1 0,-1 0 0,0 0-1,0 0 1,0 0 0,0 0 0,0 0 0,0 0 0,0 1 0,0-1 0,0 0 0,0 0 0,0 0-1,0 0 1,0 0 0,0 0 0,0 1 0,0-1 0,0 0 0,0 0 0,0 0 0,0 0-1,0 0 1,0 1-8,0 41 520,-1-21-630,-9 281 518,10-301-451,0-1-1,0 0 0,0 1 1,0-1-1,0 0 0,0 1 1,0-1-1,0 0 0,0 0 0,0 1 1,0-1-1,0 0 0,0 1 1,1-1-1,-1 0 0,0 0 1,0 1-1,0-1 0,0 0 0,1 1 1,-1-1-1,0 0 0,0 0 1,1 0-1,-1 1 0,0-1 1,0 0-1,1 0 0,-1 0 0,0 0 1,1 0-1,-1 1 0,0-1 1,0 0-1,1 0 0,-1 0 1,0 0-1,1 0 0,-1 0 0,0 0 1,1 0-1,-1 0 0,0 0 1,1 0-1,-1 0 0,0 0 1,1-1-1,-1 1 0,0 0 0,0 0 44,4 0-1107,16 0-5220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2:47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1 11811,'0'0'1688,"0"0"-1000,0 0 1761,0 181-793,3-93-504,-3 4 32,0 0 73,-6-7-545,-12-12-360,0-12-208,-3-11-136,0-13-8,2-8-8,6-13-608,3-9-1625,7-7-3312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2:47.9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78 11018,'0'0'1915,"0"0"-288,0 0 403,0 0-750,0 0-686,0 0-259,21-14 27,65-42-138,-84 55-219,-1 0 0,1 0-1,-1 0 1,1 0-1,0 1 1,-1-1-1,1 1 1,0-1-1,0 1 1,-1-1-1,1 1 1,0 0 0,0 0-1,-1 0 1,1 0-5,-1 0 0,0 1 1,-1-1 0,1 0 0,0 0 0,-1 1 0,1-1 0,0 0-1,-1 1 1,1-1 0,-1 1 0,1-1 0,-1 1 0,1-1 0,-1 1-1,1-1 1,-1 1 0,0 0 0,1-1 0,-1 1 0,0-1 0,1 1-1,-1 0 1,0 0-1,1 3-1,0 1 0,0 0 0,-1-1-1,0 1 1,0-1 0,0 1 0,-1-1 0,0 1 1,1 2 7,0 1-3,-1 0-1,0 1 1,0-1 0,-1 0 0,0 0 0,0 0 0,-1 0-1,0 0 1,0-1 0,-1 1 0,-4 6-4,-6 5 24,0 1 1,-2-2-1,-7 7-24,7-7 14,0 0 0,1 1 0,-8 15-14,21-33 16,1 1 0,0 0 0,0 0 0,0 0-1,0 0 1,0 0 0,1 0 0,-1 0 0,0 0 0,1 0-1,0 0 1,-1 0 0,1 0 0,0 1 0,0-1 0,0 0-1,0 0 1,1 0 0,-1 0 0,1 2-16,0-2 41,0-1 0,0 1-1,0 0 1,1-1 0,-1 0 0,0 1 0,1-1 0,-1 0-1,1 0 1,-1 0 0,1 0 0,0 0 0,-1 0 0,1 0-1,0 0 1,0-1 0,-1 1 0,3 0-41,11 1 287,1 1-1,-1-2 1,1 0 0,-1-1-1,9-1-286,-2 0 118,-13 1-205,0-1-1,0 0 0,0 0 0,0-1 0,0 0 0,0-1 0,0 0 0,0 0 88,42-22-3372,-13 5-2149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2:48.2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0 13755,'0'0'1498,"0"0"-546,-5 28 691,-14 92-310,17-112-1277,1 0 0,0 1 0,1-1 0,-1 1 0,2-1 0,-1 1 0,1-1 0,0 1 0,1-1 0,0 0 0,1 0-1,-1 1 1,2-2 0,-1 1 0,1 0 0,0-1 0,0 1 0,1-1 0,1 1-56,0-3 16,0 0 0,0 0 0,0 0 1,1-1-1,-1 0 0,1 0 0,0-1 0,0 0 1,1 0-1,-1-1 0,0 1 0,1-2 0,0 1 0,-1-1 1,1 0-1,0-1 0,0 0 0,2 0-16,-7 0 6,0 1 0,-1-1 0,1 0 0,-1-1 0,1 1 0,0 0 0,-1-1 0,1 1 0,-1-1 1,1 0-1,-1 0 0,1 0 0,-1 0 0,1 0 0,-1-1 0,0 1 0,0-1 0,0 1 0,0-1 0,0 0 0,0 0 0,0 0 0,-1 0 0,2-1-6,-1-2 10,0-1 0,0 0 0,-1 1 0,1-1 0,-1 0 0,0 0-1,-1 0 1,1 1 0,-1-1 0,-1-4-10,1 4-5,0 0-1,-1 0 1,0 0-1,0 1 1,0-1 0,-1 0-1,1 0 1,-1 1-1,-1-1 1,1 1-1,-1-1 1,0 1 0,-1 0-1,1 0 1,-1 1-1,0-1 1,0 1-1,0 0 1,0 0 0,-1-1 5,-8-4-316,0 0 1,-1 1 0,0 1 0,-1 0-1,1 0 1,-1 1 0,-3 1 315,-55-15-3917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3:16.2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11626,'0'0'2241,"0"0"-465,0 0 697,0 0-1073,0 0-856,162 7-320,-120-7-224,-7-3-8,-9 3-1184,-10 0-1392,-14 0-4866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3:16.6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0 105 10986,'0'0'2881,"0"0"-1001,0 0 449,0 0-1233,0 0-208,0 0-344,0 0-544,184-29-296,-103-9-3488,-7 1-8587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3:20.2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379 1 3625,'0'0'1900,"0"0"-369,0 0 83,0 0-231,0 0-314,0 0-244,-6 0-168,-44 0 231,0 2 1,0 2-1,-45 10-888,60-8 53,32-6-116,3 0 78,-1 1 0,1-1-1,-1 0 1,1 0 0,-1 1 0,1-1 0,-1 0 0,0 0 0,1 0 0,-1 0 0,1 0 0,-1 0 0,1 0 0,-1 0 0,0 0 0,1 0 0,-1 0 0,1 0 0,-1 0 0,0 0 0,1 0 0,-1-1 0,1 1 0,-1 0 0,1 0 0,-1-1 0,1 1 0,-1 0 0,1-1 0,-1 1 0,1-1 0,0 1 0,-1 0 0,1-1 0,-1 1 0,1-1 0,0 1 0,-1-1 0,1 1 0,0-1 0,0 0 0,0 1 0,-1-1 0,1 1 0,0-1 0,0 1 0,0-1 0,0 0 0,0 1 0,0-1 0,0 1 0,0-1 0,0 0-15,0 1 21,0 0 28,0 0-3,0 0-44,0 0-27,0 39-78,0 717 2304,-10-517-2005,-1 1-72,12-128-103,1-6 54,-5 0 0,-8 37-75,-6-70 154,12-57 25,1 0 0,1 0 0,0 0-1,1 0 1,0 7-179,2-23 42,1 1 0,-1-1 1,1 1-1,-1 0 0,1-1 1,0 1-1,-1-1 0,1 1 0,-1-1 1,1 0-1,0 1 0,-1-1 0,1 1 1,0-1-1,0 0 0,-1 0 0,1 1 1,0-1-1,0 0 0,-1 0 0,1 0 1,0 0-1,0 0 0,0 0 1,-1 0-1,1 0-42,28 1 512,-26-1-437,91-3 431,13-5-506,25-6-2887,-98 10 1307,29-3-3861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3:20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13795,'0'0'3809,"0"0"-2081,0 0-304,0 0-911,0 0 511,3 156-232,-3-83-280,0 5-272,0-5-104,0-7-80,0-7-40,0-10-8,0-8-8,5-11 0,3-11-424,-6-17-952,4-2-1705,-6 0-1952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3:21.2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0 274 12939,'0'0'2640,"0"0"-839,0 0 671,0 0-1376,0 0-735,137-118-265,-45 83-96,44-12-200,-21 7-1609,-15 7-5032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3:21.6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224 1 9274,'0'0'3547,"0"0"-1430,0 0 373,0 0-312,0 0-695,0 0-641,-21 14-358,11-7-441,0 0-1,1 0 0,0 1 0,0 0 0,0 0 0,2 1 0,-1 0 0,1 1 0,0 0 0,1 0 0,0 0 0,0 1 0,1 0 1,1 0-1,0 0 0,1 0 0,0 1 0,0-1 0,1 1 0,0 5-42,-34 244 769,12 1-1,11 2 1,13 77-769,5-273 126,3 1 0,3-1 0,3-1 1,3 2-127,25 69 120,28 56-120,-6-7-1662,-44-123-3941,-14-51-1750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3:22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54 3625,'0'0'7444,"0"0"-4842,0 0-1322,0 0-272,0 0-510,25-10-297,79-27-122,-101 35-78,0 1 0,0 1 0,0-1 0,0 0-1,0 1 1,0-1 0,0 1 0,0 0 0,0 0 0,0 0 0,0 0 0,1 1 0,-1-1 0,0 1 0,0 0-1,0 0 1,2 1-1,-3-1 2,-1 0 0,1 1 0,0-1 0,-1 1-1,1-1 1,-1 1 0,1 0 0,-1-1 0,0 1 0,0 0-1,1 0 1,-1 0 0,-1 0 0,1 0 0,0 0-1,0 0 1,-1 0 0,1 2-2,0 4 110,0 1 1,-1 0-1,0 0 0,0-1 0,-1 1 0,0 0 1,-1-1-1,0 1 0,0 1-110,-5 7 319,0 0 0,-1 0 1,-1-1-1,-1 0 0,0-1 0,-10 12-319,-35 57 1010,51-76-917,0 0-1,1 0 0,0 1 0,0-1 0,1 1 0,0-1 0,1 1 0,0 0 0,0 0 0,0 0-92,1-8 24,1 0 0,-1 0 0,0 0 0,0 0 0,0 0 0,1 0 1,-1 0-1,1-1 0,-1 1 0,1 0 0,-1 0 0,1 0 0,-1 0 0,1-1 0,-1 1 0,1 0 0,0-1 0,0 1 0,-1 0 0,1-1 0,0 1 0,0-1 0,0 1 0,0-1 0,0 0 0,-1 1 0,1-1 0,0 0 0,0 1 0,0-1 0,0 0 0,0 0 0,0 0-24,40 1 629,-29-1-550,0-1-70,1 0 0,-1 0 0,0-2 0,0 1 0,0-1 0,0-1 1,-1 0-1,1-1 0,-1 0 0,0-1 0,3-3-9,18-11-2416,-2-2 0,29-27 2416,-10 5-7110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3:22.8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7770,'0'0'6528,"0"0"-4540,0 0-1113,0 20 289,-2 10-796,0-3-1,2 0 0,0 0 0,3 13-367,-2-34 49,1 1 1,-1-1 0,1-1-1,0 1 1,0 0-1,1 0 1,-1-1 0,1 1-1,1-1 1,-1 0 0,1 0-1,0 0 1,0 0 0,0-1-1,0 0 1,1 0 0,0 0-1,0 0 1,0-1 0,0 1-1,1-2 1,-1 1-1,1 0 1,0-1 0,4 1-50,4 2 107,1-2-1,-1 1 1,1-2 0,0 0 0,0-1 0,0 0 0,0-1 0,0-1 0,-1 0-1,6-2-106,-16 2 56,0 0 0,0 0-1,0 0 1,-1-1-1,1 1 1,-1-1 0,1 0-1,-1 0 1,1 0-1,-1 0 1,0-1-1,0 1 1,0-1 0,0 0-1,-1 0 1,1 0-1,-1 0 1,1-1 0,-1 1-1,0 0 1,-1-1-1,1 0 1,-1 1 0,1-1-1,-1 0 1,0 0-1,0 0 1,-1 0 0,1 0-1,-1 0 1,0 0-1,0 0 1,0 1-1,-1-5-55,1 2 21,-1-1-1,0 1 1,0 0-1,-1 0 1,1-1-1,-1 1 1,-1 0-1,1 1 1,-1-1-1,0 0 1,0 1-1,-1-1 1,0 1-1,0 0 1,0 0-1,0 1 1,-1-1-1,1 1 1,-1 0-1,-1 0 1,-4-2-21,1 2-289,0 0-1,-1 2 1,1-1 0,-1 1 0,0 0-1,1 1 1,-1 0 0,0 1 0,0 0-1,0 0 1,0 1 0,1 1 0,-1-1 0,0 1-1,1 1 1,0 0 0,-4 2 289,-33 19-4784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3:23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0 147 12363,'0'0'1689,"0"0"-262,0 0 175,0 0-702,23-22-314,100-98 1214,-123 119-1774,0 1 0,1 0 0,-1-1 1,0 1-1,0 0 0,1 0 0,-1-1 0,0 1 0,1 0 1,-1 0-1,0 0 0,1 0 0,-1-1 0,0 1 0,1 0 0,-1 0 1,0 0-1,1 0 0,-1 0 0,0 0 0,1 0 0,-1 0 1,0 0-1,1 0 0,-1 0 0,0 0 0,1 0 0,-1 0 0,0 0 1,1 0-1,-1 1 0,0-1 0,1 0 0,-1 0 0,0 0 1,0 1-1,1-1 0,-1 0 0,0 0 0,1 0 0,-1 1 0,0-1 1,0 0-1,0 1 0,1-1 0,-1 0 0,0 0 0,0 1 1,0-1-1,0 0 0,0 1 0,1-1 0,-1 0 0,0 1 0,0-1 1,0 0-1,0 1-26,3 22 173,-3-20-37,4 80 1651,-7 52-1787,1-19-61,1-114-47,1 0 0,0 0 0,-1 0 0,1 0 0,0 0 0,1 0 0,-1 0 0,0 0 0,0 0 0,1 0 0,-1 0 0,1 0 0,0 0 0,0 0 0,-1 0 1,1 0-1,0 0 0,0-1 0,1 1 0,-1 0 0,0-1 0,1 1 0,-1-1 0,1 0 0,-1 1 0,1-1 0,0 0 0,0 1 108,26 5-5019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3:23.4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0 13395,'0'0'1574,"0"0"-434,0 0 746,23 14-534,-9-5-1220,0 0 1,0 0-1,-1 2 1,-1 0-1,0 0 1,0 1 0,-1 1-1,0-1 1,-1 2-1,-1 0 1,0 0-1,-1 0 1,-1 1-1,0 0 1,-1 1-1,2 7-132,16 58 421,-5 0-1,-2 2 1,-4 0-1,-2 33-420,-2 59 1286,-11 107-1286,-2-197 126,-5-1 0,-3 0 1,-3-1-1,-4-1 0,-4-1 1,-4 0-1,-2-2 0,-41 74-126,65-142-13,-23 38 48,26-46-56,0 0 1,0 0 0,-1-1 0,1 1-1,-1-1 1,1 1 0,-1-1-1,0 0 1,0 0 0,0 0 0,0-1-1,0 1 1,0-1 0,-2 1 20,4-2-54,0 0 1,-1 1-1,1-1 1,0 0-1,-1 0 1,1-1 0,-1 1-1,1 0 1,0 0-1,-1-1 1,1 1-1,0 0 1,-1-1-1,1 0 1,0 1 0,-1-1-1,1 0 1,0 1-1,0-1 1,0 0-1,0 0 1,0 0-1,0 0 1,0 0 0,0 0-1,0-1 1,1 1-1,-1 0 1,0 0-1,1 0 54,-18-41-3052,16 38 2552,-9-34-5380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3:23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1 9634,'0'0'5921,"0"0"-4432,0 0 655,0 0-592,0 0-407,-128 169-89,107-93-344,10 4-256,9-4-248,2-8-72,10-11-136,16-10 64,3-9-64,3-17-416,20-21-1496,-7 0-3105,-3-14-6666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3:24.1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 14363,'0'0'1718,"-5"21"-58,-1 12-1212,0 0 0,3 0 0,0 0 0,2 0 0,2 1 0,2 8-448,-2-32 46,1 0 1,0 1 0,0-1 0,1 0-1,1 0 1,0 0 0,0 0-1,1-1 1,0 0 0,1 0 0,1 2-47,-2-6 9,-1 1 0,1-1 0,1-1 1,-1 1-1,1-1 0,-1 0 0,1 0 0,1-1 1,-1 0-1,0 0 0,1 0 0,-1-1 0,1 0 1,0 0-1,0-1 0,0 0 0,0 0 1,3 0-11,-5 0 19,1-1 0,0 0 0,0 0-1,0 0 1,0-1 0,-1 0 0,1 0-1,0 0 1,-1-1 0,1 0 0,-1 0-1,1 0 1,-1-1 0,0 0-1,0 0 1,0 0 0,-1-1 0,1 1-1,-1-1 1,2-2-18,-1 0 96,0 0 0,-1-1 0,0 1-1,0-1 1,0 0 0,-1 0 0,0-1 0,0 1 0,-1-1 0,0 1-1,0-1 1,-1 0 0,0 0 0,0-7-96,0 6 119,-1-1 1,0 0 0,0 0-1,-1 0 1,0 0-1,-1 0 1,0 1 0,-1-1-1,0 1 1,0-1-1,-1 1 1,0 0-1,0 0 1,-1 1 0,-1-1-1,1 1 1,-1 0-1,-1 1 1,1-1-1,-1 1 1,-1 0 0,1 1-1,-1 0 1,-7-4-120,-27-22 95,36 25-6146,24 7-1553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3:24.5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0 13899,'0'0'1904,"0"0"-1183,0 0 1527,0 0-1488,-14 121-488,14-109-272,3-10-1336,10-2-2945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3:24.8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27 8250,'0'0'3962,"-5"22"-2463,1-8-1236,-3 15 497,0 0 0,3 1 0,0 0 0,1 12-760,3-32 209,-1 8 63,1 0 0,1-1 0,0 1 0,1 0 1,5 16-273,-6-30 26,0 0 1,0 0-1,1 0 1,0 0-1,0 0 1,0-1 0,0 1-1,0-1 1,1 1-1,0-1 1,0 0 0,0 0-1,0 0 1,0 0-1,0 0 1,1-1 0,-1 1-1,1-1 1,0 0-1,0 0 1,0-1 0,0 1-1,0-1 1,0 0-1,0 0 1,0 0-1,2 0-26,-1 0 53,1 0 0,-1-1-1,1 1 1,0-1-1,-1 0 1,1-1-1,-1 1 1,1-1 0,0 0-1,-1-1 1,0 1-1,1-1 1,-1 0-1,0-1 1,0 1 0,0-1-1,0 0 1,-1 0-1,1 0 1,-1-1-1,1 1 1,-1-1-1,-1 0 1,1-1 0,0 1-1,-1-1 1,0 1-1,0-1 1,0 0-1,-1 0 1,0 0 0,0-1-1,0 1 1,0 0-1,-1-1 1,1-5-53,1 1 139,-1-1 0,-1-1 1,0 1-1,0 0 0,-1 0 0,0-1 1,-1 1-1,0 0 0,-1 0 1,0 0-1,-1 0 0,0 0 0,-1 1 1,0-1-1,-1 1 0,0 0 0,0 0 1,-1 0-1,0 1 0,-1 0 0,-4-4-139,7 9-151,-20-35 149,23 37-396,1 0 0,-1 0 0,1-1 0,-1 1 0,1 0 0,0 0 0,0-1 0,0 1 0,0 0 0,0-1 0,1 1 0,-1 0 398,5-10-7979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3:25.2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31 211 13203,'0'0'2091,"0"0"-81,8-25-309,44-160-94,-52 185-1591,0 0 0,0 0 0,0 0-1,0 1 1,0-1 0,0 0-1,0 0 1,0 0 0,1 0 0,-1 0-1,0 1 1,0-1 0,0 0-1,0 0 1,0 0 0,0 0 0,1 0-1,-1 0 1,0 0 0,0 1-1,0-1 1,0 0 0,0 0 0,1 0-1,-1 0 1,0 0 0,0 0 0,0 0-1,1 0 1,-1 0 0,0 0-1,0 0 1,0 0 0,0 0 0,1 0-1,-1 0 1,0 0 0,0 0-1,0 0 1,0 0 0,1 0 0,-1-1-1,0 1 1,0 0 0,0 0-1,0 0 1,0 0 0,1 0 0,-1 0-1,0 0 1,0-1 0,0 1-1,0 0 1,0 0 0,0 0 0,0 0-1,0 0 1,1-1 0,-1 1 0,0 0-1,0 0 1,0 0 0,0-1-16,10 29 165,5 36-215,-13-52 53,9 41 38,-3 1-1,-1 1 1,-3-1-1,-3 25-40,-1-77 2,-1 1-1,1 0 1,-1-1 0,0 1-1,0 0 1,1-1-1,-2 1 1,1-1 0,0 1-1,0-1 1,-1 0-1,1 0 1,-1 0-1,0 1 1,0-2 0,0 1-1,0 0 1,0 0-1,-2 1-1,-53 27 30,49-27-30,1 0 1,0 0-1,0 1 1,0 0-1,0 0 1,1 0-1,0 1 1,0 0-1,-1 2 0,7-7 0,-1 0 0,1 0 0,0 0 0,0 1-1,-1-1 1,1 0 0,0 1 0,0-1 0,0 0 0,-1 1-1,1-1 1,0 0 0,0 1 0,0-1 0,0 0-1,0 1 1,0-1 0,0 0 0,0 1 0,0-1 0,0 0-1,0 1 1,0-1 0,0 0 0,0 1 0,0-1-1,0 0 1,0 1 0,0-1 0,0 0 0,0 1-1,1-1 1,-1 0 0,0 1 0,0-1 0,15 5 6,26-4-27,-33-2-14,7 1-260,0-1-1,-1-1 0,1 0 0,-1-2 1,1 1-1,-1-2 0,7-2 296,56-28-4363,-34 12-2429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3:25.5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11707,'0'0'2136,"0"0"-488,0 0 2081,3 149-2257,2-71-255,0 4-57,-5-2-240,0-6-376,0-13-280,0-14-152,0-12-112,0-11 0,-5-10-40,2-14-472,3-7-432,0-24-600,8-4-4098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3:25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80 14379,'0'0'1762,"0"0"-277,0 0 412,0 0-548,0 0-723,0 0-357,4 16-146,10 49-55,-11-49 57,-3-19 218,0-171 1935,0 225-2607,-1-4-2164,2-1 0,3 11 2493,6-8-5386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3:26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0 16932,'0'0'1904,"0"0"-1064,0 0 456,-48 182-735,46-109-201,2-2-232,0-5-32,0-12-88,18-11-8,21-19-432,-2-10-2089,-3-14-4728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3:26.5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 50 12947,'0'0'3981,"0"0"-2600,-23 13-186,-76 49-168,93-57-978,1 0 1,0 0-1,0 0 0,1 1 1,-1-1-1,1 1 0,1 0 1,-1 1-1,1-1 0,0 1 1,0-1-1,1 1 0,0 0 0,0 0 1,0 0-1,1 0 0,0 0 1,1 0-1,0 0 0,0 1 1,0-1-1,1 3-49,-1-1 57,0-6-44,0 0 1,0 1-1,1-1 0,-1 0 1,1 1-1,0-1 1,0 0-1,0 0 1,0 0-1,1 0 1,-1 0-1,1 0 1,-1 0-1,1 0 0,0-1 1,0 1-1,1-1 1,-1 1-1,0-1 1,2 1-14,1 1 12,0-1 1,1 0 0,-1 0-1,0-1 1,1 0 0,0 0-1,-1 0 1,1 0 0,0-1-1,0 0 1,2 0-13,4 0 16,-1 0 0,0-1 0,0-1 1,0 1-1,0-2 0,0 0 0,0 0 1,0-1-1,0 0 0,-1-1 0,1 0 0,7-4-16,-10 1 58,1 1 0,-1-1-1,0 0 1,0-1 0,-1 0-1,0 0 1,-1-1 0,0 0-1,0 0 1,-1 0 0,0-1-1,0 1 1,-1-1 0,-1 0-1,0-1 1,0 1 0,-1-1-1,0 1 1,0-1-1,-2 1 1,1-1 0,-1 0-1,-1 0 1,0 1 0,0-1-1,-3-9-57,1 13 25,-1 0 0,1 1 0,-1-1 0,0 1 0,0 0 0,-1 0 0,0 1 0,0-1 0,0 1 0,-1 0 0,-3-2-25,3 2-243,3 1-711,4 4-5278,-1 0-3443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3:26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0 12067,'0'0'2816,"0"0"369,-10 151-609,-3-92-1071,0-5-793,5-9-480,5-9-144,3-13-88,13-23-768,14 0-2241,4-12-6233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3:27.2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1 13243,'0'0'1975,"0"0"-799,0 0 477,-22 3-612,-71 17-550,89-19-455,0 1-1,0 0 1,0-1 0,1 2 0,-1-1-1,1 0 1,0 1 0,-1-1 0,1 1-1,0 0 1,0 0 0,1 0 0,-1 1 0,1-1-1,0 0 1,-1 1 0,2 0 0,-1-1-1,0 1 1,0 3-36,-1 3 92,1 0 0,0 0 1,0 1-1,1-1 0,1 0 0,0 6-92,0-14 8,0 0 0,0 0 0,0 0-1,1 0 1,-1 0 0,0 0 0,1 0 0,0 0-1,0 0 1,-1 0 0,1 0 0,0 0 0,0 0-1,1-1 1,-1 1 0,0 0 0,1-1 0,-1 1-1,1-1 1,-1 1 0,1-1 0,0 0 0,-1 0-1,2 1-7,1 0 5,1 0-1,0 0 0,0 0 1,0-1-1,0 0 0,0 0 1,0 0-1,0 0 0,0-1 1,4 0-5,0 0-218,1 0 1,-1-1-1,1 0 1,-1-1-1,0 0 1,0 0-1,0-1 1,0-1-1,0 1 1,0-1-1,4-3 218,-5 1-347,-1 0-1,-1-1 0,1 1 1,-1-1-1,0 0 0,-1-1 0,1 0 1,-2 0-1,1 0 0,-1 0 1,1-3 347,19-59 953,-18 51 173,-4 54 2543,1-3-3524,-2 32 658,-1-5-359,2 0-1,3 0 1,3 0 0,5 16-444,-12-71 8,0-1 1,0 1 0,0-1 0,0 0 0,0 1-1,0-1 1,1 0 0,0 0 0,0 0 0,0 0-1,0 0 1,0 0 0,0-1 0,1 1 0,1 1-9,-1-3-283,0 1 1,0-1 0,1 0-1,-1 0 1,0 0 0,1 0 0,-1-1-1,1 1 1,-1-1 0,1 0 0,-1 0-1,1 0 1,-1-1 0,0 1-1,3-1 283,21-5-8323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3:27.6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284 1 11346,'0'0'2329,"0"0"-285,0 0 240,-23 0-692,-78 4-548,93-3-942,1 1 1,0 0-1,0 0 0,0 1 1,0-1-1,0 2 0,0-1 1,1 1-1,0 0 0,0 0 1,0 1-1,0 0 0,0 0 1,1 0-1,0 1 0,0-1 1,1 1-1,0 0 0,-4 7-102,6-10 53,-3 4-3,1-1 0,1 1 0,-1-1 0,1 1 1,0 0-1,1 0 0,0 0 0,0 1 0,0-1 1,1 0-1,0 1 0,0-1 0,1 1 0,0 0-50,0-6 5,0 0-1,0-1 1,0 1 0,1 0-1,-1-1 1,0 1-1,1-1 1,0 1 0,-1-1-1,1 1 1,0-1-1,-1 1 1,1-1 0,0 0-1,0 1 1,0-1-1,0 0 1,1 0-1,-1 0 1,0 1 0,0-1-1,1 0-4,2 1-13,0 0 0,0 0 0,0-1 0,0 1 0,0-1 0,0 0 0,0 0 0,0 0 0,2 0 13,7 0-378,0 0 0,0-1 0,1 0 0,-1-1 1,11-3 377,-18 3-133,0-1 0,0 0 1,-1 0-1,1-1 1,0 0-1,-1 0 0,0 0 1,0 0-1,0-1 1,0 0-1,0 0 0,-1 0 1,0-1-1,2-2 133,30-45 1586,-32 71 373,-1 171-811,9 8-1148,-12-196-13,0 0 1,0 0-1,1 1 0,-1-1 1,0 0-1,1 0 0,-1 0 0,1-1 1,0 1-1,0 0 0,0 0 0,-1 0 1,2 0-1,-1-1 0,0 1 1,1 0 12,-1-1-234,1 0 0,-1-1 1,1 1-1,0 0 1,-1-1-1,1 0 1,0 1-1,-1-1 1,1 0-1,0 0 0,-1 0 1,1 0-1,0 0 1,0 0-1,-1 0 1,1 0-1,0-1 1,1 0 233,15-5-5923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3:27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 15419,'0'0'1593,"0"0"-545,0 0 1056,6 163-1055,1-76-321,-1 12 272,-6 5-232,0-3-64,-8-9-224,-5-16-288,0-15-88,5-16-96,2-17 40,4-11-48,2-12-120,0-12-648,16-24-752,7-7-4097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3:28.2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14547,'0'0'3209,"0"0"-1905,0 0 384,0 0-1047,0 0 375,0 0-336,5 130-272,-3-90-232,4-7-80,-1-2-96,5-8-64,14-4-1200,0-5-3609,2-9-8258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3:28.6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0 9554,'0'0'5156,"0"0"-3241,0 0-288,0 0-451,0 0-593,0 0-184,-20 17-57,-61 56-131,79-70-202,-1-1 1,1 1-1,0 0 0,0 0 0,0 0 0,0 0 0,0 0 1,1 0-1,-1 1 0,1-1 0,0 1 0,0 1-9,1-4 5,-1 0-1,1 1 1,0-1 0,0 1-1,0-1 1,1 0-1,-1 1 1,0-1 0,0 0-1,1 1 1,-1-1-1,1 0 1,-1 1 0,1-1-1,0 0 1,0 0-1,-1 1 1,1-1-1,0 0 1,0 0-5,2 2 14,0-1-1,0 0 1,0 0-1,0-1 1,0 1-1,0 0 1,1-1 0,-1 0-1,0 0 1,1 0-1,-1 0 1,1 0-1,-1-1 1,1 0 0,3 1-14,-4-1-23,1 0 1,-1 0 0,0 0-1,1-1 1,-1 1 0,1-1 0,-1 0-1,0 0 1,1 0 0,-1 0 0,0-1-1,0 1 1,0-1 0,0 0-1,0 0 1,0 0 0,-1 0 0,1 0-1,-1-1 1,1 1 0,-1-1 0,0 0 22,1-2 106,0 0-1,0-1 1,-1 1 0,0-1 0,0 1 0,-1-1 0,0 0 0,0 0 0,0 1 0,0-1 0,-1 0 0,0-5-106,0 10 928,0 22-392,-1 42-425,-1-15-123,6 47 12,-4-92-196,0-1 0,0 0 0,1 0 0,0 0 0,-1 0 0,1 1 0,0-1 0,0 0 0,0 0 0,0-1 0,0 1 0,0 0 0,1 0 1,-1 0-1,1-1 0,-1 1 0,1-1 0,1 2 196,13 5-5839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3:29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299 19 10338,'0'0'1874,"0"0"-467,0 0 501,0 0-455,0 0-715,0 0-375,24-1 47,12-1-230,47-2 1992,25-7-2172,-107 11 36,0 1 0,-1-1 0,1 1-1,0-1 1,-1 1 0,1-1 0,0 1 0,-1 0-1,1-1 1,-1 1 0,1 0 0,-1-1 0,1 1 0,-1 0-1,1 0 1,-1-1 0,0 1 0,0 0 0,1 0 0,-1 0-1,0 0 1,0-1 0,0 1 0,0 0 0,0 0-1,0 0 1,0 0 0,0 0 0,0 0 0,-1-1 0,1 1-1,0 0 1,-1 0-36,1 5 106,10 180-54,19 692 949,-29-844-995,1 86 15,-5 0 0,-5 0 0,-8 11-21,-5-3-96,-6-1 0,-5-1 0,-12 14 96,44-136 0,0 0 1,0 0-1,-1 0 1,1-1-1,-1 1 0,0 0 1,0-1-1,0 1 1,-1-1-1,1 0 1,-1 0-1,0 0 0,0 0 1,0 0-1,0-1 1,0 1-1,-1-1 1,1 0-1,-1 0 0,1 0 1,-1-1-1,0 1 1,0-1-1,0 0 1,0 1-1,-24 7 32,0-1 1,-1-1 0,0-2-1,0-1 1,0-1 0,-10 0-33,-54-2-2853,27-1-4127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3:16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0 431 5705,'0'0'7837,"1"-21"-5044,9-86 913,5 1-1,24-87-3705,-39 193 11,0 0-1,0 0 0,0 0 0,1 0 0,-1 1 0,0-1 1,0 0-1,0 0 0,0 0 0,0 0 0,0 0 0,0 0 0,1 0 1,-1 0-1,0 0 0,0 0 0,0 0 0,0 0 0,0 0 1,0 0-1,1 0 0,-1 1 0,0-1 0,0 0 0,0 0 1,0-1-1,0 1 0,1 0 0,-1 0 0,0 0 0,0 0 0,0 0 1,0 0-1,0 0 0,1 0 0,-1 0 0,0 0 0,0 0 1,0 0-1,0 0 0,0 0 0,0 0 0,0-1 0,0 1 1,1 0-1,-1 0 0,0 0 0,0 0 0,0 0 0,0 0 0,0-1 1,0 1-1,0 0 0,0 0 0,0 0 0,0 0 0,0 0 1,0 0-1,0-1 0,0 1 0,0 0 0,0 0 0,0 0 1,0 0-1,0 0 0,0-1 0,0 1 0,0 0 0,0 0-10,6 17 127,3 23-120,-2 47 291,-4 1 0,-6 34-298,2 56 236,1-173-281,0 0-1,0-1 1,1 1-1,-1 0 1,1 0-1,0 0 1,1-1-1,-1 1 0,1 0 1,0-1-1,0 1 1,0-1-1,3 4 46,-3-6-94,1 0-1,-1 1 0,1-1 1,0 0-1,0 0 0,0-1 1,0 1-1,0 0 0,1-1 0,-1 0 1,0 0-1,1 0 0,-1 0 1,1-1-1,-1 1 0,1-1 1,-1 0-1,3 0 95,41 1-3247,1-1-2412</inkml:trace>
  <inkml:trace contextRef="#ctx0" brushRef="#br0" timeOffset="1">554 443 16307,'0'0'2001,"0"0"-1393,0 0 568,0 0-376,0 0-471,181 7-193,-105-7-136,29-14-849,-19-8-2887,-15 1-3786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3:17.3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1 14027,'0'0'1996,"0"0"-566,-17 21 700,-55 74-687,69-90-1385,-1 0 0,1 0 0,0 0 0,1 1 0,-1-1 0,1 1 0,0-1 0,1 1 0,-1 0 0,1 0 0,0 0 0,0 0 0,1 0 0,0 0 1,0 0-1,1 0 0,-1 0 0,1 0 0,0 0 0,1 0 0,0 0 0,0 0 0,0-1 0,0 1 0,1-1 0,0 1 0,3 3-58,0-2 47,0 0 0,1-1 0,0 1 0,0-1 0,0-1 0,1 1 0,0-1 0,0-1 0,0 1 0,1-1 0,0-1 0,-1 0 0,1 0 0,0 0 0,6 0-47,10 1 34,0-1 0,0 0 0,1-2 0,-1-1 0,1-1 0,11-2-34,-26 1 9,0 0-1,0 0 1,0-1-1,0 0 1,0 0 0,-1-2-1,1 1 1,-1-1-1,0-1 1,-1 0-1,1 0 1,-1-1-1,0 0 1,-1 0-1,5-6-8,-10 9 25,0 1-1,0-1 0,0 0 1,0 0-1,-1-1 1,1 1-1,-1 0 0,0-1 1,0 1-1,-1-1 0,0 0 1,1 0-1,-2 1 0,1-1 1,0 0-1,-1 0 0,0 0 1,0 0-1,-1 0 1,1 0-1,-1 1 0,0-1 1,0 0-1,-1 0 0,1 1 1,-1-1-1,-2-3-24,-1 0 54,0 0 1,0 1-1,-1 0 1,0 0-1,0 0 0,-1 0 1,0 1-1,0 0 0,0 1 1,-1-1-1,0 1 1,0 1-1,0 0 0,-1 0-54,-8-3 2,1 1 0,-1 1 0,0 0 0,-1 1 0,1 1 0,-1 1 0,-14 0-2,18 1-530,-1 2-1,1 0 0,-1 1 0,-5 1 531,10 0-1157,0-1-1,0 1 0,0 1 0,1 0 1,0 0-1,-4 3 1158,-22 16-10897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3:18.3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1168,'0'0'6834,"0"0"-5258,0 0-872,0 0-280,0 0-424,0 0-200,0 0 96,0-3-224,0 3-472,0 5-448,0 0-1513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3:31.6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59 8994,'0'0'1960,"0"0"-847,0 0 359,0 0-200,0 0-256,145-40 81,-119 33-121,-2 2-288,-3 0-440,-3 3-248,-5 2-520,-5 0-2249,-5 0-5208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3:32.2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 1 6569,'0'0'1526,"0"0"12,0 0 387,0 0-660,0 0-596,0 0-254,-8 31 1848,6 16-1014,2 0-1,3 0 1,2 13-1249,4 84 202,-6 184 15,-6 358-33,0-646-173,-2 0-1,-1 0 1,-2-1-1,-4 10-10,-53 152-2,39-131 129,4 0 0,3 2 0,-8 60-127,22-88 1219,1 41-1219,5-83 37,-1 0-1,0 0 0,0 0 0,1 0 0,-1-1 0,1 1 1,0 0-1,0 0 0,0 0 0,-1-1 0,2 1 1,-1 0-1,0-1 0,0 1 0,0-1 0,1 1 1,-1-1-1,1 0 0,-1 1 0,1-1 0,-1 0 0,1 0 1,0 0-1,0 0 0,-1 0 0,1-1 0,0 1 1,0-1-1,0 1 0,0-1 0,2 1-36,8 1 161,1 0 0,-1-1-1,1-1 1,8 0-161,-10 0 17,220 0-1232,-225 0 905,0-1-1,0 0 1,0 0-1,0 0 1,0-1 0,-1 0-1,1 0 1,0 0-1,-1-1 1,0 0-1,5-3 311,52-43-8242,-35 23-2251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3:38.3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1 8690,'0'0'4065,"0"0"-1745,0 0-111,0 0 31,0 0-744,0 0-639,0 160-153,-18-115-232,-6 0-80,0-7-248,3-5-88,3-10-56,7-9-256,9-9-1352,2-5-2337,0 0-1272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3:38.8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1 4977,'0'0'5444,"0"0"-2910,0 0-600,0 0-422,0 0-692,-19 21-216,-58 72 50,74-90-607,1 0 0,-1 1 0,1-1 0,0 0 0,0 1 0,0-1 0,1 1 0,-1 0 1,1-1-1,0 1 0,0 0 0,0 0 0,1 0 0,-1 0 0,1-1 0,0 1 0,0 0 1,0 0-1,1 0 0,0 0 0,-1 0 0,1 0 0,0 0 0,1-1 0,-1 1 0,1-1 1,-1 1-1,1-1 0,2 3-47,0-2 79,0 1 0,0-1 0,1 0 0,-1 0 0,1-1 0,0 1 0,0-1 0,0 0 0,1-1 0,-1 1 0,1-1 0,0 0 0,-1 0 0,1-1 0,3 1-79,10 1 96,-1-1 1,1-1 0,-1-1-1,1 0 1,-1-1-1,18-4-96,-29 4 12,0 0 0,0-1 0,0 0 0,0 0-1,0-1 1,0 0 0,-1 0 0,1 0 0,-1-1 0,0 0-1,0 0 1,0-1 0,0 0 0,-1 0 0,0 0-1,0-1 1,0 1 0,2-6-12,-5 8 51,0 0 0,0 0 0,-1 0 0,0 0 0,1 0 0,-1-1 0,0 1 0,-1 0 0,1-1 0,0 1 0,-1 0 0,0-1 1,0 1-1,0-1 0,0 1 0,-1 0 0,1-1 0,-1 1 0,0 0 0,-1-4-51,0 3 74,-1-1-1,1 1 1,-1 0 0,0 0-1,-1 0 1,1 0 0,-1 0 0,0 1-1,1-1 1,-1 1 0,-1 0 0,-3-2-74,-10-5 116,0 1 0,0 1 0,-1 1 0,0 1 0,-1 0 0,-10-1-116,-2 2 14,-1 1-1,-1 1 1,-28 2-14,59 1-50,0 0 1,0 0-1,0 0 0,0 0 1,0 1-1,0-1 0,1 1 0,-1 0 1,0 0-1,0 0 0,0 0 0,0 0 1,1 1-1,-1-1 0,1 1 0,-1 0 50,1-1-244,1 1 0,-1 0 0,1 0 0,0 0 0,0 0-1,0 0 1,0 0 0,0 0 0,0 0 0,0 0 0,0 0-1,1 1 1,0-1 0,-1 1 244,0 21-5528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3:39.1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1 12819,'0'0'1439,"0"0"-603,-11 21 372,-32 69-362,40-85-796,1-1 0,1 1 0,-1 0 0,1 0 0,0 0 0,0 0-1,0 0 1,1-1 0,-1 1 0,1 0 0,1 0 0,-1 0 0,1 0 0,-1 0 0,2 0 0,-1 0 0,0 0 0,1 0 0,0 0-50,1-1 63,0 0 0,0 0 0,0 0 0,0 0 1,1-1-1,0 0 0,-1 1 0,1-1 0,0-1 0,1 1 0,-1-1 0,0 1 0,1-1 0,0 0 0,3 1-63,15 2 199,0 0-1,0-1 0,0-1 1,0-1-1,0-1 1,15-2-199,-17 0 93,-1 0 0,1-2 0,-1 0 1,1-1-1,7-4-93,-18 5 28,0 0-1,0-1 1,0 0-1,-1-1 1,0 0-1,0-1 1,0 0-1,-1 0 1,0 0 0,0-1-1,4-5-27,-10 10 28,0-1 0,0 1 0,0-1 0,0 1 0,0-1 1,0 0-1,-1 0 0,0 0 0,1 0 0,-1 0 0,0 0 0,0 0 0,-1 0 0,1 0 0,-1 0 0,1 0 0,-1-1 0,0 1 0,0 0 0,-1 0 1,1 0-1,-1-1 0,1 1 0,-1 0 0,0 0 0,0 0 0,0 0 0,-1 0 0,1 0 0,-1 1 0,1-1 0,-1 0 0,0 1 0,0-1 0,0 1 1,-1 0-1,1-1 0,-1 1 0,1 0 0,-1 1 0,1-1 0,-1 0 0,0 1 0,0-1 0,-1 1-28,-16-6 85,0 1 0,-1 1 0,0 1 0,0 1-1,0 0 1,-1 2 0,1 1 0,0 0 0,-6 2-85,12-1-20,8-1-59,-1 0 0,1 1 0,0-1 0,-1 2 0,1-1 0,0 1 0,0 1 0,0-1 79,4-1-298,0 1 0,0 0 0,0-1 1,1 1-1,-1 0 0,1 0 0,-1 0 0,1 1 1,0-1-1,0 0 0,0 1 0,-1 1 298,-3 13-4801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3:40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13259,'0'0'3950,"0"0"-1421,0 0-458,0 0-950,0 0-678,5 21 156,58 298 2141,-58-295-2590,21 130 1407,11 18-1557,-28-148 126,-9-24-126,0 0 1,0 0 0,0 0-1,0 0 1,0 0 0,0 0 0,1 1-1,-1-1 1,0 0 0,0 0-1,0 0 1,0 0 0,0 0-1,0 0 1,1 0 0,-1 0-1,0 0 1,0 0 0,0 0 0,0 1-1,0-1 1,1 0 0,-1 0-1,0 0 1,0 0 0,0 0-1,0 0 1,0 0 0,1 0-1,-1 0 1,0 0 0,0-1 0,0 1-1,0 0 1,1 0 0,-1 0-1,0 0 1,0 0 0,0 0-1,0 0 1,0 0 0,0 0 0,1 0-1,-1 0 1,0-1 0,0 1-1,0 0 1,0 0 0,0 0-1,0 0 1,0 0 0,0 0-1,0-1 1,0 1 0,0 0 0,0 0-1,1 0 0,8-40-835,-4 17-522,2-10-1179,-2 8-2445,0 0-5148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3:40.8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71 6729,'0'0'1711,"0"0"46,0 0 490,0 0-273,0 0-590,0 0-49,21-11-168,69-31-327,-84 39-783,1 0 0,0 0 1,0 1-1,1 0 0,-1 1 0,0-1 0,1 1 0,-1 1 1,0 0-1,1 0 0,-1 0 0,1 1 0,-1 0 0,0 0 0,1 1 1,1 0-58,-3 1 24,-1 0 0,1 0 0,-1 0 1,0 1-1,0-1 0,-1 1 0,1 0 1,-1 1-1,0-1 0,0 1 1,0 0-1,-1-1 0,1 2 0,-1-1 1,2 5-25,5 17 82,-1 0 1,-1 0-1,-2 1 1,0 0-1,-2 0 1,-1 0-1,-2 3-82,1-15 110,4 72 224,-5-46-204,3 1 0,1-1 0,2 0-1,12 39-129,-19-81-12,0 1-1,0 0 1,1-1-1,-1 1 1,0 0-1,0-1 1,0 1-1,1 0 0,-1-1 1,0 1-1,1-1 1,-1 1-1,0 0 1,1-1-1,-1 1 1,1-1-1,-1 1 1,1-1-1,-1 0 0,1 1 1,-1-1-1,1 1 1,0-1-1,-1 0 1,1 1-1,0-1 1,-1 0 12,11-11-1464,1-26-3400,-6 4-1831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3:41.1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1 187 12083,'0'0'2960,"0"0"-87,0 0-481,0 0-1183,0 0-761,144-64-216,-73 41-232,5-1-40,24-7-1233,-21 8-2591,-14 2-5418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3:41.5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188 1 15547,'0'0'2630,"0"0"-812,0 0-270,-25 6-761,-76 24-469,97-28-308,0 0 0,1-1 0,-1 1 1,1 0-1,0 1 0,0-1 0,0 1 1,0-1-1,0 1 0,0 0 0,1 0 1,-1 0-1,1 0 0,0 1 0,0-1 1,0 0-1,0 1 0,0 0 1,1-1-1,0 1 0,0 1-10,-1 4 8,0 0 0,1 0 0,1 0 0,0 0-1,0 0 1,1 8-8,0-15 2,-1 0 1,0 0-1,1 0 0,-1 0 0,1 0 0,0 0 1,-1 0-1,1-1 0,0 1 0,0 0 0,0 0 0,1-1 1,-1 1-1,0-1 0,1 1 0,-1-1 0,1 1 0,-1-1 1,1 0-1,1 1-2,1 1 9,1-1 1,0 0 0,-1 0-1,1 0 1,0-1 0,0 0-1,0 1 1,4-1-10,12 1-32,1-1 0,-1-1 0,19-3 32,-34 3-39,3-1-106,0-1-1,0 0 1,-1 0 0,1-1 0,-1 0 0,0 0 0,0-1 0,0 0 0,-1-1 0,1 0 0,-1 0 0,3-2 145,-6 4 134,0 0 1,0 0-1,0-1 1,-1 1-1,1-1 1,-1 0-1,0 0 1,0 0-1,0 0 1,-1-1-1,1 1 1,-1-1-1,0 0 1,0 1-1,-1-1 1,1 0-1,-1-1-134,-5 96 1978,-15 84-1978,7-82 1029,0 90-1029,10-155 14,1-20-34,1 0 0,-1-1 0,1 1 0,1 0 1,-1 0-1,1 0 0,2 6 20,-2-12-115,-1-1 0,1 1-1,-1-1 1,1 0 0,0 1 0,-1-1 0,1 0 0,0 1-1,0-1 1,-1 0 0,1 0 0,0 0 0,0 0 0,-1 0 0,1 0-1,0 0 1,0 0 0,-1 0 0,1 0 0,0 0 0,0 0-1,-1 0 116,4-1-1262,11 1-5150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3:42.6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11466,'0'0'2068,"0"0"-137,0 0 480,0 0-992,0 0-950,0 0-63,2 32 442,6 212 711,-7 179-1871,-1-421-1754,1-3-2074,3-3-1909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3:42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55 8954,'0'0'1832,"0"0"-543,142 0 607,-48 0-1032,11-10-592,-2-2-168,12-2-104,-26 5-72,-21-1-2624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4:04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3 11666,'0'0'2400,"0"0"-784,-15 21 140,1-3-1350,6-7-241,-1 0 1,2 0-1,-1 1 1,1 0-1,1 0 1,0 0-1,1 1 1,1 0-1,0 0 1,0 0-1,0 4-165,2 1 166,0 0 1,1 0-1,0 0 0,1 0 1,2 0-1,1 8-166,-3-22 50,1 1 0,0-1 0,0 1 0,0-1 0,1 0 0,0 0 0,-1 0 0,1 0 0,1 0 0,-1 0 0,1 0-1,-1-1 1,1 1 0,0-1 0,0 0 0,1 0 0,-1 0 0,0 0 0,1-1 0,0 1 0,0-1 0,0 0 0,0 0 0,0 0 0,0-1 0,0 1 0,0-1 0,2 0-50,2 0 74,0 0 1,1-1 0,-1 0 0,0 0-1,1 0 1,-1-2 0,0 1 0,0-1-1,1 0 1,-1 0 0,-1-1 0,1 0-1,0-1 1,-1 1 0,0-1 0,0-1-1,0 0 1,0 0 0,-1 0 0,1 0-1,-1-1 1,-1 0 0,1-1 0,-1 1-1,0-1 1,3-7-75,-1 3 86,0-1 0,0-1 0,-1 1 0,-1-1 1,-1 0-1,1 0 0,-2-1 0,0 1 0,-1-1 0,0 0 0,-1 0 0,0 1 0,-1-1 0,-1 0 0,0 0 0,-2-5-86,2 15 33,0 0-1,-1 0 0,1 0 0,-1 0 0,0 0 1,0 0-1,-1 0 0,1 0 0,-1 1 0,0-1 1,0 1-1,0 0 0,0 0 0,-1 0 0,1 0 0,-1 0 1,1 1-1,-1 0 0,0 0 0,0 0 0,0 0 1,0 0-1,-2 1-32,-8-4-82,0 2 0,0 0 0,0 1 0,0 0 1,0 1-1,-10 1 82,23 0-111,1 0 0,-1-1-1,0 1 1,1 0 0,-1 0 0,0 0 0,1 0 0,-1 0 0,1 0-1,-1 0 1,0 0 0,1 1 0,-1-1 0,0 0 0,1 0 0,-1 0 0,1 1-1,-1-1 1,0 0 0,1 1 0,-1-1 0,1 0 0,-1 1 0,1-1-1,-1 1 1,1-1 0,-1 1 0,1-1 0,0 1 0,-1-1 0,1 1-1,0-1 1,-1 1 0,1-1 0,0 1 0,0 0 111,-1 10-5987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4:05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134 0 13139,'0'0'3112,"0"0"-31,-81 149-912,55-93-1217,7-8-600,12-11-208,7-6-144,0-19-64,23-12-1112,9-2-2889,4-24-2241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4:05.6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118 212 12467,'0'0'1879,"0"0"-179,4-20 201,5-28 736,-3 0 0,1-48-2637,-1 165 478,3 0-1,3-1 1,16 51-478,0 10 127,-25-112-124,-1 0 0,-1 1-1,0 12-2,-2-28-6,1-1 0,0 0 0,0 1 0,-1-1 0,1 0 0,-1 0 0,1 0 0,-1 1 0,0-1 0,1 0 0,-1 0 0,0 0 0,0 0 0,1 0 0,-1 0 0,0 0 0,0-1 0,0 1 0,0 0 0,-1 0 0,1-1 0,0 1 0,0-1 0,0 1 0,0-1 0,-1 1 0,1-1 0,0 0 0,0 1 0,-1-1 0,1 0 0,0 0 0,-1 0 6,-54 1-297,40-1 252,-114-8 48,129 8-16,1 0-22,3 1 22,28 2 102,1 0 1,0-3 0,0 0 0,-1-2 0,1-2-1,23-5-89,65-20-1300,-2-6-3489,-35 8-3521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4:05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1 11202,'0'0'2234,"0"0"-427,0 0 106,-24 27-380,-76 93-510,92-109-855,1 0 1,0 1-1,1-1 0,0 1 0,1 1 0,1-1 0,-1 1 1,2-1-1,0 1 0,0 0 0,2 0 0,-1 1 1,2-1-1,-1 0 0,3 11-168,-2-9 164,-1-7-99,2 0-1,-1 0 0,1 0 0,0 0 0,1 0 0,-1-1 0,2 1 0,-1 0 1,1 0-65,-1-4 12,1 0 0,-1-1 1,0 1-1,1-1 1,0 1-1,0-1 0,0 0 1,0 0-1,0 0 1,1-1-1,-1 1 1,1-1-1,0 0 0,0 0 1,0 0-1,0 0 1,2 0-13,9 3 23,0-1 1,1-1-1,-1 0 0,1-1 1,0-1-1,0 0 1,7-1-24,-13-1 12,1 1 0,-1-1 0,0-1 0,1 0 0,-1 0 0,0-1 0,0 0 0,0-1 0,-1 0 0,1 0 0,5-5-12,5-12 162,-19 21-144,-1 0-1,0-1 0,0 1 1,1 0-1,-1-1 0,0 1 1,0-1-1,0 1 1,1-1-1,-1 1 0,0 0 1,0-1-1,0 1 0,0-1 1,0 1-1,0-1 0,0 1 1,0-1-1,0 1 1,0 0-1,0-1 0,0 1 1,0-1-1,0 1 0,-1-1 1,1 1-1,0-1 0,0 1 1,0 0-1,-1-1 0,1 1 1,0 0-1,-1-1 1,1 1-1,0 0 0,0-1 1,-1 1-1,1 0 0,-1-1 1,1 1-1,0 0 0,-1 0 1,1 0-1,-1-1 1,1 1-1,0 0 0,-1 0 1,1 0-1,-1 0 0,1 0 1,-1 0-1,1 0 0,-1 0 1,1 0-1,-1 0 1,1 0-1,0 0 0,-1 0 1,1 0-1,-1 0 0,0 1-17,-11-2-91,-1 0 1,1 1-1,-1 1 0,0 0 0,1 0 0,-1 1 0,1 1 0,0 0 0,0 1 1,0 1-1,0-1 0,1 2 0,-1 0 0,-5 4 91,-13 13-3681,3-1-4060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4:07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40 10722,'0'0'2574,"0"0"-1375,0 0-337,25-3-216,197-27-803,-201 26-900,-39 2 848,-46 1 474,60 1-300,-22 0 527,0 2 0,0 0 0,0 2 1,-14 4-493,33-7 91,0 1 1,0-1 0,0 2 0,0-1-1,0 1 1,1 0 0,0 0 0,-1 1 0,1 0-1,1 0 1,-1 1 0,0-1 0,1 1 0,0 0-1,0 1 1,1-1 0,-1 1 0,1 0 0,0 0-92,3-4 5,1-1 0,-1 0 0,0 0 0,0 0 0,1 1 0,-1-1 0,1 0 0,-1 0 0,1 1 0,0-1 1,0 1-1,-1-1 0,1 0 0,0 1 0,0-1 0,0 0 0,0 1 0,1-1 0,-1 1 0,0-1 0,0 0 0,1 1 1,-1-1-1,1 0 0,-1 0 0,1 1 0,0-1 0,0 0 0,-1 0 0,1 0 0,0 0 0,0 0 0,0 0 0,0 0 0,0 0 1,0 0-1,0 0 0,1 0-5,4 1 24,1 1 0,0-1 0,-1 0 0,1-1 0,0 0 1,0 0-1,3 0-24,18 3 40,-11 0-28,0 0 0,0 1 0,-1 1-1,1 0 1,-2 1 0,1 1-1,0 1-11,-10-5 1,0 0-1,0 0 0,0 1 0,-1-1 1,0 1-1,0 1 0,0-1 0,-1 1 1,0-1-1,0 1 0,0 1 0,0-1 1,-1 0-1,0 1 0,-1 0 1,0-1-1,0 1 0,1 4 0,-1-1 134,-1 0 0,-1 0 0,0 0 0,0 0 0,0 0 0,-2 0 0,1 0 0,-1-1 0,0 1 1,-1 0-1,0-1 0,-1 0 0,0 1 0,0-2 0,-1 1 0,0 0 0,-1-1 0,0 0 0,0 0 0,-1-1 0,0 0 0,0 0 0,0 0 0,-1-1 0,0 0 0,0-1 0,-1 1 0,0-2 0,0 1 0,0-1 1,0-1-1,0 1 0,-1-2 0,0 1 0,0-1-134,4-1 61,0 0 0,1-1-1,-1 1 1,0-1 0,0 0 0,0-1 0,1 1 0,-1-1 0,0 0 0,1 0 0,-1-1 0,1 0 0,-2 0-61,4 0 0,1 0 1,-1 0 0,1 0-1,0 0 1,-1 0 0,1-1-1,0 1 1,0-1 0,0 1-1,1-1 1,-1 0 0,0 1-1,1-1 1,0 0 0,0 0-1,0 0 1,0 0 0,0 0 0,1 0-1,-1-1 1,1 1 0,0 0-1,0 0 1,0-1-1,0 0-103,0 0 0,1-1 0,-1 1 0,1 0 0,0 0 0,0 0-1,0 0 1,1 0 0,-1 0 0,1 0 0,0 1 0,0-1 0,0 0 0,1 1 0,2-3 103,48-44-4687,-49 46 4036,43-32-7255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4:08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 6809,'0'0'6184,"0"0"-3763,0 0-845,24-5-449,79-16-644,-100 20-463,0 1 0,1-1-1,-1 0 1,1 1 0,-1 0 0,1 0 0,-1 0 0,0 0-1,1 1 1,-1-1 0,1 1 0,-1 0 0,0 0-1,1 0 1,-1 0 0,0 0 0,0 1 0,0 0 0,0-1-1,0 1 1,0 0 0,-1 1 0,1-1 0,-1 0-1,1 1 1,-1-1 0,0 1 0,0 0 0,0 0 0,0 0-1,0 0 1,-1 0 0,0 0 0,1 0 0,-1 1-1,0-1 1,0 3-20,1 2 128,-1 1-1,0-1 1,0 0-1,-1 1 0,0-1 1,-1 1-1,1-1 1,-2 0-1,1 1 1,-1-1-1,0 0 0,-1 0 1,0 1-128,-8 10 236,-1-1 0,0 0 0,-1-1 0,-1-1 1,-1 0-1,-9 8-236,9-10 138,0 1 1,1 1 0,1 0 0,0 1 0,1 1 0,-7 15-139,18-33 15,1 1 0,-1 0 0,1-1 0,-1 1 0,1 0 0,-1 0 0,1-1 0,0 1 0,-1 0 0,1 0 0,0 0 0,0 0 0,-1-1 0,1 1 0,0 0 0,0 0 0,0 0 0,0 0 1,0 0-1,0 0 0,1-1 0,-1 1 0,0 0 0,0 0 0,1 0 0,-1 0 0,0-1 0,1 1 0,-1 0 0,0 0 0,1-1 0,-1 1 0,1 0 0,0-1 0,-1 1 0,1 0 0,0-1 0,-1 1 0,1-1 0,0 1 1,-1-1-1,1 1 0,0-1 0,0 0 0,0 1 0,-1-1 0,1 0 0,0 0 0,0 1 0,0-1 0,0 0 0,0 0-15,7 0 125,-1 0 1,1 0-1,0 0 1,0-1-1,5-2-125,-7 2-45,12-3 16,0 0 0,-1-1 1,1-1-1,-1-1 0,0-1 1,2-2 28,96-58-5665,-95 55 3107,23-16-6642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4:08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205 27 10938,'0'0'2918,"0"0"-771,0 0-115,0 0-827,0 0-733,0 0-292,14-5-2,3-1-75,-12 3-5,1 1 0,0 0 1,0 0-1,0 0 0,0 1 0,0-1 0,0 2 0,1-1 0,-1 1 0,2 0-98,-7 1 9,0 0 1,0 1-1,0-1 0,-1 0 1,1 1-1,-1-1 0,1 0 1,-1 1-1,1-1 0,-1 1 1,1-1-1,-1 1 1,0-1-1,0 2-9,0 0 13,14 77 1059,1 80-1072,-2-19 771,17 300 71,-10-98-258,-18-317-548,0 1 1,-2-1 0,-2 20-37,1-43 7,1-1 0,-1 0 0,0 1 0,0-1 0,0 0 0,0 0 0,-1 0 0,1 0 0,-1 0 0,1 0 0,-1 0 0,0 0 0,1-1 0,-1 1 0,0-1 0,0 1 0,0-1 0,0 0 0,0 0 0,-1 0 0,1 0 0,0 0 0,-1 0 0,1 0-1,0-1 1,-1 1 0,1-1 0,0 0 0,-2 0-7,-14 2 92,0-1 0,0 0 0,-16-3-92,8 1 34,-160 1-4907,134 0-776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4:09.5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10298,'0'0'5065,"0"0"-3648,0 0 287,0 0 0,0 0-759,0 0-585,0 0-232,168 23-72,-132-23-56,-4 0-705,-6 0-1671,-10 0-2305,-11-2-6065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4:09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81 14595,'0'0'2593,"0"0"-457,0 0-63,0 0-425,0 0-992,0 0-656,173-47 0,-73 32-1280,-19 4-3129,-10 3-5281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4:10.2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247 378 5113,'0'0'7116,"0"0"-4364,-4-28-333,-28-196 1950,15 99-1487,20 181-2853,8 48-29,3 39 21,-13-9-794,-3-82-732,2 0-1,3 0 0,2 0 0,2 0 1,11 42 1505,-15-83-8662</inkml:trace>
  <inkml:trace contextRef="#ctx0" brushRef="#br0" timeOffset="1">0 845 5033,'0'0'9234,"0"0"-7546,0 0-359,0 0 519,0 0-1112,145 5-456,-82-5-192,5-10-32,-3-6-56,14-13-8,-19 6-1528,-10 2-5105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4:11.0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184 5 7818,'0'0'5769,"0"0"-4169,0 0 249,0 0-585,0 0-848,134 0-272,-92-2-40,-6-1 136,-9 3 248,-12 0-96,-15 0-248,0 0 0,-42 14 176,-18 3 57,-16-1-217,-29-4-160,19-5-1097,17-7-3600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4:23.5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0 9994,'0'0'1969,"0"0"-64,0 0 200,0 0-574,-15 21-399,-50 71-20,61-84-994,0 0-1,1 0 1,-1 0 0,2 1-1,-1 0 1,1-1-1,0 1 1,1 0 0,0 0-1,1 0 1,0 0 0,0-1-1,0 1 1,1 0-1,1 0 1,2 8-118,-4-14 22,1 0 1,0 0-1,1 0 1,-1 0-1,0 0 0,1-1 1,-1 1-1,1 0 0,0-1 1,0 1-1,0-1 1,0 0-1,1 1 0,-1-1 1,1 0-1,-1 0 1,1-1-1,0 1 0,-1-1 1,1 1-1,0-1 0,0 0 1,0 0-1,0 0 1,0 0-1,1-1-22,10 3 76,1-1 0,0 0 0,0-1 1,0-1-1,1 0-76,-3 0 65,-2-1-45,-1 1 0,0-1 1,0-1-1,0 1 0,0-2 0,0 0 0,0 0 0,0 0 1,-1-1-1,1-1 0,-1 0 0,2-1-20,-7 3 20,1-1 1,0 1-1,-1-1 0,0 0 0,0 0 0,0-1 1,0 1-1,-1-1 0,1 0 0,-1 0 1,-1 0-1,1 0 0,-1 0 0,1-1 0,-2 1 1,1-1-1,-1 1 0,1-1 0,-1 0 1,-1 0-1,1 1 0,-1-3-20,-1 4 45,0-1 0,1 1 0,-2 0 0,1-1 0,0 1 0,-1 0 0,0 0 0,0 0 1,0 1-1,-1-1 0,1 0 0,-1 1 0,0-1 0,0 1 0,0 0 0,0 0 0,0 0 0,-1 1 0,1-1 0,-5-1-45,-12-9 89,-1 1 0,-1 1 0,-9-3-89,10 4 3,-5 0 485,10 5-1496,10 7-4883,6 8 565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4:23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 7194,'0'0'7561,"0"0"-5280,0 0 1559,-3 155-2455,0-100-505,1-3-472,2-5-200,0-5-152,0-6-8,0-10-48,2-15-696,35-11-1473,-5-14-3064,7-14-9226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4:24.2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 19 12635,'0'0'2176,"0"0"-431,0 0 558,0 0-824,-22-4-813,-2-2-515,0 2 0,-22 0-151,43 4 12,0 0 1,0 0-1,0 1 1,0 0-1,0-1 1,0 1-1,0 0 1,0 1-1,1-1 0,-1 0 1,0 1-1,1 0 1,-1-1-1,1 1 1,-1 0-1,1 0 1,0 1-1,0-1 1,0 0-1,0 1 0,0-1 1,0 2-13,-3 4 38,1 0 0,0 1 0,0 0 1,0 0-1,0 3-38,4-11 4,-2 3 9,1 0 0,0 0 0,0 0 1,0 1-1,0-1 0,0 0 0,1 1 0,0-1 0,0 0 0,0 1 0,0-1 0,1 0 0,-1 0 0,1 1 0,0-1 0,1 0 0,0 3-13,0-4 7,1-1 0,-1 1 0,0-1 0,1 0 0,-1 1 0,1-1 0,-1 0 0,1-1 0,0 1 0,0 0 0,0-1 0,0 0 0,0 1-1,0-1 1,1-1 0,-1 1 0,0 0 0,0-1 0,1 1 0,-1-1 0,0 0 0,2 0-7,3 1-93,1-1 0,-1 0 1,1 0-1,-1-1 0,0 0 0,1 0 1,-1-1-1,0 0 0,0-1 0,8-2 93,-13 3-47,1-1-1,0 1 0,-1-1 0,1 0 1,-1 0-1,0 0 0,0 0 1,0-1-1,0 1 0,-1-1 0,1 0 1,-1 0-1,0 1 0,0-2 1,-1 1-1,1 0 0,-1 0 0,0 0 1,0-1-1,0 1 0,0-4 48,4-22 377,-5 40 568,-2 36-521,-11 198 1807,0 3-1608,12-246-634,1 0 1,0 1-1,0-1 1,0 1-1,-1-1 1,1 1-1,1-1 1,-1 1-1,0-1 1,0 1-1,1-1 0,-1 1 1,0-1-1,1 1 1,0-1-1,-1 0 1,1 1-1,0-1 1,0 0-1,-1 0 1,1 1-1,0-1 1,0 0-1,0 0 0,1 0 1,-1 0-1,0 0 1,0 0-1,0-1 1,1 1-1,0 0 11,0-1-221,0-1-1,0 1 1,1 0 0,-1-1-1,0 0 1,0 0 0,0 0-1,0 0 1,0 0-1,0 0 1,0 0 0,0 0-1,0-1 1,0 1 0,-1-1-1,1 1 1,-1-1-1,1 0 1,-1 0 0,0 0-1,1 0 222,22-31-8850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4:24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46 728,'0'0'10218,"0"0"-7066,0 0-1772,25-9-250,79-24-612,-102 32-503,1 0-1,-1 1 0,1-1 0,0 1 0,-1 0 0,1 0 1,0 0-1,-1 0 0,1 0 0,0 1 0,-1-1 1,1 1-1,-1-1 0,1 1 0,-1 0 0,1 0 0,-1 0 1,1 1-1,-1-1 0,0 1 0,0-1 0,0 1 0,0-1 1,0 1-1,0 0 0,0 0 0,0 0 0,-1 0 1,1 1-1,-1-1 0,1 0 0,-1 1 0,0-1 0,0 1 1,0 1-15,2 4 29,-1 0 1,-1 0-1,0 0 1,0 0-1,0 0 0,-1 0 1,0 0-1,0 0 1,-2 4-30,1-5 92,-1-1-1,0 1 1,-1 0 0,0-1 0,0 1-1,0-1 1,-1 0 0,0 0-1,0 0 1,-1-1 0,1 1 0,-1-1-1,0 0 1,-1 0 0,1-1 0,-1 0-1,0 0 1,0 0 0,0 0 0,0-1-1,-4 1-91,-6 3 161,0-1 0,0 0 0,-1-1-1,0-1 1,0 0 0,0-1 0,0-1 0,-6-1-161,21-1 14,0 1 0,0-1 0,0 0 0,0 0 0,0 0 0,-1 0 1,1 0-1,0-1 0,0 1 0,0-1 0,0 1 0,0-1 1,0 0-1,0 0 0,0 0 0,0 0 0,0 0 0,0 0 1,1-1-1,-1 1 0,0 0 0,1-1 0,-1 0 0,1 1 1,0-1-1,-1 0 0,1 0-14,-1-4 34,0 0 1,1 0-1,-1-1 0,2 1 1,-1 0-1,1 0 1,0-1-1,0-4-34,0 10 0,0-4 1,1 0 0,-1-1 0,1 1 0,0 0 0,0 0 0,1-1 0,-1 1 0,1 0 0,0 0 0,1 1 0,-1-1 0,1 0 0,0 1 0,0-1 0,1 1 0,-1 0 0,1 0 0,0 1 0,0-1 0,0 1 0,0-1 0,1 1 0,-1 1 0,1-1 0,0 1 0,4-2-1,4-1-354,-1 0 1,1 2-1,0-1 1,1 2-1,-1 0 1,0 0 0,1 1-1,-1 1 1,1 0-1,3 1 354,17 7-2782,-11 7-2123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4:24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0 12291,'0'0'2079,"0"0"109,0 0-579,0 0-960,0 0-446,26 6-103,5 0-62,-1 1 1,19 9-39,-46-15 11,1 1-1,-1-1 1,0 1-1,0 0 1,-1 0-1,1 0 0,0 1 1,-1-1-1,1 1 1,-1-1-1,0 1 1,0 0-1,0 0 1,0 0-1,0 0 1,-1 0-1,1 0 1,-1 0-1,0 1 1,0-1-1,0 0 1,0 3-11,0 4 111,0 0 1,-1 0-1,1 0 1,-2 0-1,0 0 0,0 0-111,0-5 93,0 3 38,-1 0 0,-1 0 0,0 0 0,0 0 0,0-1 0,-1 1 0,0-1 0,0 0 0,-1 0 0,0-1 0,0 1 0,-1-1 0,0 0 0,0-1 0,0 1 0,-1-1 0,1 0 0,-1-1-1,-5 2-130,2 1 109,-1-1-1,0-1 0,0 0 0,-1 0 0,1-1 0,-1-1 1,0 0-1,0 0 0,0-2 0,-1 1 0,1-1 0,-11-1-108,21-1 21,0 1 0,1-1 0,-1 0-1,1 1 1,-1-1 0,1 0 0,-1 0 0,1 0-1,-1 0 1,1 0 0,0 0 0,-1 0-1,1-1 1,0 1 0,0 0 0,0-1-1,0 1 1,0-1 0,1 1 0,-1-1-1,0 0 1,1 1 0,-1-1 0,1 0-1,-1 1 1,1-1 0,0 0 0,0 1-1,0-1 1,0 0 0,0-1-21,1-62 139,0 58-119,0-1-34,0 1 0,1-1 0,0 1 0,0-1-1,1 1 1,0 0 0,0 0 0,0 0 0,1 0-1,0 1 1,1-1 0,-1 1 0,1 0 0,1 1-1,-1-1 1,1 1 0,3-3 14,3-1-535,-1 2 0,1-1 1,1 1-1,-1 1 0,1 0 0,0 1 0,1 0 1,-1 1-1,3 0 535,27-4-5088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4:25.3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1 6281,'0'0'4525,"0"0"-2674,0 0-448,0 0-536,24 0-531,76 7-208,-98-7-124,0 1-1,-1-1 0,1 1 1,0-1-1,0 1 1,-1 0-1,1 0 0,0 0 1,-1 0-1,1 0 0,-1 0 1,1 0-1,-1 1 1,0-1-1,1 0 0,-1 1 1,0-1-1,0 1 0,0-1 1,0 1-1,0 0 1,0-1-1,-1 1 0,1 0 1,-1 0-1,1 0 0,-1-1 1,1 1-1,-1 0 1,0 0-1,0 0 0,0 0 1,0 0-4,0 3 29,-1 1-1,1-1 1,-1 0 0,0 1 0,-1-1 0,1 0-1,-1 0 1,0 0 0,0 1-29,-4 2 155,0 0 0,0 0-1,-1 0 1,1 0 0,-2-1 0,1 0 0,-1-1-1,0 0 1,0 0 0,-3 1-155,-5 3 205,0-1 0,-1 0 1,0-1-1,0-1 0,-4 0-205,18-6 223,10-2 397,10 0-549,-1-1-60,0 0 0,0 2 0,0 0-1,0 1 1,0 0 0,11 3-11,-23-3 22,0 0-1,0 1 1,0-1-1,-1 1 1,1 0 0,-1 0-1,1 0 1,-1 0 0,1 0-1,-1 1 1,0-1-1,0 1 1,-1 0 0,1 0-1,0 0 1,-1 1-1,0-1 1,0 0 0,0 1-1,0 0 1,0-1-1,-1 1 1,1 0 0,-1 0-1,0 0 1,-1 0-1,1 0 1,0 0 0,-1 3-22,0-3 132,0 0 1,0 0-1,0-1 1,0 1-1,-1 0 1,0 0-1,0 0 1,0 0-1,0-1 1,0 1-1,-1-1 1,0 1-1,1-1 1,-1 1-1,-1-1 1,-1 3-133,-1 0 189,0-1 1,-1 1-1,0-1 1,0 0-1,0-1 1,0 1 0,-1-1-1,-5 2-189,-2 1 128,0-1 1,0-1-1,0-1 0,-1 1 0,1-2 0,-1 0 1,0-1-1,0-1 0,-2 0-128,16-1-29,1-1 0,-1 1 1,1-1-1,0 1 0,-1-1 0,1 1 1,0-1-1,-1 0 0,1 1 1,0-1-1,0 1 0,-1-1 0,1 0 1,0 1-1,0-1 0,0 0 0,0 1 1,0-1-1,0 0 0,0 1 0,0-1 1,0 0-1,0 1 0,0-1 0,0 0 1,1 1-1,-1-1 0,0 1 0,0-1 1,1 0-1,-1 1 0,1-1 0,-1 1 29,9-24-1657,14 0-2436,3 0-1977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4:26.6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6 7818,'0'0'2087,"0"0"253,0 0-25,0 0-427,0 0-293,0 0-334,1-1-1220,-1 1 0,0 0-1,1-1 1,-1 1 0,0-1-1,1 1 1,-1 0 0,1 0-1,-1-1 1,1 1 0,-1 0 0,1 0-1,-1-1 1,1 1 0,-1 0-1,1 0 1,-1 0 0,1 0-1,0 0 1,-1 0 0,1 0 0,-1 0-1,1 0 1,-1 0 0,1 0-1,-1 0 1,1 1-41,1 1 62,-1 1 0,0-1-1,0 1 1,0 0 0,0 0 0,0 0-1,0 0 1,-1 0 0,0 0 0,1 0 0,-1 0-1,0 0 1,-1 2-62,2 4 241,1 67 826,-3 0 0,-3-1-1,-3 1 1,-4-1-1,-7 20-1066,15-74-542,3-22-2395,0-9 366,0-3-3412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4:27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 12579,'0'0'2576,"0"0"-623,0 0 319,0 0-752,0 0-599,147 3-305,-84-3-192,-3-3-184,-7-4-152,-9 2-88,-10 5-800,-10 0-1905,-13 0-2920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4:37.6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78 7258,'0'0'8697,"0"0"-7024,0 0 359,0 0-55,0 0-1057,0 0-488,0 0-64,105-57-88,-73 50-224,2 3 32,5-1-88,6 5-48,2-5-680,6 5-544,12 0-1097,-12 0-1720,-14 10-3120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7:26.9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365 0 11442,'0'0'1721,"0"0"-937,0 0 1817,-121 144-737,72-87-928,-1 4-440,5-2-184,6-7-216,10-10-40,11-9-56,7-11-256,8-20-1048,3-2-1529,0 0-2608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7:27.3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13003,'0'0'2024,"0"0"-808,0 0 1521,0 0-985,0 155-975,5-105-481,5-1-248,6-4-8,5-9-40,21-13-560,-5-11-2209,2-10-4713</inkml:trace>
  <inkml:trace contextRef="#ctx0" brushRef="#br0" timeOffset="1">389 230 14755,'0'0'2625,"0"0"-1633,0 0-208,0 0-272,0 0-512,136-12-1160,-104 5-1473,-11 2-6513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7:27.7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0 166 2833,'0'0'12410,"0"0"-9873,0 0-641,0 0-592,0 0-855,0 0-449,139-40-136,-55-8-1817,-13 6-2672,-16 7-6393</inkml:trace>
  <inkml:trace contextRef="#ctx0" brushRef="#br0" timeOffset="1">415 126 10354,'0'0'1945,"0"0"-593,0 0 456,0 0-863,0 0-473,0 0-128,168 92 184,-131-92 48,-9-17-112,-12 1-72,-13-6 96,-3 3-288,0 1-200,-24-4-248,-18-1-680,6 4-1312,1 5-2946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7:28.3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1 10666,'0'0'2385,"0"0"-1721,0 0-160,-18 127 504,7-77-624,1 4-240,-3-7-88,-3-7-56,-13-2-728,3-12-3081,0-12-4920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7:28.6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0 279 12803,'0'0'1864,"0"0"-592,0 0 761,0 0-1241,158 0-728,-32-9-64,-13-8-2104,-8-1-6930</inkml:trace>
  <inkml:trace contextRef="#ctx0" brushRef="#br0" timeOffset="1">1540 1 12843,'0'0'1872,"0"0"-1320,-65 127 1489,33-65-825,4-3-848,-1-3-344,0-11-24,-11-9-1480,9-15-1649,2-14-7513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7:29.0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10066,'0'0'5321,"0"0"-4240,0 0 1111,0 0-776,0 0-880,173 109-384,-123-76-152,16-5-560,-17-9-3377,-4-7-7777</inkml:trace>
  <inkml:trace contextRef="#ctx0" brushRef="#br0" timeOffset="1">761 69 14187,'0'0'2225,"0"0"-1625,0 0 1008,0 0-1088,147-26-520,-103 11-1912,-10 6-4490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7:29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59 11739,'0'0'1624,"0"0"-216,0 0 321,0 0-961,0 0-472,168-14-296,-105-7-936,-10-3-5146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7:29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33 12547,'0'0'1601,"0"0"-332,0 0 610,0 25-658,-1-2-1061,0 39 207,2 0 0,5 30-367,-3-63 39,-1-11-105,-1-41 181,-1-298 642,1 440 397,0 76-5248,-3-161-1361,-9-9-4582</inkml:trace>
  <inkml:trace contextRef="#ctx0" brushRef="#br0" timeOffset="1">0 465 8210,'0'0'1776,"0"0"-232,0 0 457,0 0-1113,0 0-584,137 0-304,-98 0-24,-5-4-4185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8:22.5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13499,'0'0'3113,"0"0"-1857,0 0 128,0 0-600,0 0-344,157-12-224,-115 2-112,-8 3-88,-7 3 16,-6-1-32,-8 2-664,-6 3-1048,-4 0-1385,-3 0-3056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8:22.9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71 10986,'0'0'2713,"0"0"216,0 0-129,0 0-895,0 0-665,0 0-608,0 0-328,89 2-200,-39-13-104,5-1-336,2 2-512,6 1-817,32-3-1055,-11 3-1897,-8-1-4721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8:23.2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3 521 9194,'0'0'2594,"0"0"-550,0 0-58,0 0-474,4-24-335,3-7-832,-2 3 1,0-1 0,-1 1 0,-2-1 0,-1-3-346,0-4 454,-1-109 935,-1 124-873,-2 0 0,0 0 0,-1 0 1,-1 1-1,-5-15-516,6 48 757,2 13-815,3 28 96,3-1 0,2 0 0,3-1 1,1 0-1,3 0 0,4 5-38,-4-15-21,-2 0-1,-2 0 1,-2 4 21,-2 29-3781,-13-73-2306,-12-2 3522,19 0 1594,-23 0-4772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8:23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0 7538,'-11'5'2960,"6"-3"-575,5 3 23,0-3-439,21-2-785,26 0-576,11 0-208,10 0-200,3 0-152,0 0-48,26 3-160,-21 2-2904,-8-5-8251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8:24.0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75 12171,'0'0'1873,"0"0"25,29-3 323,210-33 254,-165 24-2140,64-12 290,-213 30 48,21-3-373,-68 5-1196,-61-6 896,129-2-2895,34 0-3378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8:42.0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14075,'0'0'2329,"0"0"-1,0 0-560,0 0-1256,0 0-512,0 0-1352,0 0-4577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4:38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90 10114,'0'0'2226,"0"0"-362,0 0 437,0 0-913,0 0-552,-17 22 147,0-4-685,10-10-193,-1 0-1,1 0 1,1 0-1,0 1 0,0 0 1,0 1-1,1-1 1,1 1-1,0 0 1,0 0-1,1 0 0,0 0 1,1 1-1,0-1 1,0 5-105,1-4 143,0 1 1,1-1 0,0 1 0,1-1 0,1 1 0,-1-1 0,2 0-1,2 7-143,-3-13 31,0-1 0,0 0 0,0 0 0,1 0 0,0 0 0,0 0-1,0 0 1,0-1 0,1 1 0,-1-1 0,1 0 0,0 0 0,0 0 0,0-1-1,0 1 1,0-1 0,1 0 0,-1 0 0,1-1 0,-1 1 0,3 0-31,7 1 32,0 0 1,-1 0 0,1-1-1,0-1 1,0 0 0,0-1-1,0-1 1,0 0 0,0-1-1,0 0 1,0-1 0,-1-1-1,1 0 1,-1-1 0,6-3-33,-11 4 31,0 0 0,-1 0 1,0-1-1,0 0 1,0 0-1,-1-1 0,0 0 1,0 0-1,0 0 1,-1-1-1,0 0 0,0 0 1,-1 0-1,1-1 1,-2 0-1,1 1 0,-1-1 1,0 0-1,-1-1 1,0 1-1,0 0 0,-1-1 1,0 1-1,0-1 1,-1-6-32,-1 6 74,0 0 0,-1 0 0,1 0 0,-2 0 1,1 0-1,-1 0 0,-1 1 0,1-1 0,-2 1 0,1 0 1,-1 0-1,0 0 0,-1 1 0,0 0 0,0 0 0,0 0 1,-1 1-1,0 0 0,0 0 0,-4-2-74,-10-6 23,-1 0-1,0 1 1,0 2-1,-1 0 1,-1 2 0,-24-7-23,45 14-51,-1 1 0,1 0 1,-1 0-1,1 1 0,-1-1 0,0 1 1,1 0-1,-1 0 0,1 0 1,-1 0-1,-1 1 51,4-1-128,0 1 0,0-1-1,0 1 1,0-1 0,0 1-1,0 0 1,1 0 0,-1-1 0,0 1-1,0 0 1,1 0 0,-1 0-1,0 0 1,1 0 0,-1 0 0,1 0-1,-1 0 1,1 0 0,-1 0 0,1 0-1,0 0 1,0 0 0,-1 1-1,1-1 1,0 0 0,0 0 0,0 0-1,0 0 1,1 0 0,-1 1 0,0-1-1,0 0 129,3 23-5083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4:38.7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1 14891,'0'0'3137,"0"0"-1241,0 0 1065,-32 162-1577,14-110-872,-3 3-392,3-6-48,-1-9-56,-2-4-16,5-10-288,3-10-592,13-16-1424,0 0-3026,13-7-5992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4:39.0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27 12547,'0'0'2075,"0"0"-759,-7 21 914,-3 8-1496,3 0 0,0 0 0,-1 19-734,6-38 126,1 0 0,1 0 1,-1 0-1,2 0 0,-1 0 0,1-1 0,1 1 0,0 0 0,0 0 0,1-1 1,0 1-1,1-1 0,0 0 0,1 0 0,2 4-126,-1-5 26,1 0-1,0-1 1,0 1 0,1-2 0,0 1-1,0-1 1,0 0 0,1 0-1,0-1 1,0 0 0,0-1-1,1 0 1,0-1 0,-1 0 0,1 0-1,0-1 1,0 0 0,1-1-1,-1 0 1,0 0 0,1-1-1,-1-1 1,0 0 0,0 0 0,0-1-1,8-2-25,-14 2 14,0 0 0,1 0 0,-1-1 0,0 1 0,0-1 0,0 0 0,0 0 0,-1-1 0,1 1 0,-1-1 0,0 0 0,0 1 0,0-2 0,-1 1 0,1 0 0,-1 0 0,0-1 0,0 1 0,0-1 0,-1 1-1,0-1 1,0 0 0,0 0 0,0-2-14,0-3 99,0 1-1,0-1 0,-1 0 0,0 0 0,-1 1 1,0-1-1,0 0 0,-1 1 0,-1-1 0,1 1 1,-2 0-1,0-3-98,-4-2 154,0 1-1,-1 0 1,0 0 0,-1 1-1,0 0 1,-1 1 0,-12-10-154,0 2 111,-1 0-1,0 2 1,-21-10-111,15 14-328,17 12-3205,12 1-2383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4:41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95 6793,'0'0'3743,"0"0"-1215,0 0-169,0 0-144,0 0-285,0 0-431,5-4-595,11-7-701,0 2-1,1 0 1,0 1-1,0 1 0,1 1 1,13-4-203,52-20 154,-83 30-152,0 0 0,1 0 0,-1 0 0,0 0 1,1 0-1,-1 0 0,1 0 0,-1 0 0,0 0 1,1 1-1,-1-1 0,0 0 0,1 0 0,-1 0 0,0 1 1,1-1-1,-1 0 0,0 0 0,1 1 0,-1-1 1,0 0-1,0 1 0,0-1 0,1 0 0,-1 1 1,0-1-1,0 0 0,0 1 0,0-1 0,1 0 1,-1 1-1,0-1 0,0 1 0,0-1 0,0 0 0,0 1 1,0-1-1,0 0 0,0 1 0,0-1 0,0 1 1,0-1-1,-1 0 0,1 1-2,1 27 85,-2-21-17,-2 79 1291,-8 31-1359,2-30 468,3 35-468,7-121-73,-1 0 1,0-1-1,0 1 1,0 0-1,1 0 0,-1 0 1,0 0-1,1-1 1,-1 1-1,1 0 0,-1 0 1,1-1-1,-1 1 1,1 0-1,-1-1 0,1 1 1,0-1-1,-1 1 0,1-1 1,0 1-1,0-1 1,-1 1-1,1-1 0,0 0 1,0 1-1,0-1 1,-1 0-1,1 0 0,0 1 1,0-1-1,0 0 0,0 0 1,0 0-1,-1 0 1,1 0-1,0 0 0,0-1 1,0 1-1,0 0 1,0 0-1,-1-1 0,1 1 1,0 0-1,0-1 73,10 1-1826,11 0-3678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4:41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11042,'0'0'2233,"0"0"-1089,0 0 800,0 0-751,0 0-529,0 0-288,149 7-176,-99-7-184,2 0-16,14 0-1360,-11-3-2937,-10-11-6161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4:41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58 4889,'0'0'7678,"0"0"-4314,0 0-758,0 0-635,0 0-1126,0 0-525,24-9-154,81-27-40,-98 33-105,0 1-1,0 0 1,-1 0 0,1 1 0,1 0 0,-1 0-1,0 0 1,0 1 0,0 0 0,0 1 0,0-1-1,0 1 1,0 1 0,0-1 0,0 1 0,0 1-1,2 0-20,-5 0 27,0 1-1,0-1 0,-1 1 0,1 0 0,-1 0 1,0 0-1,0 0 0,0 0 0,0 1 0,-1-1 1,0 1-1,0 0 0,0-1 0,0 1 0,-1 0 0,0 0 1,0 1-1,0-1 0,-1 0 0,0 0-26,5 64 442,-3 0-1,-3 1 1,-4-1 0,-11 60-442,15-122 10,0 19-68,1-25-322,0-14-2380,0-9-1783,0-2-2845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4:42.1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13315,'0'0'2056,"0"0"-471,0 0 447,134 3-1088,-61-3-624,1 0-216,2 0-104,-18 0-680,-17-3-4193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29:02.0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3940 313 8666,'0'0'1241,"0"0"-307,0 0 386,0 0-163,0 0-607,-24-12-200,-81-40 168,70 37-239,-1 1 0,-1 2-1,0 2 1,-1 1 0,0 2-1,-12 0-278,-1-1 144,-617-72 693,4 39-404,330 22-246,251 14-160,-333-15 171,267 19 260,-115 15-458,197-6 108,1 3-1,1 2 1,0 4 0,1 2-1,0 4 1,2 2-1,-24 15-107,62-27 46,2 2 0,0 0 0,1 2 0,1 0 0,0 1 0,1 1 0,1 1-1,1 1 1,1 0 0,1 1 0,0 0 0,2 2 0,1-1 0,0 3-46,-7 19 27,2 2 1,1 0 0,3 0 0,2 1 0,2 1 0,2 0 0,2 3-28,-1 9 38,4 1 1,1 0-1,4-1 1,2 0-1,10 44-38,-10-82 29,1 1 0,1-1 0,1 0 0,1-1 0,1 0 0,1 0 0,1-1 0,1 0 0,1-1 0,0-1 0,2 0 0,0-1 0,1-1 0,1-1 0,0 0 0,4 1-29,27 14 74,0-2 1,2-3-1,1-2 0,1-2 0,1-3 1,43 10-75,95 22 383,1-9-1,19-5-382,402 40 920,-580-73-881,413 36 394,319-16-433,-632-26 77,96-17-77,-159 9 14,-1-3-1,-1-4 1,67-24-14,-109 32 2,-2-1 1,1-2-1,-2 0 0,1-1 1,-2-2-1,0-1 1,0 0-1,-2-2 0,0 0 1,-1-2-1,-1 0 1,-1-1-1,-1-1 1,-1 0-1,0-1 0,8-20-2,6-14 30,-2-1-1,-2-2 1,-4-1-1,-2 0 1,-2-2-1,-4 0 1,-2-1-1,-3 0 1,-1-33-30,-6 72 44,-2 1 0,-1-1 0,-1 0 0,-1 1-1,-1 0 1,-1-1 0,-1 2 0,-1-1 0,-1 1 0,-1 0 0,-2 0 0,0 1 0,-1 1 0,-1 0 0,-1 0 0,0 2 0,-14-14-44,-10-7 5,-3 1 1,-1 3 0,-1 1-1,-2 2 1,-2 2 0,0 2-1,-2 2 1,-1 2 0,-1 3-1,-16-3-5,-40-12-466,-2 5 0,-1 6 0,-2 4 1,-44-1 465,-123-2-3280,16 19-3429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12:52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103 130 12379,'0'0'1547,"0"0"-284,0 0 846,0 0-304,0 0-264,0 0-8,4-13-345,-1 5-1002,11-25 219,-14 33-402,0 0 0,0 0 0,0 0 0,0-1-1,0 1 1,0 0 0,0 0 0,0 0 0,0 0 0,0 0 0,0 0-1,0-1 1,0 1 0,0 0 0,0 0 0,0 0 0,0 0 0,1 0 0,-1 0-1,0 0 1,0 0 0,0-1 0,0 1 0,0 0 0,0 0 0,0 0 0,0 0-1,1 0 1,-1 0 0,0 0 0,0 0 0,0 0 0,0 0 0,0 0 0,1 0-1,-1 0 1,0 0 0,0 0 0,0 0 0,0 0 0,0 0 0,0 0 0,1 0-1,-1 0 1,0 0 0,0 0 0,0 0 0,0 0 0,0 0 0,0 0-1,1 1 1,-1-1 0,0 0 0,0 0 0,0 0 0,0 0 0,0 0 0,0 0-3,2 21 174,-5 37 269,-3-1-1,-3-1 1,-2 0-1,-18 52-442,5-15 424,2 10-424,9-1-132,4 1 0,4 49 132,25-672-3617,-18 489 3627,2 0 0,1 0 0,1 1 0,2-1 0,1 1 0,8-18-10,-11 34 34,1 0 0,0 0 1,1 1-1,1 0 0,0 1 1,1 0-1,0 0 0,1 1 1,0 0-1,0 1 0,1 0 1,1 1-1,0 0 0,4-1-34,1 0 76,1 2 0,0 0 0,0 1 0,0 1 0,1 1 0,0 1 0,0 0 0,1 2 0,-1 0 0,0 1 0,1 1 0,2 1-76,-17 0 25,0 0 0,-1 0 0,1 0-1,0 1 1,-1 0 0,0 0-1,1 0 1,-1 0 0,0 1-1,0 0 1,0 0 0,-1 0-1,1 1 1,-1 0 0,1 0-1,-1 0 1,-1 0 0,1 0 0,0 1-1,-1 0 1,0 0 0,0 0-1,-1 0 1,1 0 0,-1 0-1,0 1 1,-1-1 0,1 1-1,-1 1-24,1 0 44,-1 1-1,1 0 0,-2-1 0,1 1 1,-1 0-1,-1-1 0,1 1 1,-1 0-1,0-1 0,-1 1 0,0-1 1,0 1-1,-1-1 0,0 0 0,0 0 1,0 0-1,-1 0 0,0-1 0,-1 1 1,1-1-1,-5 5-43,-11 6 59,-1-1 0,0-1 0,-1-1 0,0-1 0,-1 0 1,-1-2-1,0-1 0,0-1 0,-1 0 0,0-2 0,-1-2 0,-25 4-59,47-8-136,1-1 0,-1 0 0,1 0 0,0 0 0,-1 0 0,1 0-1,-1 0 1,1-1 0,0 0 0,-2 0 136,5 1-101,0 0 0,-1 0 0,1-1-1,0 1 1,0 0 0,0 0 0,-1 0 0,1 0 0,0-1-1,0 1 1,0 0 0,-1 0 0,1-1 0,0 1 0,0 0-1,0 0 1,0-1 0,0 1 0,0 0 0,0 0 0,0-1-1,-1 1 1,1 0 0,0-1 0,0 1 0,0 0 0,0 0-1,0-1 1,1 1 0,-1 0 0,0-1 0,0 1 0,0 0-1,0 0 1,0-1 0,0 1 0,0 0 101,16-17-4866,9-1-2766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12:53.6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14443,'0'0'2107,"0"0"-397,0 30 2,0 203 1068,0 332 164,0-564-2850,0-1 62,0-4 276,1-230 292,1 224-723,-1 0 1,2 0-1,-1 0 1,2 1-1,-1-1 1,1 1 0,0 0-1,1 0 1,0 0-1,1 1 1,0-1-1,0 1 1,0 1-1,1-1 1,1 1-1,-1 1 1,1-1 0,0 1-1,0 0 1,1 1-1,3-1-1,11-8-1,0 2 0,1 1 0,1 2 0,0 0 0,0 1 0,0 1 0,17-1 1,-30 6-14,0 0-1,0 1 1,0 0 0,0 1-1,0 0 1,0 1 0,0 0 0,10 3 14,-18-3-3,0 0 0,0 1 1,0 0-1,0 0 0,-1 0 1,1 0-1,0 0 1,-1 1-1,0 0 0,1 0 1,-1 0-1,0 0 0,0 0 1,-1 0-1,1 1 1,-1 0-1,0-1 0,0 1 1,0 0-1,0 0 1,0 0-1,-1 0 0,0 0 1,0 0-1,0 3 3,2 4-5,-1 0-1,0 1 1,-1-1-1,-1 0 1,0 0-1,0 1 1,-1-1-1,0 0 1,-1 0-1,-1 3 6,0-6 5,0 0 0,0-1 0,0 1 0,-1-1 0,0 0 1,-1 0-1,0 0 0,0-1 0,0 1 0,0-1 0,-1-1 0,0 1 0,-1-1 0,-3 3-5,-7 3 39,0 0 0,0-1 0,-1-1 1,0-1-1,-1-1 0,0 0 0,0-1 0,0-1 0,-1-1 0,1 0 0,-1-2 1,0 0-1,0-2 0,0 0 0,-6-1-39,24 1-39,1-1 1,0 1-1,-1 0 1,1 0-1,0-1 1,0 1-1,-1-1 1,1 1-1,0-1 1,0 1-1,0-1 1,-1 0-1,1 0 1,0 1-1,0-1 1,0 0-1,0 0 1,1 0-1,-1 0 0,0 0 1,0 0-1,0-1 1,1 1-1,-1 0 1,1 0-1,-1 0 1,1-1-1,-1 1 1,1 0-1,0-1 1,0 1-1,-1 0 1,1 0-1,0-1 1,0 1-1,0 0 1,1-1-1,-1 1 39,0-3-374,1 0 1,0 0-1,0 0 0,0 1 1,1-1-1,-1 0 0,1 1 1,0-1-1,0 1 0,0 0 1,1 0-1,1-3 374,24-22-5975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12:53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14755,'0'0'2617,"0"0"-705,0 0 273,0 0-625,32 144-408,-27-96-448,0-6-272,1-2-312,2-9 8,2-5-112,-2-7 32,0-5-48,0-2 0,0-5-384,15-7-600,-4 0-1320,4 0-3562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12:54.3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12187,'0'0'1899,"0"0"-759,0 0 539,2 23 157,27 184 1689,-3-74-1689,-25-154-1825,0 0 0,1 0 0,1 0 0,1 0 0,1 1 0,1 0 0,4-7-11,-7 18 2,0 1 1,1-1-1,0 1 0,1 0 1,-1 0-1,2 1 0,-1-1 1,1 1-1,0 0 0,1 1 1,-1 0-1,1 0 0,0 0 1,1 1-1,0 0 0,0 0 1,0 1-1,2-1-2,-6 3 4,1 0 0,-1 1-1,0-1 1,1 1 0,-1 0-1,1 0 1,0 1 0,-1 0-1,1 0 1,-1 0 0,1 0-1,0 0 1,-1 1 0,1 0 0,-1 0-1,1 0 1,-1 1 0,0-1-1,1 1 1,0 1-4,0 1 13,0 0-1,0 0 1,-1 0-1,1 0 1,-1 1-1,0 0 1,0 0-1,-1 0 1,1 0-1,-1 0 1,-1 1-1,1 0 1,1 3-13,4 16 40,-1 1 0,-1 0 0,-1 0 0,-2 0 0,0 1 1,-2 9-41,0-21-48,-1 4-86,2-1 1,0 1 0,0-1-1,3 4 134,2-9-1847,4-11-5560,-3-2-1895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12:54.7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4 124 13339,'0'0'1911,"0"0"-339,0 0 351,0 0-414,-1 24-580,-1 79-350,2-98-540,0 0 1,0 0-1,0 0 0,1 0 1,0 0-1,0 0 0,0 0 0,1 0 1,0-1-1,0 1 0,0-1 1,0 1-1,1-1 0,0 0 1,-1 0-1,2 0 0,-1 0 0,0 0 1,1-1-1,0 1 0,-1-1 1,1 0-1,1 0 0,-1-1 1,0 1-1,1-1 0,-1 0 0,3 1-39,8 1 83,0 0-1,0-1 1,0 0-1,0-1 1,1-1-1,-1 0 1,7-2-83,-15 1 15,0 0 1,0-1 0,-1-1 0,1 1 0,-1-1-1,1 0 1,-1 0 0,1-1 0,-1 1 0,0-2-1,0 1 1,-1-1 0,1 1 0,-1-2 0,0 1-1,1-1 1,-2 1 0,1-1 0,-1-1 0,0 1-1,0 0 1,0-1 0,-1 0 0,2-4-16,0 0 85,0 0 0,-1 0 0,-1 0 0,0-1 1,0 0-1,-1 1 0,0-1 0,-1 0 0,0 0 0,-1 0 0,0 0 1,-1 0-1,0 0 0,-1 0 0,-1-3-85,1 8 35,0 0 0,-1 0 1,0 0-1,-1 0 0,1 1 0,-1-1 0,0 1 0,0 0 1,-1 0-1,1 0 0,-1 0 0,0 1 0,-1 0 0,1 0 1,-1 1-1,1-1 0,-1 1 0,0 0 0,0 1 1,-7-3-36,0 1-52,0 0 0,-1 0 0,1 1 0,-1 1 0,0 0 0,0 1 0,0 0 0,1 2 0,-12 0 52,23 0-209,-1-1 0,1 0 0,0 1 0,-1 0 0,1-1-1,0 1 1,0 0 0,0 0 0,-1 0 0,1 0 0,0 1 0,0-1 0,1 1 0,-1-1 0,0 1 0,0 0-1,1-1 1,-1 1 0,0 2 209,-7 13-5268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12:55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70 12243,'0'0'3776,"0"0"-2445,0 0 66,-7 25 128,-19 83-343,24-98-989,0 0 1,0 0-1,1 1 1,1-1-1,0 0 1,0 0-1,1 5-193,0-11 46,0 0 0,0-1 0,0 1 0,0 0 0,1-1 0,-1 1 0,1-1 0,0 1 0,0-1 0,0 0 0,1 0 0,-1 0 0,1 0 0,0 0 0,0-1-46,4-35 999,-1-4-906,2 1 0,2 0-1,8-19-92,-15 45 9,1 0-1,0 1 0,1-1 0,0 1 1,0 0-1,1 0 0,1 1 0,-1-1 0,1 2 1,0-1-1,1 1 0,0 0 0,0 0 1,8-4-9,-12 9-2,-1 0 1,1 0-1,0 0 1,0 1-1,0 0 0,0-1 1,0 1-1,0 1 1,0-1-1,0 1 1,1-1-1,-1 1 1,0 1-1,0-1 1,0 0-1,0 1 1,0 0-1,0 0 0,3 1 2,-1 1-1,-1 0-1,0 0 1,1 0-1,-2 1 1,1-1-1,0 1 1,-1 0-1,1 1 1,-1-1-1,-1 1 1,1 0-1,2 3 2,3 8-1,-1 0-1,0 0 0,-1 1 1,0 0-1,-2 0 1,0 1-1,-1-1 1,2 13 1,-3 74 280,-2-119-268,1 1 0,1-1 0,0 1 0,0-1 0,2 1 0,0 0 0,0 1-1,2-1 1,-1 1 0,2 0 0,-1 1 0,7-8-12,-8 12 9,1 0-1,0 1 0,0 0 0,0 0 0,1 0 1,0 1-1,0 0 0,1 0 0,1 1-8,-5 2 2,0 1 0,1-1 1,-1 1-1,1 1 0,-1-1 0,1 1 0,0 0 0,-1 0 0,1 1 0,0 0 1,0 0-1,0 0 0,-1 1 0,1-1 0,5 2-2,-7 0 2,1 1-1,0-1 1,-1 1-1,0 0 1,1 0 0,-1 0-1,0 0 1,0 1-1,-1-1 1,1 1-1,-1 0 1,0 0 0,0 1-1,0-1 1,-1 1-1,1-1 1,-1 1-1,0 0 1,0 1-2,8 19 10,-1 0 1,-2 1-1,0 2-10,-6-25 0,5 28-79,5 14-93,-2-18-3697,-4-21-1405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12:55.6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1 13531,'0'0'1920,"0"0"1057,0 0-1089,0 0-1280,0 0 769,-48 146-201,43-61-248,5 9-160,0 1-416,21-1-232,5-9-72,-2-7-40,0-12-8,-9-7-216,-1-9-816,-1-5-1320,-3-10-3370,1-14-9625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12:58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63 290 12643,'0'0'1415,"0"0"-667,0 0 140,0 0-312,16-21-284,109-144 428,-116 154-89,-1 0 0,0-1 0,-1 0 0,0 0-1,0-1 1,-2 0 0,3-6-631,-9 29 212,0 0 0,1 0 0,0 0 0,0 1-1,1 0-211,1 40 17,-25 261 174,23-302-182,0 0-1,-1 0 1,0 0-1,-1-1 1,0 1 0,0 0-1,-3 5-8,4-13-3,-1 1-1,1-1 1,-1 1-1,0-1 1,1 1-1,-1-1 1,0 0-1,0 0 1,-1 0-1,1 0 1,0 0-1,-1-1 1,1 1-1,-1-1 1,0 1-1,1-1 1,-1 0-1,0 0 1,0 0-1,1 0 1,-1-1-1,0 1 1,0-1-1,0 0 1,0 0-1,-1 0 4,-13 1 7,-61 0 26,73-1-18,0-1 0,0 0-1,0 0 1,0 0 0,0 0-1,1-1 1,-1 0 0,0 0-1,1 0 1,-1 0 0,1-1-1,0 0 1,-2-1-15,5 2 73,1 2-27,0 0 74,32 0 408,22 0-447,47 0-2548,-34-5-4339,-30 0-1149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12:59.5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24 1616,'0'0'8834,"0"0"-5848,0 0-1492,0 0-343,26-6-474,78-11-302,-102 17-366,1-1 0,-1 1 0,0 0 0,0 0 0,0 0 1,0 0-1,0 1 0,0-1 0,0 0 0,0 1 0,0-1 0,0 1 0,0 0 0,-1 0 0,1 0 0,0 0 1,0 0-1,-1 0 0,1 0 0,0 0 0,-1 1 0,1-1 0,-1 1 0,0-1 0,1 1 0,-1-1 0,0 1 1,0 0-10,1 3 22,-1-1 0,1 0 1,-1 1-1,-1-1 1,1 0-1,0 1 1,-1-1-1,0 1 1,0 1-23,0 1 76,0-1-11,0 0 0,0 0-1,-1 0 1,1 0 0,-1 0 0,-1 0-1,1 0 1,-1 0 0,0-1-1,0 1 1,-1-1 0,1 1-1,-1-1 1,0 0 0,-1 0-1,1 0 1,-3 1-65,-3 3 81,-1 0 0,-1 0 0,0-1 0,0-1-1,0 0 1,-1 0 0,-3 0-81,6-3 42,-16 8 33,26-12-75,-1 0 0,0 0 1,0 0-1,0 0 0,1 0 0,-1 0 0,0 0 0,0 0 0,0 0 1,1 0-1,-1 0 0,0 0 0,0 0 0,0 1 0,1-1 0,-1 0 1,0 0-1,0 0 0,0 0 0,0 0 0,1 0 0,-1 1 0,0-1 1,0 0-1,0 0 0,0 0 0,0 1 0,0-1 0,1 0 1,-1 0-1,0 0 0,0 0 0,0 1 0,0-1 0,0 0 0,0 0 1,0 1-1,0-1 0,0 0 0,0 0 0,0 0 0,0 1 0,0-1 1,0 0-1,0 0 0,0 0 0,0 1 0,0-1 0,0 0 0,-1 0 1,1 0-1,0 1 0,0-1 0,0 0 0,0 0 0,0 0 0,0 0 1,-1 1-2,12 0-14,-1 1 0,0 0-1,0 1 1,0 0-1,0 1 1,0 0-1,-1 1 1,0 0-1,0 0 1,0 1-1,1 1 16,-5-3-2,0 0 1,0 0-1,-1 1 1,1 0-1,-1 0 0,-1 0 1,1 0-1,-1 0 0,1 1 1,-2 0-1,1 0 1,-1 0-1,1 0 0,-2 0 1,1 0-1,-1 0 0,0 0 1,0 1-1,0 0 2,-1-2 88,0 0 1,0 0-1,0 0 0,0 0 0,-1 0 0,1 0 0,-1-1 1,-1 1-1,1 0 0,-1-1 0,1 1 0,-3 3-88,2-5 123,-1-1-1,1 1 0,-1 0 1,1-1-1,-1 0 0,0 1 1,0-1-1,0 0 0,0-1 1,0 1-1,0 0 0,0-1 1,-1 0-1,1 0 0,-1 0 1,1 0-1,-4 0-122,-7 2 150,-1 0 0,1-1-1,-1-1 1,0-1 0,0 0 0,1 0-1,-1-2 1,-14-2-150,25 3-39,0 0-1,0 0 1,0 0-1,0-1 0,0 1 1,0-1-1,0 0 1,1 0-1,-1-1 1,1 1-1,-1-1 0,1 0 1,0 1-1,0-2 1,0 1-1,0 0 1,1 0-1,-1-1 0,1 1 1,0-1-1,0 0 1,0 0-1,1 0 1,-1 0-1,1 0 0,0 0 1,0 0-1,0 0 1,1 0-1,0-1 1,-1 1-1,2-2 40,-1 3-173,0 1 0,1 0 0,-1-1 0,1 1 0,-1 0 0,1 0 0,0-1 0,0 1 0,0 0 0,0 0 0,1 0 1,-1 0-1,0 0 0,1 0 0,0 0 0,-1 1 0,1-1 0,0 0 173,40-27-4046,-28 20 1594,25-15-5318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13:00.2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46 10986,'0'0'2382,"0"0"-381,0 0-80,24-3-660,176-18-61,-172 19-790,-24-1 394,-17-1-328,-7 0-450,0 0 1,0 2-1,0 0 1,0 1-1,0 1 1,0 1-1,-1 1 1,-8 3-27,26-5 2,0 1-1,0 1 1,0-1 0,1 0 0,-1 1 0,0-1 0,1 1 0,-1 0 0,1 0 0,0 0-1,0 0 1,0 0 0,0 1 0,0-1 0,0 0 0,0 1 0,1 0 0,-1-1 0,1 1 0,0 0-1,0 0 1,0 0 0,0-1 0,0 1 0,1 0 0,-1 0 0,1 0 0,0 0 0,0 0-1,0 1 1,0-1 0,1 0 0,-1 0 0,1 0 0,0-1 0,0 1 0,0 0 0,0 0 0,0 0-1,0-1 1,1 1 0,-1 0 0,1-1 0,0 1 0,0-1 0,0 0 0,0 0 0,0 0-1,1 0 1,1 1-2,17 11 5,-2-3 6,0 1-1,-1 1 1,-1 0-1,0 2 0,2 3-10,-14-13 3,0 1-1,0 1 0,-1-1 0,0 1 0,0 0 1,-1 0-1,1 0 0,-2 0 0,1 0 0,-1 1 0,0-1 1,0 1-1,-1 0 0,0-1 0,-1 1 0,1 6-2,-1-11 11,0 0 0,0 0 0,0-1 0,0 1-1,-1 0 1,1 0 0,-1-1 0,0 1-1,1 0 1,-1-1 0,0 1 0,-1-1 0,1 1-1,0-1 1,-1 1 0,1-1 0,-1 0 0,0 0-1,-1 2-10,-1-1 102,0-1 0,0 0-1,0 0 1,0 0-1,-1-1 1,1 1 0,0-1-1,-1 0 1,1 0-1,-1-1 1,1 1 0,-3-1-102,-8 2 83,-1 0 1,1-1 0,-1-1 0,0-1 0,1 0 0,-1-1-1,1-1 1,-1 0 0,1-1 0,0 0 0,0-2 0,1 1-1,0-2 1,-8-4-84,13 6-721,1-1-2533,20 5-744,5 1-1208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13:05.6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52 102 8482,'0'0'3678,"0"0"-1356,0 0-714,0 0-645,0 0-398,0 0-151,0 0-81,-7-6 2920,-17-19-2516,24 24-715,-1 0 0,1 0 0,0 0-1,0 0 1,0 0 0,0-1 0,0 1-1,0 0 1,0 0 0,0 0 0,0 0-1,0 0 1,1 0 0,-1 0-1,0-1 1,1 1 0,-1 0 0,1 0-1,-1 0 1,1 0 0,-1 0 0,1 1-1,0-1 1,0 0 0,-1 0 0,1 0-1,0 1 1,0-1 0,0 0-1,0 1 1,0-1 0,0 0 0,0 1-1,1-1-21,40-2 361,-28 3-395,-13 0 34,-1 0 1,1 0-1,0 1 0,-1-1 0,1 0 1,0 0-1,-1 0 0,1 0 0,0 1 1,-1-1-1,1 0 0,-1 0 0,1 1 1,0-1-1,-1 0 0,1 1 0,-1-1 1,1 1-1,-1-1 0,0 1 0,1-1 1,-1 1-1,1-1 0,-1 1 1,0-1-1,1 1 0,-1 0 0,0-1 1,0 1-1,1-1 0,-1 1 0,0 0 1,0-1-1,0 1 0,0 0 0,0-1 1,0 1-1,0 0 0,0-1 0,0 1 1,0 0-1,0-1 0,-1 1 1,1 0-1,0-1 0,0 1 0,-1 0 0,1 0 13,-1 1 0,1 0-1,-1-1 1,1 1 0,-1 0-1,0-1 1,0 1 0,0-1-1,0 1 1,0-1-1,0 0 1,0 1 0,-1-1-1,1 0 1,0 0 0,-1 0-1,1 0 1,-1 0-13,-8 3 79,0-1-1,0-1 0,0 0 1,-1 0-1,1-1 1,-6 0-79,15-1 7,1-1 1,-1 0 0,1 1-1,-1-1 1,1 0-1,0 1 1,-1-1-1,1 0 1,0 0 0,-1 1-1,1-1 1,0 0-1,0 0 1,0 1 0,-1-1-1,1 0 1,0 0-1,0 0 1,0 0-1,0 1 1,1-1 0,-1 0-1,0 0 1,0 0-1,0 1 1,1-1 0,-1 0-1,1 0-7,8-26 36,-7 25-32,1 0-1,-1 0 1,1 0 0,0 0 0,0 0 0,-1 1 0,1-1-1,1 1 1,-1 0 0,0 0 0,0 0 0,0 0-1,0 1 1,1-1 0,-1 1-4,-2 0-1,0 0 0,1 0 0,-1 0 0,0-1 0,0 2 0,0-1 0,0 0 0,0 0 0,1 0 0,-1 0 0,0 1 0,0-1 0,0 0 0,0 1 0,0-1 0,0 1 0,0 0 0,0-1 0,0 1 0,0 0 0,0-1 0,0 1 0,0 0 0,-1 0 0,1 0 0,0 0 0,-1 0 0,1 0 0,0 0 0,-1 0 0,1 0 0,-1 0 0,0 0 0,1 0 0,-1 0 0,0 0 0,0 0 0,1 0 0,-1 1 0,0-1 0,0 0 1,0 2 3,0-1 0,0 0 0,0 0 0,0 1 0,0-1 0,-1 0 0,1 1 0,-1-1 1,0 0-1,1 0 0,-1 0 0,0 0 0,0 0 0,0 0 0,0 0 0,-1 0 0,1 0 0,-1 0 0,1 0 0,-1-1 0,0 1-3,-1 0 12,0-1 0,0 1-1,-1-1 1,1 0 0,-1 1-1,1-2 1,-1 1 0,1 0-1,-1-1 1,0 1 0,1-1-1,-1 0 1,-1-1-12,4 1 7,-1 0 0,1 0 0,0 0 1,-1-1-1,1 1 0,0 0 0,0-1 0,0 1 1,-1-1-1,1 1 0,0-1 0,0 0 0,0 0 0,0 1 1,0-1-1,0 0 0,0 0 0,0 0 0,0 0 1,1 0-1,-1 0 0,0 0 0,1 0 0,-1 0 0,0-1 1,1 1-1,0 0 0,-1 0 0,1 0 0,0-1 0,-1 1 1,1 0-1,0-1 0,0 1 0,0 0 0,0 0 1,0-1-1,0 1 0,1 0 0,-1-1 0,0 1 0,1 0 1,-1 0-1,1 0 0,-1-1-7,1-2 2,0 1 0,0-1 0,0 0-1,1 1 1,-1-1 0,1 0 0,0 1 0,0 0 0,0-1-1,0 1 1,1 0 0,-1 0 0,1 1 0,0-1 0,2-2-2,1 2-4,1 1 1,-1 0 0,0 0 0,1 0 0,-1 1 0,1 0 0,-1 1-1,4-1 4,-8 1-2,0 0 0,-1 0 0,1 0 0,0 0 0,0 1 1,0-1-1,-1 0 0,1 1 0,0-1 0,0 1 0,-1 0 0,1 0 0,-1 0 0,2 0 2,-2 0 1,0 0 1,-1 0-1,1-1 0,-1 1 1,1 0-1,-1 0 1,1 0-1,-1 0 0,0 0 1,1 0-1,-1 0 1,0 0-1,0 0 1,0 0-1,0 0 0,0 0 1,0 0-1,0 0 1,0 0-1,0 0 0,0 0 1,0 0-1,-1 0 1,1 0-1,0 0 1,-1-1-1,1 1 0,-1 0-1,0 1 24,1-1-1,-1 0 0,0 0 1,0 0-1,0 0 1,0 0-1,-1 0 0,1 0 1,0 0-1,0-1 1,-1 1-1,1 0 0,0-1 1,-1 1-1,1-1 0,0 1 1,-1-1-1,1 0 1,-1 0-1,1 0 0,0 1 1,-1-1-24,-37 1 192,31-1-153,8 0-122,0-1 0,0 1 1,-1 0-1,1-1 0,0 1 0,0 0 1,-1-1-1,1 1 0,0 0 0,0-1 1,0 1-1,0-1 0,-1 1 0,1 0 1,0-1-1,0 1 0,0-1 0,0 1 1,0 0-1,0-1 0,0 1 0,0-1 1,0 1-1,0 0 0,1-1 0,-1 1 1,0-1-1,0 1 0,0 0 1,0-1-1,1 1 0,-1-1 0,0 1 1,0 0-1,1-1 0,-1 1 0,0 0 1,0 0-1,1-1 0,-1 1 0,0 0 1,1 0-1,-1-1 0,0 1 0,1 0 83,18-5-5486,6 0-3261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13:06.4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318 121 10426,'0'0'1871,"0"0"-210,0 0 99,0 0-613,0 0-468,0 0-211,-8-5 119,-78-37 1836,84 42-2354,1-1 0,0 0 0,0 1 1,0-1-1,-1 0 0,1 0 0,0 0 1,0 0-1,0 0 0,0 0 0,0 0 0,0 0 1,1 0-1,-1-1 0,0 1 0,1 0 1,-1 0-1,0-1 0,1 1 0,0-1 0,-1 1 1,1 0-1,0-1 0,0 1 0,0-1 0,-1 1 1,2 0-1,-1-1 0,0 1 0,0-1-69,1 1 30,-1 0 0,1 0-1,0 0 1,0 0 0,-1 0-1,1 0 1,0 0 0,0 0-1,0 1 1,0-1 0,0 0-1,0 0 1,0 1 0,1-1-1,-1 1 1,0-1 0,0 1-1,0 0 1,1-1 0,-1 1-1,0 0 1,0 0 0,1 0-1,-1 0 1,0 0 0,0 0-1,1 0 1,-1 0-1,0 0 1,0 1 0,1-1-1,-1 0 1,1 1-30,-1 0 12,0 0-1,0 1 1,0-1 0,-1 0-1,1 0 1,0 1 0,-1-1-1,1 1 1,0-1 0,-1 0-1,0 1 1,1-1 0,-1 1-1,0-1 1,0 1 0,0-1-1,0 1 1,0-1 0,0 1-1,0-1 1,0 1 0,0-1-1,-1 1 1,1-1 0,-1 1-1,1-1 1,-1 1 0,0-1-1,0 0 1,1 1 0,-1-1-1,0 0 1,0 0 0,0 0-1,0 0 1,0 0 0,0 0-1,-1 0 1,1 0-12,-3 0 63,0 0 0,0 0 1,0-1-1,0 0 0,-1 0 1,1 0-1,0 0 0,0-1 1,0 1-1,0-1 0,0 0 0,-3-1-63,6 1 14,-1 0-1,1 0 1,0-1-1,0 1 1,-1 0-1,1 0 1,0-1-1,0 1 1,0-1-1,1 1 1,-1-1-1,0 1 1,1-1-1,-1 0 1,0 1-1,1-1 1,0 0-1,-1 1 1,1-1-1,0 0 1,0 1-1,0-1 1,0 0-1,0 0 1,1 1-1,-1-1 1,0 0-1,1 1 1,-1-1-1,2-1-13,-2 2 3,1-1 0,0 0 0,0 0 0,1 1 0,-1-1 0,0 1-1,0-1 1,1 1 0,-1 0 0,1-1 0,-1 1 0,1 0 0,0 0 0,-1 0 0,1 0-1,0 0 1,0 0 0,0 1 0,0-1 0,0 1 0,0-1 0,0 1 0,-1 0 0,1-1-1,0 1 1,0 0 0,0 0 0,0 1 0,0-1 0,1 0-3,-1 0-1,1 0-1,0 0 1,-1 0 0,1 1 0,0-1-1,-1 1 1,1-1 0,-1 1-1,1 0 1,-1 0 0,0 0 0,1 0-1,-1 1 1,0-1 0,0 1-1,1-1 1,-1 1 0,0 0 0,-1-1-1,1 1 1,0 0 0,0 0-1,-1 1 3,1 2-5,0 0 0,0-1 0,-1 1 0,0 0 1,0 1-1,-1-1 0,1 0 0,-1 0 0,0 0 1,0 0-1,-1 0 0,1 1 0,-1-1 1,-1 0-1,1 0 0,0 0 0,-2 1 4,0 1 3,-1-1-1,0 0 0,0 0 1,-1 0-1,0-1 0,0 0 1,0 0-1,0 0 0,-1 0 0,0-1 1,-5 4-3,-11 6-121,-79 55-2191,37-21-5024,41-28 568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13:09.5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58 6545,'0'0'2728,"0"0"-317,0 0-280,0 0-513,0 0-231,0 0-87,8-6 4435,32-21-5529,-26 22-184,0 0 0,0 1 1,1 1-1,-1 0 0,1 1 0,0 0 0,-1 2 0,1-1 0,10 2-22,-18-1 1,-7 1-1,1-1 0,0 0 0,0 0 0,-1 0 0,1 1 0,0-1 0,-1 0 0,1 1 0,0-1 0,-1 0 0,1 1 0,-1-1 0,1 1 0,0-1 0,-1 1 0,1-1 0,-1 1 0,0-1 0,1 1 0,-1 0 0,1-1 0,-1 1 0,0 0 0,1-1 0,-1 1 0,0 0 0,0-1 0,0 1 0,6 31 0,-9 29 0,0-48 49,0 0 0,-1 0 1,-1 0-1,0-1 0,-1 0 0,0 0 0,0 0 0,-2 0 0,-6 7-49,-10 13 251,-2-1 0,-20 17-251,39-40 65,-1 0-1,0 0 1,-1-1-1,1-1 0,-1 0 1,0 0-1,-1 0 0,0-1 1,0-1-1,0 1 0,0-2 1,-1 1-1,1-2 1,-1 1-1,-4-1-64,78-2 997,-13-2-781,0 2 0,-1 2-1,1 3 1,0 1 0,35 11-216,-74-13 56,-10-3-146,0-1 1,1 1-1,-1-1 0,0 0 1,1 1-1,-1-1 1,0 0-1,1 0 0,-1 0 1,0 0-1,1 0 1,-1 0-1,1 0 0,-1 0 1,0-1-1,1 1 1,-1 0-1,0-1 0,1 1 1,-1-1-1,0 0 1,0 1-1,0-1 0,1 0 1,-1 0 89,74-41-7732,-36 19-773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13:10.0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41 9026,'0'0'2327,"0"0"-46,0 0-553,0 0-735,0 0-279,0 0 186,-14 7 90,2 0-660,-1 0-1,2 0 1,-1 1 0,1 1 0,0 0 0,1 1 0,0 0 0,0 0-1,-7 12-329,7-7 286,1 0 0,0 0-1,1 0 1,1 1-1,1 1 1,0-1-1,1 1 1,-1 6-286,5-17 50,0-1-1,0 1 1,1 0 0,0 0 0,0 0-1,0 0 1,1 0 0,0 0-1,0 0 1,0 0 0,1-1 0,0 1-1,0 0 1,0-1 0,1 0-1,0 1 1,0-1 0,0 0 0,1 0-1,-1-1 1,1 1 0,0-1-1,1 0 1,-1 0 0,4 3-50,5 1 53,0-1 1,0 0-1,1-1 1,-1 0-1,1-1 1,1-1 0,-1 0-1,1-1 1,-1-1-1,1 0 1,0-1-1,0 0 1,0-1-1,4-1-53,-15 1 15,1 0 0,-1-1 0,0 1 0,1-1 0,-1 0 0,0 0 0,0 0 0,0-1 0,0 1 0,0-1 0,0 0 0,0 0 0,0-1 1,-1 1-1,1-1 0,-1 0 0,1 0 0,-1 0-15,2-3 47,0-1 0,0 1 0,-1 0 1,0-1-1,-1 0 0,0 0 0,0 0 1,0 0-1,-1-1 0,1 0-47,3-20 235,-2-1 0,0-1 0,-2 1 0,-2-29-235,1 50 3,-1-1 0,-1 0-1,0 0 1,0 1 0,-1-1-1,0 1 1,0-1 0,-1 1-1,0 0 1,0 0 0,-1 0-1,0 0 1,0 1 0,-1 0-1,0 0 1,0 0 0,-1 0-1,0 1 1,0 0 0,-1 0-1,0 0 1,1 1 0,-2 0-1,1 1 1,-1-1 0,1 1-1,-1 1 1,0-1 0,-1 2-1,1-1 1,0 1 0,-1 0-1,1 1 1,-5-1-3,7 2-149,0-1 1,1 1-1,-1 1 0,1-1 1,-1 1-1,0 0 1,1 0-1,-1 0 0,1 1 1,-2 1 148,4-2-373,1 1 0,-1 0 0,1-1 0,0 1 0,0 0 0,0 0 1,0 0-1,0 1 0,1-1 0,-1 0 0,1 1 0,-1-1 0,1 1 0,0-1 1,0 1-1,0 0 0,0-1 0,0 1 0,1 0 0,-1 0 0,1 1 373,-1 17-6394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13:10.6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134 70 11498,'0'0'3531,"0"0"-1590,0 0-844,0 0-581,0 0-204,0 0 266,-15 21 2562,13-21-3104,1 0 1,-1 0-1,1 0 0,-1 0 1,1 0-1,-1-1 0,1 1 1,-1-1-1,1 1 0,-1-1 1,1 1-1,0-1 1,-1 0-1,1 0 0,0 1 1,0-1-1,0 0 0,0 0 1,-1 0-1,1-1 1,0 1-1,1 0 0,-1 0 1,0 0-1,0-1 0,0 1 1,1 0-1,-1-1 0,1 1 1,-1-1-1,1 1 1,0-1-1,-1 1 0,1-1 1,0 1-1,0-1 0,0 1 1,0-1-1,0 1-36,0-1 34,-1 0 0,1 0 1,0 0-1,0 1 0,0-1 0,0 0 0,0 0 0,0 0 0,0 1 0,1-1 1,-1 0-1,1 0 0,-1 1 0,1-1 0,0 0 0,0 1 0,-1-1 0,1 0 1,0 1-1,0-1 0,1 1 0,-1 0 0,0-1 0,0 1 0,1 0 0,-1 0 1,1 0-1,-1 0 0,1 0 0,-1 0 0,1 0 0,0 0 0,0 1-34,0-1 0,0 1 0,0-1-1,0 1 1,1 0 0,-1 0 0,0 0-1,0 0 1,0 0 0,1 0-1,-1 0 1,0 1 0,0 0-1,0-1 1,1 1 0,-1 0-1,0 0 1,0 0 0,0 0 0,-1 0-1,1 0 1,0 1 0,0-1-1,-1 1 1,1-1 0,0 1-1,-1 0 1,1 0 0,0 3-1,0 0 1,0 0-1,-1 0 1,1 0-1,-1 0 1,0 0-1,-1 0 0,1 0 1,-1 1-1,0-1 1,-1 4 0,0-1 5,-1-1 0,1 0-1,-1 0 1,-1 0 0,1 0 0,-1 0 0,-1 0 0,1-1 0,-1 1 0,0-1 0,-1 0 0,1 0 0,-1 0 0,0-1 0,-2 2-5,-10 9-187,0-1 1,-1-1 0,-1 0 0,-9 4 186,7-8-3880,21-10-645,0 0-1564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13:11.1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 8530,'0'0'1834,"0"0"-147,0 0 242,-4 22-320,-3 39 2162,-1 60-3771,8-109 259,0 0 0,1 0-1,0-1 1,1 1 0,1-1 0,3 12-259,-5-21 39,0 1 1,0 0-1,0 0 1,0 0-1,1-1 1,0 1-1,-1-1 1,1 1-1,0-1 1,0 0-1,0 0 1,1 0-1,-1 0 1,0 0-1,1 0 1,-1-1-1,1 1 1,0-1-1,-1 1 1,1-1-1,0 0 1,0 0-1,0 0 1,0-1-1,0 1 1,0-1-1,0 0 1,0 0-1,0 0-39,3 0 71,-1 0 0,0-1 0,1 1 0,-1-1-1,0-1 1,0 1 0,0-1 0,0 0 0,0 0 0,0 0 0,-1-1-1,1 0 1,-1 0 0,0 0 0,2-2-71,1-1 158,-1 0 0,1-1 1,-1 0-1,-1-1 0,0 1 0,0-1 1,0 0-1,3-8-158,-2 2 246,-1 0-1,0 0 1,-1-1 0,-1 0 0,0 1 0,-1-1 0,-1 0 0,0 0-1,-1 0 1,0 0 0,-2-5-246,2 17 14,-1 0 0,0 0-1,0 0 1,-1 1 0,1-1 0,-1 0-1,1 0 1,-1 1 0,0-1 0,0 1-1,0 0 1,0 0 0,0-1 0,0 1-1,-1 1 1,1-1 0,-1 0 0,1 0-1,-1 1 1,0 0 0,0-1 0,1 1-1,-1 0 1,0 0 0,0 1 0,0-1-1,0 1 1,-1-1-14,-14-1-266,0-1 1,0 2-1,0 1 0,-7 1 266,6-1-976,19 0 745,-1 0-1,1 0 0,0 0 1,-1 0-1,1 0 0,0 1 1,-1-1-1,1 0 0,0 0 1,-1 0-1,1 1 0,0-1 1,-1 0-1,1 0 0,0 1 1,0-1-1,-1 0 0,1 0 1,0 1-1,0-1 0,0 0 1,0 1-1,-1-1 0,1 0 1,0 1-1,0-1 0,0 1 1,0-1-1,0 0 0,0 1 1,0-1-1,0 0 0,0 1 1,0-1-1,0 0 0,0 1 1,0-1-1,0 1 0,0-1 1,0 0-1,1 1 0,-1-1 1,0 0-1,0 1 0,0-1 1,0 0-1,1 0 0,-1 1 1,0-1 231,7 9-9869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13:11.5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3 100 16163,'0'0'3161,"0"0"-744,0 0-1001,0 0-696,0 0-432,0 0-144,0 0-128,-2-17-16,2 3-328,13-10-872,5 1-3401,0 2-4521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13:12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46 4185,'0'0'5876,"0"0"-2854,0 0-779,0 0-655,0 0-845,0 0-260,-13 10 286,4-4-594,0 0-1,1 1 1,-1 1-1,1-1 1,1 1-1,0 1 1,0-1-1,0 1 0,1 0 1,0 1-1,1-1 1,0 1-1,1 1 1,0-1-1,0 0 1,0 5-175,3-8 103,-1 1 0,2-1 1,-1 0-1,1 1 1,0-1-1,0 0 0,1 1 1,0-1-1,1 0 0,-1 0 1,4 7-104,-3-9 61,1-1-1,-1 0 1,1 0 0,0 0 0,1 0-1,-1 0 1,1 0 0,0-1 0,0 0-1,0 0 1,0 0 0,0 0-1,1-1 1,-1 0 0,1 1 0,0-2-1,2 2-60,1 0 42,1 1 0,0-2 1,0 1-1,1-1 0,-1-1 0,0 1 0,1-2 0,-1 1 0,1-1 0,-1-1 0,0 0 0,1 0 0,-1-1 0,0 0 0,5-2-42,-7 2 11,-1-1 1,0 0-1,0-1 1,0 1-1,0-1 1,-1 0-1,0-1 1,1 1-1,-2-1 1,1 0-1,0 0 1,-1-1-1,0 1 1,0-1 0,-1 0-1,1 0 1,-1 0-1,-1 0 1,1-1-1,-1 1 1,0-3-12,2-3 86,-2 0 1,1 1 0,-2-1-1,0 0 1,0 0 0,-1 0-1,0 0 1,-1 0-1,0 0 1,-1 0 0,-2-7-87,2 13 13,0 0 0,0 0-1,-1 0 1,0 0 0,0 0 0,0 1 0,-1-1 0,0 1 0,0 0-1,0 0 1,0 0 0,-1 1 0,0-1 0,0 1 0,0 0 0,-1 1 0,1-1-1,-1 1 1,0 0 0,0 0 0,0 1 0,0 0-13,4 1-687,-7-2 1251,6 3-3223,0 1-3778,3-1-1193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13:12.7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21 151 10066,'0'0'1523,"0"0"56,0 0-264,0 0-336,0 0 151,0 0-52,9-20-105,5-8-628,-7 16 18,-1 0 1,-1-1-1,0 0 1,0 0-1,-1-1 1,1-12-364,-2 27 996,2 15-519,6 41-455,5 17-72,-7-39 62,-2-1 1,-1 1-1,-1 0 0,-2 1 1,-2 13-13,-1-48-4,-1 0 1,1 0 0,-1 0 0,1-1 0,-1 1-1,1 0 1,-1 0 0,1-1 0,-1 1 0,0 0-1,0-1 1,1 1 0,-1-1 0,0 1 0,0-1 0,0 1-1,1-1 1,-1 1 0,0-1 0,0 0 0,0 1-1,0-1 1,0 0 0,0 0 0,0 0 0,0 0 0,0 0-1,-1 0 4,-36 2 2,28-1 4,-62 4 69,69-3-68,3-2-7,0 1 1,0-1 0,0 0-1,0 1 1,0-1 0,0 0-1,0 1 1,0-1 0,0 0-1,0 1 1,0-1 0,0 0-1,1 1 1,-1-1 0,0 0-1,0 1 1,0-1 0,1 0-1,-1 0 1,0 1 0,0-1-1,1 0 1,-1 0 0,0 0-1,1 1 1,-1-1 0,0 0-1,0 0 1,1 0 0,-1 0-1,0 0 1,1 0 0,-1 0-1,0 0 1,1 1 0,-1-1-1,0 0 1,1 0 0,-1-1-1,15 4 33,-14-3-28,42 5-241,0-2 1,28-2 235,-4-2-5926,-35-1-2191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13:13.3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0 10362,'0'0'2411,"0"0"-259,0 0-699,0 0-462,0 0 203,15 24 170,0-2-1000,7 12 324,-1 0 0,-1 2 0,8 23-688,-2 1 644,-3 0-1,-2 2 1,-3 0-1,1 21-643,-14-59 97,-2-1 0,0 1 0,-2-1-1,-1 1 1,0 0 0,-2-1 0,-1 1-1,-1-1 1,0 1 0,-2-1-1,-1-1 1,-1 1 0,-5 10-97,-12 10 352,-1 0-1,-2-2 1,-2 0 0,-33 32-352,-34 47 672,95-123-1111,1 0 1,-1-1-1,1 1 1,0-1-1,0 1 1,1-1-1,-1 1 1,1-1-1,-1 1 1,1-2 438,-1-7-6449,-4 0-6910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36:50.6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145 209 15131,'0'0'1831,"0"0"-1043,0 0-275,-1 27 581,11 232 1793,-1-99-1343,-4 315 446,-5-377-1861,0-102-208,-1-1 0,0 1 1,-1 0-1,1-1 0,-1 1 0,0 0 1,0 0-1,-1-2 79,-7-14-666,-35-100-11330,-10-57 11996,41 118-3341,-4-34 3341,12 46 42,2 0 0,2-17-42,4 29 498,0 1 1,2 0-1,2 0 1,1 0-1,2 1 0,1 0 1,1 0-1,2 1 1,1 1-1,2 0 1,16-24-499,-22 38 436,1 0 1,0 1 0,1 0 0,1 0 0,0 2-1,9-8-436,-20 20 69,1-1 0,0 1 0,0 0 0,0 0 0,0 0 0,0 0-1,0 1 1,1-1 0,-1 1 0,0 0 0,1 0 0,-1 0-1,1 0 1,0 1 0,-1-1 0,1 1 0,-1 0 0,1 0 0,0 0-1,-1 1 1,1-1 0,-1 1 0,1 0 0,-1 0 0,1 0-1,-1 0 1,0 1 0,1 0 0,-1-1 0,0 1 0,0 0 0,0 0-1,0 1 1,-1-1 0,1 1 0,0-1 0,-1 1 0,2 2-69,7 8 233,0 1 0,-1 0 0,-1 1 0,0 0 0,-1 0 0,-1 1 0,0 0 0,-1 1 0,-1-1 0,0 1 0,0 6-233,0 4 320,-1-1 0,-2 1 0,0 1-1,-2-1 1,-1 0 0,-4 26-320,3-42 85,-1 0 0,1 0 0,-2-1 0,0 0-1,0 1 1,-1-1 0,0-1 0,0 1 0,-1-1 0,-1 0 0,1 0 0,-1-1 0,-7 7-85,7-9 15,0 0 0,0 0 0,0-1 0,0 0 0,-1 0 0,0 0 1,0-1-1,0-1 0,-1 1 0,1-1 0,-1-1 0,0 1 0,0-2 0,0 1 0,0-1 1,-6 0-16,10-1-105,0 0 1,0 0 0,1-1 0,-1 0 0,0 0 0,0 0 0,0 0 0,0-1-1,1 0 1,-1 0 0,1 0 0,-4-2 104,7 3-151,-1-1 0,1 1 0,0 0 0,-1-1 0,1 1 0,0-1 0,0 1 0,0-1 0,0 0 0,0 1 0,0-1 0,0 0 0,1 0 0,-1 1 0,1-1 0,-1 0 0,1 0 0,0 0 0,0 0 0,0 0 0,0 0 0,0 0 0,0 1 0,0-1 0,0 0 0,1 0 0,-1 0 0,1 0 0,0 0 0,-1 1 0,1-1 0,0 0 0,0 1-1,0-1 153,22-27-6016,8 5-5652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36:50.9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4841,'0'0'9306,"0"0"-8138,0 0-328,0 0 689,0 0 375,0 0-736,0 0-575,131 31-353,-99-29-128,-6-2-104,-2 0-16,-3 3-288,-5-1-593,-11 3-1615,-5 2-2673,0 0-5185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36:51.3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29 960,'0'0'10234,"0"0"-8033,0 0 231,0 0-1111,0 0-281,0 0-96,0 0-64,47 69-408,3-69-216,8-10-248,5-9-16,29-7-416,-16 5-2184,-8 0-3345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36:51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0 12699,'0'0'1720,"0"0"-494,0 0 183,-5 24 33,-15 78-251,19-94-1078,-1 0 0,1-1 0,1 1 0,-1-1 0,1 1 0,0 0 0,1-1 0,0 1 0,0 0 0,1-1 0,0 1 0,0-1 0,1 0 0,-1 0 0,2 0 0,-1 0 0,1 0 0,0-1 0,0 1 0,1-1 0,0 0 0,0-1 0,0 1 0,1-1 0,0 0 0,0 0 0,0-1 0,1 0 0,-1 0 0,1 0 0,2 0-113,11 3 141,0 0 0,1-1-1,0-1 1,0-1-1,0-1 1,0 0 0,1-2-1,-1-1 1,20-2-141,-38 2 12,1 0 0,-1-1 1,1 1-1,0-1 0,-1 0 1,0 0-1,1 0 0,-1 0 1,0-1-1,1 0 0,-1 1 0,0-1 1,0 0-1,0 0 0,-1-1 1,1 1-1,0-1 0,-1 1 1,0-1-1,1 0 0,-1 0 0,0 0 1,-1 0-1,1 0 0,0 0 1,-1-1-1,0 1 0,0 0 1,0-1-1,1-1-12,-1-1 54,-1 0 0,1 1 0,-1-1 0,0 0 0,0 0 0,0 0 0,-1 1 0,0-1 0,0 0-1,-1 1 1,1-1 0,-1 1 0,0-1 0,-1 1 0,1 0 0,-1 0 0,0 0 0,-3-4-54,-6-4 120,0 0 0,-1 0-1,-1 1 1,0 1 0,0 0-1,-1 1 1,0 1 0,-1 0-1,0 1 1,-4-1-120,-3 0-405,0 1 0,0 0 1,-1 2-1,1 1 0,-2 1 0,-14 0 405,65 6-3195,7 5-2187</inkml:trace>
  <inkml:trace contextRef="#ctx0" brushRef="#br0" timeOffset="1">646 340 11923,'0'0'1848,"0"0"192,0 0 969,0 127-1121,0-86-839,0-1-145,-5-5-304,0-4-240,-1-5-120,1-10-144,2-4-88,1-5-8,2-4 0,0-3-264,10-22-752,14-13-3017,0-8-3337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36:52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 12643,'0'0'1777,"0"0"-695,-2 27 948,-2 10-1298,-1 11 443,2-1 0,2 15-1175,1-52 153,0-1-1,1 1 1,0 0 0,1-1 0,0 1 0,1-1 0,-1 1 0,2-1-1,0 0 1,0 0 0,5 8-153,-6-13 61,0 1 1,1-1-1,-1 1 0,1-1 1,0 0-1,1 0 0,-1-1 0,0 0 1,1 1-1,0-1 0,0-1 1,0 1-1,0-1 0,0 0 1,1 0-1,-1 0 0,1-1 0,-1 0 1,1 0-1,-1 0 0,2-1-61,1 1 52,-1-1-1,1 0 0,0 0 1,-1-1-1,1 0 0,-1 0 1,1-1-1,-1 0 0,0 0 1,1-1-1,-1 0 0,0 0 1,2-2-52,-4 2 13,0-1 0,-1 0 0,0 0 0,1 0 0,-1 0 1,-1-1-1,1 1 0,-1-1 0,0 0 0,0 0 0,0 0 0,0 0 1,-1-1-1,0 1 0,0-1 0,-1 0 0,2-5-13,-1 0 48,0 0 0,0-1-1,-1 1 1,-1 0-1,0-1 1,0 1 0,-1-1-1,-1 1 1,-2-8-48,2 11 61,-1 0 0,0 1 0,0-1 0,-1 1-1,0-1 1,0 1 0,-1 1 0,0-1 0,0 1 0,-1-1 0,1 1 0,-1 1-1,-5-4-60,1 1 23,0 1 0,-1 0-1,0 1 1,-1 0 0,0 0-1,1 1 1,-2 1 0,1 0-1,0 1 1,-1 0 0,0 0-23,-52-2-5404,71 5-748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36:52.3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12307,'0'0'3356,"0"0"-1787,0 0 204,0 0-407,0 0-344,0 0-45,10 22 14,30 75-280,-36-85-609,-1 0 1,0 0 0,-1 0-1,0 0 1,-1 1-1,-1-1 1,0 1-1,0-1 1,-2 8-103,-1 22 136,3-35-118,0 0 0,0 0 0,1 1 0,0-2 0,0 1 0,1 0 1,0 0-1,0 0 0,1-1 0,-1 1 0,2 0-18,-2-4 5,0 0-1,1 0 1,-1 0 0,1 0-1,0 0 1,0 0-1,0-1 1,0 1 0,0-1-1,1 0 1,-1 0 0,1 0-1,-1-1 1,1 1 0,0-1-1,0 0 1,-1 0 0,1 0-1,0 0 1,2-1-5,7 3 0,1-2-1,0 0 1,-1 0 0,1-1-1,0-1 1,0-1 0,6-1 0,-14 2-224,1-1 0,-1 0 1,0-1-1,0 1 0,0-1 1,0 0-1,0-1 0,-1 1 1,0-1-1,1 0 0,-1 0 0,-1-1 1,1 0-1,-1 0 0,1 0 1,-1 0-1,-1-1 224,8-10-2400,-2-2 0,0 1 0,3-13 2400,0-6-6160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36:52.6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1 10018,'0'0'4185,"0"0"-1928,0 0-665,0 0-656,0 0 656,0 0-231,0 153-353,-3-106-160,3 3-624,0-5-64,0 2-160,-5 5-128,-24 40-960,0-14-2793,-8 0-5593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37:02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14347,'1'21'1532,"3"55"-399,7 109 2520,8-1-1,22 78-3652,34 49 767,-82-384-2417,-27-106-6478,18 91-233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37:03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86 10266,'0'0'1749,"0"0"196,25-14-79,86-39-392,-105 50-1371,1 0 0,0 0 0,0 1 0,0 0 0,0 0 0,1 1 0,-1 0 0,0 0 1,1 1-1,-1 0 0,1 0 0,-1 0 0,0 1 0,1 0 0,-1 1 0,0 0 0,0 0 0,0 0 0,0 1 1,0 0-1,-1 0 0,1 1 0,-1 0 0,0 0 0,0 1 0,0-1 0,-1 1 0,1 0 0,-1 1 0,-1-1 1,1 1-1,-1 0 0,0 0 0,2 5-103,2 2 258,-2 2 0,0-1 1,0 1-1,-1 0 0,-1 0 1,-1 0-1,0 1 0,-1-1 1,0 1-1,-1 0 0,-1-1 1,-1 1-1,0 0 0,-3 12-258,0-14 125,-1 0 0,0 0-1,-2-1 1,1 0 0,-1 0-1,-1 0 1,0-1 0,-1 0 0,-1 0-1,1-1 1,-6 4-125,2-2 58,-1-1 1,0 0-1,0-1 1,-1 0-1,-1-1 1,1-1-1,-2 0 1,1-1-1,-4 0-58,8-5 36,0 0 0,0-1 0,0 0-1,-12-1-35,21 0-102,-1-1 0,0 0 0,0 0-1,1 0 1,-1 0 0,0-1 0,1 1-1,-1-1 1,1 0 0,-1 0 0,1 0-1,-1-1 1,1 1 0,-1-1-1,1 0 1,0 1 0,-1-2 102,4 2-146,-1 0 0,0 0 0,1-1 0,-1 1 0,1 0 0,-1 0 0,1-1 0,0 1 0,-1 0 0,1-1 0,0 1 0,0 0 0,0-1 0,0 1 0,0 0 0,0-1 0,0 1 0,1 0 0,-1-1 0,0 1 0,1 0 0,-1 0 0,1-1 0,-1 1 1,1 0-1,0 0 0,-1 0 0,1 0 0,0 0 0,0-1 146,31-28-5666,6 2-4004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37:03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271 1 14051,'0'0'2219,"0"0"-793,-25 27 500,-81 93-313,90-99-1232,1 1 0,0 0-1,2 1 1,1 1 0,1 0-1,1 1 1,1 0 0,1 0-1,1 1 1,-2 18-381,8-40 30,-3 15 51,0 1 0,2 0 1,0-1-1,1 1 0,1 0 0,1 0 0,2 13-81,-2-29-9,0 0-1,0 0 1,1 0-1,0 0 1,0 0 0,0-1-1,0 1 1,0-1-1,1 1 1,0-1-1,-1 0 1,1 0-1,1 0 1,-1 0 0,0 0-1,1-1 1,-1 0-1,1 1 1,0-1-1,-1-1 1,1 1-1,0 0 1,0-1 0,0 0-1,0 0 1,1 0-1,1 0 10,7 1-390,0 0 0,1-1 0,-1-1 0,0 0-1,1 0 1,-1-1 0,13-3 390,40-19-4407,-5-7-1957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37:03.7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11931,'0'0'2440,"0"0"-981,0 0 700,24 23 14,80 75-298,-59-49-506,-1 2 0,1 6-1369,-23-27 95,1-1 1,2-1 0,1-1 0,1-1-1,8 4-95,-33-29-145,0 1 0,0-1 0,0 1 1,0-1-1,1 0 0,-1 0 0,0 0 0,1 0 0,-1 0 0,0-1 0,1 1 0,-1-1 0,1 1 0,-1-1 0,1 0 0,-1 0 0,1 0 0,-1 0 0,1-1 0,-1 1 0,1-1 0,-1 1 0,1-1 0,-1 0 0,0 0 0,1 0 0,-1 0 0,0 0 0,0-1 0,0 1 0,0-1 0,0 1 0,0-1 0,1-1 145,18-22-4385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37:04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420 1 13379,'0'0'1804,"-14"22"-165,-4 6-1025,-233 345 6613,202-313-6739,22-28-277,2 1-1,-7 12-210,32-45-16,0 0 1,-1 1-1,1-1 1,0 0-1,0 0 0,0 0 1,-1 0-1,1 0 0,0 1 1,0-1-1,0 0 0,0 0 1,0 0-1,-1 1 1,1-1-1,0 0 0,0 0 1,0 1-1,0-1 0,0 0 1,0 0-1,0 0 0,0 1 1,0-1-1,0 0 0,0 0 1,0 1-1,0-1 1,0 0-1,0 0 0,0 1 1,0-1-1,0 0 0,0 0 1,0 0-1,0 1 0,0-1 1,1 0-1,-1 0 1,0 1-1,0-1 0,0 0 1,0 0-1,0 0 0,1 0 1,-1 1-1,0-1 0,0 0 1,0 0-1,1 0 0,-1 0 1,0 0-1,0 0 1,0 0-1,1 1 0,-1-1 16,22-6-1572,103-55-7005,-62 26-537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37:04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13987,'0'0'1762,"0"0"-753,0 0-2,0 0 571,0 0-21,23 25-420,6 5-864,46 51 1231,2 9-1504,-71-82 115,9 9 124,-2 2 0,0-1 0,-1 2-1,3 8-238,-13-25 63,0 1 0,0-1 0,0 1 0,-1 0 0,0-1 0,1 1 0,-2 0 0,1 0 0,0 0 0,-1 0 0,1 0 0,-1 0 0,0 0 0,-1 0 0,1-1 0,-1 1 0,1 0 0,-1 0 0,0 0 0,-1 0 0,1-1 0,-1 1 0,1 0 0,-1-1 0,0 0 0,0 1 0,-1-1 0,0 0-63,-19 16 159,-1-2-1,-1 0 1,-1-2 0,0-1-1,-1-1 1,0-1-1,-5 1-158,3-1-217,61-13-5499,-2-9-2410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37:04.8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179 241 6569,'0'0'5080,"0"0"-3101,-8-22 68,6 17-1905,-23-63 5810,-31-60-5952,46 112 886,5 15-89,3 27-222,2-18-729,3 36 189,2-1-1,1 1 0,3-1 1,10 33-35,14 68-1636,-29-79-5412,-4-44-437</inkml:trace>
  <inkml:trace contextRef="#ctx0" brushRef="#br0" timeOffset="1">1 571 7618,'0'0'3880,"0"0"-1871,0 0-33,0 0-791,0 0 151,0 0-320,0 0-408,76 0-296,-32-9-152,6-3-160,16-4-464,-11 1-3265,-8 4-6833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37:05.1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9338,'0'0'2393,"0"0"-929,0 0 288,0 0-744,0 0-231,0 0-225,136 158 616,-118-78-112,-7 8-72,-8-3-119,-3-7-129,0-12-392,-14-10-200,-4-6-72,2-12-72,11-3-128,2-11-2009,3-8-3000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37:05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11747,'0'0'2176,"0"0"-1136,0 0 569,0 0-161,0 0-144,0 0-744,195 0-288,-132 0-152,-8 0-120,-5 0-168,-14 9-1896,-15 0-4714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37:05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 8970,'0'0'1424,"0"0"73,0 0 207,0 0-1216,144-2-488,-89-8-1376,-8 3-4570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37:09.3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1 306 13539,'0'0'1740,"0"0"-962,0 0-407,12-23 26,0-1-292,-7 13-69,1-1 0,0 1 0,1 0 0,0 1 1,0-1-1,1 1 0,1 1 0,-1-1 0,2 2 1,-1-1-1,8-4-36,20-13 135,-13 10 249,-2 0 0,0-2 0,-1 0 0,12-15-384,-33 33 41,0 0 1,0-1-1,0 1 1,0 0 0,1-1-1,-1 1 1,0-1-1,0 1 1,1 0-1,-1-1 1,0 1 0,0 0-1,1 0 1,-1-1-1,0 1 1,1 0-1,-1 0 1,0-1 0,1 1-1,-1 0 1,1 0-1,-1 0 1,0 0-1,1 0 1,-1-1 0,1 1-1,-1 0 1,0 0-1,1 0 1,-1 0-1,1 0 1,-1 0 0,1 0-1,-1 1 1,0-1-1,1 0 1,-1 0-1,1 0 1,-1 0 0,0 0-1,1 1 1,-1-1-1,0 0 1,1 0 0,-1 0-1,0 1 1,1-1-1,-1 0 1,0 1-1,0-1 1,1 0 0,-1 1-1,0-1 1,0 0-1,1 1-41,5 25 300,-5-21-242,8 62 1578,-4 0 1,-2 53-1637,-2-46 569,3 0 0,5 14-569,-8-79 3,1 0 0,-1 0 0,2 0 1,-1 0-1,1-1 0,1 1 0,-1-1 1,3 3-4,-5-9-214,1 0 1,-1 0 0,1 0 0,-1-1 0,1 1-1,0 0 1,0-1 0,0 1 0,0-1 0,0 0-1,0 0 1,0 1 0,0-1 0,1 0 213,0-1-692,0 1 0,0 0 0,0-1 0,0 0-1,0 1 1,0-1 0,1-1 0,-1 1 0,0 0 0,0-1 0,0 1 0,0-1 0,1-1 692,20-9-12922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37:09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1 105 6081,'0'0'9178,"0"0"-8162,0 0-439,0 0 447,183-38 64,-127 26-560,-1 3-392,-3-1-136,14-4-224,-16 2-2480,-11 3-9963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37:36.2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335 371 11979,'0'0'1720,"0"0"379,0 0 623,0 0-571,0 0-503,-13-17-339,-40-51-373,53 68-927,0 1 0,0-1 0,0 0 0,0 0 0,0 1 0,0-1 0,0 0 0,0 0 0,0 1 0,-1-1 0,1 0 0,0 0 0,0 0 0,0 1 0,0-1 0,-1 0 0,1 0 0,0 0 0,0 1 0,-1-1 0,1 0 0,0 0 0,0 0 0,0 0 0,-1 0 0,1 0 0,0 1 0,-1-1 0,1 0 0,0 0 0,0 0 0,-1 0 0,1 0 0,0 0 0,0 0 0,-1 0 0,1 0 0,0 0 0,-1 0 0,1 0 0,0-1 0,0 1 0,-1 0 0,1 0 0,0 0 0,0 0 0,0 0 0,-1 0 0,1-1 0,0 1 0,0 0-1,-1 0 1,1 0 0,0-1 0,0 1 0,0 0 0,0 0 0,0-1 0,-1 1 0,1 0 0,0 0 0,0-1 0,0 1 0,0 0 0,0 0 0,0-1 0,0 1 0,0 0-9,-1 24-18,1-19 78,-5 283 2329,-29 160-2389,25-347 104,4-35-24,-8 33-80,7-86 40,0-17 10,-5-24-75,-58-237-8883,-1-72 8908,59 267-1219,-3-60 1219,12 104 22,2 0 1,1 0-1,1 1 1,1-1-1,1 1 0,6-21-22,-3 29 143,0 0-1,1 1 1,1 0-1,0 0 1,1 1-1,0 0 1,2 1-1,0 0 1,0 1-1,1 0 1,1 1-1,0 1 0,0 0 1,1 1-1,15-8-142,-12 8 217,0 0-1,1 2 0,0 0 0,0 1 0,0 1 1,1 1-1,0 0 0,0 2 0,1 0 0,-1 1 1,1 1-1,-1 1 0,1 1 0,-1 1-216,-10 0 48,0 1 0,-1 0-1,1 0 1,-1 0-1,0 2 1,0-1 0,-1 1-1,1 0 1,-1 1 0,0 0-1,0 0 1,-1 0 0,0 1-1,0 1 1,-1-1 0,0 1-1,0 0 1,0 0 0,-1 1-1,-1-1 1,1 1-1,-1 1 1,-1-1 0,1 3-48,0-1 78,-1 0 1,0 0-1,-1 0 0,0 0 1,-1 1-1,0-1 1,-1 0-1,0 1 0,0-1 1,-2 0-1,1 1 1,-1-1-1,-1 0 0,0 0 1,-1-1-1,0 1 1,0 0-1,-1-1 0,-1 0 1,0-1-1,0 1-78,-9 10 112,-1-2-1,-1 0 0,-1-1 1,0-1-1,-1-1 0,-1 0 1,0-1-1,-1-2 0,0 0 1,-15 6-112,27-15 32,0-1 0,0 1 0,-1-2 0,1 1 0,-1-1 0,1-1 0,-1 1 0,-9-2-32,16 1-63,0 0 0,0 0 0,0 0 0,0-1 0,0 1 0,0-1 0,0 0 0,0 0 0,0 0 0,0 0 0,0 0 0,0-1 0,1 1 0,-1-1 0,1 0 0,-1 0 0,1 0 0,-1 0 0,1 0 0,0 0 0,0 0-1,0-1 1,0 1 0,1-1 0,-1 0 0,1 1 0,-1-1 0,1-1 63,1 1-410,-1 0-1,1 0 0,0 1 1,1-1-1,-1 0 0,0 0 1,1 0-1,0 1 0,-1-1 0,1 0 1,0 1-1,1-1 0,-1 1 1,0-1-1,1 1 0,-1-1 1,1 1-1,0 0 0,0 0 0,0 0 1,0 0-1,0 0 0,0 0 1,0 1-1,2-2 411,27-20-9905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37:36.5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1 1840,'0'0'10880,"0"0"-7342,0 0-1902,-24 24 118,7-7-1409,-1 0-55,1 0 0,1 1 1,0 1-1,2 0 0,0 1 0,1 1 0,1 0 0,-5 14-290,-4 15 334,3 2 0,3 0 0,1 0 0,3 2 0,2-1 0,2 1-1,3 0 1,2 31-334,2-78 9,1 0 0,-1 0 0,1-1 0,0 1 0,0 0 0,1-1 0,0 1 0,0-1 0,1 0 0,-1 0 0,1 0 0,1 0 0,1 3-9,-1-4-48,-1-1 1,1-1-1,0 1 1,0-1-1,0 1 0,0-1 1,0 0-1,1 0 1,-1-1-1,1 0 1,0 1-1,0-2 0,0 1 1,0 0-1,0-1 1,0 0-1,5 0 48,15 2-1296,0-1 1,0-1-1,0-2 0,0 0 1,0-2-1,-1-1 0,9-2 1296,37-12-6989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37:36.8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12203,'0'0'1429,"0"0"-551,0 0 422,0 0-28,23 9-35,-7-3-1003,-4-3-57,-1 2 1,1-1-1,-1 2 0,1-1 0,-2 2 0,1-1 0,-1 2 1,0-1-1,0 1 0,-1 1 0,0 0 0,0 0 0,0 2-177,25 39 1085,-3 2-1,12 29-1084,-22-40 141,1-1 1,2 0-1,2-2 0,1-1 1,6 4-142,-30-38-69,0 0 0,1 0 0,-1 0 0,1 0 1,-1-1-1,1 1 0,0-1 0,0 0 0,0 0 1,0-1-1,0 1 0,2 0 69,-4-2-224,0 1-1,0-1 1,1 0 0,-1 0-1,0 0 1,0 0 0,0 0-1,0 0 1,0-1 0,0 1-1,0-1 1,0 1 0,0-1-1,0 0 1,-1 0-1,1 0 1,0 0 0,0 0-1,0 0 1,-1 0 0,1-1-1,-1 1 1,1 0 0,-1-1-1,0 0 1,1 0 224,15-23-6335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37:37.2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743 0 12603,'0'0'1912,"0"0"-584,0 0 321,0 0-41,-144 144-432,68-71-263,-11 3-385,-7-3-280,2-5-232,-16 5-16,30-18-1753,15-15-4608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37:37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431 1 14483,'0'0'1794,"0"0"-919,0 0 213,0 0 308,-19 21-237,-2 5-856,4-5-44,-1 0 0,-1-1 0,0-1 0,-2-1 0,-11 7-259,0-3 460,-1-2 0,-6 1-460,15-8 160,0 1 0,1 0-1,1 2 1,0 1 0,-4 5-160,24-21 9,0 1 0,1 0 0,-1 0 0,1 0 0,-1 0 0,1 0 0,0 0 0,-1 0 0,1 0 0,0 1 0,1-1 0,-1 0 0,0 1 0,1-1 0,-1 1 0,1-1 0,0 1 0,-1-1 0,1 1 0,0-1 1,1 0-1,-1 1 0,0-1 0,1 1 0,0-1 0,-1 1 0,1-1 0,0 0 0,0 0 0,0 1 0,0-1 0,1 0 0,-1 0 0,1 0 0,-1 0 0,1 0 0,0-1 0,0 1 0,-1 0 0,1-1 0,2 2-9,8 6 67,0 0 0,0-1-1,1 0 1,0 0 0,0-2 0,7 3-67,3-1 45,0-1-1,0-1 1,14 1-45,54 16-632,-87-21 84,0 0 1,-1-1-1,1 1 0,0 1 1,-1-1-1,0 0 0,1 1 0,-1-1 1,0 1-1,1 2 548,3 7-5225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37:38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11811,'0'0'2288,"0"0"-496,0 0 257,0 0-817,0 0 0,0 0-207,0 0-545,144 28-288,-70-28-184,2 0-8,39 0-1361,-20 0-2767,-9 0-2362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37:38.6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201 468 12483,'0'0'1568,"-1"-23"-382,-1-60 1066,-4 0 1,-4 1-1,-19-76-2252,29 157 44,-1-2 54,1 1-1,-1 0 1,1-1-1,-1 1 1,0 0-1,0-1 1,0 1-1,0 0 1,0 0-1,-1 0 1,1 0-1,0 0 1,-1 0-1,0 0 1,1 0-1,-2 0-97,2 4 14,0-1 0,1 1-1,-1 0 1,1 0 0,0 0-1,-1 0 1,1 0-1,0-1 1,0 1 0,0 0-1,0 0 1,0 0 0,1 1-14,-1 1 14,0 7-10,-1 96 17,5-1 0,14 72-21,-10-133-49,-3-28-385,-2 0 0,0 0 0,-1 0 1,0 0-1,-2 0 0,0 0 0,-1 0 0,-2 12 434,2-27-181,0 0 0,0 0-1,0 0 1,0-1 0,0 1-1,0 0 1,-1 0 0,1-1-1,0 1 1,-1-1 0,0 0-1,1 1 1,-1-1 0,0 0-1,0 0 1,0 0 0,1 0-1,-1 0 1,0 0 0,0-1-1,0 1 1,-1 0 0,1-1-1,0 0 1,0 0 0,-1 1 181,-65 0-471,46-2 1421,-12 3 1409,34-2-2319,0 0 0,0 0 0,0 0 1,0 0-1,0 0 0,0 0 1,0 0-1,0 0 0,1 1 0,-1-1 1,0 0-1,0 0 0,0 0 0,0 0 1,0 0-1,0 0 0,0 0 1,0 0-1,0 1 0,0-1 0,0 0 1,0 0-1,0 0 0,0 0 0,0 0 1,0 0-1,0 0 0,0 1 1,0-1-1,0 0 0,0 0 0,0 0 1,0 0-1,0 0 0,0 0 0,-1 0 1,1 0-1,0 1 0,0-1 1,0 0-1,0 0 0,0 0 0,0 0 1,0 0-1,0 0 0,0 0 0,0 0 1,-1 0-1,1 0 0,0 0 1,0 0-1,0 0-40,58 10 1075,0-7-916,1-2 0,49-6-159,-66 0-1596,0-1 0,20-8 1596,9-5-4684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37:38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11546,'0'0'1593,"0"0"-729,0 0 1232,147 177-167,-113-88-41,-10 8-567,-8-3-505,-11-4-272,-2-12-328,-3-10-88,0-9-120,0-7-16,-27 10-936,4-13-2161,-4-9-3984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37:39.4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8306,'0'0'6465,"0"0"-5553,0 0-656,0 0 1025,0 0-489,178 29-416,-120-24-256,-8 2-48,-8-3-72,-14 1-144,-7 2-1072,-10 0-1537,-11-4-6513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37:39.8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11082,'0'0'1729,"0"0"-329,0 0 352,0 0-367,0 0-657,179 14-432,-101-14-176,6 0-120,34 0-520,-23 0-3449,-11 0-6729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37:40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1 249 10986,'0'0'1534,"0"0"-865,0 0-128,0 0 616,0 0 11,0 0-153,13-8 70,-1 0-879,0 0 0,0-1 1,-1 0-1,0-1 0,-1 0 1,0-1-1,0 0 1,-1-1-1,-1 0 0,0 0 1,-1-1-1,3-5-206,17-77 1916,-27 95-1902,0 0 0,0 0-1,0 0 1,0 0-1,0 0 1,1 1-1,-1-1 1,0 0 0,0 0-1,0 0 1,0 0-1,0 0 1,0 0-1,0 0 1,0 0 0,1 0-1,-1 0 1,0 0-1,0 0 1,0 0-1,0 0 1,0 0 0,0 0-1,0 0 1,1 0-1,-1 0 1,0 0-1,0 0 1,0 0 0,0 0-1,0 0 1,0 0-1,0 0 1,1 0-1,-1 0 1,0 0 0,0 0-1,0 0 1,0 0-1,0 0 1,0 0 0,0 0-1,0 0 1,0 0-1,1-1 1,-1 1-1,0 0 1,0 0 0,0 0-1,0 0 1,0 0-1,0 0 1,0 0-1,0-1 1,0 1 0,0 0-1,0 0 1,0 0-1,0 0 1,0 0-1,0 0 1,0 0 0,0-1-1,0 1 1,0 0-1,0 0 1,0 0-14,3 12 27,4 100 217,-5 0 1,-9 62-245,0 47 64,6-216-161,1-1-1,0 0 1,1 1 0,-1-1-1,1 0 1,-1 1 0,1-1-1,1 0 1,-1 0 0,0 0-1,1 0 1,2 4 97,-2-5-340,0-1 1,1 0-1,-1 0 0,1 0 0,-1-1 1,1 1-1,0 0 0,-1-1 1,1 0-1,0 1 0,0-1 0,0-1 1,0 1-1,0 0 0,0-1 1,0 1-1,0-1 0,2 0 340,26 1-5312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37:41.1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57 13835,'0'0'1712,"0"0"-1264,137-14-288,-56 4-48,14 3-112,2 3 0,44-4-512,-25 1-1368,-14 0-5578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37:41.7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194 1 11618,'0'0'1816,"-8"20"-1039,-27 83 839,4 1-1,-14 98-1615,11-4 2588,6 38-2588,20-145 1437,4 63-1437,5-117 154,2 0-1,1 0 0,2 0 1,2-1-1,7 19-153,8 19 32,4-2 0,18 33-32,-34-82-668,1 0 0,2 0 0,0-1 0,2-1 0,0 0 0,1-1 0,1-1 0,1-1 0,4 2 668,30 15-7004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37:42.2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74 12643,'0'0'1551,"3"25"-880,56 428 5302,-58-448-5904,19 155 2052,-3 133-2121,-20-345 57,-3 1 1,-2 0 0,-12-39-58,-7-51 5,17 80 19,3-1 0,3 0-1,2-1 1,6-45-24,-2 93-2,2-1 1,-1 2-1,2-1 0,0 0 0,0 1 1,2 0-1,-1 0 0,2 1 1,0 0-1,1 0 0,0 1 0,9-10 2,-12 15 29,0 0-1,1 0 1,0 1-1,0 0 1,1 1-1,0-1 1,0 1-1,0 1 1,1-1-1,-1 1 1,1 1-1,0 0 1,0 0-1,0 1 1,0 0-1,1 0 1,-1 1-1,0 0 1,1 1-1,4 0-28,-10 1 40,1 0 0,-1 0-1,0 1 1,0-1-1,0 1 1,0 0 0,0 0-1,0 0 1,-1 1-1,1-1 1,-1 1-1,1 0 1,-1 0 0,0 0-1,0 0 1,0 0-1,-1 1 1,1-1 0,-1 1-1,0 0 1,0 0-1,0 0 1,0 0-1,-1 0 1,0 0 0,1 0-1,-2 1 1,1-1-1,0 4-39,2 11 257,-1 1-1,-1-1 0,-1 0 1,0 1-1,-2-1 0,-1 7-256,-1-9 112,0 0-1,-1-1 0,0 1 0,-1-1 1,-1 0-1,-1-1 0,-1 1 1,0-2-1,0 1 0,-2-1 0,1-1 1,-2 0-1,0 0 0,-9 6-111,9-8-14,-1 0 0,0-1 0,0-1 0,-1 0 0,0-1 0,-1 0 0,0-1 0,0-1 0,-1 0 1,1-1-1,-1-1 0,0-1 0,-1 0 0,1-1 0,-9 0 14,25-2-36,0 0 1,0 0 0,-1 0 0,1 0-1,0 0 1,0 0 0,0 0 0,-1 0 0,1 0-1,0 0 1,0 0 0,-1 0 0,1 0-1,0 0 1,0 0 0,-1 0 0,1-1-1,0 1 1,0 0 0,0 0 0,-1 0 0,1 0-1,0 0 1,0-1 0,0 1 0,0 0-1,0 0 1,-1 0 0,1-1 0,0 1-1,0 0 1,0 0 0,0 0 0,0-1 0,0 1-1,0 0 1,0 0 0,0-1 0,0 1-1,0 0 1,0 0 0,0-1 0,0 1 35,5-13-934,15-12-972,24-9-2891,8-1-1525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37:48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0 11779,'0'0'1640,"0"0"-1176,0 0 520,-60 144 480,31-21-119,3 0 39,5-5-176,10-14-448,11-27-223,0 8-305,8 0-104,16-14-32,7-14-80,6-15 48,2-9-64,19-14-304,-8-9-2489,-8-10-3352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37:48.8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11266,'0'0'3977,"0"0"-3217,0 0 241,0 0 863,179 137-168,-119-74-703,-2 3-505,-6 0-200,-2-7-144,-5-4-32,-6-13-104,-2-6 80,-9-10-80,-1-8-16,-6-3-312,10-15-1529,-7 0-2384,-3 0-4136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37:49.1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486 1 13051,'0'0'2158,"0"0"-777,0 0 278,-18 27-14,-109 182 530,83-137-579,-44 55-1596,66-99-165,0-2 1,-2 0 0,-1-2 0,-1-1 0,-26 19 164,34-32-2906,4-8-3621,9-2-1083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37:50.3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67 9762,'0'0'5625,"0"0"-4737,0 0-543,0 0 471,0 0-456,166-48-240,-109 39-24,-4 2-88,-8 5-16,-24 2-888,-11 0-1777,-10 0-6137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37:50.6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1 256 10546,'0'0'1953,"0"0"-321,0 0 873,0 0-377,0 0-760,0 0-480,0 0-503,120-21-169,-49-10-216,8-5-8,0 1-977,2-17-1295,-21 10-1761,-18 4-2840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37:50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69 9690,'0'0'2554,"-3"23"-214,-1 1-1721,-2 13 643,2 1 1,1-1-1,2 13-1262,1-41 177,0 0-1,1 1 1,0-1-1,0 0 1,1 0-1,0 0 1,0 0 0,1-1-1,0 1 1,1-1-1,0 1 1,1-1-1,-1 0 1,1-1-1,1 1 1,-1-1-1,4 3-176,0-3 137,0-1 0,1 0-1,0 0 1,0-1-1,0 0 1,0-1 0,1 0-1,0 0 1,0-1-1,0-1 1,0 0 0,1 0-137,23 1 259,-1-1 0,1-1 0,9-3-259,-26 1 43,1-1-1,-1 0 1,0-1 0,0-2 0,0 1-1,0-2 1,12-6-43,-24 10 6,0-1 0,0 0-1,0-1 1,-1 1 0,1-1 0,-1 0 0,0 0-1,0-1 1,0 0 0,0 1 0,-1-2 0,0 1-1,0 0 1,0-1 0,-1 0 0,0 0 0,0 0-1,0 0 1,-1 0 0,0-1 0,0 1 0,0-6-6,-1 3 9,0-1 0,0 1 1,-1 0-1,-1-1 1,0 1-1,0 0 0,-1-1 1,0 1-1,0 0 1,-1 0-1,0 0 0,-1 1 1,0-1-1,0 1 1,-2-2-10,-2-2 9,-1 1 0,0 0 1,0 0-1,-2 1 0,1 1 1,-1-1-1,0 2 1,-1 0-1,-11-7-9,-5 1-63,-1 1 1,0 1-1,-1 1 0,0 1 1,-1 2-1,1 1 0,-2 2 1,1 1-1,0 1 0,-1 2 1,0 1 62,32 0-95,0 0 1,0 0-1,0 0 1,0 0 0,0 0-1,0 1 1,0-1 0,0 0-1,1 0 1,-1 0 0,0 0-1,0 0 1,0 0 0,0 0-1,0 0 1,0 1-1,0-1 1,0 0 0,0 0-1,0 0 1,-1 0 0,1 0-1,0 0 1,0 0 0,0 0-1,0 1 1,0-1 0,0 0-1,0 0 1,0 0-1,0 0 1,0 0 0,0 0-1,0 0 1,0 0 0,0 0-1,0 0 1,-1 0 0,1 1-1,0-1 1,0 0-1,0 0 1,0 0 0,0 0-1,0 0 1,0 0 0,0 0-1,-1 0 1,1 0 0,0 0-1,0 0 1,0 0 0,0 0-1,0 0 1,0 0 94,0 0-862,9 1-5006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37:51.3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1 14027,'0'0'1768,"0"0"-111,134 189 807,-87-90-855,-10 7-425,-16-2-376,-13-7-312,-8-12-208,-8-8-240,-29-10 104,-7-4-152,-35 15-456,13-14-1576,3-12-3794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37:51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48 11739,'0'0'2160,"0"0"-976,0 0 705,0 0-153,0 0-800,145 0-456,-82-12-240,5 0-80,-3 0-160,19 8 0,-18-1-1896,-14 3-4649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37:53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 9538,'0'0'1312,"0"0"-544,0 0 1177,0 0-9,-11 172 97,11-83 103,0 11-719,11-4-441,-1-4-592,1-9-208,-3-7-112,2-13-56,-2-8-8,0-11-288,10-1-1321,1-12-2984,-1-15-6929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37:52.4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14027,'0'0'1696,"13"151"-239,-5-56 735,2 9-768,4-10-727,-1-9-377,-3-10-192,-2-6-56,-8-13-16,0-6-56,0-17-16,-3-14-1473,-20-19-1407,2-17-1601,0-13-3105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37:52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1 562 6553,'0'-24'2057,"0"23"-2042,-1-50 2320,6-35-2335,-4 66 435,2 1 0,1-1-1,0 1 1,1 0 0,1 1-1,1-1 1,4-7-435,-2 9 244,2 1 0,0-1 0,0 2 0,2-1-1,-1 2 1,2 0 0,0 0 0,1 1 0,0 1 0,1 1 0,0 0 0,1 1 0,0 0 0,1 2-1,0 0 1,0 1 0,1 1 0,0 0 0,0 2 0,0 0 0,0 1 0,1 1 0,-1 1 0,1 1-1,-1 0 1,12 3-244,-25-2 69,1 0 0,-1 0-1,1 1 1,-1 0 0,1 0-1,-1 1 1,0 0 0,0 0-1,0 0 1,-1 1 0,1 0-1,-1 0 1,0 0 0,0 1-1,0 0 1,-1 0 0,1 0-1,-1 0 1,0 1 0,-1-1-1,1 1 1,-1 0-1,-1 0 1,1 1 0,-1-1-1,0 0 1,0 1 0,-1-1-1,1 1 1,-1 4-69,0 2 145,0 0 0,-1 0 0,0 0 0,-1 0 0,-1 0 0,0 0 0,-1-1 0,0 1 0,0-1 0,-2 1 0,0-1 0,0 0 0,-1-1 0,0 1 0,-4 4-145,-9 9 91,-1 0 1,-1-1 0,-1-1-1,-1-1 1,-1-1 0,-1-1-1,0-1 1,-2-1-1,0-2 1,-1 0 0,-20 7-92,46-22-70,-1 0 1,1 0 0,0 0-1,-1 0 1,1 0 0,-1-1-1,0 1 1,1-1-1,-1 0 1,1 1 0,-1-1-1,1 0 1,-1-1-1,0 1 70,2-1-269,0 0 0,1 0-1,-1 0 1,0 0-1,0 0 1,1 0-1,-1 0 1,1 0-1,-1 0 1,1 0-1,-1 0 1,1-1-1,0 1 1,-1 0-1,1 0 1,0-1-1,0 1 1,0 0 0,0 0-1,0 0 1,0-1-1,0 1 1,1 0-1,-1 0 1,0-1-1,1 1 1,-1 0-1,1-1 270,7-34-10557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37:53.6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0 15859,'0'0'1777,"0"0"-1233,-69 146 728,46-65-88,10 8-535,10 3-9,3-4-200,21-3-184,18-12-136,9-12-40,4-14 24,3-14-104,0-14-88,14-19-1424,-14 0-2385,-13-9-3841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37:53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15195,'0'0'1913,"0"0"-1225,0 0 1264,176 88-583,-108-27-649,-2 7-152,-6 3 8,-7-2-184,-9-3-272,-12-10-72,-11-8 8,-6-11-56,-7-13-320,-5-19-1528,-3-5-2321,0 0-2441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37:54.3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320 0 15331,'0'0'2105,"0"0"-1753,0 0 1712,0 0-631,-141 156-433,88-87-568,9-3-208,4 0-160,14-7-64,13 9-368,10-18-1657,3-12-3112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37:54.6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13339,'0'0'1632,"0"0"-1216,0 0 48,175-10-272,-101 5-120,-9 1-16,1-3-56,-21-1-624,-19 1-5681</inkml:trace>
  <inkml:trace contextRef="#ctx0" brushRef="#br0" timeOffset="1">190 260 12139,'0'0'2128,"0"0"-872,0 0-63,0 0 191,0 0-496,141 14-888,-62-23-720,-3-10-5713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37:54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152 346 15139,'0'0'2621,"0"0"-658,0-24-207,0-193 575,0 126-1281,0 77-638,0 62-440,3 9 34,2 0 0,3 0 1,6 13-7,-3-13-134,-2 0 0,-3 1 0,-2 15 134,-4-71-47,-1 1 0,1 0 0,-1-1 0,0 1 0,0-1 0,0 0 0,0 1 0,0-1-1,0 0 1,-1 1 0,1-1 0,-1 0 0,1 0 0,-1 0 0,0-1 0,0 1 0,0 0 0,0 0 0,0-1-1,0 0 1,-1 1 0,1-1 0,-2 1 47,-65 25-154,48-20 151,-1-1 3,17-5 0,0 0 0,1 0 0,-1 1 0,0-1-1,0 1 1,1 0 0,-1 0 0,1 1 0,-1-1 0,1 1 0,0 0 0,-3 4 0,7-7-2,0 0 0,0 1 1,0-1-1,0 1 0,0-1 1,0 0-1,0 1 0,0-1 1,0 1-1,0-1 0,1 0 1,-1 1-1,0-1 0,0 0 1,0 1-1,1-1 0,-1 0 1,0 0-1,1 1 0,-1-1 1,0 0-1,0 0 0,1 1 1,-1-1-1,1 0 0,-1 0 0,0 0 1,1 1-1,-1-1 0,0 0 1,1 0-1,-1 0 0,1 0 1,-1 0-1,0 0 0,1 0 1,-1 0-1,1 0 0,-1 0 1,0 0-1,1 0 0,-1 0 1,0 0-1,1 0 0,-1-1 2,27 2 26,-24-1-24,23 0-197,0-2 1,0-1 0,0 0-1,-1-2 1,1-1-1,2-3 195,10-4-2474,0-2 0,2-3 2474,24-14-5438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37:55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9418,'0'0'2321,"0"0"-937,0 0 560,168 153-519,-121-66 95,-10 10 104,-11 2-135,-7 0-521,-9-7-392,-7-11-336,-3-8-184,0-12-56,0-9-8,-11 0-1296,1-14-3473,4-12-6626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37:55.7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10458,'0'0'2721,"0"0"-1456,34 9-27,-5-2-898,-7-2-69,-1 0-1,1 2 1,-1 0 0,-1 1 0,1 1-1,-1 1 1,-1 1 0,0 1 0,-1 0-1,9 8-270,9 14 463,-2 1-1,-1 1 1,-2 2-1,-1 2 1,-3 0-1,-1 2 1,-1 1-1,-3 0 1,-2 2-1,12 38-462,-23-52 229,-2 1-1,-1 0 0,-1 0 1,-2 0-1,-1 12-228,-1 21 315,-4-1 1,-2 7-316,-1-32 114,-1 0 1,-2-1 0,-1 0 0,-3 0 0,0-1-1,-3-1 1,-3 3-115,-39 71-767,-45 58 767,31-53-2465,58-93-1920,3-11-1581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37:56.6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14843,'0'0'2281,"0"0"-1489,0 0 1448,0 0-847,0 0-473,0 0-168,168 43-240,-92-43-392,3 0-24,-3 0-96,-10 0-144,-1 0-1192,-20 0-3425,-16 0-6570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37:57.0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0 215 7666,'0'0'8978,"0"0"-7858,0 0-776,0 0 392,168-33-536,-94 10-200,2-1-1112,-3-2-505,-7-16-567,-19 9-2609,-21 0-72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38:26.2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1 279 7114,'0'0'8040,"0"0"-5405,0 0-1204,0 0 383,0 0-319,0 0-634,17-8-278,9-5-418,1-2 0,-2 0 0,0-2-1,-1 0 1,-1-2 0,0-1 0,-1-1-165,-1-3 121,-1-1 0,0-1-1,10-22-120,-19 37 241,-3 15-12,0 24-142,8 94 394,-5 0 0,-6 0 1,-7 62-482,1-54 84,1-128-126,0 1 0,0 0 1,0 0-1,0 0 0,0 0 1,0 0-1,1 0 0,0-1 0,-1 1 1,1 0-1,0 0 0,0-1 1,0 1-1,1 0 0,-1-1 1,1 1-1,-1-1 0,3 2 42,-1-2-514,0-1-1,0 1 1,0-1 0,0 0-1,0 0 1,0 0 0,0-1-1,1 1 1,-1-1-1,0 0 1,0 0 0,1 0-1,-1 0 1,0 0 0,0-1-1,2 0 515,19-3-8719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38:26.6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62 14459,'0'0'1904,"0"0"-1399,134-24 999,-56 15-1064,12 0-440,30 2-312,-23 2-1752,-15-2-3514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39:48.6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292 1 14443,'0'0'1848,"0"0"-1335,0 0 383,-144 146 416,89 10-56,5 66-71,16 18 223,26-13-536,8-62-72,26-66-464,13-33-160,9-14-88,12 0-88,11 0 0,10-2-256,11-6-456,-19-13-1624,-17-12-3274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39:54.7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0 1424,'0'0'10392,"-17"26"-7063,2-4-2966,-3 5 255,0 2 0,1-1 0,2 2 0,2 0 1,-9 25-619,15-33 310,1 1 0,1 0 0,1 0 0,1 1 0,0-1 0,2 1-1,2 13-309,-1-27 48,1-1-1,0 0 0,1 0 0,0 0 0,0 0 0,1-1 0,0 1 0,1-1 0,0 1 0,0-1 0,0 0 0,1-1 0,1 1 0,-1-1 0,1 0 0,0 0 0,1-1 0,0 1 0,0-1 0,6 3-47,2 0 48,1-1 0,0-1 1,0 0-1,1-1 0,0-1 1,0-1-1,0 0 1,0-1-1,10 0-48,-13-1 16,1-1 0,-1-1 1,0 0-1,1-1 0,-1-1 0,0 0 0,1-1 1,-1 0-1,-1-1 0,1-1 0,10-5-16,-17 6 47,0-1-1,0 0 1,-1 0 0,0-1-1,0 0 1,0 0-1,0 0 1,-1-1 0,0 0-1,-1 0 1,1 0-1,-1 0 1,-1-1 0,0 0-1,0 0 1,0 0-1,-1 0 1,0 0 0,0 0-1,-1 0 1,0-1-1,-1 1 1,0-1 0,0 1-1,-1 0 1,0-1-1,0 1 1,-1 0 0,0 0-1,0-1 1,-1 2-1,0-1 1,-1 0 0,1 1-1,-2-1 1,1 1-1,-1 0-46,-8-12 80,-1 1-1,-1 1 1,0 1-1,-1 0 0,-1 0 1,0 2-1,-1 0 1,-1 1-1,0 1 0,-1 1 1,0 1-1,0 0 1,-15-3-80,30 11-933,6 2-1808,8 0-2941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39:55.1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1 13715,'0'0'2240,"0"0"-111,0 0 311,-44 162-1399,30-117-417,4-7-392,5-5-72,2-7-160,3-10-16,8-16-1296,18 0-3105,3-18-5049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39:55.4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0 15875,'0'0'2469,"0"0"-1207,0 0-245,-1 22 277,1-16-1188,-4 48 826,-2-1-1,-3 4-931,1-8 587,2 0 0,3 0 0,1 9-587,2-54 30,0 0-1,1 0 1,-1 0 0,1-1 0,0 1-1,0 0 1,0 0 0,0-1 0,1 1 0,-1-1-1,1 1 1,0-1 0,0 0 0,0 0-1,1 0 1,-1 0 0,1 0 0,-1 0-1,1-1 1,0 1 0,0-1 0,1 0 0,-1 0-1,0 0 1,1 0 0,-1 0 0,1-1-1,-1 0 1,1 1 0,0-1 0,3 0-30,14 3 42,0-1 1,1-1-1,-1 0 0,1-2 1,8-1-43,-3 1-2,-13 0-56,0-1 0,0 0 0,0-1 0,0-1-1,0 0 1,0 0 0,-1-2 0,1 1 0,-1-2 0,5-3 58,-9 4-147,-1 0 0,0-1 0,0 1 0,0-2 0,-1 1 0,0-1 0,0 0 0,-1-1 0,0 0 0,0 0 0,-1 0 0,0 0 0,-1-1 0,1 0 0,0-5 147,4-15-204,-3 0-1,0 0 0,-2 0 0,-1-1 0,-1 1 1,-1-1-1,-3-17 205,1 3 372,0 34 1019,-3 20-934,-1 20-279,-6 91 736,6 1 0,9 82-914,-4-202-25,0 1 1,0-1-1,0 1 1,0-1-1,1 1 0,-1-1 1,1 0-1,-1 1 1,1-1-1,0 0 0,0 1 1,0-1-1,1 0 0,-1 0 1,0 0-1,1 0 1,-1 0-1,1 0 0,0-1 1,0 2 24,2-2-416,0 1 0,0-1 0,0 1 0,0-1 0,-1 0 0,1-1 0,1 1 0,-1-1 0,0 0 0,0 0 0,3 0 416,22 0-6172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39:55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0 15579,'0'0'2137,"0"0"-473,0 0-214,-5 24 320,-5 27-978,2 1 1,2 1 0,2-1-1,3 1 1,3 20-793,-1-67 17,0-1-1,0 1 1,1 0-1,0-1 1,0 1-1,1-1 1,-1 0 0,1 0-1,0 0 1,0 0-1,1 0 1,0-1-1,-1 1 1,1-1 0,1 0-1,-1 0 1,1-1-1,-1 1 1,1-1-1,0 0 1,0 0 0,1-1-1,-1 1 1,1-1-1,-1-1 1,1 1-1,0 0-16,17 3 56,0-1-1,0-1 0,0 0 0,0-2 1,0-1-1,4-1-55,-20 1-176,0-1 0,-1 0 0,1 0 0,0-1 0,-1 1 0,0-2 0,1 1 0,-1-1 0,0 1 0,0-2 0,0 1 0,-1-1 0,1 0 0,-1 0 0,4-4 176,3-4-1119,-1-1-1,0 0 1,-1-1 0,0 0-1,4-9 1120,8-19-6958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39:56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 13355,'0'0'4601,"0"0"-2505,0 0-807,0 0 191,0 0-40,0 186-352,-5-110-287,0-1-465,2-9-136,0-9-192,3-10 64,0-7-72,0-7-72,0-7-464,48-7-809,-1-7-1703,10-10-7115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39:56.4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255 0 15619,'0'0'2249,"0"0"-1681,0 0 1088,-13 166 529,13-72-561,0 10-512,0-5-231,0-9-417,11-17-248,-1-12-200,1-14 56,-1-14-72,-5-11-144,1-13-913,-6-11-999,0-24-2737,0-7-7234</inkml:trace>
  <inkml:trace contextRef="#ctx0" brushRef="#br0" timeOffset="1">1 529 13435,'0'0'2792,"0"0"-1703,0 0 895,0 0-672,207 12-863,-112-7-225,-1-5-216,-7 0-16,7 0-192,-23-5-2153,-19-12-7921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0:00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55 12003,'0'0'1753,"0"0"-147,0 0 761,0 0-616,-22 16-696,5-4-834,7-6-83,0 1-1,1-1 1,0 2 0,0 0 0,0 0 0,1 0 0,0 1 0,1 0 0,0 1 0,0-1 0,1 1 0,0 1 0,1-1 0,0 1 0,0 1-138,0 8 260,0-1-1,0 1 1,2 1 0,1-1-1,0 0 1,2 1 0,0-1 0,2 12-260,-1-28 33,-1 0-1,1-1 1,0 1 0,0-1 0,1 1 0,-1-1 0,1 0 0,-1 1-1,1-1 1,0 0 0,0 0 0,0 0 0,1 0 0,-1-1 0,1 1 0,0-1-1,-1 1 1,2 0-33,2 0 33,0 1 1,0-1-1,0 0 0,0-1 0,1 1 0,-1-1 0,1-1 0,-1 1 0,7 0-33,5 0 26,0-1-1,1-1 0,-1-1 1,1 0-1,-1-1 0,0-1 1,2-2-26,-5 1 8,0-1 0,0 0 0,-1-1 0,0-1 0,0 0 0,-1-1 0,0 0 0,0-1 0,3-3-8,-9 6 29,0 0 1,-1 0-1,1-1 1,-1 0-1,0 0 0,-1 0 1,0-1-1,0 1 1,-1-1-1,0-1 0,0 1 1,-1-1-1,0 1 1,0-1-1,-1 0 0,1-5-29,-2 4 81,0 1-1,-1-1 0,0 0 1,-1 0-1,0 1 0,0-1 1,-1 1-1,0-1 1,-1 1-1,0-1 0,-1 1 1,0 0-1,0 1 0,-4-6-80,0 2 43,-1 0 0,0 1 0,-1 0-1,0 1 1,-1 0 0,0 1 0,-1 0-1,0 1 1,-7-4-43,11 6-39,-1 2 0,1-1 1,-1 1-1,0 0 0,0 1 0,-1 0 0,1 1 1,0 0-1,-1 0 0,0 1 0,-5 0 39,15 1-49,0-1 0,-1 1 0,1 0 0,0 0 0,0 0 0,-1 0 1,1 0-1,0 0 0,0 0 0,-1 0 0,1 0 0,0 0 0,0 0 0,-1 0 0,1 0 0,0 0 0,0 1 0,-1-1 0,1 0 0,0 0 0,0 0 0,-1 0 0,1 0 0,0 1 0,0-1 0,0 0 0,-1 0 0,1 0 0,0 0 1,0 1-1,0-1 0,0 0 0,-1 0 0,1 1 0,0-1 0,0 0 0,0 0 0,0 1 0,0-1 0,0 0 0,0 0 0,0 1 0,0-1 0,0 0 0,0 1 49,8 12-1517,20 12-1292,24 8-3142,11-4-3043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0:00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1 12427,'0'0'4017,"0"0"-1681,0 0 761,-42 146-1225,26-104-928,6-1-616,5-6-200,5-7-128,0-2-192,10-7-880,48-5-1320,-3-7-3018,8-7-4312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0:00.7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1 152 14443,'0'0'1615,"0"0"-451,22-21 647,-4 2-1441,-10 10-293,0-1 1,1 2-1,0-1 1,1 1-1,0 0 0,0 1 1,0 0-1,1 1 1,0 0-1,0 0 1,1 2-1,0-1 1,0 1-1,7-1-77,-3 2 38,0 0 0,0 2 1,0-1-1,0 2 0,0 0 0,0 1 0,1 1 0,9 2-38,-22-3 15,0 0 0,-1 1 0,1-1-1,0 1 1,-1 0 0,1 0 0,-1 0 0,1 0-1,-1 0 1,0 1 0,0 0 0,0-1 0,0 1-1,-1 0 1,2 3-15,-1-2 37,-1 0-1,0 0 0,-1 1 0,1-1 1,-1 1-1,0-1 0,0 1 1,0-1-1,-1 1 0,0 0 1,0-1-1,0 1 0,0 0 1,-1-1-1,1 1 0,-2 2-36,0 0 59,0 1-1,0-1 1,-1 0-1,0 0 0,-1 0 1,0 0-1,0-1 1,0 1-1,-1-1 1,1 0-1,-1-1 1,-1 1-1,0 0-58,-18 15 81,-1 0 1,-17 10-82,-10 8 40,51-39-43,1 0 0,-1 1 0,0-1 0,1 1 0,-1-1 0,1 1 0,-1 0 0,1-1 0,-1 1 0,1-1 0,-1 1 0,1 0 0,0-1 0,-1 1 0,1 0 0,0 0 0,0-1 0,-1 1 0,1 0 0,0 0 0,0-1 0,0 1 0,0 0 0,0 0 0,0 0 0,0-1 0,0 1 0,0 0 1,1 0-1,-1-1 0,0 1 0,0 0 0,1 0 0,-1-1 0,0 1 0,1 0 0,-1-1 0,1 1 0,-1-1 0,1 1 0,-1 0 0,1-1 0,-1 1 0,1-1 0,-1 1 0,1-1 0,0 0 0,-1 1 0,1-1 0,0 1 0,0-1 0,-1 0 0,1 0 3,53 22-220,-35-15 175,-1 1 24,1 0 0,-2 2-1,1 0 1,-1 2 0,9 7 21,-22-15-1,0 0 1,1 0-1,-1 0 1,-1 1-1,1 0 1,-1-1-1,1 1 1,-1 1-1,-1-1 1,1 1 0,-2-3 6,0 1 0,0-1 1,0 0-1,-1 0 0,1 1 0,-1-1 1,0 0-1,0 1 0,0-1 1,0 0-1,-1 0 0,1 1 0,-1-1 1,0 0-1,0 0 0,0 0 0,-1 0 1,0 3-7,-1-2 53,-1 1 1,1-1 0,-1 1-1,0-1 1,-1 0 0,1 0-1,-1-1 1,1 1-1,-1-1 1,0 0 0,0-1-1,-2 2-53,-71 29 870,64-28-695,-6 3-86,0 0 1,-1-2-1,0 0 1,0-2-1,-1 0 0,1-1 1,-5-1-90,25-3-49,1 1 1,0 0 0,0-1-1,0 1 1,0 0 0,0-1-1,0 1 1,0 0 0,0-1-1,0 1 1,0-1 0,0 1-1,0 0 1,0-1 0,0 1-1,0 0 1,0-1 0,0 1-1,1 0 1,-1-1 0,0 1-1,0 0 1,0-1 0,0 1-1,1 0 1,-1 0 0,0-1-1,0 1 1,1 0 0,-1 0-1,0-1 1,1 1 0,-1 0-1,0 0 1,1 0 0,-1-1-1,0 1 1,1 0 0,-1 0-1,0 0 1,1 0 0,-1 0 48,17-14-2431,13-3-3628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0:01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 12699,'0'0'2215,"0"0"-68,0 0 283,0 0-1137,32-5-591,7 0-340,0 2 0,21 0-362,-54 4 66,1 0 1,-1 0-1,0 0 0,1 0 0,-1 1 0,0 0 1,0 1-1,0-1 0,0 1 0,0 0 1,-1 0-1,1 1 0,-1 0 0,0 0 1,0 0-1,0 1 0,-1-1 0,4 5-66,1 3 121,-1 1 0,0 0-1,0 0 1,-2 1 0,1 0-1,0 5-120,1 5 151,0 0 0,-2 1-1,-1 0 1,-1 0-1,0 17-150,0 40 424,-4 8-424,0-40 57,0-29-373,-1 0-1,0-1 1,-2 0-1,0 1 1,-1-1-1,-1 0 1,-2 0 316,4-18-3673,2-4-1729,0-10-7068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0:01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1 227 16131,'0'0'3049,"0"0"-936,0 0 143,0 0-1344,152-85-624,-76 61-216,8 1-72,0 1 0,-3 3-504,19-4-1000,-24 6-3201,-11 3-8922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0:01.7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6665,'0'0'5258,"0"0"-4610,123 134 1136,-60-2 457,-13 41 215,-19 8-327,-25-32-505,-6-45-808,-8-45-216,-13-14-424,-3 4 0,-7 1-104,2 2-72,5-10-96,16-14-1208,8-11-3137,0-12-5441</inkml:trace>
  <inkml:trace contextRef="#ctx0" brushRef="#br0" timeOffset="1">1013 551 12547,'0'0'2200,"0"0"-1264,0 0-23,0 0-617,195-5-200,-135 5-96,-5 0 0,-10 0-408,-17 0-1473,-14 0-6593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0:02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12707,'0'0'1680,"0"0"240,0 0 2281,0 0-2520,0 0-833,178 26-624,-94-26-224,3 0-256,31 0-1064,-24 0-3121,-20 0-6602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0:02.4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1 396 11210,'0'0'2842,"0"0"-390,0 0 31,4-25-786,37-195 472,-32 158-58,0-26-2111,11 599 7,-12-362-31,-7-122-23,3 28-1458,-3 0 0,-6 47 1505,5-96-555,-1 1 0,-1 0 0,1-1 0,-1 1 0,0-1 0,0 1 0,-1-1 0,0 0 0,0 0 0,-1 0 0,1-1 0,-1 1 0,-3 2 555,-19 17-7113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0:02.7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1 454 10906,'0'0'1713,"0"0"-225,0 0 1113,0 0-521,0 0-1272,0 0-448,0 0-248,123-10-112,-39 3-32,13-5-608,50-18-1184,-21 1-1217,-16-4-5801</inkml:trace>
  <inkml:trace contextRef="#ctx0" brushRef="#br0" timeOffset="1">911 17 13243,'0'0'2152,"0"0"353,0 0-289,0 0-1215,189-5-593,-105 1-232,3-1-160,12 2-16,-17 3-873,-24 0-3816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0:15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1 7466,'0'0'5231,"0"0"-3205,0 0-343,-25 29-60,-81 103-451,96-118-987,1 1 0,1-1 0,1 1-1,0 1 1,1 0 0,1 0-1,0 0 1,1 0 0,1 1-1,0-1 1,2 1 0,-1 0-1,2 0 1,1 2-185,-2 2 144,0-12-79,1 1 0,1 0 1,-1-1-1,1 1 0,1-1 0,0 1 0,0-1 0,3 6-65,-3-11 20,0 1-1,0-1 1,0 0 0,1 0-1,0 0 1,0-1 0,0 1-1,0-1 1,1 1 0,-1-1-1,1 0 1,0 0 0,0-1-1,0 1 1,0-1 0,0 0 0,1 0-1,-1 0-19,6 2 33,1-1 0,-1 0-1,1 0 1,-1-1 0,1-1 0,0 0-1,0 0 1,-1-1 0,1 0-1,0-1 1,0 0 0,0-1 0,-1 0-1,1-1 1,-1 0 0,0 0 0,0-1-1,0-1 1,0 0 0,-1 0-1,5-3-32,-4 1 60,0-1-1,0 0 1,-1 0-1,0-1 1,-1 0-1,0 0 1,0-1-1,-1 0 1,0-1-1,-1 1 1,0-1-1,0-1 1,-1 1-1,-1-1 0,0 0 1,-1 0-1,0 0 1,1-9-60,-3 10 77,0 0-1,0 0 1,-1 0 0,0 0 0,-1 0-1,0 0 1,-1 0 0,0 0 0,-1 1 0,0-1-1,-1 1 1,0-1 0,-3-5-77,2 9 42,0 0 0,0 0 0,0 1 0,0 0 0,-1-1 0,0 2 0,-1-1 0,1 1 0,-1 0 0,0 0 0,0 1 0,-1 0 0,1 0 0,-1 1 0,0 0 0,0 0 0,0 1 0,-1 0-42,6 1-35,-24-4-2288,27 5 2197,-1 0 0,1 0 1,-1 0-1,1 0 0,-1 0 1,0 1-1,1-1 1,-1 0-1,1 0 0,-1 0 1,1 0-1,-1 1 0,1-1 1,-1 0-1,1 0 1,-1 1-1,1-1 0,0 0 1,-1 1-1,1-1 0,-1 1 1,1-1-1,0 1 1,-1-1-1,1 0 0,0 1 1,0-1-1,-1 1 0,1-1 1,0 1-1,0-1 0,0 1 1,0 0-1,0-1 1,-1 1-1,1-1 0,0 1 1,0-1-1,0 1 126,0 15-6801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0:15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0 6785,'0'0'7202,"0"0"-5330,-52 184 1241,23-115-792,2-10-1129,6-10-488,11-4-344,5-5-216,5-9-136,0-10 40,13-9-48,21-12-752,45-28-1144,-9-19-3770,1-10-7681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0:15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62 14875,'0'0'1839,"0"0"71,-20 21-128,-63 70-802,80-87-938,-1 0-1,1 1 1,0-1-1,0 1 1,0 0 0,0 0-1,1 0 1,0 1-1,0-1 1,0 0 0,1 1-1,0-1 1,0 1-1,0 0 1,1-1 0,0 1-1,0-1 1,0 1-1,1 0 1,-1-1 0,1 1-1,1-1 1,-1 1-1,3 4-41,-1-5 28,0 0-1,0 0 1,0-1-1,1 1 0,-1-1 1,1 0-1,0 0 0,1-1 1,-1 1-1,1-1 1,-1 0-1,1 0 0,0 0 1,0 0-1,0-1 1,1 0-1,-1 0 0,0-1 1,1 1-1,-1-1 1,1 0-28,14 1 50,-1-1 1,0 0 0,1-1-1,-1-1 1,0-1 0,0-1-1,0 0 1,0-1 0,0-2-1,-1 1 1,12-7-51,-23 9 66,0 0 0,0 0 0,0-1-1,0 0 1,-1 0 0,0-1 0,0 0 0,0 0 0,0 0 0,-1-1-1,1 1 1,-2-1 0,1-1 0,-1 1 0,0-1 0,0 0 0,0 1-1,-1-2 1,0 1 0,-1 0 0,0-1 0,0 1 0,0-1 0,-1 1-1,0-1 1,0 0 0,-1 0 0,0 1 0,-2-9-66,1 10 42,0-1 1,-1 1-1,0 0 1,-1 0-1,1 0 1,-1 0-1,0 0 1,-1 1-1,0-1 1,1 1-1,-2 0 1,1 0-1,0 0 1,-1 1-1,-4-4-42,-4-2 81,-1 0 0,1 0 0,-2 2 1,1 0-1,-10-4-81,-6 5-1000,30 7 896,-1 0 0,0 0 0,0 1 0,1-1 0,-1 0 0,0 0 0,1 0 1,-1 1-1,0-1 0,1 0 0,-1 1 0,0-1 0,1 1 0,-1-1 0,1 1 0,-1-1 0,1 1 0,-1-1 0,1 1 0,-1-1 0,1 1 0,0 0 1,-1-1-1,1 1 104,-1 3-717,0 1 1,0 0 0,1-1-1,-1 1 1,1-1 0,0 1-1,1 0 1,-1-1 0,2 5 716,4 26-6567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0:16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63 406 11362,'0'0'2597,"-10"24"-15,-32 79-356,40-98-2125,0 1-1,0 0 1,1-1 0,0 1 0,0 0 0,0 0 0,1 0 0,0 0-1,0 0 1,0 0 0,1-1 0,0 1 0,0 0 0,0 0 0,1 0 0,0 1-101,1-3 62,-1 0 1,0 0 0,1 0 0,0-1 0,0 1-1,0-1 1,0 0 0,1 1 0,0-2 0,-1 1-1,1 0 1,0-1 0,0 0 0,0 0 0,0 0-1,3 1-62,14 3 128,0-1-1,1-1 0,0-1 0,0-1 0,0-1 0,0 0 0,4-2-127,-12 1 43,11 0-27,1-1 0,0-1 0,0-2 0,-1 0 0,0-2 0,0 0 0,0-2 0,-1-1 0,1-1-16,-17 6 75,0 1 1,-1-2 0,1 1-1,-1-1 1,0 0 0,0-1-1,0 0 1,-1 0 0,0 0-1,0-1 1,0 1 0,-1-1 0,0-1-1,-1 1 1,1-1 0,-1 0-1,-1 0 1,0 0 0,0 0-1,0-1 1,-1 1 0,0-1-1,-1 0 1,0 1 0,0-1 0,-1 0-1,-1-7-75,0 7 76,-1 1-1,0-1 0,-1 1 1,1 0-1,-2 0 0,1 0 0,-1 0 1,0 0-1,-1 1 0,0 0 1,0 0-1,0 0 0,-1 1 1,0-1-1,0 1 0,-1 1 1,0-1-1,0 1 0,0 0-75,-3-2-31,0 1-1,0 0 0,0 0 0,-1 1 0,0 1 0,0-1 1,0 2-1,0-1 0,-1 2 0,1 0 0,-1 0 1,0 1-1,-10 0 32,21 1-68,1 0-1,-1 0 1,0 0 0,0 0 0,1 1 0,-1-1-1,0 0 1,0 0 0,1 1 0,-1-1 0,0 0-1,1 1 1,-1-1 0,0 1 0,1-1 0,-1 1-1,0-1 1,1 1 0,-1 0 0,1-1 0,-1 1-1,1-1 1,0 1 0,-1 0 0,1 0 0,0-1 0,-1 1-1,1 0 1,0 0 0,0-1 0,0 1 0,-1 0-1,1 0 1,0-1 0,0 1 0,0 0 0,1 1 68,-1 0-506,0 1 1,0-1 0,1 1 0,-1-1-1,1 1 1,0-1 0,0 1 0,0-1 0,0 0-1,0 1 1,1-1 0,0 1 505,19 17-8343</inkml:trace>
  <inkml:trace contextRef="#ctx0" brushRef="#br0" timeOffset="1">806 0 16740,'0'0'2496,"0"0"-984,0 0-47,0 0 247,5 130-496,-2-66-527,-1-1-281,6 1-264,3-10-64,2-6-80,3-8 0,20-7-696,-4-10-1017,5-13-4192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0:16.6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0 10610,'0'0'1770,"0"0"-310,0 0-121,-9 22-236,-10 25-181,2 0-1,3 0 1,1 2-1,-2 25-921,11-44 337,0 0 0,3 0-1,0 0 1,2 0 0,1 0-1,2 0-336,-3-23 21,0 1 0,1-1-1,0 0 1,0 0-1,1 0 1,0 0-1,0 0 1,0 0 0,1-1-1,0 0 1,1 0-1,-1 0 1,1 0 0,0 0-1,0-1 1,1 0-1,0 0 1,0-1-1,0 0 1,0 0 0,1 0-1,0-1 1,-1 0-1,1 0 1,0 0-1,3 0-20,0 0 15,1-1 0,-1 0 0,1 0 0,0-1 0,0 0 0,-1-1 0,1-1 0,0 1 0,0-2 0,-1 1 0,1-1 0,-1-1 0,1 0 0,-1-1 0,0 0 0,0 0 0,0-1 0,-1 0 0,0-1 0,1 0-15,1-3 16,-1 0 1,0 0-1,0-2 1,-1 1-1,0-1 1,0 0-1,-1-1 1,-1 0-1,0 0 1,-1-1-1,0 1 1,-1-1-1,0-1 1,-1 1-1,0-6-16,0 6 60,-2-1 0,1 0-1,-2 0 1,1 0 0,-2 0-1,0 0 1,-1 0 0,0 0-1,-1 0 1,-1 0 0,-3-10-60,3 15 67,-1 0-1,0 1 1,-1-1 0,1 1 0,-2 0 0,1 0 0,-1 1 0,0 0 0,-1 0 0,1 0 0,-1 1-1,-1 0 1,1 0 0,-1 1 0,0 0 0,0 0 0,-7-2-67,0 0-87,0 1 0,0 1-1,-1 0 1,0 1 0,1 0 0,-1 2 0,-1 0 0,-12 0 86,29 2-115,-1 0-1,1 0 0,-1 0 1,1 0-1,0 0 0,-1 0 0,1 0 1,0 0-1,-1 0 0,1 0 0,-1 1 1,1-1-1,0 0 0,-1 0 1,1 0-1,0 1 0,-1-1 0,1 0 1,0 0-1,0 1 0,-1-1 0,1 0 1,0 0-1,0 1 0,-1-1 1,1 0-1,0 1 0,0-1 0,0 1 1,-1-1-1,1 0 0,0 1 0,0-1 1,0 0-1,0 1 0,0-1 1,0 1-1,0-1 0,0 0 0,0 1 1,0-1-1,0 1 0,0-1 0,0 0 1,0 1-1,1-1 0,-1 0 1,0 1 115,0 3-1704,0 12-6359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0:17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11 3881,'0'0'7946,"0"0"-4915,28-2-971,91-7-675,-116 9-1353,0 0 0,0 0 1,0 0-1,0 1 1,0-1-1,0 1 0,0 0 1,-1-1-1,1 1 0,0 0 1,0 1-1,-1-1 1,1 0-1,-1 1 0,1 0 1,1 0-33,-3 0 25,1 0 0,-1-1 0,0 1 0,0 0 0,0-1 0,0 1 0,0 0 1,0 0-1,0 0 0,-1 0 0,1 0 0,-1 0 0,1 0 0,-1 0 0,0 0 0,0 0 0,0 2-25,0 2 99,-1-1 0,1 1 0,-2 0 0,1-1 0,-1 1 0,1 0 0,-1-1 0,-1 0 0,1 1 0,-1-1 0,0 0 0,-1 0-99,-10 12 244,-2-1 1,0-1-1,-1-1 0,0 0 1,-18 10-245,2 0 146,28-21-144,4-2-3,0-1 0,1 1 0,-1-1-1,0 1 1,0 0 0,0-1 0,0 1-1,1 0 1,-1 0 0,0-1 0,1 1 0,-1 0-1,0 0 1,1 0 0,-1 0 0,1 0-1,0 0 1,-1 0 0,1 0 0,0 0-1,-1 0 2,25 1-132,-5-3 127,-1 2 0,0 0 0,0 1 0,0 1 0,-1 1 0,1 0 0,-1 1 0,1 1 5,-12-3-3,1 0 0,-1 0 0,1 1 0,-1 0 0,0 0 1,-1 1-1,1 0 0,-1-1 0,0 2 0,0-1 0,0 1 0,-1-1 0,1 1 0,-2 1 0,1-1 0,-1 0 1,0 1-1,0 0 0,0 0 0,-1 0 0,1 5 3,-1-1 94,0 0 0,-1 0-1,0 0 1,-1 0 0,0 0 0,-1 0 0,0 0-1,0 0 1,-1 0 0,-1 0 0,0-1 0,-1 1-1,1-1 1,-2 1 0,0-1 0,0-1 0,-1 1 0,0-1-1,0 0 1,-1 0 0,0-1 0,-1 0 0,0 0-1,0-1 1,-1 0 0,0 0 0,0-1 0,0 0-1,-1-1 1,0 0 0,0 0 0,0-1 0,-1-1-1,1 1 1,-10 0-94,11-2 89,0 0 0,-1-1-1,1 0 1,0 0 0,-1-1-1,-6-1-88,-17-9-2015,31 9 1287,0 0 1,0-1 0,0 1-1,0-1 1,1 0 0,-1 1-1,0-1 1,1 0 0,-1 0-1,1 0 1,0 0 0,-2-2 727,0-6-8601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0:17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1 9722,'0'0'3897,"0"0"-1825,0 0-223,0 0-753,0 0-384,-24 160-136,1-20 304,-12 53-95,-4 24-153,10-9-8,19-29-320,10-54-168,21-35-128,21-24-8,39 2-728,74 17-1601,-11-11-2560,11-11-4089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0:18.0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0 9578,'0'0'6609,"0"0"-5776,194 156 1047,-113-24 8,-23 40-455,-26 12-297,-32-9-584,-3-43-240,-23-42-168,-1-24-136,-4-12 32,-6 3-40,-7 7-280,-11 4-560,-1-4-808,-30 2-1185,12-17-2816,6-13-7018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0:18.7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8490,'0'0'7169,"0"0"-6104,0 0 1511,0 0-279,191 54-1137,-120-47-608,2-5-256,-4-2-128,-6 0-168,-11 0 0,-10 0-304,-10 5-1344,-14 0-3121,-13-1-4225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0:19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0 142 12587,'0'0'3937,"0"0"-1569,0 0 65,0 0-1169,0 0-648,0 0 72,0 0-464,216 5-104,-106-34-120,68-16-296,-28 8-1992,-11 1-5562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1:06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20 12307,'0'0'2792,"0"0"1,0 0-343,0 0-1014,-12-4-594,-39-11-188,49 15-634,0 0 0,0 0 0,0 0-1,0 0 1,0 0 0,0 0-1,0 0 1,0 1 0,0-1 0,0 1-1,0-1 1,0 1 0,0 0 0,0 0-1,0 0 1,0 0 0,0 0 0,1 0-1,-1 0 1,1 1 0,-1-1-1,1 1 1,-1-1 0,1 1 0,0-1-1,-1 1 1,1 0 0,0 0 0,0 0-1,0 0-19,-5 7 60,-10 14 23,1 1-1,2 1 0,0 0 1,1 0-1,2 1 0,0 1 1,2 0-1,1 0 0,1 1 0,1-1 1,2 1-1,1 0 0,1 1 1,2 8-83,-1-30 4,1-1 0,0 1 0,0 0 1,1-1-1,0 0 0,0 1 0,1-1 0,-1 0 1,2 0-1,-1 0 0,0 0 0,1-1 1,0 0-1,0 1 0,1-1 0,0-1 0,0 1 1,0-1-1,0 0 0,0 0 0,1 0 1,0-1-1,0 1 0,3 0-4,1 0 14,1 0-1,-1 0 1,1-2 0,0 1 0,0-1-1,0-1 1,0 0 0,0 0-1,0-1 1,0 0 0,0-1 0,0-1-1,0 0 1,8-2-14,-12 2 13,-1 0 0,0-1 0,-1 1 0,1-1 1,0-1-1,-1 1 0,0-1 0,1 0 0,-2 0 0,1 0 0,0-1 0,-1 1 0,0-1 0,0 0 1,0-1-1,-1 1 0,1-1 0,-2 1 0,1-1 0,0 0 0,-1 0 0,0 0 0,-1-1 0,1 1 0,-1-3-13,1-1 80,-1 0 0,0 0-1,-1 0 1,0-1 0,0 1-1,-2 0 1,1 0-1,-1 0 1,0 0 0,-1 0-1,0 1 1,-1-1 0,0 1-1,0 0 1,-6-9-80,-1 2 129,-2 0 1,1 1-1,-2 0 0,0 1 1,-1 0-1,-12-8-129,21 17-21,0 0 0,0 1 0,0 0 0,-1 0 0,0 1 0,1 0 0,-1 0 0,0 0 0,-1 1-1,1 0 1,0 1 0,-1-1 0,1 1 0,0 1 0,-1-1 0,0 1 0,1 1 0,0-1 0,-4 2 21,11-2-51,-1 0 0,1 0-1,-1 0 1,1 1 0,-1-1 0,1 0 0,-1 0 0,1 1 0,-1-1 0,1 0-1,-1 1 1,1-1 0,-1 1 0,1-1 0,0 0 0,-1 1 0,1-1 0,0 1-1,0-1 1,-1 1 0,1-1 0,0 1 0,0-1 0,-1 1 0,1-1 0,0 1-1,0 0 1,0-1 0,0 1 0,0-1 0,0 1 0,0-1 0,0 1 0,0-1-1,0 1 1,0 0 0,1-1 0,-1 1 0,0-1 0,0 1 0,0-1 0,1 1-1,-1-1 52,15 21-3248,17-6-2728,6-3-3142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1:06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0 12915,'0'0'2464,"0"0"-823,-55 137 2071,23-71-2167,4 0-625,-1-5-248,2-4-264,4-10-192,4-7-216,6-9 0,5-14-16,8-17-1176,3 0-1601,13-17-2352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1:06.8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15987,'0'0'3169,"0"0"-1745,0 0 297,0 0-1,0 0-536,58 170-471,-48-109-201,-2 3-240,0-3-104,-3-2-152,0-2 56,1-7-72,-4-8-112,1-11-280,2-8-569,13-16-1087,1-7-3449,-1 0-4145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1:07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502 15 10906,'0'0'2954,"0"0"-596,0 0 265,-28-3-826,-89-8-869,101 10-790,0 1 1,1 1-1,-1 0 1,0 1-1,1 0 1,0 2-1,-1 0 0,1 0 1,1 2-1,-1-1 1,1 2-1,0 0 1,0 1-1,1 0 1,0 1-1,1 1 0,-1 0 1,2 0-1,0 1 1,0 1-1,-1 2-138,6-7 49,1-1 0,-1 2 0,2-1 0,-1 0 1,1 1-1,0 0 0,0 0 0,1 0 0,-1 7-49,3-13 4,0 1 0,0 0 0,1 0 0,-1-1 0,1 1 0,0 0 0,0 0 0,0-1 1,0 1-1,1 0 0,-1 0 0,1-1 0,-1 1 0,1 0 0,0-1 0,0 1 0,0 0 0,1-1 0,-1 0 0,0 1 1,1-1-1,0 0 0,-1 1 0,1-1 0,0 0 0,0-1 0,0 1 0,1 0 0,-1 0 0,0-1 0,2 1-4,12 5 3,1-2 1,-1 0-1,1 0 0,0-2 0,1 0 0,-1-1 0,0-1 1,1-1-1,-1 0 0,3-1-3,-1 1-57,-9 0 10,-1 0 1,1-1-1,-1 0 1,1-1-1,-1 0 0,0 0 1,1-1-1,-1-1 0,0 1 1,-1-1-1,1-1 1,-1 1-1,0-1 0,0-1 1,0 0-1,-1 0 0,0 0 1,0-1-1,1-1 47,0-3 23,0 0 0,-1 0 0,0 0 0,-1-1 0,0 0 0,-1 0 0,-1 0 0,0-1 0,0 0 0,-1 0 0,-1 0 0,0 0 0,0-9-23,0 7 753,1 16-298,3 30-135,3 56 39,-6 35 69,-5 0 0,-5 0-1,-12 52-427,18-169-257,-1 13 800,2-18-622,-1 0 0,1 1 1,0-1-1,0 0 1,0 1-1,0-1 1,0 0-1,0 0 1,0 1-1,0-1 0,0 0 1,0 1-1,1-1 1,-1 0-1,0 0 1,0 1-1,0-1 1,0 0-1,0 1 0,0-1 1,1 0-1,-1 0 1,0 1-1,0-1 1,0 0-1,1 0 1,-1 0-1,0 1 0,0-1 1,1 0-1,-1 0 1,0 0-1,0 0 1,1 0-1,-1 1 1,0-1-1,1 0 0,-1 0 1,0 0-1,1 0 1,-1 0-1,0 0 79,12-2-5021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1:07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18724,'0'0'2449,"0"0"-1737,0 0-544,0 0-168,0 0-4921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1:52.1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406 47 11811,'0'0'1500,"0"0"-143,0 0 899,-28-9-449,-91-24-707,113 32-1027,1 0 0,0 0 1,-1 0-1,1 1 0,-1 0 1,1 0-1,-1 0 0,1 1 0,0 0 1,-1 0-1,1 0 0,0 0 1,0 1-1,-1 0 0,1 0 0,1 1 1,-1-1-1,0 1 0,1 0 1,-1 0-1,-3 4-73,-2 3 174,0 1-1,1 0 1,0 1 0,0 0 0,1 0-1,-2 8-173,1-6 212,0 0-58,0 1 1,1 1-1,1 0 1,0 0-1,1 0 1,1 0 0,0 1-1,1 0 1,1 0-1,1 1 1,0-1 0,2 0-1,0 2-154,0-14 18,1-1-1,0 0 1,0 1-1,0-1 1,0 0-1,1 1 1,0-1-1,-1 0 1,2 0-1,-1 0 1,0 0 0,1-1-1,0 1 1,0-1-1,0 0 1,2 2-18,1 0 16,1 0 0,-1 0 0,1-1 0,1 0 0,-1 0 0,1 0 0,-1-1 0,8 2-16,12 1-7,0 0 0,0-1 1,0-2-1,28 0 7,-44-3-96,103 0-1919,-99-2 794,-1 0-1,1-1 1,-1-1 0,1 0 1221,37-16-6697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1:52.4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14459,'0'0'1884,"0"0"-645,0 0-2,12 29 0,-3-8-1017,18 43 457,-2 2-1,-3 1 1,10 58-677,-25-74 181,-2 0 0,-2 0 0,-2 1 0,-3 11-181,0-32 66,-2 0 0,-1 0-1,-2-1 1,-1 1 0,-1-1 0,-1-1-1,-9 16-65,-6 1-564,18-35-326,1 0-1,0 0 0,0 0 1,1 1-1,0-1 0,1 1 0,1 0 1,0 1-1,-1 9 891,4-18-12798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1:53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0 123 13867,'0'0'2022,"0"0"-306,30-2-465,409-5-165,-382 7-1071,57-1 59,-112 1-72,-1 0 1,0 0-1,0 0 0,1 0 1,-1-1-1,0 1 0,0 0 1,1-1-1,-1 1 0,0 0 1,0-1-1,0 1 0,0-1 1,0 0-1,0 1 0,1-1 1,-2 0-1,1 0 0,0 0 1,0 0-1,0 0 0,0 0 1,0 0-1,-1 0 0,1 0 1,0 0-1,-1 0 0,1 0 1,-1 0-1,1-1 0,-1 1 1,0 0-1,0 0 0,1-2-2,-1 1 4,-1 0-1,1 0 0,0 0 0,-1 0 1,1 0-1,-1 0 0,1 0 0,-1 0 0,0 0 1,0 0-1,0 0 0,0 0 0,0 1 1,-1-1-1,1 0 0,-1 1 0,1-1 1,-1 1-1,1-1 0,-2 0-3,-5-3 81,-1-1-1,0 1 1,-1 1-1,1 0 1,-1 0-1,1 1 1,-1 0-1,0 0 1,0 1-1,-6 0-80,-21-2 693,1 2-1,-12 2-692,37 0 78,-6 2 75,-1 0 0,0 1 0,1 0 0,0 1 0,0 2 0,0-1 0,0 2 0,1 0 0,0 1-1,1 1 1,0 0 0,0 1 0,1 1 0,0 0 0,1 1 0,0 0 0,1 1 0,0 1 0,1 0-1,-3 5-152,11-13 49,0-1-1,0 1 0,0 0 0,0-1 0,1 1 0,0 1 0,0-1 0,1 0 0,0 0 1,0 1-1,0-1 0,1 1 0,0 3-48,0-8 6,0 0-1,1-1 1,-1 1 0,0-1-1,1 0 1,0 1 0,-1-1 0,1 1-1,0-1 1,0 0 0,0 1 0,0-1-1,0 0 1,0 0 0,0 0-1,0 0 1,0 0 0,0 0 0,1 0-1,-1 0 1,0 0 0,1-1-1,-1 1 1,1 0 0,-1-1 0,1 0-1,-1 1 1,1-1 0,-1 0-1,1 1 1,-1-1 0,1 0-6,62 3 125,-51-3-101,338-12 7,-338 13-46,-1-1 0,0 2 1,0 0-1,0 0 0,0 1 1,0 1-1,0 0 0,-1 0 1,0 1-1,0 1 0,0 0 1,0 0-1,7 8 15,-12-10-9,-1 0 0,0 1 0,0 0-1,-1 0 1,0 0 0,0 1 0,0 0 0,0-1 0,-1 1 0,0 0 0,0 1-1,-1-1 1,0 0 0,0 1 0,0 0 0,-1-1 0,0 1 0,0 0 0,-1 0-1,1-1 1,-2 1 0,1 0 0,-1 0 0,0 0 0,-1 4 9,0-5 15,-1-1 0,1 1 0,-1-1-1,0 0 1,0 1 0,-1-2 0,0 1 0,0 0 0,0-1 0,0 1 0,0-1-1,-1 0 1,0-1 0,0 1 0,0-1 0,0 0 0,-1 0 0,1 0 0,-1-1-1,1 0 1,-2 0-15,-10 4 187,0-1 0,-1 0 1,0-1-1,1-1 0,-1-1 0,-12 0-187,0-1 157,1-2 0,-1-1 0,0-1 1,-17-5-158,36 5 6,0 1 0,0-2 0,0 1 0,0-2 1,1 1-1,-1-2 0,1 1 0,1-1 1,-1-1-1,1 0 0,0 0 0,0-1 0,-3-4-6,11 11-44,0 1 0,0-1-1,0 0 1,0 0-1,0 0 1,0 0 0,1-1-1,-1 1 1,0 0-1,0 0 1,1 0 0,-1-1-1,1 1 1,-1 0-1,1-1 1,0 1 0,-1-1-1,1 1 1,0 0 0,0-1-1,0 1 1,0 0-1,0-1 1,0 1 0,1-1-1,-1 1 1,0 0-1,1-1 1,-1 1 0,1 0-1,-1-1 1,1 1-1,-1 0 1,1 0 0,0 0-1,0-1 1,0 1-1,0 0 1,0 0 0,0 0-1,0 0 1,0 1 0,0-1-1,0 0 1,0 0-1,1 1 1,-1-1 0,0 0-1,1 1 45,111-24-6458,-53 15-657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1:53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15947,'0'0'1597,"0"0"-429,6 31 551,17 76 1039,16 40-2758,-12-56 883,-3 1 0,-5 2 0,-4 0 0,-4 0 1,-2 50-884,-8-182 125,2 0 0,2 0 0,1 1 0,4-12-125,-3 23 2,0 1 0,1 0 1,2 1-1,0 0 1,2 0-1,12-17-2,-20 35-2,0 0 1,1 0-1,0 1 0,0-1 0,1 1 0,-1 1 0,1-1 0,0 1 1,0 0-1,1 0 0,-1 1 0,1 0 0,0 0 0,0 0 0,5-1 2,-7 3 0,0 0 0,1 0 0,-1 1-1,0-1 1,1 1 0,-1 1 0,1-1-1,-1 1 1,0-1 0,1 1 0,-1 1-1,0-1 1,0 1 0,0 0 0,0 0-1,0 1 1,0-1 0,-1 1 0,1 0-1,-1 0 1,2 3 0,7 5 12,-1 1-1,0 1 1,-2 0-1,1 0 1,-1 1 0,6 14-12,6 15 114,13 34-114,-20-41-12,-13-32-212,0 0 1,0 0-1,0 0 1,0 0-1,1 0 1,0 0-1,0-1 1,0 1-1,0-1 0,0 0 1,1 0-1,-1 0 1,1-1-1,0 1 1,0-1-1,2 1 224,2 0-1347,1 0 0,0 0 0,0-1 0,0-1-1,0 1 1,0-1 0,7-1 1347,28 1-9106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1:53.9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205 66 13179,'0'0'2758,"0"0"321,0 0 111,-24-6-1530,3 1-1418,0 0-1,0 2 1,-18-1-242,36 4 24,1 0 1,0 1 0,-1-1 0,1 0 0,0 1 0,0 0 0,-1-1 0,1 1-1,0 0 1,0 0 0,0 0 0,0 0 0,0 1 0,0-1 0,0 1 0,1-1-1,-1 1 1,0-1 0,1 1 0,-1 0 0,1 0 0,0 0 0,-1 1-25,-1 3 85,0 1 1,0 0-1,1-1 1,0 1-1,0 0 1,0 1-86,0 0 84,-2 9 19,1 0 1,1 0-1,0 1 0,1-1 1,0 0-1,2 1 0,0-1 1,1 1-1,4 15-103,-3-23 17,-1-1-1,2 0 1,-1 0 0,1 0 0,1 0-1,0 0 1,0-1 0,0 0-1,1 0 1,0-1 0,1 1 0,0-1-1,0-1 1,0 1 0,1-1 0,0-1-1,0 1 1,4 1-17,5 0-44,-1-1 0,1 0-1,0-2 1,1 0 0,-1 0 0,1-2-1,-1 0 1,1-1 0,0-1 0,12-1 44,-26 1-22,0 0 12,0 0 0,-1 0 0,1 0 1,0-1-1,-1 1 0,1-1 0,-1 0 0,1 0 0,-1 0 1,1 0-1,-1-1 0,0 1 0,1-1 0,-1 0 0,0 0 1,0 0-1,0 0 0,0-1 0,1-1 10,-1 0 6,-1 0 0,0 0 0,1-1 0,-1 1 0,-1 0 0,1-1 0,-1 0 0,0 1 0,0-1 0,0 0 0,0 1 0,-1-1 0,0 0 0,0-4-6,-5-248 991,5 252-958,0 0 0,0 0 0,1 0 0,0 0 0,0 0 0,0 0-1,0 0 1,1 1 0,0-1 0,0 1 0,0-1 0,0 1 0,1 0 0,0 0 0,0 0 0,0 0-1,0 0 1,1 1 0,-1-1-33,4-1-83,0 0 0,1 0 0,-1 0 0,1 1 0,0 0 0,0 1 0,0 0 0,0 0 0,1 1 0,3-1 83,16-2-1264,0 2-1,1 0 1,-1 2 0,0 2 0,0 0-1,4 2 1265,52 13-5101,-3 3 1964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1:54.2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15 13971,'0'0'2827,"0"0"101,0 0-381,-22-4-1171,9 1-1186,4 1-124,-1 0 0,1 0 0,0 1 0,0 0 0,-1 1 0,0 0-66,7 0 29,-1 1 0,1-1 0,-1 1-1,1 0 1,-1 0 0,1 0 0,0 0 0,0 0 0,0 1 0,-1-1 0,1 1 0,1 0 0,-1 0 0,0 0 0,0 1 0,1-1 0,-1 1 0,1-1 0,0 1 0,0 0 0,-2 2-29,-6 14 145,0 2 0,1-1 0,1 1 0,1 1 0,1-1 0,1 1 0,1 0 0,0 1 0,2-1 0,1 0 0,1 1 0,0-1-145,0-14 13,1-1 0,-1 0 0,1 0-1,0 0 1,1 0 0,-1 0 0,1-1 0,1 1 0,-1 0-1,1-1 1,1 1 0,-1-1 0,1 0 0,0 0 0,0-1-1,1 1 1,-1-1 0,1 0 0,1 0 0,-1 0 0,1-1-1,-1 0 1,1 0 0,0 0 0,1-1 0,-1 0 0,1 0-1,-1-1 1,1 1 0,0-1 0,0-1 0,5 1-13,-2 0-72,-1 0 1,1-1 0,0 0-1,0-1 1,0 0-1,0 0 1,0-1-1,-1-1 1,1 1 0,0-1-1,-1-1 1,1 0-1,-1-1 1,0 1 0,0-2-1,4-2 72,-5 1-69,0 0 1,0-1-1,0 0 0,-1-1 1,0 1-1,0-1 1,-1-1-1,0 1 0,0-1 1,-1 0-1,0-1 0,-1 1 1,0-1-1,0 0 0,0-4 69,3-17 352,0 0 0,-3 0 0,0 0 0,-2 0 0,-1-1-1,-2-2-351,0 45 51,0 0 0,-1 0-1,-1 0 1,0-1-1,-3 9-50,-9 36 221,13-42-202,0 1 22,0-1-1,1 1 1,0 0-1,1-1 0,1 2-40,-1-13-16,0 0-1,0 1 0,0-1 1,1 0-1,-1 1 0,1-1 1,0 0-1,-1 0 0,1 1 1,0-1-1,0 0 1,1 0-1,-1 0 0,0 0 1,1 0-1,-1-1 0,1 1 1,0 0-1,-1-1 0,1 1 1,0-1-1,0 1 0,0-1 1,0 0-1,0 0 0,0 0 1,0 0-1,1 0 0,-1 0 1,0-1-1,1 1 17,47 1-2294,-15-8-2964,3-12-6363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1:54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287 0 8466,'0'0'4769,"0"0"-2983,0 0-91,-1 27-127,-1 0-1260,0-10-183,1 0-1,1 1 1,1-1 0,0 0-1,1 0 1,1 1 0,1-1 0,4 13-125,0-6 323,9 28 1113,5 35-1436,-18-70 315,-2 0 0,0 1 0,0-1 0,-2 1 0,0-1 0,-1 1 0,-2 3-315,2-16 96,-1-1-1,0 1 1,0-1-1,0 1 1,0-1-1,-1 0 1,0 0 0,1 0-1,-2 0 1,1 0-1,0 0 1,-1-1-1,0 0 1,1 0-1,-1 0 1,-1 0-1,1 0 1,0-1-1,0 0 1,-1 0-1,0 0 1,1-1-1,-1 1 1,-1-1-96,-6 3 81,-1-1-1,0 0 1,0-1 0,0-1-1,0 0 1,0 0 0,0-1-1,-11-2-80,18 0-97,-1 0-1,1 0 1,0 0-1,0-1 1,0 0-1,0-1 1,0 1-1,-1-2 98,-29-15-2874,11 11-1901,3 4-2798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1:59.4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81 10042,'0'0'1861,"0"0"-377,0 0 626,0 0-129,0 0-111,7 5-351,-2-3-1343,0 1-1,0-1 1,0 1-1,1-1 1,-1-1-1,0 1 1,1-1-1,0 0 1,-1 0 0,1-1-1,0 0 1,-1 0-1,1 0 1,0 0-1,-1-1 1,1 0-1,-1 0 1,1-1-1,-1 0 1,0 0-1,1 0 1,-1 0-1,0-1 1,3-1-176,26-18 439,-1-1 1,9-9-440,-42 31 13,1 1 1,-1-1-1,1 1 0,-1-1 0,1 1 1,-1-1-1,1 1 0,0 0 1,-1-1-1,1 1 0,0 0 1,-1-1-1,1 1 0,0 0 1,-1 0-1,1-1 0,0 1 0,-1 0 1,1 0-1,0 0 0,0 0 1,-1 0-1,1 0 0,0 0 1,0 0-1,-1 1 0,1-1 1,0 0-1,-1 0 0,1 1 0,0-1 1,-1 0-1,1 1 0,0-1 1,-1 0-1,1 1 0,-1-1 1,1 1-1,-1-1 0,1 1 1,-1-1-1,1 1 0,-1-1 1,0 1-1,1 0 0,-1-1 0,0 1 1,1 0-1,-1-1 0,0 1 1,0 0-1,1-1 0,-1 1 1,0 1-14,7 46 10,-7-38 73,3 95 486,-4 0 0,-4 0 0,-6 2-569,2-11 165,6 73-1225,4-174 543,0 0 0,1 0 0,0 0 0,-1 0 0,1 1-1,1-1 1,-1 0 0,1 1 0,0 0 0,0 0 0,0 0 0,2-2 517,-1 1-1187,22-28-6641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1:59.8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0 11306,'0'0'1659,"0"0"-165,0 0-231,0 0-24,-12 24 259,1-1-1063,-3 4 177,1 1-1,1 1 0,2 0 0,-4 20-611,6-19 418,2 0 0,1 1 0,2 0-1,1 0 1,1 0 0,1 1 0,2 0-418,-1-27 28,0-1 1,0 1-1,0 0 1,0-1-1,1 1 1,0-1-1,0 1 1,0-1-1,0 0 1,1 0-1,-1 0 1,1 0-1,0 0 1,0-1-1,1 1 1,-1-1-1,1 0-28,3 2 33,0 0 0,0-1 0,0 0 0,1 0 0,-1 0 0,1-1 0,0-1 0,0 1 0,5 0-33,11 1 58,0-1 1,0-1-1,1-1 0,-1-1 0,0-1 1,10-2-59,-26 2 17,0 0 1,-1-1 0,1 1-1,-1-2 1,1 1 0,-1-1-1,0 0 1,0-1-1,0 1 1,-1-1 0,1-1-1,-1 1 1,0-1 0,0 0-1,-1-1 1,1 1 0,-1-1-1,-1 0 1,1 0-1,-1-1 1,0 1 0,0-1-1,-1 0 1,0 0 0,0-1-18,3-10 117,0-1 0,-1 0 0,-2 0 0,0 0 0,0-1 0,-2 1 0,-1-1 1,0 1-1,-2-8-117,1 17 50,-1 0 0,0 1 0,0-1 0,-1 1 1,0 0-1,-1 0 0,0 0 0,-1 0 0,1 0 1,-1 1-1,-1 0 0,0 0 0,0 1 0,-1-1 0,1 1 1,-2 1-1,1-1 0,-1 1 0,-6-4-50,1 2-31,0 0 1,0 1-1,0 1 0,-1 0 0,-1 1 0,1 0 1,0 1-1,-1 1 0,0 0 0,0 1 1,0 1-1,-7 0 31,13 1-2624,20 0-2411,15 2-1577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2:00.2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1 13003,'0'0'1715,"0"0"81,-5 27 563,0 1-1794,-3 9 155,2 1-1,2 1 1,1 22-720,3-52 165,-2 24 292,3 0 0,0 0 0,2 0 0,1-1 0,5 12-457,-8-36 36,1-1 0,0 0 0,1 0 0,0 0 0,0 0 0,0 0 0,1-1 0,0 1 1,0-1-1,0 0 0,1 0 0,0-1 0,0 1 0,1-1 0,0 0 0,-1 0 0,2-1 0,-1 0 1,0 0-1,1-1 0,0 1 0,0-1 0,0-1 0,0 1 0,0-1 0,4 0-36,0 0 16,0 0 0,1 0 0,0-2-1,-1 1 1,1-1 0,0-1 0,-1 0-1,1-1 1,-1 0 0,0-1 0,1 0-1,-1-1 1,-1 0 0,1-1 0,0 0-1,-1 0 1,0-1 0,0-1 0,-1 0-1,0 0 1,0 0 0,-1-1 0,0-1 0,0 0-1,-1 0 1,0 0 0,0-1 0,-1 0-1,0 0 1,-1 0 0,0-1 0,-1 0-1,0 0 1,-1 0 0,0 0 0,-1 0-1,0-1 1,0-7-16,-1 5 121,0 0 0,-1 0 1,0 0-1,-1 0 0,-1 1 0,0-1 0,-1 0 0,0 1 0,-1-1 1,0 1-1,-2-2-121,1 6 48,0 0 1,-1 1 0,1-1-1,-2 1 1,1 0-1,-1 1 1,0-1 0,-1 1-1,1 1 1,-2-1-1,1 2 1,0-1 0,-1 1-1,0 0 1,-5-1-49,-2-1 9,-1 1-1,0 1 1,0 1-1,0 0 1,0 2 0,0 0-1,-14 0-8,23 1-33,-1 1-1,1 0 1,0 0-1,-1 1 1,1 0-1,-1 1 1,1 0-1,0 0 1,0 0-1,0 1 0,0 1 1,1-1-1,-1 1 1,1 1-1,0-1 1,-4 4 33,9-6-75,1-1 1,-1 1 0,1 0-1,-1-1 1,1 1-1,0 0 1,0 0-1,0 0 1,0 0 0,0 0-1,0 0 1,0 0-1,1 0 1,-1 0-1,1 1 1,0-1 0,-1 0-1,1 0 1,0 0-1,0 1 1,0-1-1,1 0 1,-1 0 0,1 1 74,0 1-467,0-1 0,1 0 0,-1 1 1,1-1-1,0 0 0,0 0 0,0 0 1,1-1-1,-1 1 0,1 0 1,-1-1-1,1 0 0,0 1 0,2 0 467,40 22-12168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2:00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14323,'0'0'1952,"0"0"-759,0 0 927,0 0-1216,0 0-464,147 19-336,-102-17-39,-6-2-65,-10 0-513,-6 0-1551,-7 0-2057,-11 0-3953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2:00.8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39 640,'0'0'11835,"0"0"-9899,0 0 369,0 0-281,0 0-664,0 0-704,0 0-392,118 11-264,-39-27-200,-14-1-2264,-7 1-4041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2:01.2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0 131 12635,'0'0'1659,"0"0"-532,0 0 414,9 24-99,0 1-1061,0-1-14,0 0 0,-2 1 0,-1 1 0,-1-1 0,-1 3-367,19 218 2417,-19-233-2088,2-17 342,4-19-36,18-113-428,-19 83-66,3 0 1,1 1-1,9-16-141,-17 53 17,1 1 0,1 0 0,0 0 0,1 1 1,0 0-1,1 0 0,1 1 0,0 0 0,0 0 0,2 2 0,-1-1 0,1 1 0,9-5-17,-17 12-2,0 0 0,0 1 0,1-1 0,-1 1-1,1 0 1,-1 0 0,1 1 0,0-1-1,0 1 1,0 0 0,0 1 0,0-1-1,0 1 1,0 0 0,0 0 0,0 0 0,0 1-1,0 0 1,3 0 2,-4 1-2,0 0 0,0 0 0,0 0 0,0 1 0,0-1-1,-1 1 1,1 0 0,-1 0 0,0 0 0,0 1 0,0-1 0,0 1 0,0-1 0,-1 1-1,0 0 1,1 0 0,-2 0 0,1 0 0,0 0 0,-1 1 0,1 1 2,7 35-2,-1 0-1,-1 0 1,-1 40 2,-3-39 8,2 1-1,1-1 1,11 34-8,-14-62 52,2 0 0,0 0 0,1-1 0,0 0 0,1 0 1,2 3-53,-7-13-159,-1-1 1,1 1-1,0-1 1,0 1 0,0-1-1,0 0 1,1 0-1,-1 0 1,0 0 0,1-1-1,0 1 1,-1-1 0,1 1-1,0-1 1,0 0-1,-1 0 1,1 0 0,0 0-1,0-1 1,0 1-1,0-1 1,0 0 0,0 0-1,0 0 1,1 0-1,-1 0 1,0-1 0,0 1-1,-1-1 1,1 0-1,0 0 1,2-1 158,11-8-4744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2:39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20 13835,'0'0'2683,"0"0"-524,0 0 175,0 0-870,0 0-785,2 36 276,4 252 1096,-9-131-493,-14 82-1558,9-133-670,5 57 670,9-167-3394,4-11 1815,-3-7-713,-1-1 0,-1 0 1,0 0-1,-2 0 0,-1-1 0,0-17 2292,-3-46-2896,-4-12 2896,-15-68 1133,9 94 5393,0-71-6526,10 133 463,1 0 1,1 0 0,0 0-1,1 1 1,0-1 0,0 0-1,1 1 1,3-7-464,-3 10 255,0 1-1,1-1 1,0 1 0,1-1-1,-1 1 1,1 1 0,0-1 0,0 1-1,1 0 1,0 0 0,0 0-1,6-3-254,3-1 282,0 2 1,0 0-1,0 0 0,1 1 0,0 1 0,0 1 0,1 0 1,-1 1-1,5 1-282,8-1 407,0 1 1,0 2 0,0 1-1,28 5-407,-47-5 66,0 0 0,-1 1 0,1 1 0,-1 0-1,0 0 1,0 0 0,0 1 0,0 1 0,-1 0-1,0 0 1,1 0 0,-2 1 0,1 0 0,-1 1-1,0 0 1,0 0 0,-1 0 0,0 1 0,0 0-1,-1 0 1,0 0 0,0 1 0,-1 0-1,0 0 1,-1 0 0,0 0 0,1 7-66,-2-5 88,-1-1 1,0 1 0,-1 0-1,0 0 1,-1 0 0,0-1-1,-1 1 1,0 0 0,0-1-1,-1 1 1,-1-1 0,0 0-1,0 0 1,-1 0 0,0 0-89,-3 1 75,0 1 1,-1-1 0,0-1 0,-1 1-1,0-2 1,0 1 0,-1-1 0,0-1-1,-1 0 1,0-1 0,-5 3-76,4-4 1,0-1 0,-1 0 0,1 0 0,-1-1 0,0-1 1,0-1-1,0 0 0,0 0 0,-1-1 0,1-1 0,-2-1-1,15 1-42,-1 0-1,1 0 1,0 0 0,-1 0 0,1 0-1,0 0 1,-1 0 0,1-1 0,0 1-1,-1-1 1,1 1 0,0-1 0,-1 1-1,1-1 1,0 0 0,0 0 0,0 0-1,0 1 1,0-1 0,0 0 0,0 0-1,0 0 1,0-1 0,0 1 0,0 0-1,1 0 1,-1 0 0,0-1-1,1 1 1,-1 0 0,1 0 0,0-1-1,-1 1 1,1-1 0,0 1 0,0 0-1,0-1 1,0 1 0,0 0 0,0-1-1,0-1 43,1-2-391,0-1 0,0 0 0,0 0 0,1 0 0,0 1 0,0-1 0,1 0 0,-1 1 0,1 0 0,0 0 391,29-37-6968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2:39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 15891,'0'0'2825,"0"0"-1521,0 0 833,181-16-1217,-110 4-600,-8 3-176,-10 2-144,-14 4-416,-10 3-1208,-11 0-2673,-15 0-3113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2:40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24 6177,'0'0'6426,"0"0"-3986,0 0 609,0 0-1049,0 0-1048,0 0-519,0 0 47,-42 59 32,81-59-216,14-5-296,39-23-328,-11 4-2385,-8-2-6665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2:40.6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38 15659,'0'0'2628,"0"0"-447,-19 24-223,-60 82-851,75-102-1041,1 1 0,0 0 0,1-1 0,-1 1 0,1 1-1,0-1 1,0 0 0,1 0 0,-1 1 0,1-1 0,0 1 0,1-1 0,0 1 0,-1 0 0,2-1 0,-1 4-66,1-6 35,0 1 0,1-1 0,-1 0 1,1 1-1,-1-1 0,1 0 1,0 0-1,0 0 0,0 0 0,1-1 1,-1 1-1,1 0 0,-1-1 0,1 0 1,0 0-1,0 0 0,0 0 1,2 1-36,8 3 46,0-1 0,1 0 0,-1-1 0,1-1 0,0 0 0,0 0 0,0-2 0,0 0 0,10 0-46,-7-1 19,-1-1-1,1-1 1,-1 0 0,0-1-1,0 0 1,0-1-1,0-1 1,-1-1-1,1 0 1,-1-1-1,4-4-18,-11 7 17,-1-1 0,0 0-1,-1 0 1,1-1 0,-1 0 0,0 0 0,0-1 0,-1 0-1,0 0 1,0 0 0,-1 0 0,0-1 0,0 0-1,0 1 1,-1-1 0,-1-1 0,1 1 0,-1 0-1,0-1 1,-1 1 0,0-1 0,-1-4-17,1 8 32,-1 1 1,0-1 0,0 0-1,0 0 1,-1 1-1,0-1 1,0 0-1,0 1 1,0-1-1,-1 0 1,0 1-1,0 0 1,0-1 0,-1 0-33,0 1 24,-1 0 0,0 0 1,0 0-1,-1 1 0,1-1 1,-1 1-1,1 0 1,-1 1-1,0-1 0,0 1 1,0 0-1,-3-1-24,-47-11 71,39 11-3375,38 5-2586</inkml:trace>
  <inkml:trace contextRef="#ctx0" brushRef="#br0" timeOffset="1">724 382 14195,'0'0'2625,"0"0"-545,0 0 673,0 0-1569,-77 151-768,67-122-272,2-3-64,0-5-72,6-5-8,2-4-80,10-12-720,19 0-1753,2-9-4072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2:40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1 14947,'0'0'1866,"0"0"-146,-6 25 357,-16 85-902,20-102-1122,1 0 0,0 0 1,0 0-1,1 0 1,0 0-1,1 0 0,0 0 1,0 1-1,1-2 1,0 1-1,0 0 0,1 0 1,0-1-1,0 1 1,1-1-1,1 2-53,-1-3 28,0 0 0,1-1 0,0 0 1,0 0-1,0 0 0,0 0 0,1-1 0,0 0 0,0 0 0,0-1 1,0 1-1,1-1 0,-1-1 0,1 1 0,3 0-28,0-1 20,-1 0 0,0 0-1,1-1 1,-1 0 0,1-1 0,0 0 0,-1 0-1,1-1 1,-1 0 0,1-1 0,-1 0-1,0-1 1,0 0 0,0 0 0,0-1-1,0 0 1,-1 0 0,0-1 0,1 0 0,-2-1-1,1 0 1,-1 0 0,0 0 0,3-4-20,-5 4 68,0 1 1,-1-1 0,0 0-1,0 0 1,0-1-1,-1 1 1,0-1 0,0 0-1,0 1 1,-1-1-1,0-1 1,-1 1 0,0 0-1,0 0 1,0 0-1,-1-1 1,0 1 0,-1-7-69,0 11 38,0 0 0,0 1 0,0 0 0,-1-1 0,1 1 0,-1 0 0,0 0 0,0 0 0,0 0 0,0 0 0,0 0 0,0 0 0,0 1 0,0-1 0,-1 1 0,1-1 1,-1 1-1,1 0 0,-2 0-38,-60-20 92,39 13-93,24 8-31,0 0 0,0 0 0,0-1 0,1 1-1,-1 0 1,0-1 0,0 1 0,0-1-1,1 1 1,-1-1 0,0 1 0,1-1-1,-1 0 1,0 1 0,1-1 0,-1 0 0,1 1-1,-1-1 1,1 0 0,0 0 0,-1 0 32,3-14-5456,7 2-4883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2:41.3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1 16844,'0'0'2177,"0"0"-1135,0 0-173,0 0-184,-12 20-155,-5 7-391,-15 27 1372,-14 33-1511,38-71 180,1 0-1,1 1 0,0-1 1,1 1-1,1 1 0,0-1 1,2 1-1,-1 10-179,3-26 21,0 0 1,0 0-1,0 0 0,1 0 1,-1 0-1,1 0 0,-1 0 1,1 0-1,0 0 0,0 0 1,0 0-1,0 0 0,0 0 1,0-1-1,0 1 0,1 0 1,-1-1-1,0 1 0,1-1 1,1 1-22,0 1 30,1 0 1,0-1 0,1 0-1,-1 0 1,0 0 0,1-1-1,-1 0 1,1 1 0,3-1-31,13 2 30,1-1 1,0-2 0,0 0 0,3-1-31,-5 0-52,-10 1-187,1-1 1,-1-1 0,0 0 0,0 0 0,0-1 0,0 0 0,0-1 0,-1 0 0,0 0 0,0-1 0,0 0 0,0-1 0,2-2 238,7-6-2031,-1-2 0,-1 0 0,0 0 0,-1-2 0,6-8 2031,11-19-7979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2:41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1 11867,'0'0'4873,"0"0"-2177,0 0-727,0 0-1065,0 0 432,0 0-80,-34 167-319,26-98-289,-3 1-424,3-1-96,1-1-128,-1-6-272,-11 15-737,1-13-1615,-6-10-4754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2:44.3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42 16548,'0'0'1749,"0"0"-823,8 31 469,25 115 694,-7 2 0,-4 15-2089,-14-28 503,-2-26-182,12 54-321,-7-134-2352,-13-74-2082,-1 0 0,-3-1 0,-6-23 4434,-39-137-5188,10 48 7872,36 134-1659,0 0 0,1 0 0,2 0 0,0 0 0,2-1 0,2-21-1025,-2 37 221,2 1 1,-1 0 0,1-1-1,1 1 1,-1 0-1,2 0 1,-1 0 0,1 0-1,0 1 1,0 0-1,1 0 1,0 0 0,0 0-1,1 1 1,0-1-1,0 1 1,0 1 0,1-1-1,0 1 1,7-4-222,3 1 238,0 0 0,0 1 0,0 0 1,1 2-1,0 0 0,0 1 0,1 1 0,-1 0 1,1 2-1,0 0 0,-1 1 0,12 2-238,-21-1 98,1 0 0,0 1-1,-1 0 1,0 1 0,1 0-1,-1 0 1,0 1 0,-1 0-1,1 1 1,-1 0 0,5 3-98,-8-3 84,0-1 0,0 1 1,0 0-1,0 1 0,-1-1 1,0 1-1,0 0 0,-1 0 1,1 0-1,-1 0 0,-1 1 1,1-1-1,-1 1 0,0-1 1,-1 1-1,1 0 0,-1 0-84,-1 3 106,1 0-1,-1 1 0,-1-1 1,1 0-1,-2 0 0,0 0 0,0 0 1,0 0-1,-1-1 0,-1 1 1,0-1-1,0 0 0,-1 0 1,0 0-1,0 0 0,-1-1 0,0 0 1,-1 0-1,0-1 0,-3 3-105,-16 15 107,-2-1-1,-1-2 0,0-1 1,-1-1-1,-5 1-106,32-19-15,-1 0-1,1-1 1,-1 1-1,0-1 1,0 0-1,1 1 1,-1-2-1,0 1 1,0 0-1,0-1 1,0 0-1,0 0 1,-2 0 15,6 0-26,-1 0 0,1 0 0,-1-1 0,1 1 0,0 0 0,-1 0 0,1 0 0,-1-1 0,1 1 0,0 0 1,0-1-1,-1 1 0,1 0 0,0-1 0,-1 1 0,1 0 0,0-1 0,0 1 0,0 0 0,-1-1 0,1 1 0,0-1 0,0 1 0,0 0 0,0-1 1,0 1-1,0-1 0,0 1 0,0-1 0,0 1 0,0-1 0,0 1 0,0 0 0,0-1 0,0 1 0,0-1 0,0 1 26,3-18-775,15-16-2063,11-7-2681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2:44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1 14387,'0'0'1944,"0"0"-783,-84 132 1575,55-68-1175,8 4-353,8-6-256,10-3-488,3-10-224,0-4-144,8-7-8,10-5-80,8-2 48,3-8-56,11-4-256,41-19-568,-8 0-1672,-2 0-3170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2:44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12939,'0'0'1990,"0"0"-221,0 0 302,26 3-630,-4-2-1167,-12-2-187,-1 1-1,1 0 1,-1 1-1,1 1 1,-1-1-1,1 1 1,-1 1 0,0 0-1,0 0 1,0 1-1,0 0 1,0 0-1,-1 1 1,0 0-1,0 1 1,0-1-1,0 2-86,17 22 318,-1 1 0,-1 1 0,-2 1 0,-1 0 0,-1 2 1,4 14-319,2 2 134,3-2 0,16 21-134,-42-65-46,1-1-1,0 1 1,0-1 0,0 0 0,0 0 0,0 0-1,0 0 1,1-1 0,0 1 0,-1-1-1,1 0 1,0 0 0,0-1 0,4 2 46,-6-2-199,1-1 1,-1 0 0,1 0-1,-1 0 1,1 0-1,-1 0 1,1 0 0,-1-1-1,1 1 1,-1-1-1,1 0 1,-1 1 0,0-1-1,0 0 1,1-1 0,-1 1-1,0 0 1,0-1-1,0 1 1,0-1 0,0 1-1,-1-1 1,1 0-1,0 0 1,-1 0 0,1 0 198,19-27-4908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2:45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379 1 13571,'0'0'2203,"0"0"-415,0 0-226,0 0-770,-16 23 56,-113 157 1644,41-72-998,45-59-1111,3 3 0,-15 25-383,48-56-47,7-21 11,0 1 1,0-1-1,0 0 0,0 1 1,0-1-1,0 0 0,0 1 1,0-1-1,0 0 1,1 1-1,-1-1 0,0 0 1,0 1-1,0-1 1,1 0-1,-1 1 0,0-1 1,1 0-1,-1 0 0,0 1 1,0-1-1,1 0 1,-1 0-1,0 0 0,1 1 1,-1-1-1,0 0 0,1 0 1,-1 0-1,1 0 1,-1 0 35,4 0-470,0 0 1,0 0 0,0 0 0,-1-1 0,1 1-1,0-1 1,0 0 0,-1 0 0,2-1 469,31-12-5987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2:45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13947,'0'0'2438,"0"0"-1127,0 0-318,0 0 241,0 0-8,0 0-228,26 21-253,83 68-43,-89-76-489,0 0-1,1-1 0,0-1 0,21 7-212,-32-15 25,0 0 0,-1 1 1,0 1-1,0-1 0,0 2 0,0-1 1,-1 1-1,0 0 0,0 1 0,-1 0 0,0 0 1,0 0-1,0 1 0,-1 1-25,-4-7 25,-1 1 1,0-1-1,0 0 1,0 0-1,0 1 0,0-1 1,-1 1-1,1-1 0,-1 1 1,1-1-1,-1 1 1,0-1-1,0 1 0,0 0 1,0-1-1,-1 1 0,1-1 1,-1 1-1,0-1 1,1 1-1,-1-1 0,0 0 1,0 1-1,-1-1 1,1 0-1,0 0 0,-1 0 1,1 0-1,-1 0 0,0 0 1,0 0-1,1 0 1,-1-1-1,0 1 0,-2 0-25,-10 8 185,-1 0 1,0-1-1,0 0 0,-1-1 0,-1-1-185,-7 5 26,15-8-83,-6 3-142,2 0 0,-1 1 0,1 1 0,0 0 0,0 1 0,-7 7 199,22-15-3960,0-2 2841,16 0-5160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2:45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1 16484,'0'0'1963,"0"0"-318,0 0-519,-1 21-233,-4 76 1064,-5 0-1,-8 22-1956,2-32 1046,2 13-1046,11-60-3275,2 0-3570,1-39-4312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2:51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11522,'0'0'2228,"0"0"-745,0 0 678,0 0-35,0 0-798,11-10-561,-6 5-698,-2 2-31,0 0 0,0 1 0,0-1 0,0 1 1,0 0-1,1 0 0,-1 0 0,1 0 0,-1 0 0,4-1-38,-5 3 22,0 0-1,0 1 0,0-1 1,0 0-1,0 0 0,0 1 1,-1-1-1,1 1 0,0 0 1,0-1-1,-1 1 0,1 0 1,0 0-1,-1 0 0,1 0 0,-1 0 1,1 1-1,-1-1 0,0 0 1,0 1-1,1-1 0,-1 1 1,0-1-1,0 1 0,0-1 1,0 1-1,-1 0 0,1 0 1,0-1-1,-1 2-21,17 34 327,-2 0 0,-1 1 0,-2 0 0,-2 1 0,-1 0 0,-3 1 1,0 1-328,0 32 322,-2 1 1,-4 0 0,-5 30-323,-12 17-734,17-121 636,1 1-1,-1 0 0,1-1 0,-1 1 1,1-1-1,-1 0 0,1 1 1,0-1-1,0 1 0,-1-1 0,1 0 1,0 1-1,-1-1 0,1 0 1,0 0-1,0 0 0,-1 0 0,1 1 1,0-1-1,0 0 0,0 0 0,-1-1 1,1 1-1,0 0 0,0 0 1,-1 0-1,1 0 0,0-1 0,0 1 1,-1 0-1,1-1 0,0 1 0,-1 0 1,1-1-1,0 1 0,-1-1 99,36-19-4709,5-8-2855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2:51.7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 14739,'0'0'2865,"0"0"-2049,0 0 1192,0 0-879,0 0-657,0 0-248,0 0-128,192-4 8,-129 4-104,-8 0 0,-13 0-72,-11 2-904,-15 15-1569,-8-1-1640,-8 1-2800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2:52.1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 9938,'0'0'2625,"0"0"-633,0 0 641,0 0-897,0 0-928,0 0-408,0 0 200,0 48-255,61-48-225,12-14-120,32-5-841,-18 0-2031,-11 7-5786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2:55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43 13219,'0'0'2704,"0"0"-1935,0 0 567,0 0-576,173-33-528,-121 28-232,4 0-320,6 5-1088,-12 0-1281,-13 0-5873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2:56.3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69 12963,'0'0'1792,"0"0"-1104,0 0 1025,0 0-433,0 0-584,0 0-504,189-38-192,-123 22-1648,-14 2-3505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2:52.4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0 399 15667,'0'0'1894,"0"0"-576,0 0 733,0 0-327,0 0-582,0 0-355,9-16-298,16-31-317,-2-1 0,-3-1 0,13-43-172,-26 63 403,-2 0 1,0-1-1,-1-29-403,5 567 580,-9-479-602,-1-14-3,1 1 0,0 0 0,1 0 0,1 0-1,0-1 1,1 1 0,1-1 0,1 0 0,0 0-1,3 5 26,-7-19-106,0 0-1,0 1 0,0-1 0,0 0 0,0 0 0,1 0 0,-1 0 0,0 0 0,1-1 0,-1 1 0,0 0 0,1-1 0,-1 1 0,1-1 0,0 1 0,-1-1 0,1 0 0,-1 1 0,1-1 0,-1 0 0,1 0 1,0 0-1,0 0 107,24-4-5049,-3-3-3153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2:52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14875,'0'0'1897,"0"0"-905,0 0 1224,0 0-1144,0 0-663,200 28-233,-119-28-168,3 0-8,23-2-777,-20-15-3784,-14 1-7721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2:53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 16756,'0'0'3120,"0"0"-2360,0 0 265,-13 122 327,13-34-368,0 8-328,8 6 136,7-5-255,4-15-209,-4-9-256,4-11 16,-1-13-88,1-11-192,-4-17-697,1-14-1103,-3-9-2201,-2-24-232,-6-7-4849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2:53.5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18 546 12643,'0'0'2246,"-3"-30"-305,-11-105 257,14 124-2124,-1 0 1,2 0-1,0 0 0,0 0 0,1 0 1,0 1-1,1-1 0,0 0 0,1 1 1,0 0-1,1 0 0,0 0 0,0 0 1,1 1-1,0 0 0,1 0 1,0 0-1,0 1 0,1 0 0,0 1 1,1-1-1,-1 2 0,1-1 0,1 1 1,-1 1-1,9-5-74,1 1 20,-1 1-1,2 1 1,-1 0 0,1 1-1,0 2 1,0 0 0,1 0 0,-1 2-1,1 1 1,0 1 0,-1 0-1,1 2 1,6 1-20,-21-2 19,1 0 0,-1 1 0,0 0 0,-1 0 0,1 1 0,0 0 0,-1 0 1,1 0-1,-1 0 0,0 1 0,0 0 0,0 0 0,-1 0 0,1 1 0,-1 0 0,0 0 0,0 0 0,-1 0 0,0 0 0,1 1 0,-2-1 0,1 1 0,-1 0 0,0 0 0,0 0 0,0 0 0,-1 0 0,0 0 0,0 2-19,0 5 152,0-1 0,0 0 0,-2 1 0,1-1 1,-1 1-1,-1-1 0,-1 0 0,1 0 0,-2 0 0,0 0 0,0 0 0,-1-1 0,0 1 0,-4 4-152,-7 7 207,0-1 0,-1-1 1,-1 0-1,-1-1 0,-1-1 0,-2 0-207,12-11 10,1 0-1,-2 0 0,1-1 1,-1-1-1,0 0 1,0 0-1,0-1 0,-1 0 1,0-1-1,0-1 1,0 0-1,-1 0 0,1-1 1,-4-1-10,15-1-55,0 0 1,0 0 0,0-1-1,1 1 1,-1 0-1,0-1 1,0 1 0,0 0-1,1-1 1,-1 1-1,0-1 1,1 1 0,-1-1-1,0 0 1,1 1-1,-1-1 1,1 0 0,-1 1-1,1-1 1,-1 0-1,1 0 1,0 1 0,-1-1-1,1 0 1,0 0-1,0 0 1,-1 0 0,1 1-1,0-1 1,0 0-1,0 0 1,0 0 0,0 0-1,0 0 1,0 1-1,0-1 1,1-1 54,6-38-4813,13-1-3734</inkml:trace>
  <inkml:trace contextRef="#ctx0" brushRef="#br0" timeOffset="1">1062 1 14843,'0'0'2353,"0"0"-1561,-65 141 1792,41-61-951,3 10-465,8 2-496,8-7-256,5-9-160,0-10-256,13-19 80,11-14-32,7-12-48,6-11-288,31-10-1088,-10-7-2505,-6-17-3985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2:53.8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7786,'0'0'7537,"0"0"-6040,0 0-241,0 0 696,0 0-695,145 160-617,-98-89 440,-2-2-248,-9-8-272,-7-4-304,-5-10-160,-6-9-48,-2-8-48,-3-11 0,5-5-920,-5-14-1616,-2 0-4498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2:54.2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354 0 16892,'0'0'1829,"0"0"-778,0 0 227,-17 24-134,-108 165 695,75-112-1181,-43 72-140,79-123-504,1 0 1,1 1-1,1 1 1,-5 21-15,16-48-48,0-1 1,0 0-1,-1 1 0,1-1 1,0 1-1,0-1 1,0 0-1,-1 1 1,1-1-1,0 1 0,0-1 1,0 1-1,0-1 1,0 0-1,0 1 1,0-1-1,0 1 0,0-1 1,0 1-1,0-1 1,0 1-1,0-1 1,0 1-1,1-1 0,-1 0 1,0 1-1,0-1 1,0 1-1,1-1 0,-1 0 1,0 1-1,0-1 1,1 0-1,-1 1 1,0-1-1,1 0 0,-1 1 1,1-1-1,-1 0 1,0 0-1,1 1 1,-1-1-1,1 0 0,-1 0 1,0 0-1,1 0 1,-1 0-1,1 1 1,-1-1-1,1 0 0,-1 0 48,24-8-3206,-20 6 2727,27-13-5009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2:54.5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347 0 13275,'0'0'1429,"0"0"-642,0 0 278,0 0-124,-28 26 97,-96 84 186,75-67-517,29-27-332,1 1-1,1 1 0,1 0 0,0 1 0,2 1 1,-4 6-375,16-21 67,0 0 0,1 1 0,-1-1 0,1 1 0,1-1 1,-1 1-1,1-1 0,0 1 0,0 0 0,0 0 1,1 0-1,0 0 0,0 1-67,1-5 11,-1 0-1,1 0 1,0 0 0,0 0-1,0 0 1,0 0 0,0 0-1,0-1 1,0 1 0,1 0-1,-1-1 1,1 1 0,-1-1-1,1 1 1,0-1 0,-1 1-1,1-1 1,0 0 0,0 0 0,0 0-1,0 0 1,0 0 0,0-1-1,0 1 1,0-1 0,0 1-1,0-1 1,2 0-11,66 10 73,78-7-1178,-99-5-1901,-2-3-3280,-16 0-6074</inkml:trace>
  <inkml:trace contextRef="#ctx0" brushRef="#br0" timeOffset="1">180 611 11442,'0'0'4297,"0"0"-3384,0 0 711,0 0-88,0 0-704,0 0-295,0 0 119,97 26-216,-55-26-232,2 0-88,3-9-120,22-12-208,-14 4-2241,-5-2-3576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2:54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8754,'0'0'8450,"0"0"-7146,0 0-736,0 0 632,0 0-95,8 133-225,-8-67 256,0-3-392,0-1-408,0-8-240,0-7-96,0-16-144,5-10-1032,13-11-2705,3-8-6217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2:55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10746,'0'0'2377,"0"0"-905,105 129 625,-60-44-161,-11 7-536,-10 5-87,-11-2-113,-10-8-592,-3-7-376,0-4-232,-11-15-16,-23 15-888,0-20-1401,0-11-2584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2:56.7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1 187 12395,'0'0'5043,"0"0"-3277,0 0-960,0 0 118,0 0-380,0 0-281,15-3-133,-14 3-128,9-2 16,0 1 0,-1-1 1,1-1-1,0 0 0,-1 0 0,0-1 1,0 0-1,0-1 0,0 0 0,-1 0 1,0-1-1,0 0 0,0-1 1,-1 1-1,1-1 0,-2-1 0,3-2-18,-3 0 204,1 0 0,-2 0 0,1-1 0,-1 0 0,-1 0 0,0 0-1,1-9-203,-4 18 853,-1 14-217,-11 468-391,9-405-272,1-68-126,1 0 0,0 0-1,0 1 1,1-1-1,0 0 1,0 0-1,1 0 1,1 6 153,-1-10-415,-1-1 0,1 1 1,0 0-1,0-1 0,0 1 0,1-1 0,-1 0 1,0 1-1,1-1 0,0-1 0,-1 1 0,1 0 1,0 0-1,0-1 0,0 0 0,0 0 0,0 1 1,0-2-1,3 2 415,31 6-9896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2:57.2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73 4609,'0'0'10050,"0"0"-8818,0 0-663,220 0 351,-39-11-632,13-13-200,-44 3-88,-48 4-2761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2:57.9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12019,'0'0'5105,"0"0"-3009,0 0-896,0 0-712,0 153 305,0-59-137,3 5-224,13-4-168,2-5-120,1-10-88,-4-19 8,1-7-64,-6-16-72,-2-14-752,-8-22-1401,0-2-2280,0-2-2064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2:58.2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0 365 8730,'0'0'2435,"5"-30"-1164,-2 5-985,-2 9-121,1 0 0,1 1 0,0-1 0,1 1 0,0 0 0,1 0 0,1 0 0,1 0 0,0 1 0,0 0-1,9-10-164,-7 13 234,1 1 0,0 0 0,1 0-1,0 1 1,1 0 0,0 1 0,0 1-1,0 0 1,1 0 0,0 2-1,1-1 1,-1 2 0,1 0 0,0 0-1,14-1-233,-21 4 73,-1 0 0,1 0 0,0 1 0,0 0 0,0 0 0,-1 0 0,1 1 0,0 0 0,0 0-1,-1 1 1,1 0 0,-1 0 0,1 1 0,-1 0 0,0 0 0,0 0 0,0 1 0,-1 0 0,1 0 0,-1 0-1,0 0 1,0 1 0,0 0 0,-1 0 0,1 1 0,-2-1 0,1 1 0,0 0 0,-1 0 0,0 0 0,0 0-1,-1 1 1,2 4-73,-1-2 145,-1 0 0,0 0 0,0 0 0,-1 0-1,0 0 1,0 0 0,-1 0 0,-1 0 0,1 0 0,-1 0-1,-1 0 1,0 0 0,0 0 0,0 0 0,-1 0 0,-1-1-1,0 0 1,0 1 0,0-2 0,-1 1 0,0 0-1,-1-1 1,1 0 0,-1 0 0,-1 0 0,1-1 0,-6 4-145,0 1 44,-1 0 1,0-1 0,0-1 0,-1 0 0,-1 0-1,1-2 1,-2 1 0,1-2 0,0 0 0,-17 3-45,32-9-24,-1 0-1,1 0 1,-1 1 0,0-1 0,1 0 0,-1 0 0,1 0 0,-1 0 0,1 0 0,-1-1-1,0 1 1,1 0 0,-1 0 0,1 0 0,-1 0 0,1-1 0,-1 1 0,1 0 0,-1-1 0,1 1-1,-1 0 1,1-1 0,-1 1 0,1 0 0,0-1 0,-1 1 0,1-1 0,0 1 0,-1-1-1,1 1 1,0-1 0,0 1 0,-1-1 0,1 1 0,0-1 0,0 0 24,-1-24-2051,2 12 486,-1-21-3507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2:58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14483,'0'0'1913,"0"0"-755,9 27 701,74 202 682,-79-215-2487,1-3-12,-2 1 1,1-1-1,-2 1 0,1 0 1,-2 0-1,1 3-42,-2-13 88,0-26 195,-2-31-177,0 28-48,2 0 0,1 0-1,1 0 1,3-17-58,-4 38 25,1-1 0,0 0-1,0 1 1,0-1 0,1 1-1,0 0 1,0 0 0,0 0-1,1 0 1,0 0 0,0 1-1,0 0 1,1-1 0,0 2-1,0-1 1,0 1 0,1-1-1,-1 1 1,1 1 0,2-2-25,-5 3 28,-1 1 1,1-1 0,0 1-1,0-1 1,0 1 0,0 0-1,1 0 1,-1 0 0,0 0-1,0 1 1,1-1-1,-1 1 1,0 0 0,1 0-1,-1 0 1,0 1 0,0-1-1,1 1 1,-1-1 0,0 1-1,0 0 1,0 0 0,0 1-1,0-1 1,0 1 0,0-1-1,0 1 1,0 0 0,-1 0-1,1 0 1,-1 1 0,0-1-1,1 0 1,-1 1-1,0 0 1,0-1 0,-1 1-1,2 2-28,6 14 14,-1-1 0,-1 1-1,0 0 1,-2 1 0,0 0-1,-1 4-13,8 26-33,-11-48-89,0 1-1,0-1 1,0 1-1,0-1 1,0 0-1,1 1 1,-1-1-1,1 0 1,-1 0-1,1 0 1,0 0-1,0 0 1,0 0-1,2 1 123,21 6-5453,-7-8-2746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2:59.5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74 544,'0'0'1910,"0"0"-1017,0 0 90,0 0 248,0 0 223,0 0 350,-9-11 319,-1-5-1333,-7-8 104,-5 2 2759,21 22-3483,1 1-1,-1 0 0,0 0 1,0 0-1,1 0 0,-1 0 1,1 0-1,-1 0 0,1 0 0,-1 0 1,1 0-1,0 0 0,0 1 1,-1-1-1,1 0 0,0 0 1,0 0-1,0 0 0,0 1 0,0-1 1,1 0-1,-1 0 0,0 1-169,-1 40-138,1 47 1123,4 0 1,11 61-986,-15-149 5,12 73 233,-3-1 0,-2 41-238,-7-112 60,0-2 59,-1-14 432,-17-37-255,14 42-239,0-1 1,1 1-1,0-1 0,0 0 1,1 0-1,0 0 0,1-1-57,0 5 17,0 0 0,1 0-1,0 0 1,0 0-1,1 0 1,-1 0-1,1 0 1,1 0 0,-1 0-1,1 0 1,0 1-1,0-1 1,1 1-1,-1-1 1,1 1 0,0 0-1,1 0 1,-1 0-1,1 0 1,0 0-1,1 1 1,-1 0 0,1 0-1,-1 0 1,1 1-1,0-1 1,1 1-1,-1 0 1,0 1 0,1-1-1,0 1 1,-1 0-1,6 0-16,-5 0-2,1 0-1,0 1 0,-1 0 1,1 0-1,-1 1 0,1 0 1,0 0-1,-1 1 1,1 0-1,0 0 0,-1 0 1,1 1-1,-1 0 0,0 0 1,0 0-1,1 1 1,-2 0-1,1 0 0,0 1 1,-1 0-1,1 0 0,-1 0 1,0 0-1,0 1 3,0 1-1,1-1-1,-1 1 1,-1 0-1,1 0 1,-1 0 0,0 1-1,0-1 1,-1 1-1,0 0 1,0 0-1,-1 1 1,0-1-1,0 0 1,0 1-1,-1-1 1,0 1 0,-1-1-1,0 1 1,0 0-1,-1 7 2,-1-11 18,1-1-1,0 1 1,-1 0 0,0 0-1,0-1 1,0 1 0,0-1-1,-1 0 1,1 1 0,-1-1-1,0 0 1,0-1 0,0 1-1,0 0 1,0-1 0,-1 0-1,1 0 1,-1 0-1,-1 1-17,-13 6 45,-1-1 0,0 0 0,-7 1-45,10-4 0,14-4-3,-6 2 6,0 0-1,0-1 1,-1 0 0,1 0-1,0-1 1,-1 0 0,-5 0-3,37-27-2189,7 0-2154,4 0-2065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2:59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15723,'0'0'2097,"0"0"-521,0 0 585,0 0-1025,50 158-656,-37-123-304,0-2-104,0-2-64,0-14-8,8-8-992,-2-9-3289,-1 0-6489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3:00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 4233,'0'0'10339,"0"0"-7211,0 0-1645,4 22 281,20 68 881,4-1-2645,-18-48 508,-5-23-165,0-43-155,-2 6-175,1 1 1,0-1-1,2 1 1,0 1-1,1-1 0,0 1 1,2 0-14,-4 8 6,0 0-1,0 0 1,1 1-1,0 0 1,0 0-1,1 1 1,0-1-1,1 2 1,-1-1 0,1 1-1,0 0 1,1 0-1,7-3-5,-14 8-2,1 0 1,-1 0-1,0 0 0,1 0 0,-1 0 0,0 1 0,1-1 0,-1 1 0,1 0 0,-1 0 1,1 0-1,-1 0 0,1 0 0,-1 0 0,1 0 0,-1 1 0,1-1 0,-1 1 0,1 0 1,-1 0-1,0 0 0,0 0 0,1 0 0,-1 0 0,0 1 0,0-1 0,0 1 1,0 0-1,0-1 0,-1 1 0,1 0 0,-1 0 0,1 0 0,-1 0 0,1 0 0,-1 0 1,0 1-1,0-1 0,0 0 0,0 3 2,5 11-19,-1 0 0,-1 1 1,0 0-1,-1-1 0,0 12 19,-2-19-3,1 53-56,-3-50-129,1-1 1,0 0 0,0 0 0,1 0-1,1 1 1,0-1 0,0 0 0,1-1 0,1 1-1,0 0 1,1 2 187,5-3-4606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3:00.6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17 12579,'0'0'1980,"0"0"17,-7 29 390,-21 96-762,25-112-1367,0 0-1,1 1 0,1-1 0,0 0 1,1 1-1,1-1 0,0 0 0,2 7-257,-2-17 40,0 0 0,0 0 0,0 0 0,0 0 0,1 0 0,-1 0 0,1 0 0,0-1 0,0 1 0,0-1 0,0 1 0,0-1 0,0 0 0,1 0 0,-1 0 0,1 0 0,-1 0 0,1-1 0,0 1 0,0-1 0,0 0 0,0 0 0,0 0 0,0 0 0,0 0 0,0 0 0,0-1 0,0 0 0,1 0 0,-1 0-40,5 1 53,-1 0-1,1-1 1,0 0-1,-1-1 1,1 0-1,-1 0 1,1 0-1,-1-1 1,1 0-1,-1-1 1,0 0-1,0 0 1,0 0-1,0-1 1,2-2-53,-4 2 5,0 0 0,0-1 0,-1 1 0,1-1-1,-1 0 1,0 0 0,-1 0 0,1-1 0,-1 0 0,0 1 0,-1-1 0,1 0 0,-1 0 0,0 0 0,-1-1 0,1 1 0,-1 0 0,0-6-5,0 2 13,0 1 0,0-1 1,-1 0-1,-1 0 1,0 0-1,0 0 1,-2-7-14,1 12-6,0-1 1,0 1-1,-1 0 1,0 0 0,0 0-1,0 0 1,-1 0 0,0 0-1,1 1 1,-2 0-1,1 0 1,0 0 0,-2 0 5,-16-21-810,15 2-4074,7 8-3715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3:00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1 262 12411,'0'0'1977,"0"0"84,0 0 217,0 0-891,0 0-850,0 0-338,0 11-18,0 21 201,0-63 502,0 27-860,0-15 234,0-1 0,1 1 0,1 0 0,1-1 0,3-4-258,-6 20 28,2-1 1,-1 1 0,0 0-1,1 0 1,0 0-1,0 0 1,0 0 0,0 0-1,1 1 1,0-1-1,0 1 1,-1-1 0,2 1-1,-1 0 1,0 0-1,1 1 1,-1-1 0,1 1-1,0-1 1,0 1 0,0 0-1,0 1 1,0-1-1,0 1 1,1 0 0,1-1-29,-1 1-5,0 0 0,1 1 1,-1-1-1,0 1 0,1 0 1,-1 0-1,1 1 0,-1 0 1,0 0-1,1 0 0,-1 0 1,0 1-1,0 0 0,0 0 1,0 0-1,0 1 0,-1-1 1,1 1-1,-1 0 0,1 1 1,-1-1-1,0 1 0,0 0 1,-1 0-1,1 1 5,2 3-1,-1 1-1,0-1 1,-1 1 0,0 0-1,-1 0 1,1 0 0,-2 1 0,1-1-1,-1 1 1,-1 0 0,0 0-1,0-1 1,-1 9 1,0 3 57,-1-26 127,3-37-18,0 28-152,1 1 0,0 0 0,1 0 0,0 0 0,1 0 0,0 1 1,1-1-1,5-6-14,-6 10 4,1 1 0,-1-1 0,1 1 0,1 1 1,0-1-1,0 1 0,0 0 0,1 1 0,0 0 0,0 0 0,1 1 1,0-1-5,-8 5-3,1 0 1,0 0 0,0 0-1,0 0 1,0 1-1,0-1 1,0 0 0,0 1-1,0-1 1,0 1 0,0 0-1,0 0 1,0-1 0,0 1-1,0 1 1,0-1 0,0 0-1,0 0 1,0 1-1,0-1 1,0 1 0,0 0-1,0 0 1,0 0 0,0 0-1,0 0 1,-1 0 0,1 0-1,0 0 1,-1 1 0,1-1-1,-1 1 1,1-1-1,-1 1 1,1 1 2,4 7 2,-2-1 0,1 2-1,-1-1 1,-1 0 0,0 1-1,1 9-1,-2-11-114,0-1-1,0 1 0,1 0 1,0-1-1,1 1 0,0-1 1,0 0 114,13 11-2413,-2-10-2751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3:01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1 13435,'0'0'5865,"0"0"-5137,-58 129 208,40-53 705,13 4-865,5 3-488,0-5-192,13-10-96,32 1-120,-6-22-1936,-2-9-3826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3:02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0 12323,'0'0'4719,"0"0"-1943,0 0-563,0 0-644,0 0-820,0 0-306,-3 26 325,-2 5-523,1-6-66,0 0-1,2 0 1,1 0 0,1 0 0,2 8-179,0 16 230,-1-13-174,2-1 0,1 1 1,2-1-1,3 9-56,-9-44-67,0 1 0,1 0 0,-1 0 0,0-1 0,1 1 0,-1 0 0,0-1 0,1 1 0,-1 0 0,1-1 0,-1 1 0,1-1 0,-1 1 0,1-1 1,-1 1-1,1-1 0,0 1 0,-1-1 0,1 0 0,0 1 0,-1-1 0,1 0 0,0 0 0,0 1 0,-1-1 0,1 0 0,0 0 0,0 0 67,15-4-4316,-6-4-1900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3:04.8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163 130 1112,'0'0'1122,"0"0"-323,0 0-171,0 0-249,0 0 46,0 0 526,0-13 536,-2-36 573,-1 35 3518,-4 9-3932,6 4-1634,1 1 1,0 0-1,-1 0 1,1 0-1,0 0 1,0 0-1,-1 0 1,1 0-1,0 0 1,0-1-1,-1 1 1,1 0-1,0 0 1,0 0-1,-1-1 1,1 1-1,0 0 1,0 0-1,0 0 1,0-1-1,-1 1 1,1 0-1,0 0 1,0-1-1,0 1 1,0 0-1,0-1 1,0 1-1,0 0 1,0 0-1,0-1 1,0 1-1,0 0 1,0-1-1,0 1 1,0 0-1,0 0 1,0-1-1,0 1-12,0-40 3423,-2 59-2446,2 66-1029,3-14 142,4-1 0,3-1 1,6 15-91,-16-83-44,-1 0 1,1 0 0,0 0 0,0 0 0,-1 0 0,1 0 0,-1 0 0,1 0 0,-1 0 0,1 0 0,-1 0 0,1 0 0,-1 0 0,0-1 0,0 1-1,1 0 1,-1 0 0,0-1 0,0 1 0,0-1 0,0 1 0,0-1 0,1 1 0,-1-1 0,0 1 0,0-1 0,0 0 0,0 0 0,-1 1-1,1-1 1,0 0 0,0 0 0,0 0 0,0 0 0,0 0 0,-1 0 43,-54 3-1645,41-3 1074,-63 11-525,78-11 1224,5 0 503,69-2 1477,59-11-2108,2-6-5090,-99 15-1035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3:05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232 1 1800,'0'0'11411,"0"0"-8275,0 0-495,0 0-1233,0 0-912,0 0-207,0 0 151,-76 96-104,18-34-336,8-15-720,3-5-5906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3:06.1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1 13707,'0'0'2540,"0"0"-38,0 0-49,0 0-913,0 0-953,0 0-384,1 18 114,6 111 693,4 108 377,-11-230-1610,0 0 0,-1-1 1,1 1-1,-1-1 0,0 1 1,-1-1-1,0 0 0,0 1 0,-1 1 223,1-4-845,-1 1 0,0-2 0,1 1 0,-1 0-1,-1 0 1,1-1 0,-1 0 0,1 1-1,-1-2 1,0 1 0,0 0 0,0-1 0,-2 1 844,-15 6-7163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3:06.4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1 142 5369,'0'0'5713,"0"0"-2992,0 0-297,0 0-7,0 0-585,0 0-1071,0 0-369,94-26-256,-54 12-136,4 2-192,1-9-857,18-5-1455,-13 4-2153,-8 1-6626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3:06.7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64 12227,'0'0'2647,"0"0"-559,0 0-127,0 0-825,0 0-652,0 0-271,-6 24-109,-16 78-34,22-98-55,-1-1 0,1 1 0,0 0 0,0-1 1,0 1-1,1-1 0,-1 1 0,1-1 0,0 1 0,0-1 0,0 1 1,0-1-1,1 1 0,-1-1 0,1 0 0,0 0 0,0 0 1,0 0-1,0 0 0,1-1 0,-1 1 0,1-1 0,0 1 0,-1-1 1,1 0-1,0 0 0,0 0 0,0 0 0,1-1 0,2 2-15,4 1 53,1-1 0,0 0-1,-1-1 1,1 0 0,0-1 0,0 0-1,0-1 1,0 0-53,-8 0 9,-1 0-1,1 0 1,-1-1-1,0 1 1,1 0 0,-1-1-1,0 0 1,0 0-1,1 1 1,-1-1 0,0-1-1,0 1 1,0 0-1,0 0 1,0-1 0,0 1-1,-1-1 1,1 0-1,0 1 1,-1-1 0,1 0-1,-1 0 1,0 0-1,1 0 1,-1 0 0,0 0-1,0-1 1,-1 1-1,1 0 1,0 0 0,-1-1-1,1 1 1,-1-1 0,0 1-1,0 0 1,0-1-1,0 1 1,0 0 0,0-1-1,-1 0-8,1-5 129,-1 1 0,0-1 0,-1 1 0,1 0 0,-2-1 0,1 1 0,-1 0 0,0 0 0,0 1 0,0-1 0,-1 1 0,-3-5-129,-9-4 260,0 0 0,-1 1 0,0 1 0,-1 0 0,-1 1 0,0 1 0,-3 0-260,4 1-13,18 10-33,0 0-1,0 0 0,-1 0 0,1 0 0,0 0 0,-1 0 0,1 0 1,0 0-1,0 0 0,-1-1 0,1 1 0,0 0 0,0 0 0,-1 0 0,1 0 1,0-1-1,0 1 0,-1 0 0,1 0 0,0-1 0,0 1 0,0 0 1,0 0-1,-1-1 0,1 1 0,0 0 0,0 0 0,0-1 0,0 1 1,0 0-1,0-1 0,0 1 0,0 0 0,0-1 0,0 1 0,0 0 0,0 0 1,0-1-1,0 1 0,0-1 47,13-5-4340,8 0-2476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3:07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69 9354,'0'0'4437,"0"0"-2249,2 24-138,8 80-332,-9-99-1628,0 0 0,0 0 0,1 0 0,-1 0 0,1-1 0,0 1 0,0-1 0,1 1 0,-1-1 0,1 0 0,0 0 0,0 0 0,0 0 0,1 0 0,-1-1 0,1 1 0,0-1 0,0 0 0,0 0 0,0-1 0,1 1 0,-1-1 0,1 0 0,0 0 0,-1 0 0,1-1 0,0 0 0,0 0 0,0 0 0,0 0 0,0-1 0,5 0-90,1 0 84,0 0 1,0-1-1,0 0 1,0-1 0,0 0-1,0-1 1,0 0 0,0-1-1,-1 0 1,0-1 0,0 0-1,9-6-84,-12 6 135,0 0 0,-1-1 0,0 1-1,0-1 1,0 0 0,-1-1 0,0 0-1,0 0 1,-1 0 0,0 0 0,0 0-1,0-1 1,-1 0 0,0 0 0,-1 0-1,0 0 1,0 0 0,-1 0 0,0-1-1,0 1 1,-1 0 0,0-1 0,0 1-1,-1-1-134,0 6 22,1 0-1,-1 1 0,0-1 1,0 1-1,0-1 0,0 1 1,-1-1-1,1 1 1,-1-1-1,1 1 0,-1 0 1,0 0-1,0 0 0,0 0 1,0 0-1,0 0 0,0 1 1,0-1-1,-1 1 0,1-1 1,-1 1-1,1 0 0,-1 0 1,-1 0-22,-8-4-266,-1 1 0,0 0 0,0 1 1,-4 0 265,17 3-106,0 0 0,0 0 0,0 0 0,-1 0 0,1 1 0,0-1 1,0 0-1,-1 0 0,1 0 0,0 0 0,0 0 0,0 0 1,-1 0-1,1 0 0,0 0 0,0-1 0,-1 1 0,1 0 0,0 0 1,0 0-1,-1 0 0,1 0 0,0 0 0,0 0 0,0 0 0,0-1 1,-1 1-1,1 0 0,0 0 0,0 0 0,0 0 0,0-1 0,-1 1 1,1 0-1,0 0 0,0 0 0,0-1 0,0 1 0,0 0 0,0 0 1,0-1-1,0 1 0,0 0 0,0 0 0,0-1 106,0 1-31,0 0-5633</inkml:trace>
  <inkml:trace contextRef="#ctx0" brushRef="#br0" timeOffset="1">556 194 3145,'0'0'10386,"0"0"-7898,-28 137 17,1-73-409,-2-12-855,1-1-825,-6 8-416,7-11-1345,6-15-5064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3: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0 10338,'0'0'2753,"0"0"-1060,0 0-96,-9 21-258,1-2-1047,2-6-141,0 0 0,1 0 0,1 1-1,0-1 1,0 1 0,2 0 0,0 0 0,0 0-1,2 1-150,-1-6 146,1 1 0,0-1 0,0 1-1,1 0 1,1-1 0,-1 0-1,2 1 1,-1-1 0,1 0-1,1 0-145,-2-5 68,0-1 1,1 1-1,-1-1 0,1 0 0,0 1 1,0-2-1,0 1 0,1 0 0,-1 0 0,1-1 1,-1 0-1,1 0 0,0 0 0,0 0 1,-1-1-1,2 1 0,-1-1 0,0 0 0,0 0 1,0 0-1,0-1 0,1 0 0,-1 1 0,0-2-68,10 2 101,1-1-1,-1-1 0,0 0 0,0-1 0,0 0 0,0-1 0,0-1 0,-1 0 0,1-1 0,11-7-100,-19 10 24,0-1-1,-1 0 1,0 0 0,0-1-1,0 1 1,0-1-1,0 0 1,-1-1-1,1 1 1,-1-1 0,0 0-1,-1 0 1,1 0-1,-1 0 1,0-1-1,-1 1 1,1-1 0,-1 0-1,0 0 1,0 0-1,-1 0 1,0 0-1,0 0 1,0 0 0,-1 0-1,0-2-23,-1 3 49,0 0-1,0-1 1,-1 1-1,0 0 0,0 0 1,-1 0-1,0 0 1,1 0-1,-1 1 1,-1-1-1,1 1 1,-1 0-1,0 0 1,0 0-1,0 0 1,0 1-1,-1-1 1,1 1-1,-1 0 0,0 1 1,0-1-1,0 1-48,-11-6 55,0 0-1,-1 1 0,1 1 0,-2 1 0,1 0 0,-8 0-54,16 4-29,3-1-34,-1 1 1,0 0-1,1 0 0,-1 1 0,0 0 1,1 0-1,-1 0 0,-6 2 63,13-2-56,-1 0 0,1 0 0,0 0 0,-1 1-1,1-1 1,0 0 0,-1 0 0,1 0-1,-1 0 1,1 0 0,0 1 0,-1-1 0,1 0-1,0 0 1,0 0 0,-1 1 0,1-1 0,0 0-1,0 1 1,-1-1 0,1 0 0,0 0 0,0 1-1,0-1 1,-1 0 0,1 1 0,0-1 0,0 1-1,0-1 1,0 0 0,0 1 0,0-1-1,0 0 1,0 1 0,0-1 0,0 1 56,9 11-2103,19 7-3523,7-7-5150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3:08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13379,'0'0'3769,"0"0"-3057,0 0 112,0 0-136,0 0-688,0 0-1208,0 0-3945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3:08.7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0 16524,'0'0'2071,"0"0"-1024,0 0 62,-5 28-225,-14 91-426,17-113-446,1 1 1,1 0-1,-1-1 1,1 1-1,0 0 1,1-1-1,0 1 1,0-1-1,0 1 1,1-1-1,0 1 1,0-1-1,0 0 1,1 1 0,0-2-1,0 1 1,1 0-1,-1 0 1,1-1-1,1 0 1,-1 0-1,1 0 1,0-1-1,0 1 1,0-1-1,0 0 1,6 3-13,-5-4 8,0-1 0,0 1 0,0-1-1,0 0 1,1-1 0,-1 1 0,1-1 0,0 0 0,-1-1 0,1 0 0,-1 0 0,1 0 0,0-1 0,-1 0 0,1 0-1,-1 0 1,1-1 0,-1 0 0,0-1 0,0 1 0,0-1 0,0 0 0,0-1 0,4-3-8,-1 0 81,0 0 0,0-1 0,-1 0 0,0-1-1,0 1 1,-1-2 0,3-4-81,-7 9 58,0 1-1,-1-1 1,1 0-1,-1 0 1,0 0-1,-1 0 0,1 0 1,-1-1-1,0 1 1,-1 0-1,1 0 1,-1-1-1,0 1 1,0 0-1,-1-1 0,1 1 1,-2-3-58,1 5 75,0 0 1,0 1-1,-1-1 0,1 0 1,-1 1-1,1 0 1,-1-1-1,0 1 1,0 0-1,0 0 0,0 0 1,0 0-1,-1 1 1,1-1-1,0 0 0,-1 1 1,1 0-1,-2-1-75,-54-20 383,38 15-361,8-2-559,13 1-4884,1 4-4441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3:09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 16796,'0'0'3142,"0"0"-2210,0 0-551,1 21 262,0-5-522,-1 9-14,1 0-1,1 0 1,1 0-1,2 0 1,0-1-1,4 8-106,-7-28 59,0-1 0,0 0 0,1 1 0,-1-1 0,1 0 0,0-1-1,0 1 1,0 0 0,0-1 0,0 0 0,0 0 0,1 0 0,-1 0 0,1 0 0,0-1 0,-1 1-1,1-1 1,0 0 0,0 0 0,0 0 0,0-1 0,0 0 0,0 1 0,2-1-59,4 0 25,1 0 0,-1 0 1,0-1-1,1 0 0,-1-1 1,0 0-1,0 0 1,0-1-1,2-2-25,-3 1-260,-1 0-1,0 0 1,0-1 0,0-1 0,0 1 0,3-5 260,-4 4-738,-1-1 0,0 0-1,-1 0 1,1 0 0,-1 0 0,-1-1 0,0 0 0,0 0 0,2-7 738,0 0-608,-2 0 0,0 0 0,-1-1 0,-1 0 0,0-4 608,1-50 4841,-11 114-564,0-9-3517,2 40 497,4 62-1257,2-105-577,0-30 125,0 1 0,0-1-1,1 1 1,-1 0 0,0-1 0,1 1-1,0-1 1,-1 1 0,1-1-1,0 0 1,0 1 0,1-1-1,0 2 453,7 7-5647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3:09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0 15011,'0'0'2289,"0"0"-1617,66 177 1832,-51-75-623,-12 11-625,-3-7-456,-8-2 8,-15-14-464,-1-10-224,0-11-120,-15 16-920,5-19-2744,-5-7-5498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3:10.9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12363,'0'0'4065,"0"0"-3073,0 0-168,0 0 504,0 0-760,0 0-376,142 0-16,-97 0-64,-3 0-104,-6 0-8,-4 0-128,-3 0-1832,-11 5-1905,-15 4-4433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3:11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11923,'0'0'2400,"0"0"-656,0 0 401,0 0-1041,0 0-704,163 0-272,-92 0-128,-13 3-1808,-14-3-4169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3:22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255 0 11987,'0'0'2433,"0"0"-532,0 0 499,0 0-387,-28 16-769,-12 7-268,-35 27-976,68-44 102,0 0-1,0 0 0,1 1 0,0 0 1,0 0-1,1 0 0,0 1 0,0 0 1,1 0-1,0 0 0,1 0 0,-1 1 1,1-1-1,0 6-101,-4 5 177,0 4-18,1 0 0,1-1-1,0 2 1,2-1 0,1 0-1,1 1 1,1 11-159,0-31 9,0 0 0,0 1 1,1-1-1,0 0 0,0 0 0,0 1 0,0-1 0,1 0 0,0 0 0,0 0 1,0-1-1,0 1 0,0 0 0,1-1 0,0 1 0,-1-1 0,4 3-9,0-2 9,-1 0-1,1 0 0,0 0 0,0 0 0,0-1 0,1 0 0,-1-1 0,1 1 0,0-1 1,5 1-9,4 0 15,0-1 0,1-1 0,-1 0 0,0-1 0,1-1 0,-1 0 0,0-1 0,0-1 0,12-3-15,-20 3 22,1 0-1,-1 0 0,0-1 1,0 0-1,0 0 1,-1-1-1,1 0 0,-1 0 1,0-1-1,0 0 0,-1 0 1,0-1-1,0 0 1,-1 0-1,1 0 0,-1-1 1,-1 1-1,0-1 0,0 0 1,0 0-1,-1-1 1,0 1-1,-1-1 0,0 0 1,0 0-1,-1 1 0,0-1 1,-1 0-1,0 0 1,0 0-1,0 0 0,-3-8-21,1 9 54,0 0 0,0 1-1,-1-1 1,0 1 0,-1 0-1,0 0 1,0 0 0,0 1-1,-1-1 1,0 1-1,0 0 1,0 0 0,-1 1-1,0-1 1,0 2 0,0-1-1,-1 0 1,0 1 0,0 0-1,0 0-53,-8-3-6,0-1 0,-1 2-1,0 0 1,0 0 0,0 2 0,0 0-1,-1 1 1,-16-1 6,30 3-119,-56 2-310,37 9-1174,21-9 1471,1-1 0,-1 1 0,1-1 0,0 1 0,-1 0 0,1-1 0,0 1 0,0 0 0,0 0 0,0-1 0,-1 1 0,1 0 0,0-1 0,0 1 0,0 0 0,0 0-1,1-1 1,-1 1 0,0 0 0,0-1 0,0 1 0,1 0 0,-1-1 0,0 1 0,0 0 0,1-1 0,-1 1 0,1 0 0,-1-1 0,1 1 0,-1-1 132,24 19-5500,13-2-2357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3:23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 13451,'0'0'2592,"0"0"-671,0 0 1039,-13 146-1127,5-96-969,3-3-504,2 0-192,3-5-72,0-1-96,0-15 0,0-10-136,42-16-904,-2-5-1289,4-21-2816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3:23.5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336 14 15243,'0'0'2143,"0"0"-276,0 0 154,-28-3-774,-89-7-546,110 10-643,1 0-1,-1 0 1,0 0 0,0 1-1,1 0 1,-1 0-1,0 1 1,1 0 0,-1 0-1,1 1 1,0-1-1,0 1 1,0 1-1,0-1 1,-5 5-58,3-1 65,-1 1 0,2 1 0,-1-1 0,1 1 0,0 1 0,1-1 0,0 2-65,2-5 24,1 1 0,0-1 0,0 1 0,0 0 0,1 0 0,0 0 0,0 0 0,1 2-24,0-7 2,1 0 0,0 1 0,-1-1 0,1 0 0,0 1-1,0-1 1,0 0 0,1 1 0,-1-1 0,1 0 0,-1 1 0,1-1 0,0 0 0,0 0-1,0 0 1,0 1 0,0-1 0,0 0 0,0-1 0,1 1 0,-1 0 0,1 0-1,0 0 1,-1-1 0,1 1 0,0-1 0,1 1-2,7 2 4,1-1 0,-1 0 0,1 0 0,0-1 0,0-1 0,0 0 0,0 0 0,0-1 0,0-1 0,3 0-4,14 1-47,-20-1-28,0 1-1,0-1 1,-1 0 0,1 0-1,0-1 1,-1 0-1,1-1 1,-1 1 0,0-2-1,0 1 1,0-1-1,0 0 1,0 0 0,-1-1-1,0 1 1,0-2-1,0 1 1,-1-1-1,2-1 76,-1-1 41,0 0 0,-1 0-1,0-1 1,0 0-1,-1 0 1,0 0-1,0 0 1,-1-1 0,0 1-1,-1-1 1,0 0-1,-1 0 1,0 0 0,0 0-1,-1-1-40,0 10 520,5 21-220,11 83 1052,-3 22-1352,11 79 577,-23-200-578,-1 1 1,1-1-1,0 0 1,1 1-1,-1-1 1,1 0-1,0 0 1,0 0-1,0 0 1,0 0-1,1-1 1,-1 1-1,1-1 1,0 1 0,-1-3-140,0 1-1,1-1 1,-1 0 0,0 0-1,0 0 1,1 0 0,-1 0-1,0 0 1,1-1 0,-1 1-1,1-1 1,-1 1 0,1-1-1,-1 0 1,1 0 0,-1 0-1,1-1 1,-1 1 0,1-1-1,-1 1 1,0-1 0,1 0-1,-1 0 1,0 0 0,1 0-1,0-1 141,28-18-5634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3:23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0 16892,'0'0'2112,"0"0"-128,0 121 801,0-55-1153,0 5-767,-7 0-393,-1-8-256,2-6-120,-1-8-88,1-6-8,-2-3-24,1-14-520,-4 2-673,3-9-1447,3-7-3762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3:26.5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47 13219,'0'0'2374,"0"0"-1038,0 0 91,26-8-459,84-22-570,-102 28-379,0 0 1,1 0 0,-1 1 0,0 0 0,1 1 0,-1 0 0,0 0 0,1 0 0,-1 1-1,7 2-19,-13-2 11,0 0-1,0 0 1,0 0-1,0 0 0,0 0 1,0 0-1,0 1 1,-1-1-1,1 1 0,0 0 1,-1-1-1,0 1 1,1 0-1,-1 0 1,0 0-1,0 0 0,0 0 1,0 0-1,0 0 1,0 0-1,-1 0 0,1 0 1,-1 1-1,1-1 1,-1 0-1,0 0 0,0 1 1,0-1-1,0 0 1,0 1-1,-1 0-10,1 2 78,-1 0 0,0 0 1,0 0-1,0 0 0,-1 0 0,0-1 1,0 1-1,0-1 0,0 1 0,-1-1 1,0 1-1,0-1 0,0 0 0,0-1 1,-3 3-79,-9 9 190,-1-1 0,-1-1 0,-5 4-190,-33 27 144,54-43-150,1-1 0,-1 0 0,0 1-1,1-1 1,-1 0 0,1 1-1,-1-1 1,1 1 0,-1-1 0,1 1-1,0-1 1,-1 1 0,1 0-1,0-1 1,-1 1 0,1-1 0,0 1-1,-1 0 1,1-1 0,0 1 0,0 0-1,0-1 1,0 1 0,0 0-1,0-1 1,0 1 0,0 0 0,0-1-1,0 1 1,0 0 0,0-1-1,0 1 1,1 0 0,-1-1 0,0 1-1,0-1 1,1 1 0,-1 0 0,0-1-1,1 1 1,-1-1 0,1 1-1,-1-1 1,1 1 0,-1-1 0,1 1-1,-1-1 1,1 0 0,0 1 6,37 12-87,-23-9 107,0 1-11,-1 0 0,0 1 0,1 1 0,-2 0 0,1 1 0,-1 0 0,-1 2 0,1 0-9,-9-7 13,0 0-1,-1 1 0,1-1 0,-1 1 0,0 0 0,0 0 1,-1 0-1,1 0 0,-1 0 0,0 1 0,0-1 0,0 1 1,-1-1-1,1 1 0,-1 0 0,0 0 0,0 0 1,-1-1-1,0 1 0,0 0 0,0 0 0,0 0 0,-1 0 1,0 0-1,0 0 0,0-1 0,-1 4-12,-1-3 98,0 1 0,0-1 0,-1 1 0,1-1 0,-1 0-1,0 0 1,-1-1 0,1 1 0,-1-1 0,0 0 0,0 0 0,0-1 0,0 0 0,-4 2-98,-9 5 376,0-1 1,-1-1 0,-17 5-377,25-9 101,0-1 0,-1-1 0,1 0 0,-1 0 1,1-1-1,-1-1 0,0 0 0,1 0 1,-1-1-1,-4-2-101,14 3-35,0-1 1,0 0-1,1 1 1,-1-1-1,0 0 1,1 0-1,-1 0 0,1 0 1,-1 0-1,1-1 1,-1 1-1,1 0 1,0-1-1,0 1 1,0-1-1,0 1 0,0-1 1,0 1-1,0-1 1,0 0-1,0 0 1,1 1-1,-1-1 1,0-2 34,-2-30-8108,3 17-1833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4:59.2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94 4297,'0'0'1490,"0"0"-13,0 0 341,0 0 222,0 0-175,8-12-190,5-6-1006,-6 10-35,-1-1 0,0 0 0,-1 0 0,0 0 0,0-1 0,-1 0-634,-4 51 3139,1-11-3068,2 606 3016,-3-635-3268,0-1-437,0-44-9611,2 17 730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4:59.5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1 760,'0'0'8423,"0"0"-5738,0 0-1890,0 0-6,0 0 223,6 27 235,1 1-839,7 26 892,-3 1 0,0 18-1300,0 72 2011,-7 1 0,-6 10-2010,0-2 155,2-153-201,-1-1 0,1 1 1,-1-1-1,1 1 0,0-1 0,-1 1 0,1-1 0,-1 1 0,1-1 0,-1 0 0,1 1 0,-1-1 1,1 0-1,-1 1 0,1-1 0,-1 0 0,0 0 0,1 0 0,-1 0 0,1 1 0,-1-1 0,0 0 1,1 0-1,-1 0 0,0 0 0,1 0 0,-1 0 0,1-1 0,-1 1 0,0 0 0,1 0 1,-1 0-1,1 0 0,-1-1 0,1 1 0,-1 0 0,1-1 0,-1 1 45,-25-10-2279,-3-9-2004,0-2-2073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4:59.9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11899,'0'0'1788,"0"0"-945,0 0 132,15 21 166,94 143 1129,-76-104-1277,-3 2-1,14 41-992,32 67 537,-76-170-524,0 1 0,0 0 0,0-1 0,0 1 0,1 0 0,-1-1 0,0 1 0,0 0 0,1-1 0,-1 1 0,0-1 0,1 1 0,-1-1 0,1 1 0,-1 0 0,1-1 0,-1 1 0,1-1 0,-1 0 0,1 1 0,-1-1 0,1 1 0,0-1 0,-1 0 0,1 0 0,0 1 0,-1-1 0,1 0 0,0 0 0,-1 0 0,1 0 0,0 0 0,-1 0 0,1 0 0,0 0 0,0 0 0,-1 0 1,1 0-1,0 0 0,-1 0 0,1 0 0,0-1 0,-1 1 0,1 0 0,-1 0 0,1-1 0,0 1 0,-1-1 0,1 1 0,-1 0 0,1-1 0,-1 1 0,1-1 0,-1 1 0,1-1 0,-1 0 0,0 1 0,1-1 0,-1 1 0,0-1 0,1 0 0,-1 1 0,0-1 0,0 0-13,23-54 484,-18 41-519,110-335 162,-105 317-140,-9 29-58,-1 0 1,1 0-1,1 1 0,-1-1 0,0 0 1,0 1-1,1-1 0,0 1 0,-1 0 1,1 0-1,0-1 0,0 1 0,0 0 1,0 0-1,1 1 0,-1-1 71,4-1-706,0 0 1,0 1-1,0-1 0,1 1 0,-1 1 1,4-1 705,21-5-4697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5:00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15011,'0'0'1673,"0"0"-1129,0 0 1552,0 146-992,0-91-399,8-1-73,2-4-296,1-6-208,2-6-56,-5-7 0,2-8-72,-2-6 40,2-8-40,3-6-256,8-3-977,-5-19-1543,0-9-2529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5:00.9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11242,'0'0'1826,"0"0"77,0 0-378,0 0-816,0 0-137,10 30 279,4 3-574,-7-16-141,0 1-1,-1-1 1,0 1 0,-2 1-1,0-1 1,-1 1-1,-1-1 1,-1 1 0,0 1-136,0 56-127,3 107 1546,-3-60-9689,-1-123 2180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5:01.3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11546,'0'0'1806,"0"0"-19,0 0-344,23 12-363,1-2-797,-11-4-141,0 0 1,0 1-1,-1 0 1,0 1 0,0 0-1,0 1 1,-1 0 0,-1 1-1,1 0 1,1 4-143,8 14 306,-1 0 1,-1 1-1,-1 1 0,6 18-306,35 61 222,-57-107-216,0 0 1,0 0 0,1 0-1,-1 0 1,0 0 0,1 0-1,-1-1 1,1 1 0,0 0-1,-1-1 1,1 0-1,0 1 1,0-1 0,0 0-1,0 0 1,0 0 0,0 0-1,0 0 1,1-1 0,-1 1-1,0-1 1,0 1-1,1-1 1,-1 0 0,0 0-1,0 0 1,1 0 0,-1 0-1,0 0 1,0-1 0,1 1-1,-1-1 1,0 1-1,0-1 1,0 0 0,0 0-1,0 0 1,0 0 0,0-1-1,0 1 1,0 0 0,0-1-1,1 0-6,35-29 37,-1-1 1,-1-2-1,25-32-37,14-11 52,-61 64-139,-10 10-14,0 0 0,0-1 0,0 1-1,0-1 1,0 0 0,-1 0 0,0 0 0,0 0 0,0-1 0,0 1 0,-1-1 0,2-2 101,-6 5-3774,-4 1-5506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4:37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13219,'0'0'2192,"0"0"-537,0 0 67,5 12-556,14 51 220,-2 1 0,-3 0 0,2 35-1386,1 46 1556,-6 20-1556,-8-28 507,-3-136-454,0-1 85,0-3 199,-1-15-247,-1 1-1,-2 0 1,1 0-1,-2 1 1,0-1-1,-1 1 1,-2-2-90,-20-65-3,22 57 8,1 0-1,1-1 0,1 0 1,1 1-1,1-1 0,2 0 1,1 0-1,3-15-4,-3 30 2,1-1-1,0 1 0,1 0 1,1 0-1,0 0 1,0 1-1,2 0 0,-1 0 1,1 0-1,0 1 0,1 0 1,1 0-1,-1 1 1,2 0-1,-1 0 0,1 1 1,0 1-1,11-7-1,-10 8-5,0 1 0,0 0 0,0 0-1,1 1 1,-1 1 0,1 0 0,0 0-1,0 1 1,0 1 0,0 0 0,11 1 5,-19 0-2,1 0-1,-1 0 1,0 1 0,1 0 0,-1-1 0,1 2-1,-1-1 1,0 0 0,0 1 0,0 0-1,0 0 1,0 0 0,0 0 0,-1 1 0,1-1-1,-1 1 1,1 0 0,-1 0 0,0 0-1,0 1 1,0-1 0,-1 1 0,1 0 0,-1-1-1,0 1 1,0 0 0,0 0 0,-1 0-1,1 1 1,-1-1 0,0 0 0,0 1-1,-1 0 3,2 6 0,-2 0 0,1 0 0,-2 1 0,1-1 0,-2 0 0,1 0 0,-1 1 0,-1-1 0,0-1 0,-1 1 0,0 0 0,-1-1 0,0 0 0,0 0 0,-1 0 0,0-1 0,-4 4 0,-18 21 10,-1-2 1,-2-1 0,-1-1-1,-3 0-10,-7 7-3,56-38 78,65-22-50,-48 13-20,0 1 0,0 2 1,0 1-1,1 1 1,1 2-6,-22 2-3,0 1 1,0 0-1,0 0 0,0 1 1,0 1-1,0 0 1,0 0-1,-1 1 0,1 1 1,-1 0-1,1 0 0,-1 1 1,-1 0-1,1 1 1,-1 0-1,0 0 0,0 1 1,0 0-1,-1 1 0,-1 0 1,1 0-1,-1 1 1,0 0-1,-1 0 0,0 0 1,-1 1-1,0 0 1,4 10 2,-7-14 4,1 1 0,-1 0 0,-1-1 0,1 1 0,-1 0 0,0 0 0,-1 0 0,0 0 0,0 0 0,0 0 0,-1 0 1,0 0-1,0 0 0,-1 0 0,0 0 0,0 0 0,0-1 0,-1 1 0,0-1 0,-1 0 0,1 0 0,-1 0 1,0 0-1,-1-1 0,1 1 0,-1-1 0,0 0 0,0-1 0,-1 1 0,-2 1-4,-11 8 62,0-1-1,0-1 1,-1-1-1,-1-1 1,0-1 0,-14 5-62,22-10 7,-1 0 1,1 0 0,0-2 0,-1 0-1,1 0 1,-1-1 0,0-1 0,1 0-1,-1-1 1,0 0 0,-10-3-8,21 3-33,0 0 0,0 0 0,1 0-1,-1-1 1,0 1 0,1-1 0,-1 0 0,1 1 0,-1-1 0,1 0-1,0 0 1,0-1 0,0 1 0,0 0 0,0-1 0,-1-1 33,3 2-87,-1 1 1,0 0-1,1-1 1,0 1-1,-1-1 1,1 1-1,0 0 1,-1-1-1,1 1 0,0-1 1,0 1-1,0-1 1,1 1-1,-1-1 1,0 1-1,0 0 1,1-1-1,-1 1 1,1-1-1,-1 1 1,1 0-1,0-1 1,-1 1-1,1 0 1,0 0-1,0 0 1,0-1-1,0 1 0,0 0 1,0 0-1,0 1 1,0-1-1,1 0 1,-1 0-1,0 0 1,1 1-1,-1-1 1,0 1-1,1-1 87,106-47-6935,-51 27 1131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4:38.5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0 12187,'0'0'2069,"0"0"481,0 0 20,0 0-1151,0 0-829,0 0 95,-1 32 321,-8 201 667,5-170-1223,0-21-328,2-1-1,1 1 1,2-1-1,3 1 1,2 9-122,-2-35 26,0-1 0,2 1 0,0-1-1,0-1 1,1 1 0,1-1 0,0 0 0,1-1 0,1 0 0,0-1 0,9 10-26,-12-16-314,0 0 0,0 0 0,0-1-1,1 0 1,-1 0 0,1-1 0,0 1 0,1-2 0,7 3 314,-9-4-752,0 0-1,0-1 0,0 0 0,-1 0 1,1-1-1,0 0 0,0 0 1,0-1-1,0 0 0,0 0 1,0 0-1,0-1 0,4-2 753,24-14-9207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4:38.9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1 105 13179,'0'0'1822,"0"0"-562,0 0 308,0 22-400,17 280 1838,-16-255-2650,-1-37-12,0-32-81,-2-63-92,0 35-138,2 0 0,4-21-33,-3 56 3,1 0 0,1 1 0,1-1 1,0 1-1,0-1 0,2 1 1,0 1-1,0-1 0,1 1 1,3-2-4,-7 10 4,1 0 1,0 0-1,0 1 1,0-1-1,1 1 1,-1 0-1,1 1 1,4-3-5,-8 5 2,1 0 1,0 0-1,0 0 1,-1 0-1,1 0 0,0 0 1,0 1-1,0-1 1,0 1-1,0-1 1,0 1-1,0 0 1,0 0-1,0 0 1,0 0-1,0 0 1,0 1-1,0-1 1,0 0-1,0 1 1,0 0-1,0-1 1,0 1-1,-1 0 1,1 0-1,0 0 0,0 0 1,0 0-3,3 5 4,0 0 0,0-1 0,0 2 0,-1-1 1,1 0-1,-2 1 0,1 0 0,-1 0 0,0 0 0,0 0 0,-1 1 0,0-1 0,1 6-4,4 24 59,-2 0-1,0 11-58,-3-29 13,-1-10-312,0 4 447,0-1-1,1 1 1,1-1-1,1 5-147,12 11-1825,-14-26 1241,-1 0 0,1 0 0,0-1-1,0 1 1,0-1 0,0 1 0,0-1 0,1 0 0,-1 0 0,0 0 0,3 1 584,13 0-9020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4:39.3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5089,'0'0'8250,"0"0"-7170,0 0 1329,0 0-329,0 0-1040,23 156-424,-20-113-304,2-1-160,0-7-103,1-6-49,9-10-801,-1-12-2207,-1-7-4578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4:39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96 2577,'0'0'8237,"0"20"-5491,0 464 4867,0-512-7608,0-38-33,2 0 0,3 1 1,5-16 27,-7 62-25,1 0 0,1 0 1,1 0-1,1 1 0,0 0 1,1 0-1,1 1 0,1 0 1,0 0-1,1 1 0,1 1 0,0-1 1,4-1 24,-10 12-3,-1 0 1,1 1-1,0-1 1,0 1 0,0 0-1,1 1 1,0 0-1,-1 0 1,1 0-1,0 1 1,1-1 0,-1 2-1,0-1 1,1 1 2,-6 1 2,1 0 0,-1 0 0,1 0 0,0 0 0,-1 0 0,1 1 0,-1-1 0,1 1 0,-1-1 0,1 1 0,-1 0 0,1 0 0,-1 0 0,0 1 0,1-1 0,-1 0 0,0 1 0,0 0 0,0-1 0,0 1 0,0 0 0,-1 0 1,1 0-1,0 0 0,-1 0 0,0 0 0,1 1 0,-1-1 0,0 1 0,0-1 0,0 0 0,-1 1 0,1-1 0,0 1 0,-1 0 0,0-1 0,0 1 0,0-1 0,0 2-2,1 5 102,-2 0 0,1 0 0,-1 0 0,0 0 1,-1 0-1,0 0 0,-1 0 0,1 0 0,-2-1 0,1 1 0,-1-1 0,-1 0 0,1 0 0,-1-1 0,-1 1 1,1-1-1,-1 0 0,-1 0 0,1-1 0,-2 1-102,-9 8 174,0-1 0,-1-1 0,-1-1-1,0 0 1,0-2 0,-1 0 0,0-1 0,-2-1-174,20-6-77,-1-1 0,0 0 0,0 0 0,0-1 0,0 1 0,0-1 0,0 1 1,0-1-1,0 0 0,-2 0 77,4-7-2985,19-7-1655,12-4-5361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4:39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12187,'0'0'1552,"0"0"-344,110 158 1937,-63-73-1289,-7 7-599,-11 2-369,-11-6-424,-13-13-312,-5-9-56,0-12-88,0-11-8,-10-8-464,-22-4-865,3-7-2887,-5-10-3130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4:40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6 303 8426,'0'0'3514,"0"0"-1555,0 0 461,0 0-435,0 0-738,0 0-322,-2-22-203,-2-71-199,4 89-477,1 0 1,0 0 0,-1 0 0,1 0 0,0 0-1,1 0 1,-1 0 0,1 0 0,0 1 0,0-1-1,0 1 1,0-1 0,1 1 0,-1 0 0,1 0-1,0 0 1,2-3-47,3 0 91,0 0-1,0 1 1,1 0-1,-1 0 1,6-1-91,-7 3 33,3-2-26,0 1-1,0 1 1,1 0-1,-1 0 1,1 1-1,0 0 1,-1 1-1,1 1 1,0-1-1,0 2 1,0-1-1,-1 1 1,1 1-1,0 0 1,-1 1-1,1 0 1,-1 0-1,0 1 1,0 1-1,-1-1 1,1 2-1,-1-1 1,0 1-1,0 1 1,3 3-7,82 71 16,18 15 22,-98-85-32,2-1-1,-1 0 0,1-1 1,1-1-1,0-1 1,12 5-6,-23-10 43,0 0-1,1-1 1,-1 1 0,0-1 0,1 0 0,0-1 0,-1 1 0,1-1 0,-1-1-1,1 1 1,-1-1 0,1 0 0,-1-1 0,0 1 0,1-1 0,-1-1 0,0 1 0,0-1-1,0 0 1,-1 0 0,1-1 0,-1 0 0,0 0 0,0 0 0,0 0 0,0-1 0,-1 0-1,1 0 1,0-2-43,3-5 150,-1 0 1,-1 0-1,0-1 0,0 1 0,-1-1 0,-1-1 0,0 1 0,0-1 0,-2 0 1,0 0-1,0 1 0,-1-1 0,-1-4-150,-6-100-1340,9 115-2016,8 1-3616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4:41.1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11 273 3369,'0'0'8362,"0"0"-5659,0 26-884,0 169 1527,-2 192-305,2-386-2979,0-32 850,-8-489-393,8 513-513,0-1-1,0 1 1,1 0 0,0 0-1,0-1 1,1 1-1,0 0 1,0 0-1,1 0 1,0 1 0,0-1-1,0 1 1,1-1-1,0 0-5,-1 5 1,0-1 0,0 0-1,0 1 1,0-1-1,0 1 1,0 0 0,1 0-1,-1 0 1,1 1 0,-1-1-1,1 1 1,-1 0-1,1 0 1,0 0 0,0 0-1,0 1 1,0 0-1,-1-1 1,1 1 0,0 1-1,0-1 1,0 0-1,0 1 1,-1 0 0,1 0-1,0 0 1,3 2-1,1 0-1,0 1 1,-1 0-1,1 0 0,-1 1 1,0 0-1,0 0 1,-1 1-1,0-1 1,0 1-1,0 1 0,0-1 1,1 4 0,15 21 3,-1 0 1,2 7-4,-19-31 1,49 95 38,-26-48-9,18 24-30,-36-64 6,1 1 0,1-1-1,1 0 1,0-1 0,0-1 0,1 0 0,4 1-6,-13-9 1,1 0 0,1-1 1,-1 0-1,0 0 0,1 0 1,0 0-1,-1-1 1,1 0-1,0-1 0,0 1 1,0-1-1,1 0 0,-1 0 1,0-1-1,0 0 1,0 0-1,1-1 0,-1 1 1,0-1-1,0-1 0,0 1 1,0-1-1,0 0 1,0 0-2,1-2 2,0 0 0,0 0 0,-1 0 1,0-1-1,1 0 0,-2 0 1,1-1-1,-1 1 0,0-1 1,0-1-1,0 1 0,-1 0 1,0-1-1,0 0 0,-1 0 1,0 0-1,0-1 0,1-5-2,2-18 86,-1-1 1,-2 0-1,-1 0 0,-1 0 0,-2 0 1,-5-30-87,-2 4 504,-3-1 1,-11-31-505,-11-63 215,33 150-878,-2-5 1689,1 6-3418,0 1-3313,10 9-1482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4:41.5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0 11642,'0'0'5826,"0"0"-5226,-65 125 1032,25-2-103,6 35-305,11-7-360,15-24-208,8-46-424,5-25-80,19 3-152,2 3-512,16 6-1128,-11-21-2465,-2-14-2969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4:44.4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41 12003,'0'0'1641,"0"0"448,0 0 345,-1 22-815,-2 25-107,-3 0 0,-9 40-1512,9-128 2348,2 25-2259,1 0 0,1-1 0,0 1-1,1-1 1,1 0 0,2-11-89,-2 24-3,1 1-1,-1-1 1,1 1 0,0-1-1,0 1 1,0-1 0,1 1-1,-1 0 1,1 0 0,0 0-1,0 0 1,0 0 0,0 0 0,1 0-1,-1 1 1,1-1 0,-1 1-1,1 0 1,0-1 0,0 1-1,0 1 1,0-1 0,0 0-1,1 1 1,-1-1 0,0 1-1,1 0 1,-1 0 0,1 1-1,-1-1 1,1 1 0,-1-1-1,1 1 1,0 0 0,2 1 3,-3-1-3,-1 0 1,0 0 0,0 1-1,0-1 1,0 1-1,1-1 1,-1 1 0,0 0-1,0 0 1,0 0-1,0 0 1,0 0 0,-1 0-1,1 0 1,0 1-1,0-1 1,-1 1 0,1-1-1,-1 1 1,1 0-1,-1 0 3,3 4-1,-1-1 0,0 1-1,-1-1 1,1 1-1,-1 0 1,0 0 0,-1 0-1,1 2 2,2 15 4,-1 1 0,-1 0-1,-1 20-3,-2-15-23,3 37-2266,-2-65 1929,0-1 0,0 1 0,1 0 0,-1-1 0,0 1 0,1 0 0,-1-1 1,0 1-1,1-1 0,-1 1 0,1 0 0,-1-1 0,1 1 0,-1-1 0,1 1 0,-1-1 1,1 0-1,0 1 0,-1-1 0,1 0 0,0 1 0,-1-1 0,1 0 0,0 0 0,-1 1 1,1-1-1,0 0 0,0 0 360,12 1-10919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4:44.8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0 184 9962,'0'0'4084,"0"0"-1879,0 0-738,0 0-168,0 0-6,1 27-133,4 212 936,-6-211-2012,2 0-1,1 0 0,1-1 0,1 1 0,7 19-83,-13-114-667,2 22 577,-1-6 17,2-1 0,4-21 73,-3 55-2,2 0 0,-1 0-1,2 1 1,1 0 0,0 0 0,1 0-1,0 1 1,9-13 2,-1 5-3,2 0 1,0 1-1,16-16 3,-27 32-3,0 1 1,1-1-1,0 1 0,0 0 1,0 1-1,1 0 0,0 0 1,0 1-1,0 0 0,1 0 1,-1 0-1,1 1 0,5-1 3,-12 4-4,-1 0 1,0 0-1,0 0 0,0 0 0,0 0 1,0 0-1,1 0 0,-1 0 0,0 1 0,0-1 1,0 0-1,0 1 0,0-1 0,0 1 0,0-1 1,0 1-1,0-1 0,0 1 0,0 0 0,0-1 1,0 1-1,0 0 0,-1 0 0,1 0 1,0 0-1,0 0 0,-1-1 0,1 1 0,-1 1 1,1-1-1,-1 0 0,1 0 0,-1 0 0,0 0 1,1 0-1,-1 0 0,0 1 4,2 51-4,-2-38 8,-1-5 41,-1 0 1,0 0-1,0 0 0,-1 0 1,0-1-1,0 1 0,-1-1 0,-1 0 1,0 0-1,0 0 0,0-1 1,-1 0-1,0 0 0,-1 0 0,0-1 1,0 0-1,-1 0 0,-7 5-45,-9 6 164,-1 0 1,-1-1-1,0-2 0,-1-1 1,-20 8-165,24-17-7,23-5-21,-1 0-1,1 0 1,0 0-1,0 0 1,-1-1 0,1 1-1,0 0 1,0 0-1,0 0 1,-1 0-1,1 0 1,0-1 0,0 1-1,0 0 1,-1 0-1,1 0 1,0-1-1,0 1 1,0 0 0,0 0-1,0-1 1,0 1-1,0 0 1,0 0-1,-1-1 1,1 1 0,0 0-1,0-1 1,0 1-1,0 0 1,0 0-1,0-1 1,0 1 0,1 0-1,-1 0 1,0-1-1,0 1 1,0 0-1,0 0 1,0-1 28,1-2-468,1 1 0,-1-1 0,1 0 0,0 0 1,-1 1-1,1-1 0,0 1 0,1 0 0,-1-1 0,3-1 468,20-15-5825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4:45.1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0 13115,'0'0'1728,"0"0"233,0 0-49,-84 130-1360,60-78-552,11-7-480,2-10-4601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4:52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11330,'0'0'1478,"0"0"90,0 0-654,0 0-519,0 0 79,11 22 284,-2-5-606,4 7 68,0 1 0,-2 1-1,-1 0 1,-1 1 0,3 17-220,-10-24 147,0 0 0,-1 0 0,-2 7-147,1-2 238,-18-81 2306,16 43-2522,0 1 0,0-1 0,1 0-1,1 0 1,1 0 0,-1 0 0,2 0-1,0 0 1,2-7-22,-2 15 1,-1 1 0,1-1-1,0 1 1,0-1 0,0 1-1,1 0 1,-1 0 0,1 0 0,0 0-1,0 0 1,1 1 0,-1 0 0,1-1-1,0 1 1,0 0 0,0 1-1,0-1 1,0 1 0,0 0 0,1 0-1,-1 0 1,1 0 0,0 1 0,-1 0-1,1 0 1,3-1-1,-4 2-3,1-1 0,-1 1-1,0-1 1,0 1 0,0 0 0,0 1 0,0-1 0,0 1-1,0-1 1,0 1 0,0 0 0,0 1 0,0-1-1,0 1 1,-1 0 0,1 0 0,-1 0 0,1 0 0,-1 1-1,0-1 1,0 1 0,0 0 0,0 0 0,2 2 3,-1 2-7,1 0 1,-1 1 0,0 0 0,-1-1-1,0 1 1,0 0 0,-1 1-1,0-1 1,-1 0 0,1 1 0,-1 6 6,0-3-282,8 52-2455,6-23-4723,-2-19-2322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4:52.9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1 10042,'0'0'2747,"0"0"-860,0 0-682,-2 21 67,-17 323 3096,19-160-3944,0-183-336,0-5 72,-1-20-62,-1-1 1,-6-22-99,-4-47-7,11 79 11,1 0 0,1-1 0,0 1 0,1 0-1,1 0 1,0 0 0,4-11-4,-3 17 1,0 0 1,1 0-1,0 1 1,0-1-1,1 1 1,0 0-1,1 1 1,-1-1-1,1 1 1,1 1-1,-1-1 0,4-1-1,-3 1 0,1 0-1,0 0 0,1 1 0,-1 0 0,1 0 0,1 1 0,-1 0 0,1 1 0,-1 0 1,1 1-1,0 0 0,0 1 0,1 0 0,-1 1 0,10 0 1,-20 1-1,-1 1-1,1-1 1,0 1 0,-1-1-1,1 0 1,0 1-1,-1 0 1,1-1 0,-1 1-1,1-1 1,-1 1 0,1 0-1,-1-1 1,1 1-1,-1 0 1,1-1 0,-1 1-1,0 0 1,0 0-1,1-1 1,-1 1 0,0 0-1,0 0 1,0 0 0,0-1-1,0 1 1,0 0-1,0 0 1,0 0 0,0-1-1,0 1 1,0 0-1,-1 0 2,-6 31 39,1-23 2,0 0-1,0-1 0,-1 0 0,0 0 1,0 0-1,-1-1 0,0 0 0,-9 6-40,-79 49 392,64-43-348,15-7-441,18-12 379,-1 0-1,0 0 1,0 0 0,0 0-1,0 0 1,0 0 0,0 0-1,0 0 1,0 0 0,0 0 0,0 0-1,0 0 1,0 0 0,1 0-1,-1 0 1,0 0 0,0 0-1,0 0 1,0 0 0,0 0-1,0 0 1,0 0 0,0 0-1,0 0 1,0 0 0,0 0 0,1 0-1,-1 0 1,0 0 0,0 0-1,0 0 1,0 1 0,0-1-1,0 0 1,0 0 0,0 0-1,0 0 1,0 0 0,0 0 0,0 0-1,0 0 1,0 0 0,0 0-1,0 0 1,0 0 0,0 0-1,0 1 1,0-1 0,0 0-1,0 0 1,0 0 0,0 0 0,0 0-1,0 0 1,0 0 0,0 0-1,0 0 1,0 0 0,0 1-1,0-1 19,35-12-3748,4-6-1866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4:53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0 11947,'0'0'2827,"0"0"-1292,0 0 65,0 0-458,-25 10-510,-79 34-237,102-43-383,-1 0-1,1 0 1,-1 1 0,1-1 0,0 1 0,-1-1 0,1 1 0,0 0 0,0 0 0,0 0 0,0 0 0,1 0 0,-1 1-1,1-1 1,-1 0 0,1 1 0,0-1 0,-1 1 0,1-1 0,1 1 0,-1 0 0,0-1 0,1 1 0,-1 0 0,1 0-1,0 0 1,0-1 0,0 2-12,0-2 7,0 0-1,1 0 0,-1 0 0,1 0 0,0 0 0,0 0 1,0 0-1,-1 0 0,2 0 0,-1 0 0,0-1 0,0 1 1,1 0-1,-1-1 0,1 1 0,-1-1 0,1 1 0,-1-1 1,1 0-1,0 0 0,0 0 0,0 0 0,0 0 1,0 0-1,1 0-6,7 2 12,0-2 1,0 1-1,0-2 1,0 1 0,0-1-1,0-1 1,1 0-13,-8 1-5,-1 0 1,1-1-1,0 1 1,0-1-1,0 0 1,-1 0-1,1 0 0,0 0 1,-1-1-1,1 1 1,-1-1-1,1 1 1,-1-1-1,0 0 1,0 0-1,0 0 1,0 0-1,0-1 1,0 1-1,-1 0 1,1-1-1,-1 1 0,1-1 1,-1 1-1,1-3 5,1 79 2060,-1 45-3559,-4-109-1940,-6-5-1260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4:53.6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95 14067,'0'0'2096,"0"0"-279,0 0-57,0 0-1152,0 0-392,181-17-136,-118 5-80,8-11-296,-16 1-2360,-11 1-5018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4:53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1 8906,'0'0'4745,"0"0"-4233,0 0 504,63 177 289,-36-64 47,-20 26-368,-7-6-304,0-18-360,-13-16-192,-13-21-128,-5 10-56,-38 37-1864,6-26-1201,-2-17-5529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5:17.2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4657,'0'0'7017,"0"0"-4183,12 22-156,25 57 36,-4 2-1,13 52-2713,-24-47 532,-4 2 0,-4 0-1,-4 0 1,-4 1 0,-4 32-532,-6-263 332,0 77-310,3-1 1,3 1-1,6-25-22,-2 53 1,2 0 1,1 1-1,1 0 0,3 0 1,1 1-1,16-30-1,-21 51-4,-1-1 0,2 2-1,0-1 1,0 2 0,1-1 0,1 1 0,11-8 4,-15 13-8,0 2 1,0-1 0,1 1 0,0 0 0,0 1 0,0 0 0,0 1 0,1 0 0,-1 0 0,1 1 0,0 0 0,0 0-1,3 1 8,-11 1-2,0 0 0,1 1 0,-1-1-1,0 0 1,0 1 0,1 0-1,-1-1 1,0 1 0,0 0-1,0 0 1,0 0 0,0 0-1,0 0 1,0 1 0,0-1-1,0 1 1,0-1 0,-1 1 0,1 0-1,-1-1 1,1 1 0,-1 0-1,0 0 1,0 0 0,0 0-1,0 0 1,0 0 0,0 1-1,0-1 1,-1 0 0,1 0 0,-1 1-1,1-1 1,-1 0 0,0 2 2,1 7-6,0 0 1,-1 0-1,0 0 1,0 0 0,-1 0-1,-1 0 1,-1 5 5,-1-2-3,-1 0 0,0 1 0,-1-2-1,-1 1 1,0-1 0,-1 0 0,-1 0 0,0-1 0,-10 11 3,-18 17 141,-2-2-1,-5 2-140,58-40 243,54-13-173,-48 7-73,1 2-1,-1 1 1,1 0 0,0 1-1,0 2 1,-1 0 0,4 1 3,-20 0-4,0 0 1,1 0 0,-1 0-1,0 1 1,0-1 0,0 1 0,0 0-1,0 1 1,0-1 0,0 1 0,-1-1-1,1 1 1,-1 0 0,0 0-1,0 0 1,0 1 0,0-1 0,-1 1-1,1 0 1,-1 0 0,0 0 0,0 0-1,0 0 1,-1 0 0,1 0-1,-1 1 1,0-1 0,0 0 0,-1 1-1,1 2 4,0 2 4,0 0 0,-1 0-1,0 0 1,-1 0 0,0 0 0,0 0-1,-1 0 1,0 0 0,0-1-1,-1 1 1,0-1 0,-1 0-1,0 1 1,0-2 0,-1 2-4,-8 9 129,-1-2 0,0 1-1,-2-2 1,1 0 0,-2-1 0,0 0 0,-16 8-129,20-14 49,0 0 0,0-1 1,-1-1-1,0 0 0,0-1 1,-1 0-1,1-1 0,-1-1 1,0 0-1,0-2 0,-11 1-49,24-2-11,0 1 1,1-1-1,-1 0 0,0-1 1,0 1-1,1 0 0,-1 0 0,0-1 1,1 1-1,-1-1 0,0 1 0,1-1 1,-1 0-1,1 0 0,-1 0 0,1 0 1,-1 0-1,1 0 0,0 0 1,-1 0-1,1 0 0,0-1 0,0 1 1,0-1-1,0 1 0,0-1 0,0 1 1,0-1-1,1 1 0,-1-1 0,1 0 1,-1 1-1,1-1 0,-1 0 1,1 1-1,0-1 0,0 0 0,0 0 1,0 1-1,0-1 0,0 0 0,0 0 11,1-4-316,0-1-1,0 1 1,1 0-1,0-1 1,0 1-1,0 0 1,1 0-1,0 0 0,0 1 1,0-1-1,1 0 317,29-32-6054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5:17.5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 1 13355,'0'0'2288,"0"0"-911,0 0 2431,-128 172-2623,101-92 151,14 5-192,13-2-312,0-8-488,21-9-175,19-16-121,7-10-48,5-14-153,24-26-1095,-13 0-2945,-7-5-4825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5:17.9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80 13291,'0'0'1923,"0"0"755,0 29-474,8 212 945,-6-217-2871,0 14 441,-1-73-305,-1 25-405,0-32 32,2 0 0,1-1 1,5-20-42,-6 53 11,0 0 0,0 0 0,1 0 0,1 0 0,-1 0 1,1 1-1,1-1 0,0 1 0,0 0 0,1 1 1,0-1-1,1 1 0,-1 0 0,2 1 0,-1 0 0,1 0 1,1-1-12,-7 6 14,1 0 1,0 1-1,-1-1 1,1 0 0,0 1-1,0 0 1,0-1-1,0 1 1,0 0-1,0 1 1,0-1 0,0 0-1,0 1 1,0 0-1,1 0 1,-1 0-1,0 0 1,0 0 0,0 0-1,1 1 1,-1 0-1,0 0 1,0 0-15,1 1 29,-1 0 1,1 1-1,-1-1 1,0 1-1,0 0 1,0 0-1,0 0 1,-1 0-1,1 0 1,-1 1-1,0-1 1,0 1-1,0 0 1,0 0-1,0 2-29,5 15 81,-1 0 0,0 1 0,-2-1 0,-1 1 0,-1 0 0,0 2-81,-2 4-192,2 33 689,-1-59-696,-1 1-1,1-1 1,-1 1 0,1-1-1,0 1 1,0-1-1,0 0 1,0 1-1,0-1 1,1 0 0,-1 0-1,0 0 1,1 0-1,0 0 1,0 0-1,-1 0 1,1 0 0,0-1-1,2 2 200,11 1-6130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5:18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0 16716,'0'0'2424,"0"0"-944,0 0 921,0 0-1433,-42 158-536,40-111-120,2-4-96,0-3-136,0-12-72,0-6-8,5-13-1424,8-4-3337,3-5-4881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5:18.6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16 132 13971,'0'0'3575,"0"0"-2014,-2 25 454,-1 1-1481,-3 23 491,3 1-1,2 6-1024,1 23 917,4 0 0,4 6-917,-10-125-1441,1 0 1,3-26 1440,0-10-295,-2 51 310,1-1-1,1 1 0,2 0 0,0 1 0,2-1 0,0 1 1,2 0-1,3-6-14,-8 22 9,0 0 0,1 1 1,0-1-1,1 1 0,0-1 0,0 1 1,0 1-1,1-1 0,0 1 1,0 0-1,1 0 0,-1 1 0,1 0 1,0 0-1,1 0 0,-1 1 1,1 0-1,0 1 0,0 0 0,0 0 1,1 0-1,-1 1 0,0 1 1,1-1-1,4 1-9,-7 0 25,1 1 0,-1 0 0,0 0 0,1 1 0,-1 0 0,0 0 0,1 0 1,-1 0-1,0 1 0,0 0 0,0 1 0,0-1 0,0 1 0,3 3-25,-6-3 28,1 0-1,-1 0 1,0 1 0,0 0-1,0-1 1,0 1 0,0 0-1,-1 0 1,0 1 0,0-1-1,0 0 1,-1 1 0,1-1-1,-1 1 1,0-1-1,0 1 1,-1 0 0,1 0-1,-1-1 1,0 4-28,-1 0 35,0-1-1,0 1 1,-1-1-1,0 1 1,0-1-1,-1 0 1,0 1-1,0-1 1,-1-1-1,0 1 1,0 0-1,-1-1 1,1 0 0,-1 0-1,-1 0 1,1-1-1,-1 0 1,0 0-1,0 0 1,-4 2-35,-22 15 210,-1-1 1,0-2-1,-21 8-210,43-21 6,-9 0-677,13-12-1201,7 4 1374,0 0-1,0 0 1,1 0-1,-1 0 1,1 0-1,-1-1 1,1 1-1,0 0 1,0 0-1,0 0 1,0 1 0,0-1-1,1-1 499,17-23-9645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5:19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336 0 5657,'0'0'10098,"48"120"-8041,-33-35 1824,-7 12-2425,-8 0-752,-10-5-328,-24-7-200,-8-7-96,-8-10-80,-3-4-144,-31 7-1288,14-15-3217,7-18-5953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5:22.4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1 186 11226,'0'0'2088,"0"0"-1040,0 0 167,0 0-68,0 0-529,0 0-356,13-18-66,-11 16-191,10-16 208,1 1 1,2 1-1,-1 0 0,2 1 0,0 0 0,1 2 0,17-12-213,-25 20 198,1 0-1,0 0 1,0 1-1,0 0 1,1 1-198,-7 2 28,-1 0 1,1 0-1,-1 0 0,1 1 1,-1 0-1,1 0 0,-1 0 1,1 0-1,-1 0 0,1 1 1,-1-1-1,0 1 0,1 0 1,-1 0-1,0 0 0,1 1 1,-1-1-1,1 1-28,8 10 29,0 0 0,-1 0 0,0 1 0,-1 1 0,-1 0 0,0 0 0,-1 0 0,0 1 0,0 3-29,9 14 181,-8-14 74,2 0 1,0-1 0,0 0 0,2 0 0,0-2 0,8 8-256,-17-19 81,1 0 0,-1-1-1,1 0 1,-1 0 0,1 0 0,0-1-1,0 1 1,0-1 0,0 0 0,1 0-1,-1-1 1,0 0 0,1 0 0,-1 0 0,1-1-1,-1 1 1,1-1 0,-1-1 0,1 1-1,-1-1 1,1 0 0,-1 0 0,1 0-1,-1-1 1,0 0 0,3-1-81,1-1 50,0 0 0,-1-1 0,1 0 1,-1-1-1,0 0 0,-1 0 0,1 0 0,-1-1 0,0 0 1,-1-1-1,0 1 0,0-1 0,0-1 0,2-4-50,-2 0-444,0 0 0,0 0 1,-1-1-1,-1 1 0,0-1 0,-1 0 0,0 0 0,-1-1 0,0-8 444,0-1-5536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5:22.9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1 164 8914,'0'0'5714,"0"21"-3676,3 127 3789,12 44-5827,-4-92 788,5-2-1,4 1 1,21 56-788,-40-152-1,1 1-1,-1-1 1,1 0-1,0 1 1,0-1 0,0 0-1,0 0 1,1 0 0,-1 0-1,1 0 2,-2-3-17,-1 1 0,1-1 0,-1 0-1,1 1 1,-1-1 0,1 0 0,-1 1-1,1-1 1,0 0 0,-1 0 0,1 1 0,-1-1-1,1 0 1,0 0 0,-1 0 0,1 0-1,0 0 1,-1 0 0,1 0 0,-1 0 0,1 0-1,0 0 1,-1 0 0,1-1 17,0 1-52,0-1 0,0 0 1,0 0-1,0 0 0,0 0 0,0 0 1,0 0-1,0 0 0,-1 0 0,1 0 1,0 0-1,-1 0 0,1 0 0,-1-1 1,1 1-1,-1 0 0,0-1 52,8-32-659,-1-1 1,-2 0-1,-2-1 0,-1 1 1,-2 0-1,-4-29 659,2-20-109,1 2 107,0 15 37,2-1 0,3 1 0,3-1-35,-4 49 93,1 0-1,0 0 1,1 0-1,2 1 1,-1-1-1,2 2 0,1-1 1,0 1-1,1 0 1,0 1-1,2 0 0,7-8-92,-15 20 71,1 0 0,-1-1 0,1 1-1,0 1 1,0-1 0,0 1 0,1 0 0,-1 0-1,1 0 1,0 1 0,-1 0 0,1 0-1,0 0 1,0 1 0,2-1-71,-4 2 25,0 0 0,0 0-1,0 0 1,0 0 0,0 1 0,0-1 0,0 1-1,0 0 1,0 0 0,-1 1 0,1-1 0,0 1 0,-1 0-1,1 0 1,-1 0 0,0 0 0,1 0 0,-1 1-1,0-1 1,0 1 0,-1 0 0,1 0 0,0 1-25,5 8 56,0 0 1,-1 0 0,-1 1-1,0 0 1,-1 0 0,0 0 0,-1 1-1,0 0 1,-1 0 0,-1 0-1,0 0 1,-1 0 0,0 0-1,-2 13-56,0-11 77,0 0-1,-1 0 0,-1-1 0,-1 1 0,0-1 1,-1 0-1,0 0 0,-2 0 0,1-1 1,-2 0-1,0 0 0,0-1 0,-5 5-76,-13 11 135,-1-1 0,-1-2-1,-1-1 1,-2-1 0,0-1-1,-34 18-134,59-37 13,-1-1 0,0 1 0,1-1-1,-1-1 1,0 1 0,-1-1 0,-4 1-13,11-3-8,1 0 0,0 0 0,-1 0 0,1 0 0,-1 0 1,1 0-1,0 0 0,-1 0 0,1 0 0,0 0 0,-1-1 0,1 1 1,-1 0-1,1 0 0,0 0 0,-1 0 0,1 0 0,0-1 1,-1 1-1,1 0 0,0 0 0,0-1 0,-1 1 0,1 0 0,0 0 1,-1-1-1,1 1 0,0 0 0,0-1 0,0 1 0,0 0 0,-1-1 1,1 1-1,0 0 0,0-1 0,0 1 0,0-1 0,0 1 0,0 0 1,0-1-1,0 1 0,0-1 0,0 1 0,0 0 0,0-1 1,0 1-1,0 0 0,0-1 0,0 1 0,1-1 8,4-17-537,-5 18 525,9-17-1502,1 0 0,1 0 0,0 1-1,1 1 1,6-5 1514,26-28-10421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5:23.2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1 11242,'0'0'5890,"0"0"-5274,-60 191 816,31-40 104,5-5-439,11-23-129,10-43-184,3-18-360,0-6-208,19 8-168,10-5-48,5-14-88,18-12-1056,-7-17-1617,-3-16-2984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5:27.2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203 152 4641,'0'0'2272,"0"0"-135,0 0 1824,0 0-2649,0 0-48,0 0 377,0 0-305,23 42-888,22-51-448,18-5-280,-11 0-2177,-10 4-3792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5:27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1 131 11867,'0'0'2132,"0"0"-1036,0 0 99,10 22 39,23 56 594,-3 2 1,9 44-1829,-21-43 528,-11-39-345,3-1 0,8 20-183,-14-81 371,-3-17-348,-1-5 1,-1-1 1,-3 1-1,-8-38-24,6 58 26,2 0 0,1 1-1,1-1 1,1-1 0,1 1 0,0 0-1,2-6-25,0 18 23,0 0 0,1 1 0,0-1 0,0 0-1,1 1 1,0 0 0,0-1 0,1 2 0,1-1 0,-1 1-1,2-1 1,-1 1 0,1 1 0,0 0 0,0 0 0,5-4-23,0 2 13,1 1 0,-1 0 0,1 0 0,1 1 0,8-2-13,-17 6 6,0 1-1,0 0 1,1 0 0,-1 1-1,1 0 1,-1 0-1,1 0 1,-1 0-1,1 1 1,0 0 0,-1 0-1,1 1 1,-1 0-1,1 0 1,0 0-1,2 1-5,-5 0 4,0 1 0,0-1-1,-1 1 1,0-1-1,1 1 1,-1 0 0,0 0-1,0 0 1,0 0-1,-1 0 1,1 0 0,-1 0-1,1 1 1,-1-1-1,0 1 1,-1-1 0,1 1-1,-1-1 1,1 1-1,-1 2-3,1 2 8,0 1-1,-1 0 0,0 0 1,-1 0-1,0-1 0,0 1 1,-1 0-1,-1 3-7,-1-3 13,-1 1-1,0-1 1,0 0 0,-1 0 0,-1-1-1,1 0 1,-1 0 0,-1-1 0,1 1-1,-1-2 1,-3 2-13,-25 20 239,-41 22-239,50-33 5,11-5-28,13-10-44,1 0 0,-1 1 1,0-1-1,0 0 0,0 0 0,-1-1 1,1 1-1,0-1 0,-1 1 0,1-1 1,-1 0-1,-1 0 67,4-1-1100,8-16-6970,7-1-3124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5:28.3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84 16,'0'0'10986,"0"0"-7660,0 0-2261,0 0-404,0 0-335,0 0-162,26 11 342,-25-13-498,0 0 0,0 0-1,-1 0 1,1 0 0,0 0-1,-1-1 1,1 1 0,-1 0-1,1 0 1,-1 0 0,0 0-1,0-1 1,0 1 0,0 0-1,-1 0 1,1-1-8,-1-6 332,1 9 222,0 10-33,-2 70 167,1 61 195,2-121-709,1-1 0,1 1 0,0-1 1,2 1-1,5 16-174,-7-33 493,-1-10-160,1-28-26,-3-64-299,0 77 62,0 7-62,1 1 1,0 0-1,1-1 1,1 1-1,0 0 1,0 0-1,2 1 1,0-1-1,0 1 1,8-12-9,-10 18 3,1 1-1,0 0 1,1 0 0,0 1 0,0-1 0,0 1 0,0 0 0,1 1 0,-1-1-1,1 1 1,1 0 0,-1 0 0,0 1 0,1 0 0,0 0 0,0 1-1,0 0 1,0 0 0,0 0 0,0 1 0,0 0 0,2 0-3,-4 1-1,-1-1 1,0 1 0,1 0-1,-1 0 1,1 1 0,-1-1-1,0 1 1,1 0 0,-1 0-1,0 0 1,0 1 0,0-1-1,0 1 1,0 0 0,0 1-1,0-1 1,-1 0-1,4 4 1,-3-1 0,0 0-1,0 0 0,-1 1 1,1-1-1,-1 1 0,0 0 1,-1 0-1,0 0 0,0 0 1,0 1-1,-1-1 0,1 6 1,3 25-4,-2 0 0,-1 1 0,-2-1 1,-2 4 3,0 53-1913,11-5-3985,-2-65 824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5:29.0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541 1 11042,'0'0'1921,"0"0"-513,0 0 24,0 0-343,116 174-105,-106-39 208,-10-1-16,0-9-400,-5-21-191,-19-19-265,-12 5-160,-14 11-152,-16 3-8,-13-10-72,-70 39-872,20-25-2873,1-18-4273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5:35.5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30 5281,'0'0'4969,"0"0"-3127,0 0-510,0 0-358,0 0-115,7-3-378,-2 0-541,41-17 1156,-44 19-1040,-1 1 0,1-1 1,0 0-1,0 1 0,0 0 0,1-1 0,-1 1 1,0 0-1,0 0 0,0 0 0,0 0 0,0 1 0,0-1 1,0 1-1,0-1 0,0 1 0,0-1 0,0 1 0,-1 0 1,1 0-1,0 0 0,0 0 0,-1 0 0,1 1 1,0-1-57,4 8 93,1 1 1,-2-1 0,1 1 0,-2 0-1,1 0 1,-1 1 0,-1 0 0,0-1 0,0 1-94,18 103 1317,-9 26-399,-10-90-663,3-1-1,2 1 1,10 37-255,-7-168 1378,-10-33-1222,0 114-155,-1-1 1,1 0-1,0 1 1,-1-1 0,1 1-1,-1-1 1,1 1-1,-1-1 1,1 1-1,-1-1 1,0 1-1,1-1 1,-1 1 0,1 0-1,-1-1 1,0 1-1,1 0 1,-1 0-1,0 0 1,1-1 0,-1 1-1,0 0 1,0 0-1,1 0 1,-1 0-1,0 0 1,1 0 0,-1 0-1,0 0 1,0 1-1,1-1 1,-1 0-1,0 0-1,-29 6-41,14 1 40,0 1-1,0 0 0,1 2 0,0-1 1,1 2-1,-6 5 2,-78 74 8,88-79-13,4-7 0,0 1 1,1 0-1,0 0 0,0 1 0,1 0 1,0 0-1,0 0 0,0 0 1,0 0-1,1 1 0,0 0 0,0 2 5,3-8-28,0-1-1,0 1 1,0-1 0,0 0-1,0 1 1,0-1-1,1 0 1,-1 1-1,0-1 1,0 0-1,0 0 1,1 1-1,-1-1 1,0 0-1,0 0 1,1 1 0,-1-1-1,0 0 1,1 0-1,-1 0 1,0 1-1,1-1 1,-1 0-1,0 0 1,1 0-1,-1 0 1,0 0-1,1 0 1,-1 0-1,0 0 1,1 0 0,-1 0-1,0 0 1,1 0-1,-1 0 1,0 0-1,1 0 1,-1 0-1,1 0 1,-1 0-1,0 0 1,1-1 28,19-3-842,34-21-2344,-15 2-1876,3-2-6059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5:35.8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 7938,'0'0'5001,"0"0"-3521,0 0 857,0 0-937,0 0-192,0 0-576,0 0-320,123-12-128,-102 12-176,-5 0-8,5 2-528,-8 8-2224,-3 1-4386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5:36.3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13019,'0'0'1520,"0"0"-984,0 0-536,0 0-72,163 2-4809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2:01.7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 7562,'0'0'2217,"0"0"33,0 0 200,0 0-558,0 0-430,5-20 2166,-3 22-3580,1 0-1,-1 0 1,0 1 0,-1-1 0,1 1 0,0-1 0,-1 1 0,0 0 0,1 0 0,-1-1 0,0 1 0,0 0 0,-1 0 0,1 3-48,8 48 365,-8-40-263,1 4-46,1 1 0,1-1-1,1 0 1,0 1 0,7 12-56,-10-26 14,1 1 0,-1-1 0,1 0 0,1 0 0,-1 0 0,1 0 0,-1-1 0,1 1 0,1-1 0,-1 0 0,0 0 0,1-1 0,0 1 0,0-1 0,0 0 0,0-1 0,1 1 0,-1-1 0,1 0 0,1 0-14,35 7 61,1-3 0,-1-2 0,11-1-61,86 10 9,-25 1 60,93-1-69,-10-2 25,-71 1-36,149 12-16,40-12 27,-142-12 7,217 0 38,117 27-45,31 39 54,-286-32 324,-251-35-273,0 0-1,-1-1 1,1 1-1,0 0 1,-1-1-1,1 1 1,-1-1 0,1 1-1,-1-1 1,0 1-1,0-1 1,0 1-1,0-1 1,0 1-1,0-1 1,0 1-1,0-1 1,0 1-1,-1-1-104,1-3 158,-2-43-52,-3 0 0,-2-4-106,2 15 35,1-1 0,1-1 0,4-36-35,-1 70 2,1-1 0,1 1-1,-1 0 1,1-1 0,0 1 0,0 0 0,1 0 0,-1 1 0,1-1-1,0 0 1,0 1 0,1 0 0,-1 0 0,1 0 0,0 0-1,0 0 1,1 1 0,-1 0 0,1 0 0,-1 0 0,1 0-1,0 1 1,0 0 0,0 0 0,3-1-2,8-2 8,1 0 0,0 0 0,0 2 0,1 0 0,-1 1-1,1 1 1,5 0-8,6 1-2,-1 0-1,0 2 1,1 1 0,-1 1-1,0 2 1,3 1 2,58 23 1,-1 3 1,-2 4-1,-2 4 1,-1 4-1,-2 3 1,6 9-2,-80-51 6,0-1-1,1 1 1,0-1-1,0-1 1,1 0-1,-1 0 1,1 0-1,0-1 1,-1-1-1,2 0 1,-1 0-1,0 0 1,0-1-1,7 0-5,823-18 84,101 9 426,-627 22-498,109 1 8,-233-18-28,149-24 8,-90 8-5,-125 12 130,76-16-125,-194 22 58,1 1 0,-1-1 0,0-1 1,0 1-1,0 0 0,0-1 0,0 0 0,0-1 1,-1 1-1,1-1 0,-1 1 0,1-1 0,-1-1 0,0 1 1,0-1-1,0 1 0,-1-1 0,1 0 0,1-3-58,-5 6 6,1 0-122,0-1 0,0 1 1,-1 0-1,1-1 0,-1 0 0,1 1 1,-1-1-1,0 1 0,1-1 0,-1 0 1,0 1-1,0-1 0,0 1 1,0-1-1,-1 0 116,1 1-161,-2-16-2761,-9-1-3212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5:42.9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12411,'0'0'2300,"0"0"-238,0 0 330,0 0-354,0 0-583,0 0-451,0-4-434,2-9-348,4 15-79,11 35-32,1 25 153,-2 2 1,-3 0-1,1 23-264,14 200 662,-25-250-606,37 754 1024,-33-654-1160,-6-110-6171,-13-64 1464,-7-10-3392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5:43.2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1 304 12939,'0'0'1565,"10"-24"-294,-3 8-996,-2 1-29,1 0 0,1 1 0,0 0 0,1 0 0,1 1-1,0 0 1,0 1 0,2-1 0,-1 2 0,10-8-246,-3 6 242,1 0 0,0 1 0,1 1 0,1 1 0,-1 1 0,2 1 0,-1 0 0,1 2 0,0 0 0,0 1 0,1 1 0,-1 2 0,13-1-242,-19 2 64,0 1 0,0 1-1,1 0 1,-1 1 0,0 0 0,-1 1-1,1 1 1,0 0 0,-1 1 0,0 1-1,0 0 1,0 1 0,-1 1 0,0 0-1,-1 0 1,0 1 0,0 1-1,-1 0 1,7 8-64,-7-5 74,0 1 1,-1 0-1,-1 1 0,0 0 0,-1 0 0,-1 1 0,0 0 1,-1 0-1,-1 1 0,0-1 0,-2 1 0,1 0 0,-2 4-73,-1-7 87,0 1 1,-1-1 0,-1 0-1,0 1 1,-1-1 0,0 0 0,-1 0-1,-1 0 1,0 0 0,-1-1-1,-1 1 1,0-1 0,-1-1 0,0 1-1,-9 10-88,-8 10 202,-3-2 0,0-2-1,-19 16-201,30-31 15,0-1 0,0 0 0,-1-1 0,-1-1 0,0-1 0,-1-1 0,-17 7-15,2-9-662,33-7 590,1 0 0,-1 0 0,1 1 0,0-1 0,-1 0 0,1 0 0,-1 0 0,1 0 0,-1 0 0,1 0 0,-1 0 1,1 0-1,-1 0 0,1 0 0,-1 0 0,1 0 0,0 0 0,-1 0 0,1 0 0,-1-1 0,1 1 0,-1 0 0,1 0 0,0 0 1,-1-1-1,1 1 0,0 0 0,-1-1 0,1 1 0,0 0 0,-1-1 0,1 1 0,0 0 0,-1-1 0,1 1 0,0-1 1,0 1-1,0 0 0,-1-1 0,1 1 0,0-1 0,0 1 0,0-1 0,0 1 0,0-1 0,0 1 0,0 0 0,0-1 1,0 1-1,0-1 0,0 1 0,0-1 0,0 1 0,0-1 0,0 1 0,1-1 0,-1 1 0,0 0 0,0-1 0,1 1 1,-1-1-1,0 1 0,0 0 0,1-1 72,20-24-5683,12-7-3743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5:43.6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0 16275,'0'0'2177,"0"0"-1465,-87 189 600,56-87-127,2 9-89,11-1-88,18-25-400,0 0-312,10-19-288,27-11 104,10-18-112,6-11-632,36-14-736,-13-7-3073,-5-5-3737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5:45.1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32 7402,'0'0'4891,"0"0"-2844,0 0-40,0 0-105,0 0-899,0 0-577,-8 18-62,0 2-225,0 0 0,1 1 1,1-1-1,1 1 0,1 0 1,1 4-140,2-18 41,0-1 0,1 1 1,0 0-1,1-1 1,0 1-1,0-1 0,0 1 1,0-1-1,1 1 0,0-1 1,1 0-1,0 0-41,-1-2 21,0-1 0,0 0-1,0 0 1,1 0 0,0 0 0,0 0-1,0-1 1,0 1 0,0-1 0,0 0-1,0 0 1,1 0 0,-1 0 0,1 0-1,0-1 1,-1 0 0,1 1 0,0-2-1,0 1 1,0 0 0,2 0-21,4-1 32,-1 1 1,1-1-1,0 0 0,-1-1 0,1 0 1,-1-1-1,1 0 0,-1 0 0,0-1 1,0 0-1,0-1 0,0 0 0,-1 0 1,1-1-1,-1 0 0,0 0 0,-1-1 1,6-4-33,-7 4 14,0 0 0,0 0 1,-1-1-1,1 0 0,-2 0 1,1 0-1,-1 0 0,0-1 1,0 1-1,-1-1 0,0 0 1,0-1-1,-1 1 0,0 0 1,0-1-1,-1 1 0,0 0 1,-1-1-1,0 0 0,0 1 1,-1-2-15,0 5-13,0 0 0,-1 0 1,0 1-1,1-1 0,-1 0 1,-1 1-1,1 0 0,-1-1 1,1 1-1,-1 0 0,-1 0 1,1 1-1,0-1 0,-1 1 1,0-1-1,0 1 1,0 0-1,0 1 0,0-1 1,-1 1-1,1 0 0,-1 0 1,1 0-1,-1 0 0,0 1 1,0 0-1,0 0 0,0 0 13,-10-2-401,-1 0 0,0 2 0,-1-1 0,1 2 0,0 0 0,0 1 0,0 1 0,0 0 401,3 1-1155,0 1 0,0-1 0,0 2-1,-8 4 1156,-42 25-9267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5:46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39 246 6617,'0'0'5675,"0"0"-3961,11-21-1322,-2 2-299,-2 5-31,-1 0 0,2 1 0,0 0 1,0 0-1,1 1 0,1 0 0,0 0 0,1 1 0,3-2-62,-13 12 8,14-12 215,1 1 0,0 0 0,0 1 0,8-2-223,-20 10 52,-1 1-1,1 0 1,-1 1-1,1-1 0,0 1 1,0-1-1,0 1 1,0 1-1,0-1 0,0 0 1,0 1-1,0 0 1,0 0-1,0 0 1,0 0-1,0 1 0,0-1 1,0 1-1,0 0 1,0 1-1,0-1 0,-1 0 1,1 1-1,0 0 1,2 2-52,5 7 266,-1 2 0,0-1 1,-1 2-1,0-1 0,-1 1 0,-1 0 1,0 1-1,-1-1 0,3 11-266,2 2 315,26 67 1152,15 66-1467,-41-121 383,-1 1 0,-2 0-1,-1 1 1,-1 19-383,-7-92 34,-1-1 0,-2 1 0,-1-1 0,-1 1 0,-2 0 0,-11-25-34,19 54 9,-1 0 0,-1 0 0,1 1 0,0-1-1,-1 0 1,1 0 0,-1 1 0,0-1 0,0 1 0,0-1 0,0 1 0,0 0 0,-1 0-1,1 0 1,-1 0 0,-2-1-9,4 2 21,-1 1 0,0-1-1,0 1 1,0-1 0,0 1-1,0 0 1,0 0 0,0 0-1,0 0 1,0 0 0,0 0-1,0 1 1,0-1 0,0 1 0,0-1-1,0 1 1,0 0 0,0 0-1,0 0-20,-10 6 90,1 1 0,1 0 0,0 1 0,0 0 0,1 0 0,-8 10-90,9-11-29,-98 104 199,26-31 46,5 4 0,-20 32-216,86-101-2087,25-30-2174,4-5-1033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5:46.8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1 128 14187,'0'0'3961,"0"0"-3489,0 0 400,0 0-280,136-66-192,-68 42-232,-2 1-88,-3 13-80,-18 6-1688,-22 4-3001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5:47.2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1 118 12275,'0'0'1712,"0"0"-840,0 0 496,0 0-151,0 0-481,160-18-664,-58-20-72,-15 7-1624,-14 0-6098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5:47.6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 14739,'0'0'1821,"2"23"-94,-1 0-1242,0-1-39,1-1 0,0 0 0,2 0 0,0 0-1,1 0 1,4 6-446,18 37 1004,-19-47-888,0 0 0,-1 1 0,-1 0 0,-1 0 1,0 0-1,-1 1 0,-1 0 0,-1 2-116,-2-21 96,0-5 86,-1-52-74,0 15-76,1-1 1,2 1 0,7-34-33,-7 65 0,0 0-1,1 0 1,0 0 0,1 0 0,0 0-1,1 1 1,0-1 0,1 1 0,0 1-1,0-1 1,1 1 0,0 0 0,1 1-1,0-1 1,0 1 0,4-2 0,-8 7 0,-1 0 0,1 1 0,0-1 0,0 0 0,0 1-1,1 0 1,-1 0 0,0 0 0,1 1 0,0-1 0,-1 1 0,1 0 0,0 1 0,-1-1 0,1 1 0,0 0 0,-1 0 0,1 0 0,0 1 0,0-1 0,-1 1 0,1 0 0,-1 1 0,1-1-1,-1 1 1,3 1 0,0 2 11,0-1-1,-1 1 0,0 1 0,0-1 0,0 1 0,-1 0 0,0 0 1,0 1-1,0-1 0,-1 1 0,0 0 0,0 0 0,-1 1 0,0-1 0,0 1-10,5 19 88,0 0 0,1 18-88,-7-30-229,1 0 0,0-1 1,1 1-1,1-1 0,0 0 0,1 0 0,0 0 0,1-1 0,0 0 1,1 0-1,2 1 229,13 7-5169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5:47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38 166 12563,'0'0'4951,"-1"27"-3240,-1 8-1261,-1 17 744,3 0-1,3 21-1193,2-40 605,1 0 0,2 0 0,1-1 1,10 22-606,-8-24 128,-1 0 1,-1 1-1,-2 0 1,-1 1-1,-2 2-128,-4-33-9,1 0 0,-1 0-1,0 0 1,0 0-1,0-1 1,0 1-1,0 0 1,0 0 0,0 0-1,-1 0 1,1 0-1,0 0 1,0 0 0,-1 0-1,1 0 1,-1 0-1,1-1 1,-1 1 0,0 1 8,-11-5-411,-14-25-2,15 9 371,0 0 0,1-1 0,1 0 0,0 0 0,2-1 0,1 0 0,0 0 0,2-1 0,0 1 0,1-8 43,-2-25-50,3 1-1,3-1 0,5-35 51,-5 73-10,1 0-1,1 0 0,1 0 0,0 1 0,1-1 1,1 1-1,0 0 0,1 1 0,0 0 0,2 0 1,-1 0-1,10-10 11,-12 17 3,0 0 0,1 1 1,0 0-1,0 0 0,0 0 1,0 1-1,1 0 0,0 1 1,0 0-1,0 0 0,1 0 1,-1 1-1,1 1 0,0-1 1,0 2-1,0-1 0,0 1 0,0 0 1,0 1-1,0 0 0,0 0 1,0 1-1,4 1-3,-6-1 4,0 1 0,-1-1 0,1 2 0,-1-1 0,1 0 0,-1 1 0,0 0 0,0 1 0,0 0 0,-1-1 0,1 2 0,-1-1 0,0 1 0,0-1 0,3 6-4,-1-2 43,-1 1 1,-1 0-1,1 0 1,-1 1 0,-1 0-1,0-1 1,0 1-1,-1 1 1,-1-1 0,1 1-44,0 3 85,-1 0 1,0 1 0,-1-1 0,-1 0 0,0 1 0,-1-1-1,-1 0 1,0 1 0,-1-1 0,0 0 0,-1 0 0,-1-1-1,0 1 1,-1-1 0,-3 5-86,0-3 98,-2-1 1,1 0-1,-2-1 0,0 0 0,0-1 1,-12 9-99,15-15-91,1 0 0,-1 0 0,0 0 1,0-1-1,0-1 0,-1 0 1,0 0-1,0-1 0,0 0 1,0 0-1,-10 0 91,18-3-179,0 1 0,0-1 0,1 0 1,-1 0-1,0 0 0,0 0 0,0 0 0,0 0 0,1-1 1,-1 1-1,0 0 0,0-1 0,1 0 0,-1 1 0,0-1 1,1 0-1,-1 0 0,1 0 0,-1 0 0,1 0 0,-2-1 180,-6-15-5207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5:48.3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16492,'0'0'2056,"0"0"-1152,160 174 1305,-103-42-857,-15-2-488,-21-12-576,-18-16-16,-3-29-200,-3 0 0,-12 2-72,-6-11-320,-16 14-1192,5-19-2785,1-9-3529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5:48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7418,'0'0'6726,"0"23"-4649,5 427 4040,-5-360-5635,0-89-392,0-32 294,1-12-321,2 0 0,2 0-1,2 0 1,7-23-63,-7 39 25,1 0 0,2 0 0,0 1 1,1 1-1,2 0 0,1 0 0,10-12-25,-20 32 6,0-1 0,0 1-1,1 0 1,0 1 0,0-1 0,0 1 0,0 0-1,1 0 1,0 1 0,0-1 0,0 1-1,0 1 1,6-3-6,-9 4 6,0 1 0,1-1 0,-1 1 0,0-1 0,1 1 0,-1 0-1,0 0 1,0 0 0,1 1 0,-1-1 0,0 1 0,0 0 0,0 0 0,0 0 0,0 0-1,0 1 1,0-1 0,0 1 0,0 0 0,0-1 0,-1 1 0,1 1 0,-1-1 0,1 0-1,-1 0 1,0 1 0,0 0 0,1 1-6,17 28 143,-2 1 1,-1 1-1,-1 0 0,-2 1 0,5 21-143,-5-14-1257,3 0 0,1-1 0,13 22 1257,-5-26-5455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6:06.1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14931,'0'0'2133,"2"26"-829,40 404 3842,-32-291-3897,-1-2 496,10 21-1745,-13-119 38,2 0-1,1-1 1,3 0-1,1-1 1,1 0 0,7 8-38,0-13-1005,-21-31 951,0-1 0,0 0 0,0 0 0,1 0 0,-1 0 0,0 0 0,0 1 0,0-1 0,1 0 0,-1 0 1,0 0-1,0 0 0,0 0 0,1 0 0,-1 0 0,0 0 0,0 0 0,1 0 0,-1 0 0,0 0 0,0 0 1,1 0-1,-1 0 0,0 0 0,0 0 0,0 0 0,1 0 0,-1 0 0,0 0 0,0 0 0,1 0 0,-1 0 1,0 0-1,0 0 0,0-1 0,1 1 0,-1 0 0,0 0 0,0 0 0,0-1 54,5-19-3193,-5-15-4031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6:06.5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1 180 11450,'0'0'1482,"26"-22"-430,94-74 663,-110 89-1514,0 0-1,0 0 0,1 1 0,-1 1 0,1-1 0,1 2 0,-1 0 1,1 0-1,0 1 0,-1 0 0,1 1 0,1 0 0,-1 1 1,0 1-1,0 0 0,0 0 0,0 1 0,0 1 0,0 0 1,0 0-1,9 4-200,-11-1 113,-1-1 1,0 1 0,0 0 0,-1 1-1,1 0 1,-1 1 0,0 0-1,-1 0 1,0 0 0,0 1 0,-1 0-1,1 0 1,-2 1 0,1 0-1,-1 0 1,-1 0 0,0 1 0,0-1-1,-1 1 1,0 0 0,0 0-1,-1 0 1,0 4-114,0 2 191,0 0-1,-1 0 0,0-1 1,-2 1-1,0 0 0,0 0 1,-2-1-1,0 1 0,-1-1 1,0 0-1,-1 0 0,-1 0 1,-4 8-191,-1-4 116,0 0 0,-1-2 0,-1 1 1,-1-1-1,-1-1 0,0-1 0,-1 0 1,0-1-1,-12 7-116,11-8 39,-1 0 0,-1-2 0,0 0 0,-4 0-39,17-7-31,-1-2 1,0 1-1,0-1 1,0 0-1,-1 0 0,1-1 1,0 0-1,-1 0 1,1-1-1,-1 0 1,1 0-1,-1-1 1,-6-1 30,13 2-98,0-1 1,-1 0-1,1 0 1,0 0-1,0 0 1,-1 0-1,1 0 1,0 0-1,0-1 1,0 1-1,0 0 1,1 0-1,-1-1 1,0 1-1,1-1 1,-1 1 0,0-1-1,1 1 1,0-1-1,-1 1 1,1-1-1,0 1 1,0-1-1,0 1 1,0-1-1,0 0 1,0 1-1,1-2 98,6-48-6795,11 13-3357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6:06.9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0 15899,'0'0'2545,"0"0"-1025,0 0 593,-128 187-777,96-100-320,8 10-120,9-3-319,12-9-289,3-9-192,11-15-56,25-14-40,12-16-120,33-22-769,-13-9-1343,-5 0-3505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6:07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71 14387,'0'0'1968,"0"0"569,0 0-457,160 114-439,-115-53-601,-8 8-304,-6-1-240,-7-2-224,-6-7-200,-2-9 72,-3-8-144,-3-14 0,-2-9-456,0-19-1232,0 0-1969,-3-4-2056</inkml:trace>
  <inkml:trace contextRef="#ctx0" brushRef="#br0" timeOffset="1">449 1 14595,'0'0'2249,"0"0"-321,0 0-352,0 0-39,-108 155-89,61-81-376,-8 3-288,3-3-223,-1-8-401,9-10-8,7-8-136,11-13 32,7-7-48,11-11-280,8-13-569,8-4-1151,21-9-1657,8-12-4489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6:11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334 276 16724,'0'0'2097,"0"0"-838,0 0 267,0 0-274,0 0-560,0 0-326,0-22-91,2-110-2,-2 126-259,-1 0 0,0 1 0,0-1 0,-1 0 1,1 0-1,-1 1 0,-1-1 0,1 1 0,-1-1 0,0 1 0,0 0 1,0 0-1,-1 1 0,0-1 0,0 0 0,0 1 0,0 0 0,-1 0-14,2 2 11,0-1-1,0 1 0,0 0 0,0 0 0,0 0 0,-1 0 1,1 1-1,0-1 0,-1 1 0,0 0 0,1 0 0,-1 0 1,0 0-1,1 1 0,-1 0 0,0-1 0,0 1 0,0 1 1,1-1-1,-1 0 0,0 1 0,1 0 0,-1 0 0,0 0 1,1 0-1,-1 1 0,1 0 0,0-1 0,-3 3-10,-3 3 10,0 0 0,1 1 0,0 0 0,0 1 0,1 0 0,0 0 0,1 0 0,0 1 0,0 0 0,1 0 0,0 1 0,0 1-10,-6 19 54,0 1 1,2 0-1,-3 26-54,-6 58 632,5 0 0,3 60-632,15 242 1205,5-288-1120,18 86-85,-28-216-86,0 0 0,0 0 0,0 0 0,0 0-1,0 0 1,-1 0 0,1 0 0,0 0 0,0 0 0,0 0 0,0 0 0,0 0 0,-1 0 0,1 0-1,0 0 1,0 0 0,0 0 0,0 0 0,0 0 0,0 0 0,-1 0 0,1 0 0,0 0 0,0 1 0,0-1-1,0 0 1,0 0 0,0 0 0,0 0 0,-1 0 0,1 0 0,0 0 0,0 1 0,0-1 0,0 0 86,-14-25-2075,2 3-1243,-7-9-2675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6:11.7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1 220 15595,'0'0'4009,"0"0"-2344,0 0-361,0 0-720,0 0-144,173-57-184,-100 38-152,3 0-104,8 0-248,0-2-1144,39-12-2681,-23 7-1168,-13 0-6178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6:12.0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0 12043,'0'0'2760,"0"0"-647,0 0-433,0 0-112,-76 149 17,52-74-393,3 6-232,6-4-280,7-3-128,8-8-376,0-10-32,8-8-96,18-11-32,10-6-16,6-12-320,27-12-1136,-9-7-1521,-5 0-2840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6:12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39 1224,'0'0'4433,"0"0"-3040,0 0-337,0 0 192,0 0-608,0 0-424,0 0-216,-5-38-32,5 38-1784,0 2-265,3 8-4200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6:12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247 0 12779,'0'0'2304,"0"0"-1008,0 0-751,0 0 631,0 0 224,-86 168-280,52-114-583,0-4-241,5-8-152,5-9-88,8-7-48,6-9-8,5-10-352,-1-7-1473,6-12-1328,-2-9-7313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6:13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10962,'0'0'3065,"0"0"-1385,0 0 225,0 0-89,0 0-448,142 142-855,-108-97-257,0-3-208,-3-2-48,1-7-56,-1-7-801,14-4-1151,-8-8-985,-3-12-6057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6:13.5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10594,'0'0'2666,"0"0"-149,0 0-39,0 0-1066,0 0-667,0 0-257,19 2 31,-5-1-404,-7-2-80,-1 1 1,0 0-1,0 1 0,0-1 1,0 1-1,0 0 0,0 1 0,0 0 1,-1 0-1,1 0 0,0 0 0,-1 1 1,0 0-1,1 0 0,-1 0 0,0 1 1,-1 0-1,1 0 0,-1 0 0,2 2-35,0 3 30,0 0 0,-1 0-1,-1 0 1,1 1 0,-1-1-1,-1 1 1,0 0-1,-1 0 1,1 0 0,-2 0-1,0 1 1,0-1-1,-1 0 1,0 1 0,0-1-1,-1 0 1,-1 1 0,0-1-1,-1 3-29,-2 6 20,-1-1-1,-1 0 1,-1-1-1,0 0 1,-1 0-1,-1-1 0,0 0 1,-1 0-1,-1-1 1,-1-1-20,0 1-21,6-6-42,-2 1 0,1-1 0,-1-1 0,-1 0 0,1 0 0,-2 0 63,11-8-54,0 0 1,0 0-1,0 0 0,-1 0 0,1 0 1,0 0-1,0 1 0,-1-1 0,1 0 0,0 0 1,-1 0-1,1 0 0,0 0 0,0 0 1,-1 0-1,1 0 0,0 0 0,0 0 1,-1 0-1,1 0 0,0 0 0,0-1 1,-1 1-1,1 0 0,0 0 0,0 0 0,-1 0 1,1 0-1,0 0 0,0-1 0,-1 1 1,1 0-1,0 0 0,0 0 0,0-1 1,0 1-1,-1 0 0,1 0 0,0-1 0,0 1 1,0 0-1,0 0 0,0-1 0,0 1 1,0 0-1,0 0 0,0-1 0,0 1 1,0 0-1,0 0 0,0-1 0,0 1 0,0 0 1,0 0-1,0-1 0,0 1 0,0 0 1,0-1-1,0 1 0,0 0 0,0 0 1,0-1 53,3-18-1884,13-15-3164,7-4-2060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6:13.9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1 13339,'0'0'2280,"0"0"-1143,0 0 703,0 0-592,-110 136-352,105-91-375,5 0-233,0-5-168,15-7-24,12-7-48,4-9 16,3-10-64,8-7-8,16 0-1225,-8-19-1743,-8-2-4250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6:14.2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1 10802,'0'0'1953,"0"0"-201,49 155 897,-30-65-361,-11 7-639,-8 0-737,0-8-112,0-8-384,-11-11-240,-5-11-104,-2-4-72,0-11-136,-6-3-720,-2-8-1849,2-10-2208,8-11-8026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6:14.6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14075,'0'0'2593,"0"0"-1353,0 0-216,0 0-448,0 0-128,179 0-304,-119 0-136,-8 0-8,-10 0-2016,-15 0-2113,-17-2-8498</inkml:trace>
  <inkml:trace contextRef="#ctx0" brushRef="#br0" timeOffset="1">63 270 11162,'0'0'1905,"0"0"-433,0 0 993,0 0-1425,150 7-680,-58-9-360,-14-10-1512,-12 2-4458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6:20.7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173 334 11883,'0'0'2604,"0"0"-710,0 0 69,0 0-581,0 0-574,7 3-284,16 5-145,2-2-1,-1 0 1,1-1 0,-1-2 0,23 1-379,28-2 1372,30-4-1372,-99 2 31,-1-1-1,1 0 1,-1 0 0,0 0-1,1-1 1,-1 0 0,0 0-1,0 0 1,0-1 0,0 1-1,0-1 1,-1-1 0,1 1-1,-1 0 1,0-1 0,0 0-1,0 0 1,0 0 0,-1-1-1,0 1 1,0-1 0,0 0-1,0 1 1,-1-1 0,0-1 0,0 1-1,1-2-30,1-6 59,0 0 0,-1-1 0,-1 1 0,0-1 0,-1 0 0,0 1 0,-1-1 0,0 0 0,-1 0-1,-2-7-58,1 15 19,0 1-1,0 0 0,0-1 0,0 1 0,-1 0 0,0 0 0,0 1 0,0-1 0,-1 1 0,1-1 0,-1 1 0,0 0 0,0 1 0,-1-1 0,1 1 0,-1-1 0,0 1 0,0 1 0,0-1 0,0 1 0,0 0-18,-8-4 0,0 1 0,0 1-1,-1 0 1,1 1 0,-1 0-1,0 1 1,1 1 0,-2 0 0,-13 0-16,-1 1 1,0 1-1,-20 5 16,37-4-2,0 1 0,0 0 0,0 1 0,1 1 0,-1 0 0,1 0 1,0 1-1,0 0 0,-8 8 2,2-1-3,2 1 1,0 1 0,0 0 0,2 0 0,0 2 0,0 0-1,2 0 1,0 1 0,1 0 0,1 1 0,1 0 0,-3 10 2,3-4-2,0 1 0,2 1 1,1-1-1,1 1 1,2 0-1,0 0 1,2 0-1,1 0 1,2 10 1,-2-27 2,1 0 0,0 0 1,1-1-1,0 1 1,1 0-1,0-1 0,0 0 1,1 0-1,1 0 1,-1-1-1,7 9-2,0-5 9,-1 1-1,2-1 0,0-1 1,0 0-1,1-1 1,0 0-1,1-1-8,18 8 16,0 0-1,1-3 0,0-1 0,1-1 1,1-2-1,16 2-15,-25-6 10,0-1-1,1-2 1,-1-1-1,1 0 1,-1-3 0,1 0-1,-1-1 1,0-2 0,13-4-10,-31 5-18,1-1 1,-1 0 0,0-1 0,0 1-1,0-2 1,-1 0 0,1 0 0,-1 0-1,-1-1 1,1 0 0,3-6 17,27-39-2492,-8-4-4710,-19 31-1022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6:23.5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 5657,'0'0'1338,"0"0"-617,0 0-211,0 0-66,0 0-71,0 0 86,0 0 176,-8 1 1249,3 0-7540,5-1 3740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6:25.6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93 7578,'0'0'2321,"0"0"-527,0 0-3,0 0-589,0 0-417,0 0-137,10-12 30,30-36 143,-37 45-725,-1 0-1,1 0 0,0 1 1,0-1-1,0 1 0,0 0 0,0 0 1,0 0-1,1 0 0,-1 1 0,1 0 1,-1-1-1,1 1 0,-1 0 1,1 0-1,0 1 0,0-1 0,-1 1 1,1 0-1,0 0 0,0 0 0,-1 1 1,1-1-1,0 1 0,-1 0 1,1 0-1,0 0 0,0 0-95,5 3 32,0 1-1,-1-1 0,1 1 1,-1 1-1,0 0 1,0 0-1,-1 0 1,6 6-32,7 11 122,-1 0 0,-1 1 0,-1 1 0,-1 0 0,-2 1 0,0 1 1,-2 1-1,-1-1 0,-1 2 0,-1 0 0,3 21-122,2 22 418,-3 1-1,-4 0 1,-3 1 0,-3 15-418,0-56 418,0-51 565,0-55-459,-4 32-501,-1 0-1,-2 1 0,-8-28-22,-4-24 61,18 91-62,0 0 0,0 1-1,0-1 1,0 0 0,0 0-1,0 0 1,0 1-1,-1-1 1,1 0 0,0 0-1,0 0 1,-1 1-1,1-1 1,-1 0 0,1 1-1,-1-1 1,1 0 0,-1 1-1,1-1 1,-1 0-1,1 1 1,-1-1 0,0 1-1,1-1 1,-1 1 0,0 0-1,0-1 1,1 1-1,-1 0 1,0-1 0,0 1 1,-1 0-6,0 1 0,1-1 1,-1 0-1,0 1 0,0-1 0,1 1 1,-1 0-1,0-1 0,1 1 1,-1 0-1,1 0 0,-1 0 1,1 0-1,-1 1 6,-51 54-109,44-46 126,-60 65-36,30-36-53,2 2 1,2 2-1,2 1 0,-19 33 72,86-124-10733,-9 12-1186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6:26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46 24,'0'0'11776,"0"0"-7530,0 0-2085,0 0-550,26-9-753,86-24-476,-109 32-375,-1 0 0,1 0 0,-1 1-1,1 0 1,-1-1 0,1 1 0,-1 0 0,1 0 0,0 0 0,-1 0 0,1 1 0,-1-1 0,1 1 0,-1 0 0,1-1-1,-1 1 1,1 0 0,-1 1 0,0-1 0,0 0 0,1 1 0,-1-1 0,0 1 0,0-1 0,0 1 0,-1 0-1,1 0 1,0 0 0,-1 0 0,1 0 0,-1 0 0,0 1 0,1-1 0,-1 1-7,3 5 30,0-2 4,0 0 0,0 1 1,-1 0-1,0 0 0,0 0 0,-1 0 0,0 0 0,0 1 0,-1-1 0,0 1 0,0-1 0,-1 1 0,0-1 1,0 1-1,0-1 0,-1 1 0,-1-1 0,1 1 0,-2 4-34,-1-3 44,0 1 1,-1-1-1,0 1 1,0-1-1,-1-1 1,0 1-1,-1-1 1,0 0-1,0 0 0,-1-1 1,0 0-1,0-1 1,-6 4-45,9-6-53,2-1-173,0-1-1,0 0 1,0 0 0,0 0-1,0-1 1,0 1 0,0-1-1,0 0 1,-1 1 0,1-2 0,0 1-1,-4 0 227,3-4-2823,4-12-1715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6:26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1 8618,'0'0'3201,"0"0"-2057,0 0 432,0 0-840,0 0-312,-131 141-72,113-86 209,5-6 335,5-2-80,8-9-368,0-7-248,10-10-16,22-5-48,5-8-136,23-8-776,-10 0-1417,-3-3-5328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6:26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 11426,'0'0'2073,"0"0"-1337,0 0 32,0 0-728,197-21-40,-142 14-3000,-8-3-3914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6:27.1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 11642,'0'0'1662,"0"0"-782,0 0-30,0 0-219,28-8-138,90-23 10,-115 30-456,1 0 0,0 0 0,0 1 0,-1 0 0,1 0 0,0 0 0,0 0 0,-1 0 0,1 1 0,0-1 1,0 1-1,-1 0 0,1 1 0,-1-1 0,1 0 0,-1 1 0,0 0 0,1 0 0,-1 0 0,0 0 0,0 0 0,0 1 0,-1 0 0,1-1 0,0 1 0,-1 0 0,0 0 0,0 0 0,0 0 1,0 1-1,0-1 0,-1 0 0,1 1 0,0 2-47,5 8 202,5 9-22,-2 0 1,-1 0 0,0 1-1,-2 0 1,2 14-181,12 38 184,-20-74-179,-1-1 0,1 1 0,-1-1 0,1 0 1,-1 1-1,1-1 0,0 1 0,0-1 1,0 0-1,0 0 0,0 1 0,0-1 1,0 0-1,0 0 0,0 0 0,0 0 1,1 0-6,-1-1 6,0 1 0,-1-1 0,1 0 0,0 0 0,0 0 0,-1 0 1,1 0-1,0 0 0,0 0 0,-1 0 0,1 0 0,0 0 0,0 0 1,-1-1-1,1 1 0,0 0 0,0 0 0,-1-1 0,1 1 0,0 0 0,-1-1 1,1 1-1,0-1-6,2-1-9,-1-1 0,0 1 0,0 0 1,0-1-1,0 1 0,0-1 0,0 0 0,0 0 1,-1 0-1,0 0 0,1 0 0,-1 0 1,0-2 8,1-2-57,-1-1 0,1 0 0,-1 0 1,-1 0-1,0 0 0,0 1 0,-1-5 57,1 10-15,0 0 0,-1 1 1,1-1-1,-1 0 0,1 1 0,-1-1 0,1 0 0,-1 1 0,0-1 0,0 1 0,0-1 0,0 1 0,0-1 1,0 1-1,-1 0 0,1 0 0,0 0 0,-1-1 0,1 1 0,0 0 0,-1 1 0,0-1 0,1 0 0,-1 0 1,1 1-1,-1-1 0,0 1 0,1-1 0,-1 1 0,0 0 0,0-1 0,1 1 0,-1 0 0,0 0 15,-11 1 9,0 0-1,1 1 1,-1 0-1,0 1 1,1 0 0,0 1-1,0 0 1,0 1-1,0 0 1,1 1-1,0 1 1,0-1-1,-2 3-8,1 0-235,1 0-1,-1 0 0,1 1 0,1 0 1,0 1-1,0 0 0,1 1 1,1 0-1,0 1 0,0-1 0,-1 6 236,-1 10-5917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6:27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0 180 8546,'0'0'3024,"0"0"-546,0 0-215,0 0-373,0 0-535,0 0-453,0 0-364,0 0-173,4 1-15,24 3 143,0 0-1,0-2 1,0-1-1,5-2-492,3 1 195,828-30 792,3-45-852,-691 58-66,-37 5-101,67-7-707,26-13 739,-219 28-434,-8 3-1607,-2 0-6233,-11 1 1640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6:28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11018,'0'0'3085,"0"0"-196,0 0-326,0 0-903,27-2-581,-27 2-1079,29-3 348,1 1 0,23 2-348,-46 0 46,-1 2-1,0-1 1,0 1-1,0 0 1,0 0-1,0 0 1,-1 1-1,1 0 1,-1 0-1,1 1 1,-1-1-1,0 1 1,0 0-1,-1 1 0,1-1 1,-1 1-1,0 0 1,2 4-46,3 1 65,17 24 2,-2 0 0,-2 2 0,-1 1 0,-2 0-1,13 36-66,35 66 7,-66-137-66,0 0 0,0 0 0,1 0 0,-1 0 0,0 0 1,1-1-1,-1 1 0,1 0 0,0-1 0,-1 1 1,1-1-1,0 0 0,0 1 0,0-1 0,0 0 1,0 0-1,2 0 59,24 1-4503,-13-4-694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6:28.4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876 1 11682,'0'0'2413,"0"0"-383,0 0 281,0 0-1068,0 0-672,-23 13-147,3-3-330,-7 5 68,0 0-1,0 2 1,2 2 0,-21 17-162,-9 10 493,-3-2 0,-61 34-493,-129 60 88,183-103-51,33-19-150,22-12-182,-1 1-1,1 0 0,0 0 1,1 1-1,0 0 0,0 1 1,0 0-1,1 1 0,-6 5 296,10-4-3340,3-7-1990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6:28.7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 13619,'0'0'1696,"0"0"-896,0 0 1425,-5 122-689,0-67-384,2 1-199,3-1-273,0-8-296,0-7-168,11-7-208,-1-7-8,1 0-272,-1-7-2041,-4-7-4128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6:29.1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 17788,'0'0'2656,"0"0"-1591,0 0-217,0 0-584,0 0-264,0 0-2193,0 0-2720,103-47-7505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6:29.5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0 132 11258,'0'0'1947,"0"0"158,0 0-10,0 0-973,16-21-505,-16 21-617,18-25 283,2 1 0,12-12-283,-29 34 27,0-1 0,0 1 0,0-1 0,0 1 1,1 0-1,-1 1 0,0-1 0,1 0 0,0 1 1,-1 0-1,1 0 0,0 0 0,-1 0 1,1 1-1,0-1 0,0 1 0,0 0 0,-1 0 1,1 0-1,0 1 0,0-1 0,0 1 1,1 1-29,3 0 29,-1 1 0,1 0 0,-1 1 0,0 0 0,0 0 0,0 0 0,-1 1 0,5 4-28,21 24 67,-1 0-1,-1 3 1,-2 0-1,-2 1 1,-1 2 0,9 22-67,39 56 53,-72-114-128,1 0 0,-1-1 0,1 1-1,0-1 1,0 1 0,0-1 0,0 0-1,1 0 1,-1 0 0,1 0-1,-1 0 1,1-1 0,-1 1 0,1-1-1,0 0 1,0 0 0,0 0 0,0 0-1,0 0 1,0 0 0,0-1-1,0 1 1,0-1 0,0 0 0,0 0-1,0 0 1,0-1 0,0 1 0,0-1-1,0 1 1,0-1 0,0 0-1,0 0 1,0 0 0,0-1 0,0 1 75,6-8-1035,0-1 0,-1 1 0,0-2 0,0 1 0,-1-1 0,4-9 1035,12-25-5027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6:29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452 1 10002,'0'0'2833,"0"0"-633,0 0-1072,0 0-495,0 0 735,-105 195-224,53-110-296,-11 3-504,0-6-192,-8 17-152,16-23-1704,13-15-5009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6:34.1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22 312,'0'0'8164,"0"0"-4557,0 0-1068,0 0-343,0 0-421,0 0-306,0-4-214,-1 4-1168,1-1-1,0 1 1,0-1 0,-1 1 0,1-1 0,0 1 0,0-1 0,0 1 0,0-1 0,0 0 0,0 1 0,0-1 0,0 1 0,0-1 0,0 1 0,0-1 0,0 1 0,0-1 0,0 1 0,0-1 0,1 0 0,-1 1 0,0-1 0,0 1 0,1 0 0,-1-1-1,0 1 1,1-1 0,-1 1 0,0-1 0,1 1 0,-1 0 0,1-1 0,-1 1 0,1-1-87,28 5 856,-26-3-848,21 5 24,0 1 1,0 1 0,-1 1-1,16 9-32,-33-15 1,0 0-1,-1 1 1,0 0 0,0 0-1,0 0 1,0 1 0,-1-1-1,1 1 1,2 5-1,-5-7 0,0 0-1,-1 0 1,1 0 0,-1 0 0,0 0 0,0 0-1,0 1 1,0-1 0,-1 0 0,1 1 0,-1-1-1,0 1 1,0-1 0,0 0 0,0 1 0,-1-1-1,0 0 1,1 1 0,-1 0 0,-1-1 5,0 1-1,0 0 0,0-1 1,0 0-1,-1 1 1,0-1-1,1 0 0,-1 0 1,0 0-1,0-1 1,-1 1-1,1-1 0,-2 2-4,-54 31 42,42-26-20,-76 38 58,-14 8-912,93-42-1242,14-1-5716,2-6-934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6:34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 1 10802,'0'0'1653,"0"0"468,0 0 305,0 0-820,0 0-857,0 0-390,-10 17 167,-1 2-275,1 1-1,0 0 1,2 0 0,0 1 0,1 0 0,2 0 0,0 0 0,-1 15-251,4-21 103,1 0 1,1 0 0,0 0 0,1 1-1,0-1 1,2 0 0,2 11-104,-3-22 19,0 1 0,0-1 0,0 0 0,0 0 0,1 0 1,0 0-1,-1 0 0,1-1 0,1 1 0,-1-1 0,1 0 0,-1 0 0,1 0 0,0 0 1,0-1-1,0 1 0,0-1 0,0 0 0,1 0 0,-1-1 0,1 1 0,-1-1 0,1 0 0,0 0 1,-1-1-1,3 1-19,10 1 53,0 0 0,1-1 1,-1-1-1,0-1 0,0 0 0,1-1 1,-1-1-1,0-1 0,-1 0 0,10-4-53,-19 5 44,0 0 0,0 0 0,-1 0 0,1-1 0,-1 0 0,0 0 0,0-1-1,0 0 1,-1 0 0,0 0 0,0-1 0,0 1 0,0-1 0,-1 0 0,0-1-1,0 1 1,-1-1 0,0 1 0,0-1 0,0 0 0,-1 0 0,0-1 0,-1 1-1,1 0 1,-1-6-44,0 6 24,0 1 0,0-1 0,-1 1 0,0-1 0,-1 1 0,1-1 0,-1 1 0,0-1 0,-1 1 0,0 0 0,0-1 0,0 1 0,0 0 0,-1 0 0,0 0 0,-1 1 0,1-1 0,-1 1 0,0 0 0,0 0-1,-1 0 1,1 0 0,-1 1 0,0 0 0,-1 0 0,1 0 0,0 1 0,-1-1 0,0 1-24,-8-5-88,0 1-1,-1 0 1,1 1-1,-1 1 1,-1 0-1,1 1 1,-1 1 0,-11-1 88,-19 0-2017,-1 2 0,-13 2 2017,20 0-2152,-44 0-5125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6:35.7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777 1 9458,'0'0'3033,"0"0"-481,0 0-839,0 0-1041,0 0 808,0 0-408,-173 153-520,71-89-240,-14 2-184,-39 26-128,29-19-2336,22-9-4866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6:39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0 10202,'0'0'2442,"0"0"-252,0 0 284,0 0-482,0 0-572,-7 3-375,-19 7-285,25-9-733,1-1 0,-1 1 1,0 0-1,1 0 0,-1 0 1,1-1-1,-1 1 0,1 0 0,0 0 1,-1 0-1,1 0 0,0 0 1,0 0-1,-1 0 0,1 0 0,0 0 1,0 0-1,0 0 0,0-1 1,0 1-1,1 0 0,-1 0 0,0 0 1,0 0-1,1 0 0,-1 0 0,0 0 1,1 0-1,-1 0 0,1-1 1,-1 1-1,1 0 0,-1 0 0,1 0 1,0-1-1,-1 1 0,1 0-27,14 16 301,0-1 0,1-1 0,1 0 0,9 6-301,42 39 222,-57-48-197,0 1 0,0 0 0,-1 1 0,-1 1-1,0-1 1,6 16-25,-13-25 4,1 0 0,-1 0 0,-1 1 0,1-1 0,-1 0 0,0 1 0,0 0 0,0-1 0,-1 1 0,0-1 0,0 1 0,0 0 0,-1-1 0,0 1 0,0-1 0,0 1 0,-1-1 0,0 1 0,0-1 0,0 0 0,-1 0 0,0 0 0,0 0-4,-7 7 8,0-1 0,-1 0 0,0 0 0,-1-2 0,0 1-1,-1-1 1,0-1 0,-8 4-8,-36 17 55,-26 9-55,69-32 12,8-3-51,-4 2-70,-1 0 0,0-1 1,0 0-1,-1-1 0,1 0 0,-1-1 1,-8 1 108,18-7-4948,2-6-1696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6:39.5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8 127 9962,'0'0'2177,"0"0"-604,0-20 448,0-19-1037,1-10 326,-1 30 2317,1 31-3658,13 125-482,-6 1 1,-6 23 512,-2-157-450,0-1-1,-1 1 1,1 0 0,-1 0 0,0-1 0,0 1 0,0 0 0,0-1-1,0 1 1,-1 0 0,0-1 0,0 0 0,-2 3 450,-13 12-6424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6:39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88 5393,'0'0'5625,"0"0"-2960,0 0-609,0 0-1119,0 0-145,0 0-400,0 0 0,121-7-184,-69-7-88,3 0-72,0-1-48,16-1-416,-16 6-2409,-5-1-6945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6:40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12203,'0'0'2016,"0"0"-568,0 0-719,0 0 591,84 151-256,-55-71-64,-6 9-256,-12 1-23,-9-3-433,-2-4-104,0-7-120,-8-3-64,-31 21-1177,5-16-2727,-5-10-4226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6:40.8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11162,'0'0'1721,"0"0"-1041,0 0 80,0 0-192,165 3-376,-91-3-88,12 0-104,-20 0-688,-21 0-5185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6:41.1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0 156 3081,'0'0'10850,"0"0"-9514,0 0-528,0 0-103,0 0-449,197-66-232,-71 31-24,-19 4-608,-15 8-2625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6:41.4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13 11586,'0'0'1930,"0"0"172,0 0 429,0 0-446,0 0-690,0 0-739,-2-6-387,-1-1-114,5 15-7,14 38 112,24 66 12,-6-8-437,29 90 118,-28-67-6248,-26-87-617</inkml:trace>
  <inkml:trace contextRef="#ctx0" brushRef="#br0" timeOffset="1">56 707 10818,'0'0'2361,"0"0"-833,0 0 377,0 0-1137,0 0-472,0 0-144,204-64-152,-128 50-872,-7-3-4065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6:41.8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363 1 8122,'0'0'2544,"0"0"-567,139 0-305,-76 0-600,-8 0 137,-13 0-169,-16 0-176,-23 0-248,-6 0-96,-52 9 432,-29 8-311,-21 1-337,-5-1-304,2-3-96,6-4-889,28-3-1751,25-5-4666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6:42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13123,'0'0'2272,"0"0"-1448,0 0 97,63 146 951,-47-54-496,-3 8-351,-5-1-401,0-10-176,2-8-288,8-15-56,1-10-48,-1-11-56,-2-12-16,-3-19-1176,-2-9-3313,-9-5-4041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6:42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0 201 9642,'0'0'1606,"25"-23"-267,-2 0-972,-10 8-160,2 0 0,0 1 0,0 1-1,1 0 1,1 1 0,0 1 0,1 0-1,0 2 1,0 0 0,4-1-207,-7 5 206,0 1 1,0 0-1,1 1 1,-1 0-1,1 2 1,-1-1-1,1 2 1,0 0-1,0 1 1,-1 1-1,1 0 1,-1 1 0,12 4-207,-19-4 83,1 0 1,-1 1-1,0 0 1,0 0-1,0 0 1,-1 1-1,1 1 1,-1-1-1,0 1 1,-1 0-1,1 1 1,-1 0-1,-1 0 1,1 0-1,-1 0 1,-1 1-1,1 0 1,-1 0-1,0 0 1,-1 1-1,0-1 1,0 1-1,-1 0 1,0 1-84,0 1 146,0-1 1,-1 1 0,0-1-1,-1 1 1,0 0 0,0-1-1,-1 1 1,-1 0-1,0-1 1,0 0 0,-1 1-1,0-1 1,-1 0-1,-4 8-146,0-4 226,-1-1-1,0 0 0,0-1 0,-1 0 1,-1-1-1,0 0 0,-1-1 0,0 0 0,-11 8-225,-7 2 278,0 0 0,-13 5-278,33-20 20,-1 0 1,1 0-1,-1-1 0,1-1 1,-1 0-1,0 0 1,-1-1-1,1-1 0,-8 1-20,18-2-58,0 0 0,-1 0 0,1 0 0,0 0-1,-1 0 1,1-1 0,0 1 0,-1 0 0,1-1 0,0 1 0,-1-1-1,1 1 1,0-1 0,0 0 0,0 0 0,0 1 0,-1-1-1,1 0 1,0 0 0,0 0 0,1 0 0,-1 0 0,0 0-1,0 0 1,0 0 0,1-1 0,-1 1 0,1 0 0,-1 0 0,1-1-1,-1 1 1,1 0 0,0-1 0,-1 1 0,1 0 0,0-1-1,0 1 1,0-1 0,0 1 0,0-1 58,1-4-858,0 0 0,-1 0 0,2 0 0,-1 0 0,1 0 1,0 1-1,0-1 0,0 1 0,1-2 858,22-30-11433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6:43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0 15171,'0'0'2193,"0"0"-1249,0 0 888,-73 132-367,44-54-585,3 9-160,12 3-280,12-3-184,2-2-208,16-7-48,18-2-136,18 21-1408,-7-22-2641,-6-9-3345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6:44.3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92 5881,'0'0'3845,"0"0"-1135,0 0-822,0 0-439,0 0-310,24-15-62,78-45-90,-97 58-925,0-1-1,1 1 1,0 0-1,-1 0 1,1 0-1,0 1 1,0 0-1,0 0 1,0 1-1,0-1 1,-1 1 0,1 1-1,0-1 1,0 1-1,0 0 1,0 0-1,0 1 1,-1 0-1,1 0 1,0 0-1,-1 0 1,0 1-1,0 0 1,0 0 0,3 3-62,6 6 39,-1 0 0,0 1-1,-1 1 1,0 0 0,-1 0 0,7 14-39,-11-19 30,29 50 5,-3 2-1,-2 1 1,18 53-35,-17-37 2,-28-69-52,0-1-1,0 0 1,1 0 0,0 0-1,6 7 51,22 12-3471,-12-19-2280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6:44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392 0 14123,'0'0'1920,"0"0"-1135,0 0 1463,-105 126-776,63-67-463,-3 2-145,1-4-280,2-6-224,7-8-312,7-10 56,7-5-104,5-9 0,8-5-136,3-4-648,5-3-1249,0-2-2135,2-3-1786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6:45.1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350 0 12547,'0'0'2602,"0"0"-918,0 0-160,0 0-282,-23 19-275,-8 4-701,-22 18 848,-31 32-1114,44-38 435,25-24-356,1 0 0,0 2 0,1-1-1,1 2 1,0 0 0,1 0 0,0 1 0,-4 8-79,15-22 1,-1-1 0,1 1 0,0-1 0,0 1 0,0-1 0,-1 1 0,1 0 0,0-1 0,0 1 0,0 0 0,0-1 0,0 1 0,0-1 0,0 1 0,0 0 0,0-1 0,1 1 0,-1 0 1,0-1-1,0 1 0,0-1 0,1 1 0,-1-1 0,0 1 0,1-1 0,-1 1 0,0 0 0,1-1 0,-1 0 0,1 1 0,-1-1 0,1 1-1,24 8 71,39-5 61,-52-4-122,16 0-1238,0 1-1,-1 1 0,1 2 0,0 0 1,-1 2-1,26 9 1229,-21-3-7404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6:45.4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200 31 10818,'0'0'1717,"0"0"-42,0 0-7,26-1-612,-8 0-919,28-1 236,1-2 0,41-9-373,-41 3 96,-46 10-109,-29 1 48,-3 3 221,-16 3 104,0-1-1,0-3 0,0-2 0,0-2 1,-1-2-1,-7-3-359,-7-5-3519,49 10-1330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6:45.8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2601,'0'0'13290,"0"0"-11113,0 0-1257,0 0 344,0 0 305,11 191-505,-11-103-336,0-1-376,0 0-160,0-9-120,0-7-72,7 9-560,1-19-1624,0-13-3674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6:46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 0 3209,'0'0'8273,"0"0"-6760,0 0 423,0 0-199,142 5-337,-74 78-176,-3 46 144,-25 44-223,-30 18-465,-23-2-416,-55-12-64,-16-22-200,-10-6 0,-6-7-1376,26-43-3257,14-21-5610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6:47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1 119 13635,'0'0'2656,"0"0"-1711,0 0 23,0 0 368,0 0-704,163-62-216,-111 44-56,0 1-151,-2 5-137,0 3-72,8 9-241,-13 0-1975,-14 0-2801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6:48.2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95 9554,'0'0'5129,"0"0"-4609,0 0-336,0 0 336,0 0-248,178-33-272,-54 7-16,-22 7-1728,-10 2-5329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6:48.6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0 364 13771,'0'0'1908,"0"0"-241,0 0 543,0 0-803,0 0-665,3-23-256,1-5-322,3-23 488,-3 1-1,-1-8-651,-1 13 421,-1 30-201,0-1 0,-1 0-1,-1 0 1,0 0-1,-3-13-219,1 83 238,8-4-207,2-1 1,2 0-1,2-1 0,13 36-31,-9-39-178,-3 1-1,-2 0 1,-2 1-1,-2 0 1,0 19 178,-6-59-284,-1-1 0,1 0 1,-1 1-1,0-1 0,-1 0 0,1 0 0,-1 0 1,0 0-1,-1 0 0,0-1 0,1 1 0,-2-1 1,-2 5 283,-37 36-5653,6-16-2083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6:48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86 10562,'0'0'2073,"0"0"-433,0 0-184,0 0-311,0 0-185,0 0-560,186-10-184,-107-4-136,10 0-80,34-5-280,-18 5-2017,-16 0-5456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6:50.1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27 8834,'0'0'1124,"23"-4"-144,80-8 4771,94 2-5751,-153 10 892,-43 0-100,-8 0 1097,-60 3-1539,1 4-1,-1 2 1,1 3-350,-22 3 79,-26-1-79,82-13 560,21-2-1416,16-5-4647,12 1-2494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8:44.9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121 219 1592,'0'0'6563,"0"0"-3448,0 0-1149,-1 5 1923,4 18-1058,-1-21-2652,1 1 0,0-1 0,0 1-1,0-1 1,0 0 0,0 0 0,0 0 0,1-1-1,-1 1 1,1-1 0,-1 0 0,1 0 0,-1 0-1,1 0 1,0-1 0,0 0 0,0 1-179,75-1 706,-50-1-466,-3 1-78,-1-1 0,1-2 0,-1 0-1,4-2-161,-21 3 40,1 0-1,-1 0 0,0-1 0,0 0 0,-1 0 0,1-1 0,-1 0 0,1-1 0,-1 1 0,-1-1 0,1-1 0,-1 1 0,0-1 0,4-5-39,-7 8 19,-1 0 0,1-1-1,-1 1 1,0-1 0,0 0 0,0 0-1,0 0 1,-1 0 0,1 0 0,-1 0 0,0 0-1,0 0 1,-1-1 0,1 1 0,-1 0-1,0-1 1,0 1 0,-1 0 0,1 0-1,-1-1 1,0 1 0,0 0 0,-1-4-19,-1 3 1,0 0-1,0 0 1,0 0 0,-1 0 0,1 0-1,-1 0 1,0 1 0,0 0 0,-1 0-1,1 0 1,-1 0 0,0 1 0,0 0 0,0 0-1,-1 0 1,-2-1-1,-2 0-7,-1 0 0,1 0 1,-1 1-1,0 0 0,0 1 0,-1 0 0,1 1 1,0 0-1,-1 1 0,1 0 0,0 1 0,-1 0 0,1 0 1,0 2-1,-9 2 7,5 0-3,0 1 0,1 1 0,0 0 1,1 1-1,-1 0 0,1 1 0,1 0 0,0 1 0,0 1 1,1 0-1,-1 2 3,-3 5-1,0 1 0,1 0 0,2 1 0,0 1 0,1 0 0,0 0 0,2 1 0,1 1 0,1-1 0,1 1 0,0 0 0,2 1 0,1-1 0,1 1 0,1 0 0,1-1 0,1 1 0,1 6 1,-1-23-1,0-1-1,0 1 0,1-1 0,-1 1 1,1-1-1,1 0 0,-1 0 0,1 0 1,0 0-1,0 0 0,1-1 0,0 0 1,0 1-1,0-1 0,0 0 0,5 3 2,0-1-2,0-1-1,0 0 0,0 0 0,1-1 1,0 0-1,0-1 0,0 0 1,1-1-1,7 2 3,21 2-510,-1-1-1,1-3 1,0-1-1,0-1 1,3-3 510,43-4-3778,-12-8-1898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8:50.6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 12043,'0'0'2425,"0"0"-201,0 0 33,0 0-919,0 0-821,0 10-211,7 145 3466,-13 133-3772,-1-32-856,7-255-102,0-21-2877,0-5-1380,0-5-3418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8:51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 11386,'0'0'1593,"0"0"-257,0 0-200,0 0-808,194 0-200,-102 0-120,5-7 80,39 0-88,-25 0-648,-17 0-5081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8:58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0 139 10266,'0'0'1703,"0"0"-157,0 0 30,0 0-788,24-21-416,76-64 85,-96 81-394,0 1 0,1 0 1,-1 0-1,1 0 1,-1 1-1,1-1 1,0 1-1,0 0 1,0 0-1,0 1 0,0 0 1,1 0-1,-1 0 1,0 0-1,1 1 1,-1 0-1,0 0 0,1 1-63,10-1 199,-9 1-129,0 0 1,0 0-1,0 1 1,0 0-1,0 0 1,0 1-1,0 0 0,-1 0 1,1 1-1,-1-1 1,0 1-1,0 1 1,-1-1-1,1 1 0,-1 0 1,0 0-1,0 1 1,0-1-1,-1 1 1,0 0-1,0 1 1,0 0-71,13 22 333,-2 1 1,-1 0 0,-1 1-1,0 8-333,12 47 506,-4 0 0,-4 2 0,-4 0 0,-1 26-506,0-3 312,-19-265 445,6 147-753,-1-9 2,-1-1 0,0 1-1,-1 1 1,-1-1-1,-1 0 1,0 1 0,-1-1-6,6 14-1,-1-1 0,0 0 0,0 0 0,0 1 0,0-1 0,-1 1 0,1 0 0,0 0 0,-1-1 0,0 2 0,1-1 0,-1 0 0,0 0 1,0 1-1,0 0 0,-1-1 1,0 1-3,0 1 0,-1-1 0,1 1 0,0 0 0,0 0 0,0 0 0,-1 1 0,1-1 0,0 1 0,0 0 0,0 0 0,0 1 0,0-1 0,0 1 0,0 0 0,0 0 3,-29 18 1,1 1 0,1 2 0,1 1 0,1 2 0,2 0 0,-7 10-1,5-7 6,7-8-6,12-13-2,1 1-1,-1 0 1,1 0 0,1 1 0,0 0 0,1 0 0,0 1 0,0 0 0,1 1 0,-2 4 2,8-15-94,0-1 76,0 0 0,0 0 0,0 0-1,1 0 1,-1-1 0,0 1 0,0 0-1,1 0 1,-1 0 0,0 0 0,0 0-1,0 0 1,1 0 0,-1 0-1,0 0 1,0 0 0,1 0 0,-1 0-1,0 0 1,0 0 0,0 0 0,1 0-1,-1 0 1,0 1 0,0-1 0,0 0-1,1 0 1,-1 0 0,0 0 0,0 0-1,0 0 1,0 1 0,1-1 0,-1 0-1,0 0 1,0 0 0,0 0-1,0 1 1,0-1 0,0 0 0,1 0-1,-1 0 1,0 1 0,0-1 0,0 0-1,0 0 1,0 1 0,0-1 0,0 0-1,0 0 1,0 0 0,0 1 0,0-1-1,0 0 1,0 0 0,0 1-1,0-1 1,0 0 0,0 0 0,-1 0-1,1 1 1,0-1 0,0 0 0,0 0-1,0 0 1,0 1 18,16-8-1241,0-1 0,0 0-1,0-1 1,4-4 1241,27-20-5154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8:59.2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13571,'0'0'1936,"0"0"-303,0 0-793,0 0-592,139-31-144,-92 24-104,-2 5-496,-11 2-1185,-16 0-3920</inkml:trace>
  <inkml:trace contextRef="#ctx0" brushRef="#br0" timeOffset="1">95 322 9578,'0'0'1784,"0"0"105,0 0 199,0 0-999,137 7-697,-69-7-392,-2 0-1913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9:09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227 1 8890,'0'0'2656,"0"0"-604,0 0-495,0 0-401,0 0 335,14 0 68,176 0 1470,-187 0-3022,-1 0 0,1 0 0,0 1 1,-1-1-1,1 1 0,0 0 0,-1 0 0,1 0 0,-1 0 0,1 0 0,-1 1 1,1-1-1,-1 0 0,0 1 0,0 0 0,0 0 0,0 0 0,0 0 0,0 0 1,-1 0-1,1 0 0,0 0 0,-1 1 0,0-1 0,0 1 0,1-1 0,-1 1 1,-1-1-1,1 1 0,0 0 0,-1-1 0,1 1 0,-1 0 0,0-1 0,0 2-7,1 14 12,0 0 0,-1-1 0,-1 1 0,-1 0 0,-1 0-12,3-14 10,-41 413 92,17-146 9,6 16 341,16 166-452,3-228 507,1-163-280,-1 39-130,-2-97-72,0 0-1,0-1 1,0 1 0,-1 0-1,1-1 1,-1 1-1,0-1 1,0 0 0,0 0-1,0 1 1,0-1-1,-1-1 1,1 1 0,-1 0-1,0-1 1,0 1-1,0-1 1,0 0 0,-1 0-1,1 0 1,0 0-1,-1-1 1,1 1 0,-1-1-1,0 0 1,1 0-1,-1 0 1,-3 0-25,-14 3 352,1-1 0,-1-1 0,0-1 0,-12-1-352,-152 0 228,184 0-295,0 0 0,0 0 1,0 1-1,0-1 1,0 0-1,0 0 1,0 0-1,0-1 0,0 1 1,0 0-1,0 0 1,0 0-1,0-1 0,0 1 1,0-1-1,0 1 1,0 0-1,1-1 0,-1 0 1,0 1-1,0-1 1,1 1-1,-1-1 0,0 0 1,1 0-1,-1 1 1,0-1-1,1 0 0,-1 0 1,1 0-1,-1 0 1,1 1-1,0-1 0,-1 0 1,1 0-1,0 0 1,0 0-1,-1 0 0,1 0 1,0 0-1,0 0 1,0 0-1,0 0 0,1 0 67,-1-2-514,1 0-1,1 0 0,-1 0 0,0 0 1,1 0-1,-1 1 0,1-1 0,0 1 1,0-1-1,0 1 0,0 0 0,0 0 1,1 0-1,0-1 515,32-22-10448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9:10.3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50 13435,'0'0'1704,"0"0"-680,0 0 305,136-14-801,-73 12-360,3 0 104,-6-3 48,-10-2-232,-13 0-88,-19 2 0,-10 0-1448,-8 3-3025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9:10.7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10850,'0'0'1465,"0"0"79,0 0 784,0 0-943,0 0-977,158 24-200,-101-24-144,-7 0-64,-3 0-696,-15 0-3281,-11 0-6425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9:50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440 34 7402,'0'0'1956,"0"0"-264,0 0 85,0 0-485,0 0-456,0 0-197,20-3-35,60-7-86,-229 6 1097,86 3-1595,18 0 3,0 1-1,0 2 1,0 3-1,-35 7-22,69-7 6,23-1 9,21-2 42,159-2 195,-191 0-115,-1 0 160,0-1-281,-1 0-1,1 0 1,0 0-1,-1 0 1,0 0-1,1 0 1,-1 0-1,0 0 1,1 0-1,-1 0 1,0 0-1,0 1 1,0-1-1,0 0 0,0 0 1,0 1-1,0-1 1,0 1-1,0-1 1,0 1-1,0-1 1,0 1-1,-1 0 1,1-1-1,0 1-15,-38-9-58,29 7 88,-26-4-30,-1 1 0,0 2 0,0 2 0,-8 2 0,43-1-2,1 0 33,-1 0 0,1 0 1,-1 1-1,1-1 1,0 1-1,-1-1 0,1 1 1,0 0-1,-1 0 1,1-1-1,0 1 0,0 0 1,0 0-1,0 0 1,0 0-1,0 0 0,0 1 1,0-1-1,0 0 1,0 0-1,0 1 0,1-1 1,-1 0-1,1 1 1,-1-1-1,1 1 0,-1-1 1,1 0-1,0 1 1,0-1-1,0 1 0,0-1 1,0 2-32,-1 62 1907,2-45-1528,-1 16-63,0 100 774,5 1-1,17 89-1089,-12-137 333,-2 11-333,5 56 79,9 96 66,-1-4-11,-11-111-6,-5 1 1,-7 5-129,1-21 40,-1 31 53,2-153-82,0 0 21,0 0-15,0 0 11,0 0 23,11-9 17,23-6-62,1 2-1,0 1 1,0 2 0,1 1 0,0 2-1,24-2-5,-44 7 2,34-5-911,-1 2-1,38 2 910,-86 17-7355,-1-9 2677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5:53.8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64 15699,'0'0'3809,"0"0"-3081,0 0 545,0 0-673,160-23-280,-99 11-256,-6 0-64,0 3-1408,-16 4-2833,-15 2-4497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5:54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 10234,'0'0'1681,"0"0"39,0 0-152,0 0-528,0 0-695,171-7-217,-114-3-128,14 6-248,-13-1-2241,-16 5-7681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0:23.9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158 114 13555,'0'0'1694,"0"0"-736,-7 21 168,-9 28 42,3 0 1,2 0-1,-4 50-1168,8 158 2306,7-219-2136,-1-46-36,0 1 0,-1 0-1,1 0 1,-2-1 0,1 1-1,-1 0 1,-3-5-134,-4-11 61,-3-13-22,1 0 0,2 0 0,1-1 1,2 0-1,1-14-39,4 38 9,2 0 0,-1 1 0,2-1 0,0 0 0,0 0 0,1 0 0,1 1 0,0-1 0,1 1 0,0-1 0,0 1 0,2 1 0,0-1 0,0 1 0,1 0 0,0 0 0,3-3-9,1 1 9,1 1-1,0 1 1,1 0-1,0 1 1,0 0 0,1 1-1,1 0 1,-1 1-1,1 1 1,1 0 0,-1 1-1,1 1 1,0 1-1,0 0 1,1 1 0,-1 0-1,1 1 1,0 1-1,-1 1 1,6 1-9,-19-1 1,0 1 0,1 0 0,-1 0 0,0 0 0,0 0 0,0 0 0,1 0 0,-1 1 0,-1 0 0,1 0 0,0 0 0,0 0 0,-1 0 0,1 0 0,-1 1 0,0-1 0,1 1 0,-1-1 0,0 1 1,-1 0-1,1 0 0,0 0 0,-1 0 0,0 0 0,0 0 0,0 1 0,0-1 0,0 0 0,0 0 0,-1 1 0,0-1 0,0 1 0,0 2-1,0 2 16,0 0 1,0 1 0,-1-1-1,-1 0 1,1 1-1,-1-1 1,-1 0-1,1 0 1,-1 0 0,-1 0-1,0-1 1,0 0-1,-1 2-16,-18 17 63,0-1-1,-2-1 1,0-1-1,-2-2 1,-1 0-1,0-2 1,-1-1-1,-1-1-62,24-14-76,17-7-1549,0 0-1,1 1 1,-1 1-1,10-2 1626,16-3-3694,17-4-3045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0:24.2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15603,'0'0'2817,"0"0"-4,0 0-593,0 0-994,0 0-350,0 25-88,0 79-115,3 178 244,-2-274-950,-1-1 0,1 1 0,0-1 0,0 1 0,1-1 1,0 0-1,1 0 0,-1 0 0,4 6 33,-5-12-85,0 0 0,0 1 0,0-1 0,0 0 1,0 0-1,0 0 0,0 0 0,1 0 0,-1 0 0,0 0 0,1 0 0,-1 0 0,0-1 1,1 1-1,-1-1 0,1 1 0,-1-1 0,1 1 0,0-1 85,1 0-292,1 0 1,-1 0-1,0-1 0,0 1 1,0-1-1,0 0 1,0 0-1,0 0 0,0 0 1,0 0-1,0-1 0,0 1 1,1-2 291,30-22-6254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0:24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48 16484,'0'0'1903,"-7"23"96,-4 13-1236,2 0 0,1 1 0,2-1 0,2 2 0,1-1 0,2 31-763,2-62 42,1 0 0,-1 0 0,1-1 0,0 1 0,0 0 0,1 0 0,-1-1 0,1 1 0,1-1 0,-1 0 0,1 0 0,0 0 0,0-1 0,0 1 0,0-1 0,1 0 0,0 0 0,0-1 0,0 1 0,0-1 0,1 0 0,-1 0 0,1-1 0,0 0 0,2 1-42,5 1 26,0 0-1,0-1 0,1-1 0,-1 0 1,1 0-1,-1-2 0,1 0 1,-1 0-1,1-1 0,-1-1 0,4-1-25,-11 2 5,0-1-1,0 0 0,0 0 1,0 0-1,-1-1 1,1 0-1,-1 0 0,0-1 1,0 1-1,0-1 0,0 0 1,-1-1-1,1 1 1,-1-1-1,0 0 0,-1 0 1,1 0-1,-1 0 0,0 0 1,0-1-1,-1 0 1,1 1-1,-1-1 0,-1 0 1,1 0-1,-1 0 0,0-1 1,0-5-5,0 0 6,0 0-1,-1 0 1,0 0 0,-1 0 0,-1 0 0,0 0 0,0 0-1,-1 1 1,-1-1 0,0 1 0,-1 0 0,0 0 0,0 0-1,-5-6-5,0 2 51,0 1 0,-2 0 0,1 0 0,-1 1 0,-1 1 0,-1 0 0,1 1-1,-2 1 1,1 0 0,-2 1 0,1 0 0,-1 1 0,-12-4-51,37 13-1419,0 0 0,0-1 0,0 0 1,0 0-1,7-2 1419,7 1-2055,37-3-4433,-4-1-3625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0: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53 9194,'0'0'3955,"2"23"-946,-1 22-1831,-1-6 88,2 1 0,2-1 0,1 0 0,4 6-1266,-7-35 180,0 0 0,1-1 0,0 1 0,0-1 0,1 0 0,1 0 0,0 0 0,0 0 1,0-1-1,1 0 0,0 0 0,1 0 0,0-1 0,0 0 0,0 0 0,1-1 0,0 0 0,1 0 1,7 3-181,-5-3 78,0-2 0,1 0 1,0 0-1,0-1 0,0 0 1,0-1-1,0-1 1,0 0-1,0 0 0,1-1 1,-1-1-1,0 0 0,0-1 1,6-1-79,-11 1 11,0 0 0,0-1-1,0 0 1,0 0 0,-1 0 0,1-1 0,-1 0 0,0 0-1,0-1 1,0 0 0,-1 0 0,0 0 0,0 0 0,0-1 0,-1 0-1,1 0 1,-1 0 0,-1-1 0,1 1 0,-1-1 0,0 0-1,-1 0 1,0 0 0,1-2-11,0-6 6,0 0 0,0 0 0,-1 0 1,-1-1-1,-1 1 0,0 0 0,-1 0 0,-1 0 0,0-1 0,-1 2 0,-1-1 0,0 0 1,-4-9-7,3 14-2,0-1 1,0 1 0,-1 0-1,0 0 1,-1 0 0,0 1-1,-1 0 1,0 1 0,0-1 0,0 1-1,-1 1 1,-1 0 0,1 0-1,-1 1 1,0 0 0,-1 1-1,1 0 1,-2 0 1,7 3-40,-1 0 0,1 1 0,0-1 0,-1 1 0,1 0 0,-1 1 0,-3-1 40,8 1-145,0 0 0,0 0 0,-1 0 0,1 1-1,0-1 1,0 0 0,0 0 0,0 1 0,-1-1 0,1 0 0,0 1 0,0-1-1,0 1 1,0 0 0,0-1 0,0 1 0,0 0 0,0-1 0,0 1-1,1 0 1,-1 0 0,0 0 0,0 0 0,1 0 0,-1 0 0,1 0-1,-1 0 1,1 0 0,-1 0 0,1 0 0,-1 0 0,1 1 0,0-1-1,0 0 1,0 0 145,-1 22-5928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0:25.3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331 15 18380,'0'0'1912,"0"0"-519,0 0 423,-121 139-976,90-94-464,5-5-96,2-5-136,3-6-96,0-11-24,3-3-24,2-8-160,-2-7-1168,5-14-1056,-1-17-2257,9-7-2281</inkml:trace>
  <inkml:trace contextRef="#ctx0" brushRef="#br0" timeOffset="0.99">1 1 8754,'0'0'3881,"0"0"-1265,0 0 1337,0 0-2593,0 0 17,157 30-337,-105 8-304,-2 0-88,-2-1-376,-9 1-208,-2-5-64,7 5-1104,-12-10-2889,-6-6-7297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0:25.6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1 11322,'0'0'3608,"0"0"-1885,0 0 284,-20 23-316,-60 81-452,73-94-1093,1-1 1,1 1 0,-1 0-1,1 0 1,1 1-1,0-1 1,1 1-1,0 0 1,0 0-1,1 0 1,1 0 0,0 1-1,0-1 1,1 0-1,1 0 1,-1 1-1,2-1 1,2 9-147,-2-16 32,-1 0 0,2 0 0,-1-1-1,0 1 1,1-1 0,0 0 0,-1 1 0,1-1 0,1 0 0,-1-1 0,0 1 0,1-1 0,-1 1-1,1-1 1,0 0 0,0 0 0,0-1 0,0 1 0,0-1 0,0 0 0,0 0 0,0 0 0,0 0 0,1-1-1,-1 0-31,10 2 58,0 0-1,0-2 0,0 1 1,0-2-1,0 0 0,0-1 1,4-1-58,-12 1 25,-1 0 1,1 0 0,0-1-1,-1 1 1,1-1-1,-1-1 1,0 1 0,0-1-1,0 0 1,-1 0 0,1 0-1,-1-1 1,0 0-1,0 0 1,-1 0 0,1 0-1,-1 0 1,0-1-1,-1 1 1,1-1 0,-1 0-1,0 0 1,-1 0 0,1 0-1,-1 0-25,1-2 20,0-1 0,-1 0-1,0 1 1,-1-1 0,0 0 0,0 1-1,-1-1 1,0 0 0,0 1 0,-1-1-1,-1 1 1,1 0 0,-1-1 0,0 1-1,-1 1 1,0-1 0,-3-4-20,-4-4 31,-1 1 0,-1 0 1,-5-4-32,13 15-102,-1-1 1,1 1-1,0-1 1,-1 2-1,0-1 1,0 1-1,0-1 1,-1 2-1,1-1 1,-1 1-1,0 0 102,7 1-106,0 1-1,0 0 0,-1 0 1,1 0-1,0 0 1,0 0-1,-1 0 0,1 0 1,0 0-1,0 0 1,0 0-1,-1 0 0,1 0 1,0 0-1,0 0 1,-1 0-1,1 0 1,0 0-1,0 0 0,0 0 1,-1 0-1,1 1 1,0-1-1,0 0 0,0 0 1,-1 0-1,1 0 1,0 0-1,0 1 0,0-1 1,0 0-1,-1 0 1,1 0-1,0 0 1,0 1-1,0-1 0,0 0 1,0 0-1,0 1 1,0-1-1,0 0 0,0 0 1,-1 0-1,1 1 1,0-1-1,0 0 1,0 0-1,0 1 0,0-1 1,0 0-1,1 0 1,-1 0-1,0 1 0,0-1 1,0 0-1,0 0 1,0 1-1,0-1 107,0 3-1618,0 14-7296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0:26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1 14227,'0'0'2104,"0"0"345,0 0-112,-26 123-1225,13-83-536,2 0-384,1-5-88,2-2-104,5-7-288,3-7-1937,0-9-4480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0:26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94 6057,'0'0'7629,"0"0"-4938,-13 26-281,-1 2-1757,6-16-438,1 1-1,1 1 0,0-1 1,1 1-1,0 0 1,1 0-1,1 0 1,0 1-1,1 0 1,0 12-215,1-14 121,1 0-1,0 0 1,1-1 0,0 1 0,1 0 0,1-1 0,0 1 0,0-1 0,4 7-121,-5-14 25,1 0 1,-1-1-1,1 1 0,0-1 1,1 0-1,-1 0 0,1 0 1,-1 0-1,1-1 0,1 1 1,-1-1-1,0 0 0,1 0 1,-1-1-1,1 1 0,0-1 1,0 0-1,0 0 0,0-1 1,0 1-1,0-1 0,0 0 1,1 0-1,1-1-25,-1 1 37,-1-1 0,0 0 0,0 0-1,1 0 1,-1 0 0,0-1 0,0 0 0,0 0 0,1-1-1,-1 1 1,0-1 0,-1 0 0,1 0 0,0-1 0,-1 1 0,1-1-1,-1 0 1,0-1 0,0 1 0,0-1 0,0 0-37,1-2 49,0 0 0,-1-1 0,0 1 1,0-1-1,-1 0 0,1-1 0,-2 1 1,1 0-1,-1-1 0,0 0 0,0 1 1,-1-1-1,0 0 0,-1-1-49,2-13 7,0 1 0,-2-1 1,-1 0-1,0 1 0,-2-1 1,0 1-1,-1-1 0,-2 1 0,0 0 1,-1 1-1,-1-1-7,4 13-205,1 0 1,0 0-1,0 0 1,1-1-1,-2-6 205,6-25-6965,7 20-6310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0:26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29 114 15427,'0'0'2126,"0"0"-108,0 0 176,-2 25-651,-21 164-112,22-185-1401,0 0 0,1 1 1,-1-1-1,1 0 0,0 1 1,0-1-1,0 1 0,1-1 0,0 1 1,0-1-1,0 0 0,1 2-30,-1-4 26,1 0 0,-1 0 0,1 0 0,0 0 0,0 0-1,0-1 1,0 1 0,0 0 0,0-1 0,0 0-1,1 1 1,-1-1 0,0 0 0,1 0 0,-1 0 0,1-1-1,-1 1 1,1 0 0,-1-1 0,2 0-26,22 4 31,1-1 1,-1-2-1,15-1-31,-28 0-82,-6-1-215,-1 0 0,1 0 0,0 0 0,-1-1 0,1 0 0,-1-1 0,0 1 0,0-1 0,0 0 1,0-1-1,0 1 0,-1-1 0,1 0 0,-1-1 0,0 1 0,0-1 0,3-4 297,21-22-5052</inkml:trace>
  <inkml:trace contextRef="#ctx0" brushRef="#br0" timeOffset="1">396 1 15899,'0'0'4273,"0"0"-3417,0 0 913,0 0-201,-21 177-576,16-104-407,2-2-345,3-8-128,0-6-112,-2-10 0,-6-4-440,-24 9-449,1-12-1575,-6-7-3369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0:27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 13851,'0'0'1640,"0"0"-960,147 2 1409,-71-2-673,-3 0-928,1 0-256,-6 0-232,8-7-976,-18 0-2081,-16-3-7057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0:27.4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92 1608,'0'0'11459,"0"0"-9435,0 0 921,0 0-737,0 0-919,0 0-753,165-14-448,-94-14-88,-11 4-1521,-13-2-4232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0:27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0 16235,'0'0'2380,"0"0"-816,0 0 99,0 0-317,1 21-458,-1-21-884,1 16 143,0 0-1,-1-1 1,0 1 0,-2 0-1,0-1 1,0 1 0,-2-1-1,0 1 1,-1-1 0,-3 8-147,-4-1 112,8-17-108,1 0 0,0 0 0,1 0 0,-1 0 0,1 1 0,0-1 0,0 0 0,0 1 0,1 0 0,0-1 0,0 1 0,1 0 0,-1 0 0,1 0 0,1 1-4,-1-5 1,1-1 1,-1 0-1,1 0 1,0 0-1,-1 0 1,1 0 0,0 0-1,0 0 1,0 0-1,0 0 1,0-1-1,0 1 1,0 0-1,0 0 1,0-1-1,1 1 1,-1-1-1,0 1 1,0-1-1,0 0 1,1 1 0,-1-1-2,34 6 76,-27-6-43,41 6-1244,0-3 1,39-2 1210,-82-2-604,1 0 0,-1-1-1,1 0 1,-1 0 0,0 0 0,0 0 0,0-1-1,0 0 1,-1 0 0,1-1 0,-1 0 0,0 0-1,0 0 1,0 0 0,0-1 0,-1 0-1,3-3 605,18-23-8152</inkml:trace>
  <inkml:trace contextRef="#ctx0" brushRef="#br0" timeOffset="1">435 48 14699,'0'0'4929,"0"0"-3745,0 0 105,0 0 55,0 0-560,-23 169-360,4-110-336,-2 3-88,-23 25-560,7-14-2144,-5-7-6522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0:29.3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9818,'0'0'2953,"0"0"-641,0 0-39,0 0-825,0 0-384,0 0-208,0 0 145,74 14-257,-45-14-88,2 0-344,1 0-160,-1 0-152,6 0-176,10-7-1296,-5-3-2625,-8 6-1160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0:29.7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9010,'0'0'4522,"0"0"-1952,0 0-812,0 0-442,0 0-517,0 0-79,2 15-6,2 15-412,-2 1 0,0-1 0,-3 0 0,0 0 0,-2 0 0,-4 19-302,6-48 7,1 0 1,-1 0-1,1 0 0,-1 0 1,1 0-1,0 0 0,-1 0 1,1 0-1,0 0 0,0 0 1,0 0-1,0 1 0,0-1 1,0 0-1,0 0 0,0 0 1,1 0-1,-1 0 0,0 0 1,1 0-1,-1 0 1,0 0-1,1 0 0,-1 0 1,1 0-1,0 0 0,-1 0 1,1 0-1,0 0 0,0 0 1,-1-1-1,1 1 0,0 0-7,3 0 34,-1 0 0,1 0 0,0-1 0,-1 0-1,1 1 1,0-1 0,-1 0 0,1-1 0,2 1-34,15-1 4,-9 0-70,0 0 1,0-1 0,-1-1-1,1 0 1,0 0-1,-1-1 1,0 0 0,9-5 65,34-21-2670,-7-2-3926,-33 22 1015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0:30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1 12579,'0'0'3072,"0"0"-1711,0 0-585,0 0 792,0 0-496,0 141-504,-8-89-159,1 2-313,-4 1-40,6-1-56,-6 29-1017,4-17-3248,-4-3-8081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9:01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28 147 2513,'0'0'8043,"0"0"-5137,0 0-942,27 1-236,9-1-1276,186 0 2009,-208-1-2344,0 0-1,0-1 1,-1-1 0,1 0 0,-1-1 0,6-3-117,-16 7 18,0-1 0,-1 0 0,1-1 1,0 1-1,-1 0 0,1-1 0,-1 1 1,0-1-1,1 0 0,-1 1 0,0-1 1,0 0-1,0-1 0,0 1 0,-1 0 1,1 0-1,-1-1 0,1 1 0,-1-1 1,0 0-1,0 1 0,0-1 0,0 0 1,0 1-1,-1-1 0,1 0 0,-1 0 1,0 0-1,1 0 0,-1 0 0,-1 1 1,1-1-1,-1-2-18,0 2 16,0 1 0,-1-1 0,1 1-1,-1 0 1,0-1 0,1 1 0,-1 0 0,0 0 0,0 0 0,-1 1 0,1-1 0,0 0 0,-1 1-1,1-1 1,-1 1 0,1 0 0,-1 0 0,1 0 0,-1 0 0,0 1 0,0-1 0,0 0-16,-64-10 158,56 10-108,0 1 0,1 0-1,-1 0 1,0 1 0,0 0 0,0 1-1,1 1 1,-1-1 0,1 2-1,0-1 1,-8 5-50,7-2 38,-1 2 0,1-1 0,1 1 0,-1 1 0,1 0 0,1 1-1,0-1 1,0 2 0,-2 3-38,-1 2 74,0 0 0,0 2-1,2-1 1,0 1 0,1 1 0,1-1 0,1 2-1,1-1 1,0 1 0,1 0 0,1 0-1,2 0 1,-1 1 0,2-1 0,1 0-1,1 12-73,0-26 16,0 0 0,1-1 0,0 1 0,0 0 0,0 0 0,0-1 0,1 1 0,0-1 0,0 0 0,0 0 0,1 0 0,0 0 0,-1-1 0,2 1 0,-1-1 0,1 0 0,-1 0 0,1-1 0,0 1 0,0-1 0,1 0-1,-1 0 1,1-1 0,-1 0 0,1 0 0,0 0 0,2 0-16,14 3 1,0-1-1,0 0 1,1-2-1,0-1 0,-1-1 1,18-1-1,-29 0-141,0-1 1,0 0-1,0 0 1,-1-1-1,1 0 0,-1-1 1,1 0-1,-1 0 1,1-2 140,11-8-1592,1 0 1,-2-2-1,4-3 1592,26-25-6417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49:01.8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42 12291,'0'0'2592,"0"0"-159,0 0-425,0 0-1400,145-25-360,-83 20-152,-6 2-80,-4 1-16,6 0-1176,-14-1-1368,-7 1-2930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0:34.6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192 32 12979,'0'0'2242,"0"0"-54,0 0 198,0 0-692,0 0-704,0 0-420,0-7-241,0-15-262,0 19-52,0 18 27,-1-7-5,1 0 0,-1 0 0,-1 0 0,1 0 0,-2 0 0,1-1 1,-1 1-1,0-1 0,0 1 0,-1-1 0,0 0 0,-1 0-37,-11 16 163,-1 0 1,-18 17-164,21-25 30,0 0 0,2 0 1,0 1-1,1 1 1,0 0-1,0 4-30,10-19 2,0-1 0,1 0 0,-1 0 0,1 0 0,-1 0 0,1 0 0,-1 1 0,1-1 0,0 0 0,-1 0 1,1 1-1,0-1 0,0 0 0,0 1 0,0-1 0,0 0 0,0 0 0,0 1 0,1-1 0,-1 0 0,0 0 0,1 1 0,-1-1 0,1 0 0,-1 0 0,1 0 0,0 0 0,-1 1 1,1-1-1,0 0 0,0 0 0,0-1 0,0 1 0,0 0 0,0 0 0,0 0 0,0-1 0,0 1 0,0 0 0,0-1 0,1 1 0,-1-1 0,0 1-2,8 1 24,0 0 1,0-1-1,0 0 0,0 0 0,0-1 0,3 0-24,16 2 92,41 5-1167,1-3 1,39-4 1074,-104-1-488,-1 1 0,1-1 1,-1 0-1,0-1 1,1 1-1,-1-1 0,0 0 1,0 0-1,0 0 1,0 0-1,0-1 0,-1 1 1,1-1-1,-1 0 1,0 0-1,0-1 1,0 1-1,3-4 488,8-12-5589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0:35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1 8066,'0'0'5089,"0"0"-2497,0 0-391,0 0-1169,0 0 128,0 132-87,0-54-305,0 7-248,-13 0-232,0-5-176,5-7-56,3-4-56,2-1-696,0-16-2089,3-17-5161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0:41.7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0 13259,'0'0'1836,"0"0"-289,0 0 26,0 0-795,0 0-543,0 0-131,0 12 67,0-7-186,0 9 240,0 0 0,-1 0 0,0 0 0,-1-1 0,0 1-1,-2 0 1,1-1 0,-6 11-225,-5 5 329,7-18-292,1 1 0,1-1 0,0 1 0,1 0 0,0 1 0,0-1 0,1 1 0,1-1 0,0 1 0,1 2-37,2-14 7,0 1 0,-1 0 0,1-1 0,0 1-1,0 0 1,0-1 0,0 1 0,0-1 0,1 1 0,-1-1 0,0 0 0,1 0 0,-1 1-1,1-1 1,-1 0 0,1 0 0,0 0 0,-1-1 0,1 1 0,0 0 0,0-1-1,0 1 1,-1-1 0,1 1 0,0-1 0,0 0 0,0 0 0,0 0 0,1 0-7,61 4 103,-62-4-98,162 0-412,-162 0 223,1 0 1,0 0-1,-1-1 0,1 1 0,-1-1 0,1 0 0,0 1 0,-1-1 0,0 0 1,1 0-1,-1-1 0,0 1 0,1 0 0,-1-1 0,0 0 0,0 1 0,0-1 1,0 0-1,-1 0 0,1 0 0,1-1 184,12-35-6966,-9 17 563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0:42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 7394,'0'0'4433,"0"0"-1841,0 0-832,0 0-1111,0 0 15,0 0 592,0 155-216,-5-91-360,0 5-296,5-3-224,0 0-152,0 21-8,15-18-1152,-2-10-3785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0:57.2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0 13155,'0'0'2632,"0"0"-428,0 0-343,0 0-782,-24 28-313,-21 23-26,-10 17-740,50-63 53,1 1 1,0 0-1,1 0 0,-1 1 1,1-1-1,1 1 0,-1 0 1,1-1-1,0 1 1,0 0-1,1 0 0,0 0 1,0 1-1,1-1 1,0 0-1,0 0 0,1 0-53,-1 12 86,0-14-48,0 0 0,0 0-1,1-1 1,-1 1 0,1 0-1,0-1 1,0 1 0,1 0-1,-1-1 1,1 0 0,0 1-1,0-1 1,0 0-1,1 0 1,0 0 0,0 0-1,0 0 1,0-1 0,0 1-1,3 1-37,1-1 78,0 0 0,0 0-1,0 0 1,0-1-1,0-1 1,1 1 0,-1-1-1,1 0 1,0-1-1,0 0 1,-1 0 0,4-1-78,7 1 91,0-1 0,0 0 0,0-2 0,0 0 0,0-1 0,-1-1 1,1 0-1,-1-1 0,0-2 0,-1 1 0,1-2 0,12-7-91,-21 10 56,1-1 0,-1 1 0,0-2-1,0 1 1,-1-1 0,0 0 0,0-1-1,0 0 1,-1 0 0,0 0 0,-1 0 0,0-1-1,0 0 1,-1 0 0,0-1 0,-1 1 0,0-1-1,0 0 1,-1 0 0,0 0 0,-1 0-1,0 0 1,-1-3-56,0 8 32,0 0-1,-1 0 1,0 0 0,0 0-1,0 0 1,0 0-1,-1 0 1,0 1-1,0-1 1,0 0 0,0 1-1,-1 0 1,0-1-1,0 1 1,0 0 0,-1 0-1,1 1 1,-1-1-1,0 1 1,0 0 0,0 0-1,0 0 1,0 0-1,-1 1 1,1 0-1,-1 0 1,0 0 0,1 0-1,-2 1-31,-4-3-17,-1 2-1,1-1 1,-1 2 0,0-1-1,0 2 1,0-1-1,1 1 1,-1 1-1,0 0 1,0 0 0,0 1-1,1 1 1,-7 2 17,13-4-120,0 1 0,0 0 1,1 0-1,-1 0 0,0 1 1,1-1-1,0 1 0,-1 0 0,1 0 1,-2 3 119,4-5-168,0 0 1,0 0 0,0 0-1,1 1 1,-1-1 0,1 0-1,-1 0 1,1 1 0,-1-1-1,1 0 1,0 1-1,-1-1 1,1 0 0,0 1-1,0-1 1,0 1 167,0-1-352,1 0 0,-1 0 0,0 1 0,1-1 0,-1 0 0,1 0 0,0 1 0,-1-1 0,1 0 0,0 0 0,0 0 0,-1 0 0,1 0 0,0 0 0,0 0 0,0 0 0,0 0 0,1-1 0,-1 2 352,30 10-10961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0:57.6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0 12587,'0'0'2760,"0"0"1097,0 0-1368,-7 177-905,-4-115-536,-2-3-264,2-3-384,1-9-256,2-6-64,3-11-80,5-9-24,0-13-272,50-13-880,2-21-1632,3-10-3842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0:57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300 0 12827,'0'0'2184,"0"0"97,0 0-184,-27 6-878,-84 22-401,101-24-704,0 1 1,1-1 0,0 2-1,0-1 1,1 1-1,0 0 1,0 1-1,0 0 1,1 0-1,0 1 1,0 0-1,1 0 1,0 1-1,0 0 1,1 0 0,-1 3-115,4-10 25,-3 6 43,1 1 0,-1 0 1,2 1-1,-1-1 0,1 1 1,0 3-69,2-10 8,0-1 1,1 1-1,-1-1 0,1 1 1,0-1-1,0 1 0,-1-1 1,2 1-1,-1-1 1,0 1-1,0-1 0,1 1 1,0-1-1,-1 0 0,1 1 1,0-1-1,0 0 0,0 1 1,1-1-1,-1 0 1,0 0-1,1 0 0,-1 0 1,1 0-1,0 0 0,0-1 1,1 2-9,6 1 5,-1 0 1,0-1 0,1-1-1,0 1 1,0-1 0,0-1-1,-1 0 1,1 0-1,1-1 1,-1 0 0,0 0-1,0-1 1,2-1-6,1 1-27,0-1-1,0 0 1,0-1-1,-1-1 1,1 0 0,-1 0-1,0-1 1,0 0-1,7-6 28,-8 3 80,-1 0 0,0-1 0,-1 0 0,0 0 0,0-1 0,-1 0 0,0 0 0,-1-1 0,0 0 0,-1 0 0,0-1 0,-1 1 0,0-1 0,-1 0 0,0 0 0,-1 0 0,0-1 0,-1 1-1,-1 0 1,0-3-80,0 98 908,-3-20-417,4 0-1,2 0 1,3 0-1,13 56-490,-12-77 29,-7-33-101,1-1-1,0 0 0,1 1 0,0-1 1,0 0-1,1 0 0,1 2 73,-3-9-121,0 1 0,0-1 0,1-1 0,-1 1 0,0 0 0,1 0 0,-1 0 0,1-1 0,-1 1 0,1-1 0,0 1 0,-1-1 0,1 0 1,-1 1-1,1-1 0,0 0 0,-1 0 0,1 0 0,-1 0 0,1 0 0,0-1 0,-1 1 0,1 0 0,-1-1 0,1 1 0,-1-1 0,1 0 0,1 0 121,42-19-3399,-44 20 3225,44-28-5902,-3-2-4438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0:58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111 12 12843,'0'0'2024,"0"0"-270,-15 26 606,-48 87-755,57-103-1440,2 0 1,-1 1 0,1-1 0,1 1-1,0 1 1,1-1 0,0 0 0,0 0-1,1 1 1,1-1 0,0 1-1,0-1 1,1 1 0,1-1 0,1 4-166,-2-10 37,1 0 0,-1-1 1,1 1-1,0-1 0,1 1 1,-1-1-1,1 0 0,0 0 1,0 0-1,0 0 0,0-1 1,1 1-1,-1-1 0,1 0 1,0 0-1,0 0 0,0 0 1,1-1-1,-1 0 0,1 0 1,-1 0-1,1 0 0,0-1 1,-1 1-1,1-1 0,1 0-37,14 2 138,0 0 0,0-1 0,0-1 0,0-1 0,19-2-138,-27 0 38,1 0 0,-1 0 0,0-1 0,0-1 0,0 0 0,0 0-1,-1-2 1,1 1 0,-1-1 0,-1-1 0,1 0 0,-1-1 0,5-4-38,-10 8 56,0-1 0,0 0 0,-1 0 0,1 0 0,-1 0 0,0-1 0,-1 1 0,1-1 0,-1 0 0,0-1 0,-1 1 0,0 0 0,0-1 0,0 1 0,0-1 0,-1 0 0,0 1 0,-1-1 0,1 0-1,-1 0 1,-1 1 0,1-1 0,-1 0 0,0 1 0,-3-8-56,2 8 58,-1 0-1,0 0 1,-1 0-1,1 1 1,-1-1-1,0 1 1,-1 0-1,1 0 1,-1 0-1,0 1 0,0 0 1,-1-1-1,1 2 1,-1-1-1,-1 0-57,-18-10 186,-2 1-1,-22-8-185,44 19 16,-22-10-282,0 2 0,-1 1 0,0 1 0,-1 2 0,1 0 1,-29 0 265,69 6-764,57 0-7096,-18 4-5457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0:58.6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2 15211,'0'0'2443,"30"-1"-118,97 0-121,-119 1-2104,0 1 0,-1-1 0,1 1 0,0 0 0,-1 1 0,0 0 0,1 0 0,-1 1 0,0-1 0,0 2 0,0-1 0,-1 1 0,1 0 0,-1 0 0,0 1 0,0 0 0,0 0 0,-1 0 0,1 1-1,-1-1 1,-1 2 0,1-1 0,-1 0 0,0 1 0,0-1 0,0 3-100,-2-3 65,-1 0-1,1 0 1,-1 0-1,0 0 1,0 0-1,-1 0 1,0 0-1,0 0 1,0 0-1,-1 0 1,0 0-1,0 0 1,-1 0-1,1 0 1,-1-1-1,0 1 1,-1 0-1,1-1 1,-1 0-1,-1 1 0,1-1 1,0 0-1,-1-1 1,0 1-1,0-1 1,-1 1-1,1-1 1,-1-1-1,-5 4-64,-11 7 97,0 0-1,-1-2 0,0-1 0,-1-1 0,-1 0 1,1-2-1,-2-1 0,1-1 0,0-1 1,-1-1-1,0-1 0,0-1 0,-7-1-96,30-1 9,1 0 0,0-1 0,-1 1 0,1 0 0,0 0 0,-1-1 0,1 1 0,0-1 0,-1 1 1,1-1-1,0 0 0,0 0 0,0 1 0,0-1 0,0 0 0,-1 0 0,2 0 0,-1 0 0,0 0 0,0 0 0,0 0 0,0-1 0,1 1 0,-1 0 0,0-1-9,-1-3 15,1 1 0,0 0 1,0-1-1,0 1 0,0-1 0,1 1 1,0-1-1,0-4-15,0-4 18,1 0 0,1 0 0,1 0 0,-1 0 0,5-10-18,-1 9-11,0 1 0,1 0 0,0 0 0,1 1 0,1 0-1,-1 1 1,2-1 0,0 2 0,0-1 0,1 1 0,0 1 0,1 0 0,12-7 11,-14 10-351,1 0 1,-1 0-1,1 2 0,0-1 0,1 1 1,-1 1-1,1 0 0,-1 0 0,1 1 0,0 1 1,0 0-1,0 1 0,0 0 0,0 0 1,0 2-1,0-1 0,1 2 351,21 11-5774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0:59.0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188 0 13475,'0'0'2303,"0"0"-991,0 0 359,24 13-450,77 45-495,-94-54-597,-1 0-1,0 1 0,0-1 0,-1 1 0,1 0 1,-1 1-1,0-1 0,-1 1 0,1 0 0,-1 0 1,0 1-1,-1-1 0,0 1 0,0 0 0,0 0 1,-1 0-1,0 0 0,0 0 0,0 1 0,-1-1 0,-1 0 1,1 1-1,-1-1 0,0 1 0,-1-1 0,0 1 1,0-1-1,0 0 0,-1 0 0,0 1 0,-1-1 1,1 0-1,-1-1 0,-1 1 0,1-1 0,-1 1 1,0-1-1,-1 0 0,0 0 0,-1 2-128,-7 1 104,1 0 0,-2 0 0,1-1-1,-1-1 1,0 0 0,0-1 0,-1 0-1,0-1 1,0-1 0,0 0 0,-1-1 0,1-1-1,-1 0 1,1-1 0,-1-1 0,0-1 0,-7-1-104,19 2 13,1-1 1,0 1-1,-1-1 1,1 0 0,0-1-1,0 1 1,-1 0 0,1-1-1,0 0 1,0 1 0,1-1-1,-1 0 1,0-1 0,1 1-1,-1 0 1,1-1-1,0 0 1,-1 1 0,1-1-1,1 0 1,-1 0 0,0 0-1,1 0 1,-1-1 0,1 1-1,0 0 1,0 0-1,0-3-12,-2-11 27,0 0 0,1 0 1,1 0-1,1 0 0,0-6-28,1 4-15,-2 10-18,2-1 0,-1 0 0,1 1 0,1-1 0,0 1 0,0-1 1,1 1-1,0 0 0,0 0 0,1 0 0,4-5 33,-4 7-309,1 1 1,-1 0-1,1 1 0,1-1 1,-1 1-1,1 0 0,0 0 0,0 0 1,1 1-1,-1 0 0,1 1 0,0-1 1,0 1-1,6-2 309,19-5-5773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4:12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19036,'0'0'1960,"0"0"-1799,0 0-89,0 0-72,0 0-48,0 0-4081,27 26-6202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4:57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9 4537,'0'0'1143,"0"0"-216,0 0-28,0 0-103,0-6 1840,0 4-369,0 4-1676,-3 171 337,43-173-630,-24 0-286,-14-1-12,0 1 0,0-1 0,0 1-1,1 0 1,-1 0 0,0 0 0,0 0-1,0 0 1,0 1 0,0-1 0,1 1 0,-1-1-1,0 1 1,0 0 0,0 0 0,0 0-1,-1 0 1,1 0 0,0 0 0,0 0-1,0 0 1,-1 1 0,1-1 0,-1 1 0,1 0 0,0 0 6,0 0 0,0 0 0,0 0 0,1 0 0,-1-1 0,0 1 1,1-1-1,-1 0 0,1 0 0,-1 0 0,1 0 0,-1 0 0,1 0 1,0-1-1,-1 1 0,1-1 0,0 0 0,1 1-6,60-2 41,-38 0-46,-18 1-248,1 0 0,0 1 0,-1 0 0,1 1 0,-1-1 0,0 2 0,1-1 0,-1 1 0,0 1 0,0-1 0,-1 1 0,1 1 0,-1-1 0,0 1 0,5 4 253,-3-2-1251,2-1 1,-1 0-1,1-1 0,10 4 1251,-7-4-1680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4:57.9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1464,'0'0'2105,"0"0"-1149,0 0-649,0 0-171,0 0-18,0 0 126,18 0-18,-1 0-186,9-1 74,-1 1 0,1 1 0,-1 1 0,11 3-114,15 3 31,1-2 0,-1-3 0,1-2 0,2-2-31,-9 1-31,109 0-2669,-109 0 863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4:58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1 888,'0'0'672,"0"0"-520,0 0-152,0 0-744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4:58.6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1 368,'0'0'208,"0"0"-208,0 0-64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5:05.694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0 41 5817,'0'0'1967,"0"0"-401,0 0 96,0 0-9,0 0-426,0 0-673,9 0 5,144-6 1413,-73 1-929,1 4 0,71 8-1043,-46 4 1123,89-3-1123,-44 6 150,138-12-31,353-7-23,-531 0-119,235-18 98,-251 15-76,-1 5 0,1 4 0,2 4 1,45 9 30,-52-3 36,66-3-66,761 28-18,-668-13 31,-76-15-16,112 4-119,8-12 122,-227-2-14,21-1 23,33-8-9,-89 7 9,-1-2-1,1-1 1,-1-1 0,-1-2-1,22-10-8,14-11 16,-59 30-17,0 0-1,-1 0 0,1 1 1,0-1-1,-1 1 0,1 1 0,0-1 1,3 1 1,12 1 9,-2-1 7,-13 0-10,0 0 1,-1-1-1,1 0 1,-1 0-1,1 0 1,0 0-1,-1-1 1,1 0-1,-1 0 1,1-1-1,-1 1 1,1-1-7,-6 1 5,1 1 0,-1 0 1,1-1-1,-1 1 0,0-1 1,1 1-1,-1-1 0,0 1 0,1-1 1,-1 1-1,0-1 0,0 0 1,1 1-1,-1-1 0,0 1 0,0-1 1,0 0-1,0 1 0,0-1 1,0 1-1,0-1 0,0 0 0,0 1 1,0-1-1,0 1 0,0-1 1,-1 0-1,1 1 0,0-1 1,0 1-1,-1-1 0,1 1 0,0-1 1,-1 1-1,1-1 0,0 1 1,-1-1-1,1 1 0,-1-1 0,1 1-5,-13-9-5058,0 2-5236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5:08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15835,'0'0'2013,"0"0"-676,0 0 118,0 0-389,2 22-126,17 190 2187,-8 42-3127,-10 239 1742,-3-246-1152,0-56-1984,2-197 750,1 0 1,0 0-1,0 0 1,1 0-1,-1 0 1,3-4 643,6-24-4738,-4-19-5580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5:09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0 146 12883,'0'0'1532,"0"0"-446,27-18 318,-4 2-1018,-6 3-141,1 1 0,0 0 0,1 2 0,0 0-1,0 1 1,1 1 0,0 1 0,1 1 0,0 0-245,7 0 302,0 1 1,0 1-1,0 2 0,1 0 1,-1 2-1,1 1 0,12 3-302,-33-3 66,1 1 0,-1-1 0,0 1 0,-1 1 0,1-1 0,0 1 0,-1 1 0,0 0 0,1 0 0,-1 0 0,-1 1 0,1 0 0,-1 0 0,0 0 0,0 1 0,0 0 0,-1 0 0,0 1 0,0-1 0,-1 1 0,1 0 0,-2 1 0,1-1 0,-1 0 0,0 1 0,0 0 0,0 6-66,0 2 171,0 0-1,-2 0 1,0 1-1,0-1 1,-2 1-1,0-1 1,-1 1-1,-1-1 1,0 0-1,-1 0 1,-1 0-1,0-1 1,-1 1-1,-1-1 1,0-1-1,-1 1 1,-8 9-171,-1 1 86,-1-2-1,-1 0 1,-1-1 0,-1-1-1,0-1 1,-2-1 0,-1-1-1,0-1 1,-15 8-86,-19-1-364,57-23-377,29-3-2587,8-8-1357,5-9-4234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5:09.4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15211,'0'0'2281,"0"0"-1297,0 0 1344,0 0-719,0 0-881,181 0-288,-118 0-424,-8 0 144,-11 0-160,-9 0-120,-4 0-992,-5 0-1169,-7 5-2112,-11 2-3728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5:09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8794,'0'0'5801,"0"0"-5265,0 0 753,0 0 655,0 0-896,152 12-704,-75-7-336,25 4-8,-21 0-2792,-15 1-11339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5:11.3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 10746,'0'0'1233,"0"0"-508,28-6 77,89-18-233,-108 22-517,1 0 1,-1 1-1,0 0 1,1 1-1,-1 0 1,1 0-1,-1 1 1,0 0-1,1 0 0,-1 1 1,2 1-53,-8-1 51,-1-1 0,1 0 0,-1 1 0,1 0 0,-1 0 0,1 0 0,-1 0 0,0 0 0,0 0 0,0 0 0,0 1 0,-1-1 0,1 1 0,0-1 0,-1 1 0,0 0 0,0 0 0,0-1 0,0 1 0,0 0 0,0 0 0,-1 0 0,1 0 0,-1 0-1,0 0 1,0 0 0,0 0 0,-1 1-51,1 0 162,-1 0-1,0 0 1,0 0-1,0-1 0,0 1 1,-1 0-1,1-1 0,-1 1 1,0-1-1,0 0 0,-1 0 1,1 1-1,-1-1 1,1-1-1,-1 1 0,0 0 1,0-1-1,0 1 0,0-1 1,-3 1-162,-14 10 440,0-2 0,0-1 1,-5 2-441,1-1 295,4 0-107,13-7-121,-1 0 0,1 0-1,-1 0 1,0-1 0,0 0-1,0-1 1,0 0 0,0 0-1,-1 0-66,8-2 159,9-1 141,-1 1-298,15-3 2,-1 2-1,1 1 1,-1 1-1,1 0 1,6 3-4,-24-4-1,1 1 1,-1 0 0,0 0-1,0 0 1,0 0-1,0 1 1,0 0-1,0-1 1,0 1-1,0 1 1,-1-1-1,1 1 1,-1-1 0,0 1-1,0 0 1,0 0-1,0 1 1,0-1-1,-1 0 1,1 1-1,-1 0 1,0-1-1,0 1 1,0 0 0,-1 0-1,1 0 1,-1 1-1,0-1 1,0 4 0,0-5 10,-1-1 1,-1 0-1,1 1 1,0-1-1,-1 0 1,1 1-1,-1-1 1,1 0-1,-1 1 1,0-1-1,0 0 1,0 0-1,-1 0 1,1 0-1,0 0 1,-1 0-1,1 0 1,-1 0-1,0-1 1,1 1-1,-1-1 1,0 1-1,0-1 1,0 1-1,0-1 1,0 0 0,-1 0-12,-9 5 199,-1 0 0,1-1 0,-1-1 0,-6 1-198,3 0 258,-1 0-93,1 0-1,-1-1 0,1-1 0,-1-1 1,0 0-1,-5-1-164,22-1-4,-1 0 1,1 0-1,-1 0 0,1 0 1,-1 0-1,1 0 1,-1 0-1,1-1 0,-1 1 1,1 0-1,-1 0 0,1 0 1,-1-1-1,1 1 1,-1 0-1,1-1 0,0 1 1,-1 0-1,1-1 0,-1 1 1,1 0-1,0-1 1,-1 1-1,1-1 0,0 1 1,-1-1 3,0-6-8377,1 7 42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5:11.7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 12083,'0'0'1896,"0"0"0,0 0 689,176-10-1057,-110 3-423,-3 0-233,-3 5-312,-5-1-32,0 1-448,-2 0 88,-4-1-168,-7 1 0,-2 0-48,-11 2-424,-3 0-568,-8 0-1617,-5 7-2064,-5 4-4497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5:12.0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159 1 13571,'0'0'1931,"0"0"-651,0 0 675,0 0-450,-6 25-432,-26 84-147,26-88-613,-2-1 1,0-1 0,-2 1 0,0-1-1,-1-1 1,-10 12-314,-20 37 888,40-66-876,1-1 0,-1 1 0,1 0 0,-1 0 0,1 0 0,-1-1 0,1 1 1,0 0-1,-1 0 0,1 0 0,0 0 0,-1 0 0,1 0 0,0 0 0,0 0 0,0 0 0,0 0 1,0 0-1,0 0 0,0 0 0,1-1 0,-1 1 0,0 0 0,0 0 0,1 0 0,-1 0 0,1 0 1,-1 0-1,0 0 0,1-1 0,0 1 0,-1 0 0,1 0 0,-1-1 0,1 1 0,0 0 0,0-1 1,-1 1-1,1-1 0,0 1 0,0-1 0,0 1 0,-1-1 0,1 0 0,0 1 0,0-1 0,0 0 1,0 0-1,0 1 0,0-1 0,0 0 0,0 0 0,0 0-12,10 1 83,0-1-1,1 0 1,-1 0 0,10-2-83,0 0 67,2 0 189,0-2 1,-1 0 0,0-1 0,12-5-257,46-9-2874,-25 14-7422,-55 5 4063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5:12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0 8994,'0'0'3635,"0"0"-922,0 0-157,0 0-714,0 0-934,0 0-167,-5 11 372,-6 13-740,2 2 0,1-1 0,1 1 0,-1 15-373,-16 122 1691,9-55-1218,10-69-3571,3 1 1,1 27 3097,1-59-555,0 18-5570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5:14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74 13099,'0'0'2280,"0"0"-319,0 0 159,0 0-968,0 0-535,178-52-41,-131 42-264,-5 3-208,0 5-56,-5-1-48,-5 3-648,-11 0-1801,-11 17-1400,-7-3-3336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5:14.3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10114,'0'0'2521,"0"0"-1465,0 0 1368,0 0-623,0 0-441,0 0-440,0 0-576,126 33-72,-76-33-224,2 0-96,16-12-608,-10 3-1808,-8-1-4114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5:14.6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8 2865,'0'0'8180,"0"0"-5490,0 0-1031,-16 23-117,-47 74-403,59-92-1054,2 0 1,-1 0 0,1 0 0,0 0 0,0 1 0,0-1 0,1 1 0,-1-1 0,1 1 0,1 0-1,-1-1 1,1 1 0,0 0 0,1 0 0,-1-1 0,1 1 0,0 2-86,1-3 40,0 0 1,0-1-1,1 1 1,-1 0-1,1-1 0,0 0 1,0 0-1,1 0 1,-1 0-1,1 0 1,0-1-1,0 1 0,0-1 1,0 0-1,3 1-40,7 4 29,0-2 0,0 1 0,1-2 0,0 0-1,0-1 1,0 0 0,0-1 0,0-1 0,1 0 0,6-1-29,-6-1 21,0 0 0,0-1 0,0-1 0,0 0 0,0-1 1,0-1-1,4-2-21,-16 5 20,1-1 1,0 0-1,-1 0 0,1 0 1,-1-1-1,0 1 0,0-1 1,0 0-1,0 0 1,0-1-1,-1 1 0,1-1 1,-1 0-1,0 0 0,0 0 1,0 0-1,-1 0 1,0-1-1,1 1 0,-2-1 1,1 0-1,0 0 0,-1 1 1,0-1-1,0-3-20,0 0 146,0 0 0,-1 0 0,0 1 0,-1-1 0,0 0 0,0 0 0,0 1 0,-1-1 0,0 1 0,-1-1 0,1 1 0,-2 0 0,1 0 0,-1 0 0,0 1 0,0-1 0,-3-3-146,-2 1 83,0-1 1,0 2 0,0-1-1,-1 1 1,-1 0 0,1 1-1,-1 0 1,0 1 0,-1 1-1,-4-3-83,15 8-26,-1-1 0,1 0 0,0 0 1,0 1-1,-1-1 0,1 1 0,0-1 0,-1 1 0,1 0 0,0-1 0,-1 1 0,1 0 0,0 0 0,-1 0 0,1 0 0,0 0 0,-1 0 0,1 1 1,-1-1-1,1 0 0,0 1 0,-1-1 0,1 1 26,0 0-292,0 1 1,0 0-1,0 0 1,1-1-1,-1 1 1,0 0-1,1 0 1,0 0-1,-1 0 1,1 0-1,0-1 1,0 1-1,0 0 1,0 0-1,1 1 292,-1 23-5793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5:15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 12915,'0'0'2096,"0"0"-63,0 0 111,0 125-1008,-5-92-632,2 0-247,-5-3-193,3-1 8,2-6-24,3-1-96,0-8-1177,3-5-1431,13-6-3642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5:15.3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92 10922,'0'0'2569,"0"0"-874,0 0 81,0 0-154,25-14-630,81-45-294,-100 56-601,1 0 1,0 1-1,0-1 1,0 1-1,0 0 1,0 1 0,0 0-1,0 0 1,1 1-1,-1-1 1,0 2-1,1-1 1,-1 1-1,0 0 1,0 0-1,2 1-96,-5 0 52,1 0 0,0 0 0,-1 1 0,1-1 0,-1 1 0,1 0 0,-1 0 0,0 1 0,-1-1 0,1 1 0,-1 0 0,1 0 0,-1 0 0,0 0 0,0 0 0,-1 1 0,1-1 0,0 5-53,3 7 176,-1 1 1,-1-1-1,0 1 0,-1 0 1,-1 0-1,-1 1 0,0 3-176,-1 27 820,-7 48-820,-3 34-777,11-130 678,-1 0-1,0 1 1,0-1-1,0 0 1,0 0-1,0 0 1,0 1-1,1-1 1,-1 0-1,0 0 1,0 0-1,0 0 1,1 1-1,-1-1 1,0 0-1,0 0 1,1 0-1,-1 0 1,0 0-1,0 0 1,0 0-1,1 0 1,-1 1-1,0-1 1,1 0-1,-1 0 1,0 0-1,0 0 1,1 0-1,-1-1 1,0 1-1,0 0 0,1 0 1,-1 0-1,0 0 1,0 0-1,0 0 1,1 0-1,-1 0 1,0 0-1,0-1 1,1 1-1,-1 0 1,0 0-1,0 0 1,0 0-1,0-1 1,1 1-1,-1 0 1,0 0 99,5-12-4784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5:15.6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0 130 15131,'0'0'2385,"0"0"-609,0 0-400,0 0-895,160-73-377,-78 52-104,-19 2-1713,-11 2-2464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5:16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51 109 10202,'0'0'1190,"0"0"-417,31-8 373,214-57 874,-158 46-389,-87 19-1581,0 0 1,0 0-1,-1 0 0,1 0 0,0 0 0,0 0 0,0 0 0,0 0 0,0 0 1,0-1-1,0 1 0,0 0 0,0 0 0,-1 0 0,1 0 0,0 0 1,0 0-1,0-1 0,0 1 0,0 0 0,0 0 0,0 0 0,0 0 0,0 0 1,0 0-1,0-1 0,0 1 0,0 0 0,0 0 0,0 0 0,0 0 0,0 0 1,0 0-1,0-1 0,0 1 0,0 0 0,1 0 0,-1 0 0,0 0 1,0 0-1,0 0 0,0 0 0,0-1 0,0 1 0,0 0 0,0 0 0,0 0 1,1 0-1,-1 0 0,0 0 0,0 0 0,0 0 0,0 0-50,-13-5 988,-19 2-211,0 0 0,0 2-1,-24 3-776,43-1 77,0 0-1,1 1 0,-1 1 1,1 0-1,-1 0 1,1 2-1,0-1 0,1 1 1,-1 1-1,-7 5-76,14-7 15,0 0 0,1 0 1,-1 0-1,1 1 0,0 0 0,1 0 0,-1 0 0,1 0 0,0 0 1,0 1-1,0-1 0,-1 5-15,3-7 5,0-1-1,1 0 1,-1 1 0,0-1-1,1 1 1,-1-1 0,1 1 0,0-1-1,0 1 1,0-1 0,0 1-1,0-1 1,1 1 0,-1-1 0,1 1-1,0-1 1,-1 0 0,1 1 0,0-1-1,0 0 1,1 1 0,-1-1-1,0 0 1,1 0 0,-1 0 0,1 0-1,0 0 1,0-1 0,0 1-1,0 0 1,1 0-5,12 6 4,0-2-1,0 0 1,1 0-1,0-1 1,0-1-1,0-1 1,1 0-1,-1-1 1,3-1-4,-1 0-65,-1 1 0,0 1 1,0 1-1,-1 0 1,1 1-1,-1 1 0,0 0 1,4 3 64,-17-8-10,0 1 0,-1-1 0,1 1 1,0 0-1,-1 0 0,1 0 0,-1 1 1,0-1-1,1 0 0,-1 1 1,0-1-1,-1 1 0,1 0 0,0 0 1,-1 0-1,1 0 0,-1 0 0,0 0 1,0 0-1,0 0 0,-1 0 0,1 0 1,-1 1-1,0-1 0,0 0 0,0 0 1,0 1-1,0-1 0,-1 3 10,-1-1 43,1 0 0,-1 0-1,0-1 1,-1 1 0,1-1 0,-1 0-1,1 1 1,-1-1 0,-1 0 0,1-1-1,0 1 1,-1 0 0,0-1 0,0 0-1,0 0 1,0 0 0,-1-1-1,-2 2-42,-7 2 161,-1 0 0,0-2 0,0 0 0,0 0 0,0-1-1,-15 0-160,13-1-294,1 0 0,-1 1-1,1 1 1,0 1-1,0 0 1,-11 6 294,-62 33-6647,50-24 35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5:21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 7666,'0'0'4283,"0"0"-1984,0 0-249,0 0 49,0 0-784,19-5-455,-6 2-680,-8 1-122,1 0 0,-1 0 0,0 1-1,1 0 1,0 0 0,-1 0 0,1 1 0,-1 0 0,1 0 0,0 0-1,-1 1 1,1 0 0,-1 0 0,1 0 0,-1 0 0,0 1-1,1 0 1,-1 0 0,0 1 0,0 0 0,0-1 0,2 3-58,20 19 197,0 1 1,-2 1 0,0 2-1,-2 0 1,-2 1 0,0 2-1,-2 0 1,10 23-198,-9-11 200,-2 1 0,-1 1 0,-3 0 0,-2 1-1,-2 0 1,2 23-200,-9-65-450,1-17-744,3-20-2499,-3 2-1172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5:22.1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541 0 11562,'0'0'1994,"0"0"-392,0 0 384,-20 26-210,-125 164 818,-7 9 1455,-62 53-4049,204-240-1087,16-16-2868,7-5 1547,6-3-2918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5:22.4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 12875,'0'0'2472,"0"0"-847,0 0 639,0 0-1384,0 0-616,0 0 104,160-5-360,-118 0 208,0 1-216,-3-1 64,-2 3-64,-1 2-640,-7 0-1512,-10-3-2833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5:22.8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10922,'0'0'1521,"0"0"-513,0 0 1208,0 0-391,0 0-841,141 21-488,-83-21-56,-3 0-344,0 2 16,19 3-112,-17 2-1488,-4-2-3137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5:23.1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83 10474,'0'0'4265,"0"0"-2600,0 0-321,0 0 400,0 0-864,0 0-504,0 0-208,24 96-72,-24-74 1,0-1-97,0-2-577,0-5-2559,3-7-6434</inkml:trace>
  <inkml:trace contextRef="#ctx0" brushRef="#br0" timeOffset="1">129 0 14227,'0'0'2385,"0"0"-1353,0 0 264,0 0 16,0 0-800,0 149-240,0-95-272,0 19-568,0-14-3376,0-9-8779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5:47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74 11386,'0'0'2313,"0"0"-49,0 0 870,0 0-1215,0 0-537,0-14-198,0-31-581,0 31-305,0 40-165,-9 270 740,-14 0 1,-13-2-1,-34 110-873,56-327-897,16-90 396,0 1 1,1-1-1,1 1 0,-1 0 1,2 0-1,0 0 0,0 1 1,3-3 500,7-19-1892,14-40-4406,-5 3-5317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5:47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47 104 9314,'0'0'1696,"0"0"423,0 0-129,31-17-629,100-47-348,-124 60-906,1 0-1,-1 1 1,1 1 0,0-1-1,0 1 1,0 1 0,1-1-1,-1 1 1,0 1 0,0 0-1,1 0 1,-1 0 0,0 1 0,0 0-1,0 1 1,1 0 0,-2 0-1,3 1-106,-4 1 77,0-1 0,0 1 0,-1 0 0,0 0 0,1 0 0,-1 1 0,-1 0 0,1 0 0,-1 0-1,0 1 1,0 0 0,0-1 0,-1 1 0,0 0 0,0 1 0,-1-1 0,2 4-77,0 5 212,0 0 1,-1 0 0,0 1-1,-1 0 1,-1-1-1,-1 1 1,0 0 0,-1-1-1,0 1 1,-1 0-1,-1-1 1,-1 0 0,0 1-1,-1-2 1,-1 1-1,-1 2-212,-7 7 160,-2 0-1,-1-1 0,0-1 0,-2 0 0,0-2 0,-1 0 0,-2-1 0,1-1 0,-2-1 0,-1-1 0,0-1 0,-1-1 0,0-2 0,-1 0 0,-22 6-159,38-15-162,1 0 0,-1-2 0,1 1 0,-1-1-1,-7 0 163,40-14-2665,17-2-2130,6 1-3960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5:48.3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292 1 2865,'0'0'9848,"0"0"-6598,0 0-1165,0 0-513,0 0-818,-27 26 321,8-8-815,0-2-53,1 2 1,2-1-1,-1 2 1,2 0 0,0 1-1,2 1 1,0 0-1,1 0 1,-3 12-208,-4 17 276,2 0-1,2 1 1,2 0-1,3 1 1,2 0-1,2 1 1,3 0 0,2 20-276,1-58 21,1-1 1,1 0 0,0 0 0,1 0 0,1 0-1,0 0 1,1 0 0,0-1 0,1 0 0,0 0 0,1 0-1,1-1 1,2 3-22,-4-7-112,1 0-1,0-1 1,0 0 0,1 0-1,-1 0 1,1-1-1,1 0 1,-1-1-1,1 0 1,0 0 0,0-1-1,1 0 1,-1 0-1,1-1 1,0-1-1,0 0 1,0 0 0,0 0-1,4-1 113,61-2-3181,-21-9-2200,2-14-5241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5:48.6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14307,'0'0'2016,"0"0"-543,0 0 79,0 0-856,183 137-208,-125-73 265,-5 2-105,-9-2-320,-7-7-192,-8-8-64,-6-6-40,-4-8-32,-4-9-8,1-7-792,5-12-1209,-5-7-1928,0 0-3048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5:48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501 0 5553,'0'0'6346,"0"0"-5066,0 0 976,-91 139 65,43-58-537,-4 6-15,-6 3-201,0-10-384,6-9-504,7-10-392,9-11-216,9-10-24,9-10-48,8-4-24,4-9-192,6-8-1008,8-6-1368,13-3-3450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5:49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15723,'0'0'1953,"0"0"-985,0 0 960,0 0-703,0 0-793,0 0-136,155 14-56,-103-14-96,-2-5-136,0-7-8,2-4-704,-10 4-3673,-13 3-7642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5:49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54 16844,'0'0'2240,"0"0"-1496,0 0 745,0 0-817,0 0-448,142-11-224,-89 4-96,20-8-912,-15 6-1329,-6-3-4064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5:49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68 4201,'0'0'5433,"0"0"-3783,0 0-839,27-12 489,87-33-29,-109 43-1142,0 0 0,0 0 0,0 1 0,0 0 1,0 0-1,0 0 0,0 1 0,0 0 0,0 0 0,0 0 1,0 0-1,0 1 0,0 0 0,0 0 0,0 0 0,0 1-129,-2-1 62,0 1 0,0 0 0,0 0 0,-1 0 0,1 0 0,-1 0 0,1 0 0,-1 1 0,0-1 1,0 1-1,0-1 0,0 1 0,0 0 0,-1 0 0,1 0 0,-1 0 0,0 0 0,1 1-62,0 8 93,1-1 1,-2 1 0,1 0 0,-1 0 0,-1 0-1,0 0 1,-1 0 0,-1 0 0,1 0 0,-3 4-94,-1 0 94,0 0 1,-1 0 0,-1-1 0,-1 0 0,0 0-1,-1 0 1,-1-1 0,0-1 0,0 0 0,-8 6-95,-28 29 185,-2-2-1,-3-2-184,41-36 51,-1 2 72,8-7-43,1 0 0,-1 0 0,0 0 0,0-1-1,0 0 1,-1 1 0,1-1 0,0 0 0,-1-1 0,0 1 0,1 0 0,-1-1 0,0 0 0,0 0 0,1 0 0,-1-1-80,4-42 1317,1 38-1307,0 0 1,0 0-1,1 0 0,0 1 0,-1-1 0,1 1 1,0 0-1,1-1 0,-1 1 0,1 0 0,-1 0 1,1 0-1,0 1 0,0-1 0,0 1 0,0-1 1,1 1-1,-1 0 0,1 0 0,-1 0 0,1 1 1,0 0-1,-1-1 0,1 1 0,0 0 0,0 1-10,15-4 10,0 1-1,1 2 1,-1 0-1,18 1-9,-19 0 4,24 3 113,0 1 0,-1 3 1,31 8-118,46 8-1847,-80-19-3346,-3-1-6115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5:50.3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12699,'0'0'1671,"0"0"-446,0 0 224,22 26-192,1-3-967,-9-9-101,-1 0 1,0 1-1,0 1 1,-2-1-1,0 2 1,-1 0-1,0 0 1,-1 1-1,-2 0 1,3 8-190,3 24 537,-3 2 0,-2 0 0,-2 0 0,-2 0 0,-2 0 0,-4 19-537,2-70 5,-2 32 94,-1 0-1,-2 0 0,-1-1 1,-2 0-1,-1 0 1,-1 0-1,-2-2 1,-1 1-1,-1-1 1,-2-1-1,-3 3-98,12-22-418,-12 25 1116,18-34-1046,1 1 0,-1-1 0,0 1-1,1-1 1,-1 1 0,1 0 0,-1-1 0,1 1 0,0-1 0,0 1-1,0 0 1,0-1 0,0 1 0,0 0 0,0-1 0,0 1-1,1 0 1,-1 0 348,2-1-4598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5:50.6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8738,'0'0'6017,"0"0"-5249,0 0 169,0 0 383,0 0-736,0 0-416,171 26-64,-127-26-40,-2 0-64,0 0-888,-10 0-1273,-6 0-3584</inkml:trace>
  <inkml:trace contextRef="#ctx0" brushRef="#br0" timeOffset="1">27 322 13115,'0'0'1520,"0"0"-1056,0 0 432,0 0-175,0 0-321,0 0-312,165 56 0,-118-56-24,19 0-64,-14-9-536,-7-5-6570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5:53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 9978,'0'0'2107,"0"0"-206,0 0 223,0 0-884,0 0-525,0 23 375,-3 448 3137,2-451-4171,0-16-43,1 0-1,0 0 1,-1 0 0,1 1-1,1-1 1,-1 0-1,1 0 1,-1 0-1,1 1 1,2 2-13,5-19 761,8-43-395,-2-1-1,6-56-365,-13 60 3,3 1 0,2 1 0,16-45-3,-26 91-1,0 0 0,0 0-1,0 0 1,0 0-1,0 0 1,1 0-1,0 1 1,-1-1 0,1 1-1,1 0 1,-1 0-1,0 0 1,1 0-1,0 1 1,-1-1 0,2 1 1,-3 1-1,0 1 0,0-1 0,0 1 0,0-1 0,0 1 1,0 0-1,0 0 0,0 0 0,0 0 0,0 0 1,1 0-1,-1 1 0,0-1 0,0 0 0,0 1 0,0 0 1,0 0-1,-1 0 0,1-1 0,0 2 0,0-1 1,0 0-1,-1 0 0,1 0 0,-1 1 0,1-1 0,-1 1 1,1-1-1,-1 1 0,0 0 0,0 0 0,0-1 0,0 1 1,1 1 0,9 20 6,0-1 1,-2 2-1,-1-1 1,0 1-1,-2 1 1,-1-1-1,0 1 1,-2 0-1,-1 4-6,2 6-126,1 0 0,2 0 0,2 0 0,3 6 126,-10-37-370,0 1-1,0 0 1,1-1-1,-1 1 1,1-1-1,0 0 0,0 0 1,0 0-1,1-1 1,0 1-1,-1-1 1,3 2 370,35 18-6593,-15-13-808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5:53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0 960,'0'0'8362,"0"0"-5537,0 0-833,0 0-128,0 0-655,0 0-537,139 0-168,-102 0-336,0 0-168,-3 0-56,-5 0-1056,-6 0-1921,-12 0-4377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5:54.3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10682,'0'0'2313,"0"0"-897,0 0 552,0 0-839,0 0-17,0 0-80,0 0-296,118 14-496,-65-14-240,26 0-312,-14 0-2472,-7 0-5026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5:54.9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56 11002,'0'0'2137,"0"0"-295,0 0-186,23-7-440,9-3-951,1 1 0,0 3 1,0 0-1,0 2 0,13 1-265,32 3 382,-46 0-2049,-28 0-920,-10 0-1660,-74-6 3697,50 3 2404,0 1 0,-16 2-1854,37 1 243,1-1-1,-1 2 1,0-1 0,1 1 0,-1 0 0,1 1 0,0 0 0,0 0-1,0 1 1,-6 4-243,-2 2 459,0 2 0,1 0-1,0 1 1,0 0 0,2 1-1,-4 5-458,11-12 179,1 0-1,-1 0 0,1 1 0,1 0 1,0 0-1,0 0 0,0 1 1,1-1-1,0 1 0,1 0 0,0 0 1,0 0-1,1 0 0,0 5-178,33-13 902,219-13-630,-243 12-276,0 1 1,1 0-1,-1 0 1,0 1 0,-1 0-1,1 1 1,0 0-1,0 0 1,-1 0 0,0 1-1,0 0 1,0 1-1,0 0 1,-1 0 0,1 0-1,-1 0 1,0 1-1,-1 0 1,0 1 0,0-1-1,3 6 4,-1-2-2,-1 0 0,-1 1 0,0-1-1,0 1 1,-1 0 0,0 1 0,-1-1-1,0 1 1,-1-1 0,-1 1 0,0 0-1,0 0 1,-1-1 0,-1 10 2,0-18 7,1 0 1,-1 0 0,0 0-1,-1 0 1,1 0-1,0 0 1,-1 0-1,0 0 1,0-1 0,0 1-1,0-1 1,0 1-1,0-1 1,0 0-1,-1 0 1,0 0-1,1 0 1,-1 0 0,0-1-1,0 1 1,1-1-1,-1 1 1,-1-1-1,1 0 1,0 0-1,0-1 1,0 1 0,-3 0-8,-14 2 94,0-1 0,0 0 0,0-2 0,-6 0-94,9 0 4,-46-11 124,-2 0-1132,62 11 554,0 0 1,0 0-1,0 0 0,-1 0 1,1 1-1,0-1 0,0 1 1,0 0-1,0 0 0,0 0 1,0 1-1,0-1 0,0 0 1,0 1-1,1 0 0,-1 0 1,0 0 449,-15 14-7091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5:57.8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303 18 9706,'0'0'1376,"0"0"-283,0 0 399,0 0-467,0 0-338,-4-2 55,2 0-608,0 0 0,0 1 0,-1-1 0,1 1 0,-1-1 0,1 1 0,-1 0 0,0 0 0,0 0 0,1 1 0,-1-1 0,0 1 0,0-1 0,0 1 0,1 0 1,-1 0-1,0 0 0,0 1 0,0-1 0,0 1 0,1-1 0,-1 1 0,0 0 0,1 0 0,-1 0 0,0 0 0,1 1 0,-1-1 0,1 1 0,0-1 0,0 1 0,-1 0 0,1 0 0,0 0 0,0 1-134,-17 21 78,1 0 0,1 1 0,1 1-1,1 0 1,1 2 0,2-1-1,1 2 1,1-1 0,1 1-1,0 10-77,-9 48 369,5 0-1,-3 85-368,7 413 512,10-471-461,10 91 520,9 0-1,45 192-570,-61-377-75,12 54 239,-15-72-226,0 1 0,-1-1-1,1 1 1,1-1 0,-1 0 0,0 0 0,0 1-1,1-1 1,-1 0 0,1 0 0,0 0 0,-1-1-1,1 1 1,0 0 0,0-1 0,0 1 0,1-1-1,-1 1 1,0-1 0,0 0 0,1 0 0,-1 0-1,1-1 1,-1 1 62,22 0-2696,-3-1-2087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5:59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62 6849,'0'0'2634,"0"0"-1355,0 0-595,0 0 17,0 0-304,0 0-216,0 5-107,0 49 8571,0-24-9522,0-29 938,0-1 39,0 0 108,0-41 307,0-27-425,0 68-128,0 0 8,0 0 20,0 0 6,0 0-18,0 0 44,0 0-38,0 0-68,0 0 32,0 0 40,0 0 27,0 0 21,0 0-49,0 0 34,0 0-25,0 0-12,0 0-9,0 0 39,0 0-44,0 0 18,0 0 26,0 0 22,0 0 14,0 0-52,0 0 10,0 0 8,7 0 31,14-1-52,-1-2 0,0 0 0,0-1-1,10-4 6,57-10-15,-89 17-192,-12-1 112,0 1 0,0 0 0,0 1 1,-1 0-1,-1 2 95,11-2-1,0 0 0,1 1 1,-1-1-1,1 1 0,-1 0 0,1 1 1,-1-1-1,1 1 0,0 0 1,0 0-1,0 0 0,0 1 1,0-1-1,0 1 0,0 0 0,1 0 1,0 1-1,0-1 0,-1 0 1,2 1-1,-1 0 0,0 0 1,1 0-1,0 0 0,-1 2 1,-1 11-3,0 0 1,2 1-1,0-1 0,1 1 0,0-1 0,2 1 1,0 3 2,0 22 47,-1-42-43,0 0-1,0-1 1,0 1-1,0-1 1,0 1 0,0-1-1,0 1 1,0 0-1,0-1 1,0 1-1,1-1 1,-1 1-1,0-1 1,0 1 0,1-1-1,-1 1 1,0-1-1,1 1 1,-1-1-1,0 1 1,1-1 0,-1 0-1,0 1 1,1-1-1,-1 1 1,1-1-1,-1 0 1,1 0 0,-1 1-1,1-1 1,-1 0-1,1 0 1,0 1-1,-1-1 1,1 0-1,-1 0 1,1 0 0,-1 0-1,1 0 1,-1 0-1,1 0 1,0 0-1,-1 0 1,1 0 0,-1 0-1,1-1 1,-1 1-1,1 0 1,-1 0-1,1 0 1,-1-1 0,1 1-1,-1 0 1,1-1-4,37-20 80,-26 13-78,0 2-7,0 1 1,0 1 0,1 0-1,-1 1 1,1 0-1,0 0 1,0 2 0,0-1-1,0 2 1,13 0 4,-21 1-5,0 0-1,0 1 1,-1-1 0,1 1 0,0 0 0,-1 0 0,1 0-1,-1 1 1,1 0 0,-1 0 0,0 0 0,0 0 0,-1 0-1,1 1 1,-1 0 0,1 0 0,-1 0 0,0 0-1,-1 0 1,1 1 0,-1-1 0,0 1 0,0-1 0,0 1-1,0 2 6,4 8 1,-1 1-1,-1 0 0,0 0 0,-1 0 0,-1 0 1,0 0-1,-1 7 0,-1-15 55,0 1 0,-1-1 0,1 1 0,-2 0 0,1-1 1,-1 0-1,0 1 0,-1-1 0,0 0 0,-1 0 0,-1 4-55,2-8 35,-1 0-1,1 0 0,0 0 1,-1 0-1,0-1 1,0 1-1,0-1 1,0 0-1,-1 0 0,1 0 1,-1-1-1,1 0 1,-1 0-1,0 0 0,0 0 1,0-1-1,0 1 1,0-1-1,-5 0-34,0 0 28,0 1-1,0-2 0,-1 1 1,1-1-1,0-1 1,0 0-1,-1 0 1,1-1-1,0 0 1,0-1-1,1 0 1,-1-1-1,1 0 1,-1 0-1,1-1 1,0 0-1,1-1 1,-1 0-1,1 0 0,-1-3-26,4 5-200,-1-1 129,0 4-3304,6 1-1412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6:00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0 115 10682,'0'0'1667,"0"0"-648,0 0 434,0 0-540,0 0-292,0 0 194,8-16-40,27-52-165,-33 66-563,0-1 0,0 1 0,0 0 1,0 0-1,0 0 0,1 0 0,-1 0 0,1 0 1,-1 1-1,1-1 0,0 1 0,0-1 0,0 1 1,-1 0-1,1 0 0,0 1 0,0-1 1,0 1-1,1-1 0,-1 1-47,4 0 16,0-1 0,0 2 1,0-1-1,-1 1 0,1 0 0,0 0 0,-1 1-16,-1 0 10,-1 0-1,0 1 1,1-1 0,-1 1-1,0 0 1,0 0 0,-1 0-1,1 0 1,-1 1-1,1-1 1,-1 1 0,0 0-1,-1 0 1,1 0 0,-1 1-1,1-1 1,-1 1-1,-1-1 1,1 1 0,0 2-10,4 11 88,-1 0 1,-1 0-1,-1 0 1,1 16-89,-1-9 152,-2 1-1,0 0 1,-2 0 0,-4 25-152,4-41 102,-2-1 1,1 1-1,-1-1 0,0 0 1,-1 0-1,0 0 1,-1-1-1,1 1 0,-2-1 1,1 0-1,-1 0 1,0-1-1,-1 0 0,-5 5-102,11-11 44,0 0 0,1 0 1,-1 0-1,0-1 0,0 1 0,0-1 0,0 1 0,0 0 0,0-1 0,0 1 0,0-1 0,0 0 0,0 1 0,0-1 0,0 0 0,0 0 0,0 0 0,0 1 0,0-1 0,0 0 0,0 0 0,0-1 0,-1 1 0,1 0 0,0 0 0,0 0 1,-1-1-45,1 0 40,-1-1 1,0 1-1,0 0 1,1-1-1,-1 1 1,1-1-1,0 1 1,-1-1-1,1 0 1,0 0 0,0 1-1,0-1 1,0 0-1,0 0-40,-2-6 104,1 0-1,-1 1 0,1-1 1,0 0-1,1 0 1,0 0-1,0-3-103,1 7 9,1 1-1,-1 0 1,1-1-1,0 1 1,0 0-1,0-1 1,1 1 0,-1 0-1,1 0 1,0 0-1,0 0 1,0 1 0,0-1-1,0 0 1,0 1-1,1-1 1,-1 1 0,1 0-1,0 0 1,-1 0-1,1 0 1,0 0 0,0 1-1,1-1 1,-1 1-1,0 0 1,0 0-1,1 0 1,-1 0 0,0 1-1,3-1-8,0 0-6,1 0 0,-1 0 0,0 1 0,1-1 1,-1 2-1,1-1 0,-1 1 0,0-1 0,1 2 0,-1-1 0,0 1 0,0 0 0,0 0 0,0 1 0,0-1 0,0 1 0,1 2 6,20 18-68,-22-17 81,1-1 0,0 1 0,0-2 0,1 1 0,0-1 0,-1 0 0,6 2-13,-9-5-33,0 0 0,0 0 1,-1-1-1,1 1 0,0-1 1,0 0-1,0 0 0,0 0 1,0 0-1,0-1 0,-1 1 1,1-1-1,0 0 0,0 0 1,0 0-1,-1 0 0,1 0 1,-1 0-1,1-1 0,-1 1 1,1-1-1,-1 0 0,0 0 1,0 0 32,75-68-3926,-30 25-1007,-18 19-1106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6:01.0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8314,'0'0'2282,"0"0"-138,0 0-432,0 0-994,0 0-438,0 0 49,15 20 214,1 0-360,7 10 207,-2 1 0,-1 0-1,6 15-389,26 56 1091,-5 2 0,-5 2 0,-4 4-1091,-17-42 335,-3 1 0,-4 0 1,-2 1-1,-4 1 1,-1 32-336,-5-44 358,-3-1 1,-3 1 0,-2-1-1,-2 0 1,-3-1 0,-5 9-359,-27 63 1032,-20 36-1032,10-28 155,51-132-213,0 1 1,0-1-1,0 1 0,1 0 0,0 0 1,0 0-1,1 0 0,0 0 58,4-5-3607,7-1-1603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6:01.8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1 4929,'0'0'2415,"0"0"151,0 0-213,0 0-612,0 0-560,0 0-203,-1 3-329,-8 27 190,2 0 1,2 0 0,0 1 0,1 21-840,-2 8 565,-1-6-96,-3 21 244,2 0-1,5 0 0,4 55-712,-1-125 2,0 0 0,1 1 0,0-1 0,0 0 0,0 0-1,1 0 1,0 0 0,0-1 0,0 1 0,0 0 0,1-1 0,0 0-1,0 1 1,0-1 0,0 0 0,1 0 0,-1-1 0,1 1-1,0-1 1,0 0 0,0 0 0,1 0 0,2 1-2,5 1-496,0-1 0,0 0 0,0 0 0,1-1-1,-1-1 1,1 0 0,-1-1 0,1-1 0,1 0 496,29 1-4613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6:02.2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22 6913,'0'0'4453,"0"0"-2962,0 0-284,-10 25 19,-3 4-857,6-15-185,0 0 1,1 0 0,1 1 0,1 0-1,0 0 1,1 1 0,0-1-1,1 1 1,1 5-185,0-9 269,0 0 0,1 0 0,1-1 0,0 1 0,1 0 0,0 0 0,0-1 0,2 4-269,-2-10 85,0-1 1,1 0 0,-1 1-1,1-1 1,0 0 0,0-1-1,0 1 1,0 0 0,1-1-1,0 0 1,-1 0-1,1 0 1,0 0 0,0-1-1,1 1 1,-1-1 0,1 0-1,-1 0 1,1-1 0,-1 1-1,4-1-85,5 3 149,1-1 0,0-1 0,0-1 0,0 0 0,0 0 0,0-2 0,0 0 0,0 0 0,0-1 0,0-1 0,0 0 0,6-3-149,-14 4 36,0 0-1,0-1 1,0 0-1,0 1 1,-1-2 0,1 1-1,-1-1 1,0 0-1,0 0 1,0 0-1,0-1 1,-1 1 0,0-1-1,0 0 1,0-1-1,0 1 1,-1-1 0,0 1-1,0-1 1,-1 0-1,1 0 1,-1 0-1,-1 0 1,1-1 0,-1 1-1,0-1 1,0-4-36,-1 3 71,0-1-1,0 1 1,-1 0 0,0 0 0,0 0-1,-1 0 1,0 0 0,0 0 0,-1 1 0,0-1-1,-1 1 1,1-1 0,-3-1-71,-1-1 31,-1 1 0,0-1 0,0 2 1,-1-1-1,0 1 0,-1 0 0,0 1 0,-7-4-31,3 1-20,-1 1 1,-1 0-1,1 2 0,-1-1 0,-1 2 0,1 0 0,-1 2 0,0-1 0,0 2 1,-1 0-1,-5 1 20,22 2-75,1 0 1,-1-1-1,1 1 1,-1 0-1,1 0 1,-1 0 0,1 1-1,-1-1 1,1 0-1,-1 0 1,1 0-1,-1 0 1,1 0-1,-1 1 1,1-1 0,-1 0-1,1 0 1,-1 1-1,1-1 1,-1 0-1,1 1 1,-1-1-1,1 0 1,0 1 0,-1-1-1,1 1 1,0-1-1,-1 1 1,1-1-1,0 1 1,0-1-1,0 1 1,-1-1 0,1 1-1,0-1 1,0 1-1,0-1 1,0 1-1,0-1 1,0 1-1,0-1 1,0 1 0,0-1-1,0 1 1,0-1-1,0 1 75,0 1-343,0 18-5121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6:02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0 11362,'0'0'1545,"0"0"-609,0 0 1448,8 142-959,-8-100-289,0 1-400,0-6-8,-3-8-400,-5-6-168,5-6-104,1-8-48,2-6-8,0-3-272,0-5-488,10-21-1456,9-5-3425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6:02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86 4065,'0'0'1032,"0"0"-528,0 0 126,0 0-74,0 0 128,0 0 491,15-9 349,-2 1-1257,4-3 677,1 0 1,1 1-1,0 1 1,0 0-1,18-4-944,-33 12 106,0 0 1,0 0-1,0 0 0,0 0 0,0 1 1,1 0-1,-1 0 0,0 0 0,0 0 1,1 1-1,-1-1 0,0 1 0,0 0 1,0 0-1,0 1 0,1 0-106,-1 1 22,-2-1 1,1 1-1,0-1 0,0 1 0,-1 0 0,0 0 1,1 0-1,-1 0 0,0 1 0,-1-1 1,1 1-1,-1-1 0,1 1 0,-1-1 1,0 1-1,0 0 0,0 3-22,6 41 1167,-1 1-1,-3 0 1,-2 0-1,-4 41-1166,0 13 356,10-70-201,1-18-1259,-7-15 983,-1 0 0,0 0 0,1 0-1,-1 0 1,1 0 0,-1 1 0,0-1 0,1 0-1,-1 0 1,1 0 0,-1 0 0,0 0 0,1 0 0,-1 0-1,1 0 1,-1-1 0,0 1 0,1 0 0,-1 0 0,1 0-1,-1 0 1,0 0 0,1-1 0,-1 1 0,0 0 0,1 0-1,-1 0 1,0-1 0,1 1 0,-1 0 0,0-1 0,0 1-1,1 0 1,-1-1 0,0 1 121,4-11-4820,-2-5-5068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6:03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0 232 13587,'0'0'2352,"0"0"-399,0 0 487,0 0-1543,0 0-633,145-113-128,-85 85-72,-2-1-16,-6 6-40,-5 6-8,11 5-312,-16 5-2265,-5 5-2320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6:03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60 116 11763,'0'0'1469,"0"0"-745,26-12-210,-1-1-396,27-12 132,0 1-1,24-5-249,-66 26 29,32-6 118,-42 9 61,0 0 66,-5 0 770,-17 0-523,-7-1 594,0 2 0,-1 1 0,-19 4-1115,39-3 100,-1-1 0,0 2 0,0 0 0,1 0 1,0 0-1,0 2 0,0-1 0,1 1 0,0 0 0,0 1 1,-5 5-101,8-7 16,1 1 1,0-1-1,0 1 0,0 0 1,1 0-1,0 1 1,0-1-1,1 1 1,0 0-1,0 0 0,-2 6-16,5-11 14,-1 1 0,0-1 0,1 1 0,0 0 0,-1-1 0,1 1-1,0 0 1,1-1 0,-1 1 0,0 0 0,1-1 0,-1 1-1,1 0 1,0-1 0,0 1 0,0-1 0,0 1 0,0-1-1,1 0 1,-1 1 0,1-1 0,-1 0 0,1 0 0,0 0-1,0 0 1,0 0 0,0-1 0,0 1 0,0-1 0,0 1-1,1-1 1,-1 0 0,3 1-14,18 8 31,1-2 0,24 5-31,-24-7 15,0 1 0,0 1 0,-1 1 0,1 2-15,-18-8 1,0 0 1,0 1 0,-1-1-1,1 1 1,-1 1-1,0-1 1,0 1-1,0 0 1,-1 0-1,0 0 1,0 1 0,0-1-1,-1 1 1,1 0-1,-1 0 1,1 5-2,-2-6 21,-1 0 1,0 0-1,0 0 1,0 1 0,-1-1-1,0 0 1,0 0-1,0 0 1,-1 0-1,1 0 1,-1 0-1,0 0 1,-1 0-1,1 0 1,-1 0 0,0 0-1,-1-1 1,1 1-1,-1-1 1,1 1-1,-1-1 1,-1 0-1,1 0 1,0-1 0,-1 1-1,0-1 1,0 1-22,-6 5 66,-1-1 0,0-1 0,0 1 0,-1-1 1,0-1-1,0 0 0,0-1 0,-1-1 0,-12 4-66,13-6-68,0-1-1,0 0 0,0 0 0,1-1 0,-2-1 69,-9 0-3056,19 0-1551,2-5-3798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6:04.1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1 11506,'0'0'1609,"0"0"-337,0 0 1001,108 184-257,-95-95-472,-10 6-471,-3 4-33,-3-7-296,-15-10-256,-3-8-320,2-15-72,3-10-88,1-6-8,-1-10-296,3-3-1400,-5 1-1041,2-10-1392,3-4-2960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6:07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6 112 7194,'0'0'1748,"0"0"-117,0 0 491,0 0-181,0 0-496,0 0-292,2-13 72,10-39-122,-11 49-1020,0 0 0,1 1 0,-1-1 0,1 1 0,0 0 1,0-1-1,0 1 0,0 0 0,0 0 0,0 0 0,0 0 1,1 0-1,-1 1 0,1-1 0,-1 1 0,1 0 0,0 0 1,0-1-1,-1 2 0,1-1 0,3 0-83,54-5 409,-60 6-409,2 0-2,0 1 0,-1-1 0,1 1 0,0 0 1,-1-1-1,1 1 0,-1 0 0,1 0 1,-1 0-1,0 0 0,1 0 0,-1 0 0,0 1 1,0-1-1,0 0 0,0 1 0,0-1 0,0 1 1,0-1-1,0 1 0,0-1 0,-1 1 0,1 0 1,-1-1-1,1 1 0,-1 0 0,0-1 1,0 1-1,1 0 0,-1-1 0,0 2 2,3 63 29,-3-58-17,0 5 3,0-1-1,-1 0 1,0 0-1,-1 0 1,-1 0 0,0 0-1,0 0 1,-1-1-1,0 1 1,-1-1 0,-1 0-1,0 0 1,0-1-1,-1 0 1,0 0-1,-1 0 1,0-1 0,-2 1-15,3-2 77,3-3-36,1 0 0,-1-1 1,0 0-1,0 0 1,0 0-1,-1 0 0,1 0 1,-1-1-1,0 0 0,0 0 1,0 0-1,0-1 0,-1 0 1,1 0-1,-1 0-41,6-2 546,0-1-484,0 0 1,1 0 0,-1 0 0,0 0-1,1 0 1,0 0 0,-1 0 0,1 0-1,-1 0 1,1 0 0,0 0 0,0 0-1,0 0 1,-1 0 0,1 1 0,0-1-1,0 0 1,0 1 0,1-1-63,5-2 3,-1 1 0,1 1 1,0-1-1,0 1 0,-1 0 0,1 1 0,0-1 1,0 1-1,0 1 0,0-1 0,0 1 0,0 0 1,-1 1-1,7 2-3,-3 0-67,0 1 0,0 0 0,0 1 1,0 0-1,-1 0 0,0 1 0,-1 1 0,7 5 67,6 6-3270,0-1 0,17 9 3270,-23-16-3352,15 9-9194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6:07.4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 0 12219,'0'0'1712,"0"0"-1248,0 0 1120,0 0 25,-71 161-409,53-88 208,2 7-103,3 5-257,5-7-360,8-7-216,0-10-344,0-11-32,18-8-72,1-6-24,2-6-464,2 8-1136,-2-7-2089,-2-8-1520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6:08.3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1 7434,'0'0'5123,"0"0"-2734,0 0-719,0 0-255,0 0-162,-25 18-82,25-18-1171,-40 28 1126,-25 26-1126,59-49 100,1 1 1,0 0 0,0 1 0,0-1-1,1 1 1,0 0 0,1 0 0,-1 0-1,1 1 1,1-1 0,-1 1 0,1-1-1,1 1 1,-1 0 0,1 0 0,1 0-1,-1 0 1,1 0 0,1 0 0,0 4-101,-1 7 140,0-14-121,0 0 1,0 0 0,1 0-1,0 0 1,0 0-1,0 0 1,0 0 0,1-1-1,-1 1 1,1 0 0,0-1-1,1 1 1,-1-1-1,1 0 1,0 0 0,0 0-1,0 0 1,1 0 0,-1-1-1,1 1 1,0-1-1,0 0 1,0 0 0,0 0-1,1-1 1,-1 0 0,1 0-1,-1 0 1,1 0-1,0-1 1,0 1 0,0-1-1,0 0 1,0-1 0,2 1-20,9 0 18,-1 0 1,1 0 0,-1-2-1,1 0 1,-1 0 0,1-2-1,-1 0 1,0-1 0,0 0 0,13-6-20,-22 7 30,0 1-1,0-1 0,-1 0 0,1-1 0,-1 0 0,0 0 0,0 0 0,0 0 0,0-1 0,-1 0 1,0 1-1,0-2 0,0 1 0,0 0 0,-1-1 0,0 0 0,0 0 0,-1 0 0,1 0 0,-2 0 1,1 0-1,0-1 0,-1 1 0,0-1 0,-1 1 0,1-7-28,-2 7 51,0 0 1,-1 0-1,0 0 1,0 0-1,0 0 0,0 0 1,-1 0-1,0 1 1,0 0-1,-1-1 0,0 1 1,0 0-1,0 1 0,0-1 1,0 1-1,-1-1 1,0 2-1,0-1 0,-2-1-51,-1-1 0,-2 0 0,1 0-1,-1 0 1,1 1-1,-2 1 1,1-1 0,0 2-1,-1-1 1,0 2-1,-9-2 1,20 4-61,-1 0 0,1 0 0,-1 0-1,1 0 1,-1 0 0,1 0 0,-1 0-1,1 0 1,-1 0 0,1 0 0,-1 0-1,1 0 1,-1 1 0,1-1 0,-1 0-1,1 0 1,0 0 0,-1 1 0,1-1-1,-1 0 1,1 1 0,0-1 0,-1 0-1,1 1 1,0-1 0,-1 1 0,1-1-1,0 0 1,0 1 0,-1-1 0,1 1-1,0 0 62,0 20-1849,14 19-4921,8-10-4050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6:08.6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1 12339,'0'0'1680,"0"0"-48,0 0 881,-66 136-841,50-98-696,3-5-623,3-2-49,-1-5-304,6-12 0,2 0-32,3-14-1505,8 0-1519,11 0-3082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6:09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0 9458,'0'0'2530,"0"0"-726,0 0-389,0 0-539,0 0-467,0 0-197,20 20 218,-20-20-430,21 21 308,-1 0-1,-1 2 0,0 0-307,-18-20 68,1 0 0,-1-1-1,1 1 1,-1 0 0,0 0 0,0 0 0,-1 0 0,1 1 0,0-1 0,-1 0 0,0 0-1,0 0 1,0 0 0,0 0 0,0 1 0,-1-1 0,1 0 0,-1 0 0,0 0-1,0 0 1,0 0 0,0 0 0,-1 0 0,1 0 0,-1-1 0,0 1 0,1 0-1,-1-1 1,0 0 0,-1 1 0,0 0-68,-5 7 158,-18 24 129,-2-1 0,-2-1 0,-1-1 0,-1-2 0,-26 18-287,124-46 2495,-26 0-2492,85 9 542,-35-1-457,-41-8-2585,-17-3-2709,-8-2-3445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6:09.5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233 40 4401,'0'0'4749,"0"0"-2723,0 0-803,0 0-318,0 0-467,0 0-298,20-6-32,60-20 29,-80 26-128,0 0-1,0 0 1,0 0 0,0 0 0,-1 0-1,1 0 1,0 0 0,0 0-1,0 0 1,0 0 0,0-1 0,0 1-1,0 0 1,0 0 0,0 0-1,0 0 1,0 0 0,0 0 0,0 0-1,0 0 1,0-1 0,0 1-1,0 0 1,0 0 0,0 0 0,0 0-1,0 0 1,0 0 0,0 0-1,0 0 1,0-1 0,0 1 0,0 0-1,0 0 1,0 0 0,0 0-1,0 0 1,0 0 0,0 0 0,1 0-1,-1 0 1,0 0 0,0-1-1,0 1 1,0 0 0,0 0 0,0 0-1,0 0 1,0 0 0,0 0-9,-19-2 263,-26 0 398,28 3-385,1 1 0,-1 0 0,0 2 0,1 0 0,0 0 0,0 2 0,0 0 0,1 1 0,0 0 0,0 1 0,1 1 0,0 0 0,0 1 0,1 0 0,-8 10-276,19-19 32,1 1 1,-1-1-1,1 1 1,0 0-1,-1-1 1,1 1-1,0 0 1,0 0-1,0 0 1,1 0-1,-1 0 1,0 0-1,1 0 0,-1 0 1,1 0-1,0 0 1,0 0-1,0 0 1,0 1-1,0-1 1,0 0-1,0 0 1,1 0-1,-1 0 1,1 0-1,-1 0 1,1 0-1,0 0 1,0 0-1,0 0 1,0 0-1,0 0 0,0-1 1,1 1-1,-1 0 1,2 0-33,6 8 57,1-1 0,1-1 1,-1 0-1,1 0 0,11 4-57,9 9 10,-17-11-10,0 1-1,-2 1 0,1 0 0,-2 1 1,11 12 0,-18-19 1,0 0 1,0 1-1,-1-1 1,1 1 0,-1-1-1,-1 1 1,1 0-1,-1 0 1,0 0 0,-1 0-1,0 0 1,0 1-1,0-1 1,-1 0 0,0 2-2,-1-6 34,0-1 0,0 1 0,0-1 0,0 1 0,-1-1 1,1 0-1,-1 0 0,1 1 0,-1-1 0,0 0 0,0 0 1,0-1-1,0 1 0,0 0 0,0-1 0,0 1 0,-1-1 1,1 0-1,0 1 0,-1-1 0,1 0 0,-1-1 0,0 1 1,1 0-1,-1-1 0,0 1-34,-71 11 865,73-12-862,-72 3-178,72-3-1068,1-1-2336,0-3-4107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6:09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1 5721,'0'0'5821,"0"0"-3264,0 0-786,15 25 290,-1-3-1550,-6-11-283,0 0-1,0 1 1,-2 0-1,0 1 1,0-1-1,-1 1 1,0 0-1,-1 1 1,-1-1 0,0 1-1,-1-1 1,1 14-228,-2 3 285,-1-1 1,-1 1 0,-1-1 0,-2 1 0,-1-1 0,-1 0 0,-2-1 0,0 1 0,-2-2 0,-2 1 0,0-1 0,-2-1 0,0 0 0,-2-1-1,-14 17-285,26-37-63,-27 32-1343,10-17-3114,14-16-261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6:12.2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0 115 4785,'0'0'4650,"0"0"-2030,0 0-657,0 0-390,0 0-471,25-16-415,82-51 45,-98 62-611,1 1 1,-1-1-1,1 2 0,0-1 1,0 1-1,0 1 0,1 0 1,-1 0-1,1 1 0,-1 0 1,1 1-1,10 1-121,1 0 160,-20-2-153,0 1 0,0 0 1,-1 0-1,1 0 0,0 1 0,0-1 0,-1 0 0,1 1 0,0-1 1,-1 1-1,1-1 0,0 1 0,-1 0 0,1 0 0,-1 0 0,1 0 0,-1 0 1,0 0-1,1 0 0,-1 0 0,0 0 0,0 1 0,0-1 0,1 1-7,-1 0 9,0 1-1,0-1 0,-1 1 0,1-1 1,-1 1-1,1-1 0,-1 1 0,0-1 1,0 1-1,0-1 0,0 1 0,-1-1 1,1 1-1,-1-1 0,0 2-8,-1 4 20,-1 1-1,0-1 0,0 0 1,-1 0-1,0 0 1,-1-1-1,0 0 0,0 0 1,-3 4-20,-8 3 42,0 0 0,-2 0 1,-10 6-43,13-11-94,0 2 0,1 0 1,0 0-1,1 1 0,-10 13 94,23-25-45,0 0-1,0 0 0,-1 1 1,1-1-1,0 0 0,0 0 1,0 0-1,0 1 1,0-1-1,-1 0 0,1 0 1,0 1-1,0-1 0,0 0 1,0 1-1,0-1 0,0 0 1,0 0-1,0 1 1,0-1-1,0 0 0,0 0 1,0 1-1,0-1 0,0 0 1,0 1-1,0-1 1,1 0-1,-1 0 0,0 1 1,0-1-1,0 0 0,0 0 1,0 0-1,1 1 0,-1-1 1,0 0-1,0 0 1,0 0-1,1 1 0,-1-1 1,0 0-1,0 0 0,1 0 1,-1 0-1,0 0 0,0 0 1,1 1-1,-1-1 1,0 0-1,0 0 0,1 0 1,-1 0-1,0 0 0,1 0 1,-1 0-1,0 0 1,0 0-1,1 0 0,-1 0 1,0 0-1,1-1 46,23 1-212,-17 0-15,15 0 28,-7-1 146,-1 1 1,0 0-1,0 1 1,0 1-1,-1 0 0,15 5 53,-25-6 8,0 0 0,1 1 0,-1-1 0,0 1-1,0 0 1,0 0 0,0 0 0,-1 1 0,1-1-1,-1 1 1,1-1 0,-1 1 0,0 0 0,0 0-1,0 0 1,0 0 0,-1 0 0,1 0-1,-1 0 1,1 1 0,-1-1 0,-1 1 0,1-1-1,0 1 1,-1-1 0,1 1 0,-1-1 0,0 1-1,-1 3-7,1-4 52,-1 0-1,1 0 1,-1-1-1,0 1 1,0 0-1,0 0 1,0 0-1,-1-1 0,1 1 1,-1-1-1,1 1 1,-1-1-1,0 0 1,0 1-1,0-1 1,0 0-1,-1 0 0,1 0 1,-1-1-1,1 1 1,-1-1-1,1 1 1,-2 0-52,-12 5 268,0 1 1,0-2-1,-12 3-268,12-3 60,-102 32-2543,89-29-3196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6:13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12915,'0'0'1960,"0"0"-1080,0 0 153,0 0-521,144 0-368,-89 0 144,-2 0-136,-6 0-144,-8 0-8,-2 0-1136,-13 0-2745,-11 0-6682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6:13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12843,'0'0'1872,"0"0"-560,0 0 793,0 0-1201,178 3-528,-120-3-304,-6 0-72,-7 2-320,-11 12-1576,-16 0-2689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6:39.4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65 12723,'0'0'2320,"0"0"-481,0 0 247,0 0-823,-23 14-530,5-3-574,11-8-100,-1 1 1,1-1-1,0 2 0,0-1 0,0 1 0,1 0 0,0 0 0,0 1 1,0 0-1,0 0 0,1 0 0,0 1 0,1 0 0,-1 0 0,1 0 1,1 0-1,-1 1 0,1-1 0,1 1 0,-2 5-59,0 7 210,1-1 0,1 1-1,1-1 1,1 1 0,1 0 0,1 9-210,-1-24 30,-1 1 1,1-1-1,1 0 1,-1 0-1,1 0 1,0 0 0,0 0-1,1 0 1,-1 0-1,1-1 1,0 1 0,0-1-1,0 0 1,1 0-1,0 0 1,0 0 0,0-1-1,0 1 1,0-1-1,1 0 1,-1 0-1,1-1 1,0 1 0,0-1-1,5 1-30,-3 0 37,1-1 1,0 0-1,0 0 0,0-1 0,0 0 1,1 0-1,-1-1 0,0 0 0,0-1 1,0 0-1,0 0 0,1-1 0,-1 0 1,-1 0-1,1 0 0,0-1 0,-1-1 1,1 1-1,-1-1 0,0-1 0,0 1 1,-1-1-1,1 0 0,2-3-37,-3 1 65,0 0 0,0 0 1,-1-1-1,0 0 0,0 0 0,0-1 0,-1 1 1,-1-1-1,1 0 0,-2 0 0,1 0 0,-1 0 1,0 0-1,-1-1 0,0 1 0,-1-1 1,0 1-1,0-1 0,-1 1 0,0 0 0,-1-4-65,-1 3 28,-1-1-1,0 2 0,0-1 1,-1 0-1,0 1 0,0 0 0,-1 0 1,0 0-1,-1 1 0,0 0 1,0 0-1,-1 1 0,0 0 0,0 0 1,-3-1-28,-11-8 48,-1 0 0,-1 2 1,0 1-1,-1 0 0,-9-1-48,-4 3-838,38 11 781,-1 0 0,0 0 0,1 0 0,-1 0 0,0 0 0,0 0-1,1 0 1,-1 1 0,1-1 0,-1 0 0,0 0 0,1 1 0,-1-1 0,0 0 0,1 1 0,-1-1 0,1 1 0,-1-1 0,1 0-1,-1 1 1,1-1 0,-1 1 0,1 0 0,0-1 0,-1 1 0,1-1 0,0 1 0,-1 0 0,1-1 0,0 1 0,0-1 0,0 1-1,0 0 1,-1-1 0,1 1 0,0 0 0,0-1 0,0 1 0,0 0 0,0 0 0,1-1 0,-1 1 0,0 0 0,0-1 0,0 1-1,1-1 1,-1 2 57,9 26-5713,12-1-3822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6:39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181 1 12723,'0'0'2080,"0"0"-768,0 0 1673,-42 163-600,19-116-873,-1 0-528,0-5-368,3 1-160,0-3-320,6-5-128,7-4 80,5-7-88,3-5-144,3-12-728,26-7-976,41-29-985,-4-18-1208,-3-2-4224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6:40.1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92 14211,'0'0'2239,"0"0"-117,0 0-140,-17 22-694,-50 77-290,63-92-892,1 0 1,0 1 0,0-1-1,1 1 1,0 0 0,0 0-1,0 0 1,1 0 0,1 0-1,-1 0 1,1 0 0,0 0 0,1 0-1,0 0 1,1 0 0,-1 0-1,1 0 1,1 0 0,0 1-107,0-3 29,0-1 0,1 0 0,0 0 1,-1 0-1,2 0 0,-1-1 0,0 0 1,1 0-1,0 0 0,0 0 0,0 0 1,0-1-1,1 0 0,0-1 0,-1 1 1,1-1-1,0 0 0,0 0 0,0-1 1,0 1-1,0-1 0,1-1-29,18 4 60,1-2-1,0-1 1,-1-1-1,19-2-59,-36 0 9,1 1 0,-1-1 0,1 0 0,-1-1 0,0 0 0,0 0 0,0-1 0,-1 0 0,1-1 0,-1 1 0,0-1 0,0-1 0,-1 1 0,0-1 0,1 0 0,-2-1 0,1 1 0,-1-1 0,0 0 0,-1-1 0,3-4-9,-2 3 37,0-1 0,0 0 0,-2 0 0,1 0 0,-1 0 0,0 0 0,-1 0-1,-1-1 1,1 0 0,-2 1 0,1-1 0,-1 1 0,-1-1 0,0 0 0,-1 1-1,0 0 1,-2-8-37,0 9 42,0 1 0,-1 1 0,1-1 0,-2 1 0,1 0 0,-1 0 0,0 0 0,0 1 0,-1 0 0,0 0 0,0 0 0,0 1 0,-1 0 0,0 1 0,0 0-1,-7-3-41,-4-1 16,1 0 0,-2 2 0,1 0 0,-1 1 0,0 1 0,0 1 0,-1 1-16,-8 2-425,39 6-1238,44 10-1115,19 0-2387,2-1-2445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6:40.5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82 6977,'0'0'6857,"0"0"-4239,0 0-1061,0 0 40,0 0-321,-12 23-320,-37 73-30,47-93-860,1 1 1,-1-1 0,1 1-1,0 0 1,0-1 0,0 1-1,0 0 1,0 0 0,1 0-1,0 0 1,0 0 0,0 0-1,0 0 1,1-1 0,0 1-1,-1 0 1,1 0 0,2 3-67,-2-4 42,1-1 0,0 1 0,0 0 0,0-1 0,0 0 0,1 1 0,-1-1 0,1 0 0,-1 0 0,1 0 0,0-1 0,-1 1 0,1-1 0,0 1 0,0-1 0,0 0 0,3 1-42,6 0 82,1 1 1,-1-2-1,1 1 1,0-2-1,0 0 1,-1 0-1,1-1 1,0-1-1,0 0-82,-1-1 33,-1 0 0,1-1-1,-1 0 1,0-1 0,0 0-1,0-1 1,-1 0 0,0-1-1,0 0 1,-1-1 0,8-7-33,-10 9 75,-2 0 1,1 0-1,-1-1 1,0 1-1,0-1 1,0 0-1,-1-1 1,0 1-1,-1-1 1,0 0-1,0 0 1,-1 0-1,1 0 1,-2 0-1,1 0 1,-1-1-1,-1-1-75,0 6 28,-1 0-1,0 0 1,0 0 0,0 0-1,-1 0 1,1 1-1,-1-1 1,0 0-1,0 1 1,0 0 0,-1-1-1,1 1 1,-1 0-1,0 0 1,1 1 0,-1-1-1,-1 0 1,1 1-1,0 0 1,-1 0 0,1 0-1,-1 0 1,1 0-1,-1 1 1,0-1 0,-1 1-28,-10-5-2,-1 1 0,0 1 1,0 0-1,0 1 1,-15-1 1,27 4-34,-5-1-19,0 0 0,0 0-1,0 1 1,0 1 0,0-1 0,0 1 0,-8 2 53,15-2-180,0 1-1,-1-1 1,1 0-1,0 1 1,-1-1-1,1 1 1,0-1-1,0 1 1,0 0-1,1 0 1,-1 0-1,0 0 1,1 0-1,-1 1 1,1-1-1,0 0 1,0 1-1,0-1 1,0 1-1,0-1 1,0 1 0,1-1-1,-1 1 1,1 0-1,0-1 1,-1 1-1,2 2 181,-2 25-5882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6:40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60 12699,'0'0'2053,"0"0"-116,-15 20 541,-45 68-817,57-84-1558,0 0-1,1 0 1,-1 1 0,1-1-1,0 0 1,1 1-1,-1-1 1,1 1-1,0 0 1,0 0-1,0-1 1,1 1-1,-1 0 1,1 0-1,0 0 1,1 0-1,0 2-102,0-4 59,0 0 0,0 0 0,1-1 0,-1 1 0,1 0 0,0-1-1,0 1 1,0-1 0,0 0 0,0 0 0,0 0 0,1 0 0,-1 0 0,1 0 0,-1-1 0,1 1-1,0-1 1,-1 1 0,1-1 0,0 0-59,15 4 157,-1-1 0,1-1 0,-1 0 1,1-1-1,0-1 0,0-1 0,3 0-157,-15 0 27,9 0-3,0-1-1,-1-1 1,1 0-1,-1 0 1,1-2-1,-1 0 1,0 0-1,-1-1 1,1-1-1,-1-1 1,0 0-1,0 0 1,0-2-24,-5 4 43,-1-1-1,0 0 1,0 0 0,-1-1 0,0 0-1,0 0 1,0-1 0,-1 1-1,0-1 1,-1 0 0,0 0 0,0-1-1,-1 1 1,0-1 0,0 0-1,-1 0 1,0 0 0,0 0-1,-1 0 1,-1 0 0,1-3-43,-1 9 21,0 1 1,-1-1 0,1 1-1,0-1 1,-1 1-1,0-1 1,1 1-1,-1 0 1,0-1 0,0 1-1,0 0 1,-1 0-1,1 0 1,0 0-1,-1 0 1,0 0 0,1 0-1,-1 0 1,0 1-1,0-1-21,-3-1 21,1 0-1,-1 0 1,0 0-1,0 1 1,0-1-1,0 1 1,-1 1-1,1-1 1,-2 0-21,-16-1-7,0 0-1,1 1 1,-1 1 0,-5 1 7,20 0-11,-24 5-728,26 3-1479,17 7-2868,12-3-3236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6:41.2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 11779,'0'0'2149,"0"0"-24,0 0 150,0 0-616,0 0-561,26-8-121,-26 8-977,29-8 386,0 1 0,20-2-386,-47 8 24,0 1 1,0 0-1,0 0 0,1 1 0,-1-1 0,0 0 0,0 1 1,0 0-1,0-1 0,1 1 0,-1 0 0,0 0 0,0 0 1,-1 0-1,1 0 0,0 0 0,0 1 0,0-1 0,-1 1 1,1-1-1,-1 1 0,1 0 0,-1 0 0,0-1 0,0 1 1,0 0-1,0 0 0,0 0 0,0 0 0,0 0 0,0 0 1,-1 1-1,1-1 0,-1 0 0,0 0 0,0 0 0,0 3-24,2 3 78,5 29 236,-3 1-1,-1-1 0,-1 1 1,-2 0-1,-3 10-313,2-9 116,-11 42 115,8-62-601,1 0-1,1 0 0,0 11 371,2-30-358,1 0 1,-1 0-1,1 0 0,-1 0 0,1 0 1,-1-1-1,1 1 0,-1 0 1,1 0-1,-1-1 0,0 1 0,1 0 1,-1-1-1,1 1 0,-1 0 1,0-1-1,1 1 0,-1-1 1,0 1-1,1-1 0,-1 1 0,0-1 1,0 1-1,1-1 0,-1 1 1,0-1-1,0 1 358,8-16-11725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6:41.5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1 150 12723,'0'0'2856,"0"0"-391,0 0 624,0 0-1033,0 0-1264,0 0-544,0 0-208,194-88-40,-105 65-672,-15 4-2185,-14 0-4736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6:41.8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325 39 12707,'0'0'1569,"0"0"-430,0 0 875,0 0-376,-28-8-617,-89-21-257,112 29-681,0-1-1,0 1 0,-1 0 0,1 0 1,0 1-1,0-1 0,0 1 0,-1 1 1,1-1-1,0 1 0,0-1 0,1 1 0,-1 1 1,0-1-1,1 1 0,-1 0 0,1 0 1,0 0-1,0 0 0,0 1 0,0 0 1,1 0-1,-1 0 0,1 0 0,-1 2-82,-7 7 309,5-6-133,-1 1 0,2 0-1,-1 0 1,1 0 0,0 1 0,1 0 0,-1 2-176,4-9 16,0-1 0,0 1 0,1 0 0,-1 0 0,0-1 0,1 1 0,0 0-1,-1 0 1,1 0 0,0 0 0,0 0 0,0 0 0,0 0 0,0-1 0,0 1 0,1 0 0,-1 0 0,0 0 0,1 0 0,0-1 0,-1 1 0,1 0 0,0 0 0,0-1 0,0 1 0,0-1 0,0 1 0,1-1 0,-1 1 0,0-1 0,1 0 0,-1 1 0,1-1 0,-1 0 0,1 0 0,-1 0 0,1 0 0,0-1 0,-1 1 0,3 0-16,17 4 32,1-1 1,-1-2-1,1 0 0,-1-1 1,1-1-1,0-1 1,-1-1-1,1-1 1,9-3-33,-22 3-20,-1 1 1,0-1-1,1-1 0,-1 0 1,-1 0-1,1 0 0,-1-1 1,1 0-1,-1 0 1,-1-1-1,1 0 0,3-4 20,-6 5 15,1 0-1,-1 0 1,-1 0-1,1-1 0,-1 1 1,0-1-1,0 0 0,-1 0 1,1 0-1,-1 0 0,-1 0 1,1 0-1,-1-1 0,0 1 1,0-4-15,-3 175 1502,-8 0 0,-9 25-1502,18-187 252,1 10-1198,1-13 737,-1 1 1,0-1-1,1 0 1,-1 0-1,1 0 1,-1 1-1,1-1 1,-1 0-1,1 0 1,-1 0-1,1 0 0,-1 0 1,1 0-1,-1 0 1,1 0-1,-1 0 1,1 0-1,-1 0 1,0 0-1,1-1 1,-1 1-1,1 0 1,-1 0-1,1 0 1,-1-1-1,1 1 1,-1 0-1,1-1 209,11-7-10003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9:17.4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14619,'0'0'2619,"0"0"-1416,0 0-212,0 0 0,4 30 265,26 196 1195,-16-80-405,-7 26-2046,-3-55 198,6 1 0,10 39-198,-6-110-277,-14-47 250,0 1 1,0-1-1,1 1 0,-1-1 1,0 0-1,0 1 0,1-1 1,-1 1-1,0-1 0,1 1 1,-1-1-1,1 0 0,-1 1 1,1-1-1,-1 0 0,0 1 1,1-1-1,-1 0 0,1 0 1,-1 0-1,1 1 0,0-1 1,-1 0-1,1 0 0,-1 0 1,1 0-1,0 0 27,0-1-59,0 1 0,0-1 1,0 0-1,0 1 0,0-1 0,0 0 1,0 0-1,0 0 0,0 0 0,0 0 1,-1 0-1,1 0 0,0 0 0,-1 0 1,1-1-1,0 1 0,-1 0 0,0 0 59,14-37-2647,-1-11-3172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9:17.7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0 163 13099,'0'0'1668,"29"-21"-49,98-67 558,-117 81-2084,0 0 1,1 1-1,0 1 1,0-1 0,1 2-1,-1 0 1,1 0-1,0 1 1,0 0 0,0 1-1,1 1 1,-1 0-1,0 0 1,1 2 0,-1-1-1,0 1 1,0 1-1,1 0 1,-1 1 0,1 1-94,-5 0 52,1 0 1,0 0 0,-1 1-1,0 1 1,0-1 0,0 1 0,-1 1-1,0-1 1,0 1 0,0 0 0,-1 1-1,0 0 1,-1 0 0,0 0-1,0 0 1,-1 1 0,0 0 0,0 0-1,-1 0 1,0 0 0,-1 1 0,1-1-1,-2 2-52,3 7 289,-2-1 0,0 0 0,-1 1-1,0-1 1,-2 0 0,0 1 0,-1-1-1,-3 14-288,2-20 89,-1 0 0,0 0 0,0 0 0,-1-1 1,-1 1-1,0-1 0,0 0 0,-1-1 0,0 1 0,0-2 0,-1 1 0,0-1 0,-5 4-89,2-3 30,0-1 0,-1 0 0,0-1 0,0 0 1,0-1-1,-1 0 0,0-1 0,0 0 0,-1-1 0,-10 1-30,-10 1-79,0-2 0,0-2 0,-27-1 79,61-1-45,0 0 0,-1 0 0,1 0 0,0 0 0,-1 0-1,1 0 1,-1 0 0,1 0 0,0 0 0,-1 0 0,1 0 0,0 0 0,-1 0 0,1 0 0,0 0 0,-1-1 0,1 1 0,0 0 0,0 0 0,-1 0 0,1-1 0,0 1 0,-1 0 0,1 0 0,0-1 0,0 1 0,0 0 0,-1-1 0,1 1-1,0 0 1,0-1 0,0 1 0,0 0 0,0-1 0,-1 1 0,1 0 0,0-1 0,0 1 0,0 0 0,0-1 0,0 1 0,0 0 0,0-1 0,0 1 0,0 0 0,0-1 0,1 1 0,-1 0 0,0-1 0,0 1 0,0 0 0,0-1 0,0 1-1,1 0 1,-1-1 0,0 1 0,0 0 0,1-1 0,-1 1 0,0 0 0,0 0 0,1 0 0,-1-1 0,0 1 0,0 0 0,1 0 0,-1 0 0,1 0 45,18-20-4339,11-1-3916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9:18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0 12083,'0'0'2280,"0"0"-1352,-66 137 2801,42-68-2257,6-1-583,2 5 71,8-12-96,3-2-192,5-11-400,0-6-104,3-9-160,15-2 104,3-5-112,8-12 0,23-14-520,-7 0-1656,-3-9-3618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9:18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12707,'0'0'2736,"0"0"-1583,0 0 1799,139 122-679,-84-70-1289,-5 5-544,-5 2-272,-6 2-88,-5-9-32,-7 2-40,-6-6 32,-8-8-32,0-7-16,-5-12-72,2-21-768,-2 0-2041,-5-21-3216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9:18.7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402 1 9914,'0'0'2793,"0"0"-1217,0 0 2209,-68 151-1937,23-92-575,-2 0-209,-3-3-40,0-4-472,8-9-216,6-8-320,9-11 40,6-3 0,8-7-56,11-4 0,2-10-144,10 0-792,19-10-1873,5-11-4904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9:19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306 1 13587,'0'0'1948,"0"0"-390,0 0 548,-27 24-766,-86 76-526,93-83-377,0 1 1,1 1-1,1 0 1,1 1 0,0 1-1,2 1 1,-10 17-438,23-36 28,0 1 1,1-1-1,-1 1 1,0 0-1,1 0 1,0 0-1,0-1 0,0 1 1,0 0-1,1 0 1,0 1-1,-1-1-28,2-2 34,-1-1-1,0 1 1,1-1-1,-1 1 1,1-1-1,0 1 1,-1-1 0,1 0-1,0 1 1,0-1-1,0 0 1,0 0-1,0 0 1,0 0 0,0 1-1,0-1 1,0-1-1,0 1 1,1 0-1,-1 0 1,0 0-1,1-1 1,-1 1 0,1 0-1,-1-1 1,1 0-1,-1 1 1,1-1-1,-1 0 1,1 0 0,-1 0-34,42 6 269,0-2 1,0-2 0,38-4-270,-13 1-2670,-2 3-4129,-36 2-5114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9:19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336 1 15227,'0'0'2313,"0"0"-777,0 0 545,0 0-1289,0 0-568,-160 31-80,116-27-136,2-1 80,5-1-80,11 0 48,7-2-56,12 0 8,7 0-8,0 0-504,28 0-1617,7 0-3512,1 0-2097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9:19.7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55 13211,'0'0'1481,"0"0"-459,32-9-40,102-29-405,-125 36-547,0 0 0,0 0 0,0 1 0,0 0 0,0 1 0,0 0 0,0 1 0,0 0 0,5 1-30,-11-2 5,1 1 0,-1 0 0,1 1 0,-1-1 0,0 1 0,0-1 0,0 1 0,0 0 1,0 0-1,0 0 0,0 1 0,0-1 0,-1 1 0,1-1 0,-1 1 0,1 2-5,1 2 27,-1 1 0,0 0 0,-1 0 0,0 0 0,0 0 0,0 0 0,-1 0 0,0 0 0,-1 0 0,0 1 0,0-1 0,-1 0 0,0 0 0,-1 0 0,-1 8-27,0-4 92,-1 0 0,0 0 0,-1 0 0,0-1 0,-1 1 0,0-1 0,-1 0 0,0-1 0,-1 0 0,-3 3-92,-2 2 120,-1 0-1,0-1 0,-1-1 1,-1 0-1,0-1 1,-4 1-120,7-5 502,14-10 209,22-10-409,-16 9-303,0 1 0,0 0 0,1 0 0,-1 0 0,1 1 1,-1 0-1,1 1 0,-1-1 0,1 2 0,0-1 0,-1 1 1,1 0-1,-1 0 0,1 1 0,-1 0 0,0 1 0,0 0 1,0 0-1,0 0 0,0 1 0,-1-1 0,1 2 0,-1-1 1,0 1-1,0 0 0,-1 0 0,1 1 0,-1-1 0,-1 1 1,2 2-1,2 4 5,0 0 0,-1 1 0,-1 0 0,0 1 0,-1 0 0,0-1 0,-1 2 0,-1-1 0,0 0-1,0 1 1,-2-1 0,0 1 0,-1 0 0,0-1 0,-2 8-4,1-15 64,0 0-1,-1-1 1,1 1 0,-2 0 0,1-1 0,-1 1-1,0-1 1,0 0 0,-1 0 0,0 0-1,0 0 1,0-1 0,-1 0 0,1 0-1,-1 0 1,-1 0 0,1-1 0,-1 1 0,0-1-1,-1 0-63,-3 2 103,-1-1 1,1 0-1,-1 0 0,-1-1 0,1 0 0,0-1 0,-1-1 0,0 0 0,1 0 1,-1-1-1,-6 0-103,13-2 12,1 0 0,-1 0 0,1 0 0,-1 0 1,1-1-1,-1 0 0,1 0 0,0 0 0,0 0 0,0 0 1,0-1-1,0 0 0,1 0 0,-1 0 0,1 0 0,0-1 1,0 1-1,0-1 0,0 0 0,1 0 0,-1 0 0,1 0 1,0 0-1,0-1 0,0 1 0,1 0 0,-1-2-12,0 0-257,0 0-1,1 1 0,-1-1 1,1 0-1,0 1 0,1-1 1,-1 0-1,1 0 0,0 0 1,0 0-1,1 0 0,0 0 1,0 1-1,1-1 0,-1 0 1,1 1-1,0-1 0,1 1 1,-1 0-1,1-1 0,2-2 258,25-23-5386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0:59:20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9482,'0'0'2369,"0"0"-1401,0 0 864,197 177-256,-140-82 161,-4 13-105,-14-2-95,-18-14-393,-5 5-336,-11-12-464,-5-7-96,0-12-152,-18-2-48,-3-5-48,0-7-56,-21 21-768,8-14-1665,-3-7-3992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2:17.3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 13827,'0'0'3258,"0"0"216,0 0-1072,0 0-795,0 0-403,3-7-273,8-21-251,-8 26 581,0 11-1037,1 10-289,17 243 1564,-13 1 0,-11 22-1499,1-31 281,-6 128-1572,-1-584-6048,5 139 2588,1-2-2908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2:18.0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0 150 6553,'0'0'2606,"0"0"167,0 0-502,0 0-585,0 0-10,0 0-149,9-12-352,26-37-352,-30 44-692,-1 1 0,1-1-1,0 1 1,0 0 0,0 1 0,1-1 0,0 1 0,-1 0-1,1 1 1,0-1 0,0 1 0,0 0 0,0 0 0,4 1-131,8-5 267,7-2-78,0 1 0,1 1 0,0 0 0,0 3-1,0 0 1,0 1 0,0 2 0,21 2-189,-35-1 3,0 1 0,0 1 0,0 0 0,0 1 0,0 0 0,-1 1 0,1 0 0,-1 0 0,-1 2 0,1-1 0,-1 1 0,0 1 0,0 0 0,-1 0 0,0 1 0,-1 0 0,0 0 0,0 1 0,2 5-3,-2-1 25,0-1 0,-1 1-1,0 0 1,-2 0 0,1 1-1,-2-1 1,0 1 0,-1 0-1,0 3-24,1 11 178,-2 0 1,-2 0-1,0 0 0,-3 13-178,1-30 89,0-1 0,0 1 0,-2-1 0,1 1-1,-1-1 1,-1 0 0,0-1 0,-1 1 0,0-1 0,0 0 0,-1 0 0,0-1-1,-1 0 1,0 0 0,-1-1 0,1 0 0,-2 0 0,1-1 0,-1 0 0,0-1-1,-4 2-88,-6 3 197,0-1 0,-1-1-1,0-1 1,-1-1 0,1-1-1,-1 0 1,-1-2 0,1-1-1,-1 0 1,-18-1-197,-18-1 341,-70-3 73,119 1-732,-1-1-1,0-1 1,1 0 0,-1 0 0,-3-3 318,14 5-162,0 1-1,0-1 1,0 0 0,0 0 0,0 0-1,0 1 1,1-1 0,-1 0-1,0 0 1,0 1 0,1-1 0,-1 0-1,1 1 1,-1-1 0,1 0 0,-1 1-1,1-1 1,-1 1 0,1-1 0,-1 1-1,1-1 1,0 1 0,-1-1 0,1 1 162,22-10-3941,7 0-2078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2:18.4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12979,'0'0'2560,"0"0"-67,0 0-782,0 0-744,0 0-112,0 0-130,26 5-121,-18-3-570,56 10 515,2-2 0,22-2-549,-42-7 47,17 1-471,-22 3-3171,-30-2-546,-7 1-1482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2:18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 9298,'0'0'1928,"0"0"665,0 0-225,0 0-327,0 0-537,152 19-504,-94-19-343,-1-3-161,-2-6-288,-5 2-128,-5 0-80,13 7-496,-17 0-2225,-1 0-3888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2:23.3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1 10970,'0'0'2480,"0"0"113,0 0-489,0 0-739,0 0-663,-7 8-349,-4 9-107,1 0 0,0 0 0,1 1 0,1 0 1,1 0-1,0 1 0,2 0 0,0 0 0,0 3-246,-3 23 562,2-1 0,2 1 0,1 34-562,2-74 36,1 0 0,0 1 1,1-1-1,-1 1 0,1-1 1,0 0-1,0 1 0,1-1 1,-1 0-1,1 0 0,1 0 0,-1 0 1,1 0-1,-1-1 0,1 1 1,0-1-1,1 0 0,-1 0 0,1 0 1,0 0-1,0 0 0,0-1 1,1 0-1,-1 0 0,1 0 0,-1 0 1,1-1-1,0 1 0,0-1 1,0-1-1,0 1 0,1-1 0,2 1-36,9 2 64,-1-2-1,1 1 0,0-2 0,-1 0 1,1-1-1,0 0 0,0-2 0,-1 0 1,1-1-1,-1 0 0,1-2 1,-1 0-1,7-3-63,-14 4 43,-1 0 0,1 0 0,-1 0 1,0-1-1,-1 0 0,1 0 0,-1-1 1,0 0-1,-1 0 0,1-1 0,-1 0 1,-1 0-1,1-1 0,-1 1 0,0-1 0,-1 0 1,0 0-1,0-1 0,-1 1 0,0-1 1,0 0-1,-1 0 0,0 0 0,-1 0 1,1-5-44,-1 2 35,-1-1 1,0 1 0,-1 0 0,0-1 0,0 1 0,-2 0 0,1 0 0,-2 0 0,1 0 0,-2 0-1,0 1 1,0 0 0,-1 0 0,0 0 0,-1 1 0,0 0 0,0 0 0,-1 0 0,-1 1-1,0 1 1,0-1 0,0 1 0,-1 1 0,-2-1-36,-1 0-11,1 1 0,-1 0-1,-1 1 1,1 1 0,-1 0-1,1 1 1,-2 1 0,1 0 0,0 0-1,0 2 1,-1 0 0,1 0-1,-1 1 12,14 0-56,0 1 0,0-1 0,0 0-1,0 0 1,0 0 0,0 1 0,0-1-1,0 0 1,0 1 0,1-1 0,-1 1-1,0-1 1,0 1 0,0-1 0,1 1-1,-1-1 1,0 1 0,1 0-1,-1 0 1,0-1 0,1 1 0,-1 0-1,1 0 1,-1 0 0,1-1 0,0 1-1,-1 0 1,1 0 0,0 0 0,-1 0-1,1 0 1,0 0 0,0 1 56,-1 38-3065,2-26 661,-1 12-3415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2:23.6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0 12443,'0'0'2995,"0"0"596,-1 22-989,-2 16-1808,-1 0-1,-2 0 1,-2-1-1,-1 0 1,-2 0-1,-2 1-793,-60 120 1006,82-210-8156,10 13-2360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2:23.9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46 9330,'0'0'4362,"0"0"-1972,-2 21 640,-6 87 3273,6 105-6303,3-205 59,-1 0 0,1 0 1,1 0-1,-1 0 0,2 0 1,-1 0-1,1 0 0,0-1 1,0 1-1,1-1 0,0 0 1,1 0-1,0 0 0,0-1 0,0 1 1,0-1-1,1 0 0,0-1 1,0 0-1,1 0 0,1 1-59,3 0 51,0 0 0,0-1 0,0 0 0,0-1 0,1 0 0,0-1 0,0 0-1,0-1 1,0-1 0,0 1 0,0-2 0,0 0 0,11-1-51,-17 0 15,0 0-1,1 0 1,-1 0 0,0-1 0,1 0-1,-1 0 1,0 0 0,-1-1-1,1 0 1,0 0 0,-1-1 0,1 1-1,-1-1 1,0 0 0,-1-1 0,1 1-1,-1-1 1,0 0 0,0 0 0,0 0-1,0-1 1,-1 1 0,0-1 0,0 0-1,-1 0 1,0 0 0,1-3-15,3-11 51,-2 0 0,0 1 1,-1-1-1,-1-1 0,-1 1 0,-1 0 1,0 0-1,-3-7-51,1 14 39,0 0 0,-1-1-1,-1 1 1,0 1 0,-1-1 0,-1 1-1,0 0 1,0 0 0,-1 0 0,0 1 0,-1 0-1,-3-2-38,-1-2 25,-1 1-1,0 1 0,-1 0 0,-1 1 0,1 1 0,-2 0 1,0 1-1,-9-5-24,-14 5-938,30 14-2626,24 9-2328,11 0-4269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2:24.3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169 421 6793,'0'0'6574,"0"0"-3192,0 0-260,3-26-1394,-2 22-1670,9-113 2673,-5-7-2731,-5-25 2034,0 237-2019,4-1 1,5 1 0,2-2-1,14 44-15,-21-117-352,-2 0-1,0 0 0,0 0 0,-1 5 353,-1-17-119,-1 0 0,1 0 0,-1 0 0,1 0 0,-1 0 0,0 0 0,0-1 0,1 1 0,-1 0 0,0 0 0,0-1 0,0 1 0,0-1-1,1 1 1,-1-1 0,0 1 0,0-1 0,0 1 0,0-1 0,0 0 0,0 0 0,0 0 0,0 1 0,-1-1 0,1 0 0,0 0 0,-1 0 119,-39 2-1478,30-1 909,-39 0-770,33-2 1190,1 1-1,-1 1 0,1 1 1,0 0-1,-14 5 150,21 0 195,21-2 116,19 1 249,86-1 589,21-6-1149,-35 0-1727,-54 1-3235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2:36.5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17 16436,'0'0'2057,"0"0"-647,-1 23 206,-2 54-195,3 0-1,4 0 0,6 25-1420,8-9 868,-3-24 292,-3 1 0,-2 26-1160,-11-119 141,-2-1 0,0 1 1,-2 0-1,-3-8-141,1 6 3,2-1-1,1 0 1,-1-20-3,4 16 4,1 0 0,1 0 0,2 0 1,2-3-5,-2 19-3,0 1 0,1 0 1,1 1-1,0-1 1,0 1-1,1 0 0,1 0 1,0 1-1,1 0 1,2-3 2,6-6 0,0 2 0,1 0 0,1 0 1,1 2-1,9-7 0,-19 17-8,0 0 0,1 0 0,-1 1 0,1 0 0,1 1 1,-1 0-1,0 0 0,1 1 0,0 1 0,0 0 0,0 0 0,0 1 0,4 0 8,-11 2-1,1 0 0,0 0-1,0 0 1,0 1 0,-1-1 0,1 1-1,-1 0 1,0 1 0,1-1-1,-1 1 1,0 0 0,0 0 0,0 0-1,-1 0 1,1 0 0,-1 1-1,0 0 1,0 0 0,0 0 0,0 0-1,-1 0 1,0 0 0,1 3 1,6 9-1,-2 1 0,0 1 0,-1-1 1,0 1-1,1 12 1,1 23-29,-3 0-1,-2 0 1,-2 1-1,-3 13 30,1 20-1344,1-86 203,0-1-554,0 0-1487,2 0-2516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2:36.9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12603,'0'0'2456,"0"0"-1168,0 0 185,0 0-169,0 0-544,0 0-456,141 22-168,-106-20-80,-7 0-40,-4 1-16,-3 1-504,-8-1-2256,-8 1-3162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2:37.2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10082,'0'0'3001,"0"0"-793,0 0 553,0 0-1289,0 0-184,0 0-335,0 0-489,121 19-288,-71-19-128,21-7-48,-14-3-1729,-7-2-4400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2:38.2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1 173 7586,'0'0'4263,"0"0"-1809,0 0-328,0 0-695,0 0-296,0 0-211,1-10-164,8-31-62,-7 38-607,0 0 1,0-1 0,0 1-1,0 0 1,1 0 0,0 1 0,-1-1-1,1 0 1,0 1 0,0-1 0,0 1-1,1 0 1,-1 0 0,0 1-1,1-1 1,-1 1 0,4-2-92,5-2 245,13-8-141,0 2 0,1 1 0,1 2 0,-1 0 0,1 1 0,1 2 0,-1 1 0,1 1 0,-1 1 0,21 2-104,-44 1 4,0 0 0,-1 0 0,1 0 0,0 0 1,-1 1-1,0-1 0,1 1 0,-1 0 0,0 0 0,0 1 0,0-1 0,0 0 0,0 1 0,-1 0-4,40 41 10,-39-40-13,0-1 13,-1-1 0,0 1 0,0 0 0,0-1 1,0 1-1,0 0 0,-1 1 0,0-1 0,1 0 0,-1 0 0,0 1 0,-1-1 0,1 0 0,0 1 0,-1-1 0,0 1 0,0-1 1,0 0-1,0 1 0,-1-1 0,1 1 0,-1-1 0,0 0 0,0 1 0,0-1 0,0 1-10,-2 2 66,-1 0 0,1 0 0,-1 0 0,-1-1 1,1 1-1,-1-1 0,1 0 0,-1-1 0,-1 1 0,1-1 0,-1 0 0,0 0-66,-21 14 220,2 0-138,0-2 0,0-1 0,-2-1 0,-26 9-82,43-21 22,-1 0 0,0 0 0,0-2 0,0 1 0,1-1 0,-1-1 0,-11-2-22,-22 1-42,42 2 40,0 1 0,0 0 0,0 0 0,0 0 0,1 1 0,-1-1 0,1 0 0,-1 1-1,1-1 1,-1 1 0,1-1 0,0 1 0,-1 0 0,1-1 0,0 1 0,0 1 2,-18 32-17,13-9 17,1 0 1,0 0-1,2 0 1,1 1 0,1-1-1,2 1 1,2 18-1,-1 29 4,-2-71-37,0 0 1,-1-1 0,1 1 0,1-1 0,-1 1 0,0 0 0,1-1 0,-1 1-1,1-1 1,-1 1 0,1-1 0,0 1 0,0-1 0,1 1 0,-1-1 0,1 1 32,15 8-6837,-10-8 337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2:38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52 11426,'0'0'1665,"0"0"-32,0 0-488,0 0-621,0 0-165,0 0 142,21-9 116,62-26 57,-79 34-577,0-1 1,0 1-1,-1 0 1,1 0-1,0 0 1,0 1-1,0-1 0,0 1 1,3 0-98,-6 0 30,-1 0 0,1 0 0,0 1 0,-1-1 0,1 0 0,0 0-1,-1 0 1,1 1 0,0-1 0,-1 0 0,1 0 0,-1 1 0,1-1 0,0 1 0,-1-1 0,1 0 0,-1 1 0,1-1 0,-1 1 0,0-1 0,1 1 0,-1 0-1,0-1 1,1 1 0,-1-1 0,0 1 0,1 0 0,-1-1 0,0 1-30,0 1 84,0 0 1,0 0-1,-1 0 1,1 0-1,0 0 0,-1 0 1,1 0-1,-1 0 0,0 0 1,0 0-1,0 0 0,0-1 1,0 1-1,0 0 1,0-1-1,-1 1 0,1-1 1,0 1-1,-1-1 0,1 1 1,-2 0-85,-6 3 145,1 1 0,-1-1 1,-1-1-1,1 0 1,-1 0-1,1-1 0,-1 0 1,0 0-1,0-1 0,0-1 1,-1 0-1,1 0 0,-4-1-145,13 0 24,0 0 0,0-1 0,0 1 0,0-1-1,0 1 1,0-1 0,0 1 0,1-1-1,-1 1 1,0-1 0,0 0 0,1 0-1,-1 1 1,0-1 0,1 0 0,-1 0 0,0 0-1,1 1 1,0-1 0,-1 0 0,1 0-1,-1 0 1,1 0 0,0 0 0,0 0 0,-1 0-1,1 0 1,0 0 0,0 0 0,0 0-1,0 0 1,0 0 0,1 0 0,-1 0-1,0 0 1,0 0 0,1 0 0,-1-1-24,0 0 2,1 0 0,-1 0 0,0-1 0,1 1 0,-1 0 0,1 0 0,0 0 0,0 0 1,0 0-1,0 0 0,0 1 0,0-1 0,0 0 0,1 0 0,-1 1 0,1-1 0,-1 1 0,1-1 0,1 0-2,3 0-3,1 1 0,0 0 0,-1 0 0,1 0 0,0 1 0,0 0 0,4 0 3,3 1-39,-14-1 40,0 0-1,1 1 1,-1-1-1,0 0 1,0 1-1,1-1 0,-1 1 1,0-1-1,0 0 1,0 1-1,0-1 1,0 1-1,0-1 1,1 1-1,-1-1 1,0 0-1,0 1 0,0-1 1,0 1-1,-1-1 1,1 1-1,0-1 1,0 0-1,0 1 1,0-1-1,0 1 1,0-1-1,-1 1 1,1-1-1,0 0 0,0 1 1,-1-1-1,1 0 1,0 1-1,-1-1 1,1 0-1,0 1 1,-1-1-1,1 0 1,0 0-1,-1 1 0,-6 2 32,0 0 1,0-1-1,0 0 0,0 0 1,0 0-1,-1-1 1,1 0-1,-1 0 0,1-1 1,-1 0-1,-2 0-32,9-1 4,0 0 0,1 1 0,-1-1 0,1 0 0,-1 1 0,1-1 0,-1 0 0,1 0 0,-1 0 0,1 1 0,0-1 0,-1 0 0,1 0 0,0 0 0,0 0 0,0 0 0,0 1 0,-1-1 0,1 0 0,0 0 0,1 0 0,-1 0 0,0 0 0,0 0 0,0 0 0,0 1 0,1-1 0,-1 0 0,0 0 0,1 0-4,1-1-264,0 1 0,0 0-1,0-1 1,1 1 0,-1 0 0,0 1-1,0-1 1,1 0 0,-1 1 0,0-1-1,1 1 1,-1 0 0,1-1 0,-1 1-1,2 1 265,1-2-1620,11 1-6770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2:52.7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31 10906,'0'0'2006,"0"0"140,0 0 0,0 0-521,0 0-451,-2-5-367,-3-16-20,2 17 4516,1 15-4478,1 20-1287,31 198 785,-20 55 766,-13 37-1089,2-272 127,-5 57 264,-11 45-391,6-57-464,1 82 464,10-175-422,0-24-1031,2-103-5637,-2 102 4455,0-32-5116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2:53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0 245 10178,'0'0'1677,"0"0"111,12-24 310,-2 4-1650,-7 9-293,1 1 0,1 1 0,0-1 0,1 1 0,0 0 0,0 0 0,0 0 1,1 1-1,1 0 0,0 0 0,0 1 0,0 0 0,1 0 0,5-2-155,9-3 427,1 1 0,1 2 0,0 0-1,0 1 1,1 2 0,-1 1 0,2 0 0,-1 2 0,0 1 0,0 2 0,21 1-427,-36 0 69,-1 0 0,0 1 0,0 0 0,0 1 1,0 0-1,0 1 0,0-1 0,-1 2 1,0 0-1,1 0 0,-2 0 0,1 1 0,-1 0 1,0 1-1,0 0 0,-1 0 0,0 1 1,0 0-1,2 4-69,1 1 118,-2 0 0,0 1 0,0 0 0,-1 0 0,-1 1 0,-1-1 1,0 1-1,0 1 0,-2-1 0,0 0 0,-1 1 0,1 8-118,-3-22 14,-1 78 716,0-74-683,0 1-1,-1-1 1,1 0 0,-1 0-1,-1 0 1,1 0-1,-1 0 1,0 0-1,0-1 1,-1 1-1,0 0-46,-10 12 68,-2-1 0,1-1 0,-2 0 0,0-1 0,-1-1 0,0 0 0,-1-2-1,-1 0 1,0-1 0,0-1 0,-1-1 0,-1 0 0,1-2 0,-1-1 0,0 0-1,-1-2 1,1 0 0,-1-2 0,-1 0-68,21-2-30,-1-1 1,1 1-1,-1 0 0,0-1 1,1 0-1,-1 1 0,1-1 1,0-1-1,-1 1 0,1 0 1,0-1-1,0 0 0,-1 0 1,1 0-1,1 0 0,-1 0 1,0 0-1,1-1 0,-1 0 0,1 1 1,-1-1-1,1 0 0,0 0 1,0 0-1,1 0 0,-1-1 1,1 1-1,-1 0 0,1-2 30,0 0-224,0 1-1,0 0 0,0 0 0,1-1 1,0 1-1,0-1 0,0 1 1,0 0-1,1-1 0,-1 1 0,1 0 1,0 0-1,0-1 0,1 1 1,0 0-1,-1 0 0,1 0 0,0 0 1,1 1-1,-1-1 0,1 1 0,0-1 1,2-2 224,33-27-6102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2:53.4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0 11506,'0'0'3991,"0"0"-1994,0 0 96,0 0-904,0 0-582,0 0 227,-21 24 171,-1 0-712,3-5-28,2 0 1,0 1-1,2 1 1,0 1-1,1 0 1,-8 19-266,7-9 346,1 2-1,2 0 1,2 0 0,1 1 0,-3 25-346,3 2 314,4 1 0,1 52-314,4-101 17,1-1 1,0 1-1,1-1 1,1 0-1,-1 0 1,2 0 0,0 0-1,1 0 1,0-1-1,1 0 1,0 0 0,1 0-1,5 7-17,-5-12-122,-1 1 1,1-1-1,0 0 0,0 0 1,1-1-1,0 0 0,0 0 1,0-1-1,1 0 0,0-1 1,0 0-1,0 0 0,1-1 1,-1 0-1,1 0 0,-1-1 1,1-1-1,0 1 0,1-2 122,55 1-3193,-20-7-1990,4-9-3884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2:53.9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11306,'0'0'2221,"0"0"-267,0 0-225,0 0-272,28 11-109,96 41 42,-112-45-1161,0 1 0,0-1 1,-1 2-1,0 0 1,-1 0-1,0 1 1,0 0-1,-1 1 1,0 0-1,-1 0 1,0 1-1,5 10-229,6 8 305,30 52 116,-4 2 0,31 81-421,-39-82-66,-36-81-50,0 0-1,-1 0 1,1-1 0,0 1 0,0 0 0,0-1 0,0 1 0,0-1 0,1 1-1,-1-1 1,0 1 0,1-1 0,-1 0 0,1 0 0,0 0 0,1 1 116,20-1-4668,-12-5-218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2:54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486 0 11242,'0'0'3000,"0"0"-929,0 0-319,0 0-23,-13 21-202,0 0-1129,-17 28 1704,-36 42-2102,-85 82 1632,80-97-50,-49 70-1582,118-142-13,0-1-71,0-1 1,0 0-1,0 1 0,0 0 1,1-1-1,-1 1 1,1 0-1,0 0 0,0 0 1,0 0-1,0 0 0,1 0 1,-1 3 83,12-6-2805,34-1-1234,-12-4-1502,7-5-6737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3:09.5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 5697,'0'0'6636,"0"0"-3859,0 0-203,0 0-272,0 0-791,0 0-631,16-3-192,10-1-406,0 1 0,0 1 1,0 1-1,0 2 0,0 0 1,9 3-283,-19-1 147,12 1 171,-1 2 0,17 6-318,-38-10 29,0 0 1,0 0-1,0 0 0,0 1 0,0 0 0,-1 0 0,0 1 0,1 0 0,-1 0 0,-1 0 0,1 0 0,-1 1 0,1 0 1,-1 0-30,-2-3 16,-1 0 1,0 0-1,0 0 1,0 1 0,-1-1-1,1 0 1,0 0 0,-1 0-1,1 1 1,-1-1 0,0 0-1,0 1 1,0-1-1,0 0 1,0 1 0,0-1-1,-1 0 1,1 1 0,-1-1-1,0 0 1,1 0 0,-1 0-1,0 1 1,0-1-1,0 0 1,-1 0 0,1 0-1,0-1 1,-1 1 0,0 0-1,1 0 1,-1-1 0,-1 2-17,-8 6 71,-1 0 1,0-1 0,0 0 0,0-1 0,-4 1-72,1 0 46,-19 10 79,-2-2 0,-12 3-125,-57 26-1486,103-44 1167,0 0 0,0 1-1,0-1 1,0 1 0,0 0-1,0 0 1,1-1 0,-1 1-1,0 0 1,1 0 0,-1 1-1,0 1 320,-7 17-5947,3-4-1700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3:09.9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 8978,'0'0'3017,"0"0"-745,0 0 1881,0 0-2073,0 0-975,0 0-73,0 0-664,171-15-176,-114 6-192,4 2 0,-4 5-400,22-3-1569,-16 2-2431,-5-1-3874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3:10.2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192 326 9842,'0'0'2034,"0"0"-710,0-25 825,0-181 2317,0 112 362,0 93-4376,0 4-284,0 27-85,5 199 361,-1-179-411,2-1 0,2-1 1,10 33-34,-6-26-392,-10-17-3300,-35-35 2100,28-3 1466,-203-17 1352,207 17-997,22 2 581,82 4-351,15-5-459,53 2-5342,-111 2-646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3:10.6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5633,'0'0'2067,"0"0"563,0 0 723,0 0-938,0 0-585,0 0-957,14 1-338,-12-1-519,4 1 70,0-1-1,0 1 1,-1 0-1,1 0 0,0 1 1,-1-1-1,1 1 1,0 0-1,-1 1 0,0 0 1,0 0-1,0 0 1,0 0-1,0 1 0,-1-1 1,1 1-1,-1 1 1,0-1-1,2 3-85,10 18 370,0 0 0,-1 2 0,-2 0-1,-1 0 1,-1 1 0,-1 1 0,-1-1 0,-2 2 0,2 20-370,1 19 305,-4 0 0,-3 0 0,-5 48-305,0-94-59,0 0 0,-2 1 1,-1-1-1,-1-1 0,-1 1 0,-1-1 1,0 0-1,-2-1 0,-2 2 59,-47 79-2262,-7-5-3491,65-96 5691,-39 55-8421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3:13.2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 3081,'0'0'8930,"0"0"-5526,0 0-1139,0 0-170,0 0-428,14 0-483,76-3 1274,70-12-2458,-124 9-990,1 3 0,14 0 990,-48 6-4698,-6 8 1243,-8 3-3782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3:13.6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12083,'0'0'1584,"0"0"192,0 0 529,0 0-929,0 0-736,0 0-240,165 12-312,-123-12-64,-5 0-24,10 0-1288,-13 0-2937,-5 0-4889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3:15.4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1 5217,'0'0'5069,"0"0"-2540,0 0-510,0 0-567,0 0-638,-13 3-252,7-2-467,2 0-27,-1-1 1,1 1 0,1 0-1,-1 0 1,0 1-1,0-1 1,0 1 0,1 0-1,-1 0 1,1 0-1,-1 0 1,1 0 0,0 1-1,0 0 1,0 0-1,0 0 1,0 0 0,1 0-1,-1 0 1,1 1-1,-1 1-68,-12 24 417,0 0-1,3 1 0,0 0 0,2 1 1,1 0-1,2 0 0,1 1 0,1 0 0,2 0 1,1 10-417,2-38 7,0-1 1,0 0-1,0 1 0,1-1 1,0 0-1,-1 1 1,1-1-1,1 0 0,-1 0 1,0 0-1,1 0 1,-1 0-1,1 0 1,0 0-1,0 0 0,0-1 1,0 1-1,1-1 1,-1 0-1,2 1-7,1 1 22,0-1 0,0 0 0,1 0 1,0 0-1,-1-1 0,1 0 0,0 0 0,0 0 0,0-1 0,0 0 0,1 0-22,6 1 49,0-2-1,0 1 0,0-1 0,0-1 1,-1-1-1,1 0 0,0 0 1,-1-1-1,1-1 0,-1 0 1,1-1-49,-5 1 64,0 0 1,1-1 0,-2 0 0,1 0 0,0-1-1,-1 0 1,0 0 0,-1-1 0,1 0 0,-1 0-1,-1 0 1,1-1 0,-1 0 0,-1 0 0,3-4-65,-3 0 141,0 0 0,0-1 0,-1 1 0,0-1 0,-1 0 0,-1 1 1,0-1-1,-1 0 0,0 0 0,-1 0 0,0 0-141,0 5 35,-1 0 1,0 1-1,0-1 0,-1 1 0,1 0 0,-2 0 1,1 0-1,-1 0 0,0 1 0,0-1 1,-1 1-1,0 0 0,0 0 0,0 1 0,-1-1 1,0 1-1,0 0 0,0 1 0,0 0 1,-1 0-1,-5-3-35,-3 0 6,1 0-1,-1 1 1,-1 1 0,1 0 0,-1 2-1,1-1 1,-1 2 0,0 0 0,0 1 0,-1 0-6,1 1-23,4 0-6,1 0-1,0 0 0,0 1 0,0 1 0,-1 0 30,9-2-61,1 1 0,-1 0-1,1-1 1,-1 1 0,1 1 0,-1-1-1,1 0 1,0 1 0,-1-1 0,1 1-1,0-1 1,0 1 0,0 0 0,0 0-1,1 0 1,-1 0 0,0 0 0,1 1-1,-1-1 1,1 0 0,0 1-1,0-1 1,0 1 61,-1 5-632,1 0 0,0 0 0,1 0 0,-1 0 0,2 1 0,0 3 632,-1-5-963,2 22-4879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3:15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0 8466,'0'0'7433,"0"0"-6024,0 0 2656,-63 159-2225,44-107-560,3-3-680,3-4 177,5-10-425,1-6-64,4-13-216,0-6-64,3-10-8,0 0 0,0 0-8,24-10-1025,31-37-727,-5 4-3025,0-1-5145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3:16.2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0 161 12723,'0'0'1812,"0"0"118,0 0 164,2 22-494,-2-22-1600,2 21 402,0 1 1,1-1-1,4 10-402,-5-27 82,0 0 0,0 0 0,0 0 0,1 0 0,0 0 0,-1-1 0,1 1 0,0-1 0,1 0 0,-1 0 0,1 0 0,-1 0 1,1 0-1,0-1 0,0 0 0,0 0 0,0 0 0,0 0 0,1 0 0,-1-1 0,1 0 0,1 1-82,5 1 187,19 5 108,1-1 0,0-1 0,0-2 0,1-1 0,-1-1 0,18-2-295,-46 0 19,1 0 0,-1 0 0,1 0 0,-1 0 1,1 0-1,-1-1 0,1 1 0,-1-1 0,1 0 0,-1 0 0,0 0 0,1 0 0,-1-1 0,0 0 1,0 1-1,0-1 0,0 0 0,0 0 0,-1-1 0,1 1 0,-1-1 0,1 1 0,-1-1 1,0 0-1,0 0 0,0 1 0,0-2 0,-1 1 0,1 0 0,-1 0 0,0 0 0,0-1 0,0 1 1,0-1-1,0 1 0,-1-1 0,1-2-19,-1-4 58,0 0 0,0-1 0,-1 1 0,0 0 0,-1-1 0,0 1 0,-1 0 1,0 0-1,0 0 0,-1 1 0,0-1 0,-1 1 0,0 0 0,-1 0 0,0 1 0,0-1 0,-1 1 1,0 1-1,0-1 0,0 1 0,-1 1 0,-1-1 0,-1 0-58,-4-3-24,-1 0-1,-1 1 1,0 0-1,0 1 1,0 1 0,-1 1-1,0 0 1,0 1-1,-1 1 1,0 1 0,1 0-1,-1 1 1,-6 1 24,23 1-80,0 0 0,-1 1 0,1-1 0,0 0 1,0 0-1,-1 1 0,1-1 0,0 1 0,-1-1 0,1 1 1,0-1-1,0 1 0,0 0 0,0 0 0,0-1 0,0 1 1,0 0-1,0 0 0,0 0 0,0 0 0,0 0 1,0 0-1,1 0 0,-1 1 0,0-1 0,1 0 0,-1 0 1,1 1-1,0-1 0,-1 0 0,1 0 0,0 1 0,0-1 80,-2 53-5560,2-37 1692,0 16-6930</inkml:trace>
  <inkml:trace contextRef="#ctx0" brushRef="#br0" timeOffset="1">0 161 12259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3:16.5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 12259,'17'56'1741,"6"40"-1741,-22-92 142,-1 0 0,1 0 1,-1 0-1,0 0 0,0 0 0,0 0 0,-1 0 0,1 0 0,-1 0 0,0 0 0,0-1 0,-1 1 0,1 0 0,-1-1 0,0 1 0,1-1 1,-2 1-1,1-1 0,0 0 0,-1 1-142,-10 16 1266,9-9-916,0-1 1,0 1-1,1 0 0,1 0 1,0 0-1,0 0 1,1 1-1,1-1 1,0 0-1,0 1 0,1-1 1,0 0-1,3 8-350,-1-8 110,0-1-1,1 1 1,1-1 0,-1 0-1,2 0 1,-1 0 0,1-1-1,1 0 1,0 0 0,0 0-1,1-1 1,-1 0-1,2-1 1,-1 0 0,1 0-1,1 0 1,-1-1 0,1-1-1,0 0 1,8 3-110,-1-1 29,1-1 1,-1-1-1,1 0 0,0-2 1,0 0-1,1-1 0,-1 0 1,1-2-1,-1 0 0,9-2-29,-21 2 10,1-1 0,-1 0-1,0 0 1,1-1 0,-1 1-1,0-1 1,0-1-1,0 1 1,0-1 0,-1 0-1,1 0 1,-1-1 0,0 0-1,1 0 1,-2 0 0,1 0-1,0-1 1,-1 0 0,0 0-1,0 0 1,-1 0 0,1-1-1,-1 1 1,0-1 0,-1 0-1,1 0 1,-1 0-1,0 0 1,-1 0 0,2-6-10,-2 2 28,0 0 1,0 0 0,-1 0-1,0 0 1,-1 0 0,0 0-1,0 0 1,-1 1 0,0-1-1,-1 0 1,0 1 0,-1 0-1,0 0 1,0 0 0,-1 0-1,0 0 1,-2-1-29,-3-2 68,0 1 0,-1-1-1,0 1 1,-1 1 0,0 0 0,-1 1 0,0 0 0,0 1 0,-1 1-1,-10-5-67,2 2-16,-1 1-1,0 1 0,0 1 0,-1 1 0,1 1 1,-1 2-1,-1 0 0,1 1 0,0 1 0,-14 2 17,37-1-41,1 0 1,0 0-1,-1 0 0,1 0 0,-1 0 0,1 0 0,0 0 1,-1 1-1,1-1 0,-1 0 0,1 0 0,0 0 0,-1 0 0,1 1 1,0-1-1,-1 0 0,1 0 0,0 1 0,-1-1 0,1 0 1,0 0-1,-1 1 0,1-1 0,0 0 0,0 1 0,-1-1 0,1 0 1,0 1-1,0-1 0,0 1 0,0-1 0,0 0 0,-1 1 1,1-1-1,0 1 0,0-1 0,0 0 0,0 1 0,0-1 0,0 1 1,0-1-1,0 0 0,0 1 0,1-1 0,-1 1 0,0-1 1,0 0-1,0 1 0,0-1 0,1 1 0,-1-1 0,0 0 0,0 1 1,1-1-1,-1 0 0,0 0 0,0 1 0,1-1 0,-1 0 1,0 1 40,20 18-3920,10-7-1679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3:17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349 71 10442,'0'0'1577,"0"0"-174,29-3 134,185-18 253,-212 21-1646,0 0 0,0 0 0,-1 0 0,1 0 0,0 0 0,0-1 0,0 1 0,-1-1 0,1 1 0,0-1 0,0 0 0,-1 0 0,1 0 0,-1 0 0,1 0 0,-1 0 0,1 0 0,-1 0 0,1-1-144,-6-8 2467,-18 0-2165,5 6-243,0 1-1,0 0 0,0 1 1,0 1-1,-1 0 1,1 2-1,0 0 0,-1 0 1,1 2-1,0 0 1,-4 3-59,11-4 23,1 1 0,0 0 0,1 0 0,-1 1 0,1 0 0,-1 1 0,1 0 0,1 0 0,-1 1 0,1 0 0,0 0 0,0 1 1,0 0-1,1 0 0,0 0 0,1 1 0,0 0 0,0 0 0,0 0 0,1 1 0,-1 4-23,3-10 1,1 0 1,0 0-1,0 0 0,1 1 1,-1-1-1,1 0 0,-1 0 1,1 1-1,0-1 0,0 0 1,0 1-1,1-1 0,-1 0 1,1 1-1,0-1 0,0 0 1,0 0-1,0 0 1,1 0-1,-1 0 0,1 0 1,0 0-1,-1 0 0,1-1 1,1 1-1,-1-1 0,0 1 1,1-1-1,-1 0 0,1 0 1,-1 0-1,1 0 0,0-1 1,0 1-1,1 0-1,13 5 70,1 0 1,0 0-1,0-2 1,1 0-1,18 1-70,0 2 24,-11-3-14,-1 2 0,0 1 0,-1 1 0,1 1 0,-2 0 0,2 3-10,-18-9 16,-1 0-1,0 0 0,0 0 1,0 1-1,-1-1 1,1 1-1,-1 1 0,0-1 1,-1 1-1,1 0 1,-1 0-1,0 0 0,-1 0 1,0 1-1,0 0 1,0 0-1,0-1 0,-1 1 1,-1 1-1,1-1 1,-1 0-1,0 0 0,0 6-14,-1-8 76,0 0 1,0 0 0,-1 0-1,1 0 1,-1 0 0,0 0 0,-1 0-1,1 0 1,-1 0 0,0-1 0,0 1-1,0-1 1,-1 1 0,-2 2-78,1-2 112,-1 0 0,0-1 0,0 0 0,0 0 1,-1 0-1,1-1 0,-1 0 0,0 0 0,0 0 0,0-1 0,-3 2-112,-20 3 105,1 0 0,-1-2 0,0-2 0,0 0 0,0-2 0,0-1 0,-9-2-105,-12 2 9,-45-7-248,-9 2-2554,90 5 1352,0 2 1,0 0-1,0 0 0,-2 2 1441,-37 12-7575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3:40.1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2 4721,'0'0'2757,"0"0"10,0 0-309,0 0-354,-18 0 4124,102-1-3518,9 0-2307,-2 4-4877,-77-1-754,-8 3-3353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3:40.4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50 12723,'0'0'2504,"0"0"-1360,0 0 1289,0 0-1009,0 0-968,0 0-39,0 0-297,173 0-56,-118-5-64,2-2-1009,25-7-1439,-11 2-2577,-8 0-4897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3:40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22 357 5553,'0'0'4557,"0"0"-2412,0 0-50,0 0-608,0 0-439,0-22 131,0-175 2327,0 148-2505,1-33 1885,-1 75-2294,-1 10-173,-3 44-344,-3 41 270,0 2 229,4 38-574,3-99 38,2-1-1,1 0 1,2 0-1,0 0 1,2 0-1,7 16-37,7 26 34,-17-50-108,2-1 0,1 1 0,0-1 0,7 11 74,-14-29-201,2 1-732,-2 0-5552,0-2 738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3:41.2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83 9618,'0'0'2107,"0"0"-154,0 0-189,0 0-637,0 0-518,0 0 184,4 0 143,83-2 2900,52-9-3836,-27-5 444,-1-4 1,1-6-445,-63 19-774,-29 7-6623,-16 0 522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3:42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84 7210,'0'0'2791,"0"0"-363,0 0-219,0 0-522,0 0-460,0 0-234,2-2-51,3 0-762,1 0 0,0 0-1,0 0 1,0 1 0,0 0 0,-1 0 0,1 0 0,1 1 0,-1 0 0,0 0-1,0 1 1,0 0 0,1 0-180,19 0 418,94 1 743,98-2-325,-180-2-775,1-1 0,-1-3 0,0-1 0,19-7-61,-55 14 49,0-1 1,0 0-1,0 1 0,0-1 1,0 0-1,0 0 0,-1 0 1,1 0-1,0 0 1,-1 0-1,1 0 0,0 0 1,-1-1-1,0 1 0,2-2-49,-7-6 819,-16 3-698,-45-1-298,-1 3 0,1 3 0,0 3 1,-13 3 176,-34 10-2946,2 6-3460,30-4-6394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3:42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0 11811,'0'0'2028,"0"0"658,0 0 168,0 0-1122,0 0-1106,0 0-60,-3 30 349,3-28-892,-7 96 1667,3 42-1690,7 576 1735,-3-599-2722,8-157-5705,-8-6 561,0-6-5509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3:43.1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1 170 9394,'0'0'2044,"0"0"518,28-21 327,94-68-531,-112 81-2142,1 1 0,0 1 1,1-1-1,-1 2 0,1 0 1,1 0-1,-1 1 0,0 1 1,1 0-1,0 0 0,0 2 1,0-1-1,0 2 0,0-1 1,0 2-1,-1 0 0,1 0 1,0 2-1,2 0-216,-8-1 58,0 1 0,1 0 0,-1 1 0,0 0 0,-1 0-1,1 0 1,-1 1 0,1 0 0,-2 0 0,1 0 0,0 1 0,-1 0 0,0 0 0,0 0 0,-1 1 0,0 0 0,0 0-1,-1 0 1,1 0 0,-2 0 0,1 1 0,-1-1 0,1 4-58,3 14 125,-1-1 1,-1 1-1,0 0 1,-2 0-1,-2 1 0,-1 18-125,0-31 52,-1 0 0,-1 0 0,0-1 0,0 1 0,-2-1 0,1 0 0,-2 0 0,1 0 0,-2-1 0,0 0 0,0 0 0,-1 0 0,0-1 0,0 0 0,-1-1 0,-1 0 0,0-1 0,0 1 0,0-2 0,-1 0 0,-3 2-52,-4 1 34,0 0-1,0-2 1,0 0-1,-1 0 1,-1-2 0,1-1-1,-1 0 1,0-1-1,0-2 1,0 0 0,0-1-1,0 0 1,-12-3-34,29 2-59,0-1 1,1 0-1,-1 0 0,0 0 1,0 0-1,1 0 1,-1 0-1,1-1 0,-1 1 1,1-1-1,-1 0 0,1 0 1,0 1-1,0-2 1,0 1-1,-1-1 59,2 2-172,1 0-1,-1 0 1,0 0-1,1 0 1,-1 0-1,1-1 1,-1 1-1,1 0 1,0 0 0,-1 0-1,1-1 1,0 1-1,0 0 1,0 0-1,0 0 1,0-1-1,0 1 173,0 0-367,1 0 0,-1-1 0,0 1-1,1 0 1,0 0 0,-1 0-1,1 0 1,0 0 0,-1 0 0,1 0-1,0 0 1,0 0 0,0 0-1,0 0 1,0 1 0,0-1 0,0 0-1,0 1 1,1-2 367,20-9-7712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3:43.5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1 4561,'0'0'6877,"0"0"-4140,0 0-798,0 0-539,-23 13-417,23-13-983,-28 16 600,1 1 1,-13 11-601,35-23 131,0 0 0,0 0 1,0 1-1,1 0 1,-1-1-1,2 2 0,-1-1 1,1 0-1,0 1 0,0-1 1,0 1-1,1 0 1,0 0-1,1 0 0,-1 0 1,1 6-132,-3 7 319,-4 31 429,1 0 0,3 0 0,2 0 0,5 52-748,-2-91 45,1 1 0,0-1 0,1 0 0,0 0 0,0 0 1,2 0-1,-1 0 0,2-1 0,-1 0 0,2 0 0,-1 0 0,1-1 1,1 0-1,0 0 0,0-1 0,9 7-45,-5-5-244,0-2-1,0 0 1,1 0-1,1-1 1,-1-1 0,1 0-1,1-1 1,-1 0-1,1-1 1,0-1-1,0 0 1,0-1 0,5-1 244,27 3-3813,-6-5-1595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3:44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95 7698,'0'0'2077,"0"0"249,0 0-293,0 0-176,0 0-264,0 0-232,3-12-403,13-40-219,-15 50-696,1 0 1,-1 0 0,0 0 0,1 0-1,0 0 1,-1 1 0,1-1 0,0 1-1,0-1 1,0 1 0,0 0-1,0-1 1,0 1 0,0 0 0,0 0-1,1 1 1,-1-1 0,0 0 0,1 1-1,0-1-43,47-1 531,-39 2-424,-2 0-69,1 1-1,-1 1 0,1 0 1,-1 0-1,0 0 1,1 1-1,-1 1 1,-1 0-1,1 0 1,0 0-1,-1 1 1,0 1-1,0-1 1,-1 1-1,1 1 1,-1-1-1,0 1 1,-1 0-1,0 1 1,0 0-38,8 9 27,-1 0 0,-1 1 1,-1 1-1,0 0 0,-2 0 1,6 16-28,6 24 139,7 40-139,-15-51 30,1-2 1,2 0-1,12 22-30,-27-67-29,-1 2-52,1-1 0,0 1 0,0-1 1,1 1-1,-1-1 0,0 1 0,1-1 0,0 0 0,-1 0 0,1 0 0,0 0 0,0 0 0,0 0 0,0 0 0,1 0 0,-1-1 0,0 1 0,1-1 0,-1 0 0,1 0 1,-1 0-1,3 1 81,-4-2-151,-1 0 1,1 0 0,-1-1-1,1 1 1,-1 0 0,1 0-1,-1 0 1,1-1 0,-1 1 0,0 0-1,1 0 1,-1-1 0,1 1-1,-1 0 1,0-1 0,1 1-1,-1-1 1,0 1 0,1 0-1,-1-1 1,0 1 0,0-1 0,0 1-1,1-1 1,-1 1 0,0-1-1,0 1 1,0-1 0,0 1-1,0-1 1,0 1 0,0-1-1,0 1 1,0-1 0,0 1 0,0-1 150,0-2-988,3-16-6716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3:44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366 0 9882,'0'0'2405,"0"0"-1196,0 0 61,0 0-7,-10 24-63,-148 303 4449,25-100-3219,83-143-1447,46-78-951,2-4-19,1-1 0,0 0 0,0 1 0,1-1 0,-1 1 0,0 0 0,0-1 0,1 1 0,-1 0 0,1-1 0,0 1 0,-1 0 0,1 0-13,0-1 55,0-1 26,0 0 1,0 0-8,0 0-43,9-1-550,1 0 1,-1-1-1,0 0 1,0 0-1,0-1 0,0 0 1,-1 0-1,7-4 519,-2 2-1327,26-13-4177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3:45.2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302 1 10626,'0'0'2738,"0"0"-329,0 0-366,0 0-968,0 0-371,0 0-7,0 10-183,0-3-429,-1 0 0,0 0 1,-1 0-1,0-1 1,0 1-1,0 0 0,-1-1 1,0 1-1,0-1 0,-1 0 1,1 0-1,-2 0 0,1-1 1,0 1-1,-1-1 0,0 0 1,0 0-1,-1 0-85,-63 58 403,46-44-351,2 0 0,0 1-1,1 1 1,1 1 0,1 1 0,1 0 0,-3 9-52,18-30 15,0 1-1,1 0 1,-1 0 0,1 0 0,0 0 0,0 0 0,0 1 0,0-1 0,1 0 0,-1 0 0,1 1 0,0-1 0,0 0 0,0 0 0,0 1-1,0-1 1,1 0 0,0 3-15,1-4 59,-1 1 0,1-1-1,0 0 1,0 1-1,0-1 1,0 0-1,0 0 1,0-1 0,1 1-1,-1 0 1,1-1-1,-1 1 1,1-1-1,0 0 1,-1 0 0,1 0-1,0 0 1,0-1-1,0 1 1,1 0-59,51 9 1626,51 3-1626,36 6 589,-120-16-1545,-1-1-1,1-1 1,0 0 0,12-3 956,-16 1-2214,17-1-5019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3:45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201 360 9298,'0'0'1811,"0"0"171,0 0 144,0 0-563,0-22-421,1-5-849,-1-59 2602,-3-8-2895,-8 3 1556,6 55-628,3 32-494,1 14-45,7 142-291,7 5-98,-1-5-526,-6 6 526,-6-156-19,-1 0 1,1 0-1,-1 0 0,1 0 1,-1 0-1,0 0 0,0 0 0,0 0 1,0-1-1,0 1 0,0 0 0,-1 0 1,1-1-1,0 1 0,-1-1 1,1 1-1,-1-1 0,0 0 0,0 0 1,1 1-1,-1-1 0,0 0 1,0-1-1,0 1 0,0 0 0,0 0 1,0-1-1,0 1 0,0-1 0,0 0 1,0 0-1,0 0 0,-1 0 19,-15 2-9,0-1 0,0 0-1,-16-3 10,10 1-35,-30 3 55,138 10-136,4-6 100,62 4-1243,-53-5-6756,-64-5 342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3:46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9418,'0'0'2525,"0"0"-225,0 0-397,0 0-653,0 0 1,28 20 25,91 71-126,-107-79-931,1 0 1,-2 1 0,0 0 0,0 1 0,-1 1 0,-1-1 0,-1 2 0,0-1 0,0 1 0,-2 0 0,0 1 0,-1-1 0,0 2-220,2 4 244,7 28 11,-3 1 1,-1 0-1,-2 0 1,-3 0-1,-2 1 1,-3 0-1,-1 0 1,-3-1-1,-9 41-255,3-51 36,-3 0 0,-1-1-1,-2-1 1,-1 0 0,-6 6-36,-13 30-2058,5 1-3330,20-46-873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3:47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12659,'0'0'2712,"0"0"-879,0 0-121,0 0-248,0 0-583,0 0-129,154 30-560,-104-25-40,-5 0-152,0-3 0,2 3-1000,-11 0-1721,-9-3-2272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3:47.5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11626,'0'0'2585,"0"0"504,0 0-601,0 0-1456,139 0-615,-73-3-161,2 1-256,26 2-144,-18 0-2065,-10 0-4176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3:47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126 236 12411,'0'0'2045,"0"0"-28,-1-23 98,-1-182 2899,5 198-3957,5 15-767,5 16-282,-2 8 37,-1 0 0,-1 2 0,-2-1 0,-2 0 0,1 22-45,0 59 349,-4 3-349,0 20 90,-1-124-848,1 0-1,0 0 0,1 0 1,1-1-1,0 1 0,5 9 759,-4-7-523,-5-15 425,0 1 1,0-1-1,0 0 0,-1 1 1,1-1-1,0 1 1,0-1-1,-1 0 0,1 1 1,0-1-1,0 0 1,-1 1-1,1-1 0,-1 0 1,1 1-1,0-1 0,-1 0 1,1 0-1,-1 1 1,1-1-1,0 0 0,-1 0 1,1 0-1,-1 0 1,1 0-1,-1 1 0,1-1 1,-1 0-1,1 0 1,-1 0-1,1 0 0,-1 0 1,1-1-1,-1 1 1,1 0-1,-1 0 98,-25 0 455,22 0-729,-23 0 341,-4-1 283,-1 2 0,1 1 0,0 1 0,-7 4-350,99-7 3721,-17 2-3673,145-2-3944,-133 0-1118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3:53.373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2108 229 8346,'0'0'1737,"0"0"43,0 0-357,0 0-689,0 0-379,0 0-7,-7-10 38,6 9-392,-5-8 192,0 0-1,0 0 0,-1 1 1,0 0-1,-1 0 0,0 1 1,0 0-1,-1 0 1,1 1-1,-1 0 0,-5-2-185,-36-11 424,0 3-1,-1 2 0,-1 2 0,0 3 1,-31-2-424,18 2 166,-87-10 427,0 7-1,-142 8-592,217 10 132,1 4 0,1 3 0,0 3 0,-25 12-132,50-15 263,2 3 0,0 1 0,0 3 0,2 2 1,-2 3-264,28-13 59,0 1 0,1 0 0,1 1 1,0 1-1,0 1 0,2 1 1,0 0-1,1 1 0,1 1 0,1 0 1,0 1-1,-1 4-59,-2 9 36,1 0 1,2 0 0,1 2-1,1-1 1,2 1-1,2 1 1,1 0-1,2 0 1,1 0-1,2 7-36,2-31 10,0 1 0,1 0 0,0-1 0,1 1-1,1-1 1,0 0 0,1 0 0,0-1 0,0 1-1,2-1 1,-1 0 0,1 0 0,1-1 0,0 0-1,0-1 1,1 1 0,0-2 0,8 7-10,5 3 29,1-1-1,1-1 1,1-1 0,0-1 0,0-1 0,1-2-1,1 0 1,0-2-29,151 41 178,170 23-178,-277-59 7,46 5 24,0-5 0,1-5 0,111-7-31,-197-3-2,0-1 0,0-2 0,0-1 0,0-1 0,-1-2 0,0-1 0,0-2 0,-1-1 0,0-1 0,-2-1 0,1-2 0,-2-1 0,0-1 0,-1-1 0,-1-2 0,-1 0 0,0-2 0,-2 0 0,-1-2 2,11-12 3,-3-2 0,-1 0 0,17-35-3,-35 57 3,-2-2 0,0 1 0,-1-1 0,-1 0 0,0-1 1,-2 1-1,0-1 0,-1 0 0,-1 0 0,-1-8-3,-1 1 6,-1 0 1,-1 1-1,-1-1 0,-2 1 0,0 0 0,-7-18-6,7 30 2,-1 1-1,0 1 0,0-1 0,-1 1 0,-1 0 0,0 1 0,0-1 1,-1 2-1,-1-1 0,0 1 0,0 1 0,-1 0 0,-8-6-1,-6 0 1,0 1-1,0 1 1,-1 2 0,-1 0-1,0 1 1,0 2-1,-1 1 1,1 1 0,-16-1-1,-15 1-20,0 2 0,-1 2 1,1 3-1,-11 4 20,31 0-4,0 2 1,1 1 0,-1 2-1,2 1 1,-1 3 0,2 0-1,-34 20 4,-9 10-25,1 4 0,-59 48 25,133-93 0,-14 8-5,1 2 1,0 0-1,1 1 1,0 0-1,1 1 1,1 1-1,-1 2 5,13-17-2,1-1-1,0 0 1,0 1-1,0-1 0,0 1 1,0-1-1,0 0 1,0 1-1,0-1 0,0 1 1,0-1-1,0 0 0,0 1 1,0-1-1,0 1 1,0-1-1,0 0 0,0 1 1,0-1-1,0 1 1,1-1-1,-1 0 0,0 1 1,0-1-1,1 0 0,-1 1 1,0-1-1,0 0 1,1 1-1,-1-1 0,0 0 1,1 0-1,-1 1 1,0-1-1,1 0 0,-1 0 1,1 0-1,-1 0 0,0 1 1,1-1-1,-1 0 1,1 0-1,-1 0 0,0 0 1,1 0-1,-1 0 0,1 0 1,-1 0-1,1 0 1,-1 0-1,0 0 0,1 0 1,-1-1-1,1 1 1,-1 0-1,0 0 0,1 0 1,-1 0-1,0-1 3,32-2-32,-32 3 32,65-15-125,0-3 1,0-3 124,11-3-266,18-1 266,-51 16-26,2 3 0,-1 1 0,1 2 0,13 2 26,-52 1-4,-1 0 1,1 0-1,-1 1 1,1 0-1,-1 0 1,0 0-1,1 0 1,-1 1-1,0 0 1,0 0-1,0 0 1,0 1-1,0 0 1,-1 0-1,1 0 1,-1 0-1,0 1 1,0 0-1,0-1 1,0 2 3,0 1-10,0 1 0,-1-1 1,0 1-1,0-1 0,0 1 1,-1 0-1,0 0 0,0 0 1,-1 1-1,0-1 1,0 0-1,-1 0 0,0 1 1,0 5 9,-1-8-1,1 1 0,-1-1 1,0 0-1,0 1 0,-1-1 1,1 0-1,-1 0 1,0 0-1,-1 0 0,1 0 1,-1 0-1,0-1 0,0 1 1,-3 2 0,-1 1 0,-1-1 1,1 0 0,-1 0-1,0-1 1,-1 0 0,0-1-1,-7 4 0,-14 4 10,0-1 0,-1-1 0,0-1-1,-21 2-9,-4 0 13,-1-3 0,0-3-1,0-2 1,0-2 0,0-3-1,-6-3-12,55 3 3,-1-1 0,1 1-1,0-1 1,1 0-1,-1-1 1,0 0 0,1 0-1,-1-1 1,1 0-1,0 0 1,0-1 0,1 0-1,-1 0 1,1 0-1,0-1 1,1 0 0,-1 0-1,1 0 1,0-1-1,1 0 1,0 0 0,0 0-1,0 0 1,1-1-1,0 0 1,0 1 0,1-1-1,0 0 1,0-4-3,0 2-54,0 1 0,1-1 1,1 0-1,-1 0 0,2 0 1,-1 1-1,1-1 0,1 0 0,0 0 1,0 1-1,1-1 0,0 1 1,1 0-1,0 0 0,0 0 0,1 1 1,0-1-1,0 1 0,1 0 1,0 0-1,1 1 0,0 0 0,0 0 1,3-2 53,3 1-111,0 0 0,0 1 1,1 0-1,-1 1 0,2 0 1,-1 1-1,0 1 1,1 0-1,0 1 0,0 1 1,0 0-1,0 1 0,0 1 1,1 0-1,-1 1 0,0 0 1,5 3 110,0-1-8,0 1 0,0 2 0,0 0 0,-1 1 1,0 1-1,-1 0 0,1 2 0,-2 0 0,1 1 0,-2 0 0,1 2 1,5 6 7,-15-12 6,0 0 1,0 1 0,-1 0 0,-1 0 0,1 0-1,-1 0 1,0 3-7,-4-9 3,1 0-1,-1 1 1,0-1-1,0 0 1,0 1-1,-1-1 1,1 1-1,0 0 1,-1-1-1,0 1 1,0-1-1,0 1 1,0 0-1,0-1 1,0 1-1,-1-1 1,1 1-1,-1 0 1,1-1-1,-1 1 1,0-1-1,0 0 1,0 1-1,-1-1 1,1 0-1,-1 0 1,1 1-1,-1-1 1,0 0-3,-5 3 7,0 0 1,0-1 0,0 0 0,0 0 0,-1 0 0,1-1 0,-1-1 0,0 1-1,0-1 1,-3 0-8,-89 13 185,96-14-175,-63 6 238,0-3 1,0-2-1,0-4 1,-17-4-249,72 4 84,0 0 0,1-1 0,0 0 1,-1-1-1,1-1 0,0 1 0,1-2 1,-1 1-1,1-2 0,0 1 1,1-1-1,-2-3-84,5 5 35,0 0 1,1-1 0,-1 1-1,2-1 1,-1-1-1,1 1 1,-1-1 0,2 0-1,-1 0 1,1 0-1,0 0 1,1 0 0,-1-1-1,2 1 1,-1-1-1,1 0 1,-1-7-36,2 7-20,0-1 0,0 1 0,1 0 1,0 0-1,0-1 0,1 1 0,0 0 0,0 0 1,2-3 19,-2 7-119,0 0 1,1 0 0,0 0 0,0 0 0,0 0-1,0 1 1,0-1 0,1 1 0,-1 0-1,1 0 1,0 0 0,0 0 0,0 1 0,1-1-1,-1 1 1,1 0 118,35-13-2718,-3 5-1816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3:57.5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28 344 16331,'0'0'2934,"0"0"-749,0 0-558,0 0-155,-2 27-261,-9 184 356,7 76-403,5-186-1120,-10-629-1583,7 494 1531,2 0 0,1 1 0,1-1 0,3-3 8,-3 25-7,1 1 1,0-1 0,1 1-1,0 0 1,0 0-1,2 0 1,-1 1-1,1 0 1,1 0 0,0 0-1,0 1 1,1 0-1,2-3 7,6-1-7,0 1 0,0 0-1,1 0 1,1 2 0,0 0-1,0 1 1,1 1-1,0 1 1,0 1 0,1 0-1,-1 1 1,1 1 0,1 1-1,-1 1 1,0 1-1,1 1 1,-1 0 0,0 2-1,20 3 8,-33-3 4,1 0-1,-1 0 0,0 1 0,0 0 0,0 0 0,0 1 1,0-1-1,-1 2 0,1-1 0,-1 1 0,0 0 1,-1 0-1,1 0 0,-1 1 0,0 0 0,0 0 0,-1 0 1,0 1-1,0-1 0,0 1 0,-1 0 0,0 0 1,0 2-4,0-1 22,0 0 0,-1 0 1,-1 1-1,1-1 1,-1 1-1,-1-1 1,1 1-1,-1-1 0,-1 1 1,0-1-1,0 0 1,-1 1-1,0-1 0,0 0 1,0 0-1,-1 0 1,-1 0-1,0 0 1,0-1-1,0 1 0,-1-1-21,-9 10 77,0-1 1,-1 0 0,-1-1 0,0-1 0,-1 0-1,-1-2 1,0 0 0,-19 9-79,0-2 105,0-1 0,-2-3 0,0-1 0,-11 2-105,33-12-2,0 0 0,-1-2 0,1 0-1,-1 0 1,1-2 0,-15-1 2,32 1-16,-1 0-1,1 0 1,0 0 0,-1 0 0,1 0-1,0 0 1,-1 0 0,1 0-1,-1 0 1,1-1 0,0 1-1,-1 0 1,1 0 0,0 0-1,-1 0 1,1-1 0,0 1 0,-1 0-1,1 0 1,0-1 0,0 1-1,-1 0 1,1 0 0,0-1-1,0 1 1,0 0 0,-1-1-1,1 1 1,0 0 0,0-1-1,0 1 1,0 0 0,0-1 0,-1 1-1,1-1 1,0 1 16,7-16-717,30-16-1702,11 2-3313,-42 26 4658,51-31-11534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3:57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1 3025,'0'0'12418,"0"0"-10881,0 0 1295,-50 127-391,32-59-1041,2 8-312,11-1-336,5-6-279,0-8-225,8-11-240,15-8 88,3-11-96,8-10 0,8-7-745,21-14-1175,-7 0-2817,-7-23-7266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3:58.2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15579,'0'0'4105,"0"0"-2600,0 0 543,0 0-816,163 106-472,-116-56 81,-5-3-401,-8 0-96,-5-7-328,-8-4-8,-5-11 40,-3-3-96,-2-10-424,4-12-705,1 0-1575,-3 0-4538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3:58.5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451 0 14419,'0'0'3761,"0"0"-3169,0 0 2417,0 0-1145,-173 180-608,121-119-151,-1-2-441,9-7-376,2-7-24,10-7-256,3-10 48,11-4-40,10-8-32,8-4-664,13-12-737,21 0-3392,3-7-6705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3:58.9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12635,'0'0'1616,"0"0"303,0 0 344,0 0-578,24 20-622,5 6-806,-8-8-105,0-1 0,1 0 0,1-1 0,0-2 0,10 4-152,-20-11 33,0 1 0,0 0 0,-1 1 0,0 0 0,-1 1 0,0 0 0,1 2-33,-10-10 7,0 0 0,-1 1 1,1-1-1,-1 0 0,1 0 0,-1 1 0,0-1 0,0 1 0,0-1 0,0 1 0,-1-1 0,1 1 1,-1-1-1,0 1 0,1 0 0,-1-1 0,0 1 0,-1 1-7,1-1 17,-2 0 0,1 0 0,0 0 1,-1 0-1,1-1 0,-1 1 0,0 0 0,0-1 0,0 1 0,0-1 0,0 1 0,0-1 1,-1 0-1,1 0 0,-1 0 0,0-1 0,1 1 0,-1 0 0,-1-1-17,-77 37 675,58-29-468,0 2 0,0 0 0,-3 4-207,15-2-542,21-7-944,30-5-3487,-34-1 3486,20 0-7218</inkml:trace>
  <inkml:trace contextRef="#ctx0" brushRef="#br0" timeOffset="1">129 519 14011,'0'0'3945,"0"0"-1681,0 0-367,0 0-953,142 0-560,-87-7-112,0 0-104,-3 0-152,1-2-16,15-10-768,-13 4-1985,-5-3-4648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3:59.2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16347,'0'0'4345,"0"0"-2864,0 0 407,0 0-448,0 0-279,29 151-481,-21-96-200,-3-1-336,-2-4-32,-3-6-112,0-6-136,2-7-448,4-8-568,9-11-921,4-7-3920,-3-5-9762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3:59.6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1 12643,'0'0'3016,"0"0"-63,66 189-881,-43-93-367,-9 8-89,-7-2-456,-4-8-287,-3-9-633,0-12-48,-16-9-120,-7-7-64,-4-8-8,-1-6-616,-17 1-1145,8-13-4088,6-14-8466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4:04.4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 14027,'0'0'2344,"0"0"-1343,0 0 1815,0 0-1407,0 0-465,0 0 8,0 0-16,94-12-520,-31 17-272,5 0-120,6 0-24,-1-1-416,24-1-1544,-21-3-3113,-15 0-4321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4:04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94 13555,'0'0'3538,"0"0"-1768,0 0-626,2 22 235,11 130 339,22 423 313,-27-604-3476,-10-160 651,-2 118 896,4 0-1,3 0 1,10-57-102,-10 114 37,0 0 0,1 0 1,1 0-1,0 1 0,1-1 0,0 1 0,1 0 1,0 1-1,1 0 0,1 0 0,0 1 0,0 0 1,1 0-1,1 1 0,-1 0 0,13-7-37,-9 8 11,0 0 0,1 1 0,0 1 0,0 0 0,1 1 0,0 1 0,0 0 0,0 1 0,1 1-1,-1 0 1,1 2 0,0 0 0,0 0 0,7 2-11,-17 0 13,1 0 1,0 1-1,0-1 1,-1 2-1,1-1 0,-1 1 1,1 0-1,-1 0 1,0 1-1,0 0 0,-1 1 1,1-1-1,-1 1 0,0 0 1,0 1-1,-1-1 1,0 1-1,0 1 0,0-1 1,0 0-1,-1 1 0,0 0 1,-1 0-1,3 6-13,-3-5 50,0-1 0,-1 1 0,1 0-1,-2-1 1,1 1 0,-1 0 0,0 0 0,-1 0-1,1 1 1,-2-1 0,1 0 0,-1 0 0,-1 0-1,1-1 1,-1 1 0,0 0 0,-1 0 0,0-1-1,0 0 1,-1 1 0,0-1 0,0 0 0,-1-1-1,-2 3-49,-5 5 135,-2-1-1,1 0 1,-2-2-1,0 1 1,0-2-1,-1 0 0,0-1 1,-1 0-1,1-1 1,-4 0-135,-3 0 7,-1-1 1,0 0 0,0-2-1,0-1 1,0 0-1,-1-2 1,-10-1-8,34-1-61,1 0 0,-1 0 1,1 0-1,-1 0 0,1 0 0,-1 0 0,0 0 0,1 0 1,-1 0-1,1 0 0,-1 0 0,1 0 0,-1-1 0,1 1 1,-1 0-1,1 0 0,-1-1 0,1 1 0,-1 0 0,1-1 1,0 1-1,-1 0 0,1-1 0,-1 1 0,1-1 0,0 1 1,-1-1-1,1 1 0,0 0 0,0-1 0,-1 1 0,1-1 0,0 0 1,0 1-1,0-1 0,0 1 0,-1-1 0,1 1 0,0-1 1,0 1-1,0-1 0,0 1 0,0-1 0,1 0 0,-1 1 1,0-1-1,0 1 0,0-1 0,0 1 0,1-1 61,-1-5-1538,0-10-4245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4:05.2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1 6673,'0'0'8050,"0"0"-6794,-82 127 1753,56-61-656,13 5-1217,10-2-408,3-8-200,0-7-312,19-11-96,7-10-48,5-10-72,14-11-360,42-12-1008,-6 0-3473,-5 0-5794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4:05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12187,'0'0'2312,"0"0"89,0 0 135,0 0-535,0 0-633,144 142-304,-96-88-176,-4 3-304,-4-8-344,-14-4-168,-5-7 41,-5-5-113,-3-7 0,-3-5-49,3-2-455,3-3-992,0-4-2145,-6-7-2464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4:06.0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544 1 4809,'0'0'5545,"0"0"-3832,0 0 431,0 0 201,-113 144-681,63-80-88,-2 2-504,-1-3-471,3-4-417,6-2-96,-1-7-80,8-1-8,-4 17-408,9-11-2185,6-11-4072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4:08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 13851,'0'0'2609,"0"0"-1345,0 0 856,0 0-1168,0 0-639,0 0-217,171-19 0,-126 16-48,-6 3-96,-8 0-233,-15 0-1095,-11 12-2409,-5 2-1424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4:08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 12707,'0'0'2224,"0"0"-599,0 0 2295,0 0-2663,0 0-233,0 0-256,0 0-264,194 0-400,-120 0 24,-6 0-128,0 0-744,13-5-1536,-15 3-2457,-11-5-4649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4:09.3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76 8770,'0'0'6047,"0"0"-3846,0 0-263,0 0-567,0 0-592,-21 24 132,-66 82-154,83-102-705,1 1 0,0-1-1,0 1 1,0 0 0,1 0-1,0 0 1,0 0 0,0 1-1,0-1 1,1 0 0,0 1-1,0-1 1,1 1 0,-1-1-1,1 1 1,0 0 0,1-1-1,0 6-51,0 1 100,0-5-72,0-1 1,0 0 0,1 0 0,0 0-1,0-1 1,0 1 0,0 0 0,1-1-1,0 1 1,1-1 0,-1 0-1,1 0 1,0 0 0,0-1 0,0 1-1,1-1 1,-1 0 0,1 0 0,0-1-1,0 1 1,1-1 0,-1 0 0,1-1-1,-1 1 1,1-1 0,2 0-29,13 5 68,-1-2 1,1 0-1,0-1 1,1-2 0,-1 0-1,0-1 1,1-1-69,-14 0 9,0-1 0,0 1 1,0-2-1,0 1 0,0-1 1,0 0-1,0-1 0,-1 1 1,1-2-1,-1 1 0,0-1 1,0 0-1,0 0 0,0-1 1,-1 0-1,1 0 0,-2-1 1,1 0-1,0 0 0,-1 0 1,0-1-1,-1 1 0,1-1 1,-1 0-1,-1-1 0,1 1 1,-1 0-1,-1-1 0,1 0 1,-1 0-1,0 0 0,-1 0 1,0 0-1,0 0 0,-1-3-9,1 4 20,0-1-1,-1 1 0,1-1 0,-2 0 1,1 0-1,-1 1 0,0-1 0,-1 1 1,1-1-1,-2 1 0,1 0 1,-1-1-1,0 1 0,0 0 0,-1 1 1,0-1-1,0 1 0,-1-1 0,0 1 1,0 1-1,0-1 0,-1 1 0,1 0 1,-1 0-1,-2-1-19,-9-7-34,0 1 1,-1 0-1,-1 2 0,0 0 0,0 1 1,-1 0-1,0 2 0,0 1 1,-1 0-1,0 1 0,0 1 1,-13 0 33,33 4-98,0 0-1,1 1 1,-1-1 0,1 0 0,-1 0 0,1 0-1,-1 1 1,1-1 0,-1 0 0,1 0 0,-1 1 0,1-1-1,-1 1 1,1-1 0,-1 0 0,1 1 0,0-1-1,-1 1 1,1-1 0,0 1 0,-1-1 0,1 1 0,0-1-1,0 1 1,-1-1 0,1 1 0,0 0 0,0-1-1,0 1 1,0-1 0,0 1 0,0-1 0,0 1-1,0 0 1,0-1 0,0 1 0,0 0 98,3 22-5535,8 1-2938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4:09.6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192 1 11330,'0'0'2065,"0"0"111,0 0-655,0 0 127,105 160-344,-90-82-255,-9 5-265,-6 2 88,0-3-200,-21-6-304,-11-5-248,-2-5-32,-3-7-88,-2-5-360,-19 12-1888,8-16-3090,3-10-7288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4:12.2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 12323,'0'0'2528,"0"0"-1648,0 0 1297,0 0-385,0 0-840,0 0-343,73 0-393,-28-4 152,0-6-360,-3 5-8,-3 1-280,-5-1-1361,0 5-799,-10-2-2105,-8 2-4873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4:12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11266,'0'0'1545,"0"0"-1041,139 0-504,-66-7-176,-2 5-5497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4:13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1 532 10442,'0'0'1232,"0"0"-637,0 0-288,0 0-50,0 0 357,0 0 675,12-14 202,-1 4-1097,-6 5-184,1 0-1,-1 0 0,0-1 1,0 0-1,-1 0 0,1 0 1,-1 0-1,-1-1 0,1 1 1,-1-1-1,0 0 1,-1 0-1,0-1 0,0 1 1,0-4-210,6-79 2382,-5 0 1,-4-32-2383,0 22 1261,2 114-1214,0 0 0,1 1 0,1-1 0,3 8-47,6 35-4,45 447 140,-40-286-4175,-17-188-3235,0-24 1473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4:13.3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1880,'0'0'7922,"0"0"-6218,0 0 153,0 0-385,0 0-224,0 0-503,134 17-257,-53-17-336,56-2-152,-16-8-2201,-11-4-3816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4:13.6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12635,'0'0'2216,"0"0"-984,0 0 33,0 0-801,176 0-464,-82 0-104,-15 0-2113,-11 0-6337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4:14.2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18 7394,'0'0'3578,"0"0"-1350,0 0-198,0 0-251,0 0-343,0 0-258,-2-4-123,2 3-963,-1 0 0,1 0 1,-1 1-1,0-1 0,0 0 1,1 0-1,-1 0 0,0 0 1,0 1-1,0-1 0,0 0 0,0 1 1,0-1-1,0 1 0,0-1 1,0 1-1,0-1 0,0 1 1,0 0-1,0 0 0,0-1 1,-1 1-1,1 0 0,0 0 0,0 0 1,0 0-1,0 0 0,0 1 1,-1-1-1,1 0 0,0 0 1,0 1-1,0-1 0,0 1 1,0-1-1,0 1 0,0-1 0,0 1 1,0 0-1,0-1 0,0 1 1,0 0-1,1 0 0,-1-1 1,0 1-1,1 0 0,-1 0 1,0 0-1,1 0 0,-1 0 0,1 0-92,-10 15 169,2 1-1,0-1 0,1 1 0,0 1 1,1-1-1,2 1 0,-1 0 0,2 3-168,-7 47 380,0 39-380,9-87 60,-13 203 444,10 13-504,6-152 80,4 1-1,4-1 1,3 0 0,11 29-80,114 406 284,-130-486-326,-5-16 30,1 1-1,1-1 1,0 0-1,1-1 1,1 0-1,1 2 13,-6-14-96,1-1-1,-1 1 0,1-1 0,-1 1 0,1-1 1,0 0-1,0 0 0,1 0 0,-1 0 1,0-1-1,1 0 0,0 1 0,-1-1 0,1 0 1,0-1-1,0 1 0,0-1 0,1 0 0,-1 0 1,0 0-1,0 0 0,1-1 0,-1 1 1,0-1-1,0 0 0,1-1 0,0 1 97,8-2-896,1 0 0,-1-1 0,0-1 0,0 0 0,-1-1 0,1 0 0,7-4 896,28-19-5905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4:17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0 121 13531,'0'0'5133,"0"20"-3690,0 349 1995,1-337-3192,2 0 1,0-1-1,2 1 1,2-1-1,1 0 1,1-1-1,1 0 0,2 0 1,3 3-247,-15-33 2,0 1 1,0-1-1,0 1 1,0-1 0,0 1-1,0-1 1,1 1-1,-1-1 1,0 0-1,0 1 1,0-1-1,0 1 1,0-1 0,1 0-1,-1 1 1,0-1-1,0 1 1,1-1-1,-1 0 1,0 1-1,1-1 1,-1 0 0,0 1-1,1-1 1,-1 0-1,0 0 1,1 0-1,-1 1 1,1-1-1,-1 0 1,1 0 0,-1 0-1,0 0 1,1 1-1,-1-1 1,1 0-1,-1 0 1,1 0-3,2-20 177,-8-37 69,-11-14-242,3 14 11,3-1 0,-4-56-15,13 98-1,1-1-1,0 1 1,2 0-1,-1 0 1,2-1 0,0 1-1,1 1 1,1-1-1,0 1 1,1-1 0,0 2-1,9-15 2,-2 11-5,0-1-1,1 2 0,1 0 1,0 1-1,2 0 1,0 2-1,0 0 0,1 0 1,1 2-1,0 0 1,1 1-1,0 2 0,0 0 1,1 0-1,1 2 1,-1 1-1,1 1 0,0 0 1,0 2-1,15-1 6,-30 4-6,0-1-1,0 1 0,0 1 1,-1-1-1,1 1 0,0 0 1,0 1-1,-1 0 0,1 0 1,3 1 6,-8-1-1,1 0 0,0-1 1,-1 1-1,1 0 1,-1 1-1,1-1 0,-1 0 1,0 1-1,0-1 1,0 1-1,0-1 0,-1 1 1,1 0-1,-1 0 0,0 0 1,1 0-1,-1 0 1,-1 0-1,1 0 0,0 1 1,-1-1-1,0 0 1,1 8 0,0-1-1,-2 0 1,1 1 0,-1-1-1,-1 0 1,0 1-1,0-1 1,-1 0 0,0 0-1,-1-1 1,0 1 0,-1-1-1,0 0 1,0 0-1,-1 0 1,0-1 0,0 0-1,-1 0 1,0 0 0,-24 24 29,0-2 1,-2-1-1,-32 21-29,58-44 9,-86 60 72,90-64-60,9-6 19,37-21-60,0 1 0,1 3 0,18-5 20,-46 20-5,-1 1 1,0 0 0,1 1 0,0 1 0,0 1 0,0 0-1,0 1 1,0 0 0,0 2 0,0 0 0,0 1 0,11 2 4,-21-2-1,0 1 1,0-1 0,0 1 0,0 0 0,-1 1 0,0-1 0,1 1-1,-1 0 1,-1 0 0,1 1 0,-1-1 0,1 1 0,-1 0-1,-1 1 1,1-1 0,-1 0 0,0 1 0,0 0 0,0 0-1,-1 0 1,0 0 0,0 2 0,0-2 3,0 0-1,-1 0 1,0 0-1,0 0 1,0 0 0,-1 0-1,0 0 1,0 0-1,-1 0 1,0 1 0,0-1-1,0-1 1,-1 1-1,1 0 1,-1 0 0,-1 0-1,1-1 1,-1 1-1,0-1 1,0 0-1,-1 0 1,0 0 0,-2 2-3,-9 6 85,-1 0 0,-1-1 1,0 0-1,-1-2 1,0 0-1,-1-1 0,0-1 1,-2 0-86,-33 11 257,-1-2 0,-17 1-257,45-13 48,0 0 0,0-1-1,-1-2 1,1-1 0,-10-1-48,36 0-6,0 0 0,-1-1 0,1 1 0,0 0 0,0-1 0,0 1 0,-1-1 0,1 1 0,0-1 0,0 0 0,0 1 0,0-1 0,0 0 0,0 0 0,0 0 0,0 0 0,0 0 0,1 0 0,-1 0 1,0 0-1,0 0 0,1 0 0,-1 0 0,1 0 0,-1 0 0,1-1 0,0 1 0,-1 0 0,1 0 0,0-1 6,-1-1-57,1 1 0,0 0 1,0 0-1,0 0 0,0 0 1,1 0-1,-1 0 0,0-1 1,1 1-1,0 0 0,-1 0 1,1 0-1,0 0 0,0 0 0,0 1 1,0-1-1,0 0 0,1 0 1,-1 1-1,1-1 0,0-1 57,19-12-1104,1 1 0,0 1 0,0 1 0,4 0 1104,-4 1-1642,52-27-4913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4:17.4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0 14603,'0'0'1907,"0"0"196,-20 31-165,1-3-1505,0-3-43,2 2 1,1 0-1,1 1 0,1 0 1,1 1-1,-8 30-390,11-24 373,0 1 0,3 0 0,1 0 0,1 1 0,2 0 0,2-1 0,2 1 0,4 36-373,-3-64 19,0 0 0,0 0 0,1 0 1,0 0-1,1-1 0,0 1 1,0-1-1,1 0 0,0 0 0,1 0 1,-1-1-1,1 0 0,1 0 1,-1-1-1,1 1 0,1-1 0,-1-1 1,1 1-1,0-1 0,2 0-19,5 3-144,1-1-1,0-1 1,1 0-1,0-1 0,-1-1 1,2-1-1,-1 0 1,0-1-1,0-1 0,8-1 145,-16 0-309,0-1-1,0 0 1,-1 0 0,1-1-1,-1 0 1,0 0-1,1-1 1,-1 0-1,0 0 1,0-1-1,3-3 310,7-5-1870,-1 0 1,0-1-1,-1-1 0,1-3 1870,30-32-9829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4:17.7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83 12003,'0'0'3135,"0"0"-487,0 0-931,0 0-464,1 26 148,0-2-1059,2 34 1510,10 56-1852,0 6 1664,-8-67-1140,2-1 0,2 3-524,-9-55 12,0 0 0,1 0-1,-1 0 1,0 0 0,0 0-1,0 0 1,0 0 0,0 0-1,1 0 1,-1 0 0,0 0 0,0 0-1,0 0 1,0 0 0,1 0-1,-1 0 1,0 0 0,0 0 0,0 0-1,0 0 1,0 0 0,1 0-1,-1 0 1,0 0 0,0 0-1,0 0 1,0 0 0,0 0 0,1 0-1,-1 0 1,0 0 0,0 0-1,0 1 1,0-1 0,0 0-1,0 0 1,0 0 0,1 0 0,-1 0-1,0 0 1,0 0 0,0 1-1,0-1 1,0 0 0,0 0 0,0 0-1,0 0 1,0 1 0,0-1-1,0 0 1,0 0 0,0 0-1,0 0 1,0 0 0,0 1 0,0-1-1,0 0 1,0 0 0,0 0-1,0 0 1,0 0 0,0 1 0,0-1-1,0 0 1,0 0 0,-1 0-12,7-18 379,1-32-200,-6 49-174,8-95 86,-6 54-58,1 1 1,2 0-1,2 1 0,12-37-33,-16 66-5,0 0 0,1 0-1,0 1 1,1-1 0,0 1 0,1 1 0,0-1 0,0 1 0,1 0 0,0 1 0,0-1 0,1 2 0,0-1 0,1 1-1,0 1 1,0 0 0,0 0 0,1 1 0,5-2 5,-11 5-4,0 0 0,0 0-1,1 0 1,-1 1 0,1-1 0,-1 1 0,1 1-1,-1-1 1,1 1 0,0 0 0,-1 0 0,1 1-1,0-1 1,-1 1 0,4 2 4,-4-1-5,-1 0 0,0 0 0,0 1 0,0 0-1,-1 0 1,1 0 0,0 0 0,-1 0 0,0 1 0,0-1 0,0 1 0,0 0 0,-1 0 0,0 0 0,0 0 0,0 1-1,0-1 1,1 4 5,5 14 17,-1 1-1,-1 1 0,-2-1 0,0 1 0,-1 0 0,-1 5-16,0 53-25,-4 14 25,0 0-236,2-92 143,0-1 0,1 0 0,-1 0 0,1 1 0,0-1 0,0 0 0,0 0 0,0 0 0,0 0 0,0 0 0,1 0 0,0 0 0,-1-1 0,1 1 0,0 0-1,3 1 94,42 32-3885,-11-16-2448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4:18.0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415 1 13019,'0'0'3352,"0"0"472,0 0-1820,0 0-925,0 0-213,0 0-27,4 13-122,0-3-629,0 0 128,-1-1 0,0 1 1,-1 0-1,0 0 1,1 8-217,-3-15 52,0 1 1,0-1-1,0 0 1,0 1-1,-1-1 1,1 0-1,-1 0 1,0 0-1,0 0 1,0 1-1,0-1 1,0-1 0,-1 1-1,1 0 1,-1 0-1,0 0 1,0-1-1,0 1 1,0-1-1,-1 0 1,1 1-1,-1-1 1,0 0-53,-17 11 224,0-1 1,-20 9-225,15-9-106,1 1 0,-21 15 106,-115 98-3147,85-64-2873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4:19.3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9 8106,'0'0'2836,"0"0"-311,0 0-455,0 0-525,0 0-222,0 0-140,-11 1-263,8-1-853,-1 0 0,1 1 0,-1-1 0,0 1 0,1 0 0,-1 0 0,1 0 0,-1 0 0,1 1 0,0 0 0,0-1 0,-1 1 0,1 0 0,1 0 0,-1 1 0,-1 0-67,-2 4 160,0 0 0,0 0 0,1 1 0,0 0 0,0 0 0,1 0 0,-2 5-160,-4 10 226,0 1 1,2 0 0,0 0 0,2 1 0,1 0 0,1 0 0,0 1-1,2-1 1,2 10-227,0-29 33,0-1 0,0 1 0,1 0 0,0 0 0,0-1 0,1 1-1,-1-1 1,1 1 0,0-1 0,1 0 0,-1 0 0,1 0 0,0 0 0,1 0-1,-1 0 1,1-1 0,3 3-33,0-1 36,0 0 0,0 0 0,1-1 0,0 0 0,0-1 0,0 0 0,1 0 0,-1 0 0,1-1 1,6 1-37,7 1 47,0-2 0,0 0 1,0-1-1,1-1 0,-1-1 1,0-1-1,0-1 1,0-1-1,4-1-47,-16 2 23,-1-1 0,0 0 1,0 0-1,0-1 0,0 0 0,0 0 1,-1-1-1,0 0 0,0-1 0,0 0 1,-1 0-1,0 0 0,0-1 0,0 0 1,-1-1-1,0 1 0,-1-1 0,1-1-23,0-1 60,-1 0 0,-1-1 0,0 1 0,0-1 0,-1 0 0,-1 0 0,1 0 0,-2 0 0,1 0 0,-2 0 0,0-1 0,0 1 0,-1 0 0,0 0 0,-2-6-60,0 5 27,-1 0 1,0 0 0,-1 1-1,0 0 1,-1 0 0,0 0 0,-1 1-1,0 0 1,-1 0 0,0 0-1,0 1 1,-1 0 0,-7-4-28,7 5-11,1 0 0,-2 1 1,1 1-1,-1 0 0,0 0 0,0 0 0,-1 2 1,0-1-1,0 1 0,0 1 0,0 0 0,0 0 1,-1 1-1,-8 0 11,20 2-26,-1 0-1,1 0 1,-1 0-1,1 0 1,-1 0 0,1 1-1,-1-1 1,1 0 0,-1 0-1,1 0 1,-1 0-1,1 1 1,0-1 0,-1 0-1,1 1 1,-1-1 0,1 0-1,0 1 1,-1-1-1,1 0 1,0 1 0,-1-1-1,1 1 1,0-1 0,0 0-1,-1 1 1,1-1 0,0 1-1,0-1 1,0 1-1,0-1 1,0 1 26,0 22-760,15 22-2585,11-7-3101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4:19.6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90 14347,'0'0'2481,"0"0"-1129,0 0 672,0 0-1320,0 0-704,0 0-1072,0 0-1688,52-90-3618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4:19.9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124 107 13555,'0'0'2404,"0"0"816,0 0-1391,0 0-1051,0 0-331,-19 22 356,19-22-803,-28 33 740,-22 36-740,46-63 49,1 0-1,-1 1 1,1-1 0,1 1 0,0 0-1,0 0 1,0 0 0,0 0 0,1 0-1,1 0 1,-1 1 0,1-1 0,0 0 0,1 6-49,0 9 100,-1-16-80,0 0 1,1 0-1,-1 0 1,1 0 0,1 0-1,-1 0 1,1-1-1,0 1 1,0 0 0,1-1-1,-1 0 1,1 1-1,0-1 1,1 0 0,-1-1-1,1 1 1,0-1-1,0 1 1,1-1 0,-1 0-1,1-1 1,0 1-1,0-1 1,0 0 0,0 0-1,1 0 1,-1-1-1,2 0-20,9 4 36,0-2-1,0 0 0,0-1 1,1 0-1,-1-2 0,1 0 1,0 0-1,-1-2 0,13-1-35,-23 1 11,0 0 0,0 0-1,0-1 1,-1 0 0,1 0-1,0 0 1,-1-1 0,0 0-1,1 0 1,-1 0 0,0 0-1,-1-1 1,1 0 0,-1 0-1,1 0 1,-1-1 0,0 1-1,-1-1 1,1 0 0,-1 0-1,0 0 1,0-1 0,-1 1-1,0-1 1,1 1 0,0-6-11,2-9 72,0 0 0,-2 0 0,0 0 0,-1 0 0,-1-1 0,-1 1 0,-1-8-72,-1 18 31,1-1 1,-2 1 0,0 0-1,0 0 1,0 0-1,-2 0 1,1 0-1,-1 1 1,0 0-1,-1 0 1,0 0-1,-1 0 1,0 1-1,0 1 1,0-1-1,-1 1 1,0 0-1,-1 0-31,-2-1-23,0 0 1,0 0-1,-1 1 0,0 0 0,0 1 0,-1 1 1,0 0-1,0 0 0,0 2 0,0-1 0,-1 2 0,1 0 1,-13-1 22,25 4-53,0-1 0,1 0 0,-1 0 0,0 1 1,0-1-1,0 0 0,0 1 0,0-1 1,0 1-1,1-1 0,-1 1 0,0 0 0,0-1 1,1 1-1,-1 0 0,0-1 0,1 1 0,-1 0 1,1 0-1,-1 0 0,1-1 0,-1 1 0,1 0 1,0 0-1,-1 0 0,1 0 0,0 0 0,0 0 1,-1 0-1,1 0 0,0 0 0,0 0 0,0 0 1,0 0 52,1 43-3116,0-31 1179,1 23-3598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4:20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104 370 12939,'0'0'2352,"0"0"-621,0 0 536,5-24-706,0-4-1209,5-20 839,-2-1 0,1-36-1191,-9-50 2615,0 138-2594,0 0 1,1 0-1,-1 0 1,1 0-1,0 0 0,0 0 1,0 0-1,0 0 1,1 0-1,-1 0-21,8 19-7,19 101 17,-5 1 0,-6 1 0,-4 9-10,-12-48-152,-2-85 142,1 0-1,-1 0 0,1-1 1,0 1-1,-1 0 0,0 0 0,1-1 1,-1 1-1,1 0 0,-1-1 1,0 1-1,0 0 0,1-1 1,-1 1-1,0-1 0,0 0 1,0 1-1,0-1 0,1 1 1,-1-1-1,0 0 0,0 0 0,0 0 1,0 1-1,0-1 0,0 0 1,0 0-1,0 0 0,0-1 11,-38 3-5,29-2 6,-14 0-2,1 2 1,-1 0-1,0 2 1,1 1-1,-1 0 1,0 2 0,21-3-140,15-1 82,17-2 61,59-2 111,113 2-748,-154 6-2141,-18 2-2445,-5 3-3931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4:20.8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0 12115,'0'0'4072,"0"0"-2039,0 0-1241,0 0-304,0 0 336,0 0-15,0 0-345,-142 118-272,105-89-88,9-3-104,9 7-240,11-7-2281,8-8-3400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4:21.3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373 1 13171,'0'0'1832,"0"0"217,82 172-249,-38-40-40,-12 45-567,-19 9 39,-13-27-256,-8-39-80,-18-47-640,-6-7-56,-7 12-184,-11 9-16,-13 12-376,-52 38-1168,10-26-2737,0-14-2856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4:30.4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1 11811,'0'0'1856,"0"0"-960,0 0 504,0 0-831,0 0 223,-92 148 568,92-86-528,0-3-64,15-3-80,12-4-303,4-7-113,6-7-128,5-5-8,3-7-96,2-5-40,21-4-1097,-8-8-1671,-10-7-2585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4:32.8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20 784,'0'0'4346,"0"0"-1702,0 0-277,0 0-680,0 0-631,0 0-340,-14-16 4629,13 15-5172,0 1-1,0-1 0,0 1 0,0 0 1,-1-1-1,1 1 0,0 0 1,0 0-1,0 0 0,-1 0 0,1 0 1,0 0-1,0 0 0,-1 0 1,1 0-1,0 1 0,0-1 0,0 0 1,-1 1-1,1-1 0,0 1 0,0-1 1,0 1-1,-1 0-172,0 2 79,-1-1-1,1 0 1,0 1-1,0-1 1,0 1-1,0 0 1,0-1 0,1 1-1,-1 0 1,1 1-79,-5 11-175,0 0-1,2 1 1,-3 15 175,6-27 226,-3 10-149,2 1-1,0-1 1,0 0-1,1 0 1,1 1-1,1-1 1,1 9-77,-2-18 25,1-1 0,0 0 0,0 0-1,1 1 1,-1-1 0,1 0 0,0 0 0,0 0 0,0-1 0,1 1 0,-1 0 0,1-1 0,0 1-1,0-1 1,0 0 0,1 0 0,-1 0 0,1-1 0,-1 1 0,1-1 0,0 0 0,0 0 0,0 0-1,0 0 1,0-1 0,1 1-25,10 1 35,-1 1 1,1-2-1,0 0 0,0-1 0,0 0 0,0-1 0,-1-1 0,1 0 0,0-1 0,0-1 0,-1 0 1,1-1-1,6-3-35,-15 5 13,0 0 1,-1-1 0,1 1 0,-1-1 0,0 0-1,0-1 1,0 1 0,0-1 0,-1 0-1,1 0 1,-1-1 0,0 1 0,0-1 0,-1 0-1,1 0 1,-1 0 0,0-1 0,-1 1-1,1-1 1,-1 1 0,0-1 0,0 0-1,-1 0 1,0 0 0,0 0 0,0 0 0,-1 0-1,0 0 1,0 0 0,0 0 0,-1 0-1,0 0 1,-1-5-14,0 5 13,-1-1 1,0 1-1,0-1 0,0 1 0,-1 0 0,0 0 1,0 0-1,-1 0 0,1 1 0,-1 0 0,0 0 1,-1 0-1,1 1 0,-1 0 0,0 0 0,0 0 1,0 0-1,-4-1-13,-6-3 23,0 1 1,-1 0-1,1 1 0,-1 1 1,0 1-1,-1 0 1,0 1-24,15 2-180,0 1 0,1-1 1,-1 1-1,0 0 0,0 0 0,0 0 1,0 0-1,0 0 0,0 1 1,0-1-1,0 1 0,1 0 1,-1 0-1,0 0 0,1 0 1,-1 1-1,0-1 0,1 1 0,-1-1 1,-1 3 179,3-2-324,-1 0 0,1 1 1,0-1-1,0 0 0,0 1 1,0-1-1,1 1 0,-1 0 1,1-1-1,-1 1 0,1 0 1,0-1-1,0 1 0,0-1 1,0 1-1,1 0 0,-1-1 1,1 1-1,-1-1 0,1 1 1,0 0-1,0-1 0,1 2 324,16 25-9118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4:33.1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0 13355,'0'0'2224,"0"0"-1383,0 0 1791,0 0-1136,-16 161-631,9-119-305,-4-4-192,3-5-288,3-5 32,2-6-112,3-6-40,19-9-1633,12-7-2503,9 0-4442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4:33.5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274 24 13243,'0'0'1802,"0"0"155,0 0-100,0 0-944,-27-5-437,-86-13 62,107 17-493,1 1 0,0 0 0,0 0 0,0 1 0,0-1 0,0 1 0,-1 0 0,1 1 0,1-1 0,-1 1 0,0 0 0,0 0 0,1 1-1,-1-1 1,1 1 0,0 0 0,-1 0 0,1 1 0,1-1 0,-1 1 0,1 0 0,-1 0 0,1 0 0,0 0 0,0 0 0,1 1 0,-1-1 0,1 2-45,0-3 14,0 1 0,1 0 1,-1 1-1,1-1 0,0 0 0,0 0 0,0 0 0,1 1 0,-1-1 0,1 0 1,0 1-1,0-1 0,1 0 0,-1 1 0,1-1 0,0 0 0,0 1 1,0-1-1,1 0 0,0 0 0,0 0 0,0 0 0,0-1 0,0 1 0,1 0 1,-1-1-1,1 0 0,2 2-14,3 1-28,0-1 1,0 0-1,1 0 1,0-1-1,0 0 1,0 0-1,0-1 1,1 0-1,0-1 1,7 1 27,4 0-502,-1-1 0,1-1 0,-1-1 0,16-3 502,-31 3-37,-1-1 1,0 0 0,1 0 0,-1 0-1,0-1 1,0 1 0,0-1 0,0 0 0,0 0-1,0-1 1,0 1 0,-1-1 0,0 0-1,1 0 1,-1 0 0,0 0 0,0 0-1,0-1 1,-1 1 0,1-1 0,-1 0 0,0 0-1,0 0 37,2-6 437,0 1 0,-1-1 0,0 0 0,0 0-1,-1 0 1,0-1 0,-1 1 0,0 0 0,-1-6-437,0 15 796,0 5-492,0 58 379,-2-3-121,3 0-1,3-1 0,9 51-561,-12-105-174,0 1-1,1-1 1,-1 0 0,1 1-1,0-1 1,0 0 0,0 0-1,1 0 1,0-1-1,-1 1 1,1 0 0,0-1-1,1 0 1,-1 0 0,0 0-1,1 0 1,0 0 0,0-1-1,0 0 1,2 2 174,1-1-1168,-1-1-1,1 0 1,0 0 0,0 0-1,0 0 1,0-1 0,0-1 0,2 1 1168,15-1-9065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4:34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10 1840,'0'0'9681,"0"0"-5951,0 0-1287,-27-2-798,-90-6-786,112 9-797,1-1 0,-1 1 0,0-1 0,0 1 0,0 0 0,1 1 0,-1 0 0,0-1 0,1 1 0,0 1 0,-1-1 0,1 0 1,0 1-1,0 0 0,0 0 0,1 1 0,-1-1 0,1 0 0,0 1 0,0 0 0,0 0 0,-1 2-62,0 1 65,0 0 0,1 0 0,0 1 0,0-1 0,1 1 0,0-1 0,0 1 0,1 0 0,0 0 0,1 0 0,-1 1-65,2-5 8,-1-1 0,0 0 1,1 1-1,0-1 0,0 0 0,0 0 0,0 1 1,1-1-1,-1 0 0,1 0 0,0 0 0,0-1 1,0 1-1,0 0 0,0-1 0,1 1 0,-1-1 1,1 0-1,0 0 0,-1 0 0,1 0 0,0 0 0,0 0 1,0-1-1,0 0 0,1 1 0,-1-1 0,0 0 1,0-1-1,1 1 0,2 0-8,16 3-203,0-1-1,1-2 1,-1 0 0,14-1 203,-19 0-436,-11 0 387,0 0-1,-1 0 0,1-1 1,0 0-1,0 0 0,-1 0 1,1-1-1,-1 1 0,1-1 1,-1-1-1,0 1 0,0-1 1,0 0-1,0 0 0,0 0 1,-1-1-1,1 1 0,-1-1 1,0 0-1,0-1 0,0 1 1,-1-1-1,0 1 0,0-1 1,0 0-1,0 0 0,-1-1 0,0 1 1,0 0-1,0-1 0,0 0 1,-1 1-1,0-1 0,-1 0 1,1 1-1,-1-1 0,0-3 50,1-37 2103,-2 35 84,1 32-1655,-1 65 181,-1-12-25,7 46-688,-5-113-19,1 0-1,0-1 1,0 1 0,0 0-1,1-1 1,0 0 0,1 1-1,-1-1 1,1 0 0,0 0-1,1 0 1,-1 0 0,1-1-1,4 4 20,-4-5-482,0 0 1,1 0-1,0-1 0,-1 0 0,1 0 1,0 0-1,1-1 0,-1 1 0,0-1 0,1 0 1,3 0 481,22 4-6271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4:34.4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1 10218,'0'0'3185,"0"0"-1961,42 130 1609,-31-60-929,-9 11-416,-2-1-431,0 0-353,-10-4-400,-9-8-224,-2-7 8,-2-6-88,-1-6-168,-2 1-704,8-15-1809,5-11-2392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4:44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 9762,'0'0'3640,"0"0"-1047,0 0-269,0 0-861,0 0-770,0 0-15,-1 9 147,-6 107 2378,5 34-3203,2-141 182,0-26-162,1 1 1,1 0-1,1 0 0,0 0 1,1 0-1,1 0 1,0 1-1,6-12-20,-7 18 5,0 0 1,1 1-1,0 0 0,0 0 1,1 0-1,0 1 0,1 0 0,-1 0 1,1 0-1,0 1 0,1 0 1,0 0-1,0 1 0,0 0 0,8-3-5,-13 7 2,0 0-1,0 0 0,1 0 1,-1 0-1,0 1 0,1-1 0,-1 1 1,1 0-1,-1 0 0,0 0 0,1 0 1,-1 1-1,1-1 0,-1 1 1,0 0-1,0 0 0,1 0 0,-1 0 1,0 1-1,0 0 0,0-1 0,0 1 1,0 0-1,-1 0 0,1 0 0,0 1 1,-1-1-1,2 3-1,7 9 10,0 0 0,-1 0 0,-1 1-1,0 0 1,1 6-10,3 4 5,0 1-336,-1 1-1,-1 0 1,-1 0 0,-2 1 0,3 17 331,12 79-7025,-20-106 5434,3 25-4942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4:48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193 13 6305,'0'0'4039,"0"0"-1184,0 0-731,0 0-635,0 0-433,0 0-201,-11-2-179,-36-8-89,45 10-517,0 0 0,0 0 1,-1 0-1,1 0 0,0 0 1,-1 0-1,1 1 0,0-1 0,0 1 1,-1 0-1,1-1 0,0 1 1,0 0-1,0 0 0,0 0 1,0 1-1,0-1 0,0 0 1,0 1-1,1-1 0,-1 1 1,-1 1-71,-25 41 860,24-37-680,-4 8-54,0 0-1,1 0 1,1 1 0,0-1 0,2 2 0,-1-1 0,2 0 0,0 1-1,1 0 1,1-1 0,0 1 0,2 0 0,-1 0 0,2 2-126,-1-16 8,0 0 1,0-1 0,0 0-1,0 1 1,0-1 0,0 1-1,0-1 1,1 0 0,-1 0-1,1 0 1,0 0 0,0 0-1,0 0 1,0 0 0,0-1-1,0 1 1,0 0 0,0-1-1,1 0 1,0 1-9,3 0 22,-1 0 0,1 0 0,0-1 0,-1 1 0,1-1-1,0 0 1,0-1 0,0 0 0,4 0-22,-2 0 21,1-1-1,0 0 0,-1 0 1,1-1-1,-1 0 1,1 0-1,-1-1 1,0 0-1,0 0 0,0-1 1,0 0-1,-1-1 1,1 0-21,-2-1 50,-1 0-1,0-1 1,-1 1 0,1-1 0,-1 0 0,0-1 0,-1 1-1,0 0 1,0-1 0,0 0 0,-1 0 0,0 1-1,-1-1 1,0 0 0,0-1-50,0 5 28,-1-1 0,1 0 1,-1 1-1,0-1 0,0 0 0,-1 1 0,0-1 0,1 0 0,-1 1 1,-1-1-1,1 1 0,-1-1 0,0 1 0,0 0 0,0-1 0,0 1 1,-1 0-1,0 1 0,1-1 0,-1 0 0,-1 1 0,1-1 0,-1 1 1,1 0-1,-4-2-28,3 3-174,0 1 1,0 0 0,0-1 0,0 1-1,0 1 1,0-1 0,0 1 0,-1-1-1,1 1 1,0 0 0,0 1-1,0-1 1,-1 1 0,1-1 0,0 1-1,0 1 1,0-1 0,0 0 0,1 1-1,-1 0 1,0 0 0,1 0 0,-1 1-1,1-1 1,-2 2 173,-32 22-6759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5:18.0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159 57 11570,'0'0'2041,"0"0"-506,0 0 787,0 0-603,0 0-807,-12-3-528,5 1-337,5 1-26,0 0-1,0 0 0,0 0 0,-1 1 0,1-1 0,0 1 0,-1-1 0,1 1 0,0 0 0,-1 0 0,1 0 0,0 0 0,-1 0 0,1 0 0,0 1 0,-1-1 0,1 1 1,0-1-1,0 1 0,-1 0 0,1 0 0,0 0 0,0 0 0,0 1 0,0-1 0,0 0 0,0 1 0,1 0 0,-1-1 0,0 1 0,1 0 0,-1 0 0,1 0 1,-1 1-21,-9 18 209,1 1 1,1-1-1,1 2 0,1-1 1,1 1-1,1 0 1,1 1-1,1-1 1,1 1-1,1 0 1,1-1-1,1 6-209,0-24 12,-1 1 0,1-1 0,0 1 0,0-1 0,1 0 0,-1 0 0,1 1 0,0-1 0,1 0 0,-1 0 0,1-1 0,0 1 0,0-1 0,1 1 0,-1-1 0,1 0 0,0 0 0,0-1 0,0 1 0,1-1 0,-1 0 0,1 0 0,0 0 0,0-1 0,0 1 0,0-1 0,0 0 0,0-1 0,1 1 0,2-1-12,-1 1 68,1-1 1,-1-1-1,1 1 0,-1-1 1,1 0-1,-1-1 0,1 0 1,-1 0-1,0 0 0,1-1 1,-1-1-1,0 1 0,0-1 1,0 0-1,-1 0 0,1-1 1,-1 0-1,1 0 0,-1-1 1,-1 1-1,1-1 0,1-2-68,0-1 166,-1-1 0,0 1-1,0-1 1,0 0-1,-2 0 1,1 0-1,-1-1 1,0 0-1,-1 1 1,0-1-1,1-7-165,0-12 550,-1 0-1,-2 0 0,0-16-549,-2 37 65,0 0-1,0 0 0,-1 0 1,0 0-1,0 0 0,0 0 1,-1 1-1,-1-1 1,1 1-1,-1 0 0,0 0 1,-1 0-1,0 0 0,0 1 1,0 0-1,-1 0 0,0 0 1,-3-2-65,1 1-40,0 1 0,0 0 0,-1 1 0,1 0 0,-1 0 0,0 1 1,0 0-1,-1 0 0,1 1 0,-1 1 0,0-1 0,0 1 0,0 1 0,-9 0 40,17 1-276,-1 0-651,7 7-368,2 1 213,1 1 0,0-1 0,1 0 0,-1-1 0,2 0 0,-1 0 1082,31 21-7785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5:18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173 1 14595,'0'0'2265,"0"0"510,0 0-208,-13 26-967,11-22-1533,-50 101 2236,4 2-2303,25-57 523,13-29-280,1 0-1,-6 22-242,49-67-1675,2-9-1309,3-2-3182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5:18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56 102 12427,'0'0'1957,"0"0"132,0 0 25,-9 20-697,-28 67-375,36-83-979,-1 1-1,0-1 1,1 1 0,0 0 0,0-1-1,0 1 1,1 0 0,0 0-1,0 0 1,0-1 0,0 1 0,1 0-1,0 0 1,0-1 0,0 1 0,0 0-1,1-1 1,0 2-63,0-2 29,1-1 1,-1 0-1,1 0 0,-1 0 0,1 0 1,0 0-1,0 0 0,1-1 1,-1 1-1,0-1 0,1 0 0,0 0 1,-1-1-1,1 1 0,0-1 0,0 1 1,1-1-30,5 1 27,1 0 1,0 0 0,-1-1-1,1-1 1,0 0-1,0 0 1,-1-1 0,1 0-1,0-1 1,-1-1-1,1 1 1,-1-1 0,9-5-28,-11 4 102,-1 0 1,1-1 0,-1 0 0,0 0-1,0-1 1,-1 0 0,1 0 0,-1-1 0,-1 1-1,1-1 1,-1-1 0,0 1 0,-1-1-1,0 1 1,0-1 0,-1-1 0,0 1 0,0 0-1,0-3-102,-2 5 99,0 0 0,0-1 0,0 1 0,-1-1-1,1 1 1,-2-1 0,1 1 0,-1-1 0,0 1 0,0-1-1,-1 1 1,0 0 0,0-1 0,0 1 0,-1 0 0,0 1-1,0-1 1,0 0 0,-1 1 0,0 0 0,0 0 0,0 0-1,-1 0 1,0 1 0,0-1 0,0 1-99,-2-1-61,-1 1 0,1-1 1,-1 2-1,0-1 0,0 1 0,0 0 0,0 1 1,0-1-1,-1 2 0,1-1 0,-1 1 1,1 1-1,-1-1 0,-7 2 61,16-1-83,-1 0 0,1 0 0,-1 0-1,1 0 1,0 0 0,-1 0 0,1 0 0,-1 0 0,1 0-1,-1 0 1,1 0 0,-1 1 0,1-1 0,0 0 0,-1 0 0,1 1-1,-1-1 1,1 0 0,0 0 0,-1 1 0,1-1 0,0 0-1,-1 1 1,1-1 0,0 1 0,0-1 0,-1 0 0,1 1-1,0-1 1,0 1 0,0-1 0,-1 0 0,1 1 0,0-1 0,0 1-1,0-1 1,0 1 0,0-1 0,0 1 0,0-1 0,0 1-1,0-1 1,0 1 0,0-1 83,0 3-819,0 12-5355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5:19.1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1 11178,'0'0'2292,"0"0"-35,0 0 15,0 0-719,-20 23-462,-63 76-56,77-93-925,1 0 0,0 0 0,0 1 1,1 0-1,0 0 0,0 0 0,1 0 0,0 1 0,0-1 1,0 1-1,1 0 0,0 0 0,1 0 0,0 0 0,0 0 1,1 0-1,0 0 0,0 4-110,0 2 163,1-12-148,-1 0 0,0 0 0,1 0 1,-1 0-1,1 1 0,0-1 0,-1 0 1,1 0-1,0 0 0,0-1 0,0 1 1,1 0-1,-1 0 0,0 0 0,1-1 1,-1 1-1,1-1 0,-1 1 0,1-1 1,0 0-1,0 1 0,0-1 0,0 0 1,-1 0-1,1 0 0,1-1 0,-1 1 1,0 0-1,0-1 0,0 1 0,0-1 1,0 0-1,1 0-15,12 2 39,1 0 0,0-1 1,0-1-1,7-1-39,0 0 31,-11 1-25,1-1 0,-1 0 0,1 0 1,-1-2-1,0 1 0,0-2 1,0 1-1,0-2 0,-1 1 0,0-2 1,0 1-1,0-2 0,0 1 1,-1-2-1,4-3-6,-7 5 86,0-1 1,-1 0-1,0 0 0,-1 0 1,0-1-1,0 1 1,0-1-1,-1 0 0,0-1 1,-1 1-1,1-1 0,-2 0 1,1 0-1,-1 0 1,-1 0-1,0 0 0,0 0 1,-1 0-1,0 0 1,0 0-1,-1-4-86,0 10 25,0 0 0,0-1-1,0 1 1,0 0 0,-1 0 0,1-1-1,-1 1 1,0 0 0,0 1 0,0-1 0,0 0-1,0 0 1,-1 1 0,1 0 0,-1-1-1,1 1 1,-1 0 0,0 0 0,0 0-1,0 1 1,0-1 0,0 1 0,-1 0 0,1 0-1,0 0 1,-1 0 0,1 0 0,-2 0-25,-15-2-4,1 0 1,0 1-1,-1 1 0,-9 1 4,24 0-2,0 0-82,-33 3-178,37-2 165,1-1-1,-1 0 0,0 0 1,0 0-1,1 0 1,-1 1-1,0-1 0,1 0 1,-1 1-1,0-1 0,1 1 1,-1-1-1,0 0 0,1 1 1,-1-1-1,1 1 0,-1 0 1,1-1-1,-1 1 0,1-1 1,-1 1-1,1 0 0,0-1 1,-1 1-1,1 0 0,0 0 1,0-1-1,0 1 0,-1 0 1,1 0-1,0-1 0,0 1 1,0 0-1,0 0 0,0-1 1,0 1-1,0 0 0,1 0 1,-1-1-1,0 1 1,0 0-1,1 0 98,8 9-6628,12-3-5316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5:19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 60 12411,'0'0'2419,"0"0"-263,0 0-326,0 0-886,29-6-550,209-30 186,-230 34-732,24-3 786,-28 1-48,-21 2-138,15 2-424,-29-3 485,0 2 1,0 1-1,-25 3-509,46-1 52,-1 0-1,0 1 1,0 0 0,1 1-1,0 0 1,0 0-1,0 1 1,0 0-1,1 1 1,-1 0 0,2 1-1,-4 2-51,8-6 20,0 1-1,0-1 0,0 1 1,0-1-1,1 1 1,0 0-1,0 0 0,0 1 1,0-1-1,1 1 1,-1-1-1,1 1 0,0 0 1,1 0-1,-1 0 1,1 0-1,0 0 0,0 0 1,0 0-1,1 0 0,0 0 1,0 1-1,0-1 1,1 3-20,0-8 7,-1 1 1,1 0-1,0-1 0,-1 1 1,1 0-1,0-1 1,0 1-1,-1-1 1,1 1-1,0-1 1,0 0-1,0 1 0,0-1 1,0 0-1,0 1 1,-1-1-1,1 0 1,0 0-1,0 0 0,0 0 1,0 0-1,0 0 1,1 0-8,29-1 64,-22 1-38,87-3 11,-47 0-32,0 3 0,15 2-5,-59-1-3,0 0 1,0 0-1,-1 0 0,1 0 1,-1 1-1,1 0 0,-1 0 1,0 0-1,1 0 1,-1 1-1,0 0 0,-1-1 1,1 1-1,0 1 1,-1-1-1,0 1 0,0-1 1,0 1-1,0 0 1,0 0-1,-1 0 0,0 0 1,1 1-1,-2-1 1,1 1-1,0 1 3,2 6-13,-1 1 0,0 0 0,-1 0 0,-1 0 0,0 0 0,0 0 1,-1 0-1,-1 0 0,0 2 13,0-9 19,-1-1 0,1 0 0,-1 0 0,1 1 0,-2-1 1,1 0-1,0-1 0,-1 1 0,0 0 0,0-1 0,0 0 0,-1 1 1,0-1-1,1 0 0,-1-1 0,-1 1 0,1-1 0,0 0 1,-1 0-1,0 0 0,-1 0-19,-4 2 88,1-1 1,-2 0-1,1 0 0,0-1 1,-1 0-1,1-1 0,-1 0 1,0-1-1,0 0 0,-1-1-88,-68-2 325,-55 1-597,117 2-2378,1 1-1,-1 1 0,-13 3 2651,2 2-8563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5:32.4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43 13947,'0'0'1812,"0"0"-766,-8 30 361,-23 104-372,30-126-985,0-1 0,0 1 0,1 0 0,0-1 0,0 1 0,0-1 0,1 1 0,1 0 0,-1-1 0,1 0-1,0 1 1,1-1 0,0 0 0,0 0 0,0 0 0,1-1 0,0 1 0,1-1 0,-1 0 0,1 0 0,0 0 0,1-1 0,-1 0 0,1 0 0,0 0 0,0-1 0,5 3-50,5 2 121,2 1 0,-1-2 0,1-1 0,1 0 1,-1-1-1,1-1 0,0-1 0,1 0 0,7-1-121,-7 0 235,1-2 1,0 0-1,0-1 0,0-1 1,-1-1-1,1-1 1,0-1-1,12-4-235,-26 6 103,0-1 1,0 0-1,0 0 1,0-1-1,-1 1 1,0-1-1,1-1 1,-1 1-1,-1-1 1,1 0-1,-1-1 1,0 1-1,0-1 1,-1 0-1,1 0 1,-1-1-1,-1 1 1,1-1-1,-1 0 1,0 0-1,-1 0 1,1 0-1,-1 0 1,-1-1-1,1-1-103,0-4 130,-1 0-1,0-1 0,-1 1 1,0 0-1,-1 0 0,0 0 1,-1 0-1,-1 0 1,0 0-1,-1 0 0,0 1 1,-5-10-130,5 13 21,0 1 1,-1-1 0,-1 1 0,1 0-1,-1 0 1,-1 0 0,1 1-1,-2 0 1,1 1 0,0-1 0,-1 1-1,0 1 1,-1 0 0,1 0 0,-1 0-1,0 1 1,-4-1-22,0 2-156,9 4-4862,4 9-1659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5:32.8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1 12379,'0'0'2952,"0"0"-615,-19 137 1592,4-74-2529,-1 3-424,3-7-368,5-4-320,3-6-96,5-9-184,0-9-8,26-7-832,11-15-1880,7-9-4210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5:33.1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37 3041,'0'0'10611,"23"-2"-7265,-17 1-3205,21-2 423,-1 1 0,1 1-1,-1 2 1,1 0 0,21 5-564,-39-4 122,-2-1 1,1 2-1,0-1 1,0 1-1,-1 1 0,1-1 1,-1 1-1,0 0 0,0 1 1,5 5-123,-7-6 47,-2 0-1,1 0 1,0 0 0,-1 1 0,0 0 0,0 0 0,0 0 0,-1 0-1,1 0 1,-1 0 0,0 1 0,-1-1 0,1 1 0,-1-1-1,0 1 1,-1-1 0,1 3-47,-1-4 75,0-1 0,0 1 0,-1 0 1,1-1-1,-1 1 0,1-1 0,-1 1 0,0-1 0,-1 0 0,1 1 0,0-1 1,-1 0-1,0 0 0,0 0 0,0 0 0,0 0 0,-1 1-75,-2 1 117,0 0 0,-1 0 0,1-1-1,-1 0 1,0 0 0,0 0 0,-1-1-1,-4 3-115,-9 2 169,0-2 1,0 0-1,0-1 1,-1-1 0,-17 2-171,32-6-6,-11 3 97,0-2 0,0 0-1,-1-1 1,1-1 0,-8-1-91,21 2 39,0-1 0,0 0 0,0 0-1,0 0 1,0-1 0,0 1 0,1-1 0,-1 0 0,1 0 0,-1 0 0,1-1-1,0 1 1,0-1 0,0 1 0,0-1 0,0 0 0,0 0 0,1-1 0,0 1 0,-1 0-1,1-1 1,1 0 0,-1 1 0,0-1 0,0-2-39,0-1 4,0 0-1,0 0 1,1 0-1,0 0 1,0 0-1,0 0 1,1 0-1,0 0 1,1-1 0,-1 1-1,2 0 1,-1 0-1,1 0 1,0 0-1,0 1 1,0-1-1,1 0 1,0 1 0,1 0-1,0-1 1,0 1-1,0 1 1,0-1-1,1 0-3,3-1-201,0 0-1,0 0 0,0 0 1,1 1-1,0 1 0,0-1 0,1 2 1,0-1-1,-1 1 0,1 1 1,1-1-1,-1 2 0,0 0 0,1 0 1,-1 0-1,3 2 202,37 2-3288,-19 10-2487,-7 8-6795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5:33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245 21 11682,'0'0'2385,"0"0"-377,0 0 112,0 0-720,17 22-427,51 72 210,-63-86-1024,-1-1-1,-1 1 0,1 0 0,-1-1 0,0 1 1,-1 1-1,0-1 0,0 0 0,-1 1 0,0-1 1,-1 0-1,0 1 0,0-1 0,0 1 0,-1-1 1,-1 1-1,1-1 0,-1 0 0,-2 4-158,0-3 117,0 0-1,0 0 0,-1 0 0,-1 0 1,1-1-1,-1 0 0,-1 0 1,1-1-1,-1 0 0,-1 0 0,1 0 1,-1-1-1,-1 0 0,1-1 0,-8 4-116,2-1 67,0-1 0,0-1 0,0 0 0,-1-1 0,0 0 0,0-1-1,-1-1 1,1 0 0,-14 0-67,26-3 10,0 0 0,0 0 0,0 0 0,0 0-1,0 0 1,0 0 0,0-1 0,0 0 0,0 1 0,0-1 0,0 0-1,0 0 1,0-1 0,0 1 0,1-1 0,-1 1 0,0-1-1,1 0 1,0 0 0,-2-1-10,2-1 11,0 0-1,0 0 1,0 0-1,0 0 1,1-1-1,-1 1 1,1-1-1,0 1 1,0-1-1,1 1 1,0-1-1,-1 1 1,2-5-11,-2-4-34,0 0 1,1 0 0,1 0 0,0 0 0,1 0 0,1 0 0,0 0 0,0 0 0,1 1-1,1-1 1,0 1 0,1 0 0,0 1 0,1-1 0,0 1 0,1 1 0,0-1 0,0 1-1,1 1 1,1 0 0,0 0 0,0 0 0,3-1 33,19-10-874,1 2-1,0 1 0,1 1 1,5 0 874,43-12-5317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5:33.8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57 6225,'0'0'4675,"0"0"-2987,28-7-164,20-1-913,7-2 541,0-2 1,0-3-1153,-56 15 65,1 0 0,0 0 1,0 0-1,0 0 1,0 0-1,0 0 1,0-1-1,0 1 0,0 0 1,0 0-1,0 0 1,0 0-1,0 0 0,0 0 1,0 0-1,0 0 1,0 0-1,0 0 1,0-1-1,0 1 0,0 0 1,0 0-1,0 0 1,0 0-1,0 0 0,0 0 1,0 0-1,0 0 1,0 0-1,0 0 1,0 0-1,0-1 0,0 1 1,0 0-1,0 0 1,1 0-1,-1 0 0,0 0 1,0 0-1,0 0 1,0 0-66,-18-1 686,-28 2-468,30 1-49,0 2 1,1 0 0,-1 0-1,1 2 1,0 0-1,0 0 1,-11 9-170,22-13 42,0 0 1,0 1-1,0 0 0,0 0 1,1 0-1,0 1 0,-1-1 1,1 1-1,1 0 1,-1-1-1,0 1 0,1 0 1,-1 3-43,2-4 12,0 0 1,0 0 0,1 0 0,0 0 0,-1 0 0,1 0 0,0 0 0,0 0 0,1 0 0,-1 0 0,1 0-1,-1 0 1,1 0 0,0 0 0,0 0 0,1-1 0,-1 1 0,0 0 0,1-1 0,-1 1 0,1-1-1,2 2-12,11 15 30,1-1 0,1-1 0,11 8-30,-9-7 4,0 0 0,-2 1 0,6 7-4,-18-20 18,-1 1 0,0-1 0,0 1 1,0 0-1,-1 0 0,0 1 1,0-1-1,-1 1 0,0-1 0,0 1 1,-1 0-1,0 0 0,0 0-18,-1-5 63,0-1-1,0 1 0,0 0 1,-1 0-1,1 0 1,-1 0-1,0-1 0,0 1 1,0 0-1,0 0 1,0-1-1,0 1 0,-1-1 1,1 1-1,-1-1 1,0 0-1,1 1 0,-1-1 1,0 0-1,-1 0 1,1 0-63,-4 2 92,0 0 1,0-1 0,0 1-1,0-1 1,0-1 0,-1 1-1,1-1 1,-1 0 0,-2 0-93,-18 3 215,-1-2 0,0 0 0,-1-2 1,-3-1-216,29 0 20,-5-1 42,0 0 0,1 0 1,-1 0-1,1-1 0,-1 0 0,1-1 0,0 1 0,-3-3-62,8 5-19,1-1 1,-1 0-1,0 1 1,1-1-1,-1 0 0,1 0 1,0 1-1,-1-1 0,1 0 1,0-1-1,-1 1 1,1 0-1,0 0 0,0 0 1,0-1-1,0 1 0,0-1 1,0 1-1,1-1 1,-1 1-1,0-1 0,1 1 1,-1-1-1,1 1 0,0-1 1,-1 0-1,1 1 1,0-1-1,0 0 0,0 1 1,0-1-1,0 0 0,0 1 1,1-1-1,-1 0 1,1 1-1,-1-1 0,1 1 1,-1-1-1,1 1 0,0-1 1,0 1 18,0 0-82,0-1 0,0 1-1,0 0 1,0 0 0,0 0 0,1 0 0,-1 1 0,0-1-1,1 0 1,-1 1 0,0-1 0,1 0 0,-1 1 0,1 0 0,0-1 82,39-9-7894,38-3 7894,-16 3-8571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5:34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15483,'0'0'2481,"0"0"-641,0 0 353,0 0-1393,0 0-432,178 14 48,-115-7-232,-5-2-64,-6-3-120,1 1-424,-14-1-3225,-15-2-5417</inkml:trace>
  <inkml:trace contextRef="#ctx0" brushRef="#br0" timeOffset="1">203 203 11442,'0'0'5626,"0"0"-3914,0 0 384,0 0-943,0 0-689,0 0-312,0 0-152,181 26-2001,-110-26-2480,-8-2-4272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5:34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148 519 15859,'0'0'3907,"0"0"-1602,0 0-224,0 0-1105,0 0-639,7-23-149,41-151 58,-37 118 136,-4-1-1,-1 0 1,-3 0 0,-4-28-382,1 76 53,2 131-117,5 0 0,11 42 64,-9-83-1619,-3 0-1,-3 33 1620,-3-109-659,0 0 0,-1 0 1,1 0-1,-1 0 0,0 0 1,0 0-1,-1-1 0,1 1 0,-1-1 1,0 1-1,-1-1 0,1 1 1,-3 2 658,2-3-466,-1 1 1,0-1 0,-1 1 0,1-2 0,-1 1 0,0 0-1,0-1 1,0 0 0,0 0 0,-2 1 465,-6 1-178,0 0 0,-1 0 0,0-1 0,-2 0 178,-59 10 3258,19-4 2635,67-11-5458,0 0 0,-1 1 0,1 0-1,-1 0 1,2 2-435,26 0 144,246-11 431,-98-7-3365,-86 3-4918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4:22.8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0 128 11586,'0'0'2397,"0"0"209,0 0 468,0 0-1612,0 0-910,5 5-16,0 5-278,1 0 1,-1 1 0,-1-1 0,0 1-1,-1 0 1,0 0 0,0 0-1,-1 0 1,-1 0 0,1 1 0,-2 5-259,2 105 1658,-2-115-1333,-1-55-276,0 20-32,1 1 1,2 0-1,3-23-17,-3 39-2,1 1-1,0 0 1,1-1 0,0 2 0,0-1-1,1 0 1,0 1 0,1 0-1,0 0 1,0 0 0,7-6 2,-5 6-9,1 0 1,0 1-1,1 0 1,0 1 0,0 0-1,1 0 1,-1 1-1,1 0 1,1 1-1,-1 0 1,1 1-1,0 1 1,0 0 0,0 0-1,0 1 1,0 0-1,1 1 1,8 1 8,-18 0-1,0 1-1,0-1 1,-1 1 0,1 0 0,0 0 0,0 0 0,0 0 0,-1 0-1,1 0 1,0 1 0,-1 0 0,1-1 0,-1 1 0,0 0-1,0 0 1,0 0 0,0 0 0,0 1 0,0-1 0,0 1-1,-1-1 1,1 1 0,-1-1 0,0 1 0,0 0 0,0 0 0,0-1-1,0 1 1,0 0 0,-1 0 0,1 2 1,2 15-11,0-1 0,-1 1 0,-2 0 0,0 9 11,0-18-2,-1 66-323,1 52-2373,7-46-3471,0-42 23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4:24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0 10266,'0'0'2298,"0"0"-380,0 0 338,0 0-654,0 0-886,0 0-383,-16 9 2,4-2-203,4-3-51,0 0-1,1 0 1,0 1 0,-1 0 0,2 0-1,-1 1 1,1 0 0,0 0 0,0 0-1,0 1 1,1 0 0,0 0 0,0 1-81,-2 6 192,1 0 0,0 0 0,1 1 0,0 0 1,1 0-1,1 1 0,0-1 0,1 1 0,1-1 1,1 10-193,0-22 19,0 0 0,0 0 0,0 0 0,1 0 0,-1 0 0,1-1 0,0 1 0,0 0 0,0 0 0,0-1 0,0 1 0,1-1 0,-1 1 1,1-1-1,0 1 0,-1-1 0,1 0 0,0 0 0,1 0 0,0 1-19,2 1 34,0-1 1,1 0 0,-1-1-1,0 1 1,1-1-1,0 0 1,-1 0-1,1-1 1,0 0-1,1 1-34,16 0 93,0 0-1,0-2 0,1 0 1,20-4-93,-33 2 9,0 0 1,0 0 0,0-1-1,0 0 1,-1-1-1,1 0 1,-1-1 0,0 0-1,-1-1 1,1 1-1,-1-2 1,0 0 0,-1 0-1,0 0 1,0-1 0,0 0-1,-1-1 1,0 0-1,-1 0 1,0 0 0,0-1-1,-1 0 1,0 0-1,-1 0 1,0-1 0,-1 1-1,0-1 1,0 0-1,-1 0 1,-1 0 0,0 0-1,0 0 1,-1 0-1,-1-3-8,1 11-15,-1 0 1,0 0-1,1 1 1,-1-1 0,0 0-1,-1 1 1,1-1 0,0 1-1,-1-1 1,1 1-1,-1 0 1,0 0 0,0 0-1,0-1 1,0 2 0,0-1-1,0 0 1,-1 0-1,1 1 1,0-1 0,-1 1-1,1 0 1,-1 0 0,0 0-1,1 0 1,-1 0 0,-2 0 13,-8-2-454,0 1 1,-1 0 0,1 1-1,0 1 1,-3 0 453,10 0-296,-54 0-4654,3 0-4057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4:25.2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1 7586,'0'0'2480,"0"0"-511,0 0-109,0 0-441,0 0-380,0 0-11,-21 3 2709,22 3-3682,1-1 0,0 0 0,0 0 0,0 0 0,1 0-1,0 0 1,0 0 0,0-1 0,0 1 0,1-1 0,1 1-55,12 19 69,35 60 23,-4 2-1,-4 1 1,-3 3-1,-5 1 1,11 46-92,-36-95 37,-2 1 0,-2 0 1,-1 0-1,-2 1 0,-2 25-37,-3-45 86,0-1 1,-2 1-1,-1 0 0,0-1 0,-2 0 0,-1 0 0,0 0 1,-2-1-1,-1 0 0,-11 19-86,-16 15 322,-3-2 0,-2-2 1,-22 18-323,1 2-1897,-6 14 1897,48-57-3902,1 2 0,-12 25 3902,18-28-9058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4:26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81 8978,'0'0'2248,"0"0"-518,0 0 163,0 0-178,0 0-431,0 0-123,-7-12-128,-21-37-379,12 30 3183,15 19-3807,1 0 1,-1-1 0,1 1-1,0 0 1,-1 0-1,1 0 1,0 0 0,-1 0-1,1 0 1,-1 1 0,1-1-1,0 0 1,-1 0-1,1 0 1,-1 0 0,1 0-1,0 1 1,-1-1-1,1 0 1,0 0 0,0 0-1,-1 1 1,1-1-1,0 0 1,-1 1 0,1-1-1,0 0 1,0 1-1,-1-1 1,1 0 0,0 1-1,0-1 1,0 0-31,-11 40-884,10-31 1270,-29 119-384,2 21-2,21-93 38,1-1 0,4 1 0,1 0 0,4 4-38,-2-53-58,0 1 0,1-1 0,0 0 0,0 0 0,1 0 0,0 0-1,0-1 1,0 1 0,1-1 0,0 0 0,0 0 0,1 0 0,0 0 0,0-1 0,0 0 0,0 0 0,1 0 0,0-1 0,0 0 0,0 0 0,1 0 0,-1-1 0,1 0 0,0 0 0,0-1 0,0 1 0,0-2 0,0 1 0,1-1 0,-1 0 0,0 0 0,1-1 0,5-1 58,23 1-3140,-3 0-2449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4:26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81 13363,'0'0'1690,"-3"23"-103,1-6-1246,-4 34 709,3 1 0,1 1-1050,2-46 90,0 1 0,0 0 0,1 0 0,0-1 0,0 1 0,0-1 0,1 1 0,0-1 0,1 1 0,0-1 0,0 0 0,1 0 0,-1-1 0,1 1 0,1-1 0,-1 1 0,1-1 0,0-1 0,1 1 0,-1-1 0,1 0 0,0 0 0,1-1 0,-1 1 0,1-1 0,0-1 0,0 1 0,0-1 0,0-1 0,0 1 0,1-1 0,-1 0 0,1-1 0,-1 0 0,1 0 0,6 0-90,-7-1 27,1 0 1,0 0-1,0 0 1,0-1 0,0 0-1,-1 0 1,1-1-1,0 0 1,-1-1-1,0 1 1,1-1-1,-1-1 1,0 0 0,-1 0-1,1 0 1,2-2-28,-4 0 65,1 1 1,-1-1-1,-1 0 1,1 0 0,-1 0-1,0 0 1,0-1 0,-1 0-1,0 0 1,0 0-1,-1 0 1,0 0 0,0-1-1,-1 1 1,1 0-1,-2-1 1,1-3-66,0-4 99,-1 0 1,0 0-1,-1 0 0,-1 0 1,-1 0-1,0 0 0,0 0 0,-2 1 1,0-1-1,0 1 0,-4-5-99,5 10 50,-1 1 1,0-1-1,-1 1 0,0 0 0,-1 0 0,1 0 0,-1 1 0,-1 0 0,1 1 1,-1 0-1,0 0 0,-1 0 0,1 1 0,-1 0 0,0 1 0,0 0 1,-9-2-51,17 5-33,0 1 0,1-1 0,-1 1 0,0-1 1,0 1-1,0-1 0,0 1 0,0 0 1,0 0-1,0-1 0,1 1 0,-1 0 0,0 0 1,0 0-1,0 0 0,0 0 0,0 0 1,0 1-1,0-1 0,0 0 0,0 0 1,0 1-1,0-1 0,1 0 0,-1 1 0,0-1 1,0 1-1,0-1 0,0 1 0,1-1 1,-1 1-1,0 0 0,1-1 0,-1 1 0,0 0 1,1 0-1,-1-1 0,1 1 0,-1 0 1,1 0-1,0 0 0,-1 0 0,1 0 1,0 0 32,0 3-385,0 0 1,0 0 0,0 0 0,1 0 0,0 0 0,0 0 0,0 0 0,0 0 0,0 0 0,2 2 384,14 26-5936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4:27.2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0 13067,'0'0'1640,"0"0"513,0 0-457,0 0-728,-47 137-480,36-108-16,6-8-304,3-5-104,2-4-64,10-12-840,16 0-2865,6 0-4112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4:27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100 129 6081,'0'0'5537,"0"0"-2871,0 0-237,0 0-589,0 0-838,0 0-671,-11 9-155,7-6-157,-2 1 41,0 1 1,0 0-1,0 1 0,1-1 1,0 1-1,0 0 0,0 0 1,1 0-1,0 1 0,0 0 1,0 0-1,1 0 0,0 0 1,-1 6-61,-1 4 160,2 1 0,0-1 0,1 1 0,1 0 0,0-1 0,2 1 0,0 0 0,1-1 0,0 3-160,-1-15 31,1 1 1,-1-1 0,1 0 0,0 0 0,0 0 0,0 0 0,1 0 0,0 0 0,0 0 0,0-1-1,0 1 1,1-1 0,0 0 0,0 0 0,0-1 0,0 1 0,0-1 0,1 0 0,0 0-1,-1 0 1,1-1 0,0 1 0,0-1 0,1 0 0,-1-1 0,0 1 0,1-1 0,-1 0-1,0-1 1,5 1-32,-1 0 26,1 0 1,0-1-1,0-1 0,0 1 0,0-1 0,0-1 1,-1 0-1,1 0 0,0-1 0,-1 0 0,0-1 0,0 0 1,3-2-27,-4 1 14,-1 0 0,0-1 0,-1 1 0,1-1 1,-1-1-1,-1 1 0,1-1 0,-1 0 0,0 0 1,-1-1-1,1 0 0,-1 1 0,-1-1 1,0-1-1,2-4-14,0-3 32,-1-1 1,0 0-1,-1-1 1,-1 1-1,0 0 1,-1-1-1,-2 1 1,0-6-33,0 12 48,0 1 0,-1 0 0,0-1 0,0 1 1,-1 0-1,-1 0 0,0 1 0,0-1 1,-1 1-1,0 0 0,0 0 0,-1 1 0,-1-1 1,-2-2-49,-2 0-35,0 1 0,-1 0 1,0 0-1,-1 1 0,0 1 1,0 0-1,-7-2 35,23 20-5141,15 5-555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4:28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106 321 10722,'0'0'1747,"0"0"-522,3-23 200,9-47 1852,1-65-3277,-13 42 3746,-4 141-3743,1-1 1,3 1-1,2 0 0,3 8-3,-3-48 7,1 1 1,-1-1-1,2 0 0,-1 0 0,1 0 0,0 0 0,1-1 0,0 1-7,0 0-210,0 1 0,0-1 0,-1 1 0,0 1 0,0 2 210,-3-10-212,0 1 0,-1-1-1,0 1 1,0-1 0,0 1 0,0 0 0,0-1 0,0 1 0,-1-1 0,1 1-1,-1-1 1,1 1 0,-1-1 0,0 1 0,0-1 0,0 0 0,-1 0 0,1 1-1,0-1 1,-1 0 0,0 0 0,1 0 0,-1 0 0,0-1 0,0 1 0,0 0-1,0-1 1,-2 2 212,-10 5-151,0 0-1,0 0 1,-1-2-1,-10 4 152,-32 17-66,55-26 115,0 0-1,0 1 1,0-1 0,1 1-1,-1-1 1,0 1 0,1 0 0,-1-1-1,1 1 1,-1 0 0,1 0 0,0 0-1,0 0 1,0 1 0,0-1 0,0 0-1,1 0 1,-1 0 0,0 2-49,1-2 76,1-1 0,-1 0 0,0 0 1,1 0-1,-1 0 0,1 0 0,-1 0 1,1 0-1,-1 0 0,1 0 0,0 0 0,-1 0 1,1 0-1,0 0 0,0 0 0,0-1 1,0 1-1,0 0 0,0-1 0,0 1 0,0 0 1,0-1-1,0 0 0,0 1 0,0-1 1,0 1-1,0-1 0,1 0 0,-1 0 1,0 0-1,0 0 0,0 0 0,1 0 0,-1 0 1,0 0-1,1 0-76,89 0-346,-1-4 1,1-4 345,-71 6-759,31-3-3752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4:28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4481,'0'0'7298,"0"0"-6170,0 0 1128,0 0-911,103 155-161,-85-91-144,-8 2-96,-7 0-576,-3-4-208,0-6-88,-5-1-72,-14-3-216,-12 7-1344,2-15-1097,3-6-5224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5:38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13955,'0'0'1808,"0"0"-1192,189 0 265,-95 0-585,4 0-296,1 3-640,-23 6-2217,-23-4-5201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5:39.2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65 12051,'0'0'4411,"0"0"-2837,0 0-155,0 0-544,-24 17-474,24-17-401,-32 24 167,0 1 1,-5 7-168,33-27 46,-1 0 1,1 0-1,0 1 0,1-1 1,-1 1-1,1 0 0,0 0 1,1 0-1,-1 0 1,1 1-1,1-1 0,-1 0 1,1 1-1,-1 5-46,2 1 177,-1 1-1,2-1 1,0 0 0,0 0-1,3 8-176,-3-16 52,0 0-1,1 0 0,-1-1 1,1 1-1,0-1 0,1 1 1,-1-1-1,1 0 1,-1 1-1,1-1 0,0-1 1,1 1-1,-1 0 1,1-1-1,0 0 0,0 0 1,0 1-52,3 0 42,0 0 0,0 0 0,1 0 0,0-1 0,-1 0 0,1-1 0,0 0 0,1 0 0,-1 0 0,2-1-42,0 0 22,0 0 0,0 0 1,-1-1-1,1-1 0,0 1 1,0-2-1,-1 1 1,1-1-1,0-1 0,-1 0 1,0 0-1,0-1 0,0 0 1,0-1-1,-1 1 0,1-2 1,6-5-23,-8 3 99,0 0 0,0 0 0,0-1 0,-1 0 0,-1-1 0,0 1 0,0-1 0,0 0 0,-2-1-1,1 1 1,-1-1 0,-1 1 0,0-1 0,0 0 0,-1 0 0,0 0 0,-1 0 0,0 1 0,-1-1 0,0 0 0,-1 0 0,0 0 0,-1 1 0,0-1 0,-1 1 0,0 0 0,0 0 0,-1 0 0,-1 0 0,1 1 0,-1 0 0,-1 0 0,0 1 0,0-1-99,-59-43 109,137 48-9978,-24 12 1106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5:39.5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0 11642,'0'0'2961,"0"0"1216,-26 142-1304,5-81-993,5 0-880,0-6-256,8-6-384,0-6-199,6-8-105,2-4-56,0-10-80,21-14-681,13-7-1327,3 0-4121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5:39.8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263 7 8434,'0'0'7497,"0"0"-4799,-29-2-563,-93-2-722,118 3-1366,-1 1 1,1 1-1,-1-1 1,1 1-1,-1 0 1,1 0-1,0 0 1,0 0-1,-1 1 1,1 0-1,0-1 1,0 2-1,0-1 1,1 0-1,-1 1 1,1 0-1,-1 0 1,1 0-1,0 0 1,0 0-1,0 1 1,0-1-1,1 1 1,-2 2-48,1 1 36,0 0 0,1 1 1,0-1-1,0 1 1,0-1-1,1 1 1,0 0-1,0 0 1,1 0-1,1 7-36,-1-13 6,0 0 0,1 1 0,-1-1 0,0 0 0,1 0 0,0 1 0,0-1-1,0 0 1,-1 0 0,2 0 0,-1 0 0,0 0 0,0 0 0,1 0 0,-1-1 0,1 1 0,-1 0 0,1-1 0,0 1 0,0-1 0,0 0-1,0 1 1,0-1-6,4 2 10,-1-1-1,0 0 0,1 0 0,-1-1 1,1 1-1,0-1 0,-1-1 0,1 1 1,0-1-1,1 0-9,1 1-17,1-2 1,0 1-1,-1-1 0,1 0 1,-1-1-1,1 0 1,-1 0-1,1-1 1,-1 0-1,0-1 1,0 1-1,-1-2 0,5-2 17,14-26-155,-7 8 143,-13 23 384,-4 11 421,-13 224 757,-1 5-1132,12-237-436,0 0-1,0 0 0,0 0 1,0 0-1,0 0 0,0 0 1,0 0-1,1 0 0,-1 0 0,0-1 1,1 1-1,-1 0 0,1 0 1,-1 0-1,1 0 0,-1-1 1,1 1-1,-1 0 0,1 0 1,0-1-1,-1 1 0,1-1 0,0 1 1,0 0-1,0-1 0,-1 1 1,1-1-1,0 0 0,0 1 1,0-1-1,0 0 0,0 1 1,0-1-1,0 0 0,0 0 0,0 0 1,-1 0-1,2 0 19,37-5-1230,-36 4 1083,50-20-3912,2-7-3628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5:40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302 1 14507,'0'0'2739,"0"0"-542,0 0-173,-25-1-992,-82 5-545,99-3-426,0 1-1,0 1 1,1-1-1,-1 1 1,0 1-1,1-1 1,0 1-1,0 1 1,0-1-1,0 1 1,1 0-1,0 1 1,0 0-1,0 0 1,1 0 0,0 0-1,-2 4-60,-1 0 49,4-6-28,0 0 1,1 1 0,-1-1-1,1 1 1,0 0-1,0-1 1,1 2 0,-1-1-1,1 0 1,0 0-1,1 1 1,-1-1-1,1 1 1,0-1 0,1 1-1,-1 1-21,2-5 4,-1-1 0,1 1-1,0 0 1,-1-1 0,1 1-1,0-1 1,0 1 0,0-1-1,0 1 1,0-1 0,1 1-1,-1-1 1,0 0 0,1 0 0,-1 0-1,1 0 1,-1 0 0,1 0-1,-1 0 1,1 0 0,0 0-1,-1-1 1,1 1 0,0-1-1,0 1 1,-1-1 0,1 0-1,0 0 1,0 0 0,0 0 0,-1 0-1,2 0-3,69-1-284,-69 1 242,6-1-145,0-1 0,0 0 1,-1-1-1,1 0 0,0 0 0,-1-1 0,0 0 0,0 0 0,0-1 0,5-4 187,-7 6-36,-1-1 0,0 0 0,0-1-1,0 1 1,-1-1 0,1 0 0,-1 0-1,0-1 1,0 1 0,-1-1 0,0 0-1,0 0 1,0 0 0,-1 0 0,1-1 36,-33 173 4266,19-76-3451,4 1 0,3 11-815,4-101-31,0 1 0,-1 0-1,1-1 1,0 1 0,0-1 0,0 1 0,0 0 0,1-1 0,-1 1 0,0 0 0,1-1 0,-1 1 0,1-1 0,-1 1 0,1-1 0,0 1 0,0-1 0,0 0 0,0 1 0,0-1 0,0 0 0,0 1 0,0-1 0,0 0 0,0 0 0,2 0 31,0 0-140,0-1-1,0 1 1,1-1 0,-1 0 0,0-1 0,0 1 0,1 0 0,-1-1 0,0 0-1,0 0 1,0 0 0,0 0 0,2-1 140,36-19-3255,-2-9-2863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5:40.6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4521,'0'0'13550,"0"0"-9454,0 0-2621,0 0-294,1 21-126,11 269 1713,-11-294-2739,0 0 0,0 1 0,0-1 0,1 0 1,0 0-1,-1 1 0,1-1 0,2-1-29,6-14 6,6-19 11,1 0 1,13-17-18,-22 42-10,0 0 0,1 0-1,1 1 1,0 0 0,0 0 0,1 1-1,1 1 1,5-4 10,-16 13-6,1-1-1,0 1 1,-1 0 0,1 0-1,0 0 1,0 0 0,0 0-1,-1 0 1,1 0 0,0 1-1,0-1 1,0 1 0,0-1-1,0 1 1,1 0 0,-1-1-1,0 1 1,0 0-1,0 1 1,0-1 0,0 0-1,0 1 1,0-1 0,0 1-1,1 0 7,-1 0-1,0 1-1,0 0 1,0 0-1,0 0 0,0 0 1,0 1-1,0-1 1,-1 0-1,1 1 0,-1-1 1,0 1-1,0 0 1,0-1-1,0 1 0,0 0 1,0 1 1,3 15-79,-1 1 0,-1 0 1,-1 0-1,-1 17 79,0-30-78,-5 110-2558,-11-41-3401,1-24-4341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5:45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220 95 12203,'0'0'2255,"-27"27"-1000,-86 95 612,102-109-1550,0 0 1,1 1-1,1 0 1,0 0 0,1 1-1,-2 5-317,8-15 72,0 1 1,0-1-1,1 1 0,-1 0 0,1-1 0,0 1 1,1 0-1,0 0 0,0-1 0,0 1 1,0 0-1,1 0 0,0-1 0,0 1 0,2 4-72,-2-7 32,1 0 1,0 0-1,0 0 0,0 0 0,0 0 0,0-1 0,0 1 0,1-1 0,-1 1 0,1-1 0,-1 0 0,1 0 0,0 0 0,0 0 0,0 0 0,0-1 0,1 1 1,-1-1-1,0 0 0,1 0 0,-1 0 0,0-1 0,1 1 0,0-1-32,14 2 219,0 0 0,1-2 0,-1 0 0,3-1-219,-8 0 133,11-1-22,-1 0 0,1-2 0,-1-1-1,0-2 1,0 0 0,-1-1 0,0-1-1,0 0 1,15-11-111,-22 11 98,1-1-1,-1 0 1,-1-1 0,0 0 0,-1-1-1,0-1 1,0 0 0,-2-1 0,1 0-1,-2-1 1,0 0 0,-1-1 0,1-3-98,-6 12 115,-1 0 1,-1-1-1,1 1 1,-1 0 0,0-1-1,-1 1 1,0-1 0,0 0-1,-1 1 1,0-1-1,0 0 1,-1 0 0,1 1-1,-2-1 1,-1-7-116,0 9 37,1 1 1,-1-1-1,0 0 1,0 1-1,-1 0 1,1 0 0,-1 0-1,0 0 1,-1 1-1,1-1 1,-1 1-1,0 0 1,0 0-1,0 1 1,-1 0-1,1 0 1,-1 0-1,0 0 1,-2 0-38,-11-3-26,0 1 1,0 1-1,-8-1 26,16 4-3954,7 0-4096,27 1-4827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5:46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13411,'0'0'2848,"0"0"-191,0 0-48,0 167-1209,0-119-592,0-6-424,0-4-248,0-12-136,0-5 0,16-16-1088,13-5-1761,5 0-4544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5:46.6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1 6241,'0'0'10407,"0"0"-7231,-24 7-1859,-74 27-167,93-32-1096,0 1 0,0 0 0,0 0-1,1 1 1,-1 0 0,1-1-1,0 1 1,0 1 0,1-1-1,-1 0 1,1 1 0,0 0-1,0 0 1,0 0 0,1 0-1,0 0 1,0 1 0,0-1 0,1 0-1,-1 1 1,1 0 0,1-1-1,-1 1 1,1 0 0,0-1-1,0 1 1,1 4-54,-1-9 6,0 1 0,0 0 0,0 0 0,1-1 0,-1 1 0,1 0 0,-1-1 0,1 1 0,0 0 0,-1-1 0,1 1-1,0-1 1,0 1 0,0-1 0,0 1 0,0-1 0,0 0 0,1 0 0,-1 1 0,0-1 0,1 0 0,-1 0 0,1 0-6,2 1 12,1 0-1,-1 0 1,1 0 0,0 0-1,-1-1 1,1 1-1,0-1 1,4 0-12,9 0-45,-1 0 0,1-1 1,0-1-1,9-2 45,-22 3-100,0-1 0,0 0 0,1 0 0,-1 0 0,0-1 0,0 0 1,-1 0-1,1 0 0,0 0 0,-1-1 0,1 0 0,-1 0 0,0 0 0,0 0 0,0-1 0,0 1 1,-1-1-1,1 0 0,-1-1 0,0 1 0,1-4 100,1-1 147,-1 0 0,-1-1 0,0 0-1,-1 0 1,1 0 0,-2 0 0,0 0 0,0 0-1,0-1 1,-2-2-147,-14 115 2359,11-25-1842,3 1-1,4 0 1,3-1-1,13 65-516,-19-141-31,1 0 0,-1 1 0,0-1 1,1 0-1,-1 1 0,1-1 0,-1 0 0,1 0 0,0 0 0,-1 0 0,1 1 0,0-1 0,0 0 0,0 0 0,0 0 0,0-1 1,0 1-1,0 0 0,0 0 0,0 0 0,0-1 0,0 1 0,1-1 0,-1 1 0,0-1 0,0 1 0,1-1 0,-1 0 0,0 1 1,1-1-1,-1 0 0,0 0 0,1 0 0,-1 0 0,0 0 0,1-1 0,-1 1 0,0 0 0,1 0 0,-1-1 0,0 1 0,0-1 1,1 1-1,-1-1 0,0 0 0,0 1 0,1-2 31,10-4-934,-1-1 1,-1 0-1,1 0 1,7-8 933,-17 14-277,44-36-6659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5:46.9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339 0 13851,'0'0'2262,"0"0"-491,-27 5 244,3-2-1605,13-2-306,0 0 1,1 1 0,-1 0 0,0 0-1,1 1 1,-1 1 0,1 0 0,0 0 0,1 1-1,-1 0 1,1 1 0,0 0 0,0 0-1,-4 5-104,-8 8 416,0 1 0,2 1 0,-6 9-416,19-23 96,1 0 0,0 1 1,0 0-1,1 0 1,0 0-1,0 0 1,1 1-1,0 0 1,0-1-1,1 1 0,0 0 1,1 5-97,0-12 8,1-1 1,1 0-1,-1 1 1,0-1-1,0 0 1,0 0-1,1 1 1,-1-1 0,0 0-1,1 0 1,0 0-1,-1 0 1,1 0-1,-1 1 1,1-1-1,0 0 1,0 0-1,0-1 1,0 1-1,-1 0 1,1 0-1,0 0 1,0 0-1,1-1 1,-1 1-9,3 1 13,0 0 1,0-1-1,0 1 0,1-1 0,-1 0 1,0 0-1,1 0 0,1-1-13,13 2 29,1-2-1,-1-1 0,8-1-28,-25 2 3,18-3-102,1-1 1,0 0 0,-1-2 0,0 0-1,-1-2 1,1 0 0,-1-1-1,-1 0 1,1-2 0,-2 0 0,0-1-1,0-1 1,-1-1 0,-1 0 0,0-1-1,1-2 99,-15 15 860,-22 72 586,6-22-998,2 0 0,2 0 0,2 1-1,1 13-447,0 40 447,4 58-447,4-158-45,0-1 1,0 1-1,0 0 1,0-1-1,0 1 1,0-1-1,1 1 1,-1 0-1,1-1 1,-1 1-1,1-1 1,0 1-1,-1-1 1,1 0-1,0 1 1,0-1-1,0 0 0,0 1 1,0-1-1,1 0 1,-1 0-1,0 0 1,0 0-1,1 0 1,-1 0-1,0-1 1,1 1-1,-1 0 1,1-1-1,-1 1 1,1-1-1,0 1 1,-1-1-1,1 0 1,-1 1-1,1-1 1,0 0-1,0 0 45,6 0-603,1-1 1,0 0-1,-1 0 0,1 0 1,-1-1-1,0-1 0,1 1 603,33-15-6156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5:47.3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 15715,'0'0'2284,"0"0"-1067,3 22 378,33 300 1897,-32-358-3454,0 1 1,3-1 0,7-22-39,-9 41 13,0 1 1,2-1-1,0 1 1,0 0-1,2 1 1,0 0-1,0 0 1,7-6-14,-13 18 15,-1 0 1,1 0 0,1 0 0,-1 0 0,0 0-1,1 1 1,-1-1 0,1 1 0,-1 0 0,1 0-1,0 0 1,0 1 0,0-1 0,0 1 0,0 0-1,1 0 1,-1 1 0,0-1 0,2 1-16,-3 0 16,1 1 0,-1-1 0,0 1-1,0 0 1,0 0 0,0 0 0,0 0 0,0 0 0,0 1 0,0-1 0,0 1 0,0 0-1,-1 0 1,1 0 0,-1 0 0,0 1 0,1-1 0,-1 0 0,0 1 0,0 0 0,-1-1-1,1 1 1,0 0 0,-1 0 0,0 0-16,8 19 68,-2-1 1,-1 1-1,-1 1 0,0-1 0,-2 1 1,0 14-69,1-1-161,2 0 0,2 5 161,-5-30-451,0-1 1,1 1-1,0-1 1,0 0-1,1 0 0,1 0 1,0 0-1,7 8 451,8 5-5392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5:47.7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16091,'0'0'2841,"0"0"-1961,0 0 48,0 0-511,153 0-361,-93 0-56,-2-2-1473,-19-3-1631,-15 3-2682</inkml:trace>
  <inkml:trace contextRef="#ctx0" brushRef="#br0" timeOffset="1">69 216 10298,'0'0'4729,"0"0"-3328,0 0 1439,0 0-855,0 0-961,0 0-576,0 0-448,204 2-1608,-133-7-4034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5:52.1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7642,'0'0'1831,"0"0"40,0 0-208,0 0-699,0 0-541,0 7-85,16 366 3331,-8-250-1384,26 120-2285,-15-120 804,3 120-804,-18 610 2439,-5-485-1681,1-367-705,0-1-108,21-24-8233,-13 12-1820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5:52.5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95 13651,'0'0'2080,"0"0"-1472,0 0 1001,0 0-841,0 0-536,0 0-120,155-35-104,-108 26 56,-5-1-64,-2 1 0,2-3-872,-11 2-1993,-7 1-5617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5:53.1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1 8130,'0'0'2755,"0"0"-671,0 0 166,0 0-420,0 0-546,0 0-426,-1 0-822,0 0 0,0 0 1,1 0-1,-1 0 0,0 0 0,0 0 1,0 0-1,1 0 0,-1 0 0,0 0 1,0 1-1,1-1 0,-1 0 0,0 1 1,1-1-1,-1 0 0,0 1 1,1-1-1,-1 1 0,0-1 0,1 1 1,-1-1-1,1 1 0,-1-1 0,1 1 1,-1 0-37,20 462 2640,-45 321-1047,19-723-1619,3-27-139,1 1 1,1-1-1,2 1 0,4 23 165,-4-56-406,0 1 0,1-1 0,0 1 0,0-1 0,0 1 0,0-1 0,0 1 0,0-1 0,1 0 0,-1 0-1,1 0 1,-1 0 0,1 0 0,0 0 0,0 0 0,0 0 406,9 8-7479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5:53.5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 13635,'0'0'1992,"0"0"-1368,0 0 225,0 0 1055,0 0-1152,158 4-528,-85-4-104,24-14-120,-18-5-1544,-19 3-3193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5:53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87 14147,'0'0'2329,"0"0"-1737,0 0-200,0 0-392,0 0-16,165-70-2353,-133 53-3320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5:54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8242,'0'0'4569,"0"0"-3110,0 0-735,1 29 339,0 5-626,-1-9-131,1 0 0,1 0-1,1 0 1,1 0 0,2-1 0,0 1-306,13 47 587,-3 1 0,-4 1 0,-3 0-1,-3 0 1,-3 25-587,-5 5 485,0-51-361,1-1 1,3 1-1,2-1 1,2 0-1,12 46-124,10-14 209,27 55-209,-28-77 269,-3 1-1,-2 1 1,5 38-269,-21-72 185,-2 0 0,-1 1 0,-2-1-1,0 1 1,-2-1 0,-2 0 0,-1 1 0,-3 11-185,2-2 219,4-24-6269,1-20 1516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6:03.7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325 50 10138,'0'0'2130,"0"0"-771,0 0 351,0 0-518,0 0-647,-21-2-231,-66-1 206,83 4-458,1-1-1,-1 1 1,0 1 0,1-1-1,-1 0 1,0 1 0,1-1-1,0 1 1,-1 0 0,1 1-1,0-1 1,0 0 0,0 1-1,1-1 1,-1 1 0,0 0-1,1 0 1,0 0 0,0 0 0,0 1-1,-2 2-61,-5 8 232,-18 23 500,2 0 1,2 2-1,0 2-732,17-28 123,-1 0-1,2 0 0,0 1 0,0 0 0,1 0 0,1 0 0,1 0 0,0 1 0,0-1 0,1 0 1,2 9-123,-1-20 33,1 0 1,0 0 0,0 0 0,0 0-1,0 0 1,0 0 0,1 0 0,-1-1-1,1 1 1,0 0 0,0-1 0,0 1-1,0-1 1,0 0 0,1 1 0,-1-1-1,1-1 1,-1 1 0,1 0 0,0 0-1,0-1 1,0 0 0,0 1 0,0-1-1,0 0 1,0-1 0,0 1 0,0 0 0,2-1-34,14 3 144,1 0 1,0-2-1,0 0 1,10-2-145,-8 1 46,3-1-19,0 0 1,0-2-1,0-1 1,0-1-1,-1 0 1,0-2-1,0-1 1,-1-1-1,14-8-27,-27 12 52,0 0 0,0-1 1,-1 0-1,1 0 0,-1-1 0,-1-1 0,0 1 0,0-1 0,0-1 0,-1 1 0,0-1 0,-1-1 0,0 1 1,0-1-1,-1 0 0,0 0 0,-1-1 0,0 1 0,-1-1 0,0 0 0,-1 0 0,1-7-52,-2 9 51,0 0-1,-1 0 1,0 0-1,0 0 1,-1-1 0,-1 1-1,1 1 1,-1-1-1,-1 0 1,0 0-1,0 1 1,-1-1-1,0 1 1,-4-7-51,2 7 38,0 0 0,-1 1 0,0 0 1,0 0-1,-1 1 0,1 0 0,-1 0 0,0 1 0,-1 0 0,1 1 0,-1-1 1,0 2-1,0-1 0,-1 1-38,-3-1-36,-1 0 0,1 1 0,-1 0 0,1 2 1,-1-1-1,0 1 0,1 1 0,-5 1 36,18-1-78,-1 0 0,0 0 0,1 0 1,-1 0-1,0 0 0,1 0 0,-1 0 0,0 0 0,1 0 0,-1 0 0,0 0 0,1 0 1,-1 0-1,1 1 0,-1-1 0,0 0 0,1 1 0,-1-1 0,1 0 0,-1 1 1,1-1-1,-1 1 0,1-1 0,-1 0 0,1 1 0,-1 0 0,1-1 0,-1 1 0,1-1 1,0 1-1,-1-1 0,1 1 0,0 0 0,0-1 0,0 1 0,-1 0 0,1-1 0,0 1 1,0 0-1,0-1 0,0 1 0,0 0 0,0-1 0,0 1 0,0 0 0,0-1 1,1 1-1,-1-1 0,0 1 0,0 0 0,0-1 0,1 1 0,-1 0 0,0-1 0,1 1 1,-1-1-1,1 1 0,-1-1 0,1 1 0,-1-1 0,1 1 78,1 2-994,1 1-1,0-1 1,0 1-1,0-1 1,0 0-1,0 0 1,1 0-1,0-1 0,0 1 995,29 12-12097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6:04.0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0 12979,'0'0'2392,"0"0"537,0 0 104,0 0-1553,-19 133-568,11-98-384,3 0-224,-3-4-232,0-3-24,1-2-32,-1-9 64,8-5-80,0-10-824,36-11-1016,14-22-2513,5-7-5369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6:04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302 4 13899,'0'0'2170,"-23"-1"-187,12 0-1704,-13 0 308,1 0 0,0 1 0,-1 2 1,1 0-1,-16 5-587,34-6 56,-1 0 0,1 0 0,-1 1 0,1-1 0,0 1 0,0 1 0,-1-1 0,2 1 0,-1 0 0,0 0 0,1 0 0,-1 1 0,1-1 0,0 1 0,0 0 0,0 1 0,1-1 0,-1 1-1,1-1 1,0 1 0,1 0 0,-1 0 0,1 0 0,0 0 0,0 1 0,1-1 0,-1 1 0,1-1 0,0 5-56,1-8 8,0 1-1,0 0 1,0-1-1,0 1 0,1-1 1,-1 1-1,1-1 1,0 1-1,0-1 1,0 1-1,0-1 0,0 0 1,0 1-1,1-1 1,-1 0-1,1 0 1,-1 0-1,1 0 0,0 0 1,0 0-1,0-1 1,0 1-1,0 0 1,0-1-1,1 0 1,-1 1-1,0-1 0,1 0 1,-1 0-1,1-1 1,-1 1-1,1 0 1,-1-1-1,2 1-7,12 2 21,1-1 0,0 0 0,0-1 1,16-1-22,-21 0 14,-2 0-14,0-1 0,0 1-1,0-2 1,0 1 0,-1-1 0,1-1-1,-1 0 1,1 0 0,-1-1 0,0 0-1,2-1 1,-7 2 35,0 1-1,0-1 0,-1 0 0,1 0 0,-1-1 0,1 1 0,-1-1 1,0 0-1,0 0 0,-1 0 0,1 0 0,-1 0 0,0 0 1,0-1-1,0 1 0,0-1 0,-1 0 0,0 1 0,0-1 1,0 0-1,-1 0 0,0 1 0,0-6-34,0 9 782,0 23-150,-2 87 523,-1-29-47,7 47-1108,-4-122 7,0 1 0,1-1-1,0 0 1,0 0 0,0 0 0,1 0 0,0 0-1,0 0 1,0-1 0,2 3-7,-3-5-58,1 0 0,0 0 0,-1 0 0,1 0 0,0 0 1,0-1-1,0 1 0,1-1 0,-1 0 0,0 1 0,0-1 0,1 0 0,-1 0 0,1 0 1,-1-1-1,1 1 0,-1-1 0,1 1 0,-1-1 0,1 0 0,0 0 0,1 0 58,10 0-897,0-2-1,0 1 0,0-1 0,-1-1 0,11-4 898,25-9-5676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6:04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378 39 7258,'0'0'6709,"0"0"-3570,-29-7-602,-93-20-755,111 25-1640,0 1 0,1 0 1,-1 0-1,0 1 0,0 0 1,1 1-1,-1 1 1,0-1-1,1 2 0,-1-1 1,1 1-1,0 1 0,-5 2-142,10-3 39,0-1-1,0 1 0,1 0 0,-1 0 0,1 1 0,0-1 0,0 1 0,0 0 0,0 0 0,1 0 0,0 1 0,0-1 0,0 1 0,0 0 0,1 0 0,-1 0 0,1 0 0,0 0 0,1 0 0,0 1 0,-1-1 0,2 0 0,-1 2-38,1-5 9,-1 0 1,1 1-1,0-1 0,1 1 0,-1-1 0,0 1 0,1-1 0,-1 0 0,1 1 0,0-1 0,0 0 0,-1 1 0,2-1 0,-1 0 0,0 0 0,0 0 0,1 0 0,-1 0 0,1 0 0,1 1-9,1 0 7,0 0 1,-1 0-1,1-1 1,1 0-1,-1 0 1,0 0-1,0 0 1,1-1-1,-1 1 1,5 0-8,12 1-1,1-1 1,-1 0-1,1-2 1,13-1 0,-21 0-3,-8 2-19,-1-1 1,1-1-1,-1 1 0,0-1 1,1 0-1,-1 0 0,0 0 0,0-1 1,1 0-1,-1 0 0,-1 0 1,1-1-1,0 0 0,-1 1 0,1-2 1,-1 1-1,0 0 0,0-1 1,0 0-1,0 0 0,-1 0 0,1 0 1,-1-1-1,0 1 0,-1-1 1,1 0-1,-1 0 0,1-1 22,-3 4 133,0 20 83,-2 25 921,-8 42-1137,4-41 510,2 1 1,2 0-511,1-5 157,0 34 0,1-68-161,0-1 0,1 0 0,0 0 0,0 0 0,0 0 0,1 0 0,-1 0 1,1 0-1,0 0 0,1 0 0,1 2 4,-1-5-143,-1-1-1,1 1 1,0-1 0,0 0-1,0 0 1,-1 0-1,1 0 1,0 0 0,0-1-1,0 1 1,1-1 0,-1 0-1,0 0 1,0 0 0,0 0-1,0-1 1,0 1-1,0-1 1,0 0 0,1 0 143,32-12-3206,-1-7-2641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6:05.1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17164,'0'0'2431,"0"0"-900,0 0-16,0 0-115,8 27-265,4 11-827,38 141 962,-46-157-1155,4 25 125,-5-43-118,-1-28-11,-2-185-2,0 205-111,0 1 1,0-1-1,1 0 0,0 1 0,0-1 0,0 1 0,0-1 0,1 1 1,-1-1-1,1 1 0,0 0 0,0 0 0,0 0 0,0 0 0,0 0 1,1 0-1,-1 1 0,1-1 0,0 1 0,0 0 0,0 0 1,0 0-1,0 0 0,0 0 0,1 0 0,-1 1 0,1 0 0,-1 0 1,1 0-1,-1 0 0,1 0 0,-1 1 0,3-1 2,0 0-4,-1 1-1,1-1 1,0 1 0,-1 0-1,1 1 1,-1-1 0,1 1-1,-1 0 1,1 0-1,-1 1 1,1 0 0,-1 0-1,0 0 1,0 0 0,0 1-1,0 0 1,-1 0-1,1 0 1,-1 1 0,1 0-1,-1-1 1,0 2 4,3 7-1,0-1 0,-1 2 0,0-1 0,-1 1 0,-1-1 0,0 2 0,0-1 0,-2 0 1,1 0-1,-2 1 0,0 0 0,0 0 1,7 52-35,-6-57-290,1 0 0,0 0 0,1 0 0,0-1 0,0 0 0,0 0 0,1 0 0,1 0 0,-1-1 0,1 0-1,0 0 1,1 0 0,2 2 325,22 18-5906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6:05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14931,'0'0'2921,"0"0"-1145,0 0 177,0 0-849,0 0-768,0 0-176,152 2-152,-97 3-8,-3-1-200,9-1-1176,-14-3-2337,-13 2-2288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6:05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13587,'0'0'2336,"0"0"425,0 0-481,0 0-1159,0 0-25,0 0-208,0 0-400,76 28-296,-29-28-128,3 0-56,5 0-8,0 0-256,26-2-1296,-15-7-2945,-8-3-5361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6:06.1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36 14443,'0'0'2145,"0"0"-496,0 0 20,0 0-581,-12 24-183,-33 82 20,43-101-854,-1 1 0,2 0 0,-1 0 0,1 0 0,0 0 0,0 0 0,0 0 0,1 1 0,0-1 0,0 0 0,1 0 0,0 0 0,0 0 0,0 0 0,1 0 0,-1 0 0,2 0 0,-1 0 0,1 0 0,-1-1 0,1 0 0,1 1 0,-1-1 0,1 0 0,0-1 0,0 1 0,1-1 0,-1 0 0,1 0 0,0 0 0,0 0 0,0-1 0,1 0 0,3 2-71,10 4 95,0-1 0,0-1 0,0 0 0,1-2 0,0 0 0,0-1 0,0-1 1,0-1-1,4-1-95,-24-1 0,18 1 31,-1 0-1,0-2 1,1 0-1,-1-1 1,15-3-31,-27 4 5,-1-1 1,1 0-1,0 0 1,-1 0-1,1 0 1,-1-1-1,0 1 1,0-1-1,0 0 0,0 0 1,0-1-1,-1 1 1,1-1-1,-1 0 1,0 0-1,0 0 1,0 0-1,-1 0 1,0-1-1,1 1 1,-2-1-1,2-3-5,0 0 8,0-1 1,-1 1-1,0-1 0,-1 0 1,0 1-1,0-1 0,-1 0 1,0 0-1,0 0 0,-1 1 1,0-1-1,-1 0 0,0 0 1,0 1-1,-1 0 0,0-1 1,0 1-1,-1 0 0,0 0 1,-1 1-1,0-1 0,0 1 1,0 0-1,-1 0 0,0 1 1,-1-1-9,-4-3-10,-1 0 1,-1 0-1,0 1 1,0 1 0,-1 0-1,0 1 1,0 1 0,0 0-1,-1 1 1,0 0-1,0 1 1,0 1 0,-1 0-1,-6 1 10,15 1-103,0 1 0,-1 0-1,1 0 1,0 1-1,0-1 1,0 2 0,-1-1-1,1 1 1,0 0-1,-3 2 104,5-2-393,1 0-1,0 1 0,-1 0 1,1 0-1,0 0 0,0 0 1,1 0-1,-1 1 0,-2 3 394,-15 25-5471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6:06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25 11666,'0'0'2313,"0"0"-414,0 0-468,0 0-672,0 0-426,0 0-54,-1-8 4834,1 7-5079,0 1-1,-1-1 1,1 0 0,0 1 0,0-1-1,0 1 1,0-1 0,0 0 0,0 1 0,0-1-1,0 1 1,0-1 0,0 0 0,0 1-1,1-1 1,-1 1 0,0-1 0,0 1-1,0-1 1,1 1 0,-1-1 0,0 1-1,1-1 1,-1 1 0,0-1 0,1 0-34,3 1 21,0-1 0,1 1 1,-1 0-1,0 0 1,0 1-1,0-1 0,0 1 1,1 0-1,-1 0 1,0 0-1,0 0 1,-1 1-1,1-1 0,0 1 1,0 0-1,-1 1 1,1-1-1,-1 0 0,0 1 1,2 2-22,1 1 20,-1 0 0,-1 1 0,1 0 0,-1 0 0,-1 0 0,1 0 0,-1 1 0,0-1 0,-1 1 0,2 5-20,0 1 28,-1 1 0,0 0 1,-1 0-1,-1 1 0,0-1 1,-1 0-1,-1 0 0,0 1 0,-2 7-28,1-14 10,-1 1 0,0 0-1,0-1 1,-1 0 0,0 0-1,0 0 1,-1 0-1,-1-1 1,1 1 0,-1-1-1,-1-1 1,1 1 0,-1-1-1,-7 5-9,-75 52-1106,52-41-7411,27-19-6036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6:08.0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32 10762,'0'0'2976,"0"0"319,0 0 131,0 0-1647,0 0-408,0 0-171,-4-8-408,-10-13-563,13 20-225,1 1 0,0 0 0,0 0 0,0 0 0,0 0 0,0 0 0,0 0 0,0-1 0,-1 1 0,1 0 0,0 0 0,0 0 0,0 0 0,0 0 0,0 0 0,-1 0 0,1 0 0,0 0 0,0 0 0,0 0 0,0 0 0,-1 0 0,1 0 0,0 0 0,0 0 0,0 0 1,0 0-1,-1 0 0,1 0 0,0 0 0,0 0 0,0 0 0,0 0 0,0 0 0,-1 0 0,1 0 0,0 1 0,0-1 0,0 0 0,0 0 0,0 0 0,0 0 0,-1 0 0,1 0 0,0 1 0,0-1 0,0 0 0,0 0 0,0 0 0,0 0 0,0 0 0,0 1 0,0-1 0,0 0 0,0 0 0,0 0 0,0 0-4,-2 50 541,3-16-206,-1 353 773,0-387-1124,0 0 1,0 1-1,0-1 0,0 0 0,0 0 0,0 0 1,0 0-1,0 1 0,0-1 0,0 0 0,0 0 0,1 0 1,-1 0-1,0 1 0,0-1 0,0 0 0,0 0 0,0 0 1,0 0-1,1 0 0,-1 0 0,0 1 0,0-1 0,0 0 1,0 0-1,1 0 0,-1 0 0,0 0 0,0 0 0,0 0 1,0 0-1,1 0 0,-1 0 0,0 0 0,0 0 0,0 0 1,1 0-1,-1 0 0,0 0 0,0 0 0,0 0 0,0 0 1,1 0-1,-1 0 0,0 0 0,0 0 0,0 0 0,0-1 1,1 1-1,-1 0 0,0 0 0,0 0 0,0 0 0,0 0 1,0 0-1,1-1 16,0 1-97,6-2-408,-1 0 0,0 0 0,0-1-1,0 1 1,-1-1 0,1-1-1,0 1 1,-1-1 0,1-1 505,26-20-6206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6:08.6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94 4281,'0'0'7297,"0"0"-4161,0 0-933,25-10-580,83-32-698,-92 36-719,0 1-1,1 1 0,0 1 0,0 0 0,0 1 0,17 1-205,27-4 435,-131-6 880,48 10-1229,0 1-1,0 0 0,0 2 1,-6 1-86,20-1 17,1-1 1,0 2 0,0-1 0,0 1-1,0 0 1,0 0 0,1 1-1,-1 0 1,1 0 0,0 1-1,0-1 1,0 1 0,1 1 0,-2 1-18,1 0 7,0 1 1,0 0 0,0 1 0,1 0 0,0-1 0,1 2-8,3-8 8,0-1 0,0 1 0,0-1 0,0 1-1,1-1 1,-1 1 0,1 0 0,-1-1 0,1 1 0,-1 0 0,1-1 0,0 1 0,0 0 0,0 0 0,0-1 0,0 1-1,0 0 1,1 0 0,-1-1 0,1 1 0,-1 0 0,1-1 0,-1 1 0,1 0 0,0-1 0,0 1 0,0-1 0,0 0-1,0 1 1,0-1 0,0 1 0,0-1 0,0 0 0,1 0 0,-1 0 0,1 0 0,-1 0 0,1 0-8,19 7 198,-1-2 1,1-1 0,0 0 0,2-1-199,-7-2 15,-1 1 0,1 0 0,-1 1 0,0 1 0,0 1 1,0 0-1,-1 0 0,11 8-15,-16-8 1,-1 0-1,0 1 1,0 1 0,0-1-1,-1 1 1,0 0 0,-1 1-1,0 0 1,4 6-1,-8-10 1,1 0 0,-1 0 0,0 0 0,0 0 0,0 0 0,-1 1 0,0-1 0,0 0 0,0 1 0,0-1 0,-1 1 0,0-1 0,0 1 0,-1-1 0,0 1 0,0-1 0,0 1 0,0-1 0,-2 4-1,0-4 14,0 0-1,0-1 0,0 1 1,0 0-1,-1-1 1,0 0-1,0 0 1,0 0-1,0-1 1,0 1-1,-1-1 0,0 0 1,0 0-1,0-1 1,0 1-1,0-1 1,0 0-1,-1 0 0,1-1 1,-2 1-14,-12 2 70,-1-1-1,0 0 1,-1-1 0,1-1 0,-1-1-70,-62-4 196,40 2-2217,2 1-4919,23 1-612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6:12.7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97 9946,'0'0'5148,"0"0"-3132,0 0-750,0 0 65,0 0-547,0 0-218,-4 21 342,-4 33 15,3 0 1,1 23-924,4-44 382,1 3 79,-2-1 0,-1 1 1,-2 0-1,-3 7-461,1-123 1863,6 63-1860,1 0 1,0 0-1,1 0 1,1 0-1,0 1 1,1-1-1,1 1 0,0 0 1,2 0-1,0 1 1,0-1-1,1 2 1,1-1-1,3-2-3,4-4-21,1 0 0,1 1 1,0 1-1,2 1 0,9-6 21,-17 14-11,1 1-1,0 0 0,0 1 0,1 0 1,0 1-1,1 1 0,-1 1 0,1 0 1,14-3 11,-28 8-1,0 0 0,0-1 1,1 1-1,-1 0 1,0 0-1,0 0 1,1 0-1,-1 0 0,0 1 1,0-1-1,0 0 1,1 1-1,-1-1 1,0 1-1,0-1 0,0 1 1,0-1-1,0 1 1,0 0-1,0-1 1,0 1-1,0 0 0,0 0 1,0 0 0,1 1-3,-1 1 0,1-1 0,-1 1 0,1-1 0,-1 1 0,0 0 0,0 0 0,-1 0 0,1-1 0,0 4 3,1 11-20,-1 1 0,-1-1 0,-1 16 20,0-10-7,1 22 23,2 1 0,2-1 0,1 0 0,3 0 0,5 11-16,-12-52-3,0-1 1,1 1-1,0-1 1,0 0-1,0 0 1,0 0-1,0 0 1,1 0-1,-1 0 0,1 0 1,0-1-1,0 1 1,0-1-1,0 0 1,0 0-1,0 0 1,1 0-1,-1-1 1,1 1-1,-1-1 1,1 0-1,0 0 0,-1 0 1,3 0 2,6 1-37,-1-1 0,0 0 0,1-1 0,-1 0 1,0-1-1,0 0 0,1-1 0,-1 0 37,69-25-3814,-32 10-1443,-16 5 89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6:13.3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0 10138,'0'0'1962,"0"0"289,0 0 427,0 0-950,0 0-1020,0 0-297,-3 23 477,1-11-704,-2 21 383,2 0 0,0 0 1,3 0-1,1 9-567,11 111 1694,-8-64-1267,5 0-1,3-1 1,22 73-427,-35-158-37,1 0 1,0 0-1,0 0 1,0 0 0,0-1-1,1 1 1,-1 0-1,1-1 1,-1 1-1,1-1 1,0 0-1,0 1 1,0-1-1,1 0 1,-1 0-1,0 0 1,1-1-1,-1 1 1,1 0-1,0-1 1,-1 0-1,3 1 37,3 0-744,0-1 0,1 0 0,-1 0 0,0-1 0,1 0-1,-1 0 1,4-2 744,-9 2-385,34-4-4422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6:13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 13451,'0'0'2204,"0"0"-1062,0 0 310,6 29-135,35 233 1491,-38-217-2395,-3-32-294,0 0 1,1 0-1,1 0 0,0 0 1,4 12-120,4-50 941,2-62-688,-6 31-205,3 0 0,3 0-48,-9 41 2,2 0 0,0 0 0,0 1 1,2 0-1,0 0 0,0 0 0,1 1 0,1 0 0,4-6-2,-10 16 2,1-1 1,-1 1-1,0 0 0,1-1 0,0 2 0,0-1 1,-1 0-1,2 1 0,-1 0 0,0 0 0,0 0 1,1 0-1,-1 1 0,1-1 0,-1 1 0,1 1 1,0-1-1,-1 0 0,1 1-2,-2 0 2,1 1-1,-1-1 1,0 1 0,0 0 0,0 0-1,1 0 1,-1 0 0,0 0-1,0 0 1,-1 1 0,1 0 0,0 0-1,0-1 1,-1 2 0,1-1-1,-1 0 1,0 0 0,1 1 0,-1-1-1,0 1 1,-1 0 0,1-1-1,0 1 1,-1 0 0,1 0 0,-1 0-1,0 1-1,7 21 8,-1 0 0,-1 1-1,-1-1 1,0 14-8,-3-18-7,1-1-1,1 0 1,0 0 0,2 0 0,0-1 0,1 0 0,1 0 0,4 6 7,-11-23-120,1 1 1,0-1-1,0 1 1,0-1-1,0 0 0,1 0 1,-1 0-1,1 0 1,-1 0-1,1-1 1,-1 1-1,1-1 1,0 1-1,0-1 1,0 0-1,0 0 1,0 0-1,0-1 1,2 1 119,5 0-1414,1 0 1,0-1 0,-1-1 0,1 1 0,0-2 1413,22-4-8072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6:14.1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0 4425,'0'0'8295,"0"0"-4834,0 0-1434,0 0-1071,0 0-342,0 33 331,0-5-643,1 23 484,-3 1 0,-2-1-1,-4 11-785,-3 9 902,3 0 0,3 0 0,4 60-902,1-127 8,0-1 0,1 1-1,-1 0 1,1-1 0,0 1 0,0-1-1,0 1 1,1-1 0,-1 0 0,1 1-1,0-1 1,0 0 0,0 0-1,0 0 1,1 0 0,-1-1 0,1 1-1,1 1-7,1-1-8,0 1-1,1-1 0,-1 0 1,1 0-1,0-1 0,0 1 0,-1-1 1,2-1-1,-1 1 0,3 0 9,13 0-1097,1 0 0,0-1-1,-1-1 1,1-2 0,13-2 1097,4-3-5371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6:14.5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85 9394,'0'0'2055,"0"0"48,-13 27-197,-41 87-710,49-104-1028,1 0 0,0 0 0,1 0 0,0 0 0,1 1 0,0-1 0,0 1 1,1 0-1,1-1 0,0 1 0,0 0 0,1-1 0,1 1 0,-1-1 0,2 1-168,-2-7 56,1 0 1,-1 0-1,1 0 0,0 0 1,0 0-1,1 0 0,-1-1 1,1 1-1,0-1 0,0 0 1,0 0-1,0 0 1,1 0-1,-1 0 0,1-1 1,-1 0-1,1 1 0,0-1 1,0-1-1,0 1 1,0 0-1,1-1 0,-1 0 1,0 0-1,0 0 0,1-1-56,15 3 134,0-1-1,-1 0 0,1-2 0,0 0 0,4-2-133,-17 1 15,1 0 1,-1-1-1,1 0 0,-1 0 1,0 0-1,1-1 1,-1 0-1,-1-1 0,1 0 1,0 0-1,-1 0 1,0 0-1,0-1 0,0 0 1,-1-1-1,0 1 1,0-1-1,0 0 0,0 0 1,-1-1-1,0 1 1,-1-1-1,4-7-15,-2 2 140,0 0 1,-1-1-1,0 1 1,-1-1-1,-1 0 0,0 0 1,0 0-1,-1-1 1,-1 1-1,0 0 0,-1 0 1,-1 0-1,-2-11-140,1 15 84,0 0-1,-1 1 1,0-1 0,-1 1 0,0 0-1,0 0 1,-1 1 0,1-1-1,-2 1 1,1 1 0,-1-1-1,0 1 1,0 0 0,-1 1 0,-2-2-84,0 0 13,0 1 0,0 0 0,0 1 1,-1 0-1,0 1 0,0 0 1,0 0-1,0 1 0,-1 1 0,1 0 1,-13-1-14,23 3-27,0 0 0,0 0 0,0 0 0,0 0 0,0 0 0,0 0 0,0 1 1,0-1-1,0 0 0,0 0 0,0 1 0,0-1 0,0 1 0,1-1 0,-1 1 0,0-1 1,0 1-1,0-1 0,0 1 0,1 0 0,-1-1 0,0 1 0,1 0 0,-1 0 0,0 0 1,1-1-1,-1 1 0,1 1 27,-3 28-2651,3-22 1706,0 23-4438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6:14.9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1 3689,'0'0'11290,"0"0"-9753,0 0 2791,-18 153-2247,8-89-873,-1-5-480,1-5-272,2-7-256,0-11-88,3-10-104,5-5-8,0-9-88,0-5-568,23-7-1104,6 0-2889,0-17-5273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6:15.3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173 0 11899,'0'0'2181,"0"0"-155,0 0-220,0 0-987,0 0-402,-26 20 197,-77 65 40,99-81-604,0 0-1,0 1 1,0-1-1,1 1 0,-1 0 1,1 1-1,0-1 1,1 0-1,0 1 1,-1-1-1,2 1 0,-1 0 1,1 0-1,0 0 1,0 0-1,0 0 1,1 0-1,0-1 0,0 1 1,1 0-1,-1 0 1,1 0-1,2 5-49,-2-5 30,-1-3-18,1 1 0,0-1-1,1 1 1,-1-1 0,1 0-1,-1 1 1,1-1 0,0 0-1,0 0 1,0 0 0,1 0-1,-1-1 1,1 1 0,-1-1-1,1 1 1,0-1 0,0 0-1,0 0 1,0 0 0,1 0-1,-1-1 1,0 1 0,1-1-1,-1 0 1,1 0 0,2 0-12,10 3 18,1-1 1,-1-1-1,1-1 1,-1 0-1,4-1-18,-16 0-34,-1 0 0,1-1 0,0 1 0,0-1 0,0 0 0,-1 0 0,1 0 0,0 0 0,-1 0 0,1-1 0,-1 0 0,0 1 0,1-2 0,-1 1 0,0 0 0,0 0 0,0-1 0,0 0 0,-1 1 0,1-1 0,-1 0 0,0 0 0,0-1 0,0 1 0,0 0 0,0-1 0,-1 1 0,1-1 0,-1 0 0,0 1 0,0-2 34,3-14 164,-1 0 1,0 0 0,-1-1-1,-2 1 1,0-14-165,0 17 677,0 15 220,1 26-270,14 74 600,-4-35 311,1 56-1538,-13-11 391,0-65-330,1 0 0,6 34-61,-6-77-23,0 0 0,0 0-1,1 0 1,-1 0 0,1 0-1,-1-1 1,0 1 0,1 0-1,0 0 1,-1 0 0,1-1-1,-1 1 1,1 0 0,0-1-1,0 1 1,-1-1 0,1 1-1,0-1 1,0 1 0,0-1-1,-1 1 1,1-1 0,0 0-1,0 1 1,0-1 0,0 0-1,0 0 1,0 0 0,0 0-1,0 0 1,0 0 0,0 0-1,0 0 25,35-7-2517,-3-11-2382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6:15.7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282 15 11618,'0'0'2540,"0"0"-265,0 0 119,-26-3-919,-86-8-746,107 11-678,-1 0 1,1 0-1,-1 1 0,1 0 0,0 0 1,-1 1-1,1-1 0,0 1 0,0 0 0,0 1 1,0-1-1,0 1 0,0 0 0,1 0 1,0 0-1,-1 1 0,1 0 0,0 0 0,1 0 1,-1 0-1,1 0 0,0 1 0,0-1 1,0 1-1,0 0 0,-1 5-51,4-9 3,-4 5 41,1 0 0,0 0 0,0 0 0,1 1 0,0-1 0,0 1 0,1-1 0,-1 1 0,1 0 0,1 0 0,-1 0 0,1 0 0,1 0 0,-1-1 0,1 1 0,1 3-44,-1-5 21,1 0 0,-1-1-1,1 1 1,0-1 0,1 1-1,-1-1 1,1 0 0,0 0 0,0 0-1,0 0 1,1 0 0,-1-1 0,1 1-1,0-1 1,0 0 0,0 0 0,0-1-1,1 1 1,-1-1 0,1 0 0,-1 0-1,2 0-20,2 1 3,1 0 0,0-1-1,-1 0 1,1 0-1,0-1 1,0 0-1,0 0 1,0-1 0,0 0-1,0-1 1,0 0-1,5-1-2,-9 0-22,-1 0 0,1 1 0,0-1 0,0-1 0,-1 1-1,0-1 1,1 0 0,-1 0 0,0 0 0,0 0 0,-1-1 0,1 1 0,-1-1-1,1 0 1,-1 0 0,-1 0 0,1-1 0,0 1 0,-1-1 0,0 1-1,0-1 1,0 0 22,20-83 511,-18 147 841,-2-37-1108,6 107 1190,20 102-1434,-27-227-109,0 0 0,0-1 0,0 1 0,0-1 0,1 1 0,-1-1 0,1 1 0,0-1-1,2 2 110,16 12-3730,-4-13-2246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6:16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12515,'0'0'2894,"0"0"-537,0 0-324,25 25-661,-1-2-1083,-8-10-113,0 2 1,-2 0 0,0 0 0,0 2-1,-2 0 1,0 0 0,0 1 0,-2 0-1,6 16-176,-3 2 376,-2 2 0,-2 0 0,-1 0-1,-2 0 1,-1 1 0,-3 0-1,-1 0 1,-2 13-376,0-32 42,0-1 0,-1 1 0,-1-1 0,-1 0 0,-1 0 0,-1 0 0,0-1-1,-2 2-41,-11 21 50,-2-1 0,-23 35-50,40-71-72,-8 17 172,12-21-124,0 0 0,0 0 1,0 1-1,0-1 0,-1 0 0,1 1 1,0-1-1,0 0 0,0 0 1,0 1-1,0-1 0,0 0 0,0 1 1,0-1-1,0 0 0,0 1 0,0-1 1,0 0-1,0 1 0,0-1 1,0 0-1,0 0 0,0 1 0,1-1 1,-1 0-1,0 1 0,0-1 0,0 0 1,0 0-1,1 1 0,-1-1 1,0 0-1,0 0 0,0 1 0,1-1 1,-1 0-1,0 0 0,0 0 0,1 0 1,-1 1-1,0-1 0,1 0 1,-1 0-1,0 0 0,1 0 0,-1 0 1,0 0-1,0 0 0,1 0 0,-1 0 1,0 0-1,1 0 0,-1 0 1,0 0-1,1 0 0,-1 0 0,0 0 1,1 0 23,28-5-2287,9-14-2709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6:16.4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13947,'0'0'2601,"0"0"-1057,0 0-184,158-2-904,-108 2-296,-11 5-160,-7 2-496,-19 0-1448,-8 0-2233,-5 0-3657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6:16.8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7218,'0'0'4825,"0"0"-3961,0 0 952,0 0 689,0 0-945,134 19-1056,-66-14-320,6 2-184,-1 2-192,14 8-608,-19-3-1152,-15-2-4978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6:17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1 15683,'0'0'3460,"0"0"-1073,0 0-461,0 0-927,0 0-410,-9 26 345,0 2-673,-4 10 138,2 1-1,1 1 1,-1 17-399,6-13 206,1 0-1,2 0 0,2 0 1,4 27-206,-3-64-23,0 0 1,0 0 0,1-1-1,0 1 1,0 0 0,1-1-1,-1 0 1,1 1 0,1-1-1,-1 0 1,1-1 0,0 1-1,0-1 1,1 1 0,2 1 22,-4-4-200,1 0-1,-1-1 1,1 0 0,-1 1 0,1-1 0,0-1-1,0 1 1,0 0 0,0-1 0,0 0 0,0 0-1,0 0 1,0-1 0,0 1 0,1-1 0,-1 0-1,0 0 1,0 0 0,0-1 0,1 0 0,-1 1 0,0-2-1,0 1 1,0 0 0,1-1 200,35-23-5737,-5-8-3225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6:17.5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13299,'0'0'2799,"0"0"-501,0 0-107,11 23-644,10 24-747,-2 0 0,-2 1-1,4 25-799,13 70 568,-29-139-388,1-13-84,2-15-38,-1-4-1,3-9-17,0 1 0,15-31-40,-21 59 16,-1-1 0,2 1 0,-1 0 1,1 0-1,1 0 0,-1 1 0,1 0 1,0 0-1,1 0 0,0 1 0,0 0 0,0 0 1,1 1-1,1-1-16,-6 4 14,0 0 0,0 1 0,0-1 0,0 1 0,0-1 0,0 1 1,0 0-1,0 0 0,1 1 0,-1-1 0,0 1 0,1-1 0,-1 1 0,1 0 0,-1 0 0,0 1 1,1-1-1,-1 1 0,0-1 0,0 1 0,1 0 0,-1 1 0,0-1 0,0 0 0,0 1 1,0 0-1,0-1 0,-1 1 0,1 0 0,0 0 0,-1 1 0,1-1 0,-1 1 0,0-1 0,0 1 1,0 0-1,0-1 0,-1 1 0,1 0 0,-1 0 0,1 1 0,-1-1 0,0 0 0,0 0 0,-1 0 1,1 1-1,0 1-14,2 15 16,0 0 1,-2 0-1,0 1 1,-1-1-1,-2 10-16,1-7-71,1 1 0,0-1-1,2 0 1,1 3 71,-3-24-183,1 0 1,-1 0 0,1 0-1,0 0 1,0 0-1,-1 0 1,1 0-1,0 0 1,1 0-1,-1 0 1,0-1-1,0 1 1,1-1-1,-1 1 1,1-1-1,-1 1 1,1-1-1,0 0 1,0 0-1,-1 1 1,1-1-1,0-1 1,0 1-1,1 0 183,25 6-6916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6:17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1 14443,'0'0'3193,"0"0"-2089,0 0 1032,0 0-583,-50 169-385,37-102-176,8-4-320,2-1-456,3-8-120,0-7-56,5-9-40,19-10-288,23-14-1120,0-7-2817,-2-7-4921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6:18.2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54 15307,'0'0'1765,"0"0"-129,-6 20-248,-1 3-1004,2-8-163,0-1-1,2 1 1,0 1 0,0-1 0,2 0 0,0 1 0,0 4-221,2-14 59,-1-1 0,1 0 1,0 0-1,0 1 0,0-1 0,1 0 0,0 0 1,0 0-1,0-1 0,0 1 0,1 0 0,0-1 1,0 0-1,0 1 0,0-1 0,1 0 0,0-1 0,0 1 1,0-1-1,0 1 0,0-1 0,1-1 0,-1 1 1,1 0-1,0-1 0,0 0 0,0 0 0,0-1 1,3 1-60,12 4 126,-1-2 0,1 0 0,0-2 1,0 0-1,0-1 0,0-1 1,10-1-127,-24 0 43,1 0 0,-1 0 0,0-1 0,1 1 0,-1-2 1,0 1-1,0-1 0,0 1 0,0-2 0,-1 1 1,1-1-1,-1 1 0,0-2 0,0 1 0,0 0 0,-1-1 1,1 0-1,-1 0 0,0 0 0,-1-1 0,1 1 1,-1-1-1,0 0 0,0 0 0,-1-1-43,1 0 54,-1 1 0,0-1 0,0 0-1,0 0 1,-1 0 0,0 0 0,-1 0 0,0 0 0,0-1-1,0 1 1,-1 0 0,0 0 0,0 0 0,-1 0 0,0 0 0,0 1-1,-1-1 1,1 1 0,-2-1 0,1 1 0,-1 0 0,1 0-1,-3-2-53,0 0-8,-1 0-1,0 0 1,-1 1-1,0 0 0,0 0 1,0 1-1,-1 0 0,0 0 1,0 1-1,0 0 1,-1 1-1,1 0 0,-1 0 1,0 1-1,-6-1 9,16 4-63,0 0 1,0 0-1,0 0 0,0 0 1,-1-1-1,1 1 0,0 0 0,0 0 1,0 0-1,0 0 0,0 0 1,-1 0-1,1 0 0,0 0 0,0 0 1,0 0-1,0 0 0,0 0 1,-1 0-1,1 0 0,0 0 1,0 0-1,0 0 0,0 0 0,0 0 1,-1 0-1,1 0 0,0 0 1,0 0-1,0 0 0,0 0 0,0 1 1,-1-1-1,1 0 0,0 0 1,0 0-1,0 0 0,0 0 0,0 0 1,0 0-1,0 1 0,0-1 1,0 0-1,-1 0 0,1 0 1,0 0-1,0 0 0,0 0 0,0 1 1,0-1-1,0 0 0,0 0 1,0 0-1,0 0 0,0 1 0,0-1 1,0 0-1,0 0 0,0 0 1,0 0 62,0 3-1660,0 9-5858</inkml:trace>
  <inkml:trace contextRef="#ctx0" brushRef="#br0" timeOffset="1">572 188 17340,'0'0'2096,"0"0"-215,0 0-273,0 146-720,-10-94-648,-3 3-88,-3-1-152,6 7 0,-1-14-1336,11-14-3985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6:18.6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1 200 13235,'0'0'2191,"0"0"-268,0 0 68,13-24-748,81-142 1539,-94 166-2741,0 0 1,0-1-1,0 1 1,0-1-1,0 1 0,0-1 1,0 1-1,0 0 0,1-1 1,-1 1-1,0-1 1,0 1-1,0 0 0,1-1 1,-1 1-1,0 0 0,1-1 1,-1 1-1,0 0 1,1 0-1,-1-1 0,0 1 1,1 0-1,-1 0 0,1 0 1,-1-1-1,0 1 1,1 0-1,-1 0 0,1 0 1,-1 0-1,0 0 1,1 0-1,-1 0 0,1 0 1,-1 0-1,1 0 0,-1 0 1,1 0-42,6 17 336,0 34-449,-7-50 171,6 272 236,-6-205-267,0-64-149,-1 0-1,1 0 0,1 0 1,-1 0-1,0 0 0,1 0 1,0 0-1,0 0 0,0 0 1,1 0-1,-1-1 0,1 1 0,0-1 1,0 1-1,0-1 0,0 1 1,1-1-1,-1 0 0,1 0 1,0 0-1,0-1 0,0 1 1,0-1-1,0 1 0,1-1 123,23 10-5686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6:18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37 9178,'0'0'2230,"0"0"-549,24-5 85,7-3-1271,-12 3-293,0 0 1,0 2-1,1 0 1,-1 1-1,1 0 1,0 2-203,-19 0 31,-13-2 17,0 1 1,-1 1 0,1 0-1,0 1 1,-1 0 0,1 0-1,0 2 1,0-1 0,0 2-1,0 0-48,-9 2 402,0 2 0,1 0-1,-15 9-401,31-16 52,1 1-1,-1 0 1,0 0-1,1 1 0,-1-1 1,1 1-1,-1 0 1,1-1-1,0 1 1,0 1-1,1-1 0,-1 0 1,1 1-1,-1-1 1,1 1-1,0 0 1,1 0-1,-1 0 1,1 0-1,-1 0 0,1 0 1,0 3-52,1-5 12,1 0-1,-1 0 1,1 0 0,-1 0-1,1 0 1,0-1 0,0 1-1,0 0 1,0 0 0,0-1 0,0 1-1,0-1 1,1 1 0,-1-1-1,1 1 1,-1-1 0,1 0-1,-1 0 1,1 1 0,0-1 0,0-1-1,-1 1 1,1 0 0,1 0-12,55 20 132,-32-12-84,7 4-35,-1 1 0,13 9-13,-36-17 1,1-1 1,-2 1 0,1 1 0,0 0 0,-1 0 0,-1 0 0,1 1 0,-1 0 0,6 10-2,-12-16 26,1 0 1,-1 0 0,1 0-1,-1 0 1,0 0-1,0 1 1,0-1-1,0 1 1,0-1-1,-1 1 1,1-1-1,-1 1 1,1-1-1,-1 1 1,0-1 0,0 1-1,0-1 1,-1 1-1,1 0 1,-1-1-1,1 1 1,-1-1-1,0 0 1,0 2-27,-1-1 93,-1 0 1,1 0-1,-1-1 0,1 1 1,-1-1-1,0 0 0,0 0 1,0 0-1,0 0 1,0-1-1,0 1 0,0-1 1,-1 0-1,1 1 1,-3-1-94,-16 4 411,0-2 1,1 0-1,-1-1 1,-1-1-1,-1-1-411,24 0 0,-24-1-6386,24-1-220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6:19.3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1 7210,'0'0'4769,"0"0"-2897,0 0 729,0 0-913,118 132-432,-92-56-272,-7 11 401,-11 5-417,-8-2-160,0-5-432,-21-8-232,-14-6-88,-4-5-56,-3-4-568,-26 18-1312,13-14-3137,2-12-5154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6:22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 13099,'0'0'1726,"0"0"-709,0 22 538,1 88 1620,13 99-3175,-9-174 193,-4-20-61,1 0 1,1 0 0,0 0-1,3 6-132,7-64 2619,-9 10-2488,2 1 0,1-1 0,2 1-1,1 1 1,1 0 0,15-27-131,-20 45 11,2-1 0,0 2 0,0-1 0,1 1 1,1 1-1,0 0 0,0 0 0,1 1 0,1 0 0,0 1 1,0 0-1,0 1 0,1 0 0,1 1 0,-1 1 0,7-3-11,-18 8-3,1 0 0,-1 0 0,1 0-1,-1 0 1,1 0 0,0 1 0,-1-1-1,1 1 1,0 0 0,0-1 0,-1 1-1,1 1 1,0-1 0,0 0 0,-1 1-1,1-1 1,0 1 0,-1 0 0,1 0-1,0 0 1,-1 0 0,0 0 0,1 0 0,-1 1-1,0-1 1,1 1 0,-1 0 0,0 0-1,0 0 1,1 2 3,1 2-2,0 1 0,-1 0 0,0 0-1,0 0 1,-1 1 0,0-1 0,0 1 0,-1-1 0,0 1 0,0 6 2,5 90 25,-6 52-25,0-71 5,0-81-52,-1-1-1,2 1 1,-1-1 0,0 0-1,1 1 1,-1-1-1,1 1 1,0-1 0,0 0-1,0 0 1,1 0-1,-1 1 1,1-1-1,0-1 1,0 1 0,0 0-1,0 0 48,2 1-202,0-1-1,0 0 1,1-1-1,-1 1 1,1-1 0,-1 1-1,1-1 1,0-1-1,-1 1 1,1-1 0,0 0 202,35 8-3744,-3-5-1146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6:23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14027,'0'0'2320,"0"0"-863,0 0 215,0 0-1056,165 0-376,-120 0-232,-3 0-8,-8 0-1144,-5 0-1312,-6 0-2473,-12 0-6122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6:23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8978,'0'0'3161,"0"0"-1009,0 0 193,0 0-561,0 0-208,0 0-95,0 0-193,68 35-752,-10-35-360,2 0-160,3 0-16,13-4-600,-13-1-1881,-10 3-5184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6:23.7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14403,'0'0'4249,"0"0"-2457,0 0-463,0 0 63,0 0 32,0 163-416,5-100-215,1 3-329,-4-2-224,4-7-192,-1-8 40,0-6-88,3-10 0,2-7-168,6-12-488,13-14-953,-3 0-3224,1-5-5777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6:24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 16540,'0'0'2391,"0"0"-992,0 0-198,12 25-391,37 86-357,-42-91-302,-1 1-1,-1-1 0,-1 1 1,-1 0-1,-1 0 0,0 0 1,-2 0-1,0 1-150,0-15 191,-1-58-146,-1 25-21,2 1 0,1 0 1,1 0-1,1 0 1,3-10-25,-4 27 8,1 1 0,-1-1 0,1 1 1,1-1-1,-1 1 0,1 0 0,1 1 0,-1-1 1,1 1-1,0 0 0,1 0 0,-1 0 0,1 0 1,0 1-1,1 0 0,-1 1 0,1-1 0,0 1 1,2 0-9,-3 1 12,0 0 0,0 0 0,1 1 0,-1 0 0,1 0 0,-1 1 0,1 0 0,0 0 0,0 0 0,0 1 0,0 0 0,-1 0 0,7 2-12,-10-2 4,1 1 0,0 0 0,-1 0 0,1 1 0,0-1 0,-1 1 0,0 0 1,1 0-1,-1 0 0,0 0 0,0 0 0,0 1 0,0-1 0,-1 1 0,1 0 0,-1 0 1,1 0-1,-1 0 0,0 0 0,0 0 0,-1 1 0,1-1 0,-1 1 0,1 2-4,4 20 13,-1 0 0,-2 0 0,-1 0 0,-1 1 0,-1-1 0,-1 0 0,-3 14-13,0 23-27,4-60-81,0-1 0,-1 1 0,1-1 0,0 1 0,0 0 0,1-1 0,-1 1 0,0-1 0,1 1 0,-1-1-1,1 0 1,0 1 0,0-1 0,0 0 0,0 1 0,0-1 0,1 0 0,-1 0 0,1 0 0,-1 0 0,1 0 0,0 0-1,1 0 109,21 11-5243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6:24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1 11642,'0'0'2217,"0"0"-113,0 0 953,-53 160-992,35-93-489,5-1-224,5-7-656,5-5-424,3-7-176,0-9-32,13-12-64,42-12-576,1-9-1800,-4-5-4826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6:24.8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25 15211,'0'0'1858,"0"0"-332,-4 20 295,1-7-1530,-2 8 132,0 0 0,2 0 0,0 0 0,1 1 1,2-1-1,0 1 0,1 4-423,0-22 56,1 1 0,-1-1 0,0 0 0,1 0 0,0 0 0,0 0 0,0 0 0,1-1 0,-1 1 0,1-1 0,0 1 0,0-1 0,0 0 0,0 0 0,1 0 0,-1-1 0,1 1 0,0-1 0,-1 0 0,1 0 0,0 0 0,0 0 0,1-1 0,2 1-56,3 1 61,1 0-1,0-1 0,-1-1 1,1 0-1,0 0 1,-1-1-1,1 0 1,0-1-1,7-1-60,-14 1 10,0 0-1,0-1 0,0 1 0,0-1 1,0 1-1,0-1 0,-1 0 0,1-1 0,-1 1 1,1-1-1,-1 1 0,0-1 0,0 0 0,0 0 1,0-1-1,-1 1 0,1 0 0,-1-1 1,0 0-1,0 1 0,0-1 0,0 0 0,-1 0 1,1-2-10,2-8 95,-1 1 0,0-1 0,-1-1 0,0 1 0,-1 0 1,-1-9-96,0 17 52,-1 1 1,0 0-1,0-1 1,0 1-1,0 0 1,-1 0 0,0 0-1,0 0 1,0 0-1,-1 0 1,0 1-1,0-1 1,0 1-1,0-1 1,-1 1 0,1 0-1,-1 1 1,0-1-1,0 1 1,-1-1-1,1 1 1,-5-2-53,0 0-8,0 0 0,-1 1 0,1 0 0,-1 0 0,0 1 1,0 0-1,-1 1 0,1 0 0,0 1 0,-1 0 0,-3 0 8,14 1-55,0 0 1,-1 0-1,1 0 0,0 0 1,0 0-1,-1 0 0,1 0 0,0 0 1,-1 0-1,1 0 0,0 0 0,0 0 1,-1 0-1,1 0 0,0 0 0,-1 0 1,1 0-1,0 1 0,0-1 1,-1 0-1,1 0 0,0 0 0,0 0 1,-1 1-1,1-1 0,0 0 0,0 0 1,0 1-1,0-1 0,-1 0 0,1 0 1,0 1-1,0-1 0,0 0 1,0 0-1,0 1 0,0-1 0,0 0 1,-1 0-1,1 1 0,0-1 0,0 0 1,0 1-1,0-1 0,0 0 0,0 1 1,1-1-1,-1 0 0,0 0 1,0 1-1,0-1 0,0 0 0,0 1 1,0-1-1,0 0 0,1 0 55,10 16-6612,10 1-7041</inkml:trace>
  <inkml:trace contextRef="#ctx0" brushRef="#br0" timeOffset="1">530 256 14211,'0'0'2193,"0"0"759,0 0-791,-79 142-1481,61-95-432,0-2-168,10-8-24,8 1-56,0-12-1200,16-12-4266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6:25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0 12395,'0'0'3008,"0"0"905,0 0-1400,0 0-1353,0 0-680,0 0-120,0 0 104,34 147 48,-39-88-112,-11-3-152,-2-6-136,5-5-64,5-7-48,8-10-8,2-7-848,25-9-2841,4-10-6465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6:25.5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307 24 6737,'0'0'1785,"0"0"-594,0 0-102,0 0-485,0 0-87,0 0 485,16-3 220,-6 1-1004,38-9 635,-48 10-845,0 1 0,0 0 0,0 0 0,0 0 0,-1 0 1,1 0-1,0 0 0,0 0 0,0-1 0,0 1 0,0 0 0,0 0 0,0 0 0,0 0 0,0 0 1,0 0-1,0 0 0,0-1 0,0 1 0,0 0 0,0 0 0,0 0 0,0 0 0,0 0 0,0 0 0,0-1 1,0 1-1,0 0 0,0 0 0,0 0 0,1 0 0,-1 0 0,0 0 0,0 0 0,0-1 0,0 1 1,0 0-1,0 0 0,0 0 0,0 0 0,0 0 0,1 0 0,-1 0 0,0 0 0,0 0 0,0 0 1,0 0-1,0 0 0,0 0 0,0 0 0,1 0 0,-1 0 0,0 0 0,0 0 0,0 0 0,0 0 1,0 0-10,-34-2 457,14 1-274,1 2 0,-1 1 0,1 0 0,-1 2-1,-5 1-181,17-3 151,1 1-1,-1 0 1,1 0-1,0 0 1,0 1-1,0 0 1,0 0-1,0 1 0,1 0 1,0 0-1,0 1 1,0-1-1,1 1 1,-2 3-151,6-8 16,-1 1 0,1 0-1,0 0 1,0 0 0,0 0 0,0 0 0,0 0 0,0 0 0,0 0 0,1 0 0,-1 0-1,1 0 1,-1 1 0,1-1 0,0 0 0,0 0 0,0 0 0,0 1 0,0-1 0,1 0-1,-1 0 1,1 0 0,-1 0 0,1 1 0,0-1 0,0 0 0,0 0 0,0 0 0,0 0-1,0-1 1,0 1 0,1 0 0,-1 0 0,1-1 0,-1 1 0,2 0-16,8 7 106,0-1-1,1 0 1,0 0 0,0-2 0,11 6-106,21 12 120,-39-20-81,0 0-1,0 1 0,0 0 0,-1 0 1,0 0-1,0 0 0,0 1 1,-1 0-1,0 0 0,0 0 0,0 0 1,0 0-1,-1 0 0,0 3-38,-1-5 34,0-1-1,0 0 0,-1 0 1,1 1-1,-1-1 1,0 0-1,0 1 1,0-1-1,-1 0 1,1 1-1,-1-1 0,0 0 1,1 0-1,-2 0 1,1 0-1,0 1 1,0-2-1,-1 1 1,0 0-1,0 0 0,0 0 1,0-1-1,0 1 1,0-1-1,0 1 1,-1-1-1,0 0 1,1 0-1,-1 0-33,-20 9 366,0 0 1,0-1-1,-1-2 0,0 0 1,-1-2-1,0 0 0,0-2 1,0-1-1,0-1 0,-12 0-366,36-2-329,36-17-9574,-10 5-3174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6:25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0 13291,'0'0'2136,"0"0"521,0 0-137,92 187-1159,-61-103-121,-10 9-136,-10-1-464,-11-3-304,0-6-144,-16-8-184,-10-4-8,-6-5-88,-12 22-1320,7-18-3529,0-13-5849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6:26.6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1 7706,'0'0'1561,"0"0"-887,0 0-241,0 0-131,0 0-129,0 0-68,-8 2-38,-1 1-725,-16 6 2947,27-6-507,20-2-633,403-2 2419,504 4-504,-199 32-1189,230 2-1480,-873-37-370,3 2 329,0-4-1,0-5 1,31-7-354,3-7 1122,1 6 1,0 5-1,10 6-1122,-131 4-61,-1 0-1,0 0 0,0 1 1,0-1-1,0 1 0,0 0 1,0 0-1,0 0 0,0 0 1,0 1-1,0-1 1,-1 1-1,1 0 0,0 0 1,-1 0-1,1 0 0,0 1 62,-2-2-174,0 0-1,0 1 0,0-1 1,-1 0-1,1 0 1,0 0-1,-1 1 0,1-1 1,-1 0-1,0 0 0,1 1 1,-1-1-1,0 0 1,0 1-1,0-1 0,0 1 1,0-1 174,0 1-437,0 0 1,-1 0 0,1 0-1,-1-1 1,0 1-1,1 0 1,-1-1 0,0 1-1,0-1 1,0 1 0,0-1-1,0 1 1,-1-1 0,1 0-1,0 1 1,-1-1 436,-24 16-10754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6:28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0 8666,'0'0'4937,"0"0"-3737,0 0 56,0 0 57,-8 173-305,5-96-432,3 4-256,0-3-176,0-3-144,21 15-24,-2-22-1688,-4-11-2809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6:32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15899,'0'0'2449,"0"0"-957,0 0-285,0 0-228,0 21-67,0 165 418,0-168-1119,1 0 0,0 0 0,4 17-211,-4-35 24,-1 0 0,0 1-1,0-1 1,0 0 0,0 0-1,0 0 1,0 1 0,0-1-1,1 0 1,-1 0 0,0 0-1,0 1 1,0-1 0,1 0 0,-1 0-1,0 0 1,0 0 0,0 0-1,1 1 1,-1-1 0,0 0-1,0 0 1,1 0 0,-1 0-1,0 0 1,0 0 0,1 0-1,-1 0 1,0 0 0,0 0-1,1 0 1,-1 0 0,0 0-1,0 0 1,1 0 0,-1 0-1,0 0 1,0 0 0,1 0-1,-1-1 1,0 1 0,0 0 0,0 0-1,1 0 1,-1 0 0,0 0-1,0-1 1,0 1 0,1 0-1,-1 0 1,0 0 0,0-1-1,0 1 1,0 0 0,0 0-1,0-1 1,1 1 0,-1 0-1,0 0 1,0-1 0,0 1-1,0 0 1,0 0-24,12-17 434,-11 14-414,31-51 93,2 1 0,2 1 0,3 2 0,23-22-113,-59 69 7,0 0-1,0 0 1,0 0 0,1 0-1,-1 1 1,1 0-1,0-1 1,-1 1 0,1 0-1,0 1 1,0-1-1,0 1 1,0 0 0,0 0-1,1 0 1,-1 0-1,4 1-6,-6 0 1,1 1 0,-1-1-1,0 1 1,1 0-1,-1 0 1,0 0 0,0 0-1,0 1 1,0-1-1,0 0 1,0 1 0,-1 0-1,1-1 1,0 1-1,-1 0 1,1 0-1,-1 0 1,1 0 0,-1 0-1,0 0 1,0 0-1,0 0 1,0 0 0,-1 1-1,1-1 1,0 0-1,-1 1 1,0-1 0,1 0-1,-1 1 1,0 0-1,2 49 15,-2-43-43,-1 0 1,2 1-1,-1-1 0,1 0 0,1 0 0,-1 0 1,2 0-1,-1 0 0,2 2 28,-2-9-172,-1 0 0,1 1-1,0-1 1,0 0 0,0 0 0,0 0-1,0 0 1,1-1 0,-1 1 0,0-1-1,1 1 1,-1-1 0,1 0-1,0 0 1,-1 0 0,3 0 172,27 7-4887,-30-7 4288,25 2-8272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6:32.5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1 14187,'0'0'4137,"0"0"-3529,0 0 1184,0 0-215,-42 144-529,32-85-408,4-5-80,6-2-336,0-10-88,0-6-128,3-10-8,18-10-144,29-11-912,-6-5-1793,6 0-4224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6:32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0 14459,'0'0'1644,"0"0"-381,0 0 362,-10 24-732,-30 79-431,38-97-410,0 0 1,0 0-1,1 1 1,0-1-1,0 0 1,1 0 0,0 1-1,0-1 1,0 0-1,1 3-52,0-6 26,-1 0-1,1 0 1,0 0 0,0 0-1,1 0 1,-1 0-1,1 0 1,-1 0-1,1-1 1,0 1 0,0-1-1,0 1 1,0-1-1,3 2-25,0 0 34,1-1-1,0 1 1,0-1-1,0-1 1,0 1-1,0-1 1,1 0-1,-1 0 1,1-1-1,-1 0 1,1 0-1,0-1 1,-1 1-1,5-2-33,-7 1 16,-1 0 1,1 0-1,0-1 1,-1 1-1,1-1 1,-1 0-1,1 0 1,-1 0-1,1 0 0,-1-1 1,0 0-1,1 1 1,-1-1-1,0 0 1,0-1-1,-1 1 1,1 0-1,0-2-16,1 0 123,0-1-1,0 0 1,-1 0-1,0 0 1,0-1 0,-1 1-1,1-1 1,-1 1-1,-1-1 1,2-4-123,0-9 261,0 1 0,-1-1 0,-1 0 0,-1 0 1,0-1-1,-3-11-261,3 12-4641,2 14-1294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6:33.2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0 11506,'0'0'2177,"0"0"239,0 0 553,-32 125-1473,19-87-655,3-3-441,2-4-240,5-5-104,3-7-56,3-12-752,20-7-2929,6 0-6241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6:33.5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260 7 13083,'0'0'1661,"0"0"-163,-22-2 152,-75-2-729,90 4-857,1 0 0,0 1 0,0 0 0,0 0 0,0 0 0,0 1 0,1 0 0,-1 0 0,0 1 0,1-1 0,0 1 0,-1 0 0,1 1 0,0-1 0,1 1 0,-1 0 0,1 0 0,-1 1 0,1-1 0,1 1 0,-1 0 0,1 0 0,-1 0 0,1 1 0,1-1 0,-1 1 0,1 0 0,0-1 0,0 1 0,1 0 0,0 0 0,0 0 0,0 0 0,1 0 0,0 0 0,0 6-64,1-10 5,-1 0 1,1 1 0,0-1 0,0 0 0,0 0-1,0 0 1,0 0 0,0 0 0,1 0 0,-1 0-1,1-1 1,-1 1 0,1 0 0,-1-1 0,1 1-1,0-1 1,0 0 0,0 1 0,0-1 0,0 0-1,0 0 1,0 0 0,1-1 0,-1 1 0,0 0-1,0-1 1,1 1 0,-1-1 0,0 0 0,0 0-1,2 0-5,15 2-132,0-1-1,0-1 0,12-1 133,-15 0-304,-9 1 191,1-1 1,-1 0 0,0 0-1,0 0 1,0-1 0,0 0-1,0-1 1,-1 1 0,1-1-1,-1-1 1,0 1 0,0-1-1,2-2 113,4-3 438,-1-1 0,-1 0 0,0-1 0,0 0 0,7-12-438,-15 23 1391,-1 8-1111,-1-6-306,-6 389 2631,6-390-2630,0 0-1,0 0 0,1 0 0,-1-1 1,0 1-1,0 0 0,0 0 0,0-1 0,1 1 1,-1 0-1,0 0 0,1-1 0,-1 1 1,1 0-1,-1-1 0,1 1 0,-1-1 0,1 1 1,-1-1-1,1 1 0,0-1 0,-1 1 1,1-1-1,0 1 0,-1-1 0,1 0 0,0 1 1,-1-1-1,1 0 0,0 1 0,0-1 1,-1 0-1,1 0 0,0 0 0,0 0 1,0 0-1,-1 0 0,1 0 26,31-4-2001,9-13-4249,0-5-6900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6:33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198 1 12803,'0'0'2303,"0"0"-135,-23 8-222,-75 29-811,92-34-1045,1 0-1,-1 0 1,1 1-1,-1 0 1,1 0 0,0 0-1,0 0 1,1 1-1,-1 0 1,1 0 0,0 0-1,0 0 1,0 2-90,3-6 17,0 1 0,0-1 0,0 1 1,1-1-1,-1 1 0,0 0 0,1 0 0,-1-1 0,1 1 1,-1 0-1,1 0 0,0 0 0,0-1 0,-1 1 1,1 0-1,1 0 0,-1 0 0,0 0 0,0 0 0,1-1 1,-1 1-1,1 0 0,0 0 0,-1-1 0,1 1 1,0 0-1,0-1 0,0 1 0,0-1 0,0 1 0,0-1 1,1 0-1,-1 1 0,0-1 0,1 0 0,-1 0 1,1 0-1,0 1-17,7 2 9,1-1 0,0 1 0,0-2 0,0 1 0,0-1 0,0-1 0,0 0 0,1 0 0,5-1-9,98-5-451,-107 4 486,-1 1 0,1-2 0,0 1 1,-1-1-1,1 0 0,-1 0 0,0-1 0,1 0 0,-1 0 0,0 0 0,-1-1 0,1 0 0,-1 0 0,1 0 0,-1-1 0,-1 0 0,1 0 0,1-2-35,-9 60 3286,1 6-2839,-17 24 168,12-57-553,1 0 0,1 0 0,1 1 0,1 13-62,3-40-17,0 1 0,0-1 0,1 1 0,-1-1 0,0 1 0,0-1 0,0 1 0,1-1 0,-1 0 0,0 1 0,0-1 0,1 1 0,-1-1 0,1 0 0,-1 1 0,0-1 0,1 0 0,-1 1 0,1-1 0,-1 0 1,0 0-1,1 1 0,-1-1 0,1 0 0,-1 0 0,1 0 0,-1 0 0,1 0 0,-1 0 0,1 0 0,-1 1 0,1-1 0,-1-1 0,1 1 17,21 0-513,-17 0 228,37-5-2706,5-11-4166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6:34.3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1 14563,'0'0'2241,"0"0"-697,0 0 456,11 174-703,-22-91-209,-12 0 24,2-8-240,3-9-480,2-14-232,3-12-160,5-11-176,-3-15-1424,3-7-3713,3-7-9650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6:35.2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0 13899,'0'0'2128,"-3"25"148,-20 380 3467,23-288-5049,10-130 434,44-70-144,2-13-984,-26 41 41,2 1 0,3 1-1,2 2 1,25-25-41,-60 74 2,0-1 1,1 1-1,-1-1 0,1 1 0,-1 0 1,1 0-1,0 0 0,0 0 1,0 1-1,0-1 0,0 1 0,1-1-2,-3 2-1,0 0-1,1 1 1,-1-1-1,0 0 1,0 1-1,0-1 1,0 1-1,1-1 1,-1 1-1,0-1 1,0 1-1,0 0 1,0 0-1,0-1 1,-1 1-1,1 0 1,0 0-1,0 0 1,0 0-1,-1 0 1,1 0-1,-1 0 1,1 0-1,-1 1 1,1-1-1,-1 0 0,1 0 1,-1 0-1,0 0 1,0 1-1,0-1 1,1 0-1,-1 0 2,8 35 18,-1 0 0,-2 0-1,-1 0 1,-2 1 0,-2 12-18,8 91-11,-7-132-34,1 0 1,0 0-1,0 0 1,0 0-1,1-1 1,0 1-1,1-1 1,2 4 44,-4-7-135,0-1 0,0 0 1,1 0-1,-1 0 0,1 0 1,-1 0-1,1-1 0,0 1 0,0-1 1,0 0-1,1 0 0,-1 0 1,0 0-1,1 0 0,0-1 1,-1 0-1,1 1 0,0-1 0,1 0 135,76 0-7261,-42-1-1038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6:35.5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15155,'0'0'2177,"0"0"-1177,0 0 1280,0 0-879,0 0-521,0 0 104,0 0-88,123 85-576,-73-81-112,0-4-208,0 0-216,-11 0-1784,-10-2-3377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6:35.8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8906,'0'0'5673,"0"0"-3776,0 0 719,0 0-1312,0 0-864,178 12-264,-104-12-176,-14 0-1640,-10 0-3849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7:05.6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63 290 11586,'0'0'3965,"0"0"-1499,0 0-16,0 0-830,0 0-939,18-21-332,1 0-217,2-1 72,-1-1 1,-1 0 0,-1-2-1,-1 0 1,2-8-205,19-54 1755,-38 87-1739,0-1 0,1 1 0,-1-1 0,0 1 0,0-1 0,1 1 0,-1-1 0,1 1 0,-1-1 0,0 1 0,1-1 0,-1 1 0,1-1 0,-1 1 0,1 0 0,-1-1 0,1 1-1,-1 0 1,1 0 0,-1-1 0,1 1 0,0 0 0,-1 0 0,1 0 0,-1 0 0,1 0 0,-1-1 0,1 1 0,0 0 0,-1 1 0,1-1-16,17 11 82,9 25-114,-18-18 35,0 1 0,-1 0-1,-2 0 1,0 1 0,0-1-1,-2 1 1,-1 1 0,0-1-1,-1 0 1,-2 1 0,0-1-1,-1 4-2,0-18-21,0 0 1,0 0-1,-1-1 0,0 1 0,0 0 0,0-1 0,-1 0 0,0 0 0,0 0 0,0 0 0,-1 0 0,1 0 1,-1-1-1,0 0 0,-1 0 0,1 0 0,-1 0 0,1-1 0,-2 1 21,-18 12-193,0-1 1,-1-1-1,-12 4 193,25-12-44,-62 23-121,51-21 172,1 1-1,0 1 1,-19 12-7,41-22 9,1 0 0,-1 0 0,0 0 0,1 0-1,-1 0 1,1 0 0,-1 0 0,1 0 0,-1 0 0,1 1-1,-1-1 1,0 0 0,1 0 0,-1 0 0,1 1 0,-1-1 0,0 0-1,1 1 1,-1-1 0,0 0 0,1 1 0,-1-1 0,0 0-1,0 1 1,1-1 0,-1 1 0,0-1 0,0 1 0,0-1 0,0 0-1,0 1 1,1-1 0,-1 1 0,0-1 0,0 1 0,0-1 0,0 1-1,0-1 1,0 1 0,0-1 0,-1 0 0,1 1 0,0-1-1,0 1 1,0-1 0,0 1 0,0-1 0,-1 1 0,1-1 0,0 0-1,0 1 1,-1-1 0,1 0 0,0 1 0,-1-1 0,1 0 0,0 1-1,-1-1 1,1 0 0,-1 0 0,1 1 0,0-1 0,-1 0-1,1 0 1,-1 0 0,1 1-9,40 4 508,23-4-524,0-2-1,55-9 17,-38-5-2725,-1-8-3612,-33 5-5075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7:06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86 13771,'0'0'2666,"0"0"-310,0 0 217,24-1-867,-1 0-1457,0 1-1,1 0 1,0 2-249,-23-2 14,1 1 0,0-1 0,-1 1-1,1 0 1,0-1 0,-1 1-1,1 0 1,-1 0 0,1 0-1,-1 0 1,0 0 0,1 0 0,-1 1-1,0-1 1,0 0 0,0 1-1,0-1 1,0 0 0,0 1 0,0 0-1,0-1 1,-1 1 0,1-1-1,0 1 1,-1 0 0,0 0 0,1-1-1,-1 1 1,0 0 0,0 0-1,0-1 1,0 1 0,0 1-14,0 2 25,-1 1-1,1-1 1,-1 0 0,0 0 0,-1 1 0,1-1 0,-1 0 0,0 0 0,-1 2-25,-3 0 26,1 1 1,-1-2 0,-1 1 0,1-1-1,-1 0 1,0 0 0,-1-1 0,1 0-1,-1 0 1,0-1 0,-1 0 0,1 0-1,0-1 1,-9 2-27,-1 1 62,0-1-1,0-1 1,0-1-1,0-1 1,-1 0 0,1-1-1,-1-1-61,18 0 25,-1 0-1,1 0 0,-1-1 1,1 1-1,-1 0 1,1-1-1,-1 1 1,1-1-1,0 0 1,-1 1-1,1-1 1,0 0-1,0 0 0,0 0 1,-1 0-1,1 0 1,0 0-1,0 0 1,0 0-1,0 0 1,1 0-1,-1-1 1,0 1-25,-1-3 30,1 1 0,-1-1 0,1 0 1,0 0-1,0 0 0,0 0 1,1 0-1,-1 0 0,1-1-30,0-5 13,0 0 0,0 1 1,1-1-1,1 1 0,0-1 0,0 1 0,3-7-13,-1 6-16,1 1 1,1-1-1,0 1 0,0 1 0,0-1 1,1 1-1,0 0 0,1 1 1,0-1-1,0 1 0,1 1 1,-1 0-1,1 0 0,1 1 0,-1 0 1,1 0-1,0 1 0,0 1 1,7-2 15,-7 2-237,0 1 0,0 0 1,0 1-1,1 0 0,-1 1 1,0 0-1,1 0 0,-1 1 0,6 1 237,-8 0-590,0 0-1,-1 0 0,1 1 0,-1 0 0,1 0 1,-1 1-1,0 0 0,0 0 0,0 1 0,-1-1 1,0 2-1,3 2 591,17 22-9563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7:06.4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29 9994,'0'0'7318,"0"0"-4788,0 0-1278,0 0-389,0 0-510,0 0-209,11 24-88,-11-24-56,12 25 13,-1 0 1,7 26-14,-18-49 9,1 1 1,-1-1-1,0 0 1,0 0-1,0 1 0,0-1 1,0 0-1,-1 1 1,1-1-1,-1 0 1,1 1-1,-1-1 0,0 0 1,0 0-1,0 0 1,0 0-1,0 0 1,-1 0-1,1 0 0,-1 0 1,1 0-1,-1-1 1,1 1-1,-1-1 1,0 1-1,0-1 0,0 1 1,0-1-1,0 0 1,0 0-1,0 0 0,0 0 1,0-1-1,-1 1 1,1 0-1,0-1 1,-2 1-10,-5 2 103,-6 3 27,-1 0 0,1-1 0,-1 0 0,-1-1 0,1-1 0,0-1 0,-1 0 0,0-2 0,1 1 0,-1-2 0,0 0 0,0-2-130,15 3 22,0-1 1,1 0-1,-1 0 0,0 0 0,0 0 1,1 0-1,-1 0 0,0-1 0,1 1 1,-1-1-1,1 1 0,0-1 0,-1 1 1,1-1-1,0 0 0,0 1 0,0-1 1,0 0-1,0 0 0,1 0 0,-1 0 1,1 0-1,-1 0 0,1 0 0,0 0 1,-1 0-1,1 0 0,0 0 0,0 0 1,1 0-1,-1 0 0,0 0 0,1 0 1,0-2-23,-1-2-7,1 0 0,1 1 0,-1-1 0,1 0 1,0 0-1,1 1 0,-1-1 0,1 1 0,0 0 1,0 0-1,2-2 7,4-2-189,1 0 1,0 1-1,0 0 1,1 0-1,0 1 0,0 1 1,1 0-1,0 0 1,0 1-1,6-2 189,21-4-4032,1 1 0,25-3 4032,-63 13-210,62-10-9972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7:06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46 14387,'0'0'3656,"0"0"-1391,0 0-975,0 0-617,0 0-162,20 22-121,-20-22-390,18 19 101,-1 1 0,0 0 1,8 16-102,-24-34 15,0-1 0,0 1 0,0 0 0,-1 0 0,1 0 0,-1 0 1,1 0-1,-1 0 0,0 0 0,1-1 0,-1 1 0,0 0 0,0 0 0,0 0 0,-1 0 1,1 0-1,0 0 0,-1 0 0,0 0 0,1 0 0,-1 0 0,0-1 0,0 1 1,0 0-1,0 0 0,0-1 0,0 1 0,-1 0-15,-3 3 72,0 0-1,0-1 1,-1 1-1,1-1 1,-1-1-1,-5 3-71,3 0 101,-11 5 91,0 0 1,-1-2-1,0 0 0,-9 2-192,20-8 22,0 0 1,0-1-1,0 0 0,0 0 1,0-1-1,0-1 1,-1 1-1,1-1 0,0-1 1,-1 0-1,-5-1-22,13 1 14,1 1 0,0-1-1,0 0 1,0 1 0,0-1-1,0 0 1,0 0 0,0 0 0,0 0-1,0 0 1,0 0 0,1 0 0,-1 0-1,0-1 1,1 1 0,-1 0-1,0 0 1,1-1 0,0 1 0,-1 0-1,1 0 1,0-1 0,0 1 0,0 0-1,-1-1 1,1 1 0,1-1-14,0-41 330,-1 37-285,3-6-17,-1 1 1,1-1 0,1 1-1,0 0 1,1 0-1,0 0 1,0 0 0,1 1-1,0 0 1,1 0 0,1 1-1,-1 0 1,1 0 0,1 0-1,8-6-28,-9 8-116,0 1 0,0 0 0,0 0 0,1 0 0,0 1 0,0 0 0,0 1 0,1 0 1,0 1-1,-1-1 0,1 2 0,0 0 0,1 0 0,-1 1 0,0 0 0,0 0 0,1 1 0,6 1 116,-12 0-435,-1 0 1,1 1-1,-1-1 1,1 1-1,-1 0 1,0 0-1,1 0 1,-1 0-1,0 1 1,-1 0-1,1 0 1,0 0-1,-1 0 1,0 0-1,1 1 1,0 2 434,16 25-8602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7:07.1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210 1 15891,'0'0'2249,"0"0"-634,0 0 37,0 0-733,0 0-508,0 0-123,19 19-124,-4-6-120,-1 1 0,-1 0 0,-1 2 0,7 8-44,-19-22 13,1-1 0,0 0 0,-1 1 0,1-1 0,-1 0 0,0 1 0,1-1 0,-1 1 0,0-1 0,0 1-1,0-1 1,0 1 0,0-1 0,0 1 0,0-1 0,-1 1 0,1-1 0,0 1 0,-1-1 0,1 0 0,-1 1 0,0-1 0,1 0 0,-1 1 0,0-1 0,0 0 0,0 0 0,0 0 0,0 0 0,0 1 0,0-2 0,-1 2-13,-43 25 492,35-22-369,-9 4 40,-1 1 1,-1-2 0,1-1 0,-1-1-1,-1 0 1,1-2 0,-1 0-1,0-1 1,-10-1-164,32-2 5,-1 0 0,0 0 0,0 0 0,1 0 0,-1-1-1,0 1 1,1 0 0,-1 0 0,0 0 0,1-1 0,-1 1 0,0 0 0,1-1-1,-1 1 1,0-1 0,1 1 0,-1-1 0,1 1 0,-1-1 0,1 1 0,-1-1-1,1 1 1,0-1 0,-1 0 0,1 1 0,0-1 0,-1 0 0,1 1 0,0-1-1,0 0 1,-1 1 0,1-1 0,0 0 0,0 1 0,0-1 0,0 0-1,0 0 1,0 1 0,0-1 0,0 0 0,0 0 0,1 1 0,-1-1 0,0 0-1,0 1 1,1-1 0,-1 0 0,0 1 0,1-1-5,0-4-11,1 1 1,0 0-1,0 0 1,0 0-1,0 0 1,1 0-1,0 0 1,1-1 10,5-4-179,0 1 0,1 0 0,-1 1 0,2 0 0,-1 0 0,1 1 0,0 1 0,9-4 179,15-4-3400,1 2-1,9-1 3401,11-1-8364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7:07.4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0 15331,'0'0'3137,"0"0"584,0 0-2097,-47 137-1016,34-95-416,2-4-112,4-7-80,4-5-264,3-12-968,16-7-3425,7-7-5865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7:07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15 16596,'0'0'2392,"0"0"-368,0 0 57,163-14-1113,-119 35-496,-12 19-232,-11 12-8,-19 9-160,-2 5 24,-5 0-88,-19-7 48,-2-7-48,3-9-8,2-12-272,7-8-592,14-18-1368,0-5-3314,0 0-6600</inkml:trace>
  <inkml:trace contextRef="#ctx0" brushRef="#br0" timeOffset="1">0 307 13275,'0'0'4313,"0"0"-2441,0 0-199,0 0-1417,176 0-256,-63 3-2241,-19 2-840,-15-3-6545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7:08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74 13659,'0'0'1576,"0"0"-461,0 28 751,-1-15-1628,2 55 939,2 1 0,7 36-1177,-7-90 161,-1 6 16,2-1-1,0 0 1,1 0 0,1-1-1,1 1 1,6 10-177,-13-30 257,1-24 1531,1-25-1544,3 1 0,2 0 0,1 0 0,4-5-244,-5 29 10,1 1 0,1-1 0,0 1 1,2 1-1,1 0 0,0 0 0,2 1 0,16-19-10,-28 38 8,0-1 0,0 1 0,0 0 0,0-1 0,0 1 0,1 0 0,-1 1 0,1-1 0,0 0 0,0 1 0,-1-1 0,1 1 0,0 0 0,0 0 0,0 0 0,0 0 0,0 1 0,0-1 0,1 1 0,1 0-8,-3 0 2,1 1 1,-1-1-1,1 1 1,-1 0-1,0 0 1,1 0-1,-1 0 1,0 0-1,0 1 1,1-1-1,-1 1 1,0-1-1,0 1 1,-1 0-1,1 0 1,0 0-1,-1 0 1,1 0-1,-1 0 1,1 0-1,-1 0 1,0 1-1,0-1 1,0 2-3,8 17 2,-1 1 1,-1 1-1,-2-1 0,0 1 1,2 23-3,-2 23 32,-2 24-32,-2-29-15,-1-57-80,1 0 0,-1-1 0,1 1-1,0 0 1,1-1 0,-1 1 0,1-1 0,1 1 0,0 0 95,-2-4-205,1-1 1,-1 1 0,1-1-1,0 0 1,0 0-1,0 0 1,0 0 0,0 0-1,1 0 1,-1 0 0,0-1-1,1 1 1,-1-1 0,1 0-1,0 0 1,-1 0 0,1 0-1,0 0 1,0 0 0,0-1-1,0 1 205,37 2-5658,-1-2-3579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7:09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15371,'0'0'1961,"0"0"127,0 0-415,0 0-1273,0 0-400,181-3-697,-108 10-1663,-13 1-705,-15 1-3792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7:09.4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0 544,'0'0'11195,"0"0"-9219,0 0 440,0 0 65,0 0-673,0 0-839,0 0-457,173 24-360,-97-24-152,40 0-984,-19-10-3249,-16 1-11371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7:09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178 135 13715,'0'0'1767,"0"0"-23,0 0-174,0-22-459,0-90 793,0 111-1245,1 12-109,27 133 238,-17-101-907,-2 1 0,-2 0 0,-2 0 0,-2 0 0,-2 2 119,-1-42-144,-1 0-1,1 0 1,-1 0 0,0 1 0,-1-1-1,1 0 1,-1 0 0,1-1 0,-1 1-1,0 0 1,0-1 0,-1 1-1,1-1 1,-1 1 0,-2 1 144,-2 2-590,0-1 0,0 0 0,-1-1 0,0 1 0,0-2 1,0 1-1,-4 1 590,-7 2-1082,0-1 0,0-1 0,-19 4 1082,-17 0 1319,118-20 5893,7-4-4085,19-9-3452,41-17-5140,-78 21-3675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7:10.1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304 0 10402,'0'0'4328,"0"0"-2090,-29 3 89,-96 15-743,117-16-1494,0 0 0,0 0 0,0 1 0,0 0 0,1 1 0,0-1 0,0 1 0,0 1 0,0-1 0,0 1 0,1 1 0,0-1 0,0 1-1,0 0 1,1 0 0,0 1 0,0-1 0,1 1 0,0 0 0,-2 4-90,4-7 26,0-1-1,1 0 1,-1 1-1,0 0 1,1-1-1,0 1 0,0 0 1,0 0-1,1 0 1,-1 0-1,1 0 1,0 0-1,0 0 1,0 0-1,0 0 1,1-1-1,0 4-25,0-4 12,0-1 0,1 1 0,-1-1 0,1 1 0,-1-1 0,1 0 0,0 0 0,0 0 0,0 0 0,0 0 0,0 0 0,0 0 0,1 0 0,-1-1 1,1 1-1,-1-1 0,1 0 0,-1 0 0,1 0 0,0 0 0,-1 0 0,1-1 0,0 1 0,1-1-12,25 5 76,0-1 1,0-1-1,0-2 1,1-1 0,4-1-77,-22 0-1,-1 0 1,1-1 0,0 0 0,0 0 0,-1-2 0,1 1 0,-1-1 0,0-1 0,0 0-1,-1-1 1,1 0 0,-1 0 0,-1-1 0,2-1 0,-8 5 18,-1 1-1,0 0 1,1 0 0,-1-1-1,0 0 1,0 1-1,0-1 1,-1 0 0,1 0-1,-1 0 1,1 0-1,-1 0 1,0 0 0,0 0-1,-1 0 1,1-1-1,0 1 1,-1 0 0,0 0-1,0-1 1,0 1 0,0 0-1,-1-1 1,1 1-1,-1 0 1,0 0 0,0-1-1,0 1 1,0 0-1,-2-2-17,0 0 40,0 0-1,0 0 0,-1 1 0,0-1 0,1 1 1,-2 0-1,1 1 0,0-1 0,-1 1 1,0-1-1,0 1 0,0 1 0,0-1 0,0 1 1,0 0-1,-1 0 0,-1 0-39,2 0-26,0 1 0,0 0 0,-1 0 0,1 1 0,0 0 0,-1-1 0,1 2 0,-1-1 0,1 1 0,-1 0 26,-17 11-2520,22-10 1954,0-1 0,-1 1 0,1-1-1,0 1 1,0 0 0,1-1 0,-1 1-1,0 0 1,1 0 0,-1 0 0,1 0-1,-1 0 1,1 1 566,-1 15-13675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7:10.5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139 161 12659,'0'0'1745,"0"0"180,-22 26 11,-65 81-857,84-103-1026,-1 1-1,1-1 1,1 1-1,-1-1 1,0 1 0,1 0-1,0 0 1,0 0-1,1 0 1,0 0-1,-1 0 1,2 1-1,-1-1 1,0 5-53,2-8 26,-1 1-1,1-1 1,-1 0 0,1 0 0,0 0-1,0 0 1,0 0 0,0 0 0,0 0-1,0 0 1,0 0 0,1-1-1,-1 1 1,1 0 0,-1-1 0,1 1-1,0-1 1,0 0 0,-1 1 0,1-1-1,0 0 1,2 1-26,8 2 79,0-1 0,0 1 0,0-2 0,1 0 0,-1 0 0,0-1 0,1-1 0,6-1-79,10 1 47,1-2-1,-1-2 1,0 0 0,-1-2-1,1-1 1,-1-1 0,19-9-47,-34 12 14,-1 0 0,0-1 1,0 0-1,0-1 0,-1-1 1,0 1-1,0-2 0,-1 1 1,0-2-1,0 1 1,-1-1-1,0-1 0,-1 0 1,-1 0-1,1 0 0,-2-1 1,5-11-15,-8 17 27,-1 0 1,0 0-1,0-1 1,-1 1-1,0-1 1,0 1 0,0-1-1,-1 0 1,0 1-1,0-1 1,-1 0-1,0 1 1,0-1-1,0 1 1,-1-1 0,0 1-1,-1 0 1,1 0-1,-1 0 1,-1-2-28,0 2 33,-1 0 0,0 0 1,0 1-1,0 0 0,0 0 1,-1 0-1,0 1 0,0 0 1,0 0-1,-1 0 0,1 1 1,-1 0-1,0 0 0,0 0 1,0 1-1,0 0 0,0 1 1,-1-1-34,-26-1-161,19 3-2766,14 0-1790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7:10.8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226 15 13955,'0'0'1834,"0"0"131,-26 5 33,-85 22-935,107-26-1002,-1 0-1,1 0 1,-1 1 0,1-1-1,0 1 1,-1 0 0,1 1-1,0-1 1,0 1 0,1-1-1,-1 1 1,0 1-1,1-1 1,0 0 0,0 1-1,0-1 1,0 1 0,0 0-1,1 0 1,-1 0 0,1 1-1,1-1 1,-1 0-1,0 1 1,1-1 0,0 1-1,0-1 1,0 1 0,1 0-1,-1-1 1,1 1 0,1 4-61,-1-7 13,0 0 0,0 0 0,1 0 1,-1 0-1,1 0 0,-1 0 1,1 0-1,0 0 0,0-1 1,0 1-1,0 0 0,0 0 0,0-1 1,0 1-1,1-1 0,-1 1 1,1-1-1,-1 0 0,1 1 1,-1-1-1,1 0 0,0 0 0,-1 0 1,1 0-1,0-1 0,0 1 1,0 0-1,0-1 0,0 1 1,-1-1-1,2 1-13,10 1 32,-1 0 0,1-1 0,0 0 0,8 0-32,-12-1 25,10 1-98,0-1 1,-1-1-1,1-1 1,-1 0-1,1-1 1,12-4 72,-24 4-25,-1 1 1,1-1-1,-1 0 1,0-1-1,0 1 1,0-1 0,-1 0-1,1-1 1,-1 1-1,0-1 1,0 0-1,-1 0 1,1-1-1,-1 1 1,0-1-1,-1 0 1,1 0-1,-1-1 1,2-5 24,0-4 775,-1-1-1,0 0 1,-1 1 0,0-18-775,-7 159 617,-6 0 0,-5 0 0,-10 22-617,17-107 29,2-18 9,2 1 0,1 0-1,1 0 1,1 10-38,1-33-349,-1 0 168,1 0 0,-1 0 0,1 0-1,-1 0 1,1 0 0,0 0 0,-1 0 0,1-1 0,-1 1 0,1 0 0,0 0 0,-1-1 0,1 1 0,0 0 0,-1 0-1,1-1 1,0 1 0,-1 0 0,1-1 0,0 1 0,0-1 0,-1 1 0,1 0 0,0-1 0,0 1 0,0-1 0,0 1 0,-1-1 181,-1-3-1866,-7-9-4901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5:48.2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0 378 13811,'0'0'4059,"0"0"-2054,0 0-425,0 0-804,11-27-472,36-90-115,-39 93 259,0 1 0,-1-1 0,-2 0 0,0-1 0,-2 1 0,-1-1 1,0 1-1,-2-16-448,0 39 63,5 82-30,3-1 0,5 0 0,16 57-33,11 67 31,-34-142-439,-5-45-214,1 0 0,0 0-1,1 0 1,1 0-1,1 2 623,2-7-5202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5:48.5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76 6705,'0'0'12075,"0"0"-10691,0 0 265,0 0-705,165-31-632,-102 26-312,21-11-1056,-13 4-4113,-16 0-6122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5:49.5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58 9402,'0'0'6181,"0"0"-4124,0 0-620,32-10-99,105-32-555,-131 41-723,-1-1 1,1 1-1,0 0 1,0 1-1,0-1 0,0 1 1,0 1-1,0-1 1,0 1-1,0 0 0,0 0 1,-1 0-1,1 1 1,0 0-1,1 1-60,-3 0 36,0-1 0,0 0 0,-1 1 0,1 0 0,-1 0 0,0 0 0,0 0 0,0 0 0,-1 0 0,1 1 0,-1 0 0,1-1 0,-1 1 0,0 0 0,-1 0 0,2 2-36,-1 0 25,-1 0 0,1 0 1,-1 1-1,0-1 0,-1 0 0,1 1 0,-1-1 0,0 1 0,-1-1 1,0 0-1,0 1 0,0-1 0,-1 0 0,0 0 0,0 0 0,0 0 0,-1 0 1,0 0-1,0-1 0,0 1 0,-1-1 0,0 0 0,0 0-25,-9 7 31,-1-1-1,0 0 1,-1-2-1,0 0 1,0 0-1,-1-1 1,0-1-1,0-1 1,-1 0-1,0-1 1,0-1-1,0 0 1,-1-2-1,1 0 1,-1-1-1,-12 0-30,27-1 6,0 0-1,1-1 0,-1 1 0,0 0 0,1-1 1,-1 1-1,1-1 0,-1 0 0,1 0 0,-1 0 0,1 0 1,-1-1-1,1 1 0,0 0 0,0-1 0,0 0 1,0 1-1,0-1 0,0 0 0,0 0 0,1 0 1,-1 0-1,0-1 0,1 1 0,0 0 0,0-1 1,0 1-1,0-1 0,0 1 0,0-1 0,0 1 0,1-1 1,-1 0-1,1 1 0,0-1 0,0 0 0,0 1 1,0-1-1,0 0 0,1-2-5,0-1-9,0 0-1,1 0 1,-1 0-1,1 0 1,0 0 0,1 0-1,-1 0 1,1 1 0,0-1-1,1 1 1,-1 0-1,1 0 1,0 0 0,0 0-1,1 1 1,-1-1-1,3 0 10,6-3-298,1 0 0,0 0-1,0 2 1,0 0 0,1 0-1,0 1 1,0 1 0,0 1-1,9-1 299,8 0-4230,0 2-1,14 1 4231,-12 1-9583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5:49.9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 0 13483,'0'0'1792,"0"0"-270,0 0-691,0 0-535,23 15-239,68 50-10,-86-61-18,-1 1 0,0 0 0,0 0 0,0 0 0,-1 1 0,1-1 0,-2 1 0,1 0 0,0 0 0,-1 0-1,0 0 1,-1 0 0,1 1 0,-1-1 0,0 0 0,-1 1 0,0-1 0,0 0 0,0 1 0,0-1 0,-1 1 0,0-1 0,-1 2-29,0 5 131,1-5 8,-1 0 0,0 1-1,-1-1 1,0 0-1,0 0 1,-1 0 0,0-1-1,0 1 1,-1-1-1,1 0 1,-2 0 0,1-1-1,-1 1 1,0-1-1,0 0 1,-1-1 0,0 0-1,-5 4-138,4-4 98,0 0-1,-1 0 1,1-1 0,-1 0-1,0 0 1,0-1-1,0 0 1,0-1 0,0 0-1,-1 0 1,1-1 0,-1-1-1,1 1 1,-1-1-1,1-1 1,-1 0 0,0 0-98,6-1 21,1 1 1,-1-1-1,0 0 1,1 0-1,-1 0 1,1 0-1,0 0 1,-1-1-1,1 0 1,0 1-1,1-1 1,-1-1-1,0 1 1,1 0-1,0 0 1,0-1-1,0 1 1,0-1-1,0 0 1,1 0-1,0 0 1,-1 1-1,1-1 1,1 0-1,-1 0 1,1 0-1,-1-4-21,0-1-63,1-1 1,-1 1-1,2-1 0,-1 1 0,1 0 0,0-1 0,1 1 0,0 0 1,1 0-1,0 0 0,4-7 63,1 4-547,1 0 1,0 1-1,1 0 1,0 1-1,1 0 1,0 1-1,0 0 1,1 0-1,0 1 1,13-5 546,2-4-3069,27-16-7249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5:50.3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50 9482,'0'0'2212,"0"0"-523,26-6 81,19-3-1189,20-3 546,30-11-1127,-161 23 147,50 4-28,0 1 1,1 0-1,-1 1 1,1 1-1,0 0 1,1 1 0,-8 6-120,11-7 196,0 0 0,1 1 0,0 0 0,1 1 0,0 0 0,0 1 0,1-1 0,0 1 0,1 1 1,-1 1-197,7-11 20,0 1 1,0 0 0,1 0 0,-1 0 0,0 0 0,0 0 0,1 0 0,0 0 0,-1 0 0,1 0-1,0 0 1,0 0 0,0 0 0,0 0 0,0 0 0,0 0 0,1 0 0,-1 0 0,1 0 0,-1 0-1,1 0 1,0 0 0,0 0 0,0-1 0,0 1 0,0 0 0,0 0 0,0-1 0,1 1-1,-1-1 1,0 1 0,1-1 0,-1 0 0,2 1-21,6 5 5,1-1 1,0-1-1,1 0 0,-1 0 1,1-1-1,1 0-5,22 10 40,-26-10-24,0 0-1,0 0 0,0 1 0,0 0 0,-1 1 1,0 0-1,0 0 0,0 0 0,-1 1 0,0 0 0,0 0 1,-1 1-1,0-1 0,0 1 0,-1 0 0,0 1 1,0-1-1,-1 1 0,0-1 0,0 1 0,-1 0 1,-1 0-1,1 0 0,-1 0 0,-1 1 0,0-1 0,0 0 1,-1 0-1,0 0 0,0 0 0,-1 1-15,0-3 137,-1-1 1,0 1-1,0-1 0,0 1 1,-1-1-1,0 0 0,0 0 1,0 0-1,-1-1 0,1 0 1,-2 0-1,1 0 0,0 0 1,-1-1-1,-1 1-137,3-2 30,-1 0 0,1 0-1,-1 0 1,0-1 0,1 0 0,-1 0 0,-1 0 0,1 0 0,0-1-1,0 1 1,-1-2 0,1 1 0,0 0 0,-1-1 0,1 0-1,-1 0 1,1-1 0,0 0 0,-1 0 0,-3-1-30,5 0-328,0 0-1,0-1 1,1 0 0,-1 0 0,1 0-1,-1 0 1,1 0 0,0-1 0,1 1 0,-1-1-1,0 0 1,1 0 328,0 2-400,-17-25-6974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7:36.3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251 38 8122,'0'0'1735,"0"0"-16,0 0 299,0 0-537,0 0-550,0 0-113,-10-7-73,-37-18-9,45 24-685,0 0-1,0 1 1,0-1-1,0 1 1,0-1-1,0 1 1,-1 0-1,1 0 1,0 0-1,0 0 1,0 0-1,-1 0 1,1 1-1,0-1 1,0 1-1,0-1 1,0 1-1,0 0 1,0 0-1,0 0 1,-2 1-51,-30 29 685,24-20-470,-2 1-51,2 1 0,0 0 0,0 0 0,1 1 0,1 0 1,0 1-1,1-1 0,0 2-164,3-5 104,0-1 0,1 1 0,0 0 0,1-1 0,0 1 0,1 0-1,0 1 1,1-1 0,0 0 0,0 0 0,1 0 0,2 4-104,-2-11 31,1 1-1,0-1 1,0 0 0,1 0-1,-1 0 1,1 0-1,0 0 1,0 0 0,0-1-1,0 1 1,1-1-1,-1 0 1,1 0 0,0-1-1,0 1 1,0-1-1,0 1 1,1-1 0,-1-1-1,0 1 1,1-1-1,-1 1 1,1-1-1,0 0 1,2-1-31,20 5 91,-1-2 0,0-1-1,1-1 1,-1-1-91,-19 0 23,4 0-8,0-1 1,0 1-1,-1-2 0,1 0 1,-1 0-1,1-1 1,-1 0-1,0 0 0,0-1 1,1-2-16,-6 4 30,0-1 0,0 0 1,-1-1-1,1 1 1,-1-1-1,0 0 1,0 0-1,0 0 1,-1 0-1,1-1 1,-1 0-1,0 0 1,0 1-1,-1-2 1,0 1-1,1 0 1,-2 0-1,1-1 0,-1 1 1,1-3-31,-1-2 59,0 0-1,0 0 1,-1 0 0,0 0-1,-1 0 1,0 0 0,0 0-1,-1 0 1,-1 0 0,0 0 0,0 1-1,0-1 1,-2 1 0,1 0-1,-6-8-58,2 5 12,0 1 0,0 0 0,-1 0-1,-1 1 1,0 0 0,0 1 0,-1 0-1,0 1 1,-1 0 0,0 1 0,-5-3-12,-1 5-485,21 15-1303,22 17-1173,11 0-1214,3-2-940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15T01:07:36.6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392 0 11707,'0'0'2464,"0"0"1945,0 0-2321,0 0-311,-8 144-713,-18-101-96,-14 2-640,-7-3-104,-3-4-176,-5 0-48,-13 2-1424,16-14-3745,7-10-10714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AD1B8E-7B0F-4255-A1A6-229D00AF23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8FC3A57-5411-428B-8130-ACED9F96A1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86081A2-8B53-444C-89C7-75EFAB9C7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408C-F679-43BC-8CF0-7273FF74795D}" type="datetimeFigureOut">
              <a:rPr lang="es-ES" smtClean="0"/>
              <a:t>14/05/2020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EB91019-97C8-43FD-A376-A220669FB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79A60A6-0A8B-439C-802F-6F2C5C182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11263-4431-4F9E-852E-0BA62484DA0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67507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6714DB-F5BF-4E4E-B549-A9AA34A28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3386270-EA2E-4ADB-BEC8-12FA49D60A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8EA70AE-5585-4DD1-AB34-4C5C75888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408C-F679-43BC-8CF0-7273FF74795D}" type="datetimeFigureOut">
              <a:rPr lang="es-ES" smtClean="0"/>
              <a:t>14/05/2020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76803A5-CEEE-452B-BBF8-85345791A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CCD8AF0-BD09-4C87-A29A-D58319B7C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11263-4431-4F9E-852E-0BA62484DA0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50419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BB8563-07DC-4B04-9CFD-CF9736C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BF60466-F49B-4199-A238-D8CC00EC26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2DC58A4-051B-4744-8322-B8B1BEA6E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408C-F679-43BC-8CF0-7273FF74795D}" type="datetimeFigureOut">
              <a:rPr lang="es-ES" smtClean="0"/>
              <a:t>14/05/2020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DDDFD38-EF88-4E9A-B158-FFD1225A2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1D59544-462C-4BAE-8D3C-CB9A319BB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11263-4431-4F9E-852E-0BA62484DA0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74220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39DB49-07F8-4366-B01C-04A240FAE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5F09B98-1594-49FC-8CAA-8C031BA452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E1739ED-0C60-4467-A308-C10FB69B24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59D4B60-F9AC-4474-88DF-59BCD8B26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408C-F679-43BC-8CF0-7273FF74795D}" type="datetimeFigureOut">
              <a:rPr lang="es-ES" smtClean="0"/>
              <a:t>14/05/2020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BC486AD-B57E-4380-8986-30F2F658D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AD044E3-A234-4B4C-AA28-8F35189D1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11263-4431-4F9E-852E-0BA62484DA0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38806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C6E61F-9554-41D7-8637-D84DD978B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75EFA99-C66E-4722-A9A9-4C15961460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8403BB4-E42E-4205-B9FB-E310064C5A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EA4DAC9-E668-4F57-8A32-4F95653E05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FDDED0F-65C3-4D40-AB8B-B56469B58A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503032A-5994-4FC5-9523-3AC151A83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408C-F679-43BC-8CF0-7273FF74795D}" type="datetimeFigureOut">
              <a:rPr lang="es-ES" smtClean="0"/>
              <a:t>14/05/2020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92D3261-30AE-4FBE-BBD4-B4F6CC7C3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6AB10EC-42DB-459D-8C11-58FB798B0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11263-4431-4F9E-852E-0BA62484DA0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40307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98D575-A0CA-4969-B61A-C4F316C2C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5B60E13-BE44-445B-9656-13BFE3109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408C-F679-43BC-8CF0-7273FF74795D}" type="datetimeFigureOut">
              <a:rPr lang="es-ES" smtClean="0"/>
              <a:t>14/05/2020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A1EB5A6-7957-4149-9098-F04089925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AB9C80D-5FF3-45F4-BEB7-18D011778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11263-4431-4F9E-852E-0BA62484DA0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47602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26B42AE-1A03-4BB8-9089-86F894C27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408C-F679-43BC-8CF0-7273FF74795D}" type="datetimeFigureOut">
              <a:rPr lang="es-ES" smtClean="0"/>
              <a:t>14/05/2020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8D58286-6D1F-4FD9-AC06-2C7A180B5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73547C3-1446-47FD-A533-94051B93D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11263-4431-4F9E-852E-0BA62484DA0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5825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84AEE1-BCF8-409A-BEE9-695732FCD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D3BED46-7407-4B77-9E27-2C6FFE8390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858E5D9-4630-4C5D-A313-9BB30080E0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B62142D-D1A5-4F4F-8B55-668E0F6FB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408C-F679-43BC-8CF0-7273FF74795D}" type="datetimeFigureOut">
              <a:rPr lang="es-ES" smtClean="0"/>
              <a:t>14/05/2020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BA0E5F1-A512-4C6F-B3CB-E667A1BE7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51D6116-923D-4FC7-9DEE-C3F77BDC0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11263-4431-4F9E-852E-0BA62484DA0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71617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F1BDD2-C89B-42CF-93F2-66842DEE7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32DD235-2108-4938-983B-B13B4153FF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6E93771-00DD-4F81-8E35-190F58ACDA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EA41125-A877-4F2A-8B2A-6D450F595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408C-F679-43BC-8CF0-7273FF74795D}" type="datetimeFigureOut">
              <a:rPr lang="es-ES" smtClean="0"/>
              <a:t>14/05/2020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9213461-8C7D-4814-B155-CC9B0A45E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0FC5C38-1134-4CA9-8DEF-1868F45D6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11263-4431-4F9E-852E-0BA62484DA0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77555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518F58-E54C-445D-9EDE-394141202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F8C069B-814C-4B66-BD3A-BD6A7B933C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2AEF45B-5754-44BB-AC9F-ACCC28874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408C-F679-43BC-8CF0-7273FF74795D}" type="datetimeFigureOut">
              <a:rPr lang="es-ES" smtClean="0"/>
              <a:t>14/05/2020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2139FF6-DE9E-4D75-8115-60874AAC5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C7FE3EB-2578-4B80-ACA3-4835E78E9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11263-4431-4F9E-852E-0BA62484DA0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79264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AE8BEBF-502A-4696-86A8-7BE8F79E76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EE05C4D-4A7A-4B37-8ED7-EF8DCD600E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E3F7A1F-0A65-46C9-8BFE-591A9810A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408C-F679-43BC-8CF0-7273FF74795D}" type="datetimeFigureOut">
              <a:rPr lang="es-ES" smtClean="0"/>
              <a:t>14/05/2020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01F9260-945B-40A4-A5B3-638A15BA3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7866288-5FFC-49D6-B174-4DE1A4566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11263-4431-4F9E-852E-0BA62484DA0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02982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6DAFAED-1F9E-41B6-A736-786E7671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25A81A5-E34B-4329-B4F8-03A17DE7D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60DF68A-E1F5-42C8-9F66-F996D64542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D4408C-F679-43BC-8CF0-7273FF74795D}" type="datetimeFigureOut">
              <a:rPr lang="es-ES" smtClean="0"/>
              <a:t>14/05/2020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8DB28D6-1CD7-438E-B0A0-5D03CC6C3A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85FE4E2-C71F-4309-8FC3-CEB695FBF8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811263-4431-4F9E-852E-0BA62484DA0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58073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8.xml"/><Relationship Id="rId21" Type="http://schemas.openxmlformats.org/officeDocument/2006/relationships/customXml" Target="../ink/ink10.xml"/><Relationship Id="rId63" Type="http://schemas.openxmlformats.org/officeDocument/2006/relationships/customXml" Target="../ink/ink31.xml"/><Relationship Id="rId159" Type="http://schemas.openxmlformats.org/officeDocument/2006/relationships/customXml" Target="../ink/ink79.xml"/><Relationship Id="rId170" Type="http://schemas.openxmlformats.org/officeDocument/2006/relationships/customXml" Target="../ink/ink85.xml"/><Relationship Id="rId191" Type="http://schemas.openxmlformats.org/officeDocument/2006/relationships/image" Target="../media/image95.png"/><Relationship Id="rId205" Type="http://schemas.openxmlformats.org/officeDocument/2006/relationships/image" Target="../media/image102.png"/><Relationship Id="rId226" Type="http://schemas.openxmlformats.org/officeDocument/2006/relationships/customXml" Target="../ink/ink113.xml"/><Relationship Id="rId247" Type="http://schemas.openxmlformats.org/officeDocument/2006/relationships/customXml" Target="../ink/ink124.xml"/><Relationship Id="rId107" Type="http://schemas.openxmlformats.org/officeDocument/2006/relationships/customXml" Target="../ink/ink53.xml"/><Relationship Id="rId11" Type="http://schemas.openxmlformats.org/officeDocument/2006/relationships/customXml" Target="../ink/ink5.xml"/><Relationship Id="rId32" Type="http://schemas.openxmlformats.org/officeDocument/2006/relationships/image" Target="../media/image16.png"/><Relationship Id="rId53" Type="http://schemas.openxmlformats.org/officeDocument/2006/relationships/customXml" Target="../ink/ink26.xml"/><Relationship Id="rId74" Type="http://schemas.openxmlformats.org/officeDocument/2006/relationships/image" Target="../media/image37.png"/><Relationship Id="rId128" Type="http://schemas.openxmlformats.org/officeDocument/2006/relationships/image" Target="../media/image64.png"/><Relationship Id="rId149" Type="http://schemas.openxmlformats.org/officeDocument/2006/relationships/customXml" Target="../ink/ink74.xml"/><Relationship Id="rId5" Type="http://schemas.openxmlformats.org/officeDocument/2006/relationships/customXml" Target="../ink/ink2.xml"/><Relationship Id="rId95" Type="http://schemas.openxmlformats.org/officeDocument/2006/relationships/customXml" Target="../ink/ink47.xml"/><Relationship Id="rId160" Type="http://schemas.openxmlformats.org/officeDocument/2006/relationships/image" Target="../media/image80.png"/><Relationship Id="rId181" Type="http://schemas.openxmlformats.org/officeDocument/2006/relationships/image" Target="../media/image90.png"/><Relationship Id="rId216" Type="http://schemas.openxmlformats.org/officeDocument/2006/relationships/customXml" Target="../ink/ink108.xml"/><Relationship Id="rId237" Type="http://schemas.openxmlformats.org/officeDocument/2006/relationships/customXml" Target="../ink/ink119.xml"/><Relationship Id="rId258" Type="http://schemas.openxmlformats.org/officeDocument/2006/relationships/customXml" Target="../ink/ink130.xml"/><Relationship Id="rId22" Type="http://schemas.openxmlformats.org/officeDocument/2006/relationships/image" Target="../media/image11.png"/><Relationship Id="rId43" Type="http://schemas.openxmlformats.org/officeDocument/2006/relationships/customXml" Target="../ink/ink21.xml"/><Relationship Id="rId64" Type="http://schemas.openxmlformats.org/officeDocument/2006/relationships/image" Target="../media/image32.png"/><Relationship Id="rId118" Type="http://schemas.openxmlformats.org/officeDocument/2006/relationships/image" Target="../media/image59.png"/><Relationship Id="rId139" Type="http://schemas.openxmlformats.org/officeDocument/2006/relationships/customXml" Target="../ink/ink69.xml"/><Relationship Id="rId85" Type="http://schemas.openxmlformats.org/officeDocument/2006/relationships/customXml" Target="../ink/ink42.xml"/><Relationship Id="rId150" Type="http://schemas.openxmlformats.org/officeDocument/2006/relationships/image" Target="../media/image75.png"/><Relationship Id="rId171" Type="http://schemas.openxmlformats.org/officeDocument/2006/relationships/image" Target="../media/image85.png"/><Relationship Id="rId192" Type="http://schemas.openxmlformats.org/officeDocument/2006/relationships/customXml" Target="../ink/ink96.xml"/><Relationship Id="rId206" Type="http://schemas.openxmlformats.org/officeDocument/2006/relationships/customXml" Target="../ink/ink103.xml"/><Relationship Id="rId227" Type="http://schemas.openxmlformats.org/officeDocument/2006/relationships/image" Target="../media/image113.png"/><Relationship Id="rId248" Type="http://schemas.openxmlformats.org/officeDocument/2006/relationships/image" Target="../media/image123.png"/><Relationship Id="rId12" Type="http://schemas.openxmlformats.org/officeDocument/2006/relationships/image" Target="../media/image6.png"/><Relationship Id="rId33" Type="http://schemas.openxmlformats.org/officeDocument/2006/relationships/customXml" Target="../ink/ink16.xml"/><Relationship Id="rId108" Type="http://schemas.openxmlformats.org/officeDocument/2006/relationships/image" Target="../media/image54.png"/><Relationship Id="rId129" Type="http://schemas.openxmlformats.org/officeDocument/2006/relationships/customXml" Target="../ink/ink64.xml"/><Relationship Id="rId54" Type="http://schemas.openxmlformats.org/officeDocument/2006/relationships/image" Target="../media/image27.png"/><Relationship Id="rId75" Type="http://schemas.openxmlformats.org/officeDocument/2006/relationships/customXml" Target="../ink/ink37.xml"/><Relationship Id="rId96" Type="http://schemas.openxmlformats.org/officeDocument/2006/relationships/image" Target="../media/image48.png"/><Relationship Id="rId140" Type="http://schemas.openxmlformats.org/officeDocument/2006/relationships/image" Target="../media/image70.png"/><Relationship Id="rId161" Type="http://schemas.openxmlformats.org/officeDocument/2006/relationships/customXml" Target="../ink/ink80.xml"/><Relationship Id="rId182" Type="http://schemas.openxmlformats.org/officeDocument/2006/relationships/customXml" Target="../ink/ink91.xml"/><Relationship Id="rId217" Type="http://schemas.openxmlformats.org/officeDocument/2006/relationships/image" Target="../media/image108.png"/><Relationship Id="rId6" Type="http://schemas.openxmlformats.org/officeDocument/2006/relationships/image" Target="../media/image3.png"/><Relationship Id="rId238" Type="http://schemas.openxmlformats.org/officeDocument/2006/relationships/image" Target="../media/image118.png"/><Relationship Id="rId259" Type="http://schemas.openxmlformats.org/officeDocument/2006/relationships/image" Target="../media/image128.png"/><Relationship Id="rId23" Type="http://schemas.openxmlformats.org/officeDocument/2006/relationships/customXml" Target="../ink/ink11.xml"/><Relationship Id="rId119" Type="http://schemas.openxmlformats.org/officeDocument/2006/relationships/customXml" Target="../ink/ink59.xml"/><Relationship Id="rId44" Type="http://schemas.openxmlformats.org/officeDocument/2006/relationships/image" Target="../media/image22.png"/><Relationship Id="rId65" Type="http://schemas.openxmlformats.org/officeDocument/2006/relationships/customXml" Target="../ink/ink32.xml"/><Relationship Id="rId86" Type="http://schemas.openxmlformats.org/officeDocument/2006/relationships/image" Target="../media/image43.png"/><Relationship Id="rId130" Type="http://schemas.openxmlformats.org/officeDocument/2006/relationships/image" Target="../media/image65.png"/><Relationship Id="rId151" Type="http://schemas.openxmlformats.org/officeDocument/2006/relationships/customXml" Target="../ink/ink75.xml"/><Relationship Id="rId172" Type="http://schemas.openxmlformats.org/officeDocument/2006/relationships/customXml" Target="../ink/ink86.xml"/><Relationship Id="rId193" Type="http://schemas.openxmlformats.org/officeDocument/2006/relationships/image" Target="../media/image96.png"/><Relationship Id="rId207" Type="http://schemas.openxmlformats.org/officeDocument/2006/relationships/image" Target="../media/image103.png"/><Relationship Id="rId228" Type="http://schemas.openxmlformats.org/officeDocument/2006/relationships/customXml" Target="../ink/ink114.xml"/><Relationship Id="rId249" Type="http://schemas.openxmlformats.org/officeDocument/2006/relationships/customXml" Target="../ink/ink125.xml"/><Relationship Id="rId13" Type="http://schemas.openxmlformats.org/officeDocument/2006/relationships/customXml" Target="../ink/ink6.xml"/><Relationship Id="rId109" Type="http://schemas.openxmlformats.org/officeDocument/2006/relationships/customXml" Target="../ink/ink54.xml"/><Relationship Id="rId260" Type="http://schemas.openxmlformats.org/officeDocument/2006/relationships/customXml" Target="../ink/ink131.xml"/><Relationship Id="rId34" Type="http://schemas.openxmlformats.org/officeDocument/2006/relationships/image" Target="../media/image17.png"/><Relationship Id="rId55" Type="http://schemas.openxmlformats.org/officeDocument/2006/relationships/customXml" Target="../ink/ink27.xml"/><Relationship Id="rId76" Type="http://schemas.openxmlformats.org/officeDocument/2006/relationships/image" Target="../media/image38.png"/><Relationship Id="rId97" Type="http://schemas.openxmlformats.org/officeDocument/2006/relationships/customXml" Target="../ink/ink48.xml"/><Relationship Id="rId120" Type="http://schemas.openxmlformats.org/officeDocument/2006/relationships/image" Target="../media/image60.png"/><Relationship Id="rId141" Type="http://schemas.openxmlformats.org/officeDocument/2006/relationships/customXml" Target="../ink/ink70.xml"/><Relationship Id="rId7" Type="http://schemas.openxmlformats.org/officeDocument/2006/relationships/customXml" Target="../ink/ink3.xml"/><Relationship Id="rId162" Type="http://schemas.openxmlformats.org/officeDocument/2006/relationships/customXml" Target="../ink/ink81.xml"/><Relationship Id="rId183" Type="http://schemas.openxmlformats.org/officeDocument/2006/relationships/image" Target="../media/image91.png"/><Relationship Id="rId218" Type="http://schemas.openxmlformats.org/officeDocument/2006/relationships/customXml" Target="../ink/ink109.xml"/><Relationship Id="rId239" Type="http://schemas.openxmlformats.org/officeDocument/2006/relationships/customXml" Target="../ink/ink120.xml"/><Relationship Id="rId250" Type="http://schemas.openxmlformats.org/officeDocument/2006/relationships/image" Target="../media/image124.png"/><Relationship Id="rId24" Type="http://schemas.openxmlformats.org/officeDocument/2006/relationships/image" Target="../media/image12.png"/><Relationship Id="rId45" Type="http://schemas.openxmlformats.org/officeDocument/2006/relationships/customXml" Target="../ink/ink22.xml"/><Relationship Id="rId66" Type="http://schemas.openxmlformats.org/officeDocument/2006/relationships/image" Target="../media/image33.png"/><Relationship Id="rId87" Type="http://schemas.openxmlformats.org/officeDocument/2006/relationships/customXml" Target="../ink/ink43.xml"/><Relationship Id="rId110" Type="http://schemas.openxmlformats.org/officeDocument/2006/relationships/image" Target="../media/image55.png"/><Relationship Id="rId131" Type="http://schemas.openxmlformats.org/officeDocument/2006/relationships/customXml" Target="../ink/ink65.xml"/><Relationship Id="rId152" Type="http://schemas.openxmlformats.org/officeDocument/2006/relationships/image" Target="../media/image76.png"/><Relationship Id="rId173" Type="http://schemas.openxmlformats.org/officeDocument/2006/relationships/image" Target="../media/image86.png"/><Relationship Id="rId194" Type="http://schemas.openxmlformats.org/officeDocument/2006/relationships/customXml" Target="../ink/ink97.xml"/><Relationship Id="rId208" Type="http://schemas.openxmlformats.org/officeDocument/2006/relationships/customXml" Target="../ink/ink104.xml"/><Relationship Id="rId229" Type="http://schemas.openxmlformats.org/officeDocument/2006/relationships/image" Target="../media/image114.png"/><Relationship Id="rId240" Type="http://schemas.openxmlformats.org/officeDocument/2006/relationships/image" Target="../media/image119.png"/><Relationship Id="rId261" Type="http://schemas.openxmlformats.org/officeDocument/2006/relationships/image" Target="../media/image129.png"/><Relationship Id="rId14" Type="http://schemas.openxmlformats.org/officeDocument/2006/relationships/image" Target="../media/image7.png"/><Relationship Id="rId35" Type="http://schemas.openxmlformats.org/officeDocument/2006/relationships/customXml" Target="../ink/ink17.xml"/><Relationship Id="rId56" Type="http://schemas.openxmlformats.org/officeDocument/2006/relationships/image" Target="../media/image28.png"/><Relationship Id="rId77" Type="http://schemas.openxmlformats.org/officeDocument/2006/relationships/customXml" Target="../ink/ink38.xml"/><Relationship Id="rId100" Type="http://schemas.openxmlformats.org/officeDocument/2006/relationships/image" Target="../media/image50.png"/><Relationship Id="rId8" Type="http://schemas.openxmlformats.org/officeDocument/2006/relationships/image" Target="../media/image4.png"/><Relationship Id="rId98" Type="http://schemas.openxmlformats.org/officeDocument/2006/relationships/image" Target="../media/image49.png"/><Relationship Id="rId121" Type="http://schemas.openxmlformats.org/officeDocument/2006/relationships/customXml" Target="../ink/ink60.xml"/><Relationship Id="rId142" Type="http://schemas.openxmlformats.org/officeDocument/2006/relationships/image" Target="../media/image71.png"/><Relationship Id="rId163" Type="http://schemas.openxmlformats.org/officeDocument/2006/relationships/image" Target="../media/image81.png"/><Relationship Id="rId184" Type="http://schemas.openxmlformats.org/officeDocument/2006/relationships/customXml" Target="../ink/ink92.xml"/><Relationship Id="rId219" Type="http://schemas.openxmlformats.org/officeDocument/2006/relationships/image" Target="../media/image109.png"/><Relationship Id="rId230" Type="http://schemas.openxmlformats.org/officeDocument/2006/relationships/customXml" Target="../ink/ink115.xml"/><Relationship Id="rId251" Type="http://schemas.openxmlformats.org/officeDocument/2006/relationships/customXml" Target="../ink/ink126.xml"/><Relationship Id="rId25" Type="http://schemas.openxmlformats.org/officeDocument/2006/relationships/customXml" Target="../ink/ink12.xml"/><Relationship Id="rId46" Type="http://schemas.openxmlformats.org/officeDocument/2006/relationships/image" Target="../media/image23.png"/><Relationship Id="rId67" Type="http://schemas.openxmlformats.org/officeDocument/2006/relationships/customXml" Target="../ink/ink33.xml"/><Relationship Id="rId88" Type="http://schemas.openxmlformats.org/officeDocument/2006/relationships/image" Target="../media/image44.png"/><Relationship Id="rId111" Type="http://schemas.openxmlformats.org/officeDocument/2006/relationships/customXml" Target="../ink/ink55.xml"/><Relationship Id="rId132" Type="http://schemas.openxmlformats.org/officeDocument/2006/relationships/image" Target="../media/image66.png"/><Relationship Id="rId153" Type="http://schemas.openxmlformats.org/officeDocument/2006/relationships/customXml" Target="../ink/ink76.xml"/><Relationship Id="rId174" Type="http://schemas.openxmlformats.org/officeDocument/2006/relationships/customXml" Target="../ink/ink87.xml"/><Relationship Id="rId195" Type="http://schemas.openxmlformats.org/officeDocument/2006/relationships/image" Target="../media/image97.png"/><Relationship Id="rId209" Type="http://schemas.openxmlformats.org/officeDocument/2006/relationships/image" Target="../media/image104.png"/><Relationship Id="rId220" Type="http://schemas.openxmlformats.org/officeDocument/2006/relationships/customXml" Target="../ink/ink110.xml"/><Relationship Id="rId241" Type="http://schemas.openxmlformats.org/officeDocument/2006/relationships/customXml" Target="../ink/ink121.xml"/><Relationship Id="rId15" Type="http://schemas.openxmlformats.org/officeDocument/2006/relationships/customXml" Target="../ink/ink7.xml"/><Relationship Id="rId36" Type="http://schemas.openxmlformats.org/officeDocument/2006/relationships/image" Target="../media/image18.png"/><Relationship Id="rId57" Type="http://schemas.openxmlformats.org/officeDocument/2006/relationships/customXml" Target="../ink/ink28.xml"/><Relationship Id="rId262" Type="http://schemas.openxmlformats.org/officeDocument/2006/relationships/customXml" Target="../ink/ink132.xml"/><Relationship Id="rId78" Type="http://schemas.openxmlformats.org/officeDocument/2006/relationships/image" Target="../media/image39.png"/><Relationship Id="rId99" Type="http://schemas.openxmlformats.org/officeDocument/2006/relationships/customXml" Target="../ink/ink49.xml"/><Relationship Id="rId101" Type="http://schemas.openxmlformats.org/officeDocument/2006/relationships/customXml" Target="../ink/ink50.xml"/><Relationship Id="rId122" Type="http://schemas.openxmlformats.org/officeDocument/2006/relationships/image" Target="../media/image61.png"/><Relationship Id="rId143" Type="http://schemas.openxmlformats.org/officeDocument/2006/relationships/customXml" Target="../ink/ink71.xml"/><Relationship Id="rId164" Type="http://schemas.openxmlformats.org/officeDocument/2006/relationships/customXml" Target="../ink/ink82.xml"/><Relationship Id="rId185" Type="http://schemas.openxmlformats.org/officeDocument/2006/relationships/image" Target="../media/image92.png"/><Relationship Id="rId9" Type="http://schemas.openxmlformats.org/officeDocument/2006/relationships/customXml" Target="../ink/ink4.xml"/><Relationship Id="rId210" Type="http://schemas.openxmlformats.org/officeDocument/2006/relationships/customXml" Target="../ink/ink105.xml"/><Relationship Id="rId26" Type="http://schemas.openxmlformats.org/officeDocument/2006/relationships/image" Target="../media/image13.png"/><Relationship Id="rId231" Type="http://schemas.openxmlformats.org/officeDocument/2006/relationships/image" Target="../media/image115.png"/><Relationship Id="rId252" Type="http://schemas.openxmlformats.org/officeDocument/2006/relationships/customXml" Target="../ink/ink127.xml"/><Relationship Id="rId47" Type="http://schemas.openxmlformats.org/officeDocument/2006/relationships/customXml" Target="../ink/ink23.xml"/><Relationship Id="rId68" Type="http://schemas.openxmlformats.org/officeDocument/2006/relationships/image" Target="../media/image34.png"/><Relationship Id="rId89" Type="http://schemas.openxmlformats.org/officeDocument/2006/relationships/customXml" Target="../ink/ink44.xml"/><Relationship Id="rId112" Type="http://schemas.openxmlformats.org/officeDocument/2006/relationships/image" Target="../media/image56.png"/><Relationship Id="rId133" Type="http://schemas.openxmlformats.org/officeDocument/2006/relationships/customXml" Target="../ink/ink66.xml"/><Relationship Id="rId154" Type="http://schemas.openxmlformats.org/officeDocument/2006/relationships/image" Target="../media/image77.png"/><Relationship Id="rId175" Type="http://schemas.openxmlformats.org/officeDocument/2006/relationships/image" Target="../media/image87.png"/><Relationship Id="rId196" Type="http://schemas.openxmlformats.org/officeDocument/2006/relationships/customXml" Target="../ink/ink98.xml"/><Relationship Id="rId200" Type="http://schemas.openxmlformats.org/officeDocument/2006/relationships/customXml" Target="../ink/ink100.xml"/><Relationship Id="rId16" Type="http://schemas.openxmlformats.org/officeDocument/2006/relationships/image" Target="../media/image8.png"/><Relationship Id="rId221" Type="http://schemas.openxmlformats.org/officeDocument/2006/relationships/image" Target="../media/image110.png"/><Relationship Id="rId242" Type="http://schemas.openxmlformats.org/officeDocument/2006/relationships/image" Target="../media/image120.png"/><Relationship Id="rId263" Type="http://schemas.openxmlformats.org/officeDocument/2006/relationships/image" Target="../media/image130.png"/><Relationship Id="rId37" Type="http://schemas.openxmlformats.org/officeDocument/2006/relationships/customXml" Target="../ink/ink18.xml"/><Relationship Id="rId58" Type="http://schemas.openxmlformats.org/officeDocument/2006/relationships/image" Target="../media/image29.png"/><Relationship Id="rId79" Type="http://schemas.openxmlformats.org/officeDocument/2006/relationships/customXml" Target="../ink/ink39.xml"/><Relationship Id="rId102" Type="http://schemas.openxmlformats.org/officeDocument/2006/relationships/image" Target="../media/image51.png"/><Relationship Id="rId123" Type="http://schemas.openxmlformats.org/officeDocument/2006/relationships/customXml" Target="../ink/ink61.xml"/><Relationship Id="rId144" Type="http://schemas.openxmlformats.org/officeDocument/2006/relationships/image" Target="../media/image72.png"/><Relationship Id="rId90" Type="http://schemas.openxmlformats.org/officeDocument/2006/relationships/image" Target="../media/image45.png"/><Relationship Id="rId165" Type="http://schemas.openxmlformats.org/officeDocument/2006/relationships/image" Target="../media/image82.png"/><Relationship Id="rId186" Type="http://schemas.openxmlformats.org/officeDocument/2006/relationships/customXml" Target="../ink/ink93.xml"/><Relationship Id="rId211" Type="http://schemas.openxmlformats.org/officeDocument/2006/relationships/image" Target="../media/image105.png"/><Relationship Id="rId232" Type="http://schemas.openxmlformats.org/officeDocument/2006/relationships/customXml" Target="../ink/ink116.xml"/><Relationship Id="rId253" Type="http://schemas.openxmlformats.org/officeDocument/2006/relationships/image" Target="../media/image125.png"/><Relationship Id="rId27" Type="http://schemas.openxmlformats.org/officeDocument/2006/relationships/customXml" Target="../ink/ink13.xml"/><Relationship Id="rId48" Type="http://schemas.openxmlformats.org/officeDocument/2006/relationships/image" Target="../media/image24.png"/><Relationship Id="rId69" Type="http://schemas.openxmlformats.org/officeDocument/2006/relationships/customXml" Target="../ink/ink34.xml"/><Relationship Id="rId113" Type="http://schemas.openxmlformats.org/officeDocument/2006/relationships/customXml" Target="../ink/ink56.xml"/><Relationship Id="rId134" Type="http://schemas.openxmlformats.org/officeDocument/2006/relationships/image" Target="../media/image67.png"/><Relationship Id="rId80" Type="http://schemas.openxmlformats.org/officeDocument/2006/relationships/image" Target="../media/image40.png"/><Relationship Id="rId155" Type="http://schemas.openxmlformats.org/officeDocument/2006/relationships/customXml" Target="../ink/ink77.xml"/><Relationship Id="rId176" Type="http://schemas.openxmlformats.org/officeDocument/2006/relationships/customXml" Target="../ink/ink88.xml"/><Relationship Id="rId197" Type="http://schemas.openxmlformats.org/officeDocument/2006/relationships/image" Target="../media/image98.png"/><Relationship Id="rId201" Type="http://schemas.openxmlformats.org/officeDocument/2006/relationships/image" Target="../media/image100.png"/><Relationship Id="rId222" Type="http://schemas.openxmlformats.org/officeDocument/2006/relationships/customXml" Target="../ink/ink111.xml"/><Relationship Id="rId243" Type="http://schemas.openxmlformats.org/officeDocument/2006/relationships/customXml" Target="../ink/ink122.xml"/><Relationship Id="rId17" Type="http://schemas.openxmlformats.org/officeDocument/2006/relationships/customXml" Target="../ink/ink8.xml"/><Relationship Id="rId38" Type="http://schemas.openxmlformats.org/officeDocument/2006/relationships/image" Target="../media/image19.png"/><Relationship Id="rId59" Type="http://schemas.openxmlformats.org/officeDocument/2006/relationships/customXml" Target="../ink/ink29.xml"/><Relationship Id="rId103" Type="http://schemas.openxmlformats.org/officeDocument/2006/relationships/customXml" Target="../ink/ink51.xml"/><Relationship Id="rId124" Type="http://schemas.openxmlformats.org/officeDocument/2006/relationships/image" Target="../media/image62.png"/><Relationship Id="rId70" Type="http://schemas.openxmlformats.org/officeDocument/2006/relationships/image" Target="../media/image35.png"/><Relationship Id="rId91" Type="http://schemas.openxmlformats.org/officeDocument/2006/relationships/customXml" Target="../ink/ink45.xml"/><Relationship Id="rId145" Type="http://schemas.openxmlformats.org/officeDocument/2006/relationships/customXml" Target="../ink/ink72.xml"/><Relationship Id="rId166" Type="http://schemas.openxmlformats.org/officeDocument/2006/relationships/customXml" Target="../ink/ink83.xml"/><Relationship Id="rId187" Type="http://schemas.openxmlformats.org/officeDocument/2006/relationships/image" Target="../media/image93.png"/><Relationship Id="rId1" Type="http://schemas.openxmlformats.org/officeDocument/2006/relationships/slideLayout" Target="../slideLayouts/slideLayout1.xml"/><Relationship Id="rId212" Type="http://schemas.openxmlformats.org/officeDocument/2006/relationships/customXml" Target="../ink/ink106.xml"/><Relationship Id="rId233" Type="http://schemas.openxmlformats.org/officeDocument/2006/relationships/customXml" Target="../ink/ink117.xml"/><Relationship Id="rId254" Type="http://schemas.openxmlformats.org/officeDocument/2006/relationships/customXml" Target="../ink/ink128.xml"/><Relationship Id="rId28" Type="http://schemas.openxmlformats.org/officeDocument/2006/relationships/image" Target="../media/image14.png"/><Relationship Id="rId49" Type="http://schemas.openxmlformats.org/officeDocument/2006/relationships/customXml" Target="../ink/ink24.xml"/><Relationship Id="rId114" Type="http://schemas.openxmlformats.org/officeDocument/2006/relationships/image" Target="../media/image57.png"/><Relationship Id="rId60" Type="http://schemas.openxmlformats.org/officeDocument/2006/relationships/image" Target="../media/image30.png"/><Relationship Id="rId81" Type="http://schemas.openxmlformats.org/officeDocument/2006/relationships/customXml" Target="../ink/ink40.xml"/><Relationship Id="rId135" Type="http://schemas.openxmlformats.org/officeDocument/2006/relationships/customXml" Target="../ink/ink67.xml"/><Relationship Id="rId156" Type="http://schemas.openxmlformats.org/officeDocument/2006/relationships/image" Target="../media/image78.png"/><Relationship Id="rId177" Type="http://schemas.openxmlformats.org/officeDocument/2006/relationships/image" Target="../media/image88.png"/><Relationship Id="rId198" Type="http://schemas.openxmlformats.org/officeDocument/2006/relationships/customXml" Target="../ink/ink99.xml"/><Relationship Id="rId202" Type="http://schemas.openxmlformats.org/officeDocument/2006/relationships/customXml" Target="../ink/ink101.xml"/><Relationship Id="rId223" Type="http://schemas.openxmlformats.org/officeDocument/2006/relationships/image" Target="../media/image111.png"/><Relationship Id="rId244" Type="http://schemas.openxmlformats.org/officeDocument/2006/relationships/image" Target="../media/image121.png"/><Relationship Id="rId18" Type="http://schemas.openxmlformats.org/officeDocument/2006/relationships/image" Target="../media/image9.png"/><Relationship Id="rId39" Type="http://schemas.openxmlformats.org/officeDocument/2006/relationships/customXml" Target="../ink/ink19.xml"/><Relationship Id="rId50" Type="http://schemas.openxmlformats.org/officeDocument/2006/relationships/image" Target="../media/image25.png"/><Relationship Id="rId104" Type="http://schemas.openxmlformats.org/officeDocument/2006/relationships/image" Target="../media/image52.png"/><Relationship Id="rId125" Type="http://schemas.openxmlformats.org/officeDocument/2006/relationships/customXml" Target="../ink/ink62.xml"/><Relationship Id="rId146" Type="http://schemas.openxmlformats.org/officeDocument/2006/relationships/image" Target="../media/image73.png"/><Relationship Id="rId167" Type="http://schemas.openxmlformats.org/officeDocument/2006/relationships/image" Target="../media/image83.png"/><Relationship Id="rId188" Type="http://schemas.openxmlformats.org/officeDocument/2006/relationships/customXml" Target="../ink/ink94.xml"/><Relationship Id="rId71" Type="http://schemas.openxmlformats.org/officeDocument/2006/relationships/customXml" Target="../ink/ink35.xml"/><Relationship Id="rId92" Type="http://schemas.openxmlformats.org/officeDocument/2006/relationships/image" Target="../media/image46.png"/><Relationship Id="rId213" Type="http://schemas.openxmlformats.org/officeDocument/2006/relationships/image" Target="../media/image106.png"/><Relationship Id="rId234" Type="http://schemas.openxmlformats.org/officeDocument/2006/relationships/image" Target="../media/image116.png"/><Relationship Id="rId2" Type="http://schemas.openxmlformats.org/officeDocument/2006/relationships/image" Target="../media/image1.png"/><Relationship Id="rId29" Type="http://schemas.openxmlformats.org/officeDocument/2006/relationships/customXml" Target="../ink/ink14.xml"/><Relationship Id="rId255" Type="http://schemas.openxmlformats.org/officeDocument/2006/relationships/image" Target="../media/image126.png"/><Relationship Id="rId40" Type="http://schemas.openxmlformats.org/officeDocument/2006/relationships/image" Target="../media/image20.png"/><Relationship Id="rId115" Type="http://schemas.openxmlformats.org/officeDocument/2006/relationships/customXml" Target="../ink/ink57.xml"/><Relationship Id="rId136" Type="http://schemas.openxmlformats.org/officeDocument/2006/relationships/image" Target="../media/image68.png"/><Relationship Id="rId157" Type="http://schemas.openxmlformats.org/officeDocument/2006/relationships/customXml" Target="../ink/ink78.xml"/><Relationship Id="rId178" Type="http://schemas.openxmlformats.org/officeDocument/2006/relationships/customXml" Target="../ink/ink89.xml"/><Relationship Id="rId61" Type="http://schemas.openxmlformats.org/officeDocument/2006/relationships/customXml" Target="../ink/ink30.xml"/><Relationship Id="rId82" Type="http://schemas.openxmlformats.org/officeDocument/2006/relationships/image" Target="../media/image41.png"/><Relationship Id="rId199" Type="http://schemas.openxmlformats.org/officeDocument/2006/relationships/image" Target="../media/image99.png"/><Relationship Id="rId203" Type="http://schemas.openxmlformats.org/officeDocument/2006/relationships/image" Target="../media/image101.png"/><Relationship Id="rId19" Type="http://schemas.openxmlformats.org/officeDocument/2006/relationships/customXml" Target="../ink/ink9.xml"/><Relationship Id="rId224" Type="http://schemas.openxmlformats.org/officeDocument/2006/relationships/customXml" Target="../ink/ink112.xml"/><Relationship Id="rId245" Type="http://schemas.openxmlformats.org/officeDocument/2006/relationships/customXml" Target="../ink/ink123.xml"/><Relationship Id="rId30" Type="http://schemas.openxmlformats.org/officeDocument/2006/relationships/image" Target="../media/image15.png"/><Relationship Id="rId105" Type="http://schemas.openxmlformats.org/officeDocument/2006/relationships/customXml" Target="../ink/ink52.xml"/><Relationship Id="rId126" Type="http://schemas.openxmlformats.org/officeDocument/2006/relationships/image" Target="../media/image63.png"/><Relationship Id="rId147" Type="http://schemas.openxmlformats.org/officeDocument/2006/relationships/customXml" Target="../ink/ink73.xml"/><Relationship Id="rId168" Type="http://schemas.openxmlformats.org/officeDocument/2006/relationships/customXml" Target="../ink/ink84.xml"/><Relationship Id="rId51" Type="http://schemas.openxmlformats.org/officeDocument/2006/relationships/customXml" Target="../ink/ink25.xml"/><Relationship Id="rId72" Type="http://schemas.openxmlformats.org/officeDocument/2006/relationships/image" Target="../media/image36.png"/><Relationship Id="rId93" Type="http://schemas.openxmlformats.org/officeDocument/2006/relationships/customXml" Target="../ink/ink46.xml"/><Relationship Id="rId189" Type="http://schemas.openxmlformats.org/officeDocument/2006/relationships/image" Target="../media/image94.png"/><Relationship Id="rId3" Type="http://schemas.openxmlformats.org/officeDocument/2006/relationships/customXml" Target="../ink/ink1.xml"/><Relationship Id="rId214" Type="http://schemas.openxmlformats.org/officeDocument/2006/relationships/customXml" Target="../ink/ink107.xml"/><Relationship Id="rId235" Type="http://schemas.openxmlformats.org/officeDocument/2006/relationships/customXml" Target="../ink/ink118.xml"/><Relationship Id="rId256" Type="http://schemas.openxmlformats.org/officeDocument/2006/relationships/customXml" Target="../ink/ink129.xml"/><Relationship Id="rId116" Type="http://schemas.openxmlformats.org/officeDocument/2006/relationships/image" Target="../media/image58.png"/><Relationship Id="rId137" Type="http://schemas.openxmlformats.org/officeDocument/2006/relationships/customXml" Target="../ink/ink68.xml"/><Relationship Id="rId158" Type="http://schemas.openxmlformats.org/officeDocument/2006/relationships/image" Target="../media/image79.png"/><Relationship Id="rId20" Type="http://schemas.openxmlformats.org/officeDocument/2006/relationships/image" Target="../media/image10.png"/><Relationship Id="rId41" Type="http://schemas.openxmlformats.org/officeDocument/2006/relationships/customXml" Target="../ink/ink20.xml"/><Relationship Id="rId62" Type="http://schemas.openxmlformats.org/officeDocument/2006/relationships/image" Target="../media/image31.png"/><Relationship Id="rId83" Type="http://schemas.openxmlformats.org/officeDocument/2006/relationships/customXml" Target="../ink/ink41.xml"/><Relationship Id="rId179" Type="http://schemas.openxmlformats.org/officeDocument/2006/relationships/image" Target="../media/image89.png"/><Relationship Id="rId190" Type="http://schemas.openxmlformats.org/officeDocument/2006/relationships/customXml" Target="../ink/ink95.xml"/><Relationship Id="rId204" Type="http://schemas.openxmlformats.org/officeDocument/2006/relationships/customXml" Target="../ink/ink102.xml"/><Relationship Id="rId225" Type="http://schemas.openxmlformats.org/officeDocument/2006/relationships/image" Target="../media/image112.png"/><Relationship Id="rId246" Type="http://schemas.openxmlformats.org/officeDocument/2006/relationships/image" Target="../media/image122.png"/><Relationship Id="rId106" Type="http://schemas.openxmlformats.org/officeDocument/2006/relationships/image" Target="../media/image53.png"/><Relationship Id="rId127" Type="http://schemas.openxmlformats.org/officeDocument/2006/relationships/customXml" Target="../ink/ink63.xml"/><Relationship Id="rId10" Type="http://schemas.openxmlformats.org/officeDocument/2006/relationships/image" Target="../media/image5.png"/><Relationship Id="rId31" Type="http://schemas.openxmlformats.org/officeDocument/2006/relationships/customXml" Target="../ink/ink15.xml"/><Relationship Id="rId52" Type="http://schemas.openxmlformats.org/officeDocument/2006/relationships/image" Target="../media/image26.png"/><Relationship Id="rId73" Type="http://schemas.openxmlformats.org/officeDocument/2006/relationships/customXml" Target="../ink/ink36.xml"/><Relationship Id="rId94" Type="http://schemas.openxmlformats.org/officeDocument/2006/relationships/image" Target="../media/image47.png"/><Relationship Id="rId148" Type="http://schemas.openxmlformats.org/officeDocument/2006/relationships/image" Target="../media/image74.png"/><Relationship Id="rId169" Type="http://schemas.openxmlformats.org/officeDocument/2006/relationships/image" Target="../media/image84.png"/><Relationship Id="rId4" Type="http://schemas.openxmlformats.org/officeDocument/2006/relationships/image" Target="../media/image2.png"/><Relationship Id="rId180" Type="http://schemas.openxmlformats.org/officeDocument/2006/relationships/customXml" Target="../ink/ink90.xml"/><Relationship Id="rId215" Type="http://schemas.openxmlformats.org/officeDocument/2006/relationships/image" Target="../media/image107.png"/><Relationship Id="rId236" Type="http://schemas.openxmlformats.org/officeDocument/2006/relationships/image" Target="../media/image117.png"/><Relationship Id="rId257" Type="http://schemas.openxmlformats.org/officeDocument/2006/relationships/image" Target="../media/image127.png"/><Relationship Id="rId42" Type="http://schemas.openxmlformats.org/officeDocument/2006/relationships/image" Target="../media/image21.png"/><Relationship Id="rId84" Type="http://schemas.openxmlformats.org/officeDocument/2006/relationships/image" Target="../media/image42.png"/><Relationship Id="rId138" Type="http://schemas.openxmlformats.org/officeDocument/2006/relationships/image" Target="../media/image69.png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88.png"/><Relationship Id="rId299" Type="http://schemas.openxmlformats.org/officeDocument/2006/relationships/customXml" Target="../ink/ink282.xml"/><Relationship Id="rId21" Type="http://schemas.openxmlformats.org/officeDocument/2006/relationships/image" Target="../media/image140.png"/><Relationship Id="rId63" Type="http://schemas.openxmlformats.org/officeDocument/2006/relationships/image" Target="../media/image161.png"/><Relationship Id="rId159" Type="http://schemas.openxmlformats.org/officeDocument/2006/relationships/image" Target="../media/image209.png"/><Relationship Id="rId324" Type="http://schemas.openxmlformats.org/officeDocument/2006/relationships/customXml" Target="../ink/ink295.xml"/><Relationship Id="rId366" Type="http://schemas.openxmlformats.org/officeDocument/2006/relationships/customXml" Target="../ink/ink316.xml"/><Relationship Id="rId170" Type="http://schemas.openxmlformats.org/officeDocument/2006/relationships/customXml" Target="../ink/ink217.xml"/><Relationship Id="rId226" Type="http://schemas.openxmlformats.org/officeDocument/2006/relationships/customXml" Target="../ink/ink245.xml"/><Relationship Id="rId433" Type="http://schemas.openxmlformats.org/officeDocument/2006/relationships/customXml" Target="../ink/ink350.xml"/><Relationship Id="rId268" Type="http://schemas.openxmlformats.org/officeDocument/2006/relationships/image" Target="../media/image262.png"/><Relationship Id="rId32" Type="http://schemas.openxmlformats.org/officeDocument/2006/relationships/customXml" Target="../ink/ink148.xml"/><Relationship Id="rId74" Type="http://schemas.openxmlformats.org/officeDocument/2006/relationships/customXml" Target="../ink/ink169.xml"/><Relationship Id="rId128" Type="http://schemas.openxmlformats.org/officeDocument/2006/relationships/customXml" Target="../ink/ink196.xml"/><Relationship Id="rId335" Type="http://schemas.openxmlformats.org/officeDocument/2006/relationships/image" Target="../media/image295.png"/><Relationship Id="rId377" Type="http://schemas.openxmlformats.org/officeDocument/2006/relationships/image" Target="../media/image316.png"/><Relationship Id="rId5" Type="http://schemas.openxmlformats.org/officeDocument/2006/relationships/image" Target="../media/image132.png"/><Relationship Id="rId181" Type="http://schemas.openxmlformats.org/officeDocument/2006/relationships/image" Target="../media/image220.png"/><Relationship Id="rId237" Type="http://schemas.openxmlformats.org/officeDocument/2006/relationships/customXml" Target="../ink/ink251.xml"/><Relationship Id="rId402" Type="http://schemas.openxmlformats.org/officeDocument/2006/relationships/image" Target="../media/image328.png"/><Relationship Id="rId279" Type="http://schemas.openxmlformats.org/officeDocument/2006/relationships/customXml" Target="../ink/ink272.xml"/><Relationship Id="rId444" Type="http://schemas.openxmlformats.org/officeDocument/2006/relationships/image" Target="../media/image349.png"/><Relationship Id="rId43" Type="http://schemas.openxmlformats.org/officeDocument/2006/relationships/image" Target="../media/image151.png"/><Relationship Id="rId139" Type="http://schemas.openxmlformats.org/officeDocument/2006/relationships/image" Target="../media/image199.png"/><Relationship Id="rId290" Type="http://schemas.openxmlformats.org/officeDocument/2006/relationships/image" Target="../media/image273.png"/><Relationship Id="rId304" Type="http://schemas.openxmlformats.org/officeDocument/2006/relationships/image" Target="../media/image280.png"/><Relationship Id="rId346" Type="http://schemas.openxmlformats.org/officeDocument/2006/relationships/customXml" Target="../ink/ink306.xml"/><Relationship Id="rId388" Type="http://schemas.openxmlformats.org/officeDocument/2006/relationships/customXml" Target="../ink/ink327.xml"/><Relationship Id="rId85" Type="http://schemas.openxmlformats.org/officeDocument/2006/relationships/image" Target="../media/image172.png"/><Relationship Id="rId150" Type="http://schemas.openxmlformats.org/officeDocument/2006/relationships/customXml" Target="../ink/ink207.xml"/><Relationship Id="rId192" Type="http://schemas.openxmlformats.org/officeDocument/2006/relationships/customXml" Target="../ink/ink228.xml"/><Relationship Id="rId206" Type="http://schemas.openxmlformats.org/officeDocument/2006/relationships/customXml" Target="../ink/ink235.xml"/><Relationship Id="rId413" Type="http://schemas.openxmlformats.org/officeDocument/2006/relationships/customXml" Target="../ink/ink340.xml"/><Relationship Id="rId248" Type="http://schemas.openxmlformats.org/officeDocument/2006/relationships/image" Target="../media/image252.png"/><Relationship Id="rId12" Type="http://schemas.openxmlformats.org/officeDocument/2006/relationships/customXml" Target="../ink/ink138.xml"/><Relationship Id="rId108" Type="http://schemas.openxmlformats.org/officeDocument/2006/relationships/customXml" Target="../ink/ink186.xml"/><Relationship Id="rId315" Type="http://schemas.openxmlformats.org/officeDocument/2006/relationships/image" Target="../media/image285.png"/><Relationship Id="rId357" Type="http://schemas.openxmlformats.org/officeDocument/2006/relationships/image" Target="../media/image306.png"/><Relationship Id="rId54" Type="http://schemas.openxmlformats.org/officeDocument/2006/relationships/customXml" Target="../ink/ink159.xml"/><Relationship Id="rId96" Type="http://schemas.openxmlformats.org/officeDocument/2006/relationships/customXml" Target="../ink/ink180.xml"/><Relationship Id="rId161" Type="http://schemas.openxmlformats.org/officeDocument/2006/relationships/image" Target="../media/image210.png"/><Relationship Id="rId217" Type="http://schemas.openxmlformats.org/officeDocument/2006/relationships/image" Target="../media/image238.png"/><Relationship Id="rId399" Type="http://schemas.openxmlformats.org/officeDocument/2006/relationships/customXml" Target="../ink/ink333.xml"/><Relationship Id="rId259" Type="http://schemas.openxmlformats.org/officeDocument/2006/relationships/customXml" Target="../ink/ink262.xml"/><Relationship Id="rId424" Type="http://schemas.openxmlformats.org/officeDocument/2006/relationships/image" Target="../media/image339.png"/><Relationship Id="rId23" Type="http://schemas.openxmlformats.org/officeDocument/2006/relationships/image" Target="../media/image141.png"/><Relationship Id="rId119" Type="http://schemas.openxmlformats.org/officeDocument/2006/relationships/image" Target="../media/image189.png"/><Relationship Id="rId270" Type="http://schemas.openxmlformats.org/officeDocument/2006/relationships/image" Target="../media/image263.png"/><Relationship Id="rId326" Type="http://schemas.openxmlformats.org/officeDocument/2006/relationships/customXml" Target="../ink/ink296.xml"/><Relationship Id="rId65" Type="http://schemas.openxmlformats.org/officeDocument/2006/relationships/image" Target="../media/image162.png"/><Relationship Id="rId130" Type="http://schemas.openxmlformats.org/officeDocument/2006/relationships/customXml" Target="../ink/ink197.xml"/><Relationship Id="rId368" Type="http://schemas.openxmlformats.org/officeDocument/2006/relationships/customXml" Target="../ink/ink317.xml"/><Relationship Id="rId172" Type="http://schemas.openxmlformats.org/officeDocument/2006/relationships/customXml" Target="../ink/ink218.xml"/><Relationship Id="rId228" Type="http://schemas.openxmlformats.org/officeDocument/2006/relationships/customXml" Target="../ink/ink246.xml"/><Relationship Id="rId435" Type="http://schemas.openxmlformats.org/officeDocument/2006/relationships/customXml" Target="../ink/ink351.xml"/><Relationship Id="rId281" Type="http://schemas.openxmlformats.org/officeDocument/2006/relationships/customXml" Target="../ink/ink273.xml"/><Relationship Id="rId337" Type="http://schemas.openxmlformats.org/officeDocument/2006/relationships/image" Target="../media/image296.png"/><Relationship Id="rId34" Type="http://schemas.openxmlformats.org/officeDocument/2006/relationships/customXml" Target="../ink/ink149.xml"/><Relationship Id="rId76" Type="http://schemas.openxmlformats.org/officeDocument/2006/relationships/customXml" Target="../ink/ink170.xml"/><Relationship Id="rId141" Type="http://schemas.openxmlformats.org/officeDocument/2006/relationships/image" Target="../media/image200.png"/><Relationship Id="rId379" Type="http://schemas.openxmlformats.org/officeDocument/2006/relationships/image" Target="../media/image317.png"/><Relationship Id="rId7" Type="http://schemas.openxmlformats.org/officeDocument/2006/relationships/image" Target="../media/image133.png"/><Relationship Id="rId183" Type="http://schemas.openxmlformats.org/officeDocument/2006/relationships/image" Target="../media/image221.png"/><Relationship Id="rId239" Type="http://schemas.openxmlformats.org/officeDocument/2006/relationships/customXml" Target="../ink/ink252.xml"/><Relationship Id="rId390" Type="http://schemas.openxmlformats.org/officeDocument/2006/relationships/customXml" Target="../ink/ink328.xml"/><Relationship Id="rId404" Type="http://schemas.openxmlformats.org/officeDocument/2006/relationships/image" Target="../media/image329.png"/><Relationship Id="rId446" Type="http://schemas.openxmlformats.org/officeDocument/2006/relationships/image" Target="../media/image350.png"/><Relationship Id="rId250" Type="http://schemas.openxmlformats.org/officeDocument/2006/relationships/image" Target="../media/image253.png"/><Relationship Id="rId292" Type="http://schemas.openxmlformats.org/officeDocument/2006/relationships/image" Target="../media/image274.png"/><Relationship Id="rId306" Type="http://schemas.openxmlformats.org/officeDocument/2006/relationships/customXml" Target="../ink/ink286.xml"/><Relationship Id="rId45" Type="http://schemas.openxmlformats.org/officeDocument/2006/relationships/image" Target="../media/image152.png"/><Relationship Id="rId87" Type="http://schemas.openxmlformats.org/officeDocument/2006/relationships/image" Target="../media/image173.png"/><Relationship Id="rId110" Type="http://schemas.openxmlformats.org/officeDocument/2006/relationships/customXml" Target="../ink/ink187.xml"/><Relationship Id="rId348" Type="http://schemas.openxmlformats.org/officeDocument/2006/relationships/customXml" Target="../ink/ink307.xml"/><Relationship Id="rId152" Type="http://schemas.openxmlformats.org/officeDocument/2006/relationships/customXml" Target="../ink/ink208.xml"/><Relationship Id="rId194" Type="http://schemas.openxmlformats.org/officeDocument/2006/relationships/customXml" Target="../ink/ink229.xml"/><Relationship Id="rId208" Type="http://schemas.openxmlformats.org/officeDocument/2006/relationships/customXml" Target="../ink/ink236.xml"/><Relationship Id="rId415" Type="http://schemas.openxmlformats.org/officeDocument/2006/relationships/customXml" Target="../ink/ink341.xml"/><Relationship Id="rId261" Type="http://schemas.openxmlformats.org/officeDocument/2006/relationships/customXml" Target="../ink/ink263.xml"/><Relationship Id="rId14" Type="http://schemas.openxmlformats.org/officeDocument/2006/relationships/customXml" Target="../ink/ink139.xml"/><Relationship Id="rId56" Type="http://schemas.openxmlformats.org/officeDocument/2006/relationships/customXml" Target="../ink/ink160.xml"/><Relationship Id="rId317" Type="http://schemas.openxmlformats.org/officeDocument/2006/relationships/image" Target="../media/image286.png"/><Relationship Id="rId359" Type="http://schemas.openxmlformats.org/officeDocument/2006/relationships/image" Target="../media/image307.png"/><Relationship Id="rId98" Type="http://schemas.openxmlformats.org/officeDocument/2006/relationships/customXml" Target="../ink/ink181.xml"/><Relationship Id="rId121" Type="http://schemas.openxmlformats.org/officeDocument/2006/relationships/image" Target="../media/image190.png"/><Relationship Id="rId163" Type="http://schemas.openxmlformats.org/officeDocument/2006/relationships/image" Target="../media/image211.png"/><Relationship Id="rId219" Type="http://schemas.openxmlformats.org/officeDocument/2006/relationships/image" Target="../media/image239.png"/><Relationship Id="rId370" Type="http://schemas.openxmlformats.org/officeDocument/2006/relationships/customXml" Target="../ink/ink318.xml"/><Relationship Id="rId426" Type="http://schemas.openxmlformats.org/officeDocument/2006/relationships/image" Target="../media/image340.png"/><Relationship Id="rId230" Type="http://schemas.openxmlformats.org/officeDocument/2006/relationships/customXml" Target="../ink/ink247.xml"/><Relationship Id="rId25" Type="http://schemas.openxmlformats.org/officeDocument/2006/relationships/image" Target="../media/image142.png"/><Relationship Id="rId67" Type="http://schemas.openxmlformats.org/officeDocument/2006/relationships/image" Target="../media/image163.png"/><Relationship Id="rId272" Type="http://schemas.openxmlformats.org/officeDocument/2006/relationships/image" Target="../media/image264.png"/><Relationship Id="rId328" Type="http://schemas.openxmlformats.org/officeDocument/2006/relationships/customXml" Target="../ink/ink297.xml"/><Relationship Id="rId132" Type="http://schemas.openxmlformats.org/officeDocument/2006/relationships/customXml" Target="../ink/ink198.xml"/><Relationship Id="rId174" Type="http://schemas.openxmlformats.org/officeDocument/2006/relationships/customXml" Target="../ink/ink219.xml"/><Relationship Id="rId381" Type="http://schemas.openxmlformats.org/officeDocument/2006/relationships/image" Target="../media/image318.png"/><Relationship Id="rId241" Type="http://schemas.openxmlformats.org/officeDocument/2006/relationships/customXml" Target="../ink/ink253.xml"/><Relationship Id="rId437" Type="http://schemas.openxmlformats.org/officeDocument/2006/relationships/customXml" Target="../ink/ink352.xml"/><Relationship Id="rId36" Type="http://schemas.openxmlformats.org/officeDocument/2006/relationships/customXml" Target="../ink/ink150.xml"/><Relationship Id="rId283" Type="http://schemas.openxmlformats.org/officeDocument/2006/relationships/customXml" Target="../ink/ink274.xml"/><Relationship Id="rId339" Type="http://schemas.openxmlformats.org/officeDocument/2006/relationships/image" Target="../media/image297.png"/><Relationship Id="rId78" Type="http://schemas.openxmlformats.org/officeDocument/2006/relationships/customXml" Target="../ink/ink171.xml"/><Relationship Id="rId101" Type="http://schemas.openxmlformats.org/officeDocument/2006/relationships/image" Target="../media/image180.png"/><Relationship Id="rId143" Type="http://schemas.openxmlformats.org/officeDocument/2006/relationships/image" Target="../media/image201.png"/><Relationship Id="rId185" Type="http://schemas.openxmlformats.org/officeDocument/2006/relationships/image" Target="../media/image222.png"/><Relationship Id="rId350" Type="http://schemas.openxmlformats.org/officeDocument/2006/relationships/customXml" Target="../ink/ink308.xml"/><Relationship Id="rId406" Type="http://schemas.openxmlformats.org/officeDocument/2006/relationships/image" Target="../media/image330.png"/><Relationship Id="rId9" Type="http://schemas.openxmlformats.org/officeDocument/2006/relationships/image" Target="../media/image134.png"/><Relationship Id="rId210" Type="http://schemas.openxmlformats.org/officeDocument/2006/relationships/customXml" Target="../ink/ink237.xml"/><Relationship Id="rId392" Type="http://schemas.openxmlformats.org/officeDocument/2006/relationships/customXml" Target="../ink/ink329.xml"/><Relationship Id="rId448" Type="http://schemas.openxmlformats.org/officeDocument/2006/relationships/image" Target="../media/image351.png"/><Relationship Id="rId252" Type="http://schemas.openxmlformats.org/officeDocument/2006/relationships/image" Target="../media/image254.png"/><Relationship Id="rId294" Type="http://schemas.openxmlformats.org/officeDocument/2006/relationships/image" Target="../media/image275.png"/><Relationship Id="rId308" Type="http://schemas.openxmlformats.org/officeDocument/2006/relationships/customXml" Target="../ink/ink287.xml"/><Relationship Id="rId47" Type="http://schemas.openxmlformats.org/officeDocument/2006/relationships/image" Target="../media/image153.png"/><Relationship Id="rId89" Type="http://schemas.openxmlformats.org/officeDocument/2006/relationships/image" Target="../media/image174.png"/><Relationship Id="rId112" Type="http://schemas.openxmlformats.org/officeDocument/2006/relationships/customXml" Target="../ink/ink188.xml"/><Relationship Id="rId154" Type="http://schemas.openxmlformats.org/officeDocument/2006/relationships/customXml" Target="../ink/ink209.xml"/><Relationship Id="rId361" Type="http://schemas.openxmlformats.org/officeDocument/2006/relationships/image" Target="../media/image308.png"/><Relationship Id="rId196" Type="http://schemas.openxmlformats.org/officeDocument/2006/relationships/customXml" Target="../ink/ink230.xml"/><Relationship Id="rId417" Type="http://schemas.openxmlformats.org/officeDocument/2006/relationships/customXml" Target="../ink/ink342.xml"/><Relationship Id="rId16" Type="http://schemas.openxmlformats.org/officeDocument/2006/relationships/customXml" Target="../ink/ink140.xml"/><Relationship Id="rId221" Type="http://schemas.openxmlformats.org/officeDocument/2006/relationships/image" Target="../media/image240.png"/><Relationship Id="rId263" Type="http://schemas.openxmlformats.org/officeDocument/2006/relationships/customXml" Target="../ink/ink264.xml"/><Relationship Id="rId319" Type="http://schemas.openxmlformats.org/officeDocument/2006/relationships/image" Target="../media/image287.png"/><Relationship Id="rId58" Type="http://schemas.openxmlformats.org/officeDocument/2006/relationships/customXml" Target="../ink/ink161.xml"/><Relationship Id="rId123" Type="http://schemas.openxmlformats.org/officeDocument/2006/relationships/image" Target="../media/image191.png"/><Relationship Id="rId330" Type="http://schemas.openxmlformats.org/officeDocument/2006/relationships/customXml" Target="../ink/ink298.xml"/><Relationship Id="rId165" Type="http://schemas.openxmlformats.org/officeDocument/2006/relationships/image" Target="../media/image212.png"/><Relationship Id="rId372" Type="http://schemas.openxmlformats.org/officeDocument/2006/relationships/customXml" Target="../ink/ink319.xml"/><Relationship Id="rId428" Type="http://schemas.openxmlformats.org/officeDocument/2006/relationships/image" Target="../media/image341.png"/><Relationship Id="rId232" Type="http://schemas.openxmlformats.org/officeDocument/2006/relationships/image" Target="../media/image244.png"/><Relationship Id="rId274" Type="http://schemas.openxmlformats.org/officeDocument/2006/relationships/image" Target="../media/image265.png"/><Relationship Id="rId27" Type="http://schemas.openxmlformats.org/officeDocument/2006/relationships/image" Target="../media/image143.png"/><Relationship Id="rId69" Type="http://schemas.openxmlformats.org/officeDocument/2006/relationships/image" Target="../media/image164.png"/><Relationship Id="rId134" Type="http://schemas.openxmlformats.org/officeDocument/2006/relationships/customXml" Target="../ink/ink199.xml"/><Relationship Id="rId80" Type="http://schemas.openxmlformats.org/officeDocument/2006/relationships/customXml" Target="../ink/ink172.xml"/><Relationship Id="rId176" Type="http://schemas.openxmlformats.org/officeDocument/2006/relationships/customXml" Target="../ink/ink220.xml"/><Relationship Id="rId341" Type="http://schemas.openxmlformats.org/officeDocument/2006/relationships/image" Target="../media/image298.png"/><Relationship Id="rId383" Type="http://schemas.openxmlformats.org/officeDocument/2006/relationships/image" Target="../media/image319.png"/><Relationship Id="rId439" Type="http://schemas.openxmlformats.org/officeDocument/2006/relationships/customXml" Target="../ink/ink353.xml"/><Relationship Id="rId201" Type="http://schemas.openxmlformats.org/officeDocument/2006/relationships/image" Target="../media/image230.png"/><Relationship Id="rId243" Type="http://schemas.openxmlformats.org/officeDocument/2006/relationships/customXml" Target="../ink/ink254.xml"/><Relationship Id="rId285" Type="http://schemas.openxmlformats.org/officeDocument/2006/relationships/customXml" Target="../ink/ink275.xml"/><Relationship Id="rId450" Type="http://schemas.openxmlformats.org/officeDocument/2006/relationships/image" Target="../media/image352.png"/><Relationship Id="rId38" Type="http://schemas.openxmlformats.org/officeDocument/2006/relationships/customXml" Target="../ink/ink151.xml"/><Relationship Id="rId103" Type="http://schemas.openxmlformats.org/officeDocument/2006/relationships/image" Target="../media/image181.png"/><Relationship Id="rId310" Type="http://schemas.openxmlformats.org/officeDocument/2006/relationships/customXml" Target="../ink/ink288.xml"/><Relationship Id="rId91" Type="http://schemas.openxmlformats.org/officeDocument/2006/relationships/image" Target="../media/image175.png"/><Relationship Id="rId145" Type="http://schemas.openxmlformats.org/officeDocument/2006/relationships/image" Target="../media/image202.png"/><Relationship Id="rId187" Type="http://schemas.openxmlformats.org/officeDocument/2006/relationships/image" Target="../media/image223.png"/><Relationship Id="rId352" Type="http://schemas.openxmlformats.org/officeDocument/2006/relationships/customXml" Target="../ink/ink309.xml"/><Relationship Id="rId394" Type="http://schemas.openxmlformats.org/officeDocument/2006/relationships/customXml" Target="../ink/ink330.xml"/><Relationship Id="rId408" Type="http://schemas.openxmlformats.org/officeDocument/2006/relationships/image" Target="../media/image331.png"/><Relationship Id="rId212" Type="http://schemas.openxmlformats.org/officeDocument/2006/relationships/customXml" Target="../ink/ink238.xml"/><Relationship Id="rId254" Type="http://schemas.openxmlformats.org/officeDocument/2006/relationships/image" Target="../media/image255.png"/><Relationship Id="rId49" Type="http://schemas.openxmlformats.org/officeDocument/2006/relationships/image" Target="../media/image154.png"/><Relationship Id="rId114" Type="http://schemas.openxmlformats.org/officeDocument/2006/relationships/customXml" Target="../ink/ink189.xml"/><Relationship Id="rId296" Type="http://schemas.openxmlformats.org/officeDocument/2006/relationships/image" Target="../media/image276.png"/><Relationship Id="rId60" Type="http://schemas.openxmlformats.org/officeDocument/2006/relationships/customXml" Target="../ink/ink162.xml"/><Relationship Id="rId156" Type="http://schemas.openxmlformats.org/officeDocument/2006/relationships/customXml" Target="../ink/ink210.xml"/><Relationship Id="rId198" Type="http://schemas.openxmlformats.org/officeDocument/2006/relationships/customXml" Target="../ink/ink231.xml"/><Relationship Id="rId321" Type="http://schemas.openxmlformats.org/officeDocument/2006/relationships/image" Target="../media/image288.png"/><Relationship Id="rId363" Type="http://schemas.openxmlformats.org/officeDocument/2006/relationships/image" Target="../media/image309.png"/><Relationship Id="rId419" Type="http://schemas.openxmlformats.org/officeDocument/2006/relationships/customXml" Target="../ink/ink343.xml"/><Relationship Id="rId223" Type="http://schemas.openxmlformats.org/officeDocument/2006/relationships/image" Target="../media/image241.png"/><Relationship Id="rId430" Type="http://schemas.openxmlformats.org/officeDocument/2006/relationships/image" Target="../media/image342.png"/><Relationship Id="rId18" Type="http://schemas.openxmlformats.org/officeDocument/2006/relationships/customXml" Target="../ink/ink141.xml"/><Relationship Id="rId265" Type="http://schemas.openxmlformats.org/officeDocument/2006/relationships/customXml" Target="../ink/ink265.xml"/><Relationship Id="rId50" Type="http://schemas.openxmlformats.org/officeDocument/2006/relationships/customXml" Target="../ink/ink157.xml"/><Relationship Id="rId104" Type="http://schemas.openxmlformats.org/officeDocument/2006/relationships/customXml" Target="../ink/ink184.xml"/><Relationship Id="rId125" Type="http://schemas.openxmlformats.org/officeDocument/2006/relationships/image" Target="../media/image192.png"/><Relationship Id="rId146" Type="http://schemas.openxmlformats.org/officeDocument/2006/relationships/customXml" Target="../ink/ink205.xml"/><Relationship Id="rId167" Type="http://schemas.openxmlformats.org/officeDocument/2006/relationships/image" Target="../media/image213.png"/><Relationship Id="rId188" Type="http://schemas.openxmlformats.org/officeDocument/2006/relationships/customXml" Target="../ink/ink226.xml"/><Relationship Id="rId311" Type="http://schemas.openxmlformats.org/officeDocument/2006/relationships/image" Target="../media/image283.png"/><Relationship Id="rId332" Type="http://schemas.openxmlformats.org/officeDocument/2006/relationships/customXml" Target="../ink/ink299.xml"/><Relationship Id="rId353" Type="http://schemas.openxmlformats.org/officeDocument/2006/relationships/image" Target="../media/image304.png"/><Relationship Id="rId374" Type="http://schemas.openxmlformats.org/officeDocument/2006/relationships/customXml" Target="../ink/ink320.xml"/><Relationship Id="rId395" Type="http://schemas.openxmlformats.org/officeDocument/2006/relationships/customXml" Target="../ink/ink331.xml"/><Relationship Id="rId409" Type="http://schemas.openxmlformats.org/officeDocument/2006/relationships/customXml" Target="../ink/ink338.xml"/><Relationship Id="rId71" Type="http://schemas.openxmlformats.org/officeDocument/2006/relationships/image" Target="../media/image165.png"/><Relationship Id="rId92" Type="http://schemas.openxmlformats.org/officeDocument/2006/relationships/customXml" Target="../ink/ink178.xml"/><Relationship Id="rId213" Type="http://schemas.openxmlformats.org/officeDocument/2006/relationships/image" Target="../media/image236.png"/><Relationship Id="rId234" Type="http://schemas.openxmlformats.org/officeDocument/2006/relationships/image" Target="../media/image245.png"/><Relationship Id="rId420" Type="http://schemas.openxmlformats.org/officeDocument/2006/relationships/image" Target="../media/image337.png"/><Relationship Id="rId2" Type="http://schemas.openxmlformats.org/officeDocument/2006/relationships/customXml" Target="../ink/ink133.xml"/><Relationship Id="rId29" Type="http://schemas.openxmlformats.org/officeDocument/2006/relationships/image" Target="../media/image144.png"/><Relationship Id="rId255" Type="http://schemas.openxmlformats.org/officeDocument/2006/relationships/customXml" Target="../ink/ink260.xml"/><Relationship Id="rId276" Type="http://schemas.openxmlformats.org/officeDocument/2006/relationships/image" Target="../media/image266.png"/><Relationship Id="rId297" Type="http://schemas.openxmlformats.org/officeDocument/2006/relationships/customXml" Target="../ink/ink281.xml"/><Relationship Id="rId441" Type="http://schemas.openxmlformats.org/officeDocument/2006/relationships/customXml" Target="../ink/ink354.xml"/><Relationship Id="rId40" Type="http://schemas.openxmlformats.org/officeDocument/2006/relationships/customXml" Target="../ink/ink152.xml"/><Relationship Id="rId115" Type="http://schemas.openxmlformats.org/officeDocument/2006/relationships/image" Target="../media/image187.png"/><Relationship Id="rId136" Type="http://schemas.openxmlformats.org/officeDocument/2006/relationships/customXml" Target="../ink/ink200.xml"/><Relationship Id="rId157" Type="http://schemas.openxmlformats.org/officeDocument/2006/relationships/image" Target="../media/image208.png"/><Relationship Id="rId178" Type="http://schemas.openxmlformats.org/officeDocument/2006/relationships/customXml" Target="../ink/ink221.xml"/><Relationship Id="rId301" Type="http://schemas.openxmlformats.org/officeDocument/2006/relationships/customXml" Target="../ink/ink283.xml"/><Relationship Id="rId322" Type="http://schemas.openxmlformats.org/officeDocument/2006/relationships/customXml" Target="../ink/ink294.xml"/><Relationship Id="rId343" Type="http://schemas.openxmlformats.org/officeDocument/2006/relationships/image" Target="../media/image299.png"/><Relationship Id="rId364" Type="http://schemas.openxmlformats.org/officeDocument/2006/relationships/customXml" Target="../ink/ink315.xml"/><Relationship Id="rId61" Type="http://schemas.openxmlformats.org/officeDocument/2006/relationships/image" Target="../media/image160.png"/><Relationship Id="rId82" Type="http://schemas.openxmlformats.org/officeDocument/2006/relationships/customXml" Target="../ink/ink173.xml"/><Relationship Id="rId199" Type="http://schemas.openxmlformats.org/officeDocument/2006/relationships/image" Target="../media/image229.png"/><Relationship Id="rId203" Type="http://schemas.openxmlformats.org/officeDocument/2006/relationships/image" Target="../media/image231.png"/><Relationship Id="rId385" Type="http://schemas.openxmlformats.org/officeDocument/2006/relationships/image" Target="../media/image320.png"/><Relationship Id="rId19" Type="http://schemas.openxmlformats.org/officeDocument/2006/relationships/image" Target="../media/image139.png"/><Relationship Id="rId224" Type="http://schemas.openxmlformats.org/officeDocument/2006/relationships/customXml" Target="../ink/ink244.xml"/><Relationship Id="rId245" Type="http://schemas.openxmlformats.org/officeDocument/2006/relationships/customXml" Target="../ink/ink255.xml"/><Relationship Id="rId266" Type="http://schemas.openxmlformats.org/officeDocument/2006/relationships/image" Target="../media/image261.png"/><Relationship Id="rId287" Type="http://schemas.openxmlformats.org/officeDocument/2006/relationships/customXml" Target="../ink/ink276.xml"/><Relationship Id="rId410" Type="http://schemas.openxmlformats.org/officeDocument/2006/relationships/image" Target="../media/image332.png"/><Relationship Id="rId431" Type="http://schemas.openxmlformats.org/officeDocument/2006/relationships/customXml" Target="../ink/ink349.xml"/><Relationship Id="rId30" Type="http://schemas.openxmlformats.org/officeDocument/2006/relationships/customXml" Target="../ink/ink147.xml"/><Relationship Id="rId105" Type="http://schemas.openxmlformats.org/officeDocument/2006/relationships/image" Target="../media/image182.png"/><Relationship Id="rId126" Type="http://schemas.openxmlformats.org/officeDocument/2006/relationships/customXml" Target="../ink/ink195.xml"/><Relationship Id="rId147" Type="http://schemas.openxmlformats.org/officeDocument/2006/relationships/image" Target="../media/image203.png"/><Relationship Id="rId168" Type="http://schemas.openxmlformats.org/officeDocument/2006/relationships/customXml" Target="../ink/ink216.xml"/><Relationship Id="rId312" Type="http://schemas.openxmlformats.org/officeDocument/2006/relationships/customXml" Target="../ink/ink289.xml"/><Relationship Id="rId333" Type="http://schemas.openxmlformats.org/officeDocument/2006/relationships/image" Target="../media/image294.png"/><Relationship Id="rId354" Type="http://schemas.openxmlformats.org/officeDocument/2006/relationships/customXml" Target="../ink/ink310.xml"/><Relationship Id="rId51" Type="http://schemas.openxmlformats.org/officeDocument/2006/relationships/image" Target="../media/image155.png"/><Relationship Id="rId72" Type="http://schemas.openxmlformats.org/officeDocument/2006/relationships/customXml" Target="../ink/ink168.xml"/><Relationship Id="rId93" Type="http://schemas.openxmlformats.org/officeDocument/2006/relationships/image" Target="../media/image176.png"/><Relationship Id="rId189" Type="http://schemas.openxmlformats.org/officeDocument/2006/relationships/image" Target="../media/image224.png"/><Relationship Id="rId375" Type="http://schemas.openxmlformats.org/officeDocument/2006/relationships/image" Target="../media/image315.png"/><Relationship Id="rId396" Type="http://schemas.openxmlformats.org/officeDocument/2006/relationships/image" Target="../media/image325.png"/><Relationship Id="rId3" Type="http://schemas.openxmlformats.org/officeDocument/2006/relationships/image" Target="../media/image131.png"/><Relationship Id="rId214" Type="http://schemas.openxmlformats.org/officeDocument/2006/relationships/customXml" Target="../ink/ink239.xml"/><Relationship Id="rId235" Type="http://schemas.openxmlformats.org/officeDocument/2006/relationships/customXml" Target="../ink/ink250.xml"/><Relationship Id="rId256" Type="http://schemas.openxmlformats.org/officeDocument/2006/relationships/image" Target="../media/image256.png"/><Relationship Id="rId277" Type="http://schemas.openxmlformats.org/officeDocument/2006/relationships/customXml" Target="../ink/ink271.xml"/><Relationship Id="rId298" Type="http://schemas.openxmlformats.org/officeDocument/2006/relationships/image" Target="../media/image277.png"/><Relationship Id="rId400" Type="http://schemas.openxmlformats.org/officeDocument/2006/relationships/image" Target="../media/image327.png"/><Relationship Id="rId421" Type="http://schemas.openxmlformats.org/officeDocument/2006/relationships/customXml" Target="../ink/ink344.xml"/><Relationship Id="rId442" Type="http://schemas.openxmlformats.org/officeDocument/2006/relationships/image" Target="../media/image348.png"/><Relationship Id="rId116" Type="http://schemas.openxmlformats.org/officeDocument/2006/relationships/customXml" Target="../ink/ink190.xml"/><Relationship Id="rId137" Type="http://schemas.openxmlformats.org/officeDocument/2006/relationships/image" Target="../media/image198.png"/><Relationship Id="rId158" Type="http://schemas.openxmlformats.org/officeDocument/2006/relationships/customXml" Target="../ink/ink211.xml"/><Relationship Id="rId302" Type="http://schemas.openxmlformats.org/officeDocument/2006/relationships/image" Target="../media/image279.png"/><Relationship Id="rId323" Type="http://schemas.openxmlformats.org/officeDocument/2006/relationships/image" Target="../media/image289.png"/><Relationship Id="rId344" Type="http://schemas.openxmlformats.org/officeDocument/2006/relationships/customXml" Target="../ink/ink305.xml"/><Relationship Id="rId20" Type="http://schemas.openxmlformats.org/officeDocument/2006/relationships/customXml" Target="../ink/ink142.xml"/><Relationship Id="rId41" Type="http://schemas.openxmlformats.org/officeDocument/2006/relationships/image" Target="../media/image150.png"/><Relationship Id="rId62" Type="http://schemas.openxmlformats.org/officeDocument/2006/relationships/customXml" Target="../ink/ink163.xml"/><Relationship Id="rId83" Type="http://schemas.openxmlformats.org/officeDocument/2006/relationships/image" Target="../media/image171.png"/><Relationship Id="rId179" Type="http://schemas.openxmlformats.org/officeDocument/2006/relationships/image" Target="../media/image219.png"/><Relationship Id="rId365" Type="http://schemas.openxmlformats.org/officeDocument/2006/relationships/image" Target="../media/image310.png"/><Relationship Id="rId386" Type="http://schemas.openxmlformats.org/officeDocument/2006/relationships/customXml" Target="../ink/ink326.xml"/><Relationship Id="rId190" Type="http://schemas.openxmlformats.org/officeDocument/2006/relationships/customXml" Target="../ink/ink227.xml"/><Relationship Id="rId204" Type="http://schemas.openxmlformats.org/officeDocument/2006/relationships/customXml" Target="../ink/ink234.xml"/><Relationship Id="rId225" Type="http://schemas.openxmlformats.org/officeDocument/2006/relationships/image" Target="../media/image242.png"/><Relationship Id="rId246" Type="http://schemas.openxmlformats.org/officeDocument/2006/relationships/image" Target="../media/image251.png"/><Relationship Id="rId267" Type="http://schemas.openxmlformats.org/officeDocument/2006/relationships/customXml" Target="../ink/ink266.xml"/><Relationship Id="rId288" Type="http://schemas.openxmlformats.org/officeDocument/2006/relationships/image" Target="../media/image272.png"/><Relationship Id="rId411" Type="http://schemas.openxmlformats.org/officeDocument/2006/relationships/customXml" Target="../ink/ink339.xml"/><Relationship Id="rId432" Type="http://schemas.openxmlformats.org/officeDocument/2006/relationships/image" Target="../media/image343.png"/><Relationship Id="rId106" Type="http://schemas.openxmlformats.org/officeDocument/2006/relationships/customXml" Target="../ink/ink185.xml"/><Relationship Id="rId127" Type="http://schemas.openxmlformats.org/officeDocument/2006/relationships/image" Target="../media/image193.png"/><Relationship Id="rId313" Type="http://schemas.openxmlformats.org/officeDocument/2006/relationships/image" Target="../media/image284.png"/><Relationship Id="rId10" Type="http://schemas.openxmlformats.org/officeDocument/2006/relationships/customXml" Target="../ink/ink137.xml"/><Relationship Id="rId31" Type="http://schemas.openxmlformats.org/officeDocument/2006/relationships/image" Target="../media/image145.png"/><Relationship Id="rId52" Type="http://schemas.openxmlformats.org/officeDocument/2006/relationships/customXml" Target="../ink/ink158.xml"/><Relationship Id="rId73" Type="http://schemas.openxmlformats.org/officeDocument/2006/relationships/image" Target="../media/image166.png"/><Relationship Id="rId94" Type="http://schemas.openxmlformats.org/officeDocument/2006/relationships/customXml" Target="../ink/ink179.xml"/><Relationship Id="rId148" Type="http://schemas.openxmlformats.org/officeDocument/2006/relationships/customXml" Target="../ink/ink206.xml"/><Relationship Id="rId169" Type="http://schemas.openxmlformats.org/officeDocument/2006/relationships/image" Target="../media/image214.png"/><Relationship Id="rId334" Type="http://schemas.openxmlformats.org/officeDocument/2006/relationships/customXml" Target="../ink/ink300.xml"/><Relationship Id="rId355" Type="http://schemas.openxmlformats.org/officeDocument/2006/relationships/image" Target="../media/image305.png"/><Relationship Id="rId376" Type="http://schemas.openxmlformats.org/officeDocument/2006/relationships/customXml" Target="../ink/ink321.xml"/><Relationship Id="rId397" Type="http://schemas.openxmlformats.org/officeDocument/2006/relationships/customXml" Target="../ink/ink332.xml"/><Relationship Id="rId4" Type="http://schemas.openxmlformats.org/officeDocument/2006/relationships/customXml" Target="../ink/ink134.xml"/><Relationship Id="rId180" Type="http://schemas.openxmlformats.org/officeDocument/2006/relationships/customXml" Target="../ink/ink222.xml"/><Relationship Id="rId215" Type="http://schemas.openxmlformats.org/officeDocument/2006/relationships/image" Target="../media/image237.png"/><Relationship Id="rId236" Type="http://schemas.openxmlformats.org/officeDocument/2006/relationships/image" Target="../media/image246.png"/><Relationship Id="rId257" Type="http://schemas.openxmlformats.org/officeDocument/2006/relationships/customXml" Target="../ink/ink261.xml"/><Relationship Id="rId278" Type="http://schemas.openxmlformats.org/officeDocument/2006/relationships/image" Target="../media/image267.png"/><Relationship Id="rId401" Type="http://schemas.openxmlformats.org/officeDocument/2006/relationships/customXml" Target="../ink/ink334.xml"/><Relationship Id="rId422" Type="http://schemas.openxmlformats.org/officeDocument/2006/relationships/image" Target="../media/image338.png"/><Relationship Id="rId443" Type="http://schemas.openxmlformats.org/officeDocument/2006/relationships/customXml" Target="../ink/ink355.xml"/><Relationship Id="rId303" Type="http://schemas.openxmlformats.org/officeDocument/2006/relationships/customXml" Target="../ink/ink284.xml"/><Relationship Id="rId42" Type="http://schemas.openxmlformats.org/officeDocument/2006/relationships/customXml" Target="../ink/ink153.xml"/><Relationship Id="rId84" Type="http://schemas.openxmlformats.org/officeDocument/2006/relationships/customXml" Target="../ink/ink174.xml"/><Relationship Id="rId138" Type="http://schemas.openxmlformats.org/officeDocument/2006/relationships/customXml" Target="../ink/ink201.xml"/><Relationship Id="rId345" Type="http://schemas.openxmlformats.org/officeDocument/2006/relationships/image" Target="../media/image300.png"/><Relationship Id="rId387" Type="http://schemas.openxmlformats.org/officeDocument/2006/relationships/image" Target="../media/image321.png"/><Relationship Id="rId191" Type="http://schemas.openxmlformats.org/officeDocument/2006/relationships/image" Target="../media/image225.png"/><Relationship Id="rId205" Type="http://schemas.openxmlformats.org/officeDocument/2006/relationships/image" Target="../media/image232.png"/><Relationship Id="rId247" Type="http://schemas.openxmlformats.org/officeDocument/2006/relationships/customXml" Target="../ink/ink256.xml"/><Relationship Id="rId412" Type="http://schemas.openxmlformats.org/officeDocument/2006/relationships/image" Target="../media/image333.png"/><Relationship Id="rId107" Type="http://schemas.openxmlformats.org/officeDocument/2006/relationships/image" Target="../media/image183.png"/><Relationship Id="rId289" Type="http://schemas.openxmlformats.org/officeDocument/2006/relationships/customXml" Target="../ink/ink277.xml"/><Relationship Id="rId11" Type="http://schemas.openxmlformats.org/officeDocument/2006/relationships/image" Target="../media/image135.png"/><Relationship Id="rId53" Type="http://schemas.openxmlformats.org/officeDocument/2006/relationships/image" Target="../media/image156.png"/><Relationship Id="rId149" Type="http://schemas.openxmlformats.org/officeDocument/2006/relationships/image" Target="../media/image204.png"/><Relationship Id="rId314" Type="http://schemas.openxmlformats.org/officeDocument/2006/relationships/customXml" Target="../ink/ink290.xml"/><Relationship Id="rId356" Type="http://schemas.openxmlformats.org/officeDocument/2006/relationships/customXml" Target="../ink/ink311.xml"/><Relationship Id="rId398" Type="http://schemas.openxmlformats.org/officeDocument/2006/relationships/image" Target="../media/image326.png"/><Relationship Id="rId95" Type="http://schemas.openxmlformats.org/officeDocument/2006/relationships/image" Target="../media/image177.png"/><Relationship Id="rId160" Type="http://schemas.openxmlformats.org/officeDocument/2006/relationships/customXml" Target="../ink/ink212.xml"/><Relationship Id="rId216" Type="http://schemas.openxmlformats.org/officeDocument/2006/relationships/customXml" Target="../ink/ink240.xml"/><Relationship Id="rId423" Type="http://schemas.openxmlformats.org/officeDocument/2006/relationships/customXml" Target="../ink/ink345.xml"/><Relationship Id="rId258" Type="http://schemas.openxmlformats.org/officeDocument/2006/relationships/image" Target="../media/image257.png"/><Relationship Id="rId22" Type="http://schemas.openxmlformats.org/officeDocument/2006/relationships/customXml" Target="../ink/ink143.xml"/><Relationship Id="rId64" Type="http://schemas.openxmlformats.org/officeDocument/2006/relationships/customXml" Target="../ink/ink164.xml"/><Relationship Id="rId118" Type="http://schemas.openxmlformats.org/officeDocument/2006/relationships/customXml" Target="../ink/ink191.xml"/><Relationship Id="rId325" Type="http://schemas.openxmlformats.org/officeDocument/2006/relationships/image" Target="../media/image290.png"/><Relationship Id="rId367" Type="http://schemas.openxmlformats.org/officeDocument/2006/relationships/image" Target="../media/image311.png"/><Relationship Id="rId171" Type="http://schemas.openxmlformats.org/officeDocument/2006/relationships/image" Target="../media/image215.png"/><Relationship Id="rId227" Type="http://schemas.openxmlformats.org/officeDocument/2006/relationships/image" Target="../media/image243.png"/><Relationship Id="rId269" Type="http://schemas.openxmlformats.org/officeDocument/2006/relationships/customXml" Target="../ink/ink267.xml"/><Relationship Id="rId434" Type="http://schemas.openxmlformats.org/officeDocument/2006/relationships/image" Target="../media/image344.png"/><Relationship Id="rId33" Type="http://schemas.openxmlformats.org/officeDocument/2006/relationships/image" Target="../media/image146.png"/><Relationship Id="rId129" Type="http://schemas.openxmlformats.org/officeDocument/2006/relationships/image" Target="../media/image194.png"/><Relationship Id="rId280" Type="http://schemas.openxmlformats.org/officeDocument/2006/relationships/image" Target="../media/image268.png"/><Relationship Id="rId336" Type="http://schemas.openxmlformats.org/officeDocument/2006/relationships/customXml" Target="../ink/ink301.xml"/><Relationship Id="rId75" Type="http://schemas.openxmlformats.org/officeDocument/2006/relationships/image" Target="../media/image167.png"/><Relationship Id="rId140" Type="http://schemas.openxmlformats.org/officeDocument/2006/relationships/customXml" Target="../ink/ink202.xml"/><Relationship Id="rId182" Type="http://schemas.openxmlformats.org/officeDocument/2006/relationships/customXml" Target="../ink/ink223.xml"/><Relationship Id="rId378" Type="http://schemas.openxmlformats.org/officeDocument/2006/relationships/customXml" Target="../ink/ink322.xml"/><Relationship Id="rId403" Type="http://schemas.openxmlformats.org/officeDocument/2006/relationships/customXml" Target="../ink/ink335.xml"/><Relationship Id="rId6" Type="http://schemas.openxmlformats.org/officeDocument/2006/relationships/customXml" Target="../ink/ink135.xml"/><Relationship Id="rId238" Type="http://schemas.openxmlformats.org/officeDocument/2006/relationships/image" Target="../media/image247.png"/><Relationship Id="rId445" Type="http://schemas.openxmlformats.org/officeDocument/2006/relationships/customXml" Target="../ink/ink356.xml"/><Relationship Id="rId291" Type="http://schemas.openxmlformats.org/officeDocument/2006/relationships/customXml" Target="../ink/ink278.xml"/><Relationship Id="rId305" Type="http://schemas.openxmlformats.org/officeDocument/2006/relationships/customXml" Target="../ink/ink285.xml"/><Relationship Id="rId347" Type="http://schemas.openxmlformats.org/officeDocument/2006/relationships/image" Target="../media/image301.png"/><Relationship Id="rId44" Type="http://schemas.openxmlformats.org/officeDocument/2006/relationships/customXml" Target="../ink/ink154.xml"/><Relationship Id="rId86" Type="http://schemas.openxmlformats.org/officeDocument/2006/relationships/customXml" Target="../ink/ink175.xml"/><Relationship Id="rId151" Type="http://schemas.openxmlformats.org/officeDocument/2006/relationships/image" Target="../media/image205.png"/><Relationship Id="rId389" Type="http://schemas.openxmlformats.org/officeDocument/2006/relationships/image" Target="../media/image322.png"/><Relationship Id="rId193" Type="http://schemas.openxmlformats.org/officeDocument/2006/relationships/image" Target="../media/image226.png"/><Relationship Id="rId207" Type="http://schemas.openxmlformats.org/officeDocument/2006/relationships/image" Target="../media/image233.png"/><Relationship Id="rId249" Type="http://schemas.openxmlformats.org/officeDocument/2006/relationships/customXml" Target="../ink/ink257.xml"/><Relationship Id="rId414" Type="http://schemas.openxmlformats.org/officeDocument/2006/relationships/image" Target="../media/image334.png"/><Relationship Id="rId13" Type="http://schemas.openxmlformats.org/officeDocument/2006/relationships/image" Target="../media/image136.png"/><Relationship Id="rId109" Type="http://schemas.openxmlformats.org/officeDocument/2006/relationships/image" Target="../media/image184.png"/><Relationship Id="rId260" Type="http://schemas.openxmlformats.org/officeDocument/2006/relationships/image" Target="../media/image258.png"/><Relationship Id="rId316" Type="http://schemas.openxmlformats.org/officeDocument/2006/relationships/customXml" Target="../ink/ink291.xml"/><Relationship Id="rId55" Type="http://schemas.openxmlformats.org/officeDocument/2006/relationships/image" Target="../media/image157.png"/><Relationship Id="rId97" Type="http://schemas.openxmlformats.org/officeDocument/2006/relationships/image" Target="../media/image178.png"/><Relationship Id="rId120" Type="http://schemas.openxmlformats.org/officeDocument/2006/relationships/customXml" Target="../ink/ink192.xml"/><Relationship Id="rId358" Type="http://schemas.openxmlformats.org/officeDocument/2006/relationships/customXml" Target="../ink/ink312.xml"/><Relationship Id="rId162" Type="http://schemas.openxmlformats.org/officeDocument/2006/relationships/customXml" Target="../ink/ink213.xml"/><Relationship Id="rId218" Type="http://schemas.openxmlformats.org/officeDocument/2006/relationships/customXml" Target="../ink/ink241.xml"/><Relationship Id="rId425" Type="http://schemas.openxmlformats.org/officeDocument/2006/relationships/customXml" Target="../ink/ink346.xml"/><Relationship Id="rId271" Type="http://schemas.openxmlformats.org/officeDocument/2006/relationships/customXml" Target="../ink/ink268.xml"/><Relationship Id="rId24" Type="http://schemas.openxmlformats.org/officeDocument/2006/relationships/customXml" Target="../ink/ink144.xml"/><Relationship Id="rId66" Type="http://schemas.openxmlformats.org/officeDocument/2006/relationships/customXml" Target="../ink/ink165.xml"/><Relationship Id="rId131" Type="http://schemas.openxmlformats.org/officeDocument/2006/relationships/image" Target="../media/image195.png"/><Relationship Id="rId327" Type="http://schemas.openxmlformats.org/officeDocument/2006/relationships/image" Target="../media/image291.png"/><Relationship Id="rId369" Type="http://schemas.openxmlformats.org/officeDocument/2006/relationships/image" Target="../media/image312.png"/><Relationship Id="rId173" Type="http://schemas.openxmlformats.org/officeDocument/2006/relationships/image" Target="../media/image216.png"/><Relationship Id="rId229" Type="http://schemas.openxmlformats.org/officeDocument/2006/relationships/image" Target="../media/image14.png"/><Relationship Id="rId380" Type="http://schemas.openxmlformats.org/officeDocument/2006/relationships/customXml" Target="../ink/ink323.xml"/><Relationship Id="rId436" Type="http://schemas.openxmlformats.org/officeDocument/2006/relationships/image" Target="../media/image345.png"/><Relationship Id="rId240" Type="http://schemas.openxmlformats.org/officeDocument/2006/relationships/image" Target="../media/image248.png"/><Relationship Id="rId35" Type="http://schemas.openxmlformats.org/officeDocument/2006/relationships/image" Target="../media/image147.png"/><Relationship Id="rId77" Type="http://schemas.openxmlformats.org/officeDocument/2006/relationships/image" Target="../media/image168.png"/><Relationship Id="rId100" Type="http://schemas.openxmlformats.org/officeDocument/2006/relationships/customXml" Target="../ink/ink182.xml"/><Relationship Id="rId282" Type="http://schemas.openxmlformats.org/officeDocument/2006/relationships/image" Target="../media/image269.png"/><Relationship Id="rId338" Type="http://schemas.openxmlformats.org/officeDocument/2006/relationships/customXml" Target="../ink/ink302.xml"/><Relationship Id="rId8" Type="http://schemas.openxmlformats.org/officeDocument/2006/relationships/customXml" Target="../ink/ink136.xml"/><Relationship Id="rId142" Type="http://schemas.openxmlformats.org/officeDocument/2006/relationships/customXml" Target="../ink/ink203.xml"/><Relationship Id="rId184" Type="http://schemas.openxmlformats.org/officeDocument/2006/relationships/customXml" Target="../ink/ink224.xml"/><Relationship Id="rId391" Type="http://schemas.openxmlformats.org/officeDocument/2006/relationships/image" Target="../media/image323.png"/><Relationship Id="rId405" Type="http://schemas.openxmlformats.org/officeDocument/2006/relationships/customXml" Target="../ink/ink336.xml"/><Relationship Id="rId447" Type="http://schemas.openxmlformats.org/officeDocument/2006/relationships/customXml" Target="../ink/ink357.xml"/><Relationship Id="rId251" Type="http://schemas.openxmlformats.org/officeDocument/2006/relationships/customXml" Target="../ink/ink258.xml"/><Relationship Id="rId46" Type="http://schemas.openxmlformats.org/officeDocument/2006/relationships/customXml" Target="../ink/ink155.xml"/><Relationship Id="rId293" Type="http://schemas.openxmlformats.org/officeDocument/2006/relationships/customXml" Target="../ink/ink279.xml"/><Relationship Id="rId307" Type="http://schemas.openxmlformats.org/officeDocument/2006/relationships/image" Target="../media/image281.png"/><Relationship Id="rId349" Type="http://schemas.openxmlformats.org/officeDocument/2006/relationships/image" Target="../media/image302.png"/><Relationship Id="rId88" Type="http://schemas.openxmlformats.org/officeDocument/2006/relationships/customXml" Target="../ink/ink176.xml"/><Relationship Id="rId111" Type="http://schemas.openxmlformats.org/officeDocument/2006/relationships/image" Target="../media/image185.png"/><Relationship Id="rId153" Type="http://schemas.openxmlformats.org/officeDocument/2006/relationships/image" Target="../media/image206.png"/><Relationship Id="rId195" Type="http://schemas.openxmlformats.org/officeDocument/2006/relationships/image" Target="../media/image227.png"/><Relationship Id="rId209" Type="http://schemas.openxmlformats.org/officeDocument/2006/relationships/image" Target="../media/image234.png"/><Relationship Id="rId360" Type="http://schemas.openxmlformats.org/officeDocument/2006/relationships/customXml" Target="../ink/ink313.xml"/><Relationship Id="rId416" Type="http://schemas.openxmlformats.org/officeDocument/2006/relationships/image" Target="../media/image335.png"/><Relationship Id="rId220" Type="http://schemas.openxmlformats.org/officeDocument/2006/relationships/customXml" Target="../ink/ink242.xml"/><Relationship Id="rId15" Type="http://schemas.openxmlformats.org/officeDocument/2006/relationships/image" Target="../media/image137.png"/><Relationship Id="rId57" Type="http://schemas.openxmlformats.org/officeDocument/2006/relationships/image" Target="../media/image158.png"/><Relationship Id="rId262" Type="http://schemas.openxmlformats.org/officeDocument/2006/relationships/image" Target="../media/image259.png"/><Relationship Id="rId318" Type="http://schemas.openxmlformats.org/officeDocument/2006/relationships/customXml" Target="../ink/ink292.xml"/><Relationship Id="rId99" Type="http://schemas.openxmlformats.org/officeDocument/2006/relationships/image" Target="../media/image179.png"/><Relationship Id="rId122" Type="http://schemas.openxmlformats.org/officeDocument/2006/relationships/customXml" Target="../ink/ink193.xml"/><Relationship Id="rId164" Type="http://schemas.openxmlformats.org/officeDocument/2006/relationships/customXml" Target="../ink/ink214.xml"/><Relationship Id="rId371" Type="http://schemas.openxmlformats.org/officeDocument/2006/relationships/image" Target="../media/image313.png"/><Relationship Id="rId427" Type="http://schemas.openxmlformats.org/officeDocument/2006/relationships/customXml" Target="../ink/ink347.xml"/><Relationship Id="rId26" Type="http://schemas.openxmlformats.org/officeDocument/2006/relationships/customXml" Target="../ink/ink145.xml"/><Relationship Id="rId231" Type="http://schemas.openxmlformats.org/officeDocument/2006/relationships/customXml" Target="../ink/ink248.xml"/><Relationship Id="rId273" Type="http://schemas.openxmlformats.org/officeDocument/2006/relationships/customXml" Target="../ink/ink269.xml"/><Relationship Id="rId329" Type="http://schemas.openxmlformats.org/officeDocument/2006/relationships/image" Target="../media/image292.png"/><Relationship Id="rId68" Type="http://schemas.openxmlformats.org/officeDocument/2006/relationships/customXml" Target="../ink/ink166.xml"/><Relationship Id="rId133" Type="http://schemas.openxmlformats.org/officeDocument/2006/relationships/image" Target="../media/image196.png"/><Relationship Id="rId175" Type="http://schemas.openxmlformats.org/officeDocument/2006/relationships/image" Target="../media/image217.png"/><Relationship Id="rId340" Type="http://schemas.openxmlformats.org/officeDocument/2006/relationships/customXml" Target="../ink/ink303.xml"/><Relationship Id="rId200" Type="http://schemas.openxmlformats.org/officeDocument/2006/relationships/customXml" Target="../ink/ink232.xml"/><Relationship Id="rId382" Type="http://schemas.openxmlformats.org/officeDocument/2006/relationships/customXml" Target="../ink/ink324.xml"/><Relationship Id="rId438" Type="http://schemas.openxmlformats.org/officeDocument/2006/relationships/image" Target="../media/image346.png"/><Relationship Id="rId242" Type="http://schemas.openxmlformats.org/officeDocument/2006/relationships/image" Target="../media/image249.png"/><Relationship Id="rId284" Type="http://schemas.openxmlformats.org/officeDocument/2006/relationships/image" Target="../media/image270.png"/><Relationship Id="rId37" Type="http://schemas.openxmlformats.org/officeDocument/2006/relationships/image" Target="../media/image148.png"/><Relationship Id="rId79" Type="http://schemas.openxmlformats.org/officeDocument/2006/relationships/image" Target="../media/image169.png"/><Relationship Id="rId102" Type="http://schemas.openxmlformats.org/officeDocument/2006/relationships/customXml" Target="../ink/ink183.xml"/><Relationship Id="rId144" Type="http://schemas.openxmlformats.org/officeDocument/2006/relationships/customXml" Target="../ink/ink204.xml"/><Relationship Id="rId90" Type="http://schemas.openxmlformats.org/officeDocument/2006/relationships/customXml" Target="../ink/ink177.xml"/><Relationship Id="rId186" Type="http://schemas.openxmlformats.org/officeDocument/2006/relationships/customXml" Target="../ink/ink225.xml"/><Relationship Id="rId351" Type="http://schemas.openxmlformats.org/officeDocument/2006/relationships/image" Target="../media/image303.png"/><Relationship Id="rId393" Type="http://schemas.openxmlformats.org/officeDocument/2006/relationships/image" Target="../media/image324.png"/><Relationship Id="rId407" Type="http://schemas.openxmlformats.org/officeDocument/2006/relationships/customXml" Target="../ink/ink337.xml"/><Relationship Id="rId449" Type="http://schemas.openxmlformats.org/officeDocument/2006/relationships/customXml" Target="../ink/ink358.xml"/><Relationship Id="rId211" Type="http://schemas.openxmlformats.org/officeDocument/2006/relationships/image" Target="../media/image235.png"/><Relationship Id="rId253" Type="http://schemas.openxmlformats.org/officeDocument/2006/relationships/customXml" Target="../ink/ink259.xml"/><Relationship Id="rId295" Type="http://schemas.openxmlformats.org/officeDocument/2006/relationships/customXml" Target="../ink/ink280.xml"/><Relationship Id="rId309" Type="http://schemas.openxmlformats.org/officeDocument/2006/relationships/image" Target="../media/image282.png"/><Relationship Id="rId48" Type="http://schemas.openxmlformats.org/officeDocument/2006/relationships/customXml" Target="../ink/ink156.xml"/><Relationship Id="rId113" Type="http://schemas.openxmlformats.org/officeDocument/2006/relationships/image" Target="../media/image186.png"/><Relationship Id="rId320" Type="http://schemas.openxmlformats.org/officeDocument/2006/relationships/customXml" Target="../ink/ink293.xml"/><Relationship Id="rId155" Type="http://schemas.openxmlformats.org/officeDocument/2006/relationships/image" Target="../media/image207.png"/><Relationship Id="rId197" Type="http://schemas.openxmlformats.org/officeDocument/2006/relationships/image" Target="../media/image228.png"/><Relationship Id="rId362" Type="http://schemas.openxmlformats.org/officeDocument/2006/relationships/customXml" Target="../ink/ink314.xml"/><Relationship Id="rId418" Type="http://schemas.openxmlformats.org/officeDocument/2006/relationships/image" Target="../media/image336.png"/><Relationship Id="rId222" Type="http://schemas.openxmlformats.org/officeDocument/2006/relationships/customXml" Target="../ink/ink243.xml"/><Relationship Id="rId264" Type="http://schemas.openxmlformats.org/officeDocument/2006/relationships/image" Target="../media/image260.png"/><Relationship Id="rId17" Type="http://schemas.openxmlformats.org/officeDocument/2006/relationships/image" Target="../media/image138.png"/><Relationship Id="rId59" Type="http://schemas.openxmlformats.org/officeDocument/2006/relationships/image" Target="../media/image159.png"/><Relationship Id="rId124" Type="http://schemas.openxmlformats.org/officeDocument/2006/relationships/customXml" Target="../ink/ink194.xml"/><Relationship Id="rId70" Type="http://schemas.openxmlformats.org/officeDocument/2006/relationships/customXml" Target="../ink/ink167.xml"/><Relationship Id="rId166" Type="http://schemas.openxmlformats.org/officeDocument/2006/relationships/customXml" Target="../ink/ink215.xml"/><Relationship Id="rId331" Type="http://schemas.openxmlformats.org/officeDocument/2006/relationships/image" Target="../media/image293.png"/><Relationship Id="rId373" Type="http://schemas.openxmlformats.org/officeDocument/2006/relationships/image" Target="../media/image314.png"/><Relationship Id="rId429" Type="http://schemas.openxmlformats.org/officeDocument/2006/relationships/customXml" Target="../ink/ink348.xml"/><Relationship Id="rId1" Type="http://schemas.openxmlformats.org/officeDocument/2006/relationships/slideLayout" Target="../slideLayouts/slideLayout1.xml"/><Relationship Id="rId233" Type="http://schemas.openxmlformats.org/officeDocument/2006/relationships/customXml" Target="../ink/ink249.xml"/><Relationship Id="rId440" Type="http://schemas.openxmlformats.org/officeDocument/2006/relationships/image" Target="../media/image347.png"/><Relationship Id="rId28" Type="http://schemas.openxmlformats.org/officeDocument/2006/relationships/customXml" Target="../ink/ink146.xml"/><Relationship Id="rId275" Type="http://schemas.openxmlformats.org/officeDocument/2006/relationships/customXml" Target="../ink/ink270.xml"/><Relationship Id="rId300" Type="http://schemas.openxmlformats.org/officeDocument/2006/relationships/image" Target="../media/image278.png"/><Relationship Id="rId81" Type="http://schemas.openxmlformats.org/officeDocument/2006/relationships/image" Target="../media/image170.png"/><Relationship Id="rId135" Type="http://schemas.openxmlformats.org/officeDocument/2006/relationships/image" Target="../media/image197.png"/><Relationship Id="rId177" Type="http://schemas.openxmlformats.org/officeDocument/2006/relationships/image" Target="../media/image218.png"/><Relationship Id="rId342" Type="http://schemas.openxmlformats.org/officeDocument/2006/relationships/customXml" Target="../ink/ink304.xml"/><Relationship Id="rId384" Type="http://schemas.openxmlformats.org/officeDocument/2006/relationships/customXml" Target="../ink/ink325.xml"/><Relationship Id="rId202" Type="http://schemas.openxmlformats.org/officeDocument/2006/relationships/customXml" Target="../ink/ink233.xml"/><Relationship Id="rId244" Type="http://schemas.openxmlformats.org/officeDocument/2006/relationships/image" Target="../media/image250.png"/><Relationship Id="rId39" Type="http://schemas.openxmlformats.org/officeDocument/2006/relationships/image" Target="../media/image149.png"/><Relationship Id="rId286" Type="http://schemas.openxmlformats.org/officeDocument/2006/relationships/image" Target="../media/image271.png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10.png"/><Relationship Id="rId299" Type="http://schemas.openxmlformats.org/officeDocument/2006/relationships/customXml" Target="../ink/ink508.xml"/><Relationship Id="rId21" Type="http://schemas.openxmlformats.org/officeDocument/2006/relationships/image" Target="../media/image362.png"/><Relationship Id="rId63" Type="http://schemas.openxmlformats.org/officeDocument/2006/relationships/image" Target="../media/image383.png"/><Relationship Id="rId159" Type="http://schemas.openxmlformats.org/officeDocument/2006/relationships/image" Target="../media/image431.png"/><Relationship Id="rId324" Type="http://schemas.openxmlformats.org/officeDocument/2006/relationships/image" Target="../media/image512.png"/><Relationship Id="rId366" Type="http://schemas.openxmlformats.org/officeDocument/2006/relationships/image" Target="../media/image533.png"/><Relationship Id="rId170" Type="http://schemas.openxmlformats.org/officeDocument/2006/relationships/customXml" Target="../ink/ink443.xml"/><Relationship Id="rId226" Type="http://schemas.openxmlformats.org/officeDocument/2006/relationships/customXml" Target="../ink/ink471.xml"/><Relationship Id="rId268" Type="http://schemas.openxmlformats.org/officeDocument/2006/relationships/customXml" Target="../ink/ink492.xml"/><Relationship Id="rId32" Type="http://schemas.openxmlformats.org/officeDocument/2006/relationships/customXml" Target="../ink/ink374.xml"/><Relationship Id="rId74" Type="http://schemas.openxmlformats.org/officeDocument/2006/relationships/customXml" Target="../ink/ink395.xml"/><Relationship Id="rId128" Type="http://schemas.openxmlformats.org/officeDocument/2006/relationships/customXml" Target="../ink/ink422.xml"/><Relationship Id="rId335" Type="http://schemas.openxmlformats.org/officeDocument/2006/relationships/customXml" Target="../ink/ink526.xml"/><Relationship Id="rId377" Type="http://schemas.openxmlformats.org/officeDocument/2006/relationships/customXml" Target="../ink/ink547.xml"/><Relationship Id="rId5" Type="http://schemas.openxmlformats.org/officeDocument/2006/relationships/image" Target="../media/image354.png"/><Relationship Id="rId181" Type="http://schemas.openxmlformats.org/officeDocument/2006/relationships/image" Target="../media/image441.png"/><Relationship Id="rId237" Type="http://schemas.openxmlformats.org/officeDocument/2006/relationships/image" Target="../media/image469.png"/><Relationship Id="rId279" Type="http://schemas.openxmlformats.org/officeDocument/2006/relationships/image" Target="../media/image490.png"/><Relationship Id="rId43" Type="http://schemas.openxmlformats.org/officeDocument/2006/relationships/image" Target="../media/image373.png"/><Relationship Id="rId139" Type="http://schemas.openxmlformats.org/officeDocument/2006/relationships/image" Target="../media/image421.png"/><Relationship Id="rId290" Type="http://schemas.openxmlformats.org/officeDocument/2006/relationships/customXml" Target="../ink/ink503.xml"/><Relationship Id="rId304" Type="http://schemas.openxmlformats.org/officeDocument/2006/relationships/image" Target="../media/image502.png"/><Relationship Id="rId346" Type="http://schemas.openxmlformats.org/officeDocument/2006/relationships/image" Target="../media/image523.png"/><Relationship Id="rId388" Type="http://schemas.openxmlformats.org/officeDocument/2006/relationships/image" Target="../media/image544.png"/><Relationship Id="rId85" Type="http://schemas.openxmlformats.org/officeDocument/2006/relationships/image" Target="../media/image394.png"/><Relationship Id="rId150" Type="http://schemas.openxmlformats.org/officeDocument/2006/relationships/customXml" Target="../ink/ink433.xml"/><Relationship Id="rId192" Type="http://schemas.openxmlformats.org/officeDocument/2006/relationships/customXml" Target="../ink/ink454.xml"/><Relationship Id="rId206" Type="http://schemas.openxmlformats.org/officeDocument/2006/relationships/customXml" Target="../ink/ink461.xml"/><Relationship Id="rId248" Type="http://schemas.openxmlformats.org/officeDocument/2006/relationships/customXml" Target="../ink/ink482.xml"/><Relationship Id="rId12" Type="http://schemas.openxmlformats.org/officeDocument/2006/relationships/customXml" Target="../ink/ink364.xml"/><Relationship Id="rId108" Type="http://schemas.openxmlformats.org/officeDocument/2006/relationships/customXml" Target="../ink/ink412.xml"/><Relationship Id="rId315" Type="http://schemas.openxmlformats.org/officeDocument/2006/relationships/customXml" Target="../ink/ink516.xml"/><Relationship Id="rId357" Type="http://schemas.openxmlformats.org/officeDocument/2006/relationships/customXml" Target="../ink/ink537.xml"/><Relationship Id="rId54" Type="http://schemas.openxmlformats.org/officeDocument/2006/relationships/customXml" Target="../ink/ink385.xml"/><Relationship Id="rId96" Type="http://schemas.openxmlformats.org/officeDocument/2006/relationships/customXml" Target="../ink/ink406.xml"/><Relationship Id="rId161" Type="http://schemas.openxmlformats.org/officeDocument/2006/relationships/image" Target="../media/image432.png"/><Relationship Id="rId217" Type="http://schemas.openxmlformats.org/officeDocument/2006/relationships/image" Target="../media/image459.png"/><Relationship Id="rId259" Type="http://schemas.openxmlformats.org/officeDocument/2006/relationships/image" Target="../media/image480.png"/><Relationship Id="rId23" Type="http://schemas.openxmlformats.org/officeDocument/2006/relationships/image" Target="../media/image363.png"/><Relationship Id="rId119" Type="http://schemas.openxmlformats.org/officeDocument/2006/relationships/image" Target="../media/image411.png"/><Relationship Id="rId270" Type="http://schemas.openxmlformats.org/officeDocument/2006/relationships/customXml" Target="../ink/ink493.xml"/><Relationship Id="rId326" Type="http://schemas.openxmlformats.org/officeDocument/2006/relationships/image" Target="../media/image513.png"/><Relationship Id="rId65" Type="http://schemas.openxmlformats.org/officeDocument/2006/relationships/image" Target="../media/image384.png"/><Relationship Id="rId130" Type="http://schemas.openxmlformats.org/officeDocument/2006/relationships/customXml" Target="../ink/ink423.xml"/><Relationship Id="rId368" Type="http://schemas.openxmlformats.org/officeDocument/2006/relationships/image" Target="../media/image534.png"/><Relationship Id="rId172" Type="http://schemas.openxmlformats.org/officeDocument/2006/relationships/customXml" Target="../ink/ink444.xml"/><Relationship Id="rId228" Type="http://schemas.openxmlformats.org/officeDocument/2006/relationships/customXml" Target="../ink/ink472.xml"/><Relationship Id="rId281" Type="http://schemas.openxmlformats.org/officeDocument/2006/relationships/image" Target="../media/image491.png"/><Relationship Id="rId337" Type="http://schemas.openxmlformats.org/officeDocument/2006/relationships/customXml" Target="../ink/ink527.xml"/><Relationship Id="rId34" Type="http://schemas.openxmlformats.org/officeDocument/2006/relationships/customXml" Target="../ink/ink375.xml"/><Relationship Id="rId76" Type="http://schemas.openxmlformats.org/officeDocument/2006/relationships/customXml" Target="../ink/ink396.xml"/><Relationship Id="rId141" Type="http://schemas.openxmlformats.org/officeDocument/2006/relationships/image" Target="../media/image422.png"/><Relationship Id="rId379" Type="http://schemas.openxmlformats.org/officeDocument/2006/relationships/customXml" Target="../ink/ink548.xml"/><Relationship Id="rId7" Type="http://schemas.openxmlformats.org/officeDocument/2006/relationships/image" Target="../media/image355.png"/><Relationship Id="rId183" Type="http://schemas.openxmlformats.org/officeDocument/2006/relationships/image" Target="../media/image442.png"/><Relationship Id="rId239" Type="http://schemas.openxmlformats.org/officeDocument/2006/relationships/image" Target="../media/image470.png"/><Relationship Id="rId390" Type="http://schemas.openxmlformats.org/officeDocument/2006/relationships/image" Target="../media/image545.png"/><Relationship Id="rId250" Type="http://schemas.openxmlformats.org/officeDocument/2006/relationships/customXml" Target="../ink/ink483.xml"/><Relationship Id="rId292" Type="http://schemas.openxmlformats.org/officeDocument/2006/relationships/customXml" Target="../ink/ink504.xml"/><Relationship Id="rId306" Type="http://schemas.openxmlformats.org/officeDocument/2006/relationships/image" Target="../media/image503.png"/><Relationship Id="rId45" Type="http://schemas.openxmlformats.org/officeDocument/2006/relationships/image" Target="../media/image374.png"/><Relationship Id="rId87" Type="http://schemas.openxmlformats.org/officeDocument/2006/relationships/image" Target="../media/image395.png"/><Relationship Id="rId110" Type="http://schemas.openxmlformats.org/officeDocument/2006/relationships/customXml" Target="../ink/ink413.xml"/><Relationship Id="rId348" Type="http://schemas.openxmlformats.org/officeDocument/2006/relationships/image" Target="../media/image524.png"/><Relationship Id="rId152" Type="http://schemas.openxmlformats.org/officeDocument/2006/relationships/customXml" Target="../ink/ink434.xml"/><Relationship Id="rId194" Type="http://schemas.openxmlformats.org/officeDocument/2006/relationships/customXml" Target="../ink/ink455.xml"/><Relationship Id="rId208" Type="http://schemas.openxmlformats.org/officeDocument/2006/relationships/customXml" Target="../ink/ink462.xml"/><Relationship Id="rId261" Type="http://schemas.openxmlformats.org/officeDocument/2006/relationships/image" Target="../media/image481.png"/><Relationship Id="rId14" Type="http://schemas.openxmlformats.org/officeDocument/2006/relationships/customXml" Target="../ink/ink365.xml"/><Relationship Id="rId56" Type="http://schemas.openxmlformats.org/officeDocument/2006/relationships/customXml" Target="../ink/ink386.xml"/><Relationship Id="rId317" Type="http://schemas.openxmlformats.org/officeDocument/2006/relationships/customXml" Target="../ink/ink517.xml"/><Relationship Id="rId359" Type="http://schemas.openxmlformats.org/officeDocument/2006/relationships/customXml" Target="../ink/ink538.xml"/><Relationship Id="rId98" Type="http://schemas.openxmlformats.org/officeDocument/2006/relationships/customXml" Target="../ink/ink407.xml"/><Relationship Id="rId121" Type="http://schemas.openxmlformats.org/officeDocument/2006/relationships/image" Target="../media/image412.png"/><Relationship Id="rId163" Type="http://schemas.openxmlformats.org/officeDocument/2006/relationships/image" Target="../media/image433.png"/><Relationship Id="rId219" Type="http://schemas.openxmlformats.org/officeDocument/2006/relationships/image" Target="../media/image460.png"/><Relationship Id="rId370" Type="http://schemas.openxmlformats.org/officeDocument/2006/relationships/image" Target="../media/image535.png"/><Relationship Id="rId230" Type="http://schemas.openxmlformats.org/officeDocument/2006/relationships/customXml" Target="../ink/ink473.xml"/><Relationship Id="rId25" Type="http://schemas.openxmlformats.org/officeDocument/2006/relationships/image" Target="../media/image364.png"/><Relationship Id="rId67" Type="http://schemas.openxmlformats.org/officeDocument/2006/relationships/image" Target="../media/image385.png"/><Relationship Id="rId272" Type="http://schemas.openxmlformats.org/officeDocument/2006/relationships/customXml" Target="../ink/ink494.xml"/><Relationship Id="rId328" Type="http://schemas.openxmlformats.org/officeDocument/2006/relationships/image" Target="../media/image514.png"/><Relationship Id="rId132" Type="http://schemas.openxmlformats.org/officeDocument/2006/relationships/customXml" Target="../ink/ink424.xml"/><Relationship Id="rId174" Type="http://schemas.openxmlformats.org/officeDocument/2006/relationships/customXml" Target="../ink/ink445.xml"/><Relationship Id="rId381" Type="http://schemas.openxmlformats.org/officeDocument/2006/relationships/customXml" Target="../ink/ink549.xml"/><Relationship Id="rId241" Type="http://schemas.openxmlformats.org/officeDocument/2006/relationships/image" Target="../media/image471.png"/><Relationship Id="rId36" Type="http://schemas.openxmlformats.org/officeDocument/2006/relationships/customXml" Target="../ink/ink376.xml"/><Relationship Id="rId283" Type="http://schemas.openxmlformats.org/officeDocument/2006/relationships/image" Target="../media/image492.png"/><Relationship Id="rId339" Type="http://schemas.openxmlformats.org/officeDocument/2006/relationships/customXml" Target="../ink/ink528.xml"/><Relationship Id="rId78" Type="http://schemas.openxmlformats.org/officeDocument/2006/relationships/customXml" Target="../ink/ink397.xml"/><Relationship Id="rId101" Type="http://schemas.openxmlformats.org/officeDocument/2006/relationships/image" Target="../media/image402.png"/><Relationship Id="rId143" Type="http://schemas.openxmlformats.org/officeDocument/2006/relationships/image" Target="../media/image423.png"/><Relationship Id="rId185" Type="http://schemas.openxmlformats.org/officeDocument/2006/relationships/image" Target="../media/image443.png"/><Relationship Id="rId350" Type="http://schemas.openxmlformats.org/officeDocument/2006/relationships/image" Target="../media/image525.png"/><Relationship Id="rId9" Type="http://schemas.openxmlformats.org/officeDocument/2006/relationships/image" Target="../media/image356.png"/><Relationship Id="rId210" Type="http://schemas.openxmlformats.org/officeDocument/2006/relationships/customXml" Target="../ink/ink463.xml"/><Relationship Id="rId392" Type="http://schemas.openxmlformats.org/officeDocument/2006/relationships/image" Target="../media/image546.png"/><Relationship Id="rId252" Type="http://schemas.openxmlformats.org/officeDocument/2006/relationships/customXml" Target="../ink/ink484.xml"/><Relationship Id="rId294" Type="http://schemas.openxmlformats.org/officeDocument/2006/relationships/image" Target="../media/image497.png"/><Relationship Id="rId308" Type="http://schemas.openxmlformats.org/officeDocument/2006/relationships/image" Target="../media/image504.png"/><Relationship Id="rId47" Type="http://schemas.openxmlformats.org/officeDocument/2006/relationships/image" Target="../media/image375.png"/><Relationship Id="rId89" Type="http://schemas.openxmlformats.org/officeDocument/2006/relationships/image" Target="../media/image396.png"/><Relationship Id="rId112" Type="http://schemas.openxmlformats.org/officeDocument/2006/relationships/customXml" Target="../ink/ink414.xml"/><Relationship Id="rId154" Type="http://schemas.openxmlformats.org/officeDocument/2006/relationships/customXml" Target="../ink/ink435.xml"/><Relationship Id="rId361" Type="http://schemas.openxmlformats.org/officeDocument/2006/relationships/customXml" Target="../ink/ink539.xml"/><Relationship Id="rId196" Type="http://schemas.openxmlformats.org/officeDocument/2006/relationships/customXml" Target="../ink/ink456.xml"/><Relationship Id="rId200" Type="http://schemas.openxmlformats.org/officeDocument/2006/relationships/customXml" Target="../ink/ink458.xml"/><Relationship Id="rId382" Type="http://schemas.openxmlformats.org/officeDocument/2006/relationships/image" Target="../media/image541.png"/><Relationship Id="rId16" Type="http://schemas.openxmlformats.org/officeDocument/2006/relationships/customXml" Target="../ink/ink366.xml"/><Relationship Id="rId221" Type="http://schemas.openxmlformats.org/officeDocument/2006/relationships/image" Target="../media/image461.png"/><Relationship Id="rId242" Type="http://schemas.openxmlformats.org/officeDocument/2006/relationships/customXml" Target="../ink/ink479.xml"/><Relationship Id="rId263" Type="http://schemas.openxmlformats.org/officeDocument/2006/relationships/image" Target="../media/image482.png"/><Relationship Id="rId284" Type="http://schemas.openxmlformats.org/officeDocument/2006/relationships/customXml" Target="../ink/ink500.xml"/><Relationship Id="rId319" Type="http://schemas.openxmlformats.org/officeDocument/2006/relationships/customXml" Target="../ink/ink518.xml"/><Relationship Id="rId37" Type="http://schemas.openxmlformats.org/officeDocument/2006/relationships/image" Target="../media/image370.png"/><Relationship Id="rId58" Type="http://schemas.openxmlformats.org/officeDocument/2006/relationships/customXml" Target="../ink/ink387.xml"/><Relationship Id="rId79" Type="http://schemas.openxmlformats.org/officeDocument/2006/relationships/image" Target="../media/image391.png"/><Relationship Id="rId102" Type="http://schemas.openxmlformats.org/officeDocument/2006/relationships/customXml" Target="../ink/ink409.xml"/><Relationship Id="rId123" Type="http://schemas.openxmlformats.org/officeDocument/2006/relationships/image" Target="../media/image413.png"/><Relationship Id="rId144" Type="http://schemas.openxmlformats.org/officeDocument/2006/relationships/customXml" Target="../ink/ink430.xml"/><Relationship Id="rId330" Type="http://schemas.openxmlformats.org/officeDocument/2006/relationships/image" Target="../media/image515.png"/><Relationship Id="rId90" Type="http://schemas.openxmlformats.org/officeDocument/2006/relationships/customXml" Target="../ink/ink403.xml"/><Relationship Id="rId165" Type="http://schemas.openxmlformats.org/officeDocument/2006/relationships/image" Target="../media/image434.png"/><Relationship Id="rId186" Type="http://schemas.openxmlformats.org/officeDocument/2006/relationships/customXml" Target="../ink/ink451.xml"/><Relationship Id="rId351" Type="http://schemas.openxmlformats.org/officeDocument/2006/relationships/customXml" Target="../ink/ink534.xml"/><Relationship Id="rId372" Type="http://schemas.openxmlformats.org/officeDocument/2006/relationships/image" Target="../media/image536.png"/><Relationship Id="rId211" Type="http://schemas.openxmlformats.org/officeDocument/2006/relationships/image" Target="../media/image456.png"/><Relationship Id="rId232" Type="http://schemas.openxmlformats.org/officeDocument/2006/relationships/customXml" Target="../ink/ink474.xml"/><Relationship Id="rId253" Type="http://schemas.openxmlformats.org/officeDocument/2006/relationships/image" Target="../media/image477.png"/><Relationship Id="rId274" Type="http://schemas.openxmlformats.org/officeDocument/2006/relationships/customXml" Target="../ink/ink495.xml"/><Relationship Id="rId295" Type="http://schemas.openxmlformats.org/officeDocument/2006/relationships/customXml" Target="../ink/ink506.xml"/><Relationship Id="rId309" Type="http://schemas.openxmlformats.org/officeDocument/2006/relationships/customXml" Target="../ink/ink513.xml"/><Relationship Id="rId27" Type="http://schemas.openxmlformats.org/officeDocument/2006/relationships/image" Target="../media/image365.png"/><Relationship Id="rId48" Type="http://schemas.openxmlformats.org/officeDocument/2006/relationships/customXml" Target="../ink/ink382.xml"/><Relationship Id="rId69" Type="http://schemas.openxmlformats.org/officeDocument/2006/relationships/image" Target="../media/image386.png"/><Relationship Id="rId113" Type="http://schemas.openxmlformats.org/officeDocument/2006/relationships/image" Target="../media/image408.png"/><Relationship Id="rId134" Type="http://schemas.openxmlformats.org/officeDocument/2006/relationships/customXml" Target="../ink/ink425.xml"/><Relationship Id="rId320" Type="http://schemas.openxmlformats.org/officeDocument/2006/relationships/image" Target="../media/image510.png"/><Relationship Id="rId80" Type="http://schemas.openxmlformats.org/officeDocument/2006/relationships/customXml" Target="../ink/ink398.xml"/><Relationship Id="rId155" Type="http://schemas.openxmlformats.org/officeDocument/2006/relationships/image" Target="../media/image429.png"/><Relationship Id="rId176" Type="http://schemas.openxmlformats.org/officeDocument/2006/relationships/customXml" Target="../ink/ink446.xml"/><Relationship Id="rId197" Type="http://schemas.openxmlformats.org/officeDocument/2006/relationships/image" Target="../media/image449.png"/><Relationship Id="rId341" Type="http://schemas.openxmlformats.org/officeDocument/2006/relationships/customXml" Target="../ink/ink529.xml"/><Relationship Id="rId362" Type="http://schemas.openxmlformats.org/officeDocument/2006/relationships/image" Target="../media/image531.png"/><Relationship Id="rId383" Type="http://schemas.openxmlformats.org/officeDocument/2006/relationships/customXml" Target="../ink/ink550.xml"/><Relationship Id="rId201" Type="http://schemas.openxmlformats.org/officeDocument/2006/relationships/image" Target="../media/image451.png"/><Relationship Id="rId222" Type="http://schemas.openxmlformats.org/officeDocument/2006/relationships/customXml" Target="../ink/ink469.xml"/><Relationship Id="rId243" Type="http://schemas.openxmlformats.org/officeDocument/2006/relationships/image" Target="../media/image472.png"/><Relationship Id="rId264" Type="http://schemas.openxmlformats.org/officeDocument/2006/relationships/customXml" Target="../ink/ink490.xml"/><Relationship Id="rId285" Type="http://schemas.openxmlformats.org/officeDocument/2006/relationships/image" Target="../media/image493.png"/><Relationship Id="rId17" Type="http://schemas.openxmlformats.org/officeDocument/2006/relationships/image" Target="../media/image360.png"/><Relationship Id="rId38" Type="http://schemas.openxmlformats.org/officeDocument/2006/relationships/customXml" Target="../ink/ink377.xml"/><Relationship Id="rId59" Type="http://schemas.openxmlformats.org/officeDocument/2006/relationships/image" Target="../media/image381.png"/><Relationship Id="rId103" Type="http://schemas.openxmlformats.org/officeDocument/2006/relationships/image" Target="../media/image403.png"/><Relationship Id="rId124" Type="http://schemas.openxmlformats.org/officeDocument/2006/relationships/customXml" Target="../ink/ink420.xml"/><Relationship Id="rId310" Type="http://schemas.openxmlformats.org/officeDocument/2006/relationships/image" Target="../media/image505.png"/><Relationship Id="rId70" Type="http://schemas.openxmlformats.org/officeDocument/2006/relationships/customXml" Target="../ink/ink393.xml"/><Relationship Id="rId91" Type="http://schemas.openxmlformats.org/officeDocument/2006/relationships/image" Target="../media/image397.png"/><Relationship Id="rId145" Type="http://schemas.openxmlformats.org/officeDocument/2006/relationships/image" Target="../media/image424.png"/><Relationship Id="rId166" Type="http://schemas.openxmlformats.org/officeDocument/2006/relationships/customXml" Target="../ink/ink441.xml"/><Relationship Id="rId187" Type="http://schemas.openxmlformats.org/officeDocument/2006/relationships/image" Target="../media/image444.png"/><Relationship Id="rId331" Type="http://schemas.openxmlformats.org/officeDocument/2006/relationships/customXml" Target="../ink/ink524.xml"/><Relationship Id="rId352" Type="http://schemas.openxmlformats.org/officeDocument/2006/relationships/image" Target="../media/image526.png"/><Relationship Id="rId373" Type="http://schemas.openxmlformats.org/officeDocument/2006/relationships/customXml" Target="../ink/ink545.xml"/><Relationship Id="rId1" Type="http://schemas.openxmlformats.org/officeDocument/2006/relationships/slideLayout" Target="../slideLayouts/slideLayout1.xml"/><Relationship Id="rId212" Type="http://schemas.openxmlformats.org/officeDocument/2006/relationships/customXml" Target="../ink/ink464.xml"/><Relationship Id="rId233" Type="http://schemas.openxmlformats.org/officeDocument/2006/relationships/image" Target="../media/image467.png"/><Relationship Id="rId254" Type="http://schemas.openxmlformats.org/officeDocument/2006/relationships/customXml" Target="../ink/ink485.xml"/><Relationship Id="rId28" Type="http://schemas.openxmlformats.org/officeDocument/2006/relationships/customXml" Target="../ink/ink372.xml"/><Relationship Id="rId49" Type="http://schemas.openxmlformats.org/officeDocument/2006/relationships/image" Target="../media/image376.png"/><Relationship Id="rId114" Type="http://schemas.openxmlformats.org/officeDocument/2006/relationships/customXml" Target="../ink/ink415.xml"/><Relationship Id="rId275" Type="http://schemas.openxmlformats.org/officeDocument/2006/relationships/image" Target="../media/image488.png"/><Relationship Id="rId296" Type="http://schemas.openxmlformats.org/officeDocument/2006/relationships/image" Target="../media/image498.png"/><Relationship Id="rId300" Type="http://schemas.openxmlformats.org/officeDocument/2006/relationships/image" Target="../media/image500.png"/><Relationship Id="rId60" Type="http://schemas.openxmlformats.org/officeDocument/2006/relationships/customXml" Target="../ink/ink388.xml"/><Relationship Id="rId81" Type="http://schemas.openxmlformats.org/officeDocument/2006/relationships/image" Target="../media/image392.png"/><Relationship Id="rId135" Type="http://schemas.openxmlformats.org/officeDocument/2006/relationships/image" Target="../media/image419.png"/><Relationship Id="rId156" Type="http://schemas.openxmlformats.org/officeDocument/2006/relationships/customXml" Target="../ink/ink436.xml"/><Relationship Id="rId177" Type="http://schemas.openxmlformats.org/officeDocument/2006/relationships/image" Target="../media/image439.png"/><Relationship Id="rId198" Type="http://schemas.openxmlformats.org/officeDocument/2006/relationships/customXml" Target="../ink/ink457.xml"/><Relationship Id="rId321" Type="http://schemas.openxmlformats.org/officeDocument/2006/relationships/customXml" Target="../ink/ink519.xml"/><Relationship Id="rId342" Type="http://schemas.openxmlformats.org/officeDocument/2006/relationships/image" Target="../media/image521.png"/><Relationship Id="rId363" Type="http://schemas.openxmlformats.org/officeDocument/2006/relationships/customXml" Target="../ink/ink540.xml"/><Relationship Id="rId384" Type="http://schemas.openxmlformats.org/officeDocument/2006/relationships/image" Target="../media/image542.png"/><Relationship Id="rId202" Type="http://schemas.openxmlformats.org/officeDocument/2006/relationships/customXml" Target="../ink/ink459.xml"/><Relationship Id="rId223" Type="http://schemas.openxmlformats.org/officeDocument/2006/relationships/image" Target="../media/image462.png"/><Relationship Id="rId244" Type="http://schemas.openxmlformats.org/officeDocument/2006/relationships/customXml" Target="../ink/ink480.xml"/><Relationship Id="rId18" Type="http://schemas.openxmlformats.org/officeDocument/2006/relationships/customXml" Target="../ink/ink367.xml"/><Relationship Id="rId39" Type="http://schemas.openxmlformats.org/officeDocument/2006/relationships/image" Target="../media/image371.png"/><Relationship Id="rId265" Type="http://schemas.openxmlformats.org/officeDocument/2006/relationships/image" Target="../media/image483.png"/><Relationship Id="rId286" Type="http://schemas.openxmlformats.org/officeDocument/2006/relationships/customXml" Target="../ink/ink501.xml"/><Relationship Id="rId50" Type="http://schemas.openxmlformats.org/officeDocument/2006/relationships/customXml" Target="../ink/ink383.xml"/><Relationship Id="rId104" Type="http://schemas.openxmlformats.org/officeDocument/2006/relationships/customXml" Target="../ink/ink410.xml"/><Relationship Id="rId125" Type="http://schemas.openxmlformats.org/officeDocument/2006/relationships/image" Target="../media/image414.png"/><Relationship Id="rId146" Type="http://schemas.openxmlformats.org/officeDocument/2006/relationships/customXml" Target="../ink/ink431.xml"/><Relationship Id="rId167" Type="http://schemas.openxmlformats.org/officeDocument/2006/relationships/image" Target="../media/image435.png"/><Relationship Id="rId188" Type="http://schemas.openxmlformats.org/officeDocument/2006/relationships/customXml" Target="../ink/ink452.xml"/><Relationship Id="rId311" Type="http://schemas.openxmlformats.org/officeDocument/2006/relationships/customXml" Target="../ink/ink514.xml"/><Relationship Id="rId332" Type="http://schemas.openxmlformats.org/officeDocument/2006/relationships/image" Target="../media/image516.png"/><Relationship Id="rId353" Type="http://schemas.openxmlformats.org/officeDocument/2006/relationships/customXml" Target="../ink/ink535.xml"/><Relationship Id="rId374" Type="http://schemas.openxmlformats.org/officeDocument/2006/relationships/image" Target="../media/image537.png"/><Relationship Id="rId71" Type="http://schemas.openxmlformats.org/officeDocument/2006/relationships/image" Target="../media/image387.png"/><Relationship Id="rId92" Type="http://schemas.openxmlformats.org/officeDocument/2006/relationships/customXml" Target="../ink/ink404.xml"/><Relationship Id="rId213" Type="http://schemas.openxmlformats.org/officeDocument/2006/relationships/image" Target="../media/image457.png"/><Relationship Id="rId234" Type="http://schemas.openxmlformats.org/officeDocument/2006/relationships/customXml" Target="../ink/ink475.xml"/><Relationship Id="rId2" Type="http://schemas.openxmlformats.org/officeDocument/2006/relationships/customXml" Target="../ink/ink359.xml"/><Relationship Id="rId29" Type="http://schemas.openxmlformats.org/officeDocument/2006/relationships/image" Target="../media/image366.png"/><Relationship Id="rId255" Type="http://schemas.openxmlformats.org/officeDocument/2006/relationships/image" Target="../media/image478.png"/><Relationship Id="rId276" Type="http://schemas.openxmlformats.org/officeDocument/2006/relationships/customXml" Target="../ink/ink496.xml"/><Relationship Id="rId297" Type="http://schemas.openxmlformats.org/officeDocument/2006/relationships/customXml" Target="../ink/ink507.xml"/><Relationship Id="rId40" Type="http://schemas.openxmlformats.org/officeDocument/2006/relationships/customXml" Target="../ink/ink378.xml"/><Relationship Id="rId115" Type="http://schemas.openxmlformats.org/officeDocument/2006/relationships/image" Target="../media/image409.png"/><Relationship Id="rId136" Type="http://schemas.openxmlformats.org/officeDocument/2006/relationships/customXml" Target="../ink/ink426.xml"/><Relationship Id="rId157" Type="http://schemas.openxmlformats.org/officeDocument/2006/relationships/image" Target="../media/image430.png"/><Relationship Id="rId178" Type="http://schemas.openxmlformats.org/officeDocument/2006/relationships/customXml" Target="../ink/ink447.xml"/><Relationship Id="rId301" Type="http://schemas.openxmlformats.org/officeDocument/2006/relationships/customXml" Target="../ink/ink509.xml"/><Relationship Id="rId322" Type="http://schemas.openxmlformats.org/officeDocument/2006/relationships/image" Target="../media/image511.png"/><Relationship Id="rId343" Type="http://schemas.openxmlformats.org/officeDocument/2006/relationships/customXml" Target="../ink/ink530.xml"/><Relationship Id="rId364" Type="http://schemas.openxmlformats.org/officeDocument/2006/relationships/image" Target="../media/image532.png"/><Relationship Id="rId61" Type="http://schemas.openxmlformats.org/officeDocument/2006/relationships/image" Target="../media/image382.png"/><Relationship Id="rId82" Type="http://schemas.openxmlformats.org/officeDocument/2006/relationships/customXml" Target="../ink/ink399.xml"/><Relationship Id="rId199" Type="http://schemas.openxmlformats.org/officeDocument/2006/relationships/image" Target="../media/image450.png"/><Relationship Id="rId203" Type="http://schemas.openxmlformats.org/officeDocument/2006/relationships/image" Target="../media/image452.png"/><Relationship Id="rId385" Type="http://schemas.openxmlformats.org/officeDocument/2006/relationships/customXml" Target="../ink/ink551.xml"/><Relationship Id="rId19" Type="http://schemas.openxmlformats.org/officeDocument/2006/relationships/image" Target="../media/image361.png"/><Relationship Id="rId224" Type="http://schemas.openxmlformats.org/officeDocument/2006/relationships/customXml" Target="../ink/ink470.xml"/><Relationship Id="rId245" Type="http://schemas.openxmlformats.org/officeDocument/2006/relationships/image" Target="../media/image473.png"/><Relationship Id="rId266" Type="http://schemas.openxmlformats.org/officeDocument/2006/relationships/customXml" Target="../ink/ink491.xml"/><Relationship Id="rId287" Type="http://schemas.openxmlformats.org/officeDocument/2006/relationships/image" Target="../media/image494.png"/><Relationship Id="rId30" Type="http://schemas.openxmlformats.org/officeDocument/2006/relationships/customXml" Target="../ink/ink373.xml"/><Relationship Id="rId105" Type="http://schemas.openxmlformats.org/officeDocument/2006/relationships/image" Target="../media/image404.png"/><Relationship Id="rId126" Type="http://schemas.openxmlformats.org/officeDocument/2006/relationships/customXml" Target="../ink/ink421.xml"/><Relationship Id="rId147" Type="http://schemas.openxmlformats.org/officeDocument/2006/relationships/image" Target="../media/image425.png"/><Relationship Id="rId168" Type="http://schemas.openxmlformats.org/officeDocument/2006/relationships/customXml" Target="../ink/ink442.xml"/><Relationship Id="rId312" Type="http://schemas.openxmlformats.org/officeDocument/2006/relationships/image" Target="../media/image506.png"/><Relationship Id="rId333" Type="http://schemas.openxmlformats.org/officeDocument/2006/relationships/customXml" Target="../ink/ink525.xml"/><Relationship Id="rId354" Type="http://schemas.openxmlformats.org/officeDocument/2006/relationships/image" Target="../media/image527.png"/><Relationship Id="rId51" Type="http://schemas.openxmlformats.org/officeDocument/2006/relationships/image" Target="../media/image377.png"/><Relationship Id="rId72" Type="http://schemas.openxmlformats.org/officeDocument/2006/relationships/customXml" Target="../ink/ink394.xml"/><Relationship Id="rId93" Type="http://schemas.openxmlformats.org/officeDocument/2006/relationships/image" Target="../media/image398.png"/><Relationship Id="rId189" Type="http://schemas.openxmlformats.org/officeDocument/2006/relationships/image" Target="../media/image445.png"/><Relationship Id="rId375" Type="http://schemas.openxmlformats.org/officeDocument/2006/relationships/customXml" Target="../ink/ink546.xml"/><Relationship Id="rId3" Type="http://schemas.openxmlformats.org/officeDocument/2006/relationships/image" Target="../media/image353.png"/><Relationship Id="rId214" Type="http://schemas.openxmlformats.org/officeDocument/2006/relationships/customXml" Target="../ink/ink465.xml"/><Relationship Id="rId235" Type="http://schemas.openxmlformats.org/officeDocument/2006/relationships/image" Target="../media/image468.png"/><Relationship Id="rId256" Type="http://schemas.openxmlformats.org/officeDocument/2006/relationships/customXml" Target="../ink/ink486.xml"/><Relationship Id="rId277" Type="http://schemas.openxmlformats.org/officeDocument/2006/relationships/image" Target="../media/image489.png"/><Relationship Id="rId298" Type="http://schemas.openxmlformats.org/officeDocument/2006/relationships/image" Target="../media/image499.png"/><Relationship Id="rId116" Type="http://schemas.openxmlformats.org/officeDocument/2006/relationships/customXml" Target="../ink/ink416.xml"/><Relationship Id="rId137" Type="http://schemas.openxmlformats.org/officeDocument/2006/relationships/image" Target="../media/image420.png"/><Relationship Id="rId158" Type="http://schemas.openxmlformats.org/officeDocument/2006/relationships/customXml" Target="../ink/ink437.xml"/><Relationship Id="rId302" Type="http://schemas.openxmlformats.org/officeDocument/2006/relationships/image" Target="../media/image501.png"/><Relationship Id="rId323" Type="http://schemas.openxmlformats.org/officeDocument/2006/relationships/customXml" Target="../ink/ink520.xml"/><Relationship Id="rId344" Type="http://schemas.openxmlformats.org/officeDocument/2006/relationships/image" Target="../media/image522.png"/><Relationship Id="rId20" Type="http://schemas.openxmlformats.org/officeDocument/2006/relationships/customXml" Target="../ink/ink368.xml"/><Relationship Id="rId41" Type="http://schemas.openxmlformats.org/officeDocument/2006/relationships/image" Target="../media/image372.png"/><Relationship Id="rId62" Type="http://schemas.openxmlformats.org/officeDocument/2006/relationships/customXml" Target="../ink/ink389.xml"/><Relationship Id="rId83" Type="http://schemas.openxmlformats.org/officeDocument/2006/relationships/image" Target="../media/image393.png"/><Relationship Id="rId179" Type="http://schemas.openxmlformats.org/officeDocument/2006/relationships/image" Target="../media/image440.png"/><Relationship Id="rId365" Type="http://schemas.openxmlformats.org/officeDocument/2006/relationships/customXml" Target="../ink/ink541.xml"/><Relationship Id="rId386" Type="http://schemas.openxmlformats.org/officeDocument/2006/relationships/image" Target="../media/image543.png"/><Relationship Id="rId190" Type="http://schemas.openxmlformats.org/officeDocument/2006/relationships/customXml" Target="../ink/ink453.xml"/><Relationship Id="rId204" Type="http://schemas.openxmlformats.org/officeDocument/2006/relationships/customXml" Target="../ink/ink460.xml"/><Relationship Id="rId225" Type="http://schemas.openxmlformats.org/officeDocument/2006/relationships/image" Target="../media/image463.png"/><Relationship Id="rId246" Type="http://schemas.openxmlformats.org/officeDocument/2006/relationships/customXml" Target="../ink/ink481.xml"/><Relationship Id="rId267" Type="http://schemas.openxmlformats.org/officeDocument/2006/relationships/image" Target="../media/image484.png"/><Relationship Id="rId288" Type="http://schemas.openxmlformats.org/officeDocument/2006/relationships/customXml" Target="../ink/ink502.xml"/><Relationship Id="rId106" Type="http://schemas.openxmlformats.org/officeDocument/2006/relationships/customXml" Target="../ink/ink411.xml"/><Relationship Id="rId127" Type="http://schemas.openxmlformats.org/officeDocument/2006/relationships/image" Target="../media/image415.png"/><Relationship Id="rId313" Type="http://schemas.openxmlformats.org/officeDocument/2006/relationships/customXml" Target="../ink/ink515.xml"/><Relationship Id="rId10" Type="http://schemas.openxmlformats.org/officeDocument/2006/relationships/customXml" Target="../ink/ink363.xml"/><Relationship Id="rId31" Type="http://schemas.openxmlformats.org/officeDocument/2006/relationships/image" Target="../media/image367.png"/><Relationship Id="rId52" Type="http://schemas.openxmlformats.org/officeDocument/2006/relationships/customXml" Target="../ink/ink384.xml"/><Relationship Id="rId73" Type="http://schemas.openxmlformats.org/officeDocument/2006/relationships/image" Target="../media/image388.png"/><Relationship Id="rId94" Type="http://schemas.openxmlformats.org/officeDocument/2006/relationships/customXml" Target="../ink/ink405.xml"/><Relationship Id="rId148" Type="http://schemas.openxmlformats.org/officeDocument/2006/relationships/customXml" Target="../ink/ink432.xml"/><Relationship Id="rId169" Type="http://schemas.openxmlformats.org/officeDocument/2006/relationships/image" Target="../media/image436.png"/><Relationship Id="rId334" Type="http://schemas.openxmlformats.org/officeDocument/2006/relationships/image" Target="../media/image517.png"/><Relationship Id="rId355" Type="http://schemas.openxmlformats.org/officeDocument/2006/relationships/customXml" Target="../ink/ink536.xml"/><Relationship Id="rId376" Type="http://schemas.openxmlformats.org/officeDocument/2006/relationships/image" Target="../media/image538.png"/><Relationship Id="rId4" Type="http://schemas.openxmlformats.org/officeDocument/2006/relationships/customXml" Target="../ink/ink360.xml"/><Relationship Id="rId180" Type="http://schemas.openxmlformats.org/officeDocument/2006/relationships/customXml" Target="../ink/ink448.xml"/><Relationship Id="rId215" Type="http://schemas.openxmlformats.org/officeDocument/2006/relationships/image" Target="../media/image458.png"/><Relationship Id="rId236" Type="http://schemas.openxmlformats.org/officeDocument/2006/relationships/customXml" Target="../ink/ink476.xml"/><Relationship Id="rId257" Type="http://schemas.openxmlformats.org/officeDocument/2006/relationships/image" Target="../media/image479.png"/><Relationship Id="rId278" Type="http://schemas.openxmlformats.org/officeDocument/2006/relationships/customXml" Target="../ink/ink497.xml"/><Relationship Id="rId303" Type="http://schemas.openxmlformats.org/officeDocument/2006/relationships/customXml" Target="../ink/ink510.xml"/><Relationship Id="rId42" Type="http://schemas.openxmlformats.org/officeDocument/2006/relationships/customXml" Target="../ink/ink379.xml"/><Relationship Id="rId84" Type="http://schemas.openxmlformats.org/officeDocument/2006/relationships/customXml" Target="../ink/ink400.xml"/><Relationship Id="rId138" Type="http://schemas.openxmlformats.org/officeDocument/2006/relationships/customXml" Target="../ink/ink427.xml"/><Relationship Id="rId345" Type="http://schemas.openxmlformats.org/officeDocument/2006/relationships/customXml" Target="../ink/ink531.xml"/><Relationship Id="rId387" Type="http://schemas.openxmlformats.org/officeDocument/2006/relationships/customXml" Target="../ink/ink552.xml"/><Relationship Id="rId191" Type="http://schemas.openxmlformats.org/officeDocument/2006/relationships/image" Target="../media/image446.png"/><Relationship Id="rId205" Type="http://schemas.openxmlformats.org/officeDocument/2006/relationships/image" Target="../media/image453.png"/><Relationship Id="rId247" Type="http://schemas.openxmlformats.org/officeDocument/2006/relationships/image" Target="../media/image474.png"/><Relationship Id="rId107" Type="http://schemas.openxmlformats.org/officeDocument/2006/relationships/image" Target="../media/image405.png"/><Relationship Id="rId289" Type="http://schemas.openxmlformats.org/officeDocument/2006/relationships/image" Target="../media/image495.png"/><Relationship Id="rId11" Type="http://schemas.openxmlformats.org/officeDocument/2006/relationships/image" Target="../media/image357.png"/><Relationship Id="rId53" Type="http://schemas.openxmlformats.org/officeDocument/2006/relationships/image" Target="../media/image378.png"/><Relationship Id="rId149" Type="http://schemas.openxmlformats.org/officeDocument/2006/relationships/image" Target="../media/image426.png"/><Relationship Id="rId314" Type="http://schemas.openxmlformats.org/officeDocument/2006/relationships/image" Target="../media/image507.png"/><Relationship Id="rId356" Type="http://schemas.openxmlformats.org/officeDocument/2006/relationships/image" Target="../media/image528.png"/><Relationship Id="rId95" Type="http://schemas.openxmlformats.org/officeDocument/2006/relationships/image" Target="../media/image399.png"/><Relationship Id="rId160" Type="http://schemas.openxmlformats.org/officeDocument/2006/relationships/customXml" Target="../ink/ink438.xml"/><Relationship Id="rId216" Type="http://schemas.openxmlformats.org/officeDocument/2006/relationships/customXml" Target="../ink/ink466.xml"/><Relationship Id="rId258" Type="http://schemas.openxmlformats.org/officeDocument/2006/relationships/customXml" Target="../ink/ink487.xml"/><Relationship Id="rId22" Type="http://schemas.openxmlformats.org/officeDocument/2006/relationships/customXml" Target="../ink/ink369.xml"/><Relationship Id="rId64" Type="http://schemas.openxmlformats.org/officeDocument/2006/relationships/customXml" Target="../ink/ink390.xml"/><Relationship Id="rId118" Type="http://schemas.openxmlformats.org/officeDocument/2006/relationships/customXml" Target="../ink/ink417.xml"/><Relationship Id="rId325" Type="http://schemas.openxmlformats.org/officeDocument/2006/relationships/customXml" Target="../ink/ink521.xml"/><Relationship Id="rId367" Type="http://schemas.openxmlformats.org/officeDocument/2006/relationships/customXml" Target="../ink/ink542.xml"/><Relationship Id="rId171" Type="http://schemas.openxmlformats.org/officeDocument/2006/relationships/image" Target="../media/image437.png"/><Relationship Id="rId227" Type="http://schemas.openxmlformats.org/officeDocument/2006/relationships/image" Target="../media/image464.png"/><Relationship Id="rId269" Type="http://schemas.openxmlformats.org/officeDocument/2006/relationships/image" Target="../media/image485.png"/><Relationship Id="rId33" Type="http://schemas.openxmlformats.org/officeDocument/2006/relationships/image" Target="../media/image368.png"/><Relationship Id="rId129" Type="http://schemas.openxmlformats.org/officeDocument/2006/relationships/image" Target="../media/image416.png"/><Relationship Id="rId280" Type="http://schemas.openxmlformats.org/officeDocument/2006/relationships/customXml" Target="../ink/ink498.xml"/><Relationship Id="rId336" Type="http://schemas.openxmlformats.org/officeDocument/2006/relationships/image" Target="../media/image518.png"/><Relationship Id="rId75" Type="http://schemas.openxmlformats.org/officeDocument/2006/relationships/image" Target="../media/image389.png"/><Relationship Id="rId140" Type="http://schemas.openxmlformats.org/officeDocument/2006/relationships/customXml" Target="../ink/ink428.xml"/><Relationship Id="rId182" Type="http://schemas.openxmlformats.org/officeDocument/2006/relationships/customXml" Target="../ink/ink449.xml"/><Relationship Id="rId378" Type="http://schemas.openxmlformats.org/officeDocument/2006/relationships/image" Target="../media/image539.png"/><Relationship Id="rId6" Type="http://schemas.openxmlformats.org/officeDocument/2006/relationships/customXml" Target="../ink/ink361.xml"/><Relationship Id="rId238" Type="http://schemas.openxmlformats.org/officeDocument/2006/relationships/customXml" Target="../ink/ink477.xml"/><Relationship Id="rId291" Type="http://schemas.openxmlformats.org/officeDocument/2006/relationships/image" Target="../media/image496.png"/><Relationship Id="rId305" Type="http://schemas.openxmlformats.org/officeDocument/2006/relationships/customXml" Target="../ink/ink511.xml"/><Relationship Id="rId347" Type="http://schemas.openxmlformats.org/officeDocument/2006/relationships/customXml" Target="../ink/ink532.xml"/><Relationship Id="rId44" Type="http://schemas.openxmlformats.org/officeDocument/2006/relationships/customXml" Target="../ink/ink380.xml"/><Relationship Id="rId86" Type="http://schemas.openxmlformats.org/officeDocument/2006/relationships/customXml" Target="../ink/ink401.xml"/><Relationship Id="rId151" Type="http://schemas.openxmlformats.org/officeDocument/2006/relationships/image" Target="../media/image427.png"/><Relationship Id="rId389" Type="http://schemas.openxmlformats.org/officeDocument/2006/relationships/customXml" Target="../ink/ink553.xml"/><Relationship Id="rId193" Type="http://schemas.openxmlformats.org/officeDocument/2006/relationships/image" Target="../media/image447.png"/><Relationship Id="rId207" Type="http://schemas.openxmlformats.org/officeDocument/2006/relationships/image" Target="../media/image454.png"/><Relationship Id="rId249" Type="http://schemas.openxmlformats.org/officeDocument/2006/relationships/image" Target="../media/image475.png"/><Relationship Id="rId13" Type="http://schemas.openxmlformats.org/officeDocument/2006/relationships/image" Target="../media/image358.png"/><Relationship Id="rId109" Type="http://schemas.openxmlformats.org/officeDocument/2006/relationships/image" Target="../media/image406.png"/><Relationship Id="rId260" Type="http://schemas.openxmlformats.org/officeDocument/2006/relationships/customXml" Target="../ink/ink488.xml"/><Relationship Id="rId316" Type="http://schemas.openxmlformats.org/officeDocument/2006/relationships/image" Target="../media/image508.png"/><Relationship Id="rId55" Type="http://schemas.openxmlformats.org/officeDocument/2006/relationships/image" Target="../media/image379.png"/><Relationship Id="rId97" Type="http://schemas.openxmlformats.org/officeDocument/2006/relationships/image" Target="../media/image400.png"/><Relationship Id="rId120" Type="http://schemas.openxmlformats.org/officeDocument/2006/relationships/customXml" Target="../ink/ink418.xml"/><Relationship Id="rId358" Type="http://schemas.openxmlformats.org/officeDocument/2006/relationships/image" Target="../media/image529.png"/><Relationship Id="rId162" Type="http://schemas.openxmlformats.org/officeDocument/2006/relationships/customXml" Target="../ink/ink439.xml"/><Relationship Id="rId218" Type="http://schemas.openxmlformats.org/officeDocument/2006/relationships/customXml" Target="../ink/ink467.xml"/><Relationship Id="rId271" Type="http://schemas.openxmlformats.org/officeDocument/2006/relationships/image" Target="../media/image486.png"/><Relationship Id="rId24" Type="http://schemas.openxmlformats.org/officeDocument/2006/relationships/customXml" Target="../ink/ink370.xml"/><Relationship Id="rId66" Type="http://schemas.openxmlformats.org/officeDocument/2006/relationships/customXml" Target="../ink/ink391.xml"/><Relationship Id="rId131" Type="http://schemas.openxmlformats.org/officeDocument/2006/relationships/image" Target="../media/image417.png"/><Relationship Id="rId327" Type="http://schemas.openxmlformats.org/officeDocument/2006/relationships/customXml" Target="../ink/ink522.xml"/><Relationship Id="rId369" Type="http://schemas.openxmlformats.org/officeDocument/2006/relationships/customXml" Target="../ink/ink543.xml"/><Relationship Id="rId173" Type="http://schemas.openxmlformats.org/officeDocument/2006/relationships/image" Target="../media/image14.png"/><Relationship Id="rId229" Type="http://schemas.openxmlformats.org/officeDocument/2006/relationships/image" Target="../media/image465.png"/><Relationship Id="rId380" Type="http://schemas.openxmlformats.org/officeDocument/2006/relationships/image" Target="../media/image540.png"/><Relationship Id="rId240" Type="http://schemas.openxmlformats.org/officeDocument/2006/relationships/customXml" Target="../ink/ink478.xml"/><Relationship Id="rId35" Type="http://schemas.openxmlformats.org/officeDocument/2006/relationships/image" Target="../media/image369.png"/><Relationship Id="rId77" Type="http://schemas.openxmlformats.org/officeDocument/2006/relationships/image" Target="../media/image390.png"/><Relationship Id="rId100" Type="http://schemas.openxmlformats.org/officeDocument/2006/relationships/customXml" Target="../ink/ink408.xml"/><Relationship Id="rId282" Type="http://schemas.openxmlformats.org/officeDocument/2006/relationships/customXml" Target="../ink/ink499.xml"/><Relationship Id="rId338" Type="http://schemas.openxmlformats.org/officeDocument/2006/relationships/image" Target="../media/image519.png"/><Relationship Id="rId8" Type="http://schemas.openxmlformats.org/officeDocument/2006/relationships/customXml" Target="../ink/ink362.xml"/><Relationship Id="rId142" Type="http://schemas.openxmlformats.org/officeDocument/2006/relationships/customXml" Target="../ink/ink429.xml"/><Relationship Id="rId184" Type="http://schemas.openxmlformats.org/officeDocument/2006/relationships/customXml" Target="../ink/ink450.xml"/><Relationship Id="rId391" Type="http://schemas.openxmlformats.org/officeDocument/2006/relationships/customXml" Target="../ink/ink554.xml"/><Relationship Id="rId251" Type="http://schemas.openxmlformats.org/officeDocument/2006/relationships/image" Target="../media/image476.png"/><Relationship Id="rId46" Type="http://schemas.openxmlformats.org/officeDocument/2006/relationships/customXml" Target="../ink/ink381.xml"/><Relationship Id="rId293" Type="http://schemas.openxmlformats.org/officeDocument/2006/relationships/customXml" Target="../ink/ink505.xml"/><Relationship Id="rId307" Type="http://schemas.openxmlformats.org/officeDocument/2006/relationships/customXml" Target="../ink/ink512.xml"/><Relationship Id="rId349" Type="http://schemas.openxmlformats.org/officeDocument/2006/relationships/customXml" Target="../ink/ink533.xml"/><Relationship Id="rId88" Type="http://schemas.openxmlformats.org/officeDocument/2006/relationships/customXml" Target="../ink/ink402.xml"/><Relationship Id="rId111" Type="http://schemas.openxmlformats.org/officeDocument/2006/relationships/image" Target="../media/image407.png"/><Relationship Id="rId153" Type="http://schemas.openxmlformats.org/officeDocument/2006/relationships/image" Target="../media/image428.png"/><Relationship Id="rId195" Type="http://schemas.openxmlformats.org/officeDocument/2006/relationships/image" Target="../media/image448.png"/><Relationship Id="rId209" Type="http://schemas.openxmlformats.org/officeDocument/2006/relationships/image" Target="../media/image455.png"/><Relationship Id="rId360" Type="http://schemas.openxmlformats.org/officeDocument/2006/relationships/image" Target="../media/image530.png"/><Relationship Id="rId220" Type="http://schemas.openxmlformats.org/officeDocument/2006/relationships/customXml" Target="../ink/ink468.xml"/><Relationship Id="rId15" Type="http://schemas.openxmlformats.org/officeDocument/2006/relationships/image" Target="../media/image359.png"/><Relationship Id="rId57" Type="http://schemas.openxmlformats.org/officeDocument/2006/relationships/image" Target="../media/image380.png"/><Relationship Id="rId262" Type="http://schemas.openxmlformats.org/officeDocument/2006/relationships/customXml" Target="../ink/ink489.xml"/><Relationship Id="rId318" Type="http://schemas.openxmlformats.org/officeDocument/2006/relationships/image" Target="../media/image509.png"/><Relationship Id="rId99" Type="http://schemas.openxmlformats.org/officeDocument/2006/relationships/image" Target="../media/image401.png"/><Relationship Id="rId122" Type="http://schemas.openxmlformats.org/officeDocument/2006/relationships/customXml" Target="../ink/ink419.xml"/><Relationship Id="rId164" Type="http://schemas.openxmlformats.org/officeDocument/2006/relationships/customXml" Target="../ink/ink440.xml"/><Relationship Id="rId371" Type="http://schemas.openxmlformats.org/officeDocument/2006/relationships/customXml" Target="../ink/ink544.xml"/><Relationship Id="rId26" Type="http://schemas.openxmlformats.org/officeDocument/2006/relationships/customXml" Target="../ink/ink371.xml"/><Relationship Id="rId231" Type="http://schemas.openxmlformats.org/officeDocument/2006/relationships/image" Target="../media/image466.png"/><Relationship Id="rId273" Type="http://schemas.openxmlformats.org/officeDocument/2006/relationships/image" Target="../media/image487.png"/><Relationship Id="rId329" Type="http://schemas.openxmlformats.org/officeDocument/2006/relationships/customXml" Target="../ink/ink523.xml"/><Relationship Id="rId68" Type="http://schemas.openxmlformats.org/officeDocument/2006/relationships/customXml" Target="../ink/ink392.xml"/><Relationship Id="rId133" Type="http://schemas.openxmlformats.org/officeDocument/2006/relationships/image" Target="../media/image418.png"/><Relationship Id="rId175" Type="http://schemas.openxmlformats.org/officeDocument/2006/relationships/image" Target="../media/image438.png"/><Relationship Id="rId340" Type="http://schemas.openxmlformats.org/officeDocument/2006/relationships/image" Target="../media/image520.png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02.png"/><Relationship Id="rId21" Type="http://schemas.openxmlformats.org/officeDocument/2006/relationships/image" Target="../media/image556.png"/><Relationship Id="rId42" Type="http://schemas.openxmlformats.org/officeDocument/2006/relationships/customXml" Target="../ink/ink575.xml"/><Relationship Id="rId63" Type="http://schemas.openxmlformats.org/officeDocument/2006/relationships/image" Target="../media/image576.png"/><Relationship Id="rId84" Type="http://schemas.openxmlformats.org/officeDocument/2006/relationships/customXml" Target="../ink/ink596.xml"/><Relationship Id="rId138" Type="http://schemas.openxmlformats.org/officeDocument/2006/relationships/customXml" Target="../ink/ink623.xml"/><Relationship Id="rId159" Type="http://schemas.openxmlformats.org/officeDocument/2006/relationships/image" Target="../media/image623.png"/><Relationship Id="rId170" Type="http://schemas.openxmlformats.org/officeDocument/2006/relationships/customXml" Target="../ink/ink639.xml"/><Relationship Id="rId191" Type="http://schemas.openxmlformats.org/officeDocument/2006/relationships/image" Target="../media/image639.png"/><Relationship Id="rId205" Type="http://schemas.openxmlformats.org/officeDocument/2006/relationships/image" Target="../media/image646.png"/><Relationship Id="rId107" Type="http://schemas.openxmlformats.org/officeDocument/2006/relationships/image" Target="../media/image597.png"/><Relationship Id="rId11" Type="http://schemas.openxmlformats.org/officeDocument/2006/relationships/image" Target="../media/image551.png"/><Relationship Id="rId32" Type="http://schemas.openxmlformats.org/officeDocument/2006/relationships/customXml" Target="../ink/ink570.xml"/><Relationship Id="rId53" Type="http://schemas.openxmlformats.org/officeDocument/2006/relationships/image" Target="../media/image572.png"/><Relationship Id="rId74" Type="http://schemas.openxmlformats.org/officeDocument/2006/relationships/customXml" Target="../ink/ink591.xml"/><Relationship Id="rId128" Type="http://schemas.openxmlformats.org/officeDocument/2006/relationships/customXml" Target="../ink/ink618.xml"/><Relationship Id="rId149" Type="http://schemas.openxmlformats.org/officeDocument/2006/relationships/image" Target="../media/image618.png"/><Relationship Id="rId5" Type="http://schemas.openxmlformats.org/officeDocument/2006/relationships/image" Target="../media/image548.png"/><Relationship Id="rId95" Type="http://schemas.openxmlformats.org/officeDocument/2006/relationships/image" Target="../media/image197.png"/><Relationship Id="rId160" Type="http://schemas.openxmlformats.org/officeDocument/2006/relationships/customXml" Target="../ink/ink634.xml"/><Relationship Id="rId181" Type="http://schemas.openxmlformats.org/officeDocument/2006/relationships/image" Target="../media/image634.png"/><Relationship Id="rId22" Type="http://schemas.openxmlformats.org/officeDocument/2006/relationships/customXml" Target="../ink/ink565.xml"/><Relationship Id="rId43" Type="http://schemas.openxmlformats.org/officeDocument/2006/relationships/image" Target="../media/image567.png"/><Relationship Id="rId64" Type="http://schemas.openxmlformats.org/officeDocument/2006/relationships/customXml" Target="../ink/ink586.xml"/><Relationship Id="rId118" Type="http://schemas.openxmlformats.org/officeDocument/2006/relationships/customXml" Target="../ink/ink613.xml"/><Relationship Id="rId139" Type="http://schemas.openxmlformats.org/officeDocument/2006/relationships/image" Target="../media/image613.png"/><Relationship Id="rId85" Type="http://schemas.openxmlformats.org/officeDocument/2006/relationships/image" Target="../media/image587.png"/><Relationship Id="rId150" Type="http://schemas.openxmlformats.org/officeDocument/2006/relationships/customXml" Target="../ink/ink629.xml"/><Relationship Id="rId171" Type="http://schemas.openxmlformats.org/officeDocument/2006/relationships/image" Target="../media/image629.png"/><Relationship Id="rId192" Type="http://schemas.openxmlformats.org/officeDocument/2006/relationships/customXml" Target="../ink/ink650.xml"/><Relationship Id="rId12" Type="http://schemas.openxmlformats.org/officeDocument/2006/relationships/customXml" Target="../ink/ink560.xml"/><Relationship Id="rId33" Type="http://schemas.openxmlformats.org/officeDocument/2006/relationships/image" Target="../media/image562.png"/><Relationship Id="rId108" Type="http://schemas.openxmlformats.org/officeDocument/2006/relationships/customXml" Target="../ink/ink608.xml"/><Relationship Id="rId129" Type="http://schemas.openxmlformats.org/officeDocument/2006/relationships/image" Target="../media/image608.png"/><Relationship Id="rId54" Type="http://schemas.openxmlformats.org/officeDocument/2006/relationships/customXml" Target="../ink/ink581.xml"/><Relationship Id="rId75" Type="http://schemas.openxmlformats.org/officeDocument/2006/relationships/image" Target="../media/image582.png"/><Relationship Id="rId96" Type="http://schemas.openxmlformats.org/officeDocument/2006/relationships/customXml" Target="../ink/ink602.xml"/><Relationship Id="rId140" Type="http://schemas.openxmlformats.org/officeDocument/2006/relationships/customXml" Target="../ink/ink624.xml"/><Relationship Id="rId161" Type="http://schemas.openxmlformats.org/officeDocument/2006/relationships/image" Target="../media/image624.png"/><Relationship Id="rId182" Type="http://schemas.openxmlformats.org/officeDocument/2006/relationships/customXml" Target="../ink/ink645.xml"/><Relationship Id="rId6" Type="http://schemas.openxmlformats.org/officeDocument/2006/relationships/customXml" Target="../ink/ink557.xml"/><Relationship Id="rId23" Type="http://schemas.openxmlformats.org/officeDocument/2006/relationships/image" Target="../media/image557.png"/><Relationship Id="rId119" Type="http://schemas.openxmlformats.org/officeDocument/2006/relationships/image" Target="../media/image603.png"/><Relationship Id="rId44" Type="http://schemas.openxmlformats.org/officeDocument/2006/relationships/customXml" Target="../ink/ink576.xml"/><Relationship Id="rId65" Type="http://schemas.openxmlformats.org/officeDocument/2006/relationships/image" Target="../media/image577.png"/><Relationship Id="rId86" Type="http://schemas.openxmlformats.org/officeDocument/2006/relationships/customXml" Target="../ink/ink597.xml"/><Relationship Id="rId130" Type="http://schemas.openxmlformats.org/officeDocument/2006/relationships/customXml" Target="../ink/ink619.xml"/><Relationship Id="rId151" Type="http://schemas.openxmlformats.org/officeDocument/2006/relationships/image" Target="../media/image619.png"/><Relationship Id="rId172" Type="http://schemas.openxmlformats.org/officeDocument/2006/relationships/customXml" Target="../ink/ink640.xml"/><Relationship Id="rId193" Type="http://schemas.openxmlformats.org/officeDocument/2006/relationships/image" Target="../media/image640.png"/><Relationship Id="rId13" Type="http://schemas.openxmlformats.org/officeDocument/2006/relationships/image" Target="../media/image552.png"/><Relationship Id="rId109" Type="http://schemas.openxmlformats.org/officeDocument/2006/relationships/image" Target="../media/image598.png"/><Relationship Id="rId34" Type="http://schemas.openxmlformats.org/officeDocument/2006/relationships/customXml" Target="../ink/ink571.xml"/><Relationship Id="rId55" Type="http://schemas.openxmlformats.org/officeDocument/2006/relationships/image" Target="../media/image14.png"/><Relationship Id="rId76" Type="http://schemas.openxmlformats.org/officeDocument/2006/relationships/customXml" Target="../ink/ink592.xml"/><Relationship Id="rId97" Type="http://schemas.openxmlformats.org/officeDocument/2006/relationships/image" Target="../media/image592.png"/><Relationship Id="rId120" Type="http://schemas.openxmlformats.org/officeDocument/2006/relationships/customXml" Target="../ink/ink614.xml"/><Relationship Id="rId141" Type="http://schemas.openxmlformats.org/officeDocument/2006/relationships/image" Target="../media/image614.png"/><Relationship Id="rId7" Type="http://schemas.openxmlformats.org/officeDocument/2006/relationships/image" Target="../media/image549.png"/><Relationship Id="rId162" Type="http://schemas.openxmlformats.org/officeDocument/2006/relationships/customXml" Target="../ink/ink635.xml"/><Relationship Id="rId183" Type="http://schemas.openxmlformats.org/officeDocument/2006/relationships/image" Target="../media/image635.png"/><Relationship Id="rId24" Type="http://schemas.openxmlformats.org/officeDocument/2006/relationships/customXml" Target="../ink/ink566.xml"/><Relationship Id="rId40" Type="http://schemas.openxmlformats.org/officeDocument/2006/relationships/customXml" Target="../ink/ink574.xml"/><Relationship Id="rId45" Type="http://schemas.openxmlformats.org/officeDocument/2006/relationships/image" Target="../media/image568.png"/><Relationship Id="rId66" Type="http://schemas.openxmlformats.org/officeDocument/2006/relationships/customXml" Target="../ink/ink587.xml"/><Relationship Id="rId87" Type="http://schemas.openxmlformats.org/officeDocument/2006/relationships/image" Target="../media/image588.png"/><Relationship Id="rId110" Type="http://schemas.openxmlformats.org/officeDocument/2006/relationships/customXml" Target="../ink/ink609.xml"/><Relationship Id="rId115" Type="http://schemas.openxmlformats.org/officeDocument/2006/relationships/image" Target="../media/image601.png"/><Relationship Id="rId131" Type="http://schemas.openxmlformats.org/officeDocument/2006/relationships/image" Target="../media/image609.png"/><Relationship Id="rId136" Type="http://schemas.openxmlformats.org/officeDocument/2006/relationships/customXml" Target="../ink/ink622.xml"/><Relationship Id="rId157" Type="http://schemas.openxmlformats.org/officeDocument/2006/relationships/image" Target="../media/image622.png"/><Relationship Id="rId178" Type="http://schemas.openxmlformats.org/officeDocument/2006/relationships/customXml" Target="../ink/ink643.xml"/><Relationship Id="rId61" Type="http://schemas.openxmlformats.org/officeDocument/2006/relationships/image" Target="../media/image575.png"/><Relationship Id="rId82" Type="http://schemas.openxmlformats.org/officeDocument/2006/relationships/customXml" Target="../ink/ink595.xml"/><Relationship Id="rId152" Type="http://schemas.openxmlformats.org/officeDocument/2006/relationships/customXml" Target="../ink/ink630.xml"/><Relationship Id="rId173" Type="http://schemas.openxmlformats.org/officeDocument/2006/relationships/image" Target="../media/image630.png"/><Relationship Id="rId194" Type="http://schemas.openxmlformats.org/officeDocument/2006/relationships/customXml" Target="../ink/ink651.xml"/><Relationship Id="rId199" Type="http://schemas.openxmlformats.org/officeDocument/2006/relationships/image" Target="../media/image643.png"/><Relationship Id="rId203" Type="http://schemas.openxmlformats.org/officeDocument/2006/relationships/image" Target="../media/image645.png"/><Relationship Id="rId19" Type="http://schemas.openxmlformats.org/officeDocument/2006/relationships/image" Target="../media/image555.png"/><Relationship Id="rId14" Type="http://schemas.openxmlformats.org/officeDocument/2006/relationships/customXml" Target="../ink/ink561.xml"/><Relationship Id="rId30" Type="http://schemas.openxmlformats.org/officeDocument/2006/relationships/customXml" Target="../ink/ink569.xml"/><Relationship Id="rId35" Type="http://schemas.openxmlformats.org/officeDocument/2006/relationships/image" Target="../media/image563.png"/><Relationship Id="rId56" Type="http://schemas.openxmlformats.org/officeDocument/2006/relationships/customXml" Target="../ink/ink582.xml"/><Relationship Id="rId77" Type="http://schemas.openxmlformats.org/officeDocument/2006/relationships/image" Target="../media/image583.png"/><Relationship Id="rId100" Type="http://schemas.openxmlformats.org/officeDocument/2006/relationships/customXml" Target="../ink/ink604.xml"/><Relationship Id="rId105" Type="http://schemas.openxmlformats.org/officeDocument/2006/relationships/image" Target="../media/image596.png"/><Relationship Id="rId126" Type="http://schemas.openxmlformats.org/officeDocument/2006/relationships/customXml" Target="../ink/ink617.xml"/><Relationship Id="rId147" Type="http://schemas.openxmlformats.org/officeDocument/2006/relationships/image" Target="../media/image617.png"/><Relationship Id="rId168" Type="http://schemas.openxmlformats.org/officeDocument/2006/relationships/customXml" Target="../ink/ink638.xml"/><Relationship Id="rId8" Type="http://schemas.openxmlformats.org/officeDocument/2006/relationships/customXml" Target="../ink/ink558.xml"/><Relationship Id="rId51" Type="http://schemas.openxmlformats.org/officeDocument/2006/relationships/image" Target="../media/image571.png"/><Relationship Id="rId72" Type="http://schemas.openxmlformats.org/officeDocument/2006/relationships/customXml" Target="../ink/ink590.xml"/><Relationship Id="rId93" Type="http://schemas.openxmlformats.org/officeDocument/2006/relationships/image" Target="../media/image591.png"/><Relationship Id="rId98" Type="http://schemas.openxmlformats.org/officeDocument/2006/relationships/customXml" Target="../ink/ink603.xml"/><Relationship Id="rId121" Type="http://schemas.openxmlformats.org/officeDocument/2006/relationships/image" Target="../media/image604.png"/><Relationship Id="rId142" Type="http://schemas.openxmlformats.org/officeDocument/2006/relationships/customXml" Target="../ink/ink625.xml"/><Relationship Id="rId163" Type="http://schemas.openxmlformats.org/officeDocument/2006/relationships/image" Target="../media/image625.png"/><Relationship Id="rId184" Type="http://schemas.openxmlformats.org/officeDocument/2006/relationships/customXml" Target="../ink/ink646.xml"/><Relationship Id="rId189" Type="http://schemas.openxmlformats.org/officeDocument/2006/relationships/image" Target="../media/image638.png"/><Relationship Id="rId3" Type="http://schemas.openxmlformats.org/officeDocument/2006/relationships/image" Target="../media/image547.png"/><Relationship Id="rId25" Type="http://schemas.openxmlformats.org/officeDocument/2006/relationships/image" Target="../media/image558.png"/><Relationship Id="rId46" Type="http://schemas.openxmlformats.org/officeDocument/2006/relationships/customXml" Target="../ink/ink577.xml"/><Relationship Id="rId67" Type="http://schemas.openxmlformats.org/officeDocument/2006/relationships/image" Target="../media/image578.png"/><Relationship Id="rId116" Type="http://schemas.openxmlformats.org/officeDocument/2006/relationships/customXml" Target="../ink/ink612.xml"/><Relationship Id="rId137" Type="http://schemas.openxmlformats.org/officeDocument/2006/relationships/image" Target="../media/image612.png"/><Relationship Id="rId158" Type="http://schemas.openxmlformats.org/officeDocument/2006/relationships/customXml" Target="../ink/ink633.xml"/><Relationship Id="rId20" Type="http://schemas.openxmlformats.org/officeDocument/2006/relationships/customXml" Target="../ink/ink564.xml"/><Relationship Id="rId41" Type="http://schemas.openxmlformats.org/officeDocument/2006/relationships/image" Target="../media/image566.png"/><Relationship Id="rId62" Type="http://schemas.openxmlformats.org/officeDocument/2006/relationships/customXml" Target="../ink/ink585.xml"/><Relationship Id="rId83" Type="http://schemas.openxmlformats.org/officeDocument/2006/relationships/image" Target="../media/image586.png"/><Relationship Id="rId88" Type="http://schemas.openxmlformats.org/officeDocument/2006/relationships/customXml" Target="../ink/ink598.xml"/><Relationship Id="rId111" Type="http://schemas.openxmlformats.org/officeDocument/2006/relationships/image" Target="../media/image599.png"/><Relationship Id="rId132" Type="http://schemas.openxmlformats.org/officeDocument/2006/relationships/customXml" Target="../ink/ink620.xml"/><Relationship Id="rId153" Type="http://schemas.openxmlformats.org/officeDocument/2006/relationships/image" Target="../media/image620.png"/><Relationship Id="rId174" Type="http://schemas.openxmlformats.org/officeDocument/2006/relationships/customXml" Target="../ink/ink641.xml"/><Relationship Id="rId179" Type="http://schemas.openxmlformats.org/officeDocument/2006/relationships/image" Target="../media/image633.png"/><Relationship Id="rId195" Type="http://schemas.openxmlformats.org/officeDocument/2006/relationships/image" Target="../media/image641.png"/><Relationship Id="rId190" Type="http://schemas.openxmlformats.org/officeDocument/2006/relationships/customXml" Target="../ink/ink649.xml"/><Relationship Id="rId204" Type="http://schemas.openxmlformats.org/officeDocument/2006/relationships/customXml" Target="../ink/ink656.xml"/><Relationship Id="rId15" Type="http://schemas.openxmlformats.org/officeDocument/2006/relationships/image" Target="../media/image553.png"/><Relationship Id="rId36" Type="http://schemas.openxmlformats.org/officeDocument/2006/relationships/customXml" Target="../ink/ink572.xml"/><Relationship Id="rId57" Type="http://schemas.openxmlformats.org/officeDocument/2006/relationships/image" Target="../media/image573.png"/><Relationship Id="rId106" Type="http://schemas.openxmlformats.org/officeDocument/2006/relationships/customXml" Target="../ink/ink607.xml"/><Relationship Id="rId127" Type="http://schemas.openxmlformats.org/officeDocument/2006/relationships/image" Target="../media/image607.png"/><Relationship Id="rId10" Type="http://schemas.openxmlformats.org/officeDocument/2006/relationships/customXml" Target="../ink/ink559.xml"/><Relationship Id="rId31" Type="http://schemas.openxmlformats.org/officeDocument/2006/relationships/image" Target="../media/image561.png"/><Relationship Id="rId52" Type="http://schemas.openxmlformats.org/officeDocument/2006/relationships/customXml" Target="../ink/ink580.xml"/><Relationship Id="rId73" Type="http://schemas.openxmlformats.org/officeDocument/2006/relationships/image" Target="../media/image581.png"/><Relationship Id="rId78" Type="http://schemas.openxmlformats.org/officeDocument/2006/relationships/customXml" Target="../ink/ink593.xml"/><Relationship Id="rId94" Type="http://schemas.openxmlformats.org/officeDocument/2006/relationships/customXml" Target="../ink/ink601.xml"/><Relationship Id="rId99" Type="http://schemas.openxmlformats.org/officeDocument/2006/relationships/image" Target="../media/image593.png"/><Relationship Id="rId101" Type="http://schemas.openxmlformats.org/officeDocument/2006/relationships/image" Target="../media/image594.png"/><Relationship Id="rId122" Type="http://schemas.openxmlformats.org/officeDocument/2006/relationships/customXml" Target="../ink/ink615.xml"/><Relationship Id="rId143" Type="http://schemas.openxmlformats.org/officeDocument/2006/relationships/image" Target="../media/image615.png"/><Relationship Id="rId148" Type="http://schemas.openxmlformats.org/officeDocument/2006/relationships/customXml" Target="../ink/ink628.xml"/><Relationship Id="rId164" Type="http://schemas.openxmlformats.org/officeDocument/2006/relationships/customXml" Target="../ink/ink636.xml"/><Relationship Id="rId169" Type="http://schemas.openxmlformats.org/officeDocument/2006/relationships/image" Target="../media/image628.png"/><Relationship Id="rId185" Type="http://schemas.openxmlformats.org/officeDocument/2006/relationships/image" Target="../media/image636.png"/><Relationship Id="rId4" Type="http://schemas.openxmlformats.org/officeDocument/2006/relationships/customXml" Target="../ink/ink556.xml"/><Relationship Id="rId9" Type="http://schemas.openxmlformats.org/officeDocument/2006/relationships/image" Target="../media/image550.png"/><Relationship Id="rId180" Type="http://schemas.openxmlformats.org/officeDocument/2006/relationships/customXml" Target="../ink/ink644.xml"/><Relationship Id="rId26" Type="http://schemas.openxmlformats.org/officeDocument/2006/relationships/customXml" Target="../ink/ink567.xml"/><Relationship Id="rId47" Type="http://schemas.openxmlformats.org/officeDocument/2006/relationships/image" Target="../media/image569.png"/><Relationship Id="rId68" Type="http://schemas.openxmlformats.org/officeDocument/2006/relationships/customXml" Target="../ink/ink588.xml"/><Relationship Id="rId89" Type="http://schemas.openxmlformats.org/officeDocument/2006/relationships/image" Target="../media/image589.png"/><Relationship Id="rId112" Type="http://schemas.openxmlformats.org/officeDocument/2006/relationships/customXml" Target="../ink/ink610.xml"/><Relationship Id="rId133" Type="http://schemas.openxmlformats.org/officeDocument/2006/relationships/image" Target="../media/image610.png"/><Relationship Id="rId154" Type="http://schemas.openxmlformats.org/officeDocument/2006/relationships/customXml" Target="../ink/ink631.xml"/><Relationship Id="rId175" Type="http://schemas.openxmlformats.org/officeDocument/2006/relationships/image" Target="../media/image631.png"/><Relationship Id="rId196" Type="http://schemas.openxmlformats.org/officeDocument/2006/relationships/customXml" Target="../ink/ink652.xml"/><Relationship Id="rId200" Type="http://schemas.openxmlformats.org/officeDocument/2006/relationships/customXml" Target="../ink/ink654.xml"/><Relationship Id="rId16" Type="http://schemas.openxmlformats.org/officeDocument/2006/relationships/customXml" Target="../ink/ink562.xml"/><Relationship Id="rId37" Type="http://schemas.openxmlformats.org/officeDocument/2006/relationships/image" Target="../media/image564.png"/><Relationship Id="rId58" Type="http://schemas.openxmlformats.org/officeDocument/2006/relationships/customXml" Target="../ink/ink583.xml"/><Relationship Id="rId79" Type="http://schemas.openxmlformats.org/officeDocument/2006/relationships/image" Target="../media/image584.png"/><Relationship Id="rId102" Type="http://schemas.openxmlformats.org/officeDocument/2006/relationships/customXml" Target="../ink/ink605.xml"/><Relationship Id="rId123" Type="http://schemas.openxmlformats.org/officeDocument/2006/relationships/image" Target="../media/image605.png"/><Relationship Id="rId144" Type="http://schemas.openxmlformats.org/officeDocument/2006/relationships/customXml" Target="../ink/ink626.xml"/><Relationship Id="rId90" Type="http://schemas.openxmlformats.org/officeDocument/2006/relationships/customXml" Target="../ink/ink599.xml"/><Relationship Id="rId165" Type="http://schemas.openxmlformats.org/officeDocument/2006/relationships/image" Target="../media/image626.png"/><Relationship Id="rId186" Type="http://schemas.openxmlformats.org/officeDocument/2006/relationships/customXml" Target="../ink/ink647.xml"/><Relationship Id="rId27" Type="http://schemas.openxmlformats.org/officeDocument/2006/relationships/image" Target="../media/image559.png"/><Relationship Id="rId48" Type="http://schemas.openxmlformats.org/officeDocument/2006/relationships/customXml" Target="../ink/ink578.xml"/><Relationship Id="rId69" Type="http://schemas.openxmlformats.org/officeDocument/2006/relationships/image" Target="../media/image579.png"/><Relationship Id="rId113" Type="http://schemas.openxmlformats.org/officeDocument/2006/relationships/image" Target="../media/image600.png"/><Relationship Id="rId134" Type="http://schemas.openxmlformats.org/officeDocument/2006/relationships/customXml" Target="../ink/ink621.xml"/><Relationship Id="rId80" Type="http://schemas.openxmlformats.org/officeDocument/2006/relationships/customXml" Target="../ink/ink594.xml"/><Relationship Id="rId155" Type="http://schemas.openxmlformats.org/officeDocument/2006/relationships/image" Target="../media/image621.png"/><Relationship Id="rId176" Type="http://schemas.openxmlformats.org/officeDocument/2006/relationships/customXml" Target="../ink/ink642.xml"/><Relationship Id="rId197" Type="http://schemas.openxmlformats.org/officeDocument/2006/relationships/image" Target="../media/image642.png"/><Relationship Id="rId201" Type="http://schemas.openxmlformats.org/officeDocument/2006/relationships/image" Target="../media/image644.png"/><Relationship Id="rId17" Type="http://schemas.openxmlformats.org/officeDocument/2006/relationships/image" Target="../media/image554.png"/><Relationship Id="rId38" Type="http://schemas.openxmlformats.org/officeDocument/2006/relationships/customXml" Target="../ink/ink573.xml"/><Relationship Id="rId59" Type="http://schemas.openxmlformats.org/officeDocument/2006/relationships/image" Target="../media/image574.png"/><Relationship Id="rId103" Type="http://schemas.openxmlformats.org/officeDocument/2006/relationships/image" Target="../media/image595.png"/><Relationship Id="rId124" Type="http://schemas.openxmlformats.org/officeDocument/2006/relationships/customXml" Target="../ink/ink616.xml"/><Relationship Id="rId70" Type="http://schemas.openxmlformats.org/officeDocument/2006/relationships/customXml" Target="../ink/ink589.xml"/><Relationship Id="rId91" Type="http://schemas.openxmlformats.org/officeDocument/2006/relationships/image" Target="../media/image590.png"/><Relationship Id="rId145" Type="http://schemas.openxmlformats.org/officeDocument/2006/relationships/image" Target="../media/image616.png"/><Relationship Id="rId166" Type="http://schemas.openxmlformats.org/officeDocument/2006/relationships/customXml" Target="../ink/ink637.xml"/><Relationship Id="rId187" Type="http://schemas.openxmlformats.org/officeDocument/2006/relationships/image" Target="../media/image637.png"/><Relationship Id="rId1" Type="http://schemas.openxmlformats.org/officeDocument/2006/relationships/slideLayout" Target="../slideLayouts/slideLayout1.xml"/><Relationship Id="rId28" Type="http://schemas.openxmlformats.org/officeDocument/2006/relationships/customXml" Target="../ink/ink568.xml"/><Relationship Id="rId49" Type="http://schemas.openxmlformats.org/officeDocument/2006/relationships/image" Target="../media/image570.png"/><Relationship Id="rId114" Type="http://schemas.openxmlformats.org/officeDocument/2006/relationships/customXml" Target="../ink/ink611.xml"/><Relationship Id="rId60" Type="http://schemas.openxmlformats.org/officeDocument/2006/relationships/customXml" Target="../ink/ink584.xml"/><Relationship Id="rId81" Type="http://schemas.openxmlformats.org/officeDocument/2006/relationships/image" Target="../media/image585.png"/><Relationship Id="rId135" Type="http://schemas.openxmlformats.org/officeDocument/2006/relationships/image" Target="../media/image611.png"/><Relationship Id="rId156" Type="http://schemas.openxmlformats.org/officeDocument/2006/relationships/customXml" Target="../ink/ink632.xml"/><Relationship Id="rId177" Type="http://schemas.openxmlformats.org/officeDocument/2006/relationships/image" Target="../media/image632.png"/><Relationship Id="rId198" Type="http://schemas.openxmlformats.org/officeDocument/2006/relationships/customXml" Target="../ink/ink653.xml"/><Relationship Id="rId202" Type="http://schemas.openxmlformats.org/officeDocument/2006/relationships/customXml" Target="../ink/ink655.xml"/><Relationship Id="rId18" Type="http://schemas.openxmlformats.org/officeDocument/2006/relationships/customXml" Target="../ink/ink563.xml"/><Relationship Id="rId39" Type="http://schemas.openxmlformats.org/officeDocument/2006/relationships/image" Target="../media/image565.png"/><Relationship Id="rId50" Type="http://schemas.openxmlformats.org/officeDocument/2006/relationships/customXml" Target="../ink/ink579.xml"/><Relationship Id="rId104" Type="http://schemas.openxmlformats.org/officeDocument/2006/relationships/customXml" Target="../ink/ink606.xml"/><Relationship Id="rId125" Type="http://schemas.openxmlformats.org/officeDocument/2006/relationships/image" Target="../media/image606.png"/><Relationship Id="rId146" Type="http://schemas.openxmlformats.org/officeDocument/2006/relationships/customXml" Target="../ink/ink627.xml"/><Relationship Id="rId167" Type="http://schemas.openxmlformats.org/officeDocument/2006/relationships/image" Target="../media/image627.png"/><Relationship Id="rId188" Type="http://schemas.openxmlformats.org/officeDocument/2006/relationships/customXml" Target="../ink/ink648.xml"/><Relationship Id="rId71" Type="http://schemas.openxmlformats.org/officeDocument/2006/relationships/image" Target="../media/image580.png"/><Relationship Id="rId92" Type="http://schemas.openxmlformats.org/officeDocument/2006/relationships/customXml" Target="../ink/ink600.xml"/><Relationship Id="rId2" Type="http://schemas.openxmlformats.org/officeDocument/2006/relationships/customXml" Target="../ink/ink555.xml"/><Relationship Id="rId29" Type="http://schemas.openxmlformats.org/officeDocument/2006/relationships/image" Target="../media/image560.png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02.png"/><Relationship Id="rId21" Type="http://schemas.openxmlformats.org/officeDocument/2006/relationships/image" Target="../media/image654.png"/><Relationship Id="rId42" Type="http://schemas.openxmlformats.org/officeDocument/2006/relationships/customXml" Target="../ink/ink677.xml"/><Relationship Id="rId63" Type="http://schemas.openxmlformats.org/officeDocument/2006/relationships/image" Target="../media/image675.png"/><Relationship Id="rId84" Type="http://schemas.openxmlformats.org/officeDocument/2006/relationships/customXml" Target="../ink/ink698.xml"/><Relationship Id="rId138" Type="http://schemas.openxmlformats.org/officeDocument/2006/relationships/customXml" Target="../ink/ink725.xml"/><Relationship Id="rId107" Type="http://schemas.openxmlformats.org/officeDocument/2006/relationships/image" Target="../media/image697.png"/><Relationship Id="rId11" Type="http://schemas.openxmlformats.org/officeDocument/2006/relationships/customXml" Target="../ink/ink661.xml"/><Relationship Id="rId32" Type="http://schemas.openxmlformats.org/officeDocument/2006/relationships/customXml" Target="../ink/ink672.xml"/><Relationship Id="rId53" Type="http://schemas.openxmlformats.org/officeDocument/2006/relationships/image" Target="../media/image670.png"/><Relationship Id="rId74" Type="http://schemas.openxmlformats.org/officeDocument/2006/relationships/customXml" Target="../ink/ink693.xml"/><Relationship Id="rId128" Type="http://schemas.openxmlformats.org/officeDocument/2006/relationships/customXml" Target="../ink/ink720.xml"/><Relationship Id="rId149" Type="http://schemas.openxmlformats.org/officeDocument/2006/relationships/image" Target="../media/image718.png"/><Relationship Id="rId5" Type="http://schemas.openxmlformats.org/officeDocument/2006/relationships/customXml" Target="../ink/ink658.xml"/><Relationship Id="rId95" Type="http://schemas.openxmlformats.org/officeDocument/2006/relationships/image" Target="../media/image691.png"/><Relationship Id="rId22" Type="http://schemas.openxmlformats.org/officeDocument/2006/relationships/customXml" Target="../ink/ink667.xml"/><Relationship Id="rId43" Type="http://schemas.openxmlformats.org/officeDocument/2006/relationships/image" Target="../media/image665.png"/><Relationship Id="rId64" Type="http://schemas.openxmlformats.org/officeDocument/2006/relationships/customXml" Target="../ink/ink688.xml"/><Relationship Id="rId118" Type="http://schemas.openxmlformats.org/officeDocument/2006/relationships/customXml" Target="../ink/ink715.xml"/><Relationship Id="rId139" Type="http://schemas.openxmlformats.org/officeDocument/2006/relationships/image" Target="../media/image713.png"/><Relationship Id="rId80" Type="http://schemas.openxmlformats.org/officeDocument/2006/relationships/customXml" Target="../ink/ink696.xml"/><Relationship Id="rId85" Type="http://schemas.openxmlformats.org/officeDocument/2006/relationships/image" Target="../media/image686.png"/><Relationship Id="rId150" Type="http://schemas.openxmlformats.org/officeDocument/2006/relationships/customXml" Target="../ink/ink731.xml"/><Relationship Id="rId155" Type="http://schemas.openxmlformats.org/officeDocument/2006/relationships/image" Target="../media/image721.png"/><Relationship Id="rId12" Type="http://schemas.openxmlformats.org/officeDocument/2006/relationships/customXml" Target="../ink/ink662.xml"/><Relationship Id="rId17" Type="http://schemas.openxmlformats.org/officeDocument/2006/relationships/image" Target="../media/image653.png"/><Relationship Id="rId33" Type="http://schemas.openxmlformats.org/officeDocument/2006/relationships/image" Target="../media/image660.png"/><Relationship Id="rId38" Type="http://schemas.openxmlformats.org/officeDocument/2006/relationships/customXml" Target="../ink/ink675.xml"/><Relationship Id="rId59" Type="http://schemas.openxmlformats.org/officeDocument/2006/relationships/image" Target="../media/image673.png"/><Relationship Id="rId103" Type="http://schemas.openxmlformats.org/officeDocument/2006/relationships/image" Target="../media/image695.png"/><Relationship Id="rId108" Type="http://schemas.openxmlformats.org/officeDocument/2006/relationships/customXml" Target="../ink/ink710.xml"/><Relationship Id="rId124" Type="http://schemas.openxmlformats.org/officeDocument/2006/relationships/customXml" Target="../ink/ink718.xml"/><Relationship Id="rId129" Type="http://schemas.openxmlformats.org/officeDocument/2006/relationships/image" Target="../media/image708.png"/><Relationship Id="rId54" Type="http://schemas.openxmlformats.org/officeDocument/2006/relationships/customXml" Target="../ink/ink683.xml"/><Relationship Id="rId70" Type="http://schemas.openxmlformats.org/officeDocument/2006/relationships/customXml" Target="../ink/ink691.xml"/><Relationship Id="rId75" Type="http://schemas.openxmlformats.org/officeDocument/2006/relationships/image" Target="../media/image681.png"/><Relationship Id="rId91" Type="http://schemas.openxmlformats.org/officeDocument/2006/relationships/image" Target="../media/image689.png"/><Relationship Id="rId96" Type="http://schemas.openxmlformats.org/officeDocument/2006/relationships/customXml" Target="../ink/ink704.xml"/><Relationship Id="rId140" Type="http://schemas.openxmlformats.org/officeDocument/2006/relationships/customXml" Target="../ink/ink726.xml"/><Relationship Id="rId145" Type="http://schemas.openxmlformats.org/officeDocument/2006/relationships/image" Target="../media/image7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9.png"/><Relationship Id="rId23" Type="http://schemas.openxmlformats.org/officeDocument/2006/relationships/image" Target="../media/image655.png"/><Relationship Id="rId28" Type="http://schemas.openxmlformats.org/officeDocument/2006/relationships/customXml" Target="../ink/ink670.xml"/><Relationship Id="rId49" Type="http://schemas.openxmlformats.org/officeDocument/2006/relationships/image" Target="../media/image668.png"/><Relationship Id="rId114" Type="http://schemas.openxmlformats.org/officeDocument/2006/relationships/customXml" Target="../ink/ink713.xml"/><Relationship Id="rId119" Type="http://schemas.openxmlformats.org/officeDocument/2006/relationships/image" Target="../media/image703.png"/><Relationship Id="rId44" Type="http://schemas.openxmlformats.org/officeDocument/2006/relationships/customXml" Target="../ink/ink678.xml"/><Relationship Id="rId60" Type="http://schemas.openxmlformats.org/officeDocument/2006/relationships/customXml" Target="../ink/ink686.xml"/><Relationship Id="rId65" Type="http://schemas.openxmlformats.org/officeDocument/2006/relationships/image" Target="../media/image676.png"/><Relationship Id="rId81" Type="http://schemas.openxmlformats.org/officeDocument/2006/relationships/image" Target="../media/image684.png"/><Relationship Id="rId86" Type="http://schemas.openxmlformats.org/officeDocument/2006/relationships/customXml" Target="../ink/ink699.xml"/><Relationship Id="rId130" Type="http://schemas.openxmlformats.org/officeDocument/2006/relationships/customXml" Target="../ink/ink721.xml"/><Relationship Id="rId135" Type="http://schemas.openxmlformats.org/officeDocument/2006/relationships/image" Target="../media/image711.png"/><Relationship Id="rId151" Type="http://schemas.openxmlformats.org/officeDocument/2006/relationships/image" Target="../media/image719.png"/><Relationship Id="rId156" Type="http://schemas.openxmlformats.org/officeDocument/2006/relationships/customXml" Target="../ink/ink734.xml"/><Relationship Id="rId13" Type="http://schemas.openxmlformats.org/officeDocument/2006/relationships/image" Target="../media/image651.png"/><Relationship Id="rId18" Type="http://schemas.openxmlformats.org/officeDocument/2006/relationships/customXml" Target="../ink/ink665.xml"/><Relationship Id="rId39" Type="http://schemas.openxmlformats.org/officeDocument/2006/relationships/image" Target="../media/image663.png"/><Relationship Id="rId109" Type="http://schemas.openxmlformats.org/officeDocument/2006/relationships/image" Target="../media/image698.png"/><Relationship Id="rId34" Type="http://schemas.openxmlformats.org/officeDocument/2006/relationships/customXml" Target="../ink/ink673.xml"/><Relationship Id="rId50" Type="http://schemas.openxmlformats.org/officeDocument/2006/relationships/customXml" Target="../ink/ink681.xml"/><Relationship Id="rId55" Type="http://schemas.openxmlformats.org/officeDocument/2006/relationships/image" Target="../media/image671.png"/><Relationship Id="rId76" Type="http://schemas.openxmlformats.org/officeDocument/2006/relationships/customXml" Target="../ink/ink694.xml"/><Relationship Id="rId97" Type="http://schemas.openxmlformats.org/officeDocument/2006/relationships/image" Target="../media/image692.png"/><Relationship Id="rId104" Type="http://schemas.openxmlformats.org/officeDocument/2006/relationships/customXml" Target="../ink/ink708.xml"/><Relationship Id="rId120" Type="http://schemas.openxmlformats.org/officeDocument/2006/relationships/customXml" Target="../ink/ink716.xml"/><Relationship Id="rId125" Type="http://schemas.openxmlformats.org/officeDocument/2006/relationships/image" Target="../media/image706.png"/><Relationship Id="rId141" Type="http://schemas.openxmlformats.org/officeDocument/2006/relationships/image" Target="../media/image714.png"/><Relationship Id="rId146" Type="http://schemas.openxmlformats.org/officeDocument/2006/relationships/customXml" Target="../ink/ink729.xml"/><Relationship Id="rId7" Type="http://schemas.openxmlformats.org/officeDocument/2006/relationships/customXml" Target="../ink/ink659.xml"/><Relationship Id="rId71" Type="http://schemas.openxmlformats.org/officeDocument/2006/relationships/image" Target="../media/image679.png"/><Relationship Id="rId92" Type="http://schemas.openxmlformats.org/officeDocument/2006/relationships/customXml" Target="../ink/ink702.xml"/><Relationship Id="rId2" Type="http://schemas.openxmlformats.org/officeDocument/2006/relationships/image" Target="../media/image647.png"/><Relationship Id="rId29" Type="http://schemas.openxmlformats.org/officeDocument/2006/relationships/image" Target="../media/image658.png"/><Relationship Id="rId24" Type="http://schemas.openxmlformats.org/officeDocument/2006/relationships/customXml" Target="../ink/ink668.xml"/><Relationship Id="rId40" Type="http://schemas.openxmlformats.org/officeDocument/2006/relationships/customXml" Target="../ink/ink676.xml"/><Relationship Id="rId45" Type="http://schemas.openxmlformats.org/officeDocument/2006/relationships/image" Target="../media/image666.png"/><Relationship Id="rId66" Type="http://schemas.openxmlformats.org/officeDocument/2006/relationships/customXml" Target="../ink/ink689.xml"/><Relationship Id="rId87" Type="http://schemas.openxmlformats.org/officeDocument/2006/relationships/image" Target="../media/image687.png"/><Relationship Id="rId110" Type="http://schemas.openxmlformats.org/officeDocument/2006/relationships/customXml" Target="../ink/ink711.xml"/><Relationship Id="rId115" Type="http://schemas.openxmlformats.org/officeDocument/2006/relationships/image" Target="../media/image701.png"/><Relationship Id="rId131" Type="http://schemas.openxmlformats.org/officeDocument/2006/relationships/image" Target="../media/image709.png"/><Relationship Id="rId136" Type="http://schemas.openxmlformats.org/officeDocument/2006/relationships/customXml" Target="../ink/ink724.xml"/><Relationship Id="rId157" Type="http://schemas.openxmlformats.org/officeDocument/2006/relationships/image" Target="../media/image722.png"/><Relationship Id="rId61" Type="http://schemas.openxmlformats.org/officeDocument/2006/relationships/image" Target="../media/image674.png"/><Relationship Id="rId82" Type="http://schemas.openxmlformats.org/officeDocument/2006/relationships/customXml" Target="../ink/ink697.xml"/><Relationship Id="rId152" Type="http://schemas.openxmlformats.org/officeDocument/2006/relationships/customXml" Target="../ink/ink732.xml"/><Relationship Id="rId19" Type="http://schemas.openxmlformats.org/officeDocument/2006/relationships/image" Target="../media/image331.png"/><Relationship Id="rId14" Type="http://schemas.openxmlformats.org/officeDocument/2006/relationships/customXml" Target="../ink/ink663.xml"/><Relationship Id="rId30" Type="http://schemas.openxmlformats.org/officeDocument/2006/relationships/customXml" Target="../ink/ink671.xml"/><Relationship Id="rId35" Type="http://schemas.openxmlformats.org/officeDocument/2006/relationships/image" Target="../media/image661.png"/><Relationship Id="rId56" Type="http://schemas.openxmlformats.org/officeDocument/2006/relationships/customXml" Target="../ink/ink684.xml"/><Relationship Id="rId77" Type="http://schemas.openxmlformats.org/officeDocument/2006/relationships/image" Target="../media/image682.png"/><Relationship Id="rId100" Type="http://schemas.openxmlformats.org/officeDocument/2006/relationships/customXml" Target="../ink/ink706.xml"/><Relationship Id="rId105" Type="http://schemas.openxmlformats.org/officeDocument/2006/relationships/image" Target="../media/image696.png"/><Relationship Id="rId126" Type="http://schemas.openxmlformats.org/officeDocument/2006/relationships/customXml" Target="../ink/ink719.xml"/><Relationship Id="rId147" Type="http://schemas.openxmlformats.org/officeDocument/2006/relationships/image" Target="../media/image717.png"/><Relationship Id="rId8" Type="http://schemas.openxmlformats.org/officeDocument/2006/relationships/image" Target="../media/image650.png"/><Relationship Id="rId51" Type="http://schemas.openxmlformats.org/officeDocument/2006/relationships/image" Target="../media/image669.png"/><Relationship Id="rId72" Type="http://schemas.openxmlformats.org/officeDocument/2006/relationships/customXml" Target="../ink/ink692.xml"/><Relationship Id="rId93" Type="http://schemas.openxmlformats.org/officeDocument/2006/relationships/image" Target="../media/image690.png"/><Relationship Id="rId98" Type="http://schemas.openxmlformats.org/officeDocument/2006/relationships/customXml" Target="../ink/ink705.xml"/><Relationship Id="rId121" Type="http://schemas.openxmlformats.org/officeDocument/2006/relationships/image" Target="../media/image704.png"/><Relationship Id="rId142" Type="http://schemas.openxmlformats.org/officeDocument/2006/relationships/customXml" Target="../ink/ink727.xml"/><Relationship Id="rId3" Type="http://schemas.openxmlformats.org/officeDocument/2006/relationships/customXml" Target="../ink/ink657.xml"/><Relationship Id="rId25" Type="http://schemas.openxmlformats.org/officeDocument/2006/relationships/image" Target="../media/image656.png"/><Relationship Id="rId46" Type="http://schemas.openxmlformats.org/officeDocument/2006/relationships/customXml" Target="../ink/ink679.xml"/><Relationship Id="rId67" Type="http://schemas.openxmlformats.org/officeDocument/2006/relationships/image" Target="../media/image677.png"/><Relationship Id="rId116" Type="http://schemas.openxmlformats.org/officeDocument/2006/relationships/customXml" Target="../ink/ink714.xml"/><Relationship Id="rId137" Type="http://schemas.openxmlformats.org/officeDocument/2006/relationships/image" Target="../media/image712.png"/><Relationship Id="rId20" Type="http://schemas.openxmlformats.org/officeDocument/2006/relationships/customXml" Target="../ink/ink666.xml"/><Relationship Id="rId41" Type="http://schemas.openxmlformats.org/officeDocument/2006/relationships/image" Target="../media/image664.png"/><Relationship Id="rId62" Type="http://schemas.openxmlformats.org/officeDocument/2006/relationships/customXml" Target="../ink/ink687.xml"/><Relationship Id="rId83" Type="http://schemas.openxmlformats.org/officeDocument/2006/relationships/image" Target="../media/image685.png"/><Relationship Id="rId88" Type="http://schemas.openxmlformats.org/officeDocument/2006/relationships/customXml" Target="../ink/ink700.xml"/><Relationship Id="rId111" Type="http://schemas.openxmlformats.org/officeDocument/2006/relationships/image" Target="../media/image699.png"/><Relationship Id="rId132" Type="http://schemas.openxmlformats.org/officeDocument/2006/relationships/customXml" Target="../ink/ink722.xml"/><Relationship Id="rId153" Type="http://schemas.openxmlformats.org/officeDocument/2006/relationships/image" Target="../media/image720.png"/><Relationship Id="rId15" Type="http://schemas.openxmlformats.org/officeDocument/2006/relationships/image" Target="../media/image652.png"/><Relationship Id="rId36" Type="http://schemas.openxmlformats.org/officeDocument/2006/relationships/customXml" Target="../ink/ink674.xml"/><Relationship Id="rId57" Type="http://schemas.openxmlformats.org/officeDocument/2006/relationships/image" Target="../media/image672.png"/><Relationship Id="rId106" Type="http://schemas.openxmlformats.org/officeDocument/2006/relationships/customXml" Target="../ink/ink709.xml"/><Relationship Id="rId127" Type="http://schemas.openxmlformats.org/officeDocument/2006/relationships/image" Target="../media/image707.png"/><Relationship Id="rId10" Type="http://schemas.openxmlformats.org/officeDocument/2006/relationships/image" Target="../media/image14.png"/><Relationship Id="rId31" Type="http://schemas.openxmlformats.org/officeDocument/2006/relationships/image" Target="../media/image659.png"/><Relationship Id="rId52" Type="http://schemas.openxmlformats.org/officeDocument/2006/relationships/customXml" Target="../ink/ink682.xml"/><Relationship Id="rId73" Type="http://schemas.openxmlformats.org/officeDocument/2006/relationships/image" Target="../media/image680.png"/><Relationship Id="rId78" Type="http://schemas.openxmlformats.org/officeDocument/2006/relationships/customXml" Target="../ink/ink695.xml"/><Relationship Id="rId94" Type="http://schemas.openxmlformats.org/officeDocument/2006/relationships/customXml" Target="../ink/ink703.xml"/><Relationship Id="rId99" Type="http://schemas.openxmlformats.org/officeDocument/2006/relationships/image" Target="../media/image693.png"/><Relationship Id="rId101" Type="http://schemas.openxmlformats.org/officeDocument/2006/relationships/image" Target="../media/image694.png"/><Relationship Id="rId122" Type="http://schemas.openxmlformats.org/officeDocument/2006/relationships/customXml" Target="../ink/ink717.xml"/><Relationship Id="rId143" Type="http://schemas.openxmlformats.org/officeDocument/2006/relationships/image" Target="../media/image715.png"/><Relationship Id="rId148" Type="http://schemas.openxmlformats.org/officeDocument/2006/relationships/customXml" Target="../ink/ink730.xml"/><Relationship Id="rId4" Type="http://schemas.openxmlformats.org/officeDocument/2006/relationships/image" Target="../media/image648.png"/><Relationship Id="rId9" Type="http://schemas.openxmlformats.org/officeDocument/2006/relationships/customXml" Target="../ink/ink660.xml"/><Relationship Id="rId26" Type="http://schemas.openxmlformats.org/officeDocument/2006/relationships/customXml" Target="../ink/ink669.xml"/><Relationship Id="rId47" Type="http://schemas.openxmlformats.org/officeDocument/2006/relationships/image" Target="../media/image667.png"/><Relationship Id="rId68" Type="http://schemas.openxmlformats.org/officeDocument/2006/relationships/customXml" Target="../ink/ink690.xml"/><Relationship Id="rId89" Type="http://schemas.openxmlformats.org/officeDocument/2006/relationships/image" Target="../media/image688.png"/><Relationship Id="rId112" Type="http://schemas.openxmlformats.org/officeDocument/2006/relationships/customXml" Target="../ink/ink712.xml"/><Relationship Id="rId133" Type="http://schemas.openxmlformats.org/officeDocument/2006/relationships/image" Target="../media/image710.png"/><Relationship Id="rId154" Type="http://schemas.openxmlformats.org/officeDocument/2006/relationships/customXml" Target="../ink/ink733.xml"/><Relationship Id="rId16" Type="http://schemas.openxmlformats.org/officeDocument/2006/relationships/customXml" Target="../ink/ink664.xml"/><Relationship Id="rId37" Type="http://schemas.openxmlformats.org/officeDocument/2006/relationships/image" Target="../media/image662.png"/><Relationship Id="rId58" Type="http://schemas.openxmlformats.org/officeDocument/2006/relationships/customXml" Target="../ink/ink685.xml"/><Relationship Id="rId79" Type="http://schemas.openxmlformats.org/officeDocument/2006/relationships/image" Target="../media/image683.png"/><Relationship Id="rId102" Type="http://schemas.openxmlformats.org/officeDocument/2006/relationships/customXml" Target="../ink/ink707.xml"/><Relationship Id="rId123" Type="http://schemas.openxmlformats.org/officeDocument/2006/relationships/image" Target="../media/image705.png"/><Relationship Id="rId144" Type="http://schemas.openxmlformats.org/officeDocument/2006/relationships/customXml" Target="../ink/ink728.xml"/><Relationship Id="rId90" Type="http://schemas.openxmlformats.org/officeDocument/2006/relationships/customXml" Target="../ink/ink701.xml"/><Relationship Id="rId27" Type="http://schemas.openxmlformats.org/officeDocument/2006/relationships/image" Target="../media/image657.png"/><Relationship Id="rId48" Type="http://schemas.openxmlformats.org/officeDocument/2006/relationships/customXml" Target="../ink/ink680.xml"/><Relationship Id="rId69" Type="http://schemas.openxmlformats.org/officeDocument/2006/relationships/image" Target="../media/image678.png"/><Relationship Id="rId113" Type="http://schemas.openxmlformats.org/officeDocument/2006/relationships/image" Target="../media/image700.png"/><Relationship Id="rId134" Type="http://schemas.openxmlformats.org/officeDocument/2006/relationships/customXml" Target="../ink/ink723.xml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79.png"/><Relationship Id="rId299" Type="http://schemas.openxmlformats.org/officeDocument/2006/relationships/image" Target="../media/image870.png"/><Relationship Id="rId21" Type="http://schemas.openxmlformats.org/officeDocument/2006/relationships/image" Target="../media/image732.png"/><Relationship Id="rId63" Type="http://schemas.openxmlformats.org/officeDocument/2006/relationships/image" Target="../media/image752.png"/><Relationship Id="rId159" Type="http://schemas.openxmlformats.org/officeDocument/2006/relationships/image" Target="../media/image800.png"/><Relationship Id="rId324" Type="http://schemas.openxmlformats.org/officeDocument/2006/relationships/customXml" Target="../ink/ink896.xml"/><Relationship Id="rId366" Type="http://schemas.openxmlformats.org/officeDocument/2006/relationships/customXml" Target="../ink/ink917.xml"/><Relationship Id="rId170" Type="http://schemas.openxmlformats.org/officeDocument/2006/relationships/customXml" Target="../ink/ink819.xml"/><Relationship Id="rId226" Type="http://schemas.openxmlformats.org/officeDocument/2006/relationships/customXml" Target="../ink/ink847.xml"/><Relationship Id="rId268" Type="http://schemas.openxmlformats.org/officeDocument/2006/relationships/customXml" Target="../ink/ink868.xml"/><Relationship Id="rId32" Type="http://schemas.openxmlformats.org/officeDocument/2006/relationships/customXml" Target="../ink/ink750.xml"/><Relationship Id="rId74" Type="http://schemas.openxmlformats.org/officeDocument/2006/relationships/customXml" Target="../ink/ink771.xml"/><Relationship Id="rId128" Type="http://schemas.openxmlformats.org/officeDocument/2006/relationships/customXml" Target="../ink/ink798.xml"/><Relationship Id="rId335" Type="http://schemas.openxmlformats.org/officeDocument/2006/relationships/image" Target="../media/image888.png"/><Relationship Id="rId377" Type="http://schemas.openxmlformats.org/officeDocument/2006/relationships/image" Target="../media/image909.png"/><Relationship Id="rId5" Type="http://schemas.openxmlformats.org/officeDocument/2006/relationships/image" Target="../media/image724.png"/><Relationship Id="rId181" Type="http://schemas.openxmlformats.org/officeDocument/2006/relationships/image" Target="../media/image811.png"/><Relationship Id="rId237" Type="http://schemas.openxmlformats.org/officeDocument/2006/relationships/image" Target="../media/image839.png"/><Relationship Id="rId279" Type="http://schemas.openxmlformats.org/officeDocument/2006/relationships/image" Target="../media/image860.png"/><Relationship Id="rId43" Type="http://schemas.openxmlformats.org/officeDocument/2006/relationships/image" Target="../media/image743.png"/><Relationship Id="rId139" Type="http://schemas.openxmlformats.org/officeDocument/2006/relationships/image" Target="../media/image790.png"/><Relationship Id="rId290" Type="http://schemas.openxmlformats.org/officeDocument/2006/relationships/customXml" Target="../ink/ink879.xml"/><Relationship Id="rId304" Type="http://schemas.openxmlformats.org/officeDocument/2006/relationships/customXml" Target="../ink/ink886.xml"/><Relationship Id="rId346" Type="http://schemas.openxmlformats.org/officeDocument/2006/relationships/customXml" Target="../ink/ink907.xml"/><Relationship Id="rId388" Type="http://schemas.openxmlformats.org/officeDocument/2006/relationships/customXml" Target="../ink/ink928.xml"/><Relationship Id="rId85" Type="http://schemas.openxmlformats.org/officeDocument/2006/relationships/image" Target="../media/image763.png"/><Relationship Id="rId150" Type="http://schemas.openxmlformats.org/officeDocument/2006/relationships/customXml" Target="../ink/ink809.xml"/><Relationship Id="rId192" Type="http://schemas.openxmlformats.org/officeDocument/2006/relationships/customXml" Target="../ink/ink830.xml"/><Relationship Id="rId206" Type="http://schemas.openxmlformats.org/officeDocument/2006/relationships/customXml" Target="../ink/ink837.xml"/><Relationship Id="rId248" Type="http://schemas.openxmlformats.org/officeDocument/2006/relationships/customXml" Target="../ink/ink858.xml"/><Relationship Id="rId12" Type="http://schemas.openxmlformats.org/officeDocument/2006/relationships/customXml" Target="../ink/ink740.xml"/><Relationship Id="rId108" Type="http://schemas.openxmlformats.org/officeDocument/2006/relationships/customXml" Target="../ink/ink788.xml"/><Relationship Id="rId315" Type="http://schemas.openxmlformats.org/officeDocument/2006/relationships/image" Target="../media/image878.png"/><Relationship Id="rId357" Type="http://schemas.openxmlformats.org/officeDocument/2006/relationships/image" Target="../media/image899.png"/><Relationship Id="rId54" Type="http://schemas.openxmlformats.org/officeDocument/2006/relationships/customXml" Target="../ink/ink761.xml"/><Relationship Id="rId96" Type="http://schemas.openxmlformats.org/officeDocument/2006/relationships/customXml" Target="../ink/ink782.xml"/><Relationship Id="rId161" Type="http://schemas.openxmlformats.org/officeDocument/2006/relationships/image" Target="../media/image801.png"/><Relationship Id="rId217" Type="http://schemas.openxmlformats.org/officeDocument/2006/relationships/image" Target="../media/image829.png"/><Relationship Id="rId259" Type="http://schemas.openxmlformats.org/officeDocument/2006/relationships/image" Target="../media/image850.png"/><Relationship Id="rId23" Type="http://schemas.openxmlformats.org/officeDocument/2006/relationships/image" Target="../media/image733.png"/><Relationship Id="rId119" Type="http://schemas.openxmlformats.org/officeDocument/2006/relationships/image" Target="../media/image780.png"/><Relationship Id="rId270" Type="http://schemas.openxmlformats.org/officeDocument/2006/relationships/customXml" Target="../ink/ink869.xml"/><Relationship Id="rId326" Type="http://schemas.openxmlformats.org/officeDocument/2006/relationships/customXml" Target="../ink/ink897.xml"/><Relationship Id="rId65" Type="http://schemas.openxmlformats.org/officeDocument/2006/relationships/image" Target="../media/image753.png"/><Relationship Id="rId130" Type="http://schemas.openxmlformats.org/officeDocument/2006/relationships/customXml" Target="../ink/ink799.xml"/><Relationship Id="rId368" Type="http://schemas.openxmlformats.org/officeDocument/2006/relationships/customXml" Target="../ink/ink918.xml"/><Relationship Id="rId172" Type="http://schemas.openxmlformats.org/officeDocument/2006/relationships/customXml" Target="../ink/ink820.xml"/><Relationship Id="rId228" Type="http://schemas.openxmlformats.org/officeDocument/2006/relationships/customXml" Target="../ink/ink848.xml"/><Relationship Id="rId281" Type="http://schemas.openxmlformats.org/officeDocument/2006/relationships/image" Target="../media/image861.png"/><Relationship Id="rId337" Type="http://schemas.openxmlformats.org/officeDocument/2006/relationships/image" Target="../media/image889.png"/><Relationship Id="rId34" Type="http://schemas.openxmlformats.org/officeDocument/2006/relationships/customXml" Target="../ink/ink751.xml"/><Relationship Id="rId76" Type="http://schemas.openxmlformats.org/officeDocument/2006/relationships/customXml" Target="../ink/ink772.xml"/><Relationship Id="rId141" Type="http://schemas.openxmlformats.org/officeDocument/2006/relationships/image" Target="../media/image791.png"/><Relationship Id="rId379" Type="http://schemas.openxmlformats.org/officeDocument/2006/relationships/image" Target="../media/image910.png"/><Relationship Id="rId7" Type="http://schemas.openxmlformats.org/officeDocument/2006/relationships/image" Target="../media/image725.png"/><Relationship Id="rId183" Type="http://schemas.openxmlformats.org/officeDocument/2006/relationships/image" Target="../media/image812.png"/><Relationship Id="rId239" Type="http://schemas.openxmlformats.org/officeDocument/2006/relationships/image" Target="../media/image840.png"/><Relationship Id="rId390" Type="http://schemas.openxmlformats.org/officeDocument/2006/relationships/customXml" Target="../ink/ink929.xml"/><Relationship Id="rId250" Type="http://schemas.openxmlformats.org/officeDocument/2006/relationships/customXml" Target="../ink/ink859.xml"/><Relationship Id="rId292" Type="http://schemas.openxmlformats.org/officeDocument/2006/relationships/customXml" Target="../ink/ink880.xml"/><Relationship Id="rId306" Type="http://schemas.openxmlformats.org/officeDocument/2006/relationships/customXml" Target="../ink/ink887.xml"/><Relationship Id="rId45" Type="http://schemas.openxmlformats.org/officeDocument/2006/relationships/image" Target="../media/image744.png"/><Relationship Id="rId87" Type="http://schemas.openxmlformats.org/officeDocument/2006/relationships/image" Target="../media/image764.png"/><Relationship Id="rId110" Type="http://schemas.openxmlformats.org/officeDocument/2006/relationships/customXml" Target="../ink/ink789.xml"/><Relationship Id="rId348" Type="http://schemas.openxmlformats.org/officeDocument/2006/relationships/customXml" Target="../ink/ink908.xml"/><Relationship Id="rId152" Type="http://schemas.openxmlformats.org/officeDocument/2006/relationships/customXml" Target="../ink/ink810.xml"/><Relationship Id="rId194" Type="http://schemas.openxmlformats.org/officeDocument/2006/relationships/customXml" Target="../ink/ink831.xml"/><Relationship Id="rId208" Type="http://schemas.openxmlformats.org/officeDocument/2006/relationships/customXml" Target="../ink/ink838.xml"/><Relationship Id="rId261" Type="http://schemas.openxmlformats.org/officeDocument/2006/relationships/image" Target="../media/image851.png"/><Relationship Id="rId14" Type="http://schemas.openxmlformats.org/officeDocument/2006/relationships/customXml" Target="../ink/ink741.xml"/><Relationship Id="rId56" Type="http://schemas.openxmlformats.org/officeDocument/2006/relationships/customXml" Target="../ink/ink762.xml"/><Relationship Id="rId317" Type="http://schemas.openxmlformats.org/officeDocument/2006/relationships/image" Target="../media/image879.png"/><Relationship Id="rId359" Type="http://schemas.openxmlformats.org/officeDocument/2006/relationships/image" Target="../media/image900.png"/><Relationship Id="rId98" Type="http://schemas.openxmlformats.org/officeDocument/2006/relationships/customXml" Target="../ink/ink783.xml"/><Relationship Id="rId121" Type="http://schemas.openxmlformats.org/officeDocument/2006/relationships/image" Target="../media/image781.png"/><Relationship Id="rId163" Type="http://schemas.openxmlformats.org/officeDocument/2006/relationships/image" Target="../media/image802.png"/><Relationship Id="rId219" Type="http://schemas.openxmlformats.org/officeDocument/2006/relationships/image" Target="../media/image830.png"/><Relationship Id="rId370" Type="http://schemas.openxmlformats.org/officeDocument/2006/relationships/customXml" Target="../ink/ink919.xml"/><Relationship Id="rId230" Type="http://schemas.openxmlformats.org/officeDocument/2006/relationships/customXml" Target="../ink/ink849.xml"/><Relationship Id="rId25" Type="http://schemas.openxmlformats.org/officeDocument/2006/relationships/image" Target="../media/image734.png"/><Relationship Id="rId67" Type="http://schemas.openxmlformats.org/officeDocument/2006/relationships/image" Target="../media/image754.png"/><Relationship Id="rId272" Type="http://schemas.openxmlformats.org/officeDocument/2006/relationships/customXml" Target="../ink/ink870.xml"/><Relationship Id="rId328" Type="http://schemas.openxmlformats.org/officeDocument/2006/relationships/customXml" Target="../ink/ink898.xml"/><Relationship Id="rId132" Type="http://schemas.openxmlformats.org/officeDocument/2006/relationships/customXml" Target="../ink/ink800.xml"/><Relationship Id="rId174" Type="http://schemas.openxmlformats.org/officeDocument/2006/relationships/customXml" Target="../ink/ink821.xml"/><Relationship Id="rId381" Type="http://schemas.openxmlformats.org/officeDocument/2006/relationships/image" Target="../media/image911.png"/><Relationship Id="rId241" Type="http://schemas.openxmlformats.org/officeDocument/2006/relationships/image" Target="../media/image841.png"/><Relationship Id="rId36" Type="http://schemas.openxmlformats.org/officeDocument/2006/relationships/customXml" Target="../ink/ink752.xml"/><Relationship Id="rId283" Type="http://schemas.openxmlformats.org/officeDocument/2006/relationships/image" Target="../media/image862.png"/><Relationship Id="rId339" Type="http://schemas.openxmlformats.org/officeDocument/2006/relationships/image" Target="../media/image890.png"/><Relationship Id="rId78" Type="http://schemas.openxmlformats.org/officeDocument/2006/relationships/customXml" Target="../ink/ink773.xml"/><Relationship Id="rId101" Type="http://schemas.openxmlformats.org/officeDocument/2006/relationships/image" Target="../media/image771.png"/><Relationship Id="rId143" Type="http://schemas.openxmlformats.org/officeDocument/2006/relationships/image" Target="../media/image792.png"/><Relationship Id="rId185" Type="http://schemas.openxmlformats.org/officeDocument/2006/relationships/image" Target="../media/image813.png"/><Relationship Id="rId350" Type="http://schemas.openxmlformats.org/officeDocument/2006/relationships/customXml" Target="../ink/ink909.xml"/><Relationship Id="rId9" Type="http://schemas.openxmlformats.org/officeDocument/2006/relationships/image" Target="../media/image726.png"/><Relationship Id="rId210" Type="http://schemas.openxmlformats.org/officeDocument/2006/relationships/customXml" Target="../ink/ink839.xml"/><Relationship Id="rId392" Type="http://schemas.openxmlformats.org/officeDocument/2006/relationships/customXml" Target="../ink/ink930.xml"/><Relationship Id="rId252" Type="http://schemas.openxmlformats.org/officeDocument/2006/relationships/customXml" Target="../ink/ink860.xml"/><Relationship Id="rId294" Type="http://schemas.openxmlformats.org/officeDocument/2006/relationships/customXml" Target="../ink/ink881.xml"/><Relationship Id="rId308" Type="http://schemas.openxmlformats.org/officeDocument/2006/relationships/customXml" Target="../ink/ink888.xml"/><Relationship Id="rId47" Type="http://schemas.openxmlformats.org/officeDocument/2006/relationships/image" Target="../media/image745.png"/><Relationship Id="rId89" Type="http://schemas.openxmlformats.org/officeDocument/2006/relationships/image" Target="../media/image765.png"/><Relationship Id="rId112" Type="http://schemas.openxmlformats.org/officeDocument/2006/relationships/customXml" Target="../ink/ink790.xml"/><Relationship Id="rId154" Type="http://schemas.openxmlformats.org/officeDocument/2006/relationships/customXml" Target="../ink/ink811.xml"/><Relationship Id="rId361" Type="http://schemas.openxmlformats.org/officeDocument/2006/relationships/image" Target="../media/image901.png"/><Relationship Id="rId196" Type="http://schemas.openxmlformats.org/officeDocument/2006/relationships/customXml" Target="../ink/ink832.xml"/><Relationship Id="rId16" Type="http://schemas.openxmlformats.org/officeDocument/2006/relationships/customXml" Target="../ink/ink742.xml"/><Relationship Id="rId221" Type="http://schemas.openxmlformats.org/officeDocument/2006/relationships/image" Target="../media/image831.png"/><Relationship Id="rId242" Type="http://schemas.openxmlformats.org/officeDocument/2006/relationships/customXml" Target="../ink/ink855.xml"/><Relationship Id="rId263" Type="http://schemas.openxmlformats.org/officeDocument/2006/relationships/image" Target="../media/image852.png"/><Relationship Id="rId284" Type="http://schemas.openxmlformats.org/officeDocument/2006/relationships/customXml" Target="../ink/ink876.xml"/><Relationship Id="rId319" Type="http://schemas.openxmlformats.org/officeDocument/2006/relationships/image" Target="../media/image880.png"/><Relationship Id="rId37" Type="http://schemas.openxmlformats.org/officeDocument/2006/relationships/image" Target="../media/image740.png"/><Relationship Id="rId58" Type="http://schemas.openxmlformats.org/officeDocument/2006/relationships/customXml" Target="../ink/ink763.xml"/><Relationship Id="rId79" Type="http://schemas.openxmlformats.org/officeDocument/2006/relationships/image" Target="../media/image760.png"/><Relationship Id="rId102" Type="http://schemas.openxmlformats.org/officeDocument/2006/relationships/customXml" Target="../ink/ink785.xml"/><Relationship Id="rId123" Type="http://schemas.openxmlformats.org/officeDocument/2006/relationships/image" Target="../media/image782.png"/><Relationship Id="rId144" Type="http://schemas.openxmlformats.org/officeDocument/2006/relationships/customXml" Target="../ink/ink806.xml"/><Relationship Id="rId330" Type="http://schemas.openxmlformats.org/officeDocument/2006/relationships/customXml" Target="../ink/ink899.xml"/><Relationship Id="rId90" Type="http://schemas.openxmlformats.org/officeDocument/2006/relationships/customXml" Target="../ink/ink779.xml"/><Relationship Id="rId165" Type="http://schemas.openxmlformats.org/officeDocument/2006/relationships/image" Target="../media/image803.png"/><Relationship Id="rId186" Type="http://schemas.openxmlformats.org/officeDocument/2006/relationships/customXml" Target="../ink/ink827.xml"/><Relationship Id="rId351" Type="http://schemas.openxmlformats.org/officeDocument/2006/relationships/image" Target="../media/image896.png"/><Relationship Id="rId372" Type="http://schemas.openxmlformats.org/officeDocument/2006/relationships/customXml" Target="../ink/ink920.xml"/><Relationship Id="rId393" Type="http://schemas.openxmlformats.org/officeDocument/2006/relationships/image" Target="../media/image917.png"/><Relationship Id="rId211" Type="http://schemas.openxmlformats.org/officeDocument/2006/relationships/image" Target="../media/image826.png"/><Relationship Id="rId232" Type="http://schemas.openxmlformats.org/officeDocument/2006/relationships/customXml" Target="../ink/ink850.xml"/><Relationship Id="rId253" Type="http://schemas.openxmlformats.org/officeDocument/2006/relationships/image" Target="../media/image847.png"/><Relationship Id="rId274" Type="http://schemas.openxmlformats.org/officeDocument/2006/relationships/customXml" Target="../ink/ink871.xml"/><Relationship Id="rId295" Type="http://schemas.openxmlformats.org/officeDocument/2006/relationships/image" Target="../media/image868.png"/><Relationship Id="rId309" Type="http://schemas.openxmlformats.org/officeDocument/2006/relationships/image" Target="../media/image875.png"/><Relationship Id="rId27" Type="http://schemas.openxmlformats.org/officeDocument/2006/relationships/image" Target="../media/image735.png"/><Relationship Id="rId48" Type="http://schemas.openxmlformats.org/officeDocument/2006/relationships/customXml" Target="../ink/ink758.xml"/><Relationship Id="rId69" Type="http://schemas.openxmlformats.org/officeDocument/2006/relationships/image" Target="../media/image755.png"/><Relationship Id="rId113" Type="http://schemas.openxmlformats.org/officeDocument/2006/relationships/image" Target="../media/image777.png"/><Relationship Id="rId134" Type="http://schemas.openxmlformats.org/officeDocument/2006/relationships/customXml" Target="../ink/ink801.xml"/><Relationship Id="rId320" Type="http://schemas.openxmlformats.org/officeDocument/2006/relationships/customXml" Target="../ink/ink894.xml"/><Relationship Id="rId80" Type="http://schemas.openxmlformats.org/officeDocument/2006/relationships/customXml" Target="../ink/ink774.xml"/><Relationship Id="rId155" Type="http://schemas.openxmlformats.org/officeDocument/2006/relationships/image" Target="../media/image798.png"/><Relationship Id="rId176" Type="http://schemas.openxmlformats.org/officeDocument/2006/relationships/customXml" Target="../ink/ink822.xml"/><Relationship Id="rId197" Type="http://schemas.openxmlformats.org/officeDocument/2006/relationships/image" Target="../media/image819.png"/><Relationship Id="rId341" Type="http://schemas.openxmlformats.org/officeDocument/2006/relationships/image" Target="../media/image891.png"/><Relationship Id="rId362" Type="http://schemas.openxmlformats.org/officeDocument/2006/relationships/customXml" Target="../ink/ink915.xml"/><Relationship Id="rId383" Type="http://schemas.openxmlformats.org/officeDocument/2006/relationships/image" Target="../media/image912.png"/><Relationship Id="rId201" Type="http://schemas.openxmlformats.org/officeDocument/2006/relationships/image" Target="../media/image821.png"/><Relationship Id="rId222" Type="http://schemas.openxmlformats.org/officeDocument/2006/relationships/customXml" Target="../ink/ink845.xml"/><Relationship Id="rId243" Type="http://schemas.openxmlformats.org/officeDocument/2006/relationships/image" Target="../media/image842.png"/><Relationship Id="rId264" Type="http://schemas.openxmlformats.org/officeDocument/2006/relationships/customXml" Target="../ink/ink866.xml"/><Relationship Id="rId285" Type="http://schemas.openxmlformats.org/officeDocument/2006/relationships/image" Target="../media/image863.png"/><Relationship Id="rId17" Type="http://schemas.openxmlformats.org/officeDocument/2006/relationships/image" Target="../media/image730.png"/><Relationship Id="rId38" Type="http://schemas.openxmlformats.org/officeDocument/2006/relationships/customXml" Target="../ink/ink753.xml"/><Relationship Id="rId59" Type="http://schemas.openxmlformats.org/officeDocument/2006/relationships/image" Target="../media/image750.png"/><Relationship Id="rId103" Type="http://schemas.openxmlformats.org/officeDocument/2006/relationships/image" Target="../media/image772.png"/><Relationship Id="rId124" Type="http://schemas.openxmlformats.org/officeDocument/2006/relationships/customXml" Target="../ink/ink796.xml"/><Relationship Id="rId310" Type="http://schemas.openxmlformats.org/officeDocument/2006/relationships/customXml" Target="../ink/ink889.xml"/><Relationship Id="rId70" Type="http://schemas.openxmlformats.org/officeDocument/2006/relationships/customXml" Target="../ink/ink769.xml"/><Relationship Id="rId91" Type="http://schemas.openxmlformats.org/officeDocument/2006/relationships/image" Target="../media/image766.png"/><Relationship Id="rId145" Type="http://schemas.openxmlformats.org/officeDocument/2006/relationships/image" Target="../media/image793.png"/><Relationship Id="rId166" Type="http://schemas.openxmlformats.org/officeDocument/2006/relationships/customXml" Target="../ink/ink817.xml"/><Relationship Id="rId187" Type="http://schemas.openxmlformats.org/officeDocument/2006/relationships/image" Target="../media/image814.png"/><Relationship Id="rId331" Type="http://schemas.openxmlformats.org/officeDocument/2006/relationships/image" Target="../media/image886.png"/><Relationship Id="rId352" Type="http://schemas.openxmlformats.org/officeDocument/2006/relationships/customXml" Target="../ink/ink910.xml"/><Relationship Id="rId373" Type="http://schemas.openxmlformats.org/officeDocument/2006/relationships/image" Target="../media/image907.png"/><Relationship Id="rId394" Type="http://schemas.openxmlformats.org/officeDocument/2006/relationships/customXml" Target="../ink/ink931.xml"/><Relationship Id="rId1" Type="http://schemas.openxmlformats.org/officeDocument/2006/relationships/slideLayout" Target="../slideLayouts/slideLayout1.xml"/><Relationship Id="rId212" Type="http://schemas.openxmlformats.org/officeDocument/2006/relationships/customXml" Target="../ink/ink840.xml"/><Relationship Id="rId233" Type="http://schemas.openxmlformats.org/officeDocument/2006/relationships/image" Target="../media/image837.png"/><Relationship Id="rId254" Type="http://schemas.openxmlformats.org/officeDocument/2006/relationships/customXml" Target="../ink/ink861.xml"/><Relationship Id="rId28" Type="http://schemas.openxmlformats.org/officeDocument/2006/relationships/customXml" Target="../ink/ink748.xml"/><Relationship Id="rId49" Type="http://schemas.openxmlformats.org/officeDocument/2006/relationships/image" Target="../media/image500.png"/><Relationship Id="rId114" Type="http://schemas.openxmlformats.org/officeDocument/2006/relationships/customXml" Target="../ink/ink791.xml"/><Relationship Id="rId275" Type="http://schemas.openxmlformats.org/officeDocument/2006/relationships/image" Target="../media/image858.png"/><Relationship Id="rId296" Type="http://schemas.openxmlformats.org/officeDocument/2006/relationships/customXml" Target="../ink/ink882.xml"/><Relationship Id="rId300" Type="http://schemas.openxmlformats.org/officeDocument/2006/relationships/customXml" Target="../ink/ink884.xml"/><Relationship Id="rId60" Type="http://schemas.openxmlformats.org/officeDocument/2006/relationships/customXml" Target="../ink/ink764.xml"/><Relationship Id="rId81" Type="http://schemas.openxmlformats.org/officeDocument/2006/relationships/image" Target="../media/image761.png"/><Relationship Id="rId135" Type="http://schemas.openxmlformats.org/officeDocument/2006/relationships/image" Target="../media/image788.png"/><Relationship Id="rId156" Type="http://schemas.openxmlformats.org/officeDocument/2006/relationships/customXml" Target="../ink/ink812.xml"/><Relationship Id="rId177" Type="http://schemas.openxmlformats.org/officeDocument/2006/relationships/image" Target="../media/image809.png"/><Relationship Id="rId198" Type="http://schemas.openxmlformats.org/officeDocument/2006/relationships/customXml" Target="../ink/ink833.xml"/><Relationship Id="rId321" Type="http://schemas.openxmlformats.org/officeDocument/2006/relationships/image" Target="../media/image881.png"/><Relationship Id="rId342" Type="http://schemas.openxmlformats.org/officeDocument/2006/relationships/customXml" Target="../ink/ink905.xml"/><Relationship Id="rId363" Type="http://schemas.openxmlformats.org/officeDocument/2006/relationships/image" Target="../media/image902.png"/><Relationship Id="rId384" Type="http://schemas.openxmlformats.org/officeDocument/2006/relationships/customXml" Target="../ink/ink926.xml"/><Relationship Id="rId202" Type="http://schemas.openxmlformats.org/officeDocument/2006/relationships/customXml" Target="../ink/ink835.xml"/><Relationship Id="rId223" Type="http://schemas.openxmlformats.org/officeDocument/2006/relationships/image" Target="../media/image832.png"/><Relationship Id="rId244" Type="http://schemas.openxmlformats.org/officeDocument/2006/relationships/customXml" Target="../ink/ink856.xml"/><Relationship Id="rId18" Type="http://schemas.openxmlformats.org/officeDocument/2006/relationships/customXml" Target="../ink/ink743.xml"/><Relationship Id="rId39" Type="http://schemas.openxmlformats.org/officeDocument/2006/relationships/image" Target="../media/image741.png"/><Relationship Id="rId265" Type="http://schemas.openxmlformats.org/officeDocument/2006/relationships/image" Target="../media/image853.png"/><Relationship Id="rId286" Type="http://schemas.openxmlformats.org/officeDocument/2006/relationships/customXml" Target="../ink/ink877.xml"/><Relationship Id="rId50" Type="http://schemas.openxmlformats.org/officeDocument/2006/relationships/customXml" Target="../ink/ink759.xml"/><Relationship Id="rId104" Type="http://schemas.openxmlformats.org/officeDocument/2006/relationships/customXml" Target="../ink/ink786.xml"/><Relationship Id="rId125" Type="http://schemas.openxmlformats.org/officeDocument/2006/relationships/image" Target="../media/image783.png"/><Relationship Id="rId146" Type="http://schemas.openxmlformats.org/officeDocument/2006/relationships/customXml" Target="../ink/ink807.xml"/><Relationship Id="rId167" Type="http://schemas.openxmlformats.org/officeDocument/2006/relationships/image" Target="../media/image804.png"/><Relationship Id="rId188" Type="http://schemas.openxmlformats.org/officeDocument/2006/relationships/customXml" Target="../ink/ink828.xml"/><Relationship Id="rId311" Type="http://schemas.openxmlformats.org/officeDocument/2006/relationships/image" Target="../media/image876.png"/><Relationship Id="rId332" Type="http://schemas.openxmlformats.org/officeDocument/2006/relationships/customXml" Target="../ink/ink900.xml"/><Relationship Id="rId353" Type="http://schemas.openxmlformats.org/officeDocument/2006/relationships/image" Target="../media/image897.png"/><Relationship Id="rId374" Type="http://schemas.openxmlformats.org/officeDocument/2006/relationships/customXml" Target="../ink/ink921.xml"/><Relationship Id="rId395" Type="http://schemas.openxmlformats.org/officeDocument/2006/relationships/image" Target="../media/image918.png"/><Relationship Id="rId71" Type="http://schemas.openxmlformats.org/officeDocument/2006/relationships/image" Target="../media/image756.png"/><Relationship Id="rId92" Type="http://schemas.openxmlformats.org/officeDocument/2006/relationships/customXml" Target="../ink/ink780.xml"/><Relationship Id="rId213" Type="http://schemas.openxmlformats.org/officeDocument/2006/relationships/image" Target="../media/image827.png"/><Relationship Id="rId234" Type="http://schemas.openxmlformats.org/officeDocument/2006/relationships/customXml" Target="../ink/ink851.xml"/><Relationship Id="rId2" Type="http://schemas.openxmlformats.org/officeDocument/2006/relationships/customXml" Target="../ink/ink735.xml"/><Relationship Id="rId29" Type="http://schemas.openxmlformats.org/officeDocument/2006/relationships/image" Target="../media/image736.png"/><Relationship Id="rId255" Type="http://schemas.openxmlformats.org/officeDocument/2006/relationships/image" Target="../media/image848.png"/><Relationship Id="rId276" Type="http://schemas.openxmlformats.org/officeDocument/2006/relationships/customXml" Target="../ink/ink872.xml"/><Relationship Id="rId297" Type="http://schemas.openxmlformats.org/officeDocument/2006/relationships/image" Target="../media/image869.png"/><Relationship Id="rId40" Type="http://schemas.openxmlformats.org/officeDocument/2006/relationships/customXml" Target="../ink/ink754.xml"/><Relationship Id="rId115" Type="http://schemas.openxmlformats.org/officeDocument/2006/relationships/image" Target="../media/image778.png"/><Relationship Id="rId136" Type="http://schemas.openxmlformats.org/officeDocument/2006/relationships/customXml" Target="../ink/ink802.xml"/><Relationship Id="rId157" Type="http://schemas.openxmlformats.org/officeDocument/2006/relationships/image" Target="../media/image799.png"/><Relationship Id="rId178" Type="http://schemas.openxmlformats.org/officeDocument/2006/relationships/customXml" Target="../ink/ink823.xml"/><Relationship Id="rId301" Type="http://schemas.openxmlformats.org/officeDocument/2006/relationships/image" Target="../media/image871.png"/><Relationship Id="rId322" Type="http://schemas.openxmlformats.org/officeDocument/2006/relationships/customXml" Target="../ink/ink895.xml"/><Relationship Id="rId343" Type="http://schemas.openxmlformats.org/officeDocument/2006/relationships/image" Target="../media/image892.png"/><Relationship Id="rId364" Type="http://schemas.openxmlformats.org/officeDocument/2006/relationships/customXml" Target="../ink/ink916.xml"/><Relationship Id="rId61" Type="http://schemas.openxmlformats.org/officeDocument/2006/relationships/image" Target="../media/image751.png"/><Relationship Id="rId82" Type="http://schemas.openxmlformats.org/officeDocument/2006/relationships/customXml" Target="../ink/ink775.xml"/><Relationship Id="rId199" Type="http://schemas.openxmlformats.org/officeDocument/2006/relationships/image" Target="../media/image820.png"/><Relationship Id="rId203" Type="http://schemas.openxmlformats.org/officeDocument/2006/relationships/image" Target="../media/image822.png"/><Relationship Id="rId385" Type="http://schemas.openxmlformats.org/officeDocument/2006/relationships/image" Target="../media/image913.png"/><Relationship Id="rId19" Type="http://schemas.openxmlformats.org/officeDocument/2006/relationships/image" Target="../media/image731.png"/><Relationship Id="rId224" Type="http://schemas.openxmlformats.org/officeDocument/2006/relationships/customXml" Target="../ink/ink846.xml"/><Relationship Id="rId245" Type="http://schemas.openxmlformats.org/officeDocument/2006/relationships/image" Target="../media/image843.png"/><Relationship Id="rId266" Type="http://schemas.openxmlformats.org/officeDocument/2006/relationships/customXml" Target="../ink/ink867.xml"/><Relationship Id="rId287" Type="http://schemas.openxmlformats.org/officeDocument/2006/relationships/image" Target="../media/image864.png"/><Relationship Id="rId30" Type="http://schemas.openxmlformats.org/officeDocument/2006/relationships/customXml" Target="../ink/ink749.xml"/><Relationship Id="rId105" Type="http://schemas.openxmlformats.org/officeDocument/2006/relationships/image" Target="../media/image773.png"/><Relationship Id="rId126" Type="http://schemas.openxmlformats.org/officeDocument/2006/relationships/customXml" Target="../ink/ink797.xml"/><Relationship Id="rId147" Type="http://schemas.openxmlformats.org/officeDocument/2006/relationships/image" Target="../media/image794.png"/><Relationship Id="rId168" Type="http://schemas.openxmlformats.org/officeDocument/2006/relationships/customXml" Target="../ink/ink818.xml"/><Relationship Id="rId312" Type="http://schemas.openxmlformats.org/officeDocument/2006/relationships/customXml" Target="../ink/ink890.xml"/><Relationship Id="rId333" Type="http://schemas.openxmlformats.org/officeDocument/2006/relationships/image" Target="../media/image887.png"/><Relationship Id="rId354" Type="http://schemas.openxmlformats.org/officeDocument/2006/relationships/customXml" Target="../ink/ink911.xml"/><Relationship Id="rId51" Type="http://schemas.openxmlformats.org/officeDocument/2006/relationships/image" Target="../media/image746.png"/><Relationship Id="rId72" Type="http://schemas.openxmlformats.org/officeDocument/2006/relationships/customXml" Target="../ink/ink770.xml"/><Relationship Id="rId93" Type="http://schemas.openxmlformats.org/officeDocument/2006/relationships/image" Target="../media/image767.png"/><Relationship Id="rId189" Type="http://schemas.openxmlformats.org/officeDocument/2006/relationships/image" Target="../media/image815.png"/><Relationship Id="rId375" Type="http://schemas.openxmlformats.org/officeDocument/2006/relationships/image" Target="../media/image908.png"/><Relationship Id="rId3" Type="http://schemas.openxmlformats.org/officeDocument/2006/relationships/image" Target="../media/image723.png"/><Relationship Id="rId214" Type="http://schemas.openxmlformats.org/officeDocument/2006/relationships/customXml" Target="../ink/ink841.xml"/><Relationship Id="rId235" Type="http://schemas.openxmlformats.org/officeDocument/2006/relationships/image" Target="../media/image838.png"/><Relationship Id="rId256" Type="http://schemas.openxmlformats.org/officeDocument/2006/relationships/customXml" Target="../ink/ink862.xml"/><Relationship Id="rId277" Type="http://schemas.openxmlformats.org/officeDocument/2006/relationships/image" Target="../media/image859.png"/><Relationship Id="rId298" Type="http://schemas.openxmlformats.org/officeDocument/2006/relationships/customXml" Target="../ink/ink883.xml"/><Relationship Id="rId116" Type="http://schemas.openxmlformats.org/officeDocument/2006/relationships/customXml" Target="../ink/ink792.xml"/><Relationship Id="rId137" Type="http://schemas.openxmlformats.org/officeDocument/2006/relationships/image" Target="../media/image789.png"/><Relationship Id="rId158" Type="http://schemas.openxmlformats.org/officeDocument/2006/relationships/customXml" Target="../ink/ink813.xml"/><Relationship Id="rId302" Type="http://schemas.openxmlformats.org/officeDocument/2006/relationships/customXml" Target="../ink/ink885.xml"/><Relationship Id="rId323" Type="http://schemas.openxmlformats.org/officeDocument/2006/relationships/image" Target="../media/image882.png"/><Relationship Id="rId344" Type="http://schemas.openxmlformats.org/officeDocument/2006/relationships/customXml" Target="../ink/ink906.xml"/><Relationship Id="rId20" Type="http://schemas.openxmlformats.org/officeDocument/2006/relationships/customXml" Target="../ink/ink744.xml"/><Relationship Id="rId41" Type="http://schemas.openxmlformats.org/officeDocument/2006/relationships/image" Target="../media/image742.png"/><Relationship Id="rId62" Type="http://schemas.openxmlformats.org/officeDocument/2006/relationships/customXml" Target="../ink/ink765.xml"/><Relationship Id="rId83" Type="http://schemas.openxmlformats.org/officeDocument/2006/relationships/image" Target="../media/image762.png"/><Relationship Id="rId179" Type="http://schemas.openxmlformats.org/officeDocument/2006/relationships/image" Target="../media/image810.png"/><Relationship Id="rId365" Type="http://schemas.openxmlformats.org/officeDocument/2006/relationships/image" Target="../media/image903.png"/><Relationship Id="rId386" Type="http://schemas.openxmlformats.org/officeDocument/2006/relationships/customXml" Target="../ink/ink927.xml"/><Relationship Id="rId190" Type="http://schemas.openxmlformats.org/officeDocument/2006/relationships/customXml" Target="../ink/ink829.xml"/><Relationship Id="rId204" Type="http://schemas.openxmlformats.org/officeDocument/2006/relationships/customXml" Target="../ink/ink836.xml"/><Relationship Id="rId225" Type="http://schemas.openxmlformats.org/officeDocument/2006/relationships/image" Target="../media/image833.png"/><Relationship Id="rId246" Type="http://schemas.openxmlformats.org/officeDocument/2006/relationships/customXml" Target="../ink/ink857.xml"/><Relationship Id="rId267" Type="http://schemas.openxmlformats.org/officeDocument/2006/relationships/image" Target="../media/image854.png"/><Relationship Id="rId288" Type="http://schemas.openxmlformats.org/officeDocument/2006/relationships/customXml" Target="../ink/ink878.xml"/><Relationship Id="rId106" Type="http://schemas.openxmlformats.org/officeDocument/2006/relationships/customXml" Target="../ink/ink787.xml"/><Relationship Id="rId127" Type="http://schemas.openxmlformats.org/officeDocument/2006/relationships/image" Target="../media/image784.png"/><Relationship Id="rId313" Type="http://schemas.openxmlformats.org/officeDocument/2006/relationships/image" Target="../media/image877.png"/><Relationship Id="rId10" Type="http://schemas.openxmlformats.org/officeDocument/2006/relationships/customXml" Target="../ink/ink739.xml"/><Relationship Id="rId31" Type="http://schemas.openxmlformats.org/officeDocument/2006/relationships/image" Target="../media/image737.png"/><Relationship Id="rId52" Type="http://schemas.openxmlformats.org/officeDocument/2006/relationships/customXml" Target="../ink/ink760.xml"/><Relationship Id="rId73" Type="http://schemas.openxmlformats.org/officeDocument/2006/relationships/image" Target="../media/image757.png"/><Relationship Id="rId94" Type="http://schemas.openxmlformats.org/officeDocument/2006/relationships/customXml" Target="../ink/ink781.xml"/><Relationship Id="rId148" Type="http://schemas.openxmlformats.org/officeDocument/2006/relationships/customXml" Target="../ink/ink808.xml"/><Relationship Id="rId169" Type="http://schemas.openxmlformats.org/officeDocument/2006/relationships/image" Target="../media/image805.png"/><Relationship Id="rId334" Type="http://schemas.openxmlformats.org/officeDocument/2006/relationships/customXml" Target="../ink/ink901.xml"/><Relationship Id="rId355" Type="http://schemas.openxmlformats.org/officeDocument/2006/relationships/image" Target="../media/image898.png"/><Relationship Id="rId376" Type="http://schemas.openxmlformats.org/officeDocument/2006/relationships/customXml" Target="../ink/ink922.xml"/><Relationship Id="rId4" Type="http://schemas.openxmlformats.org/officeDocument/2006/relationships/customXml" Target="../ink/ink736.xml"/><Relationship Id="rId180" Type="http://schemas.openxmlformats.org/officeDocument/2006/relationships/customXml" Target="../ink/ink824.xml"/><Relationship Id="rId215" Type="http://schemas.openxmlformats.org/officeDocument/2006/relationships/image" Target="../media/image828.png"/><Relationship Id="rId236" Type="http://schemas.openxmlformats.org/officeDocument/2006/relationships/customXml" Target="../ink/ink852.xml"/><Relationship Id="rId257" Type="http://schemas.openxmlformats.org/officeDocument/2006/relationships/image" Target="../media/image849.png"/><Relationship Id="rId278" Type="http://schemas.openxmlformats.org/officeDocument/2006/relationships/customXml" Target="../ink/ink873.xml"/><Relationship Id="rId303" Type="http://schemas.openxmlformats.org/officeDocument/2006/relationships/image" Target="../media/image872.png"/><Relationship Id="rId42" Type="http://schemas.openxmlformats.org/officeDocument/2006/relationships/customXml" Target="../ink/ink755.xml"/><Relationship Id="rId84" Type="http://schemas.openxmlformats.org/officeDocument/2006/relationships/customXml" Target="../ink/ink776.xml"/><Relationship Id="rId138" Type="http://schemas.openxmlformats.org/officeDocument/2006/relationships/customXml" Target="../ink/ink803.xml"/><Relationship Id="rId345" Type="http://schemas.openxmlformats.org/officeDocument/2006/relationships/image" Target="../media/image893.png"/><Relationship Id="rId387" Type="http://schemas.openxmlformats.org/officeDocument/2006/relationships/image" Target="../media/image914.png"/><Relationship Id="rId191" Type="http://schemas.openxmlformats.org/officeDocument/2006/relationships/image" Target="../media/image816.png"/><Relationship Id="rId205" Type="http://schemas.openxmlformats.org/officeDocument/2006/relationships/image" Target="../media/image823.png"/><Relationship Id="rId247" Type="http://schemas.openxmlformats.org/officeDocument/2006/relationships/image" Target="../media/image844.png"/><Relationship Id="rId107" Type="http://schemas.openxmlformats.org/officeDocument/2006/relationships/image" Target="../media/image774.png"/><Relationship Id="rId289" Type="http://schemas.openxmlformats.org/officeDocument/2006/relationships/image" Target="../media/image865.png"/><Relationship Id="rId11" Type="http://schemas.openxmlformats.org/officeDocument/2006/relationships/image" Target="../media/image727.png"/><Relationship Id="rId53" Type="http://schemas.openxmlformats.org/officeDocument/2006/relationships/image" Target="../media/image747.png"/><Relationship Id="rId149" Type="http://schemas.openxmlformats.org/officeDocument/2006/relationships/image" Target="../media/image795.png"/><Relationship Id="rId314" Type="http://schemas.openxmlformats.org/officeDocument/2006/relationships/customXml" Target="../ink/ink891.xml"/><Relationship Id="rId356" Type="http://schemas.openxmlformats.org/officeDocument/2006/relationships/customXml" Target="../ink/ink912.xml"/><Relationship Id="rId95" Type="http://schemas.openxmlformats.org/officeDocument/2006/relationships/image" Target="../media/image768.png"/><Relationship Id="rId160" Type="http://schemas.openxmlformats.org/officeDocument/2006/relationships/customXml" Target="../ink/ink814.xml"/><Relationship Id="rId216" Type="http://schemas.openxmlformats.org/officeDocument/2006/relationships/customXml" Target="../ink/ink842.xml"/><Relationship Id="rId258" Type="http://schemas.openxmlformats.org/officeDocument/2006/relationships/customXml" Target="../ink/ink863.xml"/><Relationship Id="rId22" Type="http://schemas.openxmlformats.org/officeDocument/2006/relationships/customXml" Target="../ink/ink745.xml"/><Relationship Id="rId64" Type="http://schemas.openxmlformats.org/officeDocument/2006/relationships/customXml" Target="../ink/ink766.xml"/><Relationship Id="rId118" Type="http://schemas.openxmlformats.org/officeDocument/2006/relationships/customXml" Target="../ink/ink793.xml"/><Relationship Id="rId325" Type="http://schemas.openxmlformats.org/officeDocument/2006/relationships/image" Target="../media/image883.png"/><Relationship Id="rId367" Type="http://schemas.openxmlformats.org/officeDocument/2006/relationships/image" Target="../media/image904.png"/><Relationship Id="rId171" Type="http://schemas.openxmlformats.org/officeDocument/2006/relationships/image" Target="../media/image806.png"/><Relationship Id="rId227" Type="http://schemas.openxmlformats.org/officeDocument/2006/relationships/image" Target="../media/image834.png"/><Relationship Id="rId269" Type="http://schemas.openxmlformats.org/officeDocument/2006/relationships/image" Target="../media/image855.png"/><Relationship Id="rId33" Type="http://schemas.openxmlformats.org/officeDocument/2006/relationships/image" Target="../media/image738.png"/><Relationship Id="rId129" Type="http://schemas.openxmlformats.org/officeDocument/2006/relationships/image" Target="../media/image785.png"/><Relationship Id="rId280" Type="http://schemas.openxmlformats.org/officeDocument/2006/relationships/customXml" Target="../ink/ink874.xml"/><Relationship Id="rId336" Type="http://schemas.openxmlformats.org/officeDocument/2006/relationships/customXml" Target="../ink/ink902.xml"/><Relationship Id="rId75" Type="http://schemas.openxmlformats.org/officeDocument/2006/relationships/image" Target="../media/image758.png"/><Relationship Id="rId140" Type="http://schemas.openxmlformats.org/officeDocument/2006/relationships/customXml" Target="../ink/ink804.xml"/><Relationship Id="rId182" Type="http://schemas.openxmlformats.org/officeDocument/2006/relationships/customXml" Target="../ink/ink825.xml"/><Relationship Id="rId378" Type="http://schemas.openxmlformats.org/officeDocument/2006/relationships/customXml" Target="../ink/ink923.xml"/><Relationship Id="rId6" Type="http://schemas.openxmlformats.org/officeDocument/2006/relationships/customXml" Target="../ink/ink737.xml"/><Relationship Id="rId238" Type="http://schemas.openxmlformats.org/officeDocument/2006/relationships/customXml" Target="../ink/ink853.xml"/><Relationship Id="rId291" Type="http://schemas.openxmlformats.org/officeDocument/2006/relationships/image" Target="../media/image866.png"/><Relationship Id="rId305" Type="http://schemas.openxmlformats.org/officeDocument/2006/relationships/image" Target="../media/image873.png"/><Relationship Id="rId347" Type="http://schemas.openxmlformats.org/officeDocument/2006/relationships/image" Target="../media/image894.png"/><Relationship Id="rId44" Type="http://schemas.openxmlformats.org/officeDocument/2006/relationships/customXml" Target="../ink/ink756.xml"/><Relationship Id="rId86" Type="http://schemas.openxmlformats.org/officeDocument/2006/relationships/customXml" Target="../ink/ink777.xml"/><Relationship Id="rId151" Type="http://schemas.openxmlformats.org/officeDocument/2006/relationships/image" Target="../media/image796.png"/><Relationship Id="rId389" Type="http://schemas.openxmlformats.org/officeDocument/2006/relationships/image" Target="../media/image915.png"/><Relationship Id="rId193" Type="http://schemas.openxmlformats.org/officeDocument/2006/relationships/image" Target="../media/image817.png"/><Relationship Id="rId207" Type="http://schemas.openxmlformats.org/officeDocument/2006/relationships/image" Target="../media/image824.png"/><Relationship Id="rId249" Type="http://schemas.openxmlformats.org/officeDocument/2006/relationships/image" Target="../media/image845.png"/><Relationship Id="rId13" Type="http://schemas.openxmlformats.org/officeDocument/2006/relationships/image" Target="../media/image728.png"/><Relationship Id="rId109" Type="http://schemas.openxmlformats.org/officeDocument/2006/relationships/image" Target="../media/image775.png"/><Relationship Id="rId260" Type="http://schemas.openxmlformats.org/officeDocument/2006/relationships/customXml" Target="../ink/ink864.xml"/><Relationship Id="rId316" Type="http://schemas.openxmlformats.org/officeDocument/2006/relationships/customXml" Target="../ink/ink892.xml"/><Relationship Id="rId55" Type="http://schemas.openxmlformats.org/officeDocument/2006/relationships/image" Target="../media/image748.png"/><Relationship Id="rId97" Type="http://schemas.openxmlformats.org/officeDocument/2006/relationships/image" Target="../media/image769.png"/><Relationship Id="rId120" Type="http://schemas.openxmlformats.org/officeDocument/2006/relationships/customXml" Target="../ink/ink794.xml"/><Relationship Id="rId358" Type="http://schemas.openxmlformats.org/officeDocument/2006/relationships/customXml" Target="../ink/ink913.xml"/><Relationship Id="rId162" Type="http://schemas.openxmlformats.org/officeDocument/2006/relationships/customXml" Target="../ink/ink815.xml"/><Relationship Id="rId218" Type="http://schemas.openxmlformats.org/officeDocument/2006/relationships/customXml" Target="../ink/ink843.xml"/><Relationship Id="rId271" Type="http://schemas.openxmlformats.org/officeDocument/2006/relationships/image" Target="../media/image856.png"/><Relationship Id="rId24" Type="http://schemas.openxmlformats.org/officeDocument/2006/relationships/customXml" Target="../ink/ink746.xml"/><Relationship Id="rId66" Type="http://schemas.openxmlformats.org/officeDocument/2006/relationships/customXml" Target="../ink/ink767.xml"/><Relationship Id="rId131" Type="http://schemas.openxmlformats.org/officeDocument/2006/relationships/image" Target="../media/image786.png"/><Relationship Id="rId327" Type="http://schemas.openxmlformats.org/officeDocument/2006/relationships/image" Target="../media/image884.png"/><Relationship Id="rId369" Type="http://schemas.openxmlformats.org/officeDocument/2006/relationships/image" Target="../media/image905.png"/><Relationship Id="rId173" Type="http://schemas.openxmlformats.org/officeDocument/2006/relationships/image" Target="../media/image807.png"/><Relationship Id="rId229" Type="http://schemas.openxmlformats.org/officeDocument/2006/relationships/image" Target="../media/image835.png"/><Relationship Id="rId380" Type="http://schemas.openxmlformats.org/officeDocument/2006/relationships/customXml" Target="../ink/ink924.xml"/><Relationship Id="rId240" Type="http://schemas.openxmlformats.org/officeDocument/2006/relationships/customXml" Target="../ink/ink854.xml"/><Relationship Id="rId35" Type="http://schemas.openxmlformats.org/officeDocument/2006/relationships/image" Target="../media/image739.png"/><Relationship Id="rId77" Type="http://schemas.openxmlformats.org/officeDocument/2006/relationships/image" Target="../media/image759.png"/><Relationship Id="rId100" Type="http://schemas.openxmlformats.org/officeDocument/2006/relationships/customXml" Target="../ink/ink784.xml"/><Relationship Id="rId282" Type="http://schemas.openxmlformats.org/officeDocument/2006/relationships/customXml" Target="../ink/ink875.xml"/><Relationship Id="rId338" Type="http://schemas.openxmlformats.org/officeDocument/2006/relationships/customXml" Target="../ink/ink903.xml"/><Relationship Id="rId8" Type="http://schemas.openxmlformats.org/officeDocument/2006/relationships/customXml" Target="../ink/ink738.xml"/><Relationship Id="rId142" Type="http://schemas.openxmlformats.org/officeDocument/2006/relationships/customXml" Target="../ink/ink805.xml"/><Relationship Id="rId184" Type="http://schemas.openxmlformats.org/officeDocument/2006/relationships/customXml" Target="../ink/ink826.xml"/><Relationship Id="rId391" Type="http://schemas.openxmlformats.org/officeDocument/2006/relationships/image" Target="../media/image916.png"/><Relationship Id="rId251" Type="http://schemas.openxmlformats.org/officeDocument/2006/relationships/image" Target="../media/image846.png"/><Relationship Id="rId46" Type="http://schemas.openxmlformats.org/officeDocument/2006/relationships/customXml" Target="../ink/ink757.xml"/><Relationship Id="rId293" Type="http://schemas.openxmlformats.org/officeDocument/2006/relationships/image" Target="../media/image867.png"/><Relationship Id="rId307" Type="http://schemas.openxmlformats.org/officeDocument/2006/relationships/image" Target="../media/image874.png"/><Relationship Id="rId349" Type="http://schemas.openxmlformats.org/officeDocument/2006/relationships/image" Target="../media/image895.png"/><Relationship Id="rId88" Type="http://schemas.openxmlformats.org/officeDocument/2006/relationships/customXml" Target="../ink/ink778.xml"/><Relationship Id="rId111" Type="http://schemas.openxmlformats.org/officeDocument/2006/relationships/image" Target="../media/image776.png"/><Relationship Id="rId153" Type="http://schemas.openxmlformats.org/officeDocument/2006/relationships/image" Target="../media/image797.png"/><Relationship Id="rId195" Type="http://schemas.openxmlformats.org/officeDocument/2006/relationships/image" Target="../media/image818.png"/><Relationship Id="rId209" Type="http://schemas.openxmlformats.org/officeDocument/2006/relationships/image" Target="../media/image825.png"/><Relationship Id="rId360" Type="http://schemas.openxmlformats.org/officeDocument/2006/relationships/customXml" Target="../ink/ink914.xml"/><Relationship Id="rId220" Type="http://schemas.openxmlformats.org/officeDocument/2006/relationships/customXml" Target="../ink/ink844.xml"/><Relationship Id="rId15" Type="http://schemas.openxmlformats.org/officeDocument/2006/relationships/image" Target="../media/image729.png"/><Relationship Id="rId57" Type="http://schemas.openxmlformats.org/officeDocument/2006/relationships/image" Target="../media/image749.png"/><Relationship Id="rId262" Type="http://schemas.openxmlformats.org/officeDocument/2006/relationships/customXml" Target="../ink/ink865.xml"/><Relationship Id="rId318" Type="http://schemas.openxmlformats.org/officeDocument/2006/relationships/customXml" Target="../ink/ink893.xml"/><Relationship Id="rId99" Type="http://schemas.openxmlformats.org/officeDocument/2006/relationships/image" Target="../media/image770.png"/><Relationship Id="rId122" Type="http://schemas.openxmlformats.org/officeDocument/2006/relationships/customXml" Target="../ink/ink795.xml"/><Relationship Id="rId164" Type="http://schemas.openxmlformats.org/officeDocument/2006/relationships/customXml" Target="../ink/ink816.xml"/><Relationship Id="rId371" Type="http://schemas.openxmlformats.org/officeDocument/2006/relationships/image" Target="../media/image906.png"/><Relationship Id="rId26" Type="http://schemas.openxmlformats.org/officeDocument/2006/relationships/customXml" Target="../ink/ink747.xml"/><Relationship Id="rId231" Type="http://schemas.openxmlformats.org/officeDocument/2006/relationships/image" Target="../media/image836.png"/><Relationship Id="rId273" Type="http://schemas.openxmlformats.org/officeDocument/2006/relationships/image" Target="../media/image857.png"/><Relationship Id="rId329" Type="http://schemas.openxmlformats.org/officeDocument/2006/relationships/image" Target="../media/image885.png"/><Relationship Id="rId68" Type="http://schemas.openxmlformats.org/officeDocument/2006/relationships/customXml" Target="../ink/ink768.xml"/><Relationship Id="rId133" Type="http://schemas.openxmlformats.org/officeDocument/2006/relationships/image" Target="../media/image787.png"/><Relationship Id="rId175" Type="http://schemas.openxmlformats.org/officeDocument/2006/relationships/image" Target="../media/image808.png"/><Relationship Id="rId340" Type="http://schemas.openxmlformats.org/officeDocument/2006/relationships/customXml" Target="../ink/ink904.xml"/><Relationship Id="rId200" Type="http://schemas.openxmlformats.org/officeDocument/2006/relationships/customXml" Target="../ink/ink834.xml"/><Relationship Id="rId382" Type="http://schemas.openxmlformats.org/officeDocument/2006/relationships/customXml" Target="../ink/ink9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DA895D16-D269-4D23-919E-AA7B1DFDD0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025" y="134336"/>
            <a:ext cx="9165677" cy="3562350"/>
          </a:xfrm>
          <a:prstGeom prst="rect">
            <a:avLst/>
          </a:prstGeom>
        </p:spPr>
      </p:pic>
      <p:grpSp>
        <p:nvGrpSpPr>
          <p:cNvPr id="18" name="Grupo 17">
            <a:extLst>
              <a:ext uri="{FF2B5EF4-FFF2-40B4-BE49-F238E27FC236}">
                <a16:creationId xmlns:a16="http://schemas.microsoft.com/office/drawing/2014/main" id="{6512DFBE-C7CD-4A13-B980-98EF73EBB281}"/>
              </a:ext>
            </a:extLst>
          </p:cNvPr>
          <p:cNvGrpSpPr/>
          <p:nvPr/>
        </p:nvGrpSpPr>
        <p:grpSpPr>
          <a:xfrm>
            <a:off x="571535" y="3947346"/>
            <a:ext cx="2077920" cy="513360"/>
            <a:chOff x="571535" y="3947346"/>
            <a:chExt cx="2077920" cy="513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5" name="Entrada de lápiz 4">
                  <a:extLst>
                    <a:ext uri="{FF2B5EF4-FFF2-40B4-BE49-F238E27FC236}">
                      <a16:creationId xmlns:a16="http://schemas.microsoft.com/office/drawing/2014/main" id="{01A80479-7AF3-4E9C-8C6E-141A6FCC1053}"/>
                    </a:ext>
                  </a:extLst>
                </p14:cNvPr>
                <p14:cNvContentPartPr/>
                <p14:nvPr/>
              </p14:nvContentPartPr>
              <p14:xfrm>
                <a:off x="598895" y="3973626"/>
                <a:ext cx="18360" cy="395280"/>
              </p14:xfrm>
            </p:contentPart>
          </mc:Choice>
          <mc:Fallback>
            <p:pic>
              <p:nvPicPr>
                <p:cNvPr id="5" name="Entrada de lápiz 4">
                  <a:extLst>
                    <a:ext uri="{FF2B5EF4-FFF2-40B4-BE49-F238E27FC236}">
                      <a16:creationId xmlns:a16="http://schemas.microsoft.com/office/drawing/2014/main" id="{01A80479-7AF3-4E9C-8C6E-141A6FCC1053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89895" y="3964626"/>
                  <a:ext cx="36000" cy="41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2626FCEE-2B53-4E8C-A8F3-C5511895BE3E}"/>
                    </a:ext>
                  </a:extLst>
                </p14:cNvPr>
                <p14:cNvContentPartPr/>
                <p14:nvPr/>
              </p14:nvContentPartPr>
              <p14:xfrm>
                <a:off x="571535" y="3947346"/>
                <a:ext cx="205200" cy="439560"/>
              </p14:xfrm>
            </p:contentPart>
          </mc:Choice>
          <mc:Fallback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2626FCEE-2B53-4E8C-A8F3-C5511895BE3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62895" y="3938346"/>
                  <a:ext cx="222840" cy="45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7C0B6C18-AF7E-45B1-8D06-3EDA63635DED}"/>
                    </a:ext>
                  </a:extLst>
                </p14:cNvPr>
                <p14:cNvContentPartPr/>
                <p14:nvPr/>
              </p14:nvContentPartPr>
              <p14:xfrm>
                <a:off x="854855" y="4277826"/>
                <a:ext cx="27720" cy="150840"/>
              </p14:xfrm>
            </p:contentPart>
          </mc:Choice>
          <mc:Fallback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7C0B6C18-AF7E-45B1-8D06-3EDA63635DE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45855" y="4268826"/>
                  <a:ext cx="4536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9D74520F-38DC-44C4-B0BF-C8152693778F}"/>
                    </a:ext>
                  </a:extLst>
                </p14:cNvPr>
                <p14:cNvContentPartPr/>
                <p14:nvPr/>
              </p14:nvContentPartPr>
              <p14:xfrm>
                <a:off x="860255" y="4204746"/>
                <a:ext cx="61920" cy="24120"/>
              </p14:xfrm>
            </p:contentPart>
          </mc:Choice>
          <mc:Fallback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9D74520F-38DC-44C4-B0BF-C8152693778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51615" y="4195746"/>
                  <a:ext cx="795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A878985B-98B4-4571-A809-E36E3F703CF2}"/>
                    </a:ext>
                  </a:extLst>
                </p14:cNvPr>
                <p14:cNvContentPartPr/>
                <p14:nvPr/>
              </p14:nvContentPartPr>
              <p14:xfrm>
                <a:off x="1002095" y="4201146"/>
                <a:ext cx="84240" cy="178920"/>
              </p14:xfrm>
            </p:contentPart>
          </mc:Choice>
          <mc:Fallback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A878985B-98B4-4571-A809-E36E3F703CF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93095" y="4192506"/>
                  <a:ext cx="10188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88864175-60AB-4994-9F6F-1E49B4A82B7A}"/>
                    </a:ext>
                  </a:extLst>
                </p14:cNvPr>
                <p14:cNvContentPartPr/>
                <p14:nvPr/>
              </p14:nvContentPartPr>
              <p14:xfrm>
                <a:off x="1157975" y="4104306"/>
                <a:ext cx="242280" cy="327600"/>
              </p14:xfrm>
            </p:contentPart>
          </mc:Choice>
          <mc:Fallback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88864175-60AB-4994-9F6F-1E49B4A82B7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148975" y="4095666"/>
                  <a:ext cx="25992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4792CA89-C112-40A1-ACD7-8FFFE0356751}"/>
                    </a:ext>
                  </a:extLst>
                </p14:cNvPr>
                <p14:cNvContentPartPr/>
                <p14:nvPr/>
              </p14:nvContentPartPr>
              <p14:xfrm>
                <a:off x="1403495" y="4252266"/>
                <a:ext cx="123120" cy="168480"/>
              </p14:xfrm>
            </p:contentPart>
          </mc:Choice>
          <mc:Fallback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4792CA89-C112-40A1-ACD7-8FFFE035675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394495" y="4243266"/>
                  <a:ext cx="14076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E4539A05-BE4C-4B2B-B6A8-703378F373BA}"/>
                    </a:ext>
                  </a:extLst>
                </p14:cNvPr>
                <p14:cNvContentPartPr/>
                <p14:nvPr/>
              </p14:nvContentPartPr>
              <p14:xfrm>
                <a:off x="1618055" y="4163706"/>
                <a:ext cx="154440" cy="267120"/>
              </p14:xfrm>
            </p:contentPart>
          </mc:Choice>
          <mc:Fallback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E4539A05-BE4C-4B2B-B6A8-703378F373B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609055" y="4155066"/>
                  <a:ext cx="17208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E63158A7-7227-4DA3-BC30-F91A23454A45}"/>
                    </a:ext>
                  </a:extLst>
                </p14:cNvPr>
                <p14:cNvContentPartPr/>
                <p14:nvPr/>
              </p14:nvContentPartPr>
              <p14:xfrm>
                <a:off x="1859255" y="4269906"/>
                <a:ext cx="110520" cy="168120"/>
              </p14:xfrm>
            </p:contentPart>
          </mc:Choice>
          <mc:Fallback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E63158A7-7227-4DA3-BC30-F91A23454A4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850255" y="4261266"/>
                  <a:ext cx="12816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AE50D81A-13DD-4938-8A38-79456FD817F1}"/>
                    </a:ext>
                  </a:extLst>
                </p14:cNvPr>
                <p14:cNvContentPartPr/>
                <p14:nvPr/>
              </p14:nvContentPartPr>
              <p14:xfrm>
                <a:off x="2033495" y="4272426"/>
                <a:ext cx="250560" cy="188280"/>
              </p14:xfrm>
            </p:contentPart>
          </mc:Choice>
          <mc:Fallback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AE50D81A-13DD-4938-8A38-79456FD817F1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024495" y="4263786"/>
                  <a:ext cx="26820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FD3ACD9B-DA9C-420D-8E5C-C8E78AB9DA80}"/>
                    </a:ext>
                  </a:extLst>
                </p14:cNvPr>
                <p14:cNvContentPartPr/>
                <p14:nvPr/>
              </p14:nvContentPartPr>
              <p14:xfrm>
                <a:off x="2281535" y="4239666"/>
                <a:ext cx="263880" cy="181800"/>
              </p14:xfrm>
            </p:contentPart>
          </mc:Choice>
          <mc:Fallback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FD3ACD9B-DA9C-420D-8E5C-C8E78AB9DA8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272535" y="4231026"/>
                  <a:ext cx="28152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B6A72C3E-B278-4EF4-BB2B-5FB7AD25C30C}"/>
                    </a:ext>
                  </a:extLst>
                </p14:cNvPr>
                <p14:cNvContentPartPr/>
                <p14:nvPr/>
              </p14:nvContentPartPr>
              <p14:xfrm>
                <a:off x="2396015" y="4058586"/>
                <a:ext cx="253440" cy="239040"/>
              </p14:xfrm>
            </p:contentPart>
          </mc:Choice>
          <mc:Fallback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B6A72C3E-B278-4EF4-BB2B-5FB7AD25C30C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387375" y="4049586"/>
                  <a:ext cx="27108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EF5E1735-5508-45E2-A23F-9B7F92D8D0EE}"/>
                    </a:ext>
                  </a:extLst>
                </p14:cNvPr>
                <p14:cNvContentPartPr/>
                <p14:nvPr/>
              </p14:nvContentPartPr>
              <p14:xfrm>
                <a:off x="2616335" y="4392306"/>
                <a:ext cx="360" cy="360"/>
              </p14:xfrm>
            </p:contentPart>
          </mc:Choice>
          <mc:Fallback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EF5E1735-5508-45E2-A23F-9B7F92D8D0EE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607335" y="438366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upo 20">
            <a:extLst>
              <a:ext uri="{FF2B5EF4-FFF2-40B4-BE49-F238E27FC236}">
                <a16:creationId xmlns:a16="http://schemas.microsoft.com/office/drawing/2014/main" id="{437C5353-C71C-42FD-B433-B5160AEAEA9C}"/>
              </a:ext>
            </a:extLst>
          </p:cNvPr>
          <p:cNvGrpSpPr/>
          <p:nvPr/>
        </p:nvGrpSpPr>
        <p:grpSpPr>
          <a:xfrm>
            <a:off x="3096935" y="3992706"/>
            <a:ext cx="449640" cy="565560"/>
            <a:chOff x="3096935" y="3992706"/>
            <a:chExt cx="449640" cy="565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E2D89D06-F5E7-45E9-A5E7-5AE00FC9A5AD}"/>
                    </a:ext>
                  </a:extLst>
                </p14:cNvPr>
                <p14:cNvContentPartPr/>
                <p14:nvPr/>
              </p14:nvContentPartPr>
              <p14:xfrm>
                <a:off x="3096935" y="3992706"/>
                <a:ext cx="284760" cy="450720"/>
              </p14:xfrm>
            </p:contentPart>
          </mc:Choice>
          <mc:Fallback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E2D89D06-F5E7-45E9-A5E7-5AE00FC9A5AD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088295" y="3984066"/>
                  <a:ext cx="302400" cy="46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030C46E6-B8DC-4EA4-8E29-434AB4202110}"/>
                    </a:ext>
                  </a:extLst>
                </p14:cNvPr>
                <p14:cNvContentPartPr/>
                <p14:nvPr/>
              </p14:nvContentPartPr>
              <p14:xfrm>
                <a:off x="3444335" y="4074426"/>
                <a:ext cx="102240" cy="483840"/>
              </p14:xfrm>
            </p:contentPart>
          </mc:Choice>
          <mc:Fallback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030C46E6-B8DC-4EA4-8E29-434AB4202110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435695" y="4065786"/>
                  <a:ext cx="119880" cy="50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upo 25">
            <a:extLst>
              <a:ext uri="{FF2B5EF4-FFF2-40B4-BE49-F238E27FC236}">
                <a16:creationId xmlns:a16="http://schemas.microsoft.com/office/drawing/2014/main" id="{C5E3EB9B-DCDC-4919-9981-C56998D39329}"/>
              </a:ext>
            </a:extLst>
          </p:cNvPr>
          <p:cNvGrpSpPr/>
          <p:nvPr/>
        </p:nvGrpSpPr>
        <p:grpSpPr>
          <a:xfrm>
            <a:off x="8321615" y="4034826"/>
            <a:ext cx="751680" cy="217800"/>
            <a:chOff x="8321615" y="4034826"/>
            <a:chExt cx="751680" cy="21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C52FDF51-0F09-439A-B55A-F9F6B3BA63B4}"/>
                    </a:ext>
                  </a:extLst>
                </p14:cNvPr>
                <p14:cNvContentPartPr/>
                <p14:nvPr/>
              </p14:nvContentPartPr>
              <p14:xfrm>
                <a:off x="8321615" y="4034826"/>
                <a:ext cx="210240" cy="217800"/>
              </p14:xfrm>
            </p:contentPart>
          </mc:Choice>
          <mc:Fallback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C52FDF51-0F09-439A-B55A-F9F6B3BA63B4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312975" y="4025826"/>
                  <a:ext cx="22788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C408559B-C1E6-48C9-811B-4D797C80839A}"/>
                    </a:ext>
                  </a:extLst>
                </p14:cNvPr>
                <p14:cNvContentPartPr/>
                <p14:nvPr/>
              </p14:nvContentPartPr>
              <p14:xfrm>
                <a:off x="8543735" y="4083066"/>
                <a:ext cx="119520" cy="9000"/>
              </p14:xfrm>
            </p:contentPart>
          </mc:Choice>
          <mc:Fallback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C408559B-C1E6-48C9-811B-4D797C80839A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535095" y="4074426"/>
                  <a:ext cx="13716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9EB29B0B-953D-45A5-9DC6-60B25E42D70F}"/>
                    </a:ext>
                  </a:extLst>
                </p14:cNvPr>
                <p14:cNvContentPartPr/>
                <p14:nvPr/>
              </p14:nvContentPartPr>
              <p14:xfrm>
                <a:off x="8550575" y="4151826"/>
                <a:ext cx="145800" cy="16560"/>
              </p14:xfrm>
            </p:contentPart>
          </mc:Choice>
          <mc:Fallback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9EB29B0B-953D-45A5-9DC6-60B25E42D70F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541575" y="4143186"/>
                  <a:ext cx="1634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2969F1C8-7185-4C31-B727-8DC9D616E388}"/>
                    </a:ext>
                  </a:extLst>
                </p14:cNvPr>
                <p14:cNvContentPartPr/>
                <p14:nvPr/>
              </p14:nvContentPartPr>
              <p14:xfrm>
                <a:off x="8754335" y="4070826"/>
                <a:ext cx="318960" cy="156960"/>
              </p14:xfrm>
            </p:contentPart>
          </mc:Choice>
          <mc:Fallback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2969F1C8-7185-4C31-B727-8DC9D616E38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745695" y="4062186"/>
                  <a:ext cx="336600" cy="17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upo 29">
            <a:extLst>
              <a:ext uri="{FF2B5EF4-FFF2-40B4-BE49-F238E27FC236}">
                <a16:creationId xmlns:a16="http://schemas.microsoft.com/office/drawing/2014/main" id="{81E12AC5-33A0-49BD-94F6-5A728D90CF9A}"/>
              </a:ext>
            </a:extLst>
          </p:cNvPr>
          <p:cNvGrpSpPr/>
          <p:nvPr/>
        </p:nvGrpSpPr>
        <p:grpSpPr>
          <a:xfrm>
            <a:off x="3569975" y="4219146"/>
            <a:ext cx="441720" cy="339120"/>
            <a:chOff x="3569975" y="4219146"/>
            <a:chExt cx="441720" cy="33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7" name="Entrada de lápiz 26">
                  <a:extLst>
                    <a:ext uri="{FF2B5EF4-FFF2-40B4-BE49-F238E27FC236}">
                      <a16:creationId xmlns:a16="http://schemas.microsoft.com/office/drawing/2014/main" id="{BB283CBA-2638-44A1-9A19-D3E882323589}"/>
                    </a:ext>
                  </a:extLst>
                </p14:cNvPr>
                <p14:cNvContentPartPr/>
                <p14:nvPr/>
              </p14:nvContentPartPr>
              <p14:xfrm>
                <a:off x="3569975" y="4232466"/>
                <a:ext cx="186480" cy="180360"/>
              </p14:xfrm>
            </p:contentPart>
          </mc:Choice>
          <mc:Fallback>
            <p:pic>
              <p:nvPicPr>
                <p:cNvPr id="27" name="Entrada de lápiz 26">
                  <a:extLst>
                    <a:ext uri="{FF2B5EF4-FFF2-40B4-BE49-F238E27FC236}">
                      <a16:creationId xmlns:a16="http://schemas.microsoft.com/office/drawing/2014/main" id="{BB283CBA-2638-44A1-9A19-D3E882323589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561335" y="4223826"/>
                  <a:ext cx="20412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8" name="Entrada de lápiz 27">
                  <a:extLst>
                    <a:ext uri="{FF2B5EF4-FFF2-40B4-BE49-F238E27FC236}">
                      <a16:creationId xmlns:a16="http://schemas.microsoft.com/office/drawing/2014/main" id="{7518C817-57FB-4519-91DC-5920B650D420}"/>
                    </a:ext>
                  </a:extLst>
                </p14:cNvPr>
                <p14:cNvContentPartPr/>
                <p14:nvPr/>
              </p14:nvContentPartPr>
              <p14:xfrm>
                <a:off x="3759335" y="4219146"/>
                <a:ext cx="129600" cy="141120"/>
              </p14:xfrm>
            </p:contentPart>
          </mc:Choice>
          <mc:Fallback>
            <p:pic>
              <p:nvPicPr>
                <p:cNvPr id="28" name="Entrada de lápiz 27">
                  <a:extLst>
                    <a:ext uri="{FF2B5EF4-FFF2-40B4-BE49-F238E27FC236}">
                      <a16:creationId xmlns:a16="http://schemas.microsoft.com/office/drawing/2014/main" id="{7518C817-57FB-4519-91DC-5920B650D420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750695" y="4210146"/>
                  <a:ext cx="14724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5CE7C68E-6C7A-4283-A7D4-D7DAA986772F}"/>
                    </a:ext>
                  </a:extLst>
                </p14:cNvPr>
                <p14:cNvContentPartPr/>
                <p14:nvPr/>
              </p14:nvContentPartPr>
              <p14:xfrm>
                <a:off x="3882815" y="4385466"/>
                <a:ext cx="128880" cy="172800"/>
              </p14:xfrm>
            </p:contentPart>
          </mc:Choice>
          <mc:Fallback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5CE7C68E-6C7A-4283-A7D4-D7DAA986772F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873815" y="4376826"/>
                  <a:ext cx="146520" cy="19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upo 37">
            <a:extLst>
              <a:ext uri="{FF2B5EF4-FFF2-40B4-BE49-F238E27FC236}">
                <a16:creationId xmlns:a16="http://schemas.microsoft.com/office/drawing/2014/main" id="{77FAAAA7-E315-4756-BCA2-C99462AB5FB6}"/>
              </a:ext>
            </a:extLst>
          </p:cNvPr>
          <p:cNvGrpSpPr/>
          <p:nvPr/>
        </p:nvGrpSpPr>
        <p:grpSpPr>
          <a:xfrm>
            <a:off x="8234855" y="4523706"/>
            <a:ext cx="1243440" cy="303120"/>
            <a:chOff x="8234855" y="4523706"/>
            <a:chExt cx="1243440" cy="30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1" name="Entrada de lápiz 30">
                  <a:extLst>
                    <a:ext uri="{FF2B5EF4-FFF2-40B4-BE49-F238E27FC236}">
                      <a16:creationId xmlns:a16="http://schemas.microsoft.com/office/drawing/2014/main" id="{A43080EB-D280-455C-8B90-233DA7D2BFE7}"/>
                    </a:ext>
                  </a:extLst>
                </p14:cNvPr>
                <p14:cNvContentPartPr/>
                <p14:nvPr/>
              </p14:nvContentPartPr>
              <p14:xfrm>
                <a:off x="8234855" y="4523706"/>
                <a:ext cx="177480" cy="280800"/>
              </p14:xfrm>
            </p:contentPart>
          </mc:Choice>
          <mc:Fallback>
            <p:pic>
              <p:nvPicPr>
                <p:cNvPr id="31" name="Entrada de lápiz 30">
                  <a:extLst>
                    <a:ext uri="{FF2B5EF4-FFF2-40B4-BE49-F238E27FC236}">
                      <a16:creationId xmlns:a16="http://schemas.microsoft.com/office/drawing/2014/main" id="{A43080EB-D280-455C-8B90-233DA7D2BFE7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225855" y="4515066"/>
                  <a:ext cx="19512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2" name="Entrada de lápiz 31">
                  <a:extLst>
                    <a:ext uri="{FF2B5EF4-FFF2-40B4-BE49-F238E27FC236}">
                      <a16:creationId xmlns:a16="http://schemas.microsoft.com/office/drawing/2014/main" id="{F1047F87-8BCB-4829-84A4-B484E2222C9F}"/>
                    </a:ext>
                  </a:extLst>
                </p14:cNvPr>
                <p14:cNvContentPartPr/>
                <p14:nvPr/>
              </p14:nvContentPartPr>
              <p14:xfrm>
                <a:off x="8571095" y="4579146"/>
                <a:ext cx="109800" cy="7200"/>
              </p14:xfrm>
            </p:contentPart>
          </mc:Choice>
          <mc:Fallback>
            <p:pic>
              <p:nvPicPr>
                <p:cNvPr id="32" name="Entrada de lápiz 31">
                  <a:extLst>
                    <a:ext uri="{FF2B5EF4-FFF2-40B4-BE49-F238E27FC236}">
                      <a16:creationId xmlns:a16="http://schemas.microsoft.com/office/drawing/2014/main" id="{F1047F87-8BCB-4829-84A4-B484E2222C9F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562455" y="4570506"/>
                  <a:ext cx="12744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3" name="Entrada de lápiz 32">
                  <a:extLst>
                    <a:ext uri="{FF2B5EF4-FFF2-40B4-BE49-F238E27FC236}">
                      <a16:creationId xmlns:a16="http://schemas.microsoft.com/office/drawing/2014/main" id="{8A59A08F-DB88-4166-8ED5-BC067FCE196D}"/>
                    </a:ext>
                  </a:extLst>
                </p14:cNvPr>
                <p14:cNvContentPartPr/>
                <p14:nvPr/>
              </p14:nvContentPartPr>
              <p14:xfrm>
                <a:off x="8541935" y="4639626"/>
                <a:ext cx="210960" cy="14760"/>
              </p14:xfrm>
            </p:contentPart>
          </mc:Choice>
          <mc:Fallback>
            <p:pic>
              <p:nvPicPr>
                <p:cNvPr id="33" name="Entrada de lápiz 32">
                  <a:extLst>
                    <a:ext uri="{FF2B5EF4-FFF2-40B4-BE49-F238E27FC236}">
                      <a16:creationId xmlns:a16="http://schemas.microsoft.com/office/drawing/2014/main" id="{8A59A08F-DB88-4166-8ED5-BC067FCE196D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532935" y="4630626"/>
                  <a:ext cx="22860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4" name="Entrada de lápiz 33">
                  <a:extLst>
                    <a:ext uri="{FF2B5EF4-FFF2-40B4-BE49-F238E27FC236}">
                      <a16:creationId xmlns:a16="http://schemas.microsoft.com/office/drawing/2014/main" id="{63AD5AD1-311E-429B-A17D-0EF68F0110B1}"/>
                    </a:ext>
                  </a:extLst>
                </p14:cNvPr>
                <p14:cNvContentPartPr/>
                <p14:nvPr/>
              </p14:nvContentPartPr>
              <p14:xfrm>
                <a:off x="8806535" y="4564026"/>
                <a:ext cx="217440" cy="262800"/>
              </p14:xfrm>
            </p:contentPart>
          </mc:Choice>
          <mc:Fallback>
            <p:pic>
              <p:nvPicPr>
                <p:cNvPr id="34" name="Entrada de lápiz 33">
                  <a:extLst>
                    <a:ext uri="{FF2B5EF4-FFF2-40B4-BE49-F238E27FC236}">
                      <a16:creationId xmlns:a16="http://schemas.microsoft.com/office/drawing/2014/main" id="{63AD5AD1-311E-429B-A17D-0EF68F0110B1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797895" y="4555026"/>
                  <a:ext cx="23508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5" name="Entrada de lápiz 34">
                  <a:extLst>
                    <a:ext uri="{FF2B5EF4-FFF2-40B4-BE49-F238E27FC236}">
                      <a16:creationId xmlns:a16="http://schemas.microsoft.com/office/drawing/2014/main" id="{87CD9C90-4A78-462C-B1C0-A7F08C2CEAAB}"/>
                    </a:ext>
                  </a:extLst>
                </p14:cNvPr>
                <p14:cNvContentPartPr/>
                <p14:nvPr/>
              </p14:nvContentPartPr>
              <p14:xfrm>
                <a:off x="9169775" y="4612266"/>
                <a:ext cx="108360" cy="127080"/>
              </p14:xfrm>
            </p:contentPart>
          </mc:Choice>
          <mc:Fallback>
            <p:pic>
              <p:nvPicPr>
                <p:cNvPr id="35" name="Entrada de lápiz 34">
                  <a:extLst>
                    <a:ext uri="{FF2B5EF4-FFF2-40B4-BE49-F238E27FC236}">
                      <a16:creationId xmlns:a16="http://schemas.microsoft.com/office/drawing/2014/main" id="{87CD9C90-4A78-462C-B1C0-A7F08C2CEAAB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161135" y="4603626"/>
                  <a:ext cx="12600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E84452E0-588F-48B5-A308-232547A58C81}"/>
                    </a:ext>
                  </a:extLst>
                </p14:cNvPr>
                <p14:cNvContentPartPr/>
                <p14:nvPr/>
              </p14:nvContentPartPr>
              <p14:xfrm>
                <a:off x="9422135" y="4597866"/>
                <a:ext cx="23040" cy="151560"/>
              </p14:xfrm>
            </p:contentPart>
          </mc:Choice>
          <mc:Fallback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E84452E0-588F-48B5-A308-232547A58C81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413495" y="4589226"/>
                  <a:ext cx="4068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7" name="Entrada de lápiz 36">
                  <a:extLst>
                    <a:ext uri="{FF2B5EF4-FFF2-40B4-BE49-F238E27FC236}">
                      <a16:creationId xmlns:a16="http://schemas.microsoft.com/office/drawing/2014/main" id="{B447C691-4699-41E0-86B0-D93101B79010}"/>
                    </a:ext>
                  </a:extLst>
                </p14:cNvPr>
                <p14:cNvContentPartPr/>
                <p14:nvPr/>
              </p14:nvContentPartPr>
              <p14:xfrm>
                <a:off x="9361655" y="4747626"/>
                <a:ext cx="116640" cy="9720"/>
              </p14:xfrm>
            </p:contentPart>
          </mc:Choice>
          <mc:Fallback>
            <p:pic>
              <p:nvPicPr>
                <p:cNvPr id="37" name="Entrada de lápiz 36">
                  <a:extLst>
                    <a:ext uri="{FF2B5EF4-FFF2-40B4-BE49-F238E27FC236}">
                      <a16:creationId xmlns:a16="http://schemas.microsoft.com/office/drawing/2014/main" id="{B447C691-4699-41E0-86B0-D93101B79010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353015" y="4738626"/>
                  <a:ext cx="134280" cy="27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39" name="Entrada de lápiz 38">
                <a:extLst>
                  <a:ext uri="{FF2B5EF4-FFF2-40B4-BE49-F238E27FC236}">
                    <a16:creationId xmlns:a16="http://schemas.microsoft.com/office/drawing/2014/main" id="{95B44391-3AAE-46A4-95F5-EFAB5F3BEFBA}"/>
                  </a:ext>
                </a:extLst>
              </p14:cNvPr>
              <p14:cNvContentPartPr/>
              <p14:nvPr/>
            </p14:nvContentPartPr>
            <p14:xfrm>
              <a:off x="4643135" y="1021986"/>
              <a:ext cx="360" cy="360"/>
            </p14:xfrm>
          </p:contentPart>
        </mc:Choice>
        <mc:Fallback>
          <p:pic>
            <p:nvPicPr>
              <p:cNvPr id="39" name="Entrada de lápiz 38">
                <a:extLst>
                  <a:ext uri="{FF2B5EF4-FFF2-40B4-BE49-F238E27FC236}">
                    <a16:creationId xmlns:a16="http://schemas.microsoft.com/office/drawing/2014/main" id="{95B44391-3AAE-46A4-95F5-EFAB5F3BEFBA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4589135" y="914346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40" name="Entrada de lápiz 39">
                <a:extLst>
                  <a:ext uri="{FF2B5EF4-FFF2-40B4-BE49-F238E27FC236}">
                    <a16:creationId xmlns:a16="http://schemas.microsoft.com/office/drawing/2014/main" id="{6AF465B6-53DE-4EEF-8914-FCE4AD1ADB4E}"/>
                  </a:ext>
                </a:extLst>
              </p14:cNvPr>
              <p14:cNvContentPartPr/>
              <p14:nvPr/>
            </p14:nvContentPartPr>
            <p14:xfrm>
              <a:off x="4643135" y="1021986"/>
              <a:ext cx="80640" cy="12240"/>
            </p14:xfrm>
          </p:contentPart>
        </mc:Choice>
        <mc:Fallback>
          <p:pic>
            <p:nvPicPr>
              <p:cNvPr id="40" name="Entrada de lápiz 39">
                <a:extLst>
                  <a:ext uri="{FF2B5EF4-FFF2-40B4-BE49-F238E27FC236}">
                    <a16:creationId xmlns:a16="http://schemas.microsoft.com/office/drawing/2014/main" id="{6AF465B6-53DE-4EEF-8914-FCE4AD1ADB4E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4589135" y="914346"/>
                <a:ext cx="188280" cy="22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">
            <p14:nvContentPartPr>
              <p14:cNvPr id="42" name="Entrada de lápiz 41">
                <a:extLst>
                  <a:ext uri="{FF2B5EF4-FFF2-40B4-BE49-F238E27FC236}">
                    <a16:creationId xmlns:a16="http://schemas.microsoft.com/office/drawing/2014/main" id="{B06B9320-2994-40CD-A429-7EAC0AE0BEBF}"/>
                  </a:ext>
                </a:extLst>
              </p14:cNvPr>
              <p14:cNvContentPartPr/>
              <p14:nvPr/>
            </p14:nvContentPartPr>
            <p14:xfrm>
              <a:off x="4593095" y="982746"/>
              <a:ext cx="4878360" cy="194040"/>
            </p14:xfrm>
          </p:contentPart>
        </mc:Choice>
        <mc:Fallback>
          <p:pic>
            <p:nvPicPr>
              <p:cNvPr id="42" name="Entrada de lápiz 41">
                <a:extLst>
                  <a:ext uri="{FF2B5EF4-FFF2-40B4-BE49-F238E27FC236}">
                    <a16:creationId xmlns:a16="http://schemas.microsoft.com/office/drawing/2014/main" id="{B06B9320-2994-40CD-A429-7EAC0AE0BEBF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4539095" y="875106"/>
                <a:ext cx="4986000" cy="40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7">
            <p14:nvContentPartPr>
              <p14:cNvPr id="43" name="Entrada de lápiz 42">
                <a:extLst>
                  <a:ext uri="{FF2B5EF4-FFF2-40B4-BE49-F238E27FC236}">
                    <a16:creationId xmlns:a16="http://schemas.microsoft.com/office/drawing/2014/main" id="{5F8E4951-C9C9-4FCA-AB74-33FB896CB87B}"/>
                  </a:ext>
                </a:extLst>
              </p14:cNvPr>
              <p14:cNvContentPartPr/>
              <p14:nvPr/>
            </p14:nvContentPartPr>
            <p14:xfrm>
              <a:off x="1226735" y="1275786"/>
              <a:ext cx="1625760" cy="54000"/>
            </p14:xfrm>
          </p:contentPart>
        </mc:Choice>
        <mc:Fallback>
          <p:pic>
            <p:nvPicPr>
              <p:cNvPr id="43" name="Entrada de lápiz 42">
                <a:extLst>
                  <a:ext uri="{FF2B5EF4-FFF2-40B4-BE49-F238E27FC236}">
                    <a16:creationId xmlns:a16="http://schemas.microsoft.com/office/drawing/2014/main" id="{5F8E4951-C9C9-4FCA-AB74-33FB896CB87B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1173095" y="1168146"/>
                <a:ext cx="1733400" cy="26964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upo 48">
            <a:extLst>
              <a:ext uri="{FF2B5EF4-FFF2-40B4-BE49-F238E27FC236}">
                <a16:creationId xmlns:a16="http://schemas.microsoft.com/office/drawing/2014/main" id="{894674F6-2C39-48DA-9BC7-EA08E1D0EC89}"/>
              </a:ext>
            </a:extLst>
          </p:cNvPr>
          <p:cNvGrpSpPr/>
          <p:nvPr/>
        </p:nvGrpSpPr>
        <p:grpSpPr>
          <a:xfrm>
            <a:off x="4126175" y="4066146"/>
            <a:ext cx="808200" cy="408960"/>
            <a:chOff x="4126175" y="4066146"/>
            <a:chExt cx="808200" cy="40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4" name="Entrada de lápiz 43">
                  <a:extLst>
                    <a:ext uri="{FF2B5EF4-FFF2-40B4-BE49-F238E27FC236}">
                      <a16:creationId xmlns:a16="http://schemas.microsoft.com/office/drawing/2014/main" id="{1DB7399C-B944-4CBF-9F9B-F171240C4C74}"/>
                    </a:ext>
                  </a:extLst>
                </p14:cNvPr>
                <p14:cNvContentPartPr/>
                <p14:nvPr/>
              </p14:nvContentPartPr>
              <p14:xfrm>
                <a:off x="4126175" y="4233906"/>
                <a:ext cx="117000" cy="137160"/>
              </p14:xfrm>
            </p:contentPart>
          </mc:Choice>
          <mc:Fallback>
            <p:pic>
              <p:nvPicPr>
                <p:cNvPr id="44" name="Entrada de lápiz 43">
                  <a:extLst>
                    <a:ext uri="{FF2B5EF4-FFF2-40B4-BE49-F238E27FC236}">
                      <a16:creationId xmlns:a16="http://schemas.microsoft.com/office/drawing/2014/main" id="{1DB7399C-B944-4CBF-9F9B-F171240C4C74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117535" y="4224906"/>
                  <a:ext cx="13464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6" name="Entrada de lápiz 45">
                  <a:extLst>
                    <a:ext uri="{FF2B5EF4-FFF2-40B4-BE49-F238E27FC236}">
                      <a16:creationId xmlns:a16="http://schemas.microsoft.com/office/drawing/2014/main" id="{ADDA4BEB-5CFE-4469-80CD-A8D2C93637BA}"/>
                    </a:ext>
                  </a:extLst>
                </p14:cNvPr>
                <p14:cNvContentPartPr/>
                <p14:nvPr/>
              </p14:nvContentPartPr>
              <p14:xfrm>
                <a:off x="4481135" y="4246146"/>
                <a:ext cx="86040" cy="163800"/>
              </p14:xfrm>
            </p:contentPart>
          </mc:Choice>
          <mc:Fallback>
            <p:pic>
              <p:nvPicPr>
                <p:cNvPr id="46" name="Entrada de lápiz 45">
                  <a:extLst>
                    <a:ext uri="{FF2B5EF4-FFF2-40B4-BE49-F238E27FC236}">
                      <a16:creationId xmlns:a16="http://schemas.microsoft.com/office/drawing/2014/main" id="{ADDA4BEB-5CFE-4469-80CD-A8D2C93637BA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4472135" y="4237146"/>
                  <a:ext cx="10368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7" name="Entrada de lápiz 46">
                  <a:extLst>
                    <a:ext uri="{FF2B5EF4-FFF2-40B4-BE49-F238E27FC236}">
                      <a16:creationId xmlns:a16="http://schemas.microsoft.com/office/drawing/2014/main" id="{2BD54608-55EA-43A3-9CB1-BF227E7381DE}"/>
                    </a:ext>
                  </a:extLst>
                </p14:cNvPr>
                <p14:cNvContentPartPr/>
                <p14:nvPr/>
              </p14:nvContentPartPr>
              <p14:xfrm>
                <a:off x="4655375" y="4263786"/>
                <a:ext cx="102240" cy="164160"/>
              </p14:xfrm>
            </p:contentPart>
          </mc:Choice>
          <mc:Fallback>
            <p:pic>
              <p:nvPicPr>
                <p:cNvPr id="47" name="Entrada de lápiz 46">
                  <a:extLst>
                    <a:ext uri="{FF2B5EF4-FFF2-40B4-BE49-F238E27FC236}">
                      <a16:creationId xmlns:a16="http://schemas.microsoft.com/office/drawing/2014/main" id="{2BD54608-55EA-43A3-9CB1-BF227E7381DE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4646375" y="4255146"/>
                  <a:ext cx="11988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8" name="Entrada de lápiz 47">
                  <a:extLst>
                    <a:ext uri="{FF2B5EF4-FFF2-40B4-BE49-F238E27FC236}">
                      <a16:creationId xmlns:a16="http://schemas.microsoft.com/office/drawing/2014/main" id="{5B89F387-1E35-4AB4-A00C-8E93F9909D2A}"/>
                    </a:ext>
                  </a:extLst>
                </p14:cNvPr>
                <p14:cNvContentPartPr/>
                <p14:nvPr/>
              </p14:nvContentPartPr>
              <p14:xfrm>
                <a:off x="4886855" y="4066146"/>
                <a:ext cx="47520" cy="408960"/>
              </p14:xfrm>
            </p:contentPart>
          </mc:Choice>
          <mc:Fallback>
            <p:pic>
              <p:nvPicPr>
                <p:cNvPr id="48" name="Entrada de lápiz 47">
                  <a:extLst>
                    <a:ext uri="{FF2B5EF4-FFF2-40B4-BE49-F238E27FC236}">
                      <a16:creationId xmlns:a16="http://schemas.microsoft.com/office/drawing/2014/main" id="{5B89F387-1E35-4AB4-A00C-8E93F9909D2A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4877855" y="4057146"/>
                  <a:ext cx="65160" cy="426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50" name="Entrada de lápiz 49">
                <a:extLst>
                  <a:ext uri="{FF2B5EF4-FFF2-40B4-BE49-F238E27FC236}">
                    <a16:creationId xmlns:a16="http://schemas.microsoft.com/office/drawing/2014/main" id="{0CE9200D-6B1C-4657-873F-36743ADB5B17}"/>
                  </a:ext>
                </a:extLst>
              </p14:cNvPr>
              <p14:cNvContentPartPr/>
              <p14:nvPr/>
            </p14:nvContentPartPr>
            <p14:xfrm>
              <a:off x="4278455" y="4366386"/>
              <a:ext cx="33840" cy="32400"/>
            </p14:xfrm>
          </p:contentPart>
        </mc:Choice>
        <mc:Fallback>
          <p:pic>
            <p:nvPicPr>
              <p:cNvPr id="50" name="Entrada de lápiz 49">
                <a:extLst>
                  <a:ext uri="{FF2B5EF4-FFF2-40B4-BE49-F238E27FC236}">
                    <a16:creationId xmlns:a16="http://schemas.microsoft.com/office/drawing/2014/main" id="{0CE9200D-6B1C-4657-873F-36743ADB5B17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4269455" y="4357746"/>
                <a:ext cx="51480" cy="5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9">
            <p14:nvContentPartPr>
              <p14:cNvPr id="51" name="Entrada de lápiz 50">
                <a:extLst>
                  <a:ext uri="{FF2B5EF4-FFF2-40B4-BE49-F238E27FC236}">
                    <a16:creationId xmlns:a16="http://schemas.microsoft.com/office/drawing/2014/main" id="{AD45082B-3C67-4ED7-A0D3-213B03B95AC4}"/>
                  </a:ext>
                </a:extLst>
              </p14:cNvPr>
              <p14:cNvContentPartPr/>
              <p14:nvPr/>
            </p14:nvContentPartPr>
            <p14:xfrm>
              <a:off x="9672695" y="4041306"/>
              <a:ext cx="243000" cy="106920"/>
            </p14:xfrm>
          </p:contentPart>
        </mc:Choice>
        <mc:Fallback>
          <p:pic>
            <p:nvPicPr>
              <p:cNvPr id="51" name="Entrada de lápiz 50">
                <a:extLst>
                  <a:ext uri="{FF2B5EF4-FFF2-40B4-BE49-F238E27FC236}">
                    <a16:creationId xmlns:a16="http://schemas.microsoft.com/office/drawing/2014/main" id="{AD45082B-3C67-4ED7-A0D3-213B03B95AC4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9663695" y="4032666"/>
                <a:ext cx="260640" cy="12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52" name="Entrada de lápiz 51">
                <a:extLst>
                  <a:ext uri="{FF2B5EF4-FFF2-40B4-BE49-F238E27FC236}">
                    <a16:creationId xmlns:a16="http://schemas.microsoft.com/office/drawing/2014/main" id="{220FC54A-32A5-461A-AC3D-967B0912C480}"/>
                  </a:ext>
                </a:extLst>
              </p14:cNvPr>
              <p14:cNvContentPartPr/>
              <p14:nvPr/>
            </p14:nvContentPartPr>
            <p14:xfrm>
              <a:off x="9682775" y="4516506"/>
              <a:ext cx="200520" cy="92880"/>
            </p14:xfrm>
          </p:contentPart>
        </mc:Choice>
        <mc:Fallback>
          <p:pic>
            <p:nvPicPr>
              <p:cNvPr id="52" name="Entrada de lápiz 51">
                <a:extLst>
                  <a:ext uri="{FF2B5EF4-FFF2-40B4-BE49-F238E27FC236}">
                    <a16:creationId xmlns:a16="http://schemas.microsoft.com/office/drawing/2014/main" id="{220FC54A-32A5-461A-AC3D-967B0912C480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9674135" y="4507506"/>
                <a:ext cx="218160" cy="110520"/>
              </a:xfrm>
              <a:prstGeom prst="rect">
                <a:avLst/>
              </a:prstGeom>
            </p:spPr>
          </p:pic>
        </mc:Fallback>
      </mc:AlternateContent>
      <p:grpSp>
        <p:nvGrpSpPr>
          <p:cNvPr id="61" name="Grupo 60">
            <a:extLst>
              <a:ext uri="{FF2B5EF4-FFF2-40B4-BE49-F238E27FC236}">
                <a16:creationId xmlns:a16="http://schemas.microsoft.com/office/drawing/2014/main" id="{DB5AA60A-6E7B-49CA-8AF2-5E97BA35877E}"/>
              </a:ext>
            </a:extLst>
          </p:cNvPr>
          <p:cNvGrpSpPr/>
          <p:nvPr/>
        </p:nvGrpSpPr>
        <p:grpSpPr>
          <a:xfrm>
            <a:off x="469295" y="4855266"/>
            <a:ext cx="970560" cy="365760"/>
            <a:chOff x="469295" y="4855266"/>
            <a:chExt cx="970560" cy="36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3" name="Entrada de lápiz 52">
                  <a:extLst>
                    <a:ext uri="{FF2B5EF4-FFF2-40B4-BE49-F238E27FC236}">
                      <a16:creationId xmlns:a16="http://schemas.microsoft.com/office/drawing/2014/main" id="{4754F903-E244-48AC-9F77-40F36FBA3041}"/>
                    </a:ext>
                  </a:extLst>
                </p14:cNvPr>
                <p14:cNvContentPartPr/>
                <p14:nvPr/>
              </p14:nvContentPartPr>
              <p14:xfrm>
                <a:off x="543095" y="4864626"/>
                <a:ext cx="204480" cy="10080"/>
              </p14:xfrm>
            </p:contentPart>
          </mc:Choice>
          <mc:Fallback>
            <p:pic>
              <p:nvPicPr>
                <p:cNvPr id="53" name="Entrada de lápiz 52">
                  <a:extLst>
                    <a:ext uri="{FF2B5EF4-FFF2-40B4-BE49-F238E27FC236}">
                      <a16:creationId xmlns:a16="http://schemas.microsoft.com/office/drawing/2014/main" id="{4754F903-E244-48AC-9F77-40F36FBA3041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534095" y="4855626"/>
                  <a:ext cx="22212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4" name="Entrada de lápiz 53">
                  <a:extLst>
                    <a:ext uri="{FF2B5EF4-FFF2-40B4-BE49-F238E27FC236}">
                      <a16:creationId xmlns:a16="http://schemas.microsoft.com/office/drawing/2014/main" id="{03E09D22-2BA9-4FCF-8AC3-B7CF1E95FBDA}"/>
                    </a:ext>
                  </a:extLst>
                </p14:cNvPr>
                <p14:cNvContentPartPr/>
                <p14:nvPr/>
              </p14:nvContentPartPr>
              <p14:xfrm>
                <a:off x="469295" y="4855266"/>
                <a:ext cx="264240" cy="321120"/>
              </p14:xfrm>
            </p:contentPart>
          </mc:Choice>
          <mc:Fallback>
            <p:pic>
              <p:nvPicPr>
                <p:cNvPr id="54" name="Entrada de lápiz 53">
                  <a:extLst>
                    <a:ext uri="{FF2B5EF4-FFF2-40B4-BE49-F238E27FC236}">
                      <a16:creationId xmlns:a16="http://schemas.microsoft.com/office/drawing/2014/main" id="{03E09D22-2BA9-4FCF-8AC3-B7CF1E95FBDA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460295" y="4846626"/>
                  <a:ext cx="28188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5" name="Entrada de lápiz 54">
                  <a:extLst>
                    <a:ext uri="{FF2B5EF4-FFF2-40B4-BE49-F238E27FC236}">
                      <a16:creationId xmlns:a16="http://schemas.microsoft.com/office/drawing/2014/main" id="{D41B722D-BDAA-4F96-9874-18A6F7CE6E9A}"/>
                    </a:ext>
                  </a:extLst>
                </p14:cNvPr>
                <p14:cNvContentPartPr/>
                <p14:nvPr/>
              </p14:nvContentPartPr>
              <p14:xfrm>
                <a:off x="491975" y="5010786"/>
                <a:ext cx="205200" cy="24120"/>
              </p14:xfrm>
            </p:contentPart>
          </mc:Choice>
          <mc:Fallback>
            <p:pic>
              <p:nvPicPr>
                <p:cNvPr id="55" name="Entrada de lápiz 54">
                  <a:extLst>
                    <a:ext uri="{FF2B5EF4-FFF2-40B4-BE49-F238E27FC236}">
                      <a16:creationId xmlns:a16="http://schemas.microsoft.com/office/drawing/2014/main" id="{D41B722D-BDAA-4F96-9874-18A6F7CE6E9A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483335" y="5002146"/>
                  <a:ext cx="2228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90F41264-E910-4C1F-98FA-1527CEA64EF6}"/>
                    </a:ext>
                  </a:extLst>
                </p14:cNvPr>
                <p14:cNvContentPartPr/>
                <p14:nvPr/>
              </p14:nvContentPartPr>
              <p14:xfrm>
                <a:off x="782495" y="4918986"/>
                <a:ext cx="311400" cy="270360"/>
              </p14:xfrm>
            </p:contentPart>
          </mc:Choice>
          <mc:Fallback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90F41264-E910-4C1F-98FA-1527CEA64EF6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73855" y="4910346"/>
                  <a:ext cx="32904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7" name="Entrada de lápiz 56">
                  <a:extLst>
                    <a:ext uri="{FF2B5EF4-FFF2-40B4-BE49-F238E27FC236}">
                      <a16:creationId xmlns:a16="http://schemas.microsoft.com/office/drawing/2014/main" id="{DE41E412-738E-4AB1-A2E3-7525172BDBBE}"/>
                    </a:ext>
                  </a:extLst>
                </p14:cNvPr>
                <p14:cNvContentPartPr/>
                <p14:nvPr/>
              </p14:nvContentPartPr>
              <p14:xfrm>
                <a:off x="943775" y="4978386"/>
                <a:ext cx="178560" cy="218880"/>
              </p14:xfrm>
            </p:contentPart>
          </mc:Choice>
          <mc:Fallback>
            <p:pic>
              <p:nvPicPr>
                <p:cNvPr id="57" name="Entrada de lápiz 56">
                  <a:extLst>
                    <a:ext uri="{FF2B5EF4-FFF2-40B4-BE49-F238E27FC236}">
                      <a16:creationId xmlns:a16="http://schemas.microsoft.com/office/drawing/2014/main" id="{DE41E412-738E-4AB1-A2E3-7525172BDBBE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934775" y="4969746"/>
                  <a:ext cx="19620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58" name="Entrada de lápiz 57">
                  <a:extLst>
                    <a:ext uri="{FF2B5EF4-FFF2-40B4-BE49-F238E27FC236}">
                      <a16:creationId xmlns:a16="http://schemas.microsoft.com/office/drawing/2014/main" id="{AC0B086D-1288-40D4-B63C-0E6AD0867464}"/>
                    </a:ext>
                  </a:extLst>
                </p14:cNvPr>
                <p14:cNvContentPartPr/>
                <p14:nvPr/>
              </p14:nvContentPartPr>
              <p14:xfrm>
                <a:off x="1153295" y="4915746"/>
                <a:ext cx="67320" cy="305280"/>
              </p14:xfrm>
            </p:contentPart>
          </mc:Choice>
          <mc:Fallback>
            <p:pic>
              <p:nvPicPr>
                <p:cNvPr id="58" name="Entrada de lápiz 57">
                  <a:extLst>
                    <a:ext uri="{FF2B5EF4-FFF2-40B4-BE49-F238E27FC236}">
                      <a16:creationId xmlns:a16="http://schemas.microsoft.com/office/drawing/2014/main" id="{AC0B086D-1288-40D4-B63C-0E6AD0867464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144295" y="4906746"/>
                  <a:ext cx="8496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59" name="Entrada de lápiz 58">
                  <a:extLst>
                    <a:ext uri="{FF2B5EF4-FFF2-40B4-BE49-F238E27FC236}">
                      <a16:creationId xmlns:a16="http://schemas.microsoft.com/office/drawing/2014/main" id="{3A1F1AD2-B1FD-44F3-B66F-67F4C1A34C4C}"/>
                    </a:ext>
                  </a:extLst>
                </p14:cNvPr>
                <p14:cNvContentPartPr/>
                <p14:nvPr/>
              </p14:nvContentPartPr>
              <p14:xfrm>
                <a:off x="1298735" y="5011866"/>
                <a:ext cx="140040" cy="360"/>
              </p14:xfrm>
            </p:contentPart>
          </mc:Choice>
          <mc:Fallback>
            <p:pic>
              <p:nvPicPr>
                <p:cNvPr id="59" name="Entrada de lápiz 58">
                  <a:extLst>
                    <a:ext uri="{FF2B5EF4-FFF2-40B4-BE49-F238E27FC236}">
                      <a16:creationId xmlns:a16="http://schemas.microsoft.com/office/drawing/2014/main" id="{3A1F1AD2-B1FD-44F3-B66F-67F4C1A34C4C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289735" y="5002866"/>
                  <a:ext cx="1576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0" name="Entrada de lápiz 59">
                  <a:extLst>
                    <a:ext uri="{FF2B5EF4-FFF2-40B4-BE49-F238E27FC236}">
                      <a16:creationId xmlns:a16="http://schemas.microsoft.com/office/drawing/2014/main" id="{52ECCD5E-004D-470E-8F70-92B43DDC2029}"/>
                    </a:ext>
                  </a:extLst>
                </p14:cNvPr>
                <p14:cNvContentPartPr/>
                <p14:nvPr/>
              </p14:nvContentPartPr>
              <p14:xfrm>
                <a:off x="1283615" y="5105106"/>
                <a:ext cx="156240" cy="30240"/>
              </p14:xfrm>
            </p:contentPart>
          </mc:Choice>
          <mc:Fallback>
            <p:pic>
              <p:nvPicPr>
                <p:cNvPr id="60" name="Entrada de lápiz 59">
                  <a:extLst>
                    <a:ext uri="{FF2B5EF4-FFF2-40B4-BE49-F238E27FC236}">
                      <a16:creationId xmlns:a16="http://schemas.microsoft.com/office/drawing/2014/main" id="{52ECCD5E-004D-470E-8F70-92B43DDC2029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274615" y="5096466"/>
                  <a:ext cx="173880" cy="4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upo 77">
            <a:extLst>
              <a:ext uri="{FF2B5EF4-FFF2-40B4-BE49-F238E27FC236}">
                <a16:creationId xmlns:a16="http://schemas.microsoft.com/office/drawing/2014/main" id="{C3FCE936-5CC4-466C-B312-33E64490FBA5}"/>
              </a:ext>
            </a:extLst>
          </p:cNvPr>
          <p:cNvGrpSpPr/>
          <p:nvPr/>
        </p:nvGrpSpPr>
        <p:grpSpPr>
          <a:xfrm>
            <a:off x="1618055" y="4963986"/>
            <a:ext cx="2212200" cy="351360"/>
            <a:chOff x="1618055" y="4963986"/>
            <a:chExt cx="2212200" cy="35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2" name="Entrada de lápiz 61">
                  <a:extLst>
                    <a:ext uri="{FF2B5EF4-FFF2-40B4-BE49-F238E27FC236}">
                      <a16:creationId xmlns:a16="http://schemas.microsoft.com/office/drawing/2014/main" id="{CA2560D4-6016-4541-91A3-F8F7BCFB4877}"/>
                    </a:ext>
                  </a:extLst>
                </p14:cNvPr>
                <p14:cNvContentPartPr/>
                <p14:nvPr/>
              </p14:nvContentPartPr>
              <p14:xfrm>
                <a:off x="1618055" y="4965066"/>
                <a:ext cx="160920" cy="250200"/>
              </p14:xfrm>
            </p:contentPart>
          </mc:Choice>
          <mc:Fallback>
            <p:pic>
              <p:nvPicPr>
                <p:cNvPr id="62" name="Entrada de lápiz 61">
                  <a:extLst>
                    <a:ext uri="{FF2B5EF4-FFF2-40B4-BE49-F238E27FC236}">
                      <a16:creationId xmlns:a16="http://schemas.microsoft.com/office/drawing/2014/main" id="{CA2560D4-6016-4541-91A3-F8F7BCFB4877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609055" y="4956066"/>
                  <a:ext cx="17856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3" name="Entrada de lápiz 62">
                  <a:extLst>
                    <a:ext uri="{FF2B5EF4-FFF2-40B4-BE49-F238E27FC236}">
                      <a16:creationId xmlns:a16="http://schemas.microsoft.com/office/drawing/2014/main" id="{242735E5-9BCF-4849-B7B4-92DDDB402488}"/>
                    </a:ext>
                  </a:extLst>
                </p14:cNvPr>
                <p14:cNvContentPartPr/>
                <p14:nvPr/>
              </p14:nvContentPartPr>
              <p14:xfrm>
                <a:off x="1850255" y="4970106"/>
                <a:ext cx="49320" cy="345240"/>
              </p14:xfrm>
            </p:contentPart>
          </mc:Choice>
          <mc:Fallback>
            <p:pic>
              <p:nvPicPr>
                <p:cNvPr id="63" name="Entrada de lápiz 62">
                  <a:extLst>
                    <a:ext uri="{FF2B5EF4-FFF2-40B4-BE49-F238E27FC236}">
                      <a16:creationId xmlns:a16="http://schemas.microsoft.com/office/drawing/2014/main" id="{242735E5-9BCF-4849-B7B4-92DDDB402488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841255" y="4961106"/>
                  <a:ext cx="66960" cy="36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4" name="Entrada de lápiz 63">
                  <a:extLst>
                    <a:ext uri="{FF2B5EF4-FFF2-40B4-BE49-F238E27FC236}">
                      <a16:creationId xmlns:a16="http://schemas.microsoft.com/office/drawing/2014/main" id="{A7207209-DFAF-492D-99FF-9AC22970D9E9}"/>
                    </a:ext>
                  </a:extLst>
                </p14:cNvPr>
                <p14:cNvContentPartPr/>
                <p14:nvPr/>
              </p14:nvContentPartPr>
              <p14:xfrm>
                <a:off x="1828655" y="4963986"/>
                <a:ext cx="138600" cy="195840"/>
              </p14:xfrm>
            </p:contentPart>
          </mc:Choice>
          <mc:Fallback>
            <p:pic>
              <p:nvPicPr>
                <p:cNvPr id="64" name="Entrada de lápiz 63">
                  <a:extLst>
                    <a:ext uri="{FF2B5EF4-FFF2-40B4-BE49-F238E27FC236}">
                      <a16:creationId xmlns:a16="http://schemas.microsoft.com/office/drawing/2014/main" id="{A7207209-DFAF-492D-99FF-9AC22970D9E9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819655" y="4955346"/>
                  <a:ext cx="15624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65" name="Entrada de lápiz 64">
                  <a:extLst>
                    <a:ext uri="{FF2B5EF4-FFF2-40B4-BE49-F238E27FC236}">
                      <a16:creationId xmlns:a16="http://schemas.microsoft.com/office/drawing/2014/main" id="{8D007BA3-DB9F-46F4-9601-5E67738AC059}"/>
                    </a:ext>
                  </a:extLst>
                </p14:cNvPr>
                <p14:cNvContentPartPr/>
                <p14:nvPr/>
              </p14:nvContentPartPr>
              <p14:xfrm>
                <a:off x="2056175" y="5063346"/>
                <a:ext cx="109800" cy="30960"/>
              </p14:xfrm>
            </p:contentPart>
          </mc:Choice>
          <mc:Fallback>
            <p:pic>
              <p:nvPicPr>
                <p:cNvPr id="65" name="Entrada de lápiz 64">
                  <a:extLst>
                    <a:ext uri="{FF2B5EF4-FFF2-40B4-BE49-F238E27FC236}">
                      <a16:creationId xmlns:a16="http://schemas.microsoft.com/office/drawing/2014/main" id="{8D007BA3-DB9F-46F4-9601-5E67738AC059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2047175" y="5054706"/>
                  <a:ext cx="12744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66" name="Entrada de lápiz 65">
                  <a:extLst>
                    <a:ext uri="{FF2B5EF4-FFF2-40B4-BE49-F238E27FC236}">
                      <a16:creationId xmlns:a16="http://schemas.microsoft.com/office/drawing/2014/main" id="{F9E08AA0-E136-40E6-BB3E-A6CCEA06917D}"/>
                    </a:ext>
                  </a:extLst>
                </p14:cNvPr>
                <p14:cNvContentPartPr/>
                <p14:nvPr/>
              </p14:nvContentPartPr>
              <p14:xfrm>
                <a:off x="2034575" y="5193666"/>
                <a:ext cx="142200" cy="9720"/>
              </p14:xfrm>
            </p:contentPart>
          </mc:Choice>
          <mc:Fallback>
            <p:pic>
              <p:nvPicPr>
                <p:cNvPr id="66" name="Entrada de lápiz 65">
                  <a:extLst>
                    <a:ext uri="{FF2B5EF4-FFF2-40B4-BE49-F238E27FC236}">
                      <a16:creationId xmlns:a16="http://schemas.microsoft.com/office/drawing/2014/main" id="{F9E08AA0-E136-40E6-BB3E-A6CCEA06917D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2025575" y="5184666"/>
                  <a:ext cx="15984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68" name="Entrada de lápiz 67">
                  <a:extLst>
                    <a:ext uri="{FF2B5EF4-FFF2-40B4-BE49-F238E27FC236}">
                      <a16:creationId xmlns:a16="http://schemas.microsoft.com/office/drawing/2014/main" id="{89C65388-AD82-4A5B-AB2A-FA381005C96A}"/>
                    </a:ext>
                  </a:extLst>
                </p14:cNvPr>
                <p14:cNvContentPartPr/>
                <p14:nvPr/>
              </p14:nvContentPartPr>
              <p14:xfrm>
                <a:off x="2313935" y="5003946"/>
                <a:ext cx="209160" cy="230760"/>
              </p14:xfrm>
            </p:contentPart>
          </mc:Choice>
          <mc:Fallback>
            <p:pic>
              <p:nvPicPr>
                <p:cNvPr id="68" name="Entrada de lápiz 67">
                  <a:extLst>
                    <a:ext uri="{FF2B5EF4-FFF2-40B4-BE49-F238E27FC236}">
                      <a16:creationId xmlns:a16="http://schemas.microsoft.com/office/drawing/2014/main" id="{89C65388-AD82-4A5B-AB2A-FA381005C96A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2305295" y="4995306"/>
                  <a:ext cx="22680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69" name="Entrada de lápiz 68">
                  <a:extLst>
                    <a:ext uri="{FF2B5EF4-FFF2-40B4-BE49-F238E27FC236}">
                      <a16:creationId xmlns:a16="http://schemas.microsoft.com/office/drawing/2014/main" id="{5D2C11FC-FCBA-4ABA-AF36-F1762E6ACC56}"/>
                    </a:ext>
                  </a:extLst>
                </p14:cNvPr>
                <p14:cNvContentPartPr/>
                <p14:nvPr/>
              </p14:nvContentPartPr>
              <p14:xfrm>
                <a:off x="2517695" y="5059386"/>
                <a:ext cx="142560" cy="160920"/>
              </p14:xfrm>
            </p:contentPart>
          </mc:Choice>
          <mc:Fallback>
            <p:pic>
              <p:nvPicPr>
                <p:cNvPr id="69" name="Entrada de lápiz 68">
                  <a:extLst>
                    <a:ext uri="{FF2B5EF4-FFF2-40B4-BE49-F238E27FC236}">
                      <a16:creationId xmlns:a16="http://schemas.microsoft.com/office/drawing/2014/main" id="{5D2C11FC-FCBA-4ABA-AF36-F1762E6ACC56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2509055" y="5050386"/>
                  <a:ext cx="16020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0" name="Entrada de lápiz 69">
                  <a:extLst>
                    <a:ext uri="{FF2B5EF4-FFF2-40B4-BE49-F238E27FC236}">
                      <a16:creationId xmlns:a16="http://schemas.microsoft.com/office/drawing/2014/main" id="{ECB3128A-6098-487F-84A6-A2A607ACC7B7}"/>
                    </a:ext>
                  </a:extLst>
                </p14:cNvPr>
                <p14:cNvContentPartPr/>
                <p14:nvPr/>
              </p14:nvContentPartPr>
              <p14:xfrm>
                <a:off x="2779775" y="5083866"/>
                <a:ext cx="72000" cy="97200"/>
              </p14:xfrm>
            </p:contentPart>
          </mc:Choice>
          <mc:Fallback>
            <p:pic>
              <p:nvPicPr>
                <p:cNvPr id="70" name="Entrada de lápiz 69">
                  <a:extLst>
                    <a:ext uri="{FF2B5EF4-FFF2-40B4-BE49-F238E27FC236}">
                      <a16:creationId xmlns:a16="http://schemas.microsoft.com/office/drawing/2014/main" id="{ECB3128A-6098-487F-84A6-A2A607ACC7B7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2770775" y="5075226"/>
                  <a:ext cx="8964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1" name="Entrada de lápiz 70">
                  <a:extLst>
                    <a:ext uri="{FF2B5EF4-FFF2-40B4-BE49-F238E27FC236}">
                      <a16:creationId xmlns:a16="http://schemas.microsoft.com/office/drawing/2014/main" id="{9A36D78F-1995-463F-B8B9-B40F677AFEE0}"/>
                    </a:ext>
                  </a:extLst>
                </p14:cNvPr>
                <p14:cNvContentPartPr/>
                <p14:nvPr/>
              </p14:nvContentPartPr>
              <p14:xfrm>
                <a:off x="2765375" y="5110146"/>
                <a:ext cx="115560" cy="83520"/>
              </p14:xfrm>
            </p:contentPart>
          </mc:Choice>
          <mc:Fallback>
            <p:pic>
              <p:nvPicPr>
                <p:cNvPr id="71" name="Entrada de lápiz 70">
                  <a:extLst>
                    <a:ext uri="{FF2B5EF4-FFF2-40B4-BE49-F238E27FC236}">
                      <a16:creationId xmlns:a16="http://schemas.microsoft.com/office/drawing/2014/main" id="{9A36D78F-1995-463F-B8B9-B40F677AFEE0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2756735" y="5101506"/>
                  <a:ext cx="13320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2" name="Entrada de lápiz 71">
                  <a:extLst>
                    <a:ext uri="{FF2B5EF4-FFF2-40B4-BE49-F238E27FC236}">
                      <a16:creationId xmlns:a16="http://schemas.microsoft.com/office/drawing/2014/main" id="{B8BD3C50-B96F-456E-A818-45A743378C26}"/>
                    </a:ext>
                  </a:extLst>
                </p14:cNvPr>
                <p14:cNvContentPartPr/>
                <p14:nvPr/>
              </p14:nvContentPartPr>
              <p14:xfrm>
                <a:off x="3011615" y="5065146"/>
                <a:ext cx="122400" cy="195120"/>
              </p14:xfrm>
            </p:contentPart>
          </mc:Choice>
          <mc:Fallback>
            <p:pic>
              <p:nvPicPr>
                <p:cNvPr id="72" name="Entrada de lápiz 71">
                  <a:extLst>
                    <a:ext uri="{FF2B5EF4-FFF2-40B4-BE49-F238E27FC236}">
                      <a16:creationId xmlns:a16="http://schemas.microsoft.com/office/drawing/2014/main" id="{B8BD3C50-B96F-456E-A818-45A743378C26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3002615" y="5056506"/>
                  <a:ext cx="14004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73" name="Entrada de lápiz 72">
                  <a:extLst>
                    <a:ext uri="{FF2B5EF4-FFF2-40B4-BE49-F238E27FC236}">
                      <a16:creationId xmlns:a16="http://schemas.microsoft.com/office/drawing/2014/main" id="{0E5D0C1C-1363-4B5F-9E46-2BEF8894EE37}"/>
                    </a:ext>
                  </a:extLst>
                </p14:cNvPr>
                <p14:cNvContentPartPr/>
                <p14:nvPr/>
              </p14:nvContentPartPr>
              <p14:xfrm>
                <a:off x="3257495" y="5208786"/>
                <a:ext cx="11520" cy="91440"/>
              </p14:xfrm>
            </p:contentPart>
          </mc:Choice>
          <mc:Fallback>
            <p:pic>
              <p:nvPicPr>
                <p:cNvPr id="73" name="Entrada de lápiz 72">
                  <a:extLst>
                    <a:ext uri="{FF2B5EF4-FFF2-40B4-BE49-F238E27FC236}">
                      <a16:creationId xmlns:a16="http://schemas.microsoft.com/office/drawing/2014/main" id="{0E5D0C1C-1363-4B5F-9E46-2BEF8894EE37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3248855" y="5200146"/>
                  <a:ext cx="2916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74" name="Entrada de lápiz 73">
                  <a:extLst>
                    <a:ext uri="{FF2B5EF4-FFF2-40B4-BE49-F238E27FC236}">
                      <a16:creationId xmlns:a16="http://schemas.microsoft.com/office/drawing/2014/main" id="{C0DDA12E-AD70-4118-8028-5FE83FFC3E1D}"/>
                    </a:ext>
                  </a:extLst>
                </p14:cNvPr>
                <p14:cNvContentPartPr/>
                <p14:nvPr/>
              </p14:nvContentPartPr>
              <p14:xfrm>
                <a:off x="3326255" y="5063346"/>
                <a:ext cx="140040" cy="177120"/>
              </p14:xfrm>
            </p:contentPart>
          </mc:Choice>
          <mc:Fallback>
            <p:pic>
              <p:nvPicPr>
                <p:cNvPr id="74" name="Entrada de lápiz 73">
                  <a:extLst>
                    <a:ext uri="{FF2B5EF4-FFF2-40B4-BE49-F238E27FC236}">
                      <a16:creationId xmlns:a16="http://schemas.microsoft.com/office/drawing/2014/main" id="{C0DDA12E-AD70-4118-8028-5FE83FFC3E1D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3317615" y="5054706"/>
                  <a:ext cx="15768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75" name="Entrada de lápiz 74">
                  <a:extLst>
                    <a:ext uri="{FF2B5EF4-FFF2-40B4-BE49-F238E27FC236}">
                      <a16:creationId xmlns:a16="http://schemas.microsoft.com/office/drawing/2014/main" id="{68C0545F-49F9-445D-BBC1-25016D44D130}"/>
                    </a:ext>
                  </a:extLst>
                </p14:cNvPr>
                <p14:cNvContentPartPr/>
                <p14:nvPr/>
              </p14:nvContentPartPr>
              <p14:xfrm>
                <a:off x="3515255" y="5085666"/>
                <a:ext cx="103320" cy="200880"/>
              </p14:xfrm>
            </p:contentPart>
          </mc:Choice>
          <mc:Fallback>
            <p:pic>
              <p:nvPicPr>
                <p:cNvPr id="75" name="Entrada de lápiz 74">
                  <a:extLst>
                    <a:ext uri="{FF2B5EF4-FFF2-40B4-BE49-F238E27FC236}">
                      <a16:creationId xmlns:a16="http://schemas.microsoft.com/office/drawing/2014/main" id="{68C0545F-49F9-445D-BBC1-25016D44D130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3506615" y="5076666"/>
                  <a:ext cx="12096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76" name="Entrada de lápiz 75">
                  <a:extLst>
                    <a:ext uri="{FF2B5EF4-FFF2-40B4-BE49-F238E27FC236}">
                      <a16:creationId xmlns:a16="http://schemas.microsoft.com/office/drawing/2014/main" id="{6DE39A34-4ADC-4782-8365-A86A5DF39B6C}"/>
                    </a:ext>
                  </a:extLst>
                </p14:cNvPr>
                <p14:cNvContentPartPr/>
                <p14:nvPr/>
              </p14:nvContentPartPr>
              <p14:xfrm>
                <a:off x="3710015" y="5129946"/>
                <a:ext cx="90000" cy="3600"/>
              </p14:xfrm>
            </p:contentPart>
          </mc:Choice>
          <mc:Fallback>
            <p:pic>
              <p:nvPicPr>
                <p:cNvPr id="76" name="Entrada de lápiz 75">
                  <a:extLst>
                    <a:ext uri="{FF2B5EF4-FFF2-40B4-BE49-F238E27FC236}">
                      <a16:creationId xmlns:a16="http://schemas.microsoft.com/office/drawing/2014/main" id="{6DE39A34-4ADC-4782-8365-A86A5DF39B6C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3701015" y="5120946"/>
                  <a:ext cx="10764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77" name="Entrada de lápiz 76">
                  <a:extLst>
                    <a:ext uri="{FF2B5EF4-FFF2-40B4-BE49-F238E27FC236}">
                      <a16:creationId xmlns:a16="http://schemas.microsoft.com/office/drawing/2014/main" id="{E86ADC30-2DCB-4DD5-A972-A8FE5FF94839}"/>
                    </a:ext>
                  </a:extLst>
                </p14:cNvPr>
                <p14:cNvContentPartPr/>
                <p14:nvPr/>
              </p14:nvContentPartPr>
              <p14:xfrm>
                <a:off x="3713615" y="5213106"/>
                <a:ext cx="116640" cy="5400"/>
              </p14:xfrm>
            </p:contentPart>
          </mc:Choice>
          <mc:Fallback>
            <p:pic>
              <p:nvPicPr>
                <p:cNvPr id="77" name="Entrada de lápiz 76">
                  <a:extLst>
                    <a:ext uri="{FF2B5EF4-FFF2-40B4-BE49-F238E27FC236}">
                      <a16:creationId xmlns:a16="http://schemas.microsoft.com/office/drawing/2014/main" id="{E86ADC30-2DCB-4DD5-A972-A8FE5FF94839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3704975" y="5204106"/>
                  <a:ext cx="134280" cy="2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upo 82">
            <a:extLst>
              <a:ext uri="{FF2B5EF4-FFF2-40B4-BE49-F238E27FC236}">
                <a16:creationId xmlns:a16="http://schemas.microsoft.com/office/drawing/2014/main" id="{0E07A7EC-7E7C-442C-8CD6-529355E7E240}"/>
              </a:ext>
            </a:extLst>
          </p:cNvPr>
          <p:cNvGrpSpPr/>
          <p:nvPr/>
        </p:nvGrpSpPr>
        <p:grpSpPr>
          <a:xfrm>
            <a:off x="3987935" y="5044986"/>
            <a:ext cx="455760" cy="296640"/>
            <a:chOff x="3987935" y="5044986"/>
            <a:chExt cx="455760" cy="29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79" name="Entrada de lápiz 78">
                  <a:extLst>
                    <a:ext uri="{FF2B5EF4-FFF2-40B4-BE49-F238E27FC236}">
                      <a16:creationId xmlns:a16="http://schemas.microsoft.com/office/drawing/2014/main" id="{470634ED-BB59-400D-9AD3-B18C5DAC8E1C}"/>
                    </a:ext>
                  </a:extLst>
                </p14:cNvPr>
                <p14:cNvContentPartPr/>
                <p14:nvPr/>
              </p14:nvContentPartPr>
              <p14:xfrm>
                <a:off x="4030055" y="5118066"/>
                <a:ext cx="6120" cy="18360"/>
              </p14:xfrm>
            </p:contentPart>
          </mc:Choice>
          <mc:Fallback>
            <p:pic>
              <p:nvPicPr>
                <p:cNvPr id="79" name="Entrada de lápiz 78">
                  <a:extLst>
                    <a:ext uri="{FF2B5EF4-FFF2-40B4-BE49-F238E27FC236}">
                      <a16:creationId xmlns:a16="http://schemas.microsoft.com/office/drawing/2014/main" id="{470634ED-BB59-400D-9AD3-B18C5DAC8E1C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4021415" y="5109066"/>
                  <a:ext cx="237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80" name="Entrada de lápiz 79">
                  <a:extLst>
                    <a:ext uri="{FF2B5EF4-FFF2-40B4-BE49-F238E27FC236}">
                      <a16:creationId xmlns:a16="http://schemas.microsoft.com/office/drawing/2014/main" id="{C8A43683-D72A-4BB9-95B2-EC3D7094DE6A}"/>
                    </a:ext>
                  </a:extLst>
                </p14:cNvPr>
                <p14:cNvContentPartPr/>
                <p14:nvPr/>
              </p14:nvContentPartPr>
              <p14:xfrm>
                <a:off x="3987935" y="5044986"/>
                <a:ext cx="169920" cy="193680"/>
              </p14:xfrm>
            </p:contentPart>
          </mc:Choice>
          <mc:Fallback>
            <p:pic>
              <p:nvPicPr>
                <p:cNvPr id="80" name="Entrada de lápiz 79">
                  <a:extLst>
                    <a:ext uri="{FF2B5EF4-FFF2-40B4-BE49-F238E27FC236}">
                      <a16:creationId xmlns:a16="http://schemas.microsoft.com/office/drawing/2014/main" id="{C8A43683-D72A-4BB9-95B2-EC3D7094DE6A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3979295" y="5035986"/>
                  <a:ext cx="18756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81" name="Entrada de lápiz 80">
                  <a:extLst>
                    <a:ext uri="{FF2B5EF4-FFF2-40B4-BE49-F238E27FC236}">
                      <a16:creationId xmlns:a16="http://schemas.microsoft.com/office/drawing/2014/main" id="{F840069C-740D-4285-99C8-FA8D54F0DF32}"/>
                    </a:ext>
                  </a:extLst>
                </p14:cNvPr>
                <p14:cNvContentPartPr/>
                <p14:nvPr/>
              </p14:nvContentPartPr>
              <p14:xfrm>
                <a:off x="4171895" y="5246946"/>
                <a:ext cx="56880" cy="94680"/>
              </p14:xfrm>
            </p:contentPart>
          </mc:Choice>
          <mc:Fallback>
            <p:pic>
              <p:nvPicPr>
                <p:cNvPr id="81" name="Entrada de lápiz 80">
                  <a:extLst>
                    <a:ext uri="{FF2B5EF4-FFF2-40B4-BE49-F238E27FC236}">
                      <a16:creationId xmlns:a16="http://schemas.microsoft.com/office/drawing/2014/main" id="{F840069C-740D-4285-99C8-FA8D54F0DF32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4162895" y="5238306"/>
                  <a:ext cx="7452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82" name="Entrada de lápiz 81">
                  <a:extLst>
                    <a:ext uri="{FF2B5EF4-FFF2-40B4-BE49-F238E27FC236}">
                      <a16:creationId xmlns:a16="http://schemas.microsoft.com/office/drawing/2014/main" id="{3135C54E-F6FD-4C13-B9E2-4786AAA1E892}"/>
                    </a:ext>
                  </a:extLst>
                </p14:cNvPr>
                <p14:cNvContentPartPr/>
                <p14:nvPr/>
              </p14:nvContentPartPr>
              <p14:xfrm>
                <a:off x="4307615" y="5083866"/>
                <a:ext cx="136080" cy="180360"/>
              </p14:xfrm>
            </p:contentPart>
          </mc:Choice>
          <mc:Fallback>
            <p:pic>
              <p:nvPicPr>
                <p:cNvPr id="82" name="Entrada de lápiz 81">
                  <a:extLst>
                    <a:ext uri="{FF2B5EF4-FFF2-40B4-BE49-F238E27FC236}">
                      <a16:creationId xmlns:a16="http://schemas.microsoft.com/office/drawing/2014/main" id="{3135C54E-F6FD-4C13-B9E2-4786AAA1E892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4298975" y="5074866"/>
                  <a:ext cx="153720" cy="19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upo 96">
            <a:extLst>
              <a:ext uri="{FF2B5EF4-FFF2-40B4-BE49-F238E27FC236}">
                <a16:creationId xmlns:a16="http://schemas.microsoft.com/office/drawing/2014/main" id="{37214C9C-34FA-4D7B-AA24-FD470B29A488}"/>
              </a:ext>
            </a:extLst>
          </p:cNvPr>
          <p:cNvGrpSpPr/>
          <p:nvPr/>
        </p:nvGrpSpPr>
        <p:grpSpPr>
          <a:xfrm>
            <a:off x="5616935" y="4955706"/>
            <a:ext cx="1175400" cy="276480"/>
            <a:chOff x="5616935" y="4955706"/>
            <a:chExt cx="1175400" cy="27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84" name="Entrada de lápiz 83">
                  <a:extLst>
                    <a:ext uri="{FF2B5EF4-FFF2-40B4-BE49-F238E27FC236}">
                      <a16:creationId xmlns:a16="http://schemas.microsoft.com/office/drawing/2014/main" id="{93C5363B-5E86-4DA3-8BB1-1D823D8938DB}"/>
                    </a:ext>
                  </a:extLst>
                </p14:cNvPr>
                <p14:cNvContentPartPr/>
                <p14:nvPr/>
              </p14:nvContentPartPr>
              <p14:xfrm>
                <a:off x="5616935" y="4957146"/>
                <a:ext cx="179640" cy="177840"/>
              </p14:xfrm>
            </p:contentPart>
          </mc:Choice>
          <mc:Fallback>
            <p:pic>
              <p:nvPicPr>
                <p:cNvPr id="84" name="Entrada de lápiz 83">
                  <a:extLst>
                    <a:ext uri="{FF2B5EF4-FFF2-40B4-BE49-F238E27FC236}">
                      <a16:creationId xmlns:a16="http://schemas.microsoft.com/office/drawing/2014/main" id="{93C5363B-5E86-4DA3-8BB1-1D823D8938DB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5607935" y="4948506"/>
                  <a:ext cx="19728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85" name="Entrada de lápiz 84">
                  <a:extLst>
                    <a:ext uri="{FF2B5EF4-FFF2-40B4-BE49-F238E27FC236}">
                      <a16:creationId xmlns:a16="http://schemas.microsoft.com/office/drawing/2014/main" id="{B25E15CC-47A2-4611-85EA-225C9C5C116A}"/>
                    </a:ext>
                  </a:extLst>
                </p14:cNvPr>
                <p14:cNvContentPartPr/>
                <p14:nvPr/>
              </p14:nvContentPartPr>
              <p14:xfrm>
                <a:off x="5832215" y="4955706"/>
                <a:ext cx="138240" cy="193320"/>
              </p14:xfrm>
            </p:contentPart>
          </mc:Choice>
          <mc:Fallback>
            <p:pic>
              <p:nvPicPr>
                <p:cNvPr id="85" name="Entrada de lápiz 84">
                  <a:extLst>
                    <a:ext uri="{FF2B5EF4-FFF2-40B4-BE49-F238E27FC236}">
                      <a16:creationId xmlns:a16="http://schemas.microsoft.com/office/drawing/2014/main" id="{B25E15CC-47A2-4611-85EA-225C9C5C116A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5823215" y="4946706"/>
                  <a:ext cx="15588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86" name="Entrada de lápiz 85">
                  <a:extLst>
                    <a:ext uri="{FF2B5EF4-FFF2-40B4-BE49-F238E27FC236}">
                      <a16:creationId xmlns:a16="http://schemas.microsoft.com/office/drawing/2014/main" id="{BFEDB0A2-5569-40EE-AD7B-0990D75BF744}"/>
                    </a:ext>
                  </a:extLst>
                </p14:cNvPr>
                <p14:cNvContentPartPr/>
                <p14:nvPr/>
              </p14:nvContentPartPr>
              <p14:xfrm>
                <a:off x="5835095" y="5008266"/>
                <a:ext cx="156240" cy="75960"/>
              </p14:xfrm>
            </p:contentPart>
          </mc:Choice>
          <mc:Fallback>
            <p:pic>
              <p:nvPicPr>
                <p:cNvPr id="86" name="Entrada de lápiz 85">
                  <a:extLst>
                    <a:ext uri="{FF2B5EF4-FFF2-40B4-BE49-F238E27FC236}">
                      <a16:creationId xmlns:a16="http://schemas.microsoft.com/office/drawing/2014/main" id="{BFEDB0A2-5569-40EE-AD7B-0990D75BF744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5826095" y="4999626"/>
                  <a:ext cx="17388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87" name="Entrada de lápiz 86">
                  <a:extLst>
                    <a:ext uri="{FF2B5EF4-FFF2-40B4-BE49-F238E27FC236}">
                      <a16:creationId xmlns:a16="http://schemas.microsoft.com/office/drawing/2014/main" id="{53FA6C70-4E20-4BF6-A412-E73E1EADA88C}"/>
                    </a:ext>
                  </a:extLst>
                </p14:cNvPr>
                <p14:cNvContentPartPr/>
                <p14:nvPr/>
              </p14:nvContentPartPr>
              <p14:xfrm>
                <a:off x="6013655" y="4978386"/>
                <a:ext cx="185400" cy="248760"/>
              </p14:xfrm>
            </p:contentPart>
          </mc:Choice>
          <mc:Fallback>
            <p:pic>
              <p:nvPicPr>
                <p:cNvPr id="87" name="Entrada de lápiz 86">
                  <a:extLst>
                    <a:ext uri="{FF2B5EF4-FFF2-40B4-BE49-F238E27FC236}">
                      <a16:creationId xmlns:a16="http://schemas.microsoft.com/office/drawing/2014/main" id="{53FA6C70-4E20-4BF6-A412-E73E1EADA88C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6004655" y="4969746"/>
                  <a:ext cx="20304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88" name="Entrada de lápiz 87">
                  <a:extLst>
                    <a:ext uri="{FF2B5EF4-FFF2-40B4-BE49-F238E27FC236}">
                      <a16:creationId xmlns:a16="http://schemas.microsoft.com/office/drawing/2014/main" id="{2598069A-85EB-4E0C-B882-148E22B72778}"/>
                    </a:ext>
                  </a:extLst>
                </p14:cNvPr>
                <p14:cNvContentPartPr/>
                <p14:nvPr/>
              </p14:nvContentPartPr>
              <p14:xfrm>
                <a:off x="6217415" y="5006466"/>
                <a:ext cx="252360" cy="217800"/>
              </p14:xfrm>
            </p:contentPart>
          </mc:Choice>
          <mc:Fallback>
            <p:pic>
              <p:nvPicPr>
                <p:cNvPr id="88" name="Entrada de lápiz 87">
                  <a:extLst>
                    <a:ext uri="{FF2B5EF4-FFF2-40B4-BE49-F238E27FC236}">
                      <a16:creationId xmlns:a16="http://schemas.microsoft.com/office/drawing/2014/main" id="{2598069A-85EB-4E0C-B882-148E22B72778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6208775" y="4997826"/>
                  <a:ext cx="27000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89" name="Entrada de lápiz 88">
                  <a:extLst>
                    <a:ext uri="{FF2B5EF4-FFF2-40B4-BE49-F238E27FC236}">
                      <a16:creationId xmlns:a16="http://schemas.microsoft.com/office/drawing/2014/main" id="{46ABE2AF-1082-42D1-9871-DEEB8D3AEB4B}"/>
                    </a:ext>
                  </a:extLst>
                </p14:cNvPr>
                <p14:cNvContentPartPr/>
                <p14:nvPr/>
              </p14:nvContentPartPr>
              <p14:xfrm>
                <a:off x="6338375" y="5045706"/>
                <a:ext cx="131760" cy="186480"/>
              </p14:xfrm>
            </p:contentPart>
          </mc:Choice>
          <mc:Fallback>
            <p:pic>
              <p:nvPicPr>
                <p:cNvPr id="89" name="Entrada de lápiz 88">
                  <a:extLst>
                    <a:ext uri="{FF2B5EF4-FFF2-40B4-BE49-F238E27FC236}">
                      <a16:creationId xmlns:a16="http://schemas.microsoft.com/office/drawing/2014/main" id="{46ABE2AF-1082-42D1-9871-DEEB8D3AEB4B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6329735" y="5036706"/>
                  <a:ext cx="14940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90" name="Entrada de lápiz 89">
                  <a:extLst>
                    <a:ext uri="{FF2B5EF4-FFF2-40B4-BE49-F238E27FC236}">
                      <a16:creationId xmlns:a16="http://schemas.microsoft.com/office/drawing/2014/main" id="{7555A547-5CD5-4676-B3A5-04D7200D61B9}"/>
                    </a:ext>
                  </a:extLst>
                </p14:cNvPr>
                <p14:cNvContentPartPr/>
                <p14:nvPr/>
              </p14:nvContentPartPr>
              <p14:xfrm>
                <a:off x="6530255" y="4989546"/>
                <a:ext cx="46440" cy="225360"/>
              </p14:xfrm>
            </p:contentPart>
          </mc:Choice>
          <mc:Fallback>
            <p:pic>
              <p:nvPicPr>
                <p:cNvPr id="90" name="Entrada de lápiz 89">
                  <a:extLst>
                    <a:ext uri="{FF2B5EF4-FFF2-40B4-BE49-F238E27FC236}">
                      <a16:creationId xmlns:a16="http://schemas.microsoft.com/office/drawing/2014/main" id="{7555A547-5CD5-4676-B3A5-04D7200D61B9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6521255" y="4980906"/>
                  <a:ext cx="6408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91" name="Entrada de lápiz 90">
                  <a:extLst>
                    <a:ext uri="{FF2B5EF4-FFF2-40B4-BE49-F238E27FC236}">
                      <a16:creationId xmlns:a16="http://schemas.microsoft.com/office/drawing/2014/main" id="{229CEB24-30EC-4E7F-8E3F-EB35DB0EDB82}"/>
                    </a:ext>
                  </a:extLst>
                </p14:cNvPr>
                <p14:cNvContentPartPr/>
                <p14:nvPr/>
              </p14:nvContentPartPr>
              <p14:xfrm>
                <a:off x="6643655" y="5057586"/>
                <a:ext cx="148680" cy="108360"/>
              </p14:xfrm>
            </p:contentPart>
          </mc:Choice>
          <mc:Fallback>
            <p:pic>
              <p:nvPicPr>
                <p:cNvPr id="91" name="Entrada de lápiz 90">
                  <a:extLst>
                    <a:ext uri="{FF2B5EF4-FFF2-40B4-BE49-F238E27FC236}">
                      <a16:creationId xmlns:a16="http://schemas.microsoft.com/office/drawing/2014/main" id="{229CEB24-30EC-4E7F-8E3F-EB35DB0EDB82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6634655" y="5048586"/>
                  <a:ext cx="166320" cy="12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upo 95">
            <a:extLst>
              <a:ext uri="{FF2B5EF4-FFF2-40B4-BE49-F238E27FC236}">
                <a16:creationId xmlns:a16="http://schemas.microsoft.com/office/drawing/2014/main" id="{5D34AB45-B631-430E-A17A-705452C5C0CC}"/>
              </a:ext>
            </a:extLst>
          </p:cNvPr>
          <p:cNvGrpSpPr/>
          <p:nvPr/>
        </p:nvGrpSpPr>
        <p:grpSpPr>
          <a:xfrm>
            <a:off x="6961895" y="5015826"/>
            <a:ext cx="603720" cy="269280"/>
            <a:chOff x="6961895" y="5015826"/>
            <a:chExt cx="603720" cy="269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92" name="Entrada de lápiz 91">
                  <a:extLst>
                    <a:ext uri="{FF2B5EF4-FFF2-40B4-BE49-F238E27FC236}">
                      <a16:creationId xmlns:a16="http://schemas.microsoft.com/office/drawing/2014/main" id="{D9CA34B3-E437-400A-BF1D-BB64172AF9C4}"/>
                    </a:ext>
                  </a:extLst>
                </p14:cNvPr>
                <p14:cNvContentPartPr/>
                <p14:nvPr/>
              </p14:nvContentPartPr>
              <p14:xfrm>
                <a:off x="6961895" y="5019426"/>
                <a:ext cx="155160" cy="202680"/>
              </p14:xfrm>
            </p:contentPart>
          </mc:Choice>
          <mc:Fallback>
            <p:pic>
              <p:nvPicPr>
                <p:cNvPr id="92" name="Entrada de lápiz 91">
                  <a:extLst>
                    <a:ext uri="{FF2B5EF4-FFF2-40B4-BE49-F238E27FC236}">
                      <a16:creationId xmlns:a16="http://schemas.microsoft.com/office/drawing/2014/main" id="{D9CA34B3-E437-400A-BF1D-BB64172AF9C4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6952895" y="5010426"/>
                  <a:ext cx="17280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93" name="Entrada de lápiz 92">
                  <a:extLst>
                    <a:ext uri="{FF2B5EF4-FFF2-40B4-BE49-F238E27FC236}">
                      <a16:creationId xmlns:a16="http://schemas.microsoft.com/office/drawing/2014/main" id="{27EEDD05-F775-4FE1-B4D2-D3FC5CF90DBA}"/>
                    </a:ext>
                  </a:extLst>
                </p14:cNvPr>
                <p14:cNvContentPartPr/>
                <p14:nvPr/>
              </p14:nvContentPartPr>
              <p14:xfrm>
                <a:off x="7130735" y="5042466"/>
                <a:ext cx="204480" cy="242640"/>
              </p14:xfrm>
            </p:contentPart>
          </mc:Choice>
          <mc:Fallback>
            <p:pic>
              <p:nvPicPr>
                <p:cNvPr id="93" name="Entrada de lápiz 92">
                  <a:extLst>
                    <a:ext uri="{FF2B5EF4-FFF2-40B4-BE49-F238E27FC236}">
                      <a16:creationId xmlns:a16="http://schemas.microsoft.com/office/drawing/2014/main" id="{27EEDD05-F775-4FE1-B4D2-D3FC5CF90DBA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7121735" y="5033466"/>
                  <a:ext cx="22212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94" name="Entrada de lápiz 93">
                  <a:extLst>
                    <a:ext uri="{FF2B5EF4-FFF2-40B4-BE49-F238E27FC236}">
                      <a16:creationId xmlns:a16="http://schemas.microsoft.com/office/drawing/2014/main" id="{31AF7D2E-27C9-4B56-9902-0F9A61F0BEE5}"/>
                    </a:ext>
                  </a:extLst>
                </p14:cNvPr>
                <p14:cNvContentPartPr/>
                <p14:nvPr/>
              </p14:nvContentPartPr>
              <p14:xfrm>
                <a:off x="7407575" y="5015826"/>
                <a:ext cx="98640" cy="268920"/>
              </p14:xfrm>
            </p:contentPart>
          </mc:Choice>
          <mc:Fallback>
            <p:pic>
              <p:nvPicPr>
                <p:cNvPr id="94" name="Entrada de lápiz 93">
                  <a:extLst>
                    <a:ext uri="{FF2B5EF4-FFF2-40B4-BE49-F238E27FC236}">
                      <a16:creationId xmlns:a16="http://schemas.microsoft.com/office/drawing/2014/main" id="{31AF7D2E-27C9-4B56-9902-0F9A61F0BEE5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7398575" y="5007186"/>
                  <a:ext cx="11628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95" name="Entrada de lápiz 94">
                  <a:extLst>
                    <a:ext uri="{FF2B5EF4-FFF2-40B4-BE49-F238E27FC236}">
                      <a16:creationId xmlns:a16="http://schemas.microsoft.com/office/drawing/2014/main" id="{870E8A00-A92E-4E8E-A824-517A10338828}"/>
                    </a:ext>
                  </a:extLst>
                </p14:cNvPr>
                <p14:cNvContentPartPr/>
                <p14:nvPr/>
              </p14:nvContentPartPr>
              <p14:xfrm>
                <a:off x="7377335" y="5248746"/>
                <a:ext cx="188280" cy="29160"/>
              </p14:xfrm>
            </p:contentPart>
          </mc:Choice>
          <mc:Fallback>
            <p:pic>
              <p:nvPicPr>
                <p:cNvPr id="95" name="Entrada de lápiz 94">
                  <a:extLst>
                    <a:ext uri="{FF2B5EF4-FFF2-40B4-BE49-F238E27FC236}">
                      <a16:creationId xmlns:a16="http://schemas.microsoft.com/office/drawing/2014/main" id="{870E8A00-A92E-4E8E-A824-517A10338828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7368695" y="5239746"/>
                  <a:ext cx="205920" cy="4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upo 116">
            <a:extLst>
              <a:ext uri="{FF2B5EF4-FFF2-40B4-BE49-F238E27FC236}">
                <a16:creationId xmlns:a16="http://schemas.microsoft.com/office/drawing/2014/main" id="{7EE745CB-CABD-47C8-A08E-AB353DEB2253}"/>
              </a:ext>
            </a:extLst>
          </p:cNvPr>
          <p:cNvGrpSpPr/>
          <p:nvPr/>
        </p:nvGrpSpPr>
        <p:grpSpPr>
          <a:xfrm>
            <a:off x="7753175" y="4958586"/>
            <a:ext cx="2566440" cy="262440"/>
            <a:chOff x="7753175" y="4958586"/>
            <a:chExt cx="2566440" cy="26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98" name="Entrada de lápiz 97">
                  <a:extLst>
                    <a:ext uri="{FF2B5EF4-FFF2-40B4-BE49-F238E27FC236}">
                      <a16:creationId xmlns:a16="http://schemas.microsoft.com/office/drawing/2014/main" id="{4C537376-7F44-40FA-B193-45806EC3CA2E}"/>
                    </a:ext>
                  </a:extLst>
                </p14:cNvPr>
                <p14:cNvContentPartPr/>
                <p14:nvPr/>
              </p14:nvContentPartPr>
              <p14:xfrm>
                <a:off x="7753175" y="5068746"/>
                <a:ext cx="114480" cy="2880"/>
              </p14:xfrm>
            </p:contentPart>
          </mc:Choice>
          <mc:Fallback>
            <p:pic>
              <p:nvPicPr>
                <p:cNvPr id="98" name="Entrada de lápiz 97">
                  <a:extLst>
                    <a:ext uri="{FF2B5EF4-FFF2-40B4-BE49-F238E27FC236}">
                      <a16:creationId xmlns:a16="http://schemas.microsoft.com/office/drawing/2014/main" id="{4C537376-7F44-40FA-B193-45806EC3CA2E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7744535" y="5059746"/>
                  <a:ext cx="13212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9" name="Entrada de lápiz 98">
                  <a:extLst>
                    <a:ext uri="{FF2B5EF4-FFF2-40B4-BE49-F238E27FC236}">
                      <a16:creationId xmlns:a16="http://schemas.microsoft.com/office/drawing/2014/main" id="{A1B682A3-9FC6-41B7-BEF1-E7C77E1FE193}"/>
                    </a:ext>
                  </a:extLst>
                </p14:cNvPr>
                <p14:cNvContentPartPr/>
                <p14:nvPr/>
              </p14:nvContentPartPr>
              <p14:xfrm>
                <a:off x="7754255" y="5139306"/>
                <a:ext cx="77760" cy="9720"/>
              </p14:xfrm>
            </p:contentPart>
          </mc:Choice>
          <mc:Fallback>
            <p:pic>
              <p:nvPicPr>
                <p:cNvPr id="99" name="Entrada de lápiz 98">
                  <a:extLst>
                    <a:ext uri="{FF2B5EF4-FFF2-40B4-BE49-F238E27FC236}">
                      <a16:creationId xmlns:a16="http://schemas.microsoft.com/office/drawing/2014/main" id="{A1B682A3-9FC6-41B7-BEF1-E7C77E1FE193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745255" y="5130306"/>
                  <a:ext cx="9540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1" name="Entrada de lápiz 100">
                  <a:extLst>
                    <a:ext uri="{FF2B5EF4-FFF2-40B4-BE49-F238E27FC236}">
                      <a16:creationId xmlns:a16="http://schemas.microsoft.com/office/drawing/2014/main" id="{D01D77D0-2332-4547-BD75-5A5FCFB96806}"/>
                    </a:ext>
                  </a:extLst>
                </p14:cNvPr>
                <p14:cNvContentPartPr/>
                <p14:nvPr/>
              </p14:nvContentPartPr>
              <p14:xfrm>
                <a:off x="8023535" y="5035626"/>
                <a:ext cx="171000" cy="170280"/>
              </p14:xfrm>
            </p:contentPart>
          </mc:Choice>
          <mc:Fallback>
            <p:pic>
              <p:nvPicPr>
                <p:cNvPr id="101" name="Entrada de lápiz 100">
                  <a:extLst>
                    <a:ext uri="{FF2B5EF4-FFF2-40B4-BE49-F238E27FC236}">
                      <a16:creationId xmlns:a16="http://schemas.microsoft.com/office/drawing/2014/main" id="{D01D77D0-2332-4547-BD75-5A5FCFB96806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014895" y="5026986"/>
                  <a:ext cx="18864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2" name="Entrada de lápiz 101">
                  <a:extLst>
                    <a:ext uri="{FF2B5EF4-FFF2-40B4-BE49-F238E27FC236}">
                      <a16:creationId xmlns:a16="http://schemas.microsoft.com/office/drawing/2014/main" id="{3C4EC175-3565-4C41-BA1F-C2DBFABF1628}"/>
                    </a:ext>
                  </a:extLst>
                </p14:cNvPr>
                <p14:cNvContentPartPr/>
                <p14:nvPr/>
              </p14:nvContentPartPr>
              <p14:xfrm>
                <a:off x="8183015" y="5038866"/>
                <a:ext cx="115560" cy="171720"/>
              </p14:xfrm>
            </p:contentPart>
          </mc:Choice>
          <mc:Fallback>
            <p:pic>
              <p:nvPicPr>
                <p:cNvPr id="102" name="Entrada de lápiz 101">
                  <a:extLst>
                    <a:ext uri="{FF2B5EF4-FFF2-40B4-BE49-F238E27FC236}">
                      <a16:creationId xmlns:a16="http://schemas.microsoft.com/office/drawing/2014/main" id="{3C4EC175-3565-4C41-BA1F-C2DBFABF1628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174015" y="5030226"/>
                  <a:ext cx="13320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3" name="Entrada de lápiz 102">
                  <a:extLst>
                    <a:ext uri="{FF2B5EF4-FFF2-40B4-BE49-F238E27FC236}">
                      <a16:creationId xmlns:a16="http://schemas.microsoft.com/office/drawing/2014/main" id="{1F726C17-0FE2-42A6-9BE0-911318B86241}"/>
                    </a:ext>
                  </a:extLst>
                </p14:cNvPr>
                <p14:cNvContentPartPr/>
                <p14:nvPr/>
              </p14:nvContentPartPr>
              <p14:xfrm>
                <a:off x="8397575" y="5042106"/>
                <a:ext cx="129600" cy="165240"/>
              </p14:xfrm>
            </p:contentPart>
          </mc:Choice>
          <mc:Fallback>
            <p:pic>
              <p:nvPicPr>
                <p:cNvPr id="103" name="Entrada de lápiz 102">
                  <a:extLst>
                    <a:ext uri="{FF2B5EF4-FFF2-40B4-BE49-F238E27FC236}">
                      <a16:creationId xmlns:a16="http://schemas.microsoft.com/office/drawing/2014/main" id="{1F726C17-0FE2-42A6-9BE0-911318B86241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388575" y="5033466"/>
                  <a:ext cx="14724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4" name="Entrada de lápiz 103">
                  <a:extLst>
                    <a:ext uri="{FF2B5EF4-FFF2-40B4-BE49-F238E27FC236}">
                      <a16:creationId xmlns:a16="http://schemas.microsoft.com/office/drawing/2014/main" id="{1B2C82B5-AFF0-4E9E-A52C-37A3104F3AC3}"/>
                    </a:ext>
                  </a:extLst>
                </p14:cNvPr>
                <p14:cNvContentPartPr/>
                <p14:nvPr/>
              </p14:nvContentPartPr>
              <p14:xfrm>
                <a:off x="8408735" y="5089986"/>
                <a:ext cx="105120" cy="87120"/>
              </p14:xfrm>
            </p:contentPart>
          </mc:Choice>
          <mc:Fallback>
            <p:pic>
              <p:nvPicPr>
                <p:cNvPr id="104" name="Entrada de lápiz 103">
                  <a:extLst>
                    <a:ext uri="{FF2B5EF4-FFF2-40B4-BE49-F238E27FC236}">
                      <a16:creationId xmlns:a16="http://schemas.microsoft.com/office/drawing/2014/main" id="{1B2C82B5-AFF0-4E9E-A52C-37A3104F3AC3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400095" y="5080986"/>
                  <a:ext cx="12276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5" name="Entrada de lápiz 104">
                  <a:extLst>
                    <a:ext uri="{FF2B5EF4-FFF2-40B4-BE49-F238E27FC236}">
                      <a16:creationId xmlns:a16="http://schemas.microsoft.com/office/drawing/2014/main" id="{A65F309F-0318-4882-826D-B5C739AE992B}"/>
                    </a:ext>
                  </a:extLst>
                </p14:cNvPr>
                <p14:cNvContentPartPr/>
                <p14:nvPr/>
              </p14:nvContentPartPr>
              <p14:xfrm>
                <a:off x="8633375" y="5028786"/>
                <a:ext cx="117000" cy="154440"/>
              </p14:xfrm>
            </p:contentPart>
          </mc:Choice>
          <mc:Fallback>
            <p:pic>
              <p:nvPicPr>
                <p:cNvPr id="105" name="Entrada de lápiz 104">
                  <a:extLst>
                    <a:ext uri="{FF2B5EF4-FFF2-40B4-BE49-F238E27FC236}">
                      <a16:creationId xmlns:a16="http://schemas.microsoft.com/office/drawing/2014/main" id="{A65F309F-0318-4882-826D-B5C739AE992B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624375" y="5019786"/>
                  <a:ext cx="13464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6" name="Entrada de lápiz 105">
                  <a:extLst>
                    <a:ext uri="{FF2B5EF4-FFF2-40B4-BE49-F238E27FC236}">
                      <a16:creationId xmlns:a16="http://schemas.microsoft.com/office/drawing/2014/main" id="{465F28BD-B0EA-417B-88A8-14BA2A7EE48F}"/>
                    </a:ext>
                  </a:extLst>
                </p14:cNvPr>
                <p14:cNvContentPartPr/>
                <p14:nvPr/>
              </p14:nvContentPartPr>
              <p14:xfrm>
                <a:off x="8796815" y="5184306"/>
                <a:ext cx="17280" cy="34200"/>
              </p14:xfrm>
            </p:contentPart>
          </mc:Choice>
          <mc:Fallback>
            <p:pic>
              <p:nvPicPr>
                <p:cNvPr id="106" name="Entrada de lápiz 105">
                  <a:extLst>
                    <a:ext uri="{FF2B5EF4-FFF2-40B4-BE49-F238E27FC236}">
                      <a16:creationId xmlns:a16="http://schemas.microsoft.com/office/drawing/2014/main" id="{465F28BD-B0EA-417B-88A8-14BA2A7EE48F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788175" y="5175306"/>
                  <a:ext cx="3492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7" name="Entrada de lápiz 106">
                  <a:extLst>
                    <a:ext uri="{FF2B5EF4-FFF2-40B4-BE49-F238E27FC236}">
                      <a16:creationId xmlns:a16="http://schemas.microsoft.com/office/drawing/2014/main" id="{EB14399A-F7F5-44AB-8307-E87C90568B23}"/>
                    </a:ext>
                  </a:extLst>
                </p14:cNvPr>
                <p14:cNvContentPartPr/>
                <p14:nvPr/>
              </p14:nvContentPartPr>
              <p14:xfrm>
                <a:off x="8896895" y="5023746"/>
                <a:ext cx="98640" cy="180360"/>
              </p14:xfrm>
            </p:contentPart>
          </mc:Choice>
          <mc:Fallback>
            <p:pic>
              <p:nvPicPr>
                <p:cNvPr id="107" name="Entrada de lápiz 106">
                  <a:extLst>
                    <a:ext uri="{FF2B5EF4-FFF2-40B4-BE49-F238E27FC236}">
                      <a16:creationId xmlns:a16="http://schemas.microsoft.com/office/drawing/2014/main" id="{EB14399A-F7F5-44AB-8307-E87C90568B23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888255" y="5014746"/>
                  <a:ext cx="11628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8" name="Entrada de lápiz 107">
                  <a:extLst>
                    <a:ext uri="{FF2B5EF4-FFF2-40B4-BE49-F238E27FC236}">
                      <a16:creationId xmlns:a16="http://schemas.microsoft.com/office/drawing/2014/main" id="{626AACB8-D748-4A7F-9EDC-34693353926F}"/>
                    </a:ext>
                  </a:extLst>
                </p14:cNvPr>
                <p14:cNvContentPartPr/>
                <p14:nvPr/>
              </p14:nvContentPartPr>
              <p14:xfrm>
                <a:off x="9059255" y="5037066"/>
                <a:ext cx="118440" cy="166320"/>
              </p14:xfrm>
            </p:contentPart>
          </mc:Choice>
          <mc:Fallback>
            <p:pic>
              <p:nvPicPr>
                <p:cNvPr id="108" name="Entrada de lápiz 107">
                  <a:extLst>
                    <a:ext uri="{FF2B5EF4-FFF2-40B4-BE49-F238E27FC236}">
                      <a16:creationId xmlns:a16="http://schemas.microsoft.com/office/drawing/2014/main" id="{626AACB8-D748-4A7F-9EDC-34693353926F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050615" y="5028426"/>
                  <a:ext cx="13608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9" name="Entrada de lápiz 108">
                  <a:extLst>
                    <a:ext uri="{FF2B5EF4-FFF2-40B4-BE49-F238E27FC236}">
                      <a16:creationId xmlns:a16="http://schemas.microsoft.com/office/drawing/2014/main" id="{D0833C0D-701C-4F5E-B84C-CA65FD149FB2}"/>
                    </a:ext>
                  </a:extLst>
                </p14:cNvPr>
                <p14:cNvContentPartPr/>
                <p14:nvPr/>
              </p14:nvContentPartPr>
              <p14:xfrm>
                <a:off x="9258695" y="5021946"/>
                <a:ext cx="168480" cy="176400"/>
              </p14:xfrm>
            </p:contentPart>
          </mc:Choice>
          <mc:Fallback>
            <p:pic>
              <p:nvPicPr>
                <p:cNvPr id="109" name="Entrada de lápiz 108">
                  <a:extLst>
                    <a:ext uri="{FF2B5EF4-FFF2-40B4-BE49-F238E27FC236}">
                      <a16:creationId xmlns:a16="http://schemas.microsoft.com/office/drawing/2014/main" id="{D0833C0D-701C-4F5E-B84C-CA65FD149FB2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250055" y="5012946"/>
                  <a:ext cx="18612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0" name="Entrada de lápiz 109">
                  <a:extLst>
                    <a:ext uri="{FF2B5EF4-FFF2-40B4-BE49-F238E27FC236}">
                      <a16:creationId xmlns:a16="http://schemas.microsoft.com/office/drawing/2014/main" id="{4E2F6729-D4DE-47DF-A817-9CE8D7BABC84}"/>
                    </a:ext>
                  </a:extLst>
                </p14:cNvPr>
                <p14:cNvContentPartPr/>
                <p14:nvPr/>
              </p14:nvContentPartPr>
              <p14:xfrm>
                <a:off x="9270215" y="5080626"/>
                <a:ext cx="136440" cy="96480"/>
              </p14:xfrm>
            </p:contentPart>
          </mc:Choice>
          <mc:Fallback>
            <p:pic>
              <p:nvPicPr>
                <p:cNvPr id="110" name="Entrada de lápiz 109">
                  <a:extLst>
                    <a:ext uri="{FF2B5EF4-FFF2-40B4-BE49-F238E27FC236}">
                      <a16:creationId xmlns:a16="http://schemas.microsoft.com/office/drawing/2014/main" id="{4E2F6729-D4DE-47DF-A817-9CE8D7BABC84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261215" y="5071626"/>
                  <a:ext cx="15408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1" name="Entrada de lápiz 110">
                  <a:extLst>
                    <a:ext uri="{FF2B5EF4-FFF2-40B4-BE49-F238E27FC236}">
                      <a16:creationId xmlns:a16="http://schemas.microsoft.com/office/drawing/2014/main" id="{FCC9B99A-2455-45F7-B22F-497A872ADB5B}"/>
                    </a:ext>
                  </a:extLst>
                </p14:cNvPr>
                <p14:cNvContentPartPr/>
                <p14:nvPr/>
              </p14:nvContentPartPr>
              <p14:xfrm>
                <a:off x="9538055" y="5021946"/>
                <a:ext cx="120960" cy="106920"/>
              </p14:xfrm>
            </p:contentPart>
          </mc:Choice>
          <mc:Fallback>
            <p:pic>
              <p:nvPicPr>
                <p:cNvPr id="111" name="Entrada de lápiz 110">
                  <a:extLst>
                    <a:ext uri="{FF2B5EF4-FFF2-40B4-BE49-F238E27FC236}">
                      <a16:creationId xmlns:a16="http://schemas.microsoft.com/office/drawing/2014/main" id="{FCC9B99A-2455-45F7-B22F-497A872ADB5B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529415" y="5012946"/>
                  <a:ext cx="13860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2" name="Entrada de lápiz 111">
                  <a:extLst>
                    <a:ext uri="{FF2B5EF4-FFF2-40B4-BE49-F238E27FC236}">
                      <a16:creationId xmlns:a16="http://schemas.microsoft.com/office/drawing/2014/main" id="{81FE4CC0-3A1C-45A9-9ECE-27A0B3C95784}"/>
                    </a:ext>
                  </a:extLst>
                </p14:cNvPr>
                <p14:cNvContentPartPr/>
                <p14:nvPr/>
              </p14:nvContentPartPr>
              <p14:xfrm>
                <a:off x="9661175" y="5125626"/>
                <a:ext cx="33480" cy="95400"/>
              </p14:xfrm>
            </p:contentPart>
          </mc:Choice>
          <mc:Fallback>
            <p:pic>
              <p:nvPicPr>
                <p:cNvPr id="112" name="Entrada de lápiz 111">
                  <a:extLst>
                    <a:ext uri="{FF2B5EF4-FFF2-40B4-BE49-F238E27FC236}">
                      <a16:creationId xmlns:a16="http://schemas.microsoft.com/office/drawing/2014/main" id="{81FE4CC0-3A1C-45A9-9ECE-27A0B3C95784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9652175" y="5116626"/>
                  <a:ext cx="5112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3" name="Entrada de lápiz 112">
                  <a:extLst>
                    <a:ext uri="{FF2B5EF4-FFF2-40B4-BE49-F238E27FC236}">
                      <a16:creationId xmlns:a16="http://schemas.microsoft.com/office/drawing/2014/main" id="{A4BAFEB6-F54F-467D-AC66-E0D9E759ED72}"/>
                    </a:ext>
                  </a:extLst>
                </p14:cNvPr>
                <p14:cNvContentPartPr/>
                <p14:nvPr/>
              </p14:nvContentPartPr>
              <p14:xfrm>
                <a:off x="9795815" y="4991346"/>
                <a:ext cx="146160" cy="184320"/>
              </p14:xfrm>
            </p:contentPart>
          </mc:Choice>
          <mc:Fallback>
            <p:pic>
              <p:nvPicPr>
                <p:cNvPr id="113" name="Entrada de lápiz 112">
                  <a:extLst>
                    <a:ext uri="{FF2B5EF4-FFF2-40B4-BE49-F238E27FC236}">
                      <a16:creationId xmlns:a16="http://schemas.microsoft.com/office/drawing/2014/main" id="{A4BAFEB6-F54F-467D-AC66-E0D9E759ED72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786815" y="4982346"/>
                  <a:ext cx="16380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4" name="Entrada de lápiz 113">
                  <a:extLst>
                    <a:ext uri="{FF2B5EF4-FFF2-40B4-BE49-F238E27FC236}">
                      <a16:creationId xmlns:a16="http://schemas.microsoft.com/office/drawing/2014/main" id="{4EDA2F57-D96B-449C-B8A0-3E014844529B}"/>
                    </a:ext>
                  </a:extLst>
                </p14:cNvPr>
                <p14:cNvContentPartPr/>
                <p14:nvPr/>
              </p14:nvContentPartPr>
              <p14:xfrm>
                <a:off x="10007495" y="4958586"/>
                <a:ext cx="127440" cy="233280"/>
              </p14:xfrm>
            </p:contentPart>
          </mc:Choice>
          <mc:Fallback>
            <p:pic>
              <p:nvPicPr>
                <p:cNvPr id="114" name="Entrada de lápiz 113">
                  <a:extLst>
                    <a:ext uri="{FF2B5EF4-FFF2-40B4-BE49-F238E27FC236}">
                      <a16:creationId xmlns:a16="http://schemas.microsoft.com/office/drawing/2014/main" id="{4EDA2F57-D96B-449C-B8A0-3E014844529B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998495" y="4949946"/>
                  <a:ext cx="14508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5" name="Entrada de lápiz 114">
                  <a:extLst>
                    <a:ext uri="{FF2B5EF4-FFF2-40B4-BE49-F238E27FC236}">
                      <a16:creationId xmlns:a16="http://schemas.microsoft.com/office/drawing/2014/main" id="{D7CA51DC-3AC2-45CE-BE7D-1CA2279066A9}"/>
                    </a:ext>
                  </a:extLst>
                </p14:cNvPr>
                <p14:cNvContentPartPr/>
                <p14:nvPr/>
              </p14:nvContentPartPr>
              <p14:xfrm>
                <a:off x="10230695" y="5003946"/>
                <a:ext cx="84600" cy="6480"/>
              </p14:xfrm>
            </p:contentPart>
          </mc:Choice>
          <mc:Fallback>
            <p:pic>
              <p:nvPicPr>
                <p:cNvPr id="115" name="Entrada de lápiz 114">
                  <a:extLst>
                    <a:ext uri="{FF2B5EF4-FFF2-40B4-BE49-F238E27FC236}">
                      <a16:creationId xmlns:a16="http://schemas.microsoft.com/office/drawing/2014/main" id="{D7CA51DC-3AC2-45CE-BE7D-1CA2279066A9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0221695" y="4995306"/>
                  <a:ext cx="10224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6" name="Entrada de lápiz 115">
                  <a:extLst>
                    <a:ext uri="{FF2B5EF4-FFF2-40B4-BE49-F238E27FC236}">
                      <a16:creationId xmlns:a16="http://schemas.microsoft.com/office/drawing/2014/main" id="{8E9538F0-2612-49F2-9795-77003F8349AD}"/>
                    </a:ext>
                  </a:extLst>
                </p14:cNvPr>
                <p14:cNvContentPartPr/>
                <p14:nvPr/>
              </p14:nvContentPartPr>
              <p14:xfrm>
                <a:off x="10220255" y="5060106"/>
                <a:ext cx="99360" cy="7200"/>
              </p14:xfrm>
            </p:contentPart>
          </mc:Choice>
          <mc:Fallback>
            <p:pic>
              <p:nvPicPr>
                <p:cNvPr id="116" name="Entrada de lápiz 115">
                  <a:extLst>
                    <a:ext uri="{FF2B5EF4-FFF2-40B4-BE49-F238E27FC236}">
                      <a16:creationId xmlns:a16="http://schemas.microsoft.com/office/drawing/2014/main" id="{8E9538F0-2612-49F2-9795-77003F8349AD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0211615" y="5051466"/>
                  <a:ext cx="117000" cy="2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upo 123">
            <a:extLst>
              <a:ext uri="{FF2B5EF4-FFF2-40B4-BE49-F238E27FC236}">
                <a16:creationId xmlns:a16="http://schemas.microsoft.com/office/drawing/2014/main" id="{4D46B80A-E20F-46DB-ACBD-929165A5EC50}"/>
              </a:ext>
            </a:extLst>
          </p:cNvPr>
          <p:cNvGrpSpPr/>
          <p:nvPr/>
        </p:nvGrpSpPr>
        <p:grpSpPr>
          <a:xfrm>
            <a:off x="10540655" y="4934466"/>
            <a:ext cx="734400" cy="291600"/>
            <a:chOff x="10540655" y="4934466"/>
            <a:chExt cx="734400" cy="29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8" name="Entrada de lápiz 117">
                  <a:extLst>
                    <a:ext uri="{FF2B5EF4-FFF2-40B4-BE49-F238E27FC236}">
                      <a16:creationId xmlns:a16="http://schemas.microsoft.com/office/drawing/2014/main" id="{05AABE6C-27C2-4C85-8C51-309711E53BD2}"/>
                    </a:ext>
                  </a:extLst>
                </p14:cNvPr>
                <p14:cNvContentPartPr/>
                <p14:nvPr/>
              </p14:nvContentPartPr>
              <p14:xfrm>
                <a:off x="10540655" y="4934466"/>
                <a:ext cx="134640" cy="182160"/>
              </p14:xfrm>
            </p:contentPart>
          </mc:Choice>
          <mc:Fallback>
            <p:pic>
              <p:nvPicPr>
                <p:cNvPr id="118" name="Entrada de lápiz 117">
                  <a:extLst>
                    <a:ext uri="{FF2B5EF4-FFF2-40B4-BE49-F238E27FC236}">
                      <a16:creationId xmlns:a16="http://schemas.microsoft.com/office/drawing/2014/main" id="{05AABE6C-27C2-4C85-8C51-309711E53BD2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0531655" y="4925466"/>
                  <a:ext cx="15228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9" name="Entrada de lápiz 118">
                  <a:extLst>
                    <a:ext uri="{FF2B5EF4-FFF2-40B4-BE49-F238E27FC236}">
                      <a16:creationId xmlns:a16="http://schemas.microsoft.com/office/drawing/2014/main" id="{983ABC5D-FC51-4BDC-9E23-3AF3412C4399}"/>
                    </a:ext>
                  </a:extLst>
                </p14:cNvPr>
                <p14:cNvContentPartPr/>
                <p14:nvPr/>
              </p14:nvContentPartPr>
              <p14:xfrm>
                <a:off x="10709495" y="5088186"/>
                <a:ext cx="34200" cy="137880"/>
              </p14:xfrm>
            </p:contentPart>
          </mc:Choice>
          <mc:Fallback>
            <p:pic>
              <p:nvPicPr>
                <p:cNvPr id="119" name="Entrada de lápiz 118">
                  <a:extLst>
                    <a:ext uri="{FF2B5EF4-FFF2-40B4-BE49-F238E27FC236}">
                      <a16:creationId xmlns:a16="http://schemas.microsoft.com/office/drawing/2014/main" id="{983ABC5D-FC51-4BDC-9E23-3AF3412C4399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0700855" y="5079186"/>
                  <a:ext cx="5184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0" name="Entrada de lápiz 119">
                  <a:extLst>
                    <a:ext uri="{FF2B5EF4-FFF2-40B4-BE49-F238E27FC236}">
                      <a16:creationId xmlns:a16="http://schemas.microsoft.com/office/drawing/2014/main" id="{0452A6FD-1504-48DE-814A-55C611702B05}"/>
                    </a:ext>
                  </a:extLst>
                </p14:cNvPr>
                <p14:cNvContentPartPr/>
                <p14:nvPr/>
              </p14:nvContentPartPr>
              <p14:xfrm>
                <a:off x="10864295" y="4983786"/>
                <a:ext cx="26640" cy="183240"/>
              </p14:xfrm>
            </p:contentPart>
          </mc:Choice>
          <mc:Fallback>
            <p:pic>
              <p:nvPicPr>
                <p:cNvPr id="120" name="Entrada de lápiz 119">
                  <a:extLst>
                    <a:ext uri="{FF2B5EF4-FFF2-40B4-BE49-F238E27FC236}">
                      <a16:creationId xmlns:a16="http://schemas.microsoft.com/office/drawing/2014/main" id="{0452A6FD-1504-48DE-814A-55C611702B05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0855655" y="4974786"/>
                  <a:ext cx="4428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1" name="Entrada de lápiz 120">
                  <a:extLst>
                    <a:ext uri="{FF2B5EF4-FFF2-40B4-BE49-F238E27FC236}">
                      <a16:creationId xmlns:a16="http://schemas.microsoft.com/office/drawing/2014/main" id="{D2BD5916-E46A-4A99-AD37-4AF0DEC4C0A2}"/>
                    </a:ext>
                  </a:extLst>
                </p14:cNvPr>
                <p14:cNvContentPartPr/>
                <p14:nvPr/>
              </p14:nvContentPartPr>
              <p14:xfrm>
                <a:off x="10925135" y="4968306"/>
                <a:ext cx="140760" cy="229680"/>
              </p14:xfrm>
            </p:contentPart>
          </mc:Choice>
          <mc:Fallback>
            <p:pic>
              <p:nvPicPr>
                <p:cNvPr id="121" name="Entrada de lápiz 120">
                  <a:extLst>
                    <a:ext uri="{FF2B5EF4-FFF2-40B4-BE49-F238E27FC236}">
                      <a16:creationId xmlns:a16="http://schemas.microsoft.com/office/drawing/2014/main" id="{D2BD5916-E46A-4A99-AD37-4AF0DEC4C0A2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0916495" y="4959666"/>
                  <a:ext cx="15840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2" name="Entrada de lápiz 121">
                  <a:extLst>
                    <a:ext uri="{FF2B5EF4-FFF2-40B4-BE49-F238E27FC236}">
                      <a16:creationId xmlns:a16="http://schemas.microsoft.com/office/drawing/2014/main" id="{EB4F2E9F-DF52-4509-BADA-EBFBF30CCC9C}"/>
                    </a:ext>
                  </a:extLst>
                </p14:cNvPr>
                <p14:cNvContentPartPr/>
                <p14:nvPr/>
              </p14:nvContentPartPr>
              <p14:xfrm>
                <a:off x="11160575" y="4957146"/>
                <a:ext cx="106200" cy="117720"/>
              </p14:xfrm>
            </p:contentPart>
          </mc:Choice>
          <mc:Fallback>
            <p:pic>
              <p:nvPicPr>
                <p:cNvPr id="122" name="Entrada de lápiz 121">
                  <a:extLst>
                    <a:ext uri="{FF2B5EF4-FFF2-40B4-BE49-F238E27FC236}">
                      <a16:creationId xmlns:a16="http://schemas.microsoft.com/office/drawing/2014/main" id="{EB4F2E9F-DF52-4509-BADA-EBFBF30CCC9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1151575" y="4948506"/>
                  <a:ext cx="12384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3" name="Entrada de lápiz 122">
                  <a:extLst>
                    <a:ext uri="{FF2B5EF4-FFF2-40B4-BE49-F238E27FC236}">
                      <a16:creationId xmlns:a16="http://schemas.microsoft.com/office/drawing/2014/main" id="{CE22F8C6-2CC1-447C-869B-95B95053ADEA}"/>
                    </a:ext>
                  </a:extLst>
                </p14:cNvPr>
                <p14:cNvContentPartPr/>
                <p14:nvPr/>
              </p14:nvContentPartPr>
              <p14:xfrm>
                <a:off x="11151575" y="5028786"/>
                <a:ext cx="123480" cy="161280"/>
              </p14:xfrm>
            </p:contentPart>
          </mc:Choice>
          <mc:Fallback>
            <p:pic>
              <p:nvPicPr>
                <p:cNvPr id="123" name="Entrada de lápiz 122">
                  <a:extLst>
                    <a:ext uri="{FF2B5EF4-FFF2-40B4-BE49-F238E27FC236}">
                      <a16:creationId xmlns:a16="http://schemas.microsoft.com/office/drawing/2014/main" id="{CE22F8C6-2CC1-447C-869B-95B95053ADEA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1142575" y="5019786"/>
                  <a:ext cx="141120" cy="178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8">
            <p14:nvContentPartPr>
              <p14:cNvPr id="125" name="Entrada de lápiz 124">
                <a:extLst>
                  <a:ext uri="{FF2B5EF4-FFF2-40B4-BE49-F238E27FC236}">
                    <a16:creationId xmlns:a16="http://schemas.microsoft.com/office/drawing/2014/main" id="{041FED48-6B15-4DC3-B073-7D198BB2BC3B}"/>
                  </a:ext>
                </a:extLst>
              </p14:cNvPr>
              <p14:cNvContentPartPr/>
              <p14:nvPr/>
            </p14:nvContentPartPr>
            <p14:xfrm>
              <a:off x="2419775" y="2798226"/>
              <a:ext cx="437760" cy="35640"/>
            </p14:xfrm>
          </p:contentPart>
        </mc:Choice>
        <mc:Fallback>
          <p:pic>
            <p:nvPicPr>
              <p:cNvPr id="125" name="Entrada de lápiz 124">
                <a:extLst>
                  <a:ext uri="{FF2B5EF4-FFF2-40B4-BE49-F238E27FC236}">
                    <a16:creationId xmlns:a16="http://schemas.microsoft.com/office/drawing/2014/main" id="{041FED48-6B15-4DC3-B073-7D198BB2BC3B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2410775" y="2789586"/>
                <a:ext cx="455400" cy="5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0">
            <p14:nvContentPartPr>
              <p14:cNvPr id="126" name="Entrada de lápiz 125">
                <a:extLst>
                  <a:ext uri="{FF2B5EF4-FFF2-40B4-BE49-F238E27FC236}">
                    <a16:creationId xmlns:a16="http://schemas.microsoft.com/office/drawing/2014/main" id="{F8B79275-10BA-4443-B06C-92E1D2D5CE64}"/>
                  </a:ext>
                </a:extLst>
              </p14:cNvPr>
              <p14:cNvContentPartPr/>
              <p14:nvPr/>
            </p14:nvContentPartPr>
            <p14:xfrm>
              <a:off x="4545935" y="2798586"/>
              <a:ext cx="464040" cy="14760"/>
            </p14:xfrm>
          </p:contentPart>
        </mc:Choice>
        <mc:Fallback>
          <p:pic>
            <p:nvPicPr>
              <p:cNvPr id="126" name="Entrada de lápiz 125">
                <a:extLst>
                  <a:ext uri="{FF2B5EF4-FFF2-40B4-BE49-F238E27FC236}">
                    <a16:creationId xmlns:a16="http://schemas.microsoft.com/office/drawing/2014/main" id="{F8B79275-10BA-4443-B06C-92E1D2D5CE64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4536935" y="2789586"/>
                <a:ext cx="481680" cy="3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2">
            <p14:nvContentPartPr>
              <p14:cNvPr id="127" name="Entrada de lápiz 126">
                <a:extLst>
                  <a:ext uri="{FF2B5EF4-FFF2-40B4-BE49-F238E27FC236}">
                    <a16:creationId xmlns:a16="http://schemas.microsoft.com/office/drawing/2014/main" id="{BBAAE3B9-D096-49EB-9946-60A8F4C5C914}"/>
                  </a:ext>
                </a:extLst>
              </p14:cNvPr>
              <p14:cNvContentPartPr/>
              <p14:nvPr/>
            </p14:nvContentPartPr>
            <p14:xfrm>
              <a:off x="1669895" y="3012786"/>
              <a:ext cx="1525680" cy="52200"/>
            </p14:xfrm>
          </p:contentPart>
        </mc:Choice>
        <mc:Fallback>
          <p:pic>
            <p:nvPicPr>
              <p:cNvPr id="127" name="Entrada de lápiz 126">
                <a:extLst>
                  <a:ext uri="{FF2B5EF4-FFF2-40B4-BE49-F238E27FC236}">
                    <a16:creationId xmlns:a16="http://schemas.microsoft.com/office/drawing/2014/main" id="{BBAAE3B9-D096-49EB-9946-60A8F4C5C914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1660895" y="3003786"/>
                <a:ext cx="1543320" cy="69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2" name="Grupo 131">
            <a:extLst>
              <a:ext uri="{FF2B5EF4-FFF2-40B4-BE49-F238E27FC236}">
                <a16:creationId xmlns:a16="http://schemas.microsoft.com/office/drawing/2014/main" id="{054967FE-E295-4FB6-AA44-6CFC2F1D397D}"/>
              </a:ext>
            </a:extLst>
          </p:cNvPr>
          <p:cNvGrpSpPr/>
          <p:nvPr/>
        </p:nvGrpSpPr>
        <p:grpSpPr>
          <a:xfrm>
            <a:off x="5860655" y="4100706"/>
            <a:ext cx="663120" cy="291240"/>
            <a:chOff x="5860655" y="4100706"/>
            <a:chExt cx="663120" cy="29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28" name="Entrada de lápiz 127">
                  <a:extLst>
                    <a:ext uri="{FF2B5EF4-FFF2-40B4-BE49-F238E27FC236}">
                      <a16:creationId xmlns:a16="http://schemas.microsoft.com/office/drawing/2014/main" id="{C86CA705-AFE8-4391-A7F9-C267E8D299F1}"/>
                    </a:ext>
                  </a:extLst>
                </p14:cNvPr>
                <p14:cNvContentPartPr/>
                <p14:nvPr/>
              </p14:nvContentPartPr>
              <p14:xfrm>
                <a:off x="5860655" y="4100706"/>
                <a:ext cx="326160" cy="262440"/>
              </p14:xfrm>
            </p:contentPart>
          </mc:Choice>
          <mc:Fallback>
            <p:pic>
              <p:nvPicPr>
                <p:cNvPr id="128" name="Entrada de lápiz 127">
                  <a:extLst>
                    <a:ext uri="{FF2B5EF4-FFF2-40B4-BE49-F238E27FC236}">
                      <a16:creationId xmlns:a16="http://schemas.microsoft.com/office/drawing/2014/main" id="{C86CA705-AFE8-4391-A7F9-C267E8D299F1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851655" y="4092066"/>
                  <a:ext cx="34380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29" name="Entrada de lápiz 128">
                  <a:extLst>
                    <a:ext uri="{FF2B5EF4-FFF2-40B4-BE49-F238E27FC236}">
                      <a16:creationId xmlns:a16="http://schemas.microsoft.com/office/drawing/2014/main" id="{54792FAA-98D3-4A77-850B-24D8903454C4}"/>
                    </a:ext>
                  </a:extLst>
                </p14:cNvPr>
                <p14:cNvContentPartPr/>
                <p14:nvPr/>
              </p14:nvContentPartPr>
              <p14:xfrm>
                <a:off x="6123095" y="4214106"/>
                <a:ext cx="156240" cy="177840"/>
              </p14:xfrm>
            </p:contentPart>
          </mc:Choice>
          <mc:Fallback>
            <p:pic>
              <p:nvPicPr>
                <p:cNvPr id="129" name="Entrada de lápiz 128">
                  <a:extLst>
                    <a:ext uri="{FF2B5EF4-FFF2-40B4-BE49-F238E27FC236}">
                      <a16:creationId xmlns:a16="http://schemas.microsoft.com/office/drawing/2014/main" id="{54792FAA-98D3-4A77-850B-24D8903454C4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6114095" y="4205106"/>
                  <a:ext cx="17388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0" name="Entrada de lápiz 129">
                  <a:extLst>
                    <a:ext uri="{FF2B5EF4-FFF2-40B4-BE49-F238E27FC236}">
                      <a16:creationId xmlns:a16="http://schemas.microsoft.com/office/drawing/2014/main" id="{8DDEE155-6C03-44A9-9EAB-EB190948D33A}"/>
                    </a:ext>
                  </a:extLst>
                </p14:cNvPr>
                <p14:cNvContentPartPr/>
                <p14:nvPr/>
              </p14:nvContentPartPr>
              <p14:xfrm>
                <a:off x="6153335" y="4240386"/>
                <a:ext cx="106200" cy="127080"/>
              </p14:xfrm>
            </p:contentPart>
          </mc:Choice>
          <mc:Fallback>
            <p:pic>
              <p:nvPicPr>
                <p:cNvPr id="130" name="Entrada de lápiz 129">
                  <a:extLst>
                    <a:ext uri="{FF2B5EF4-FFF2-40B4-BE49-F238E27FC236}">
                      <a16:creationId xmlns:a16="http://schemas.microsoft.com/office/drawing/2014/main" id="{8DDEE155-6C03-44A9-9EAB-EB190948D33A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144335" y="4231386"/>
                  <a:ext cx="12384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1" name="Entrada de lápiz 130">
                  <a:extLst>
                    <a:ext uri="{FF2B5EF4-FFF2-40B4-BE49-F238E27FC236}">
                      <a16:creationId xmlns:a16="http://schemas.microsoft.com/office/drawing/2014/main" id="{645FECA0-E55E-484E-81E9-B3C076C45D31}"/>
                    </a:ext>
                  </a:extLst>
                </p14:cNvPr>
                <p14:cNvContentPartPr/>
                <p14:nvPr/>
              </p14:nvContentPartPr>
              <p14:xfrm>
                <a:off x="6412895" y="4213026"/>
                <a:ext cx="110880" cy="80280"/>
              </p14:xfrm>
            </p:contentPart>
          </mc:Choice>
          <mc:Fallback>
            <p:pic>
              <p:nvPicPr>
                <p:cNvPr id="131" name="Entrada de lápiz 130">
                  <a:extLst>
                    <a:ext uri="{FF2B5EF4-FFF2-40B4-BE49-F238E27FC236}">
                      <a16:creationId xmlns:a16="http://schemas.microsoft.com/office/drawing/2014/main" id="{645FECA0-E55E-484E-81E9-B3C076C45D31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404255" y="4204386"/>
                  <a:ext cx="128520" cy="9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1" name="Grupo 140">
            <a:extLst>
              <a:ext uri="{FF2B5EF4-FFF2-40B4-BE49-F238E27FC236}">
                <a16:creationId xmlns:a16="http://schemas.microsoft.com/office/drawing/2014/main" id="{60E2163F-1740-4325-B890-E48E024CE4AD}"/>
              </a:ext>
            </a:extLst>
          </p:cNvPr>
          <p:cNvGrpSpPr/>
          <p:nvPr/>
        </p:nvGrpSpPr>
        <p:grpSpPr>
          <a:xfrm>
            <a:off x="4748975" y="2277666"/>
            <a:ext cx="274320" cy="60840"/>
            <a:chOff x="4748975" y="2277666"/>
            <a:chExt cx="274320" cy="6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9" name="Entrada de lápiz 138">
                  <a:extLst>
                    <a:ext uri="{FF2B5EF4-FFF2-40B4-BE49-F238E27FC236}">
                      <a16:creationId xmlns:a16="http://schemas.microsoft.com/office/drawing/2014/main" id="{C0E54D68-428B-43A3-AC6D-3039BBFD44FB}"/>
                    </a:ext>
                  </a:extLst>
                </p14:cNvPr>
                <p14:cNvContentPartPr/>
                <p14:nvPr/>
              </p14:nvContentPartPr>
              <p14:xfrm>
                <a:off x="4748975" y="2277666"/>
                <a:ext cx="19080" cy="24840"/>
              </p14:xfrm>
            </p:contentPart>
          </mc:Choice>
          <mc:Fallback>
            <p:pic>
              <p:nvPicPr>
                <p:cNvPr id="139" name="Entrada de lápiz 138">
                  <a:extLst>
                    <a:ext uri="{FF2B5EF4-FFF2-40B4-BE49-F238E27FC236}">
                      <a16:creationId xmlns:a16="http://schemas.microsoft.com/office/drawing/2014/main" id="{C0E54D68-428B-43A3-AC6D-3039BBFD44FB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739975" y="2269026"/>
                  <a:ext cx="3672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40" name="Entrada de lápiz 139">
                  <a:extLst>
                    <a:ext uri="{FF2B5EF4-FFF2-40B4-BE49-F238E27FC236}">
                      <a16:creationId xmlns:a16="http://schemas.microsoft.com/office/drawing/2014/main" id="{7D833C06-53EC-4D89-870B-09B1E66BF465}"/>
                    </a:ext>
                  </a:extLst>
                </p14:cNvPr>
                <p14:cNvContentPartPr/>
                <p14:nvPr/>
              </p14:nvContentPartPr>
              <p14:xfrm>
                <a:off x="4760495" y="2277666"/>
                <a:ext cx="262800" cy="60840"/>
              </p14:xfrm>
            </p:contentPart>
          </mc:Choice>
          <mc:Fallback>
            <p:pic>
              <p:nvPicPr>
                <p:cNvPr id="140" name="Entrada de lápiz 139">
                  <a:extLst>
                    <a:ext uri="{FF2B5EF4-FFF2-40B4-BE49-F238E27FC236}">
                      <a16:creationId xmlns:a16="http://schemas.microsoft.com/office/drawing/2014/main" id="{7D833C06-53EC-4D89-870B-09B1E66BF465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751495" y="2269026"/>
                  <a:ext cx="280440" cy="7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upo 147">
            <a:extLst>
              <a:ext uri="{FF2B5EF4-FFF2-40B4-BE49-F238E27FC236}">
                <a16:creationId xmlns:a16="http://schemas.microsoft.com/office/drawing/2014/main" id="{5286B846-1B40-42CB-913E-80CA094D64FE}"/>
              </a:ext>
            </a:extLst>
          </p:cNvPr>
          <p:cNvGrpSpPr/>
          <p:nvPr/>
        </p:nvGrpSpPr>
        <p:grpSpPr>
          <a:xfrm>
            <a:off x="3080735" y="2609586"/>
            <a:ext cx="240120" cy="168480"/>
            <a:chOff x="3080735" y="2609586"/>
            <a:chExt cx="240120" cy="16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2" name="Entrada de lápiz 141">
                  <a:extLst>
                    <a:ext uri="{FF2B5EF4-FFF2-40B4-BE49-F238E27FC236}">
                      <a16:creationId xmlns:a16="http://schemas.microsoft.com/office/drawing/2014/main" id="{237B291B-C07C-47A0-97E0-3603F486283D}"/>
                    </a:ext>
                  </a:extLst>
                </p14:cNvPr>
                <p14:cNvContentPartPr/>
                <p14:nvPr/>
              </p14:nvContentPartPr>
              <p14:xfrm>
                <a:off x="3080735" y="2609586"/>
                <a:ext cx="111960" cy="92520"/>
              </p14:xfrm>
            </p:contentPart>
          </mc:Choice>
          <mc:Fallback>
            <p:pic>
              <p:nvPicPr>
                <p:cNvPr id="142" name="Entrada de lápiz 141">
                  <a:extLst>
                    <a:ext uri="{FF2B5EF4-FFF2-40B4-BE49-F238E27FC236}">
                      <a16:creationId xmlns:a16="http://schemas.microsoft.com/office/drawing/2014/main" id="{237B291B-C07C-47A0-97E0-3603F486283D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3072095" y="2600586"/>
                  <a:ext cx="12960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3" name="Entrada de lápiz 142">
                  <a:extLst>
                    <a:ext uri="{FF2B5EF4-FFF2-40B4-BE49-F238E27FC236}">
                      <a16:creationId xmlns:a16="http://schemas.microsoft.com/office/drawing/2014/main" id="{48145111-9457-431B-87FB-63C7EBECBEFF}"/>
                    </a:ext>
                  </a:extLst>
                </p14:cNvPr>
                <p14:cNvContentPartPr/>
                <p14:nvPr/>
              </p14:nvContentPartPr>
              <p14:xfrm>
                <a:off x="3086855" y="2629386"/>
                <a:ext cx="104040" cy="121680"/>
              </p14:xfrm>
            </p:contentPart>
          </mc:Choice>
          <mc:Fallback>
            <p:pic>
              <p:nvPicPr>
                <p:cNvPr id="143" name="Entrada de lápiz 142">
                  <a:extLst>
                    <a:ext uri="{FF2B5EF4-FFF2-40B4-BE49-F238E27FC236}">
                      <a16:creationId xmlns:a16="http://schemas.microsoft.com/office/drawing/2014/main" id="{48145111-9457-431B-87FB-63C7EBECBEFF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3078215" y="2620746"/>
                  <a:ext cx="12168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4" name="Entrada de lápiz 143">
                  <a:extLst>
                    <a:ext uri="{FF2B5EF4-FFF2-40B4-BE49-F238E27FC236}">
                      <a16:creationId xmlns:a16="http://schemas.microsoft.com/office/drawing/2014/main" id="{1D222EAB-25C9-4AD0-8C88-61B0B529ACC6}"/>
                    </a:ext>
                  </a:extLst>
                </p14:cNvPr>
                <p14:cNvContentPartPr/>
                <p14:nvPr/>
              </p14:nvContentPartPr>
              <p14:xfrm>
                <a:off x="3156335" y="2612466"/>
                <a:ext cx="115560" cy="124200"/>
              </p14:xfrm>
            </p:contentPart>
          </mc:Choice>
          <mc:Fallback>
            <p:pic>
              <p:nvPicPr>
                <p:cNvPr id="144" name="Entrada de lápiz 143">
                  <a:extLst>
                    <a:ext uri="{FF2B5EF4-FFF2-40B4-BE49-F238E27FC236}">
                      <a16:creationId xmlns:a16="http://schemas.microsoft.com/office/drawing/2014/main" id="{1D222EAB-25C9-4AD0-8C88-61B0B529ACC6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3147695" y="2603466"/>
                  <a:ext cx="13320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5" name="Entrada de lápiz 144">
                  <a:extLst>
                    <a:ext uri="{FF2B5EF4-FFF2-40B4-BE49-F238E27FC236}">
                      <a16:creationId xmlns:a16="http://schemas.microsoft.com/office/drawing/2014/main" id="{FD3CEAF8-B9ED-4044-92B5-66FAF61B3733}"/>
                    </a:ext>
                  </a:extLst>
                </p14:cNvPr>
                <p14:cNvContentPartPr/>
                <p14:nvPr/>
              </p14:nvContentPartPr>
              <p14:xfrm>
                <a:off x="3271535" y="2612466"/>
                <a:ext cx="360" cy="360"/>
              </p14:xfrm>
            </p:contentPart>
          </mc:Choice>
          <mc:Fallback>
            <p:pic>
              <p:nvPicPr>
                <p:cNvPr id="145" name="Entrada de lápiz 144">
                  <a:extLst>
                    <a:ext uri="{FF2B5EF4-FFF2-40B4-BE49-F238E27FC236}">
                      <a16:creationId xmlns:a16="http://schemas.microsoft.com/office/drawing/2014/main" id="{FD3CEAF8-B9ED-4044-92B5-66FAF61B3733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262895" y="260346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46" name="Entrada de lápiz 145">
                  <a:extLst>
                    <a:ext uri="{FF2B5EF4-FFF2-40B4-BE49-F238E27FC236}">
                      <a16:creationId xmlns:a16="http://schemas.microsoft.com/office/drawing/2014/main" id="{7170FD9A-AA13-439C-AA70-3F827DE66274}"/>
                    </a:ext>
                  </a:extLst>
                </p14:cNvPr>
                <p14:cNvContentPartPr/>
                <p14:nvPr/>
              </p14:nvContentPartPr>
              <p14:xfrm>
                <a:off x="3138695" y="2612466"/>
                <a:ext cx="182160" cy="165600"/>
              </p14:xfrm>
            </p:contentPart>
          </mc:Choice>
          <mc:Fallback>
            <p:pic>
              <p:nvPicPr>
                <p:cNvPr id="146" name="Entrada de lápiz 145">
                  <a:extLst>
                    <a:ext uri="{FF2B5EF4-FFF2-40B4-BE49-F238E27FC236}">
                      <a16:creationId xmlns:a16="http://schemas.microsoft.com/office/drawing/2014/main" id="{7170FD9A-AA13-439C-AA70-3F827DE66274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3130055" y="2603466"/>
                  <a:ext cx="19980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47" name="Entrada de lápiz 146">
                  <a:extLst>
                    <a:ext uri="{FF2B5EF4-FFF2-40B4-BE49-F238E27FC236}">
                      <a16:creationId xmlns:a16="http://schemas.microsoft.com/office/drawing/2014/main" id="{F7C326A7-3096-4542-B8B3-DC00FFD5FC0C}"/>
                    </a:ext>
                  </a:extLst>
                </p14:cNvPr>
                <p14:cNvContentPartPr/>
                <p14:nvPr/>
              </p14:nvContentPartPr>
              <p14:xfrm>
                <a:off x="3219695" y="2659986"/>
                <a:ext cx="86400" cy="104040"/>
              </p14:xfrm>
            </p:contentPart>
          </mc:Choice>
          <mc:Fallback>
            <p:pic>
              <p:nvPicPr>
                <p:cNvPr id="147" name="Entrada de lápiz 146">
                  <a:extLst>
                    <a:ext uri="{FF2B5EF4-FFF2-40B4-BE49-F238E27FC236}">
                      <a16:creationId xmlns:a16="http://schemas.microsoft.com/office/drawing/2014/main" id="{F7C326A7-3096-4542-B8B3-DC00FFD5FC0C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3211055" y="2651346"/>
                  <a:ext cx="104040" cy="12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0" name="Grupo 149">
            <a:extLst>
              <a:ext uri="{FF2B5EF4-FFF2-40B4-BE49-F238E27FC236}">
                <a16:creationId xmlns:a16="http://schemas.microsoft.com/office/drawing/2014/main" id="{845F7872-8980-4189-A43E-08167B5464F4}"/>
              </a:ext>
            </a:extLst>
          </p:cNvPr>
          <p:cNvGrpSpPr/>
          <p:nvPr/>
        </p:nvGrpSpPr>
        <p:grpSpPr>
          <a:xfrm>
            <a:off x="6730055" y="3957066"/>
            <a:ext cx="676440" cy="522360"/>
            <a:chOff x="6730055" y="3957066"/>
            <a:chExt cx="676440" cy="522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33" name="Entrada de lápiz 132">
                  <a:extLst>
                    <a:ext uri="{FF2B5EF4-FFF2-40B4-BE49-F238E27FC236}">
                      <a16:creationId xmlns:a16="http://schemas.microsoft.com/office/drawing/2014/main" id="{C985DC95-D9F2-4FAC-93CF-C2B8E3602A0F}"/>
                    </a:ext>
                  </a:extLst>
                </p14:cNvPr>
                <p14:cNvContentPartPr/>
                <p14:nvPr/>
              </p14:nvContentPartPr>
              <p14:xfrm>
                <a:off x="6730055" y="4187106"/>
                <a:ext cx="112680" cy="169200"/>
              </p14:xfrm>
            </p:contentPart>
          </mc:Choice>
          <mc:Fallback>
            <p:pic>
              <p:nvPicPr>
                <p:cNvPr id="133" name="Entrada de lápiz 132">
                  <a:extLst>
                    <a:ext uri="{FF2B5EF4-FFF2-40B4-BE49-F238E27FC236}">
                      <a16:creationId xmlns:a16="http://schemas.microsoft.com/office/drawing/2014/main" id="{C985DC95-D9F2-4FAC-93CF-C2B8E3602A0F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6721415" y="4178466"/>
                  <a:ext cx="13032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34" name="Entrada de lápiz 133">
                  <a:extLst>
                    <a:ext uri="{FF2B5EF4-FFF2-40B4-BE49-F238E27FC236}">
                      <a16:creationId xmlns:a16="http://schemas.microsoft.com/office/drawing/2014/main" id="{F0D2D9BC-3034-4207-A064-1C053A694394}"/>
                    </a:ext>
                  </a:extLst>
                </p14:cNvPr>
                <p14:cNvContentPartPr/>
                <p14:nvPr/>
              </p14:nvContentPartPr>
              <p14:xfrm>
                <a:off x="6883415" y="4363506"/>
                <a:ext cx="23040" cy="115920"/>
              </p14:xfrm>
            </p:contentPart>
          </mc:Choice>
          <mc:Fallback>
            <p:pic>
              <p:nvPicPr>
                <p:cNvPr id="134" name="Entrada de lápiz 133">
                  <a:extLst>
                    <a:ext uri="{FF2B5EF4-FFF2-40B4-BE49-F238E27FC236}">
                      <a16:creationId xmlns:a16="http://schemas.microsoft.com/office/drawing/2014/main" id="{F0D2D9BC-3034-4207-A064-1C053A694394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6874415" y="4354506"/>
                  <a:ext cx="4068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35" name="Entrada de lápiz 134">
                  <a:extLst>
                    <a:ext uri="{FF2B5EF4-FFF2-40B4-BE49-F238E27FC236}">
                      <a16:creationId xmlns:a16="http://schemas.microsoft.com/office/drawing/2014/main" id="{D90ABE8D-9C32-40A7-B7EB-C6DEB74A12F0}"/>
                    </a:ext>
                  </a:extLst>
                </p14:cNvPr>
                <p14:cNvContentPartPr/>
                <p14:nvPr/>
              </p14:nvContentPartPr>
              <p14:xfrm>
                <a:off x="7001495" y="4183506"/>
                <a:ext cx="212400" cy="144000"/>
              </p14:xfrm>
            </p:contentPart>
          </mc:Choice>
          <mc:Fallback>
            <p:pic>
              <p:nvPicPr>
                <p:cNvPr id="135" name="Entrada de lápiz 134">
                  <a:extLst>
                    <a:ext uri="{FF2B5EF4-FFF2-40B4-BE49-F238E27FC236}">
                      <a16:creationId xmlns:a16="http://schemas.microsoft.com/office/drawing/2014/main" id="{D90ABE8D-9C32-40A7-B7EB-C6DEB74A12F0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6992495" y="4174506"/>
                  <a:ext cx="23004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36" name="Entrada de lápiz 135">
                  <a:extLst>
                    <a:ext uri="{FF2B5EF4-FFF2-40B4-BE49-F238E27FC236}">
                      <a16:creationId xmlns:a16="http://schemas.microsoft.com/office/drawing/2014/main" id="{B58460AE-D131-4D88-AEBB-67720F7B1DB8}"/>
                    </a:ext>
                  </a:extLst>
                </p14:cNvPr>
                <p14:cNvContentPartPr/>
                <p14:nvPr/>
              </p14:nvContentPartPr>
              <p14:xfrm>
                <a:off x="7199495" y="4181706"/>
                <a:ext cx="13680" cy="205200"/>
              </p14:xfrm>
            </p:contentPart>
          </mc:Choice>
          <mc:Fallback>
            <p:pic>
              <p:nvPicPr>
                <p:cNvPr id="136" name="Entrada de lápiz 135">
                  <a:extLst>
                    <a:ext uri="{FF2B5EF4-FFF2-40B4-BE49-F238E27FC236}">
                      <a16:creationId xmlns:a16="http://schemas.microsoft.com/office/drawing/2014/main" id="{B58460AE-D131-4D88-AEBB-67720F7B1DB8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7190855" y="4172706"/>
                  <a:ext cx="3132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37" name="Entrada de lápiz 136">
                  <a:extLst>
                    <a:ext uri="{FF2B5EF4-FFF2-40B4-BE49-F238E27FC236}">
                      <a16:creationId xmlns:a16="http://schemas.microsoft.com/office/drawing/2014/main" id="{1990C775-D8E9-4743-A3E9-E6EBD8276828}"/>
                    </a:ext>
                  </a:extLst>
                </p14:cNvPr>
                <p14:cNvContentPartPr/>
                <p14:nvPr/>
              </p14:nvContentPartPr>
              <p14:xfrm>
                <a:off x="7268615" y="4190346"/>
                <a:ext cx="137880" cy="223560"/>
              </p14:xfrm>
            </p:contentPart>
          </mc:Choice>
          <mc:Fallback>
            <p:pic>
              <p:nvPicPr>
                <p:cNvPr id="137" name="Entrada de lápiz 136">
                  <a:extLst>
                    <a:ext uri="{FF2B5EF4-FFF2-40B4-BE49-F238E27FC236}">
                      <a16:creationId xmlns:a16="http://schemas.microsoft.com/office/drawing/2014/main" id="{1990C775-D8E9-4743-A3E9-E6EBD8276828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7259975" y="4181346"/>
                  <a:ext cx="15552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49" name="Entrada de lápiz 148">
                  <a:extLst>
                    <a:ext uri="{FF2B5EF4-FFF2-40B4-BE49-F238E27FC236}">
                      <a16:creationId xmlns:a16="http://schemas.microsoft.com/office/drawing/2014/main" id="{DE345665-8891-4BBF-9486-9034389EDE34}"/>
                    </a:ext>
                  </a:extLst>
                </p14:cNvPr>
                <p14:cNvContentPartPr/>
                <p14:nvPr/>
              </p14:nvContentPartPr>
              <p14:xfrm>
                <a:off x="6768215" y="3957066"/>
                <a:ext cx="534960" cy="145800"/>
              </p14:xfrm>
            </p:contentPart>
          </mc:Choice>
          <mc:Fallback>
            <p:pic>
              <p:nvPicPr>
                <p:cNvPr id="149" name="Entrada de lápiz 148">
                  <a:extLst>
                    <a:ext uri="{FF2B5EF4-FFF2-40B4-BE49-F238E27FC236}">
                      <a16:creationId xmlns:a16="http://schemas.microsoft.com/office/drawing/2014/main" id="{DE345665-8891-4BBF-9486-9034389EDE34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6759215" y="3948426"/>
                  <a:ext cx="552600" cy="16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upo 162">
            <a:extLst>
              <a:ext uri="{FF2B5EF4-FFF2-40B4-BE49-F238E27FC236}">
                <a16:creationId xmlns:a16="http://schemas.microsoft.com/office/drawing/2014/main" id="{6CEEB981-892D-4612-949D-46B9D9639EA0}"/>
              </a:ext>
            </a:extLst>
          </p:cNvPr>
          <p:cNvGrpSpPr/>
          <p:nvPr/>
        </p:nvGrpSpPr>
        <p:grpSpPr>
          <a:xfrm>
            <a:off x="10804895" y="3268386"/>
            <a:ext cx="283680" cy="107280"/>
            <a:chOff x="10804895" y="3268386"/>
            <a:chExt cx="283680" cy="10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54" name="Entrada de lápiz 153">
                  <a:extLst>
                    <a:ext uri="{FF2B5EF4-FFF2-40B4-BE49-F238E27FC236}">
                      <a16:creationId xmlns:a16="http://schemas.microsoft.com/office/drawing/2014/main" id="{BF0C7751-D492-48E8-90CB-94412573EC5A}"/>
                    </a:ext>
                  </a:extLst>
                </p14:cNvPr>
                <p14:cNvContentPartPr/>
                <p14:nvPr/>
              </p14:nvContentPartPr>
              <p14:xfrm>
                <a:off x="10804895" y="3268386"/>
                <a:ext cx="140760" cy="107280"/>
              </p14:xfrm>
            </p:contentPart>
          </mc:Choice>
          <mc:Fallback>
            <p:pic>
              <p:nvPicPr>
                <p:cNvPr id="154" name="Entrada de lápiz 153">
                  <a:extLst>
                    <a:ext uri="{FF2B5EF4-FFF2-40B4-BE49-F238E27FC236}">
                      <a16:creationId xmlns:a16="http://schemas.microsoft.com/office/drawing/2014/main" id="{BF0C7751-D492-48E8-90CB-94412573EC5A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10796255" y="3259386"/>
                  <a:ext cx="15840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56" name="Entrada de lápiz 155">
                  <a:extLst>
                    <a:ext uri="{FF2B5EF4-FFF2-40B4-BE49-F238E27FC236}">
                      <a16:creationId xmlns:a16="http://schemas.microsoft.com/office/drawing/2014/main" id="{ECA7BEB9-D3BF-4A75-B657-06D3131E21C0}"/>
                    </a:ext>
                  </a:extLst>
                </p14:cNvPr>
                <p14:cNvContentPartPr/>
                <p14:nvPr/>
              </p14:nvContentPartPr>
              <p14:xfrm>
                <a:off x="11086415" y="3351546"/>
                <a:ext cx="2160" cy="360"/>
              </p14:xfrm>
            </p:contentPart>
          </mc:Choice>
          <mc:Fallback>
            <p:pic>
              <p:nvPicPr>
                <p:cNvPr id="156" name="Entrada de lápiz 155">
                  <a:extLst>
                    <a:ext uri="{FF2B5EF4-FFF2-40B4-BE49-F238E27FC236}">
                      <a16:creationId xmlns:a16="http://schemas.microsoft.com/office/drawing/2014/main" id="{ECA7BEB9-D3BF-4A75-B657-06D3131E21C0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1077415" y="3342906"/>
                  <a:ext cx="198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Grupo 161">
            <a:extLst>
              <a:ext uri="{FF2B5EF4-FFF2-40B4-BE49-F238E27FC236}">
                <a16:creationId xmlns:a16="http://schemas.microsoft.com/office/drawing/2014/main" id="{8E3F73FC-171F-470B-B514-5C42BCE6B841}"/>
              </a:ext>
            </a:extLst>
          </p:cNvPr>
          <p:cNvGrpSpPr/>
          <p:nvPr/>
        </p:nvGrpSpPr>
        <p:grpSpPr>
          <a:xfrm>
            <a:off x="11249135" y="3090906"/>
            <a:ext cx="424080" cy="312840"/>
            <a:chOff x="11249135" y="3090906"/>
            <a:chExt cx="424080" cy="312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7" name="Entrada de lápiz 156">
                  <a:extLst>
                    <a:ext uri="{FF2B5EF4-FFF2-40B4-BE49-F238E27FC236}">
                      <a16:creationId xmlns:a16="http://schemas.microsoft.com/office/drawing/2014/main" id="{2A9DB840-43CC-4CD1-95CA-1D788FF2EAA0}"/>
                    </a:ext>
                  </a:extLst>
                </p14:cNvPr>
                <p14:cNvContentPartPr/>
                <p14:nvPr/>
              </p14:nvContentPartPr>
              <p14:xfrm>
                <a:off x="11249135" y="3211506"/>
                <a:ext cx="100080" cy="160920"/>
              </p14:xfrm>
            </p:contentPart>
          </mc:Choice>
          <mc:Fallback>
            <p:pic>
              <p:nvPicPr>
                <p:cNvPr id="157" name="Entrada de lápiz 156">
                  <a:extLst>
                    <a:ext uri="{FF2B5EF4-FFF2-40B4-BE49-F238E27FC236}">
                      <a16:creationId xmlns:a16="http://schemas.microsoft.com/office/drawing/2014/main" id="{2A9DB840-43CC-4CD1-95CA-1D788FF2EAA0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1240495" y="3202506"/>
                  <a:ext cx="11772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58" name="Entrada de lápiz 157">
                  <a:extLst>
                    <a:ext uri="{FF2B5EF4-FFF2-40B4-BE49-F238E27FC236}">
                      <a16:creationId xmlns:a16="http://schemas.microsoft.com/office/drawing/2014/main" id="{9D6781F9-359A-42C4-A842-A1E3E279F4F3}"/>
                    </a:ext>
                  </a:extLst>
                </p14:cNvPr>
                <p14:cNvContentPartPr/>
                <p14:nvPr/>
              </p14:nvContentPartPr>
              <p14:xfrm>
                <a:off x="11355695" y="3187386"/>
                <a:ext cx="133560" cy="172800"/>
              </p14:xfrm>
            </p:contentPart>
          </mc:Choice>
          <mc:Fallback>
            <p:pic>
              <p:nvPicPr>
                <p:cNvPr id="158" name="Entrada de lápiz 157">
                  <a:extLst>
                    <a:ext uri="{FF2B5EF4-FFF2-40B4-BE49-F238E27FC236}">
                      <a16:creationId xmlns:a16="http://schemas.microsoft.com/office/drawing/2014/main" id="{9D6781F9-359A-42C4-A842-A1E3E279F4F3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1346695" y="3178386"/>
                  <a:ext cx="15120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59" name="Entrada de lápiz 158">
                  <a:extLst>
                    <a:ext uri="{FF2B5EF4-FFF2-40B4-BE49-F238E27FC236}">
                      <a16:creationId xmlns:a16="http://schemas.microsoft.com/office/drawing/2014/main" id="{35C088DA-3AA1-4987-AEA0-E83B1EFE53DC}"/>
                    </a:ext>
                  </a:extLst>
                </p14:cNvPr>
                <p14:cNvContentPartPr/>
                <p14:nvPr/>
              </p14:nvContentPartPr>
              <p14:xfrm>
                <a:off x="11552975" y="3090906"/>
                <a:ext cx="120240" cy="312840"/>
              </p14:xfrm>
            </p:contentPart>
          </mc:Choice>
          <mc:Fallback>
            <p:pic>
              <p:nvPicPr>
                <p:cNvPr id="159" name="Entrada de lápiz 158">
                  <a:extLst>
                    <a:ext uri="{FF2B5EF4-FFF2-40B4-BE49-F238E27FC236}">
                      <a16:creationId xmlns:a16="http://schemas.microsoft.com/office/drawing/2014/main" id="{35C088DA-3AA1-4987-AEA0-E83B1EFE53DC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1543975" y="3081906"/>
                  <a:ext cx="137880" cy="33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1" name="Grupo 160">
            <a:extLst>
              <a:ext uri="{FF2B5EF4-FFF2-40B4-BE49-F238E27FC236}">
                <a16:creationId xmlns:a16="http://schemas.microsoft.com/office/drawing/2014/main" id="{778A6509-3AEA-4A0B-B6EA-CC3C73B5D0D5}"/>
              </a:ext>
            </a:extLst>
          </p:cNvPr>
          <p:cNvGrpSpPr/>
          <p:nvPr/>
        </p:nvGrpSpPr>
        <p:grpSpPr>
          <a:xfrm>
            <a:off x="10368215" y="3272706"/>
            <a:ext cx="236880" cy="267840"/>
            <a:chOff x="10368215" y="3272706"/>
            <a:chExt cx="236880" cy="267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52" name="Entrada de lápiz 151">
                  <a:extLst>
                    <a:ext uri="{FF2B5EF4-FFF2-40B4-BE49-F238E27FC236}">
                      <a16:creationId xmlns:a16="http://schemas.microsoft.com/office/drawing/2014/main" id="{C27D7064-A92B-4EC9-B37D-9BDEF237807D}"/>
                    </a:ext>
                  </a:extLst>
                </p14:cNvPr>
                <p14:cNvContentPartPr/>
                <p14:nvPr/>
              </p14:nvContentPartPr>
              <p14:xfrm>
                <a:off x="10368215" y="3272706"/>
                <a:ext cx="93600" cy="129240"/>
              </p14:xfrm>
            </p:contentPart>
          </mc:Choice>
          <mc:Fallback>
            <p:pic>
              <p:nvPicPr>
                <p:cNvPr id="152" name="Entrada de lápiz 151">
                  <a:extLst>
                    <a:ext uri="{FF2B5EF4-FFF2-40B4-BE49-F238E27FC236}">
                      <a16:creationId xmlns:a16="http://schemas.microsoft.com/office/drawing/2014/main" id="{C27D7064-A92B-4EC9-B37D-9BDEF237807D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0359575" y="3264066"/>
                  <a:ext cx="11124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53" name="Entrada de lápiz 152">
                  <a:extLst>
                    <a:ext uri="{FF2B5EF4-FFF2-40B4-BE49-F238E27FC236}">
                      <a16:creationId xmlns:a16="http://schemas.microsoft.com/office/drawing/2014/main" id="{D2390F8B-9923-42A1-9231-C1084C892B9D}"/>
                    </a:ext>
                  </a:extLst>
                </p14:cNvPr>
                <p14:cNvContentPartPr/>
                <p14:nvPr/>
              </p14:nvContentPartPr>
              <p14:xfrm>
                <a:off x="10516895" y="3467106"/>
                <a:ext cx="88200" cy="73440"/>
              </p14:xfrm>
            </p:contentPart>
          </mc:Choice>
          <mc:Fallback>
            <p:pic>
              <p:nvPicPr>
                <p:cNvPr id="153" name="Entrada de lápiz 152">
                  <a:extLst>
                    <a:ext uri="{FF2B5EF4-FFF2-40B4-BE49-F238E27FC236}">
                      <a16:creationId xmlns:a16="http://schemas.microsoft.com/office/drawing/2014/main" id="{D2390F8B-9923-42A1-9231-C1084C892B9D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0507895" y="3458466"/>
                  <a:ext cx="105840" cy="91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2">
            <p14:nvContentPartPr>
              <p14:cNvPr id="166" name="Entrada de lápiz 165">
                <a:extLst>
                  <a:ext uri="{FF2B5EF4-FFF2-40B4-BE49-F238E27FC236}">
                    <a16:creationId xmlns:a16="http://schemas.microsoft.com/office/drawing/2014/main" id="{C5A2A46B-E950-4EF2-BE38-3AF8897FB8FE}"/>
                  </a:ext>
                </a:extLst>
              </p14:cNvPr>
              <p14:cNvContentPartPr/>
              <p14:nvPr/>
            </p14:nvContentPartPr>
            <p14:xfrm>
              <a:off x="10167335" y="3219066"/>
              <a:ext cx="132480" cy="431280"/>
            </p14:xfrm>
          </p:contentPart>
        </mc:Choice>
        <mc:Fallback>
          <p:pic>
            <p:nvPicPr>
              <p:cNvPr id="166" name="Entrada de lápiz 165">
                <a:extLst>
                  <a:ext uri="{FF2B5EF4-FFF2-40B4-BE49-F238E27FC236}">
                    <a16:creationId xmlns:a16="http://schemas.microsoft.com/office/drawing/2014/main" id="{C5A2A46B-E950-4EF2-BE38-3AF8897FB8FE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10158695" y="3210066"/>
                <a:ext cx="150120" cy="448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25496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upo 15">
            <a:extLst>
              <a:ext uri="{FF2B5EF4-FFF2-40B4-BE49-F238E27FC236}">
                <a16:creationId xmlns:a16="http://schemas.microsoft.com/office/drawing/2014/main" id="{D1F3F35A-C73F-4FB6-8681-D551CF4B2F01}"/>
              </a:ext>
            </a:extLst>
          </p:cNvPr>
          <p:cNvGrpSpPr/>
          <p:nvPr/>
        </p:nvGrpSpPr>
        <p:grpSpPr>
          <a:xfrm>
            <a:off x="797975" y="321786"/>
            <a:ext cx="1861200" cy="379440"/>
            <a:chOff x="797975" y="321786"/>
            <a:chExt cx="1861200" cy="37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Entrada de lápiz 1">
                  <a:extLst>
                    <a:ext uri="{FF2B5EF4-FFF2-40B4-BE49-F238E27FC236}">
                      <a16:creationId xmlns:a16="http://schemas.microsoft.com/office/drawing/2014/main" id="{465F22D9-E10F-4DA0-877F-FBA0D703E407}"/>
                    </a:ext>
                  </a:extLst>
                </p14:cNvPr>
                <p14:cNvContentPartPr/>
                <p14:nvPr/>
              </p14:nvContentPartPr>
              <p14:xfrm>
                <a:off x="843335" y="379386"/>
                <a:ext cx="170280" cy="12600"/>
              </p14:xfrm>
            </p:contentPart>
          </mc:Choice>
          <mc:Fallback>
            <p:pic>
              <p:nvPicPr>
                <p:cNvPr id="2" name="Entrada de lápiz 1">
                  <a:extLst>
                    <a:ext uri="{FF2B5EF4-FFF2-40B4-BE49-F238E27FC236}">
                      <a16:creationId xmlns:a16="http://schemas.microsoft.com/office/drawing/2014/main" id="{465F22D9-E10F-4DA0-877F-FBA0D703E40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34695" y="370746"/>
                  <a:ext cx="18792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Entrada de lápiz 2">
                  <a:extLst>
                    <a:ext uri="{FF2B5EF4-FFF2-40B4-BE49-F238E27FC236}">
                      <a16:creationId xmlns:a16="http://schemas.microsoft.com/office/drawing/2014/main" id="{74FD6C05-AB4C-4BE6-9D67-69DE476D5080}"/>
                    </a:ext>
                  </a:extLst>
                </p14:cNvPr>
                <p14:cNvContentPartPr/>
                <p14:nvPr/>
              </p14:nvContentPartPr>
              <p14:xfrm>
                <a:off x="797975" y="407826"/>
                <a:ext cx="151920" cy="218880"/>
              </p14:xfrm>
            </p:contentPart>
          </mc:Choice>
          <mc:Fallback>
            <p:pic>
              <p:nvPicPr>
                <p:cNvPr id="3" name="Entrada de lápiz 2">
                  <a:extLst>
                    <a:ext uri="{FF2B5EF4-FFF2-40B4-BE49-F238E27FC236}">
                      <a16:creationId xmlns:a16="http://schemas.microsoft.com/office/drawing/2014/main" id="{74FD6C05-AB4C-4BE6-9D67-69DE476D508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89335" y="398826"/>
                  <a:ext cx="16956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Entrada de lápiz 3">
                  <a:extLst>
                    <a:ext uri="{FF2B5EF4-FFF2-40B4-BE49-F238E27FC236}">
                      <a16:creationId xmlns:a16="http://schemas.microsoft.com/office/drawing/2014/main" id="{F92047F4-79C4-4F4B-9C6C-E8E641C91DA4}"/>
                    </a:ext>
                  </a:extLst>
                </p14:cNvPr>
                <p14:cNvContentPartPr/>
                <p14:nvPr/>
              </p14:nvContentPartPr>
              <p14:xfrm>
                <a:off x="810215" y="457866"/>
                <a:ext cx="155160" cy="65880"/>
              </p14:xfrm>
            </p:contentPart>
          </mc:Choice>
          <mc:Fallback>
            <p:pic>
              <p:nvPicPr>
                <p:cNvPr id="4" name="Entrada de lápiz 3">
                  <a:extLst>
                    <a:ext uri="{FF2B5EF4-FFF2-40B4-BE49-F238E27FC236}">
                      <a16:creationId xmlns:a16="http://schemas.microsoft.com/office/drawing/2014/main" id="{F92047F4-79C4-4F4B-9C6C-E8E641C91DA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01575" y="449226"/>
                  <a:ext cx="17280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Entrada de lápiz 4">
                  <a:extLst>
                    <a:ext uri="{FF2B5EF4-FFF2-40B4-BE49-F238E27FC236}">
                      <a16:creationId xmlns:a16="http://schemas.microsoft.com/office/drawing/2014/main" id="{9B7785A6-EC6F-43D7-9D7B-9A5BFB8CA1EF}"/>
                    </a:ext>
                  </a:extLst>
                </p14:cNvPr>
                <p14:cNvContentPartPr/>
                <p14:nvPr/>
              </p14:nvContentPartPr>
              <p14:xfrm>
                <a:off x="998495" y="359226"/>
                <a:ext cx="246600" cy="241560"/>
              </p14:xfrm>
            </p:contentPart>
          </mc:Choice>
          <mc:Fallback>
            <p:pic>
              <p:nvPicPr>
                <p:cNvPr id="5" name="Entrada de lápiz 4">
                  <a:extLst>
                    <a:ext uri="{FF2B5EF4-FFF2-40B4-BE49-F238E27FC236}">
                      <a16:creationId xmlns:a16="http://schemas.microsoft.com/office/drawing/2014/main" id="{9B7785A6-EC6F-43D7-9D7B-9A5BFB8CA1E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89495" y="350586"/>
                  <a:ext cx="26424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8BC66834-DB97-48C7-9AD3-2AE57E9DB42A}"/>
                    </a:ext>
                  </a:extLst>
                </p14:cNvPr>
                <p14:cNvContentPartPr/>
                <p14:nvPr/>
              </p14:nvContentPartPr>
              <p14:xfrm>
                <a:off x="1126655" y="382266"/>
                <a:ext cx="104400" cy="195120"/>
              </p14:xfrm>
            </p:contentPart>
          </mc:Choice>
          <mc:Fallback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8BC66834-DB97-48C7-9AD3-2AE57E9DB42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18015" y="373626"/>
                  <a:ext cx="12204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9B715A1E-6715-42B1-A885-8707A3EBC862}"/>
                    </a:ext>
                  </a:extLst>
                </p14:cNvPr>
                <p14:cNvContentPartPr/>
                <p14:nvPr/>
              </p14:nvContentPartPr>
              <p14:xfrm>
                <a:off x="1289375" y="321786"/>
                <a:ext cx="52200" cy="379440"/>
              </p14:xfrm>
            </p:contentPart>
          </mc:Choice>
          <mc:Fallback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9B715A1E-6715-42B1-A885-8707A3EBC86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280375" y="313146"/>
                  <a:ext cx="69840" cy="3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9E1E9346-E25B-4E0A-8E55-43A0507F3B3F}"/>
                    </a:ext>
                  </a:extLst>
                </p14:cNvPr>
                <p14:cNvContentPartPr/>
                <p14:nvPr/>
              </p14:nvContentPartPr>
              <p14:xfrm>
                <a:off x="1530935" y="349506"/>
                <a:ext cx="17280" cy="245520"/>
              </p14:xfrm>
            </p:contentPart>
          </mc:Choice>
          <mc:Fallback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9E1E9346-E25B-4E0A-8E55-43A0507F3B3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521935" y="340866"/>
                  <a:ext cx="3492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9C639FCE-02FB-48A2-BC0A-FA7043A2835E}"/>
                    </a:ext>
                  </a:extLst>
                </p14:cNvPr>
                <p14:cNvContentPartPr/>
                <p14:nvPr/>
              </p14:nvContentPartPr>
              <p14:xfrm>
                <a:off x="1401695" y="427266"/>
                <a:ext cx="286560" cy="67320"/>
              </p14:xfrm>
            </p:contentPart>
          </mc:Choice>
          <mc:Fallback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9C639FCE-02FB-48A2-BC0A-FA7043A2835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392695" y="418626"/>
                  <a:ext cx="30420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E31CAC5A-A2FC-472D-BA09-F2591A73C580}"/>
                    </a:ext>
                  </a:extLst>
                </p14:cNvPr>
                <p14:cNvContentPartPr/>
                <p14:nvPr/>
              </p14:nvContentPartPr>
              <p14:xfrm>
                <a:off x="1777175" y="362106"/>
                <a:ext cx="144000" cy="269280"/>
              </p14:xfrm>
            </p:contentPart>
          </mc:Choice>
          <mc:Fallback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E31CAC5A-A2FC-472D-BA09-F2591A73C58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768175" y="353466"/>
                  <a:ext cx="16164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DBEBA026-9A68-4894-87DD-C8375EA55D20}"/>
                    </a:ext>
                  </a:extLst>
                </p14:cNvPr>
                <p14:cNvContentPartPr/>
                <p14:nvPr/>
              </p14:nvContentPartPr>
              <p14:xfrm>
                <a:off x="2015495" y="377946"/>
                <a:ext cx="248040" cy="256320"/>
              </p14:xfrm>
            </p:contentPart>
          </mc:Choice>
          <mc:Fallback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DBEBA026-9A68-4894-87DD-C8375EA55D2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006495" y="368946"/>
                  <a:ext cx="26568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B19065C5-FBE3-4F6B-8481-321D7251C13F}"/>
                    </a:ext>
                  </a:extLst>
                </p14:cNvPr>
                <p14:cNvContentPartPr/>
                <p14:nvPr/>
              </p14:nvContentPartPr>
              <p14:xfrm>
                <a:off x="2269655" y="535266"/>
                <a:ext cx="119520" cy="131400"/>
              </p14:xfrm>
            </p:contentPart>
          </mc:Choice>
          <mc:Fallback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B19065C5-FBE3-4F6B-8481-321D7251C13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260655" y="526266"/>
                  <a:ext cx="13716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CC50CD3F-6D1D-4B24-A83A-8C031B73F1A2}"/>
                    </a:ext>
                  </a:extLst>
                </p14:cNvPr>
                <p14:cNvContentPartPr/>
                <p14:nvPr/>
              </p14:nvContentPartPr>
              <p14:xfrm>
                <a:off x="2277935" y="542106"/>
                <a:ext cx="99360" cy="127080"/>
              </p14:xfrm>
            </p:contentPart>
          </mc:Choice>
          <mc:Fallback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CC50CD3F-6D1D-4B24-A83A-8C031B73F1A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269295" y="533106"/>
                  <a:ext cx="11700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1E4F6DAF-A4F7-4D67-B04F-F5DF30171CB4}"/>
                    </a:ext>
                  </a:extLst>
                </p14:cNvPr>
                <p14:cNvContentPartPr/>
                <p14:nvPr/>
              </p14:nvContentPartPr>
              <p14:xfrm>
                <a:off x="2498255" y="441666"/>
                <a:ext cx="160920" cy="108360"/>
              </p14:xfrm>
            </p:contentPart>
          </mc:Choice>
          <mc:Fallback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1E4F6DAF-A4F7-4D67-B04F-F5DF30171CB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489255" y="433026"/>
                  <a:ext cx="178560" cy="12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upo 32">
            <a:extLst>
              <a:ext uri="{FF2B5EF4-FFF2-40B4-BE49-F238E27FC236}">
                <a16:creationId xmlns:a16="http://schemas.microsoft.com/office/drawing/2014/main" id="{5C32AEC1-E116-447C-A99E-3E9832B1D78A}"/>
              </a:ext>
            </a:extLst>
          </p:cNvPr>
          <p:cNvGrpSpPr/>
          <p:nvPr/>
        </p:nvGrpSpPr>
        <p:grpSpPr>
          <a:xfrm>
            <a:off x="2931335" y="371106"/>
            <a:ext cx="744840" cy="344520"/>
            <a:chOff x="2931335" y="371106"/>
            <a:chExt cx="744840" cy="344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CD4C86D4-43F1-4368-9C0C-A96C3A9C7E36}"/>
                    </a:ext>
                  </a:extLst>
                </p14:cNvPr>
                <p14:cNvContentPartPr/>
                <p14:nvPr/>
              </p14:nvContentPartPr>
              <p14:xfrm>
                <a:off x="2931335" y="382266"/>
                <a:ext cx="134640" cy="127080"/>
              </p14:xfrm>
            </p:contentPart>
          </mc:Choice>
          <mc:Fallback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CD4C86D4-43F1-4368-9C0C-A96C3A9C7E3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922335" y="373626"/>
                  <a:ext cx="15228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F182B19A-67D6-4068-9FBE-B50BB039447B}"/>
                    </a:ext>
                  </a:extLst>
                </p14:cNvPr>
                <p14:cNvContentPartPr/>
                <p14:nvPr/>
              </p14:nvContentPartPr>
              <p14:xfrm>
                <a:off x="3084695" y="556506"/>
                <a:ext cx="41040" cy="159120"/>
              </p14:xfrm>
            </p:contentPart>
          </mc:Choice>
          <mc:Fallback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F182B19A-67D6-4068-9FBE-B50BB039447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075695" y="547506"/>
                  <a:ext cx="5868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712C0EB5-37A1-484A-8B57-2BAC1FB9E587}"/>
                    </a:ext>
                  </a:extLst>
                </p14:cNvPr>
                <p14:cNvContentPartPr/>
                <p14:nvPr/>
              </p14:nvContentPartPr>
              <p14:xfrm>
                <a:off x="3218255" y="431946"/>
                <a:ext cx="156960" cy="148320"/>
              </p14:xfrm>
            </p:contentPart>
          </mc:Choice>
          <mc:Fallback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712C0EB5-37A1-484A-8B57-2BAC1FB9E58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209255" y="423306"/>
                  <a:ext cx="17460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ADBF5D81-9547-4CF4-8681-4E229958BA49}"/>
                    </a:ext>
                  </a:extLst>
                </p14:cNvPr>
                <p14:cNvContentPartPr/>
                <p14:nvPr/>
              </p14:nvContentPartPr>
              <p14:xfrm>
                <a:off x="3578615" y="371106"/>
                <a:ext cx="25920" cy="196560"/>
              </p14:xfrm>
            </p:contentPart>
          </mc:Choice>
          <mc:Fallback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ADBF5D81-9547-4CF4-8681-4E229958BA4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569975" y="362466"/>
                  <a:ext cx="4356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700C5A46-B7CA-449A-A5AA-436F33AEC0F4}"/>
                    </a:ext>
                  </a:extLst>
                </p14:cNvPr>
                <p14:cNvContentPartPr/>
                <p14:nvPr/>
              </p14:nvContentPartPr>
              <p14:xfrm>
                <a:off x="3530375" y="441666"/>
                <a:ext cx="145800" cy="57960"/>
              </p14:xfrm>
            </p:contentPart>
          </mc:Choice>
          <mc:Fallback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700C5A46-B7CA-449A-A5AA-436F33AEC0F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521735" y="433026"/>
                  <a:ext cx="163440" cy="75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2" name="Entrada de lápiz 21">
                <a:extLst>
                  <a:ext uri="{FF2B5EF4-FFF2-40B4-BE49-F238E27FC236}">
                    <a16:creationId xmlns:a16="http://schemas.microsoft.com/office/drawing/2014/main" id="{30ABF7C1-CB1F-4BA8-90E6-23013ADB7AD5}"/>
                  </a:ext>
                </a:extLst>
              </p14:cNvPr>
              <p14:cNvContentPartPr/>
              <p14:nvPr/>
            </p14:nvContentPartPr>
            <p14:xfrm>
              <a:off x="3905495" y="357066"/>
              <a:ext cx="108720" cy="205560"/>
            </p14:xfrm>
          </p:contentPart>
        </mc:Choice>
        <mc:Fallback>
          <p:pic>
            <p:nvPicPr>
              <p:cNvPr id="22" name="Entrada de lápiz 21">
                <a:extLst>
                  <a:ext uri="{FF2B5EF4-FFF2-40B4-BE49-F238E27FC236}">
                    <a16:creationId xmlns:a16="http://schemas.microsoft.com/office/drawing/2014/main" id="{30ABF7C1-CB1F-4BA8-90E6-23013ADB7AD5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896495" y="348066"/>
                <a:ext cx="126360" cy="22320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upo 31">
            <a:extLst>
              <a:ext uri="{FF2B5EF4-FFF2-40B4-BE49-F238E27FC236}">
                <a16:creationId xmlns:a16="http://schemas.microsoft.com/office/drawing/2014/main" id="{F7511718-8B18-47A8-B5F7-7621F447B0F2}"/>
              </a:ext>
            </a:extLst>
          </p:cNvPr>
          <p:cNvGrpSpPr/>
          <p:nvPr/>
        </p:nvGrpSpPr>
        <p:grpSpPr>
          <a:xfrm>
            <a:off x="4137695" y="219906"/>
            <a:ext cx="1208520" cy="388080"/>
            <a:chOff x="4137695" y="219906"/>
            <a:chExt cx="1208520" cy="38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C4EF779D-D85D-43DB-8010-FD4BBDDFDEF7}"/>
                    </a:ext>
                  </a:extLst>
                </p14:cNvPr>
                <p14:cNvContentPartPr/>
                <p14:nvPr/>
              </p14:nvContentPartPr>
              <p14:xfrm>
                <a:off x="4137695" y="336546"/>
                <a:ext cx="100440" cy="226440"/>
              </p14:xfrm>
            </p:contentPart>
          </mc:Choice>
          <mc:Fallback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C4EF779D-D85D-43DB-8010-FD4BBDDFDEF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129055" y="327546"/>
                  <a:ext cx="11808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CF7129ED-BD3A-41A3-98BD-C55169E7447A}"/>
                    </a:ext>
                  </a:extLst>
                </p14:cNvPr>
                <p14:cNvContentPartPr/>
                <p14:nvPr/>
              </p14:nvContentPartPr>
              <p14:xfrm>
                <a:off x="4297535" y="393786"/>
                <a:ext cx="113400" cy="128520"/>
              </p14:xfrm>
            </p:contentPart>
          </mc:Choice>
          <mc:Fallback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CF7129ED-BD3A-41A3-98BD-C55169E7447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288895" y="384786"/>
                  <a:ext cx="13104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CBC99A3B-98A8-43E1-8548-A4BB594A12F9}"/>
                    </a:ext>
                  </a:extLst>
                </p14:cNvPr>
                <p14:cNvContentPartPr/>
                <p14:nvPr/>
              </p14:nvContentPartPr>
              <p14:xfrm>
                <a:off x="4448375" y="539586"/>
                <a:ext cx="21960" cy="68400"/>
              </p14:xfrm>
            </p:contentPart>
          </mc:Choice>
          <mc:Fallback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CBC99A3B-98A8-43E1-8548-A4BB594A12F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439735" y="530586"/>
                  <a:ext cx="3960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6" name="Entrada de lápiz 25">
                  <a:extLst>
                    <a:ext uri="{FF2B5EF4-FFF2-40B4-BE49-F238E27FC236}">
                      <a16:creationId xmlns:a16="http://schemas.microsoft.com/office/drawing/2014/main" id="{8EB58A98-4AAC-466D-8823-1B4FA8F0B524}"/>
                    </a:ext>
                  </a:extLst>
                </p14:cNvPr>
                <p14:cNvContentPartPr/>
                <p14:nvPr/>
              </p14:nvContentPartPr>
              <p14:xfrm>
                <a:off x="4535135" y="302706"/>
                <a:ext cx="146160" cy="216360"/>
              </p14:xfrm>
            </p:contentPart>
          </mc:Choice>
          <mc:Fallback>
            <p:pic>
              <p:nvPicPr>
                <p:cNvPr id="26" name="Entrada de lápiz 25">
                  <a:extLst>
                    <a:ext uri="{FF2B5EF4-FFF2-40B4-BE49-F238E27FC236}">
                      <a16:creationId xmlns:a16="http://schemas.microsoft.com/office/drawing/2014/main" id="{8EB58A98-4AAC-466D-8823-1B4FA8F0B52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526135" y="293706"/>
                  <a:ext cx="16380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7" name="Entrada de lápiz 26">
                  <a:extLst>
                    <a:ext uri="{FF2B5EF4-FFF2-40B4-BE49-F238E27FC236}">
                      <a16:creationId xmlns:a16="http://schemas.microsoft.com/office/drawing/2014/main" id="{BECFF402-0168-4830-AFEA-6BDAE984794E}"/>
                    </a:ext>
                  </a:extLst>
                </p14:cNvPr>
                <p14:cNvContentPartPr/>
                <p14:nvPr/>
              </p14:nvContentPartPr>
              <p14:xfrm>
                <a:off x="4804775" y="314226"/>
                <a:ext cx="111960" cy="183240"/>
              </p14:xfrm>
            </p:contentPart>
          </mc:Choice>
          <mc:Fallback>
            <p:pic>
              <p:nvPicPr>
                <p:cNvPr id="27" name="Entrada de lápiz 26">
                  <a:extLst>
                    <a:ext uri="{FF2B5EF4-FFF2-40B4-BE49-F238E27FC236}">
                      <a16:creationId xmlns:a16="http://schemas.microsoft.com/office/drawing/2014/main" id="{BECFF402-0168-4830-AFEA-6BDAE984794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795775" y="305226"/>
                  <a:ext cx="12960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8" name="Entrada de lápiz 27">
                  <a:extLst>
                    <a:ext uri="{FF2B5EF4-FFF2-40B4-BE49-F238E27FC236}">
                      <a16:creationId xmlns:a16="http://schemas.microsoft.com/office/drawing/2014/main" id="{34CF9CBE-87CA-45DB-9527-5C74D5A2DF5A}"/>
                    </a:ext>
                  </a:extLst>
                </p14:cNvPr>
                <p14:cNvContentPartPr/>
                <p14:nvPr/>
              </p14:nvContentPartPr>
              <p14:xfrm>
                <a:off x="5015375" y="219906"/>
                <a:ext cx="50400" cy="354240"/>
              </p14:xfrm>
            </p:contentPart>
          </mc:Choice>
          <mc:Fallback>
            <p:pic>
              <p:nvPicPr>
                <p:cNvPr id="28" name="Entrada de lápiz 27">
                  <a:extLst>
                    <a:ext uri="{FF2B5EF4-FFF2-40B4-BE49-F238E27FC236}">
                      <a16:creationId xmlns:a16="http://schemas.microsoft.com/office/drawing/2014/main" id="{34CF9CBE-87CA-45DB-9527-5C74D5A2DF5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006375" y="211266"/>
                  <a:ext cx="6804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0305A002-9722-41AF-A141-EF1368DA2A13}"/>
                    </a:ext>
                  </a:extLst>
                </p14:cNvPr>
                <p14:cNvContentPartPr/>
                <p14:nvPr/>
              </p14:nvContentPartPr>
              <p14:xfrm>
                <a:off x="5218415" y="382986"/>
                <a:ext cx="106200" cy="9720"/>
              </p14:xfrm>
            </p:contentPart>
          </mc:Choice>
          <mc:Fallback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0305A002-9722-41AF-A141-EF1368DA2A1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209415" y="374346"/>
                  <a:ext cx="12384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0" name="Entrada de lápiz 29">
                  <a:extLst>
                    <a:ext uri="{FF2B5EF4-FFF2-40B4-BE49-F238E27FC236}">
                      <a16:creationId xmlns:a16="http://schemas.microsoft.com/office/drawing/2014/main" id="{73BBED20-0EC6-477A-B73A-C75CEA0EF552}"/>
                    </a:ext>
                  </a:extLst>
                </p14:cNvPr>
                <p14:cNvContentPartPr/>
                <p14:nvPr/>
              </p14:nvContentPartPr>
              <p14:xfrm>
                <a:off x="5255135" y="449226"/>
                <a:ext cx="91080" cy="7920"/>
              </p14:xfrm>
            </p:contentPart>
          </mc:Choice>
          <mc:Fallback>
            <p:pic>
              <p:nvPicPr>
                <p:cNvPr id="30" name="Entrada de lápiz 29">
                  <a:extLst>
                    <a:ext uri="{FF2B5EF4-FFF2-40B4-BE49-F238E27FC236}">
                      <a16:creationId xmlns:a16="http://schemas.microsoft.com/office/drawing/2014/main" id="{73BBED20-0EC6-477A-B73A-C75CEA0EF55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246135" y="440586"/>
                  <a:ext cx="108720" cy="2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upo 39">
            <a:extLst>
              <a:ext uri="{FF2B5EF4-FFF2-40B4-BE49-F238E27FC236}">
                <a16:creationId xmlns:a16="http://schemas.microsoft.com/office/drawing/2014/main" id="{37C55797-EFF4-4F22-8E1F-D5023426B107}"/>
              </a:ext>
            </a:extLst>
          </p:cNvPr>
          <p:cNvGrpSpPr/>
          <p:nvPr/>
        </p:nvGrpSpPr>
        <p:grpSpPr>
          <a:xfrm>
            <a:off x="5583455" y="287226"/>
            <a:ext cx="816840" cy="272880"/>
            <a:chOff x="5583455" y="287226"/>
            <a:chExt cx="816840" cy="272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4" name="Entrada de lápiz 33">
                  <a:extLst>
                    <a:ext uri="{FF2B5EF4-FFF2-40B4-BE49-F238E27FC236}">
                      <a16:creationId xmlns:a16="http://schemas.microsoft.com/office/drawing/2014/main" id="{F1533F20-92E5-4C87-9E7E-E9F4BDA8FCCA}"/>
                    </a:ext>
                  </a:extLst>
                </p14:cNvPr>
                <p14:cNvContentPartPr/>
                <p14:nvPr/>
              </p14:nvContentPartPr>
              <p14:xfrm>
                <a:off x="5583455" y="315306"/>
                <a:ext cx="98280" cy="200520"/>
              </p14:xfrm>
            </p:contentPart>
          </mc:Choice>
          <mc:Fallback>
            <p:pic>
              <p:nvPicPr>
                <p:cNvPr id="34" name="Entrada de lápiz 33">
                  <a:extLst>
                    <a:ext uri="{FF2B5EF4-FFF2-40B4-BE49-F238E27FC236}">
                      <a16:creationId xmlns:a16="http://schemas.microsoft.com/office/drawing/2014/main" id="{F1533F20-92E5-4C87-9E7E-E9F4BDA8FCC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574455" y="306666"/>
                  <a:ext cx="11592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5" name="Entrada de lápiz 34">
                  <a:extLst>
                    <a:ext uri="{FF2B5EF4-FFF2-40B4-BE49-F238E27FC236}">
                      <a16:creationId xmlns:a16="http://schemas.microsoft.com/office/drawing/2014/main" id="{3297EB00-46A8-460F-BE3F-F5637C3F710F}"/>
                    </a:ext>
                  </a:extLst>
                </p14:cNvPr>
                <p14:cNvContentPartPr/>
                <p14:nvPr/>
              </p14:nvContentPartPr>
              <p14:xfrm>
                <a:off x="5791535" y="472266"/>
                <a:ext cx="45720" cy="87840"/>
              </p14:xfrm>
            </p:contentPart>
          </mc:Choice>
          <mc:Fallback>
            <p:pic>
              <p:nvPicPr>
                <p:cNvPr id="35" name="Entrada de lápiz 34">
                  <a:extLst>
                    <a:ext uri="{FF2B5EF4-FFF2-40B4-BE49-F238E27FC236}">
                      <a16:creationId xmlns:a16="http://schemas.microsoft.com/office/drawing/2014/main" id="{3297EB00-46A8-460F-BE3F-F5637C3F710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782895" y="463626"/>
                  <a:ext cx="6336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2E40542D-4708-43B0-A196-9721AAD4A030}"/>
                    </a:ext>
                  </a:extLst>
                </p14:cNvPr>
                <p14:cNvContentPartPr/>
                <p14:nvPr/>
              </p14:nvContentPartPr>
              <p14:xfrm>
                <a:off x="5898815" y="301266"/>
                <a:ext cx="136800" cy="197640"/>
              </p14:xfrm>
            </p:contentPart>
          </mc:Choice>
          <mc:Fallback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2E40542D-4708-43B0-A196-9721AAD4A03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890175" y="292626"/>
                  <a:ext cx="15444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7" name="Entrada de lápiz 36">
                  <a:extLst>
                    <a:ext uri="{FF2B5EF4-FFF2-40B4-BE49-F238E27FC236}">
                      <a16:creationId xmlns:a16="http://schemas.microsoft.com/office/drawing/2014/main" id="{C85CF35B-77BC-41B2-B544-4DFDC21B40F5}"/>
                    </a:ext>
                  </a:extLst>
                </p14:cNvPr>
                <p14:cNvContentPartPr/>
                <p14:nvPr/>
              </p14:nvContentPartPr>
              <p14:xfrm>
                <a:off x="6072335" y="301986"/>
                <a:ext cx="113040" cy="204120"/>
              </p14:xfrm>
            </p:contentPart>
          </mc:Choice>
          <mc:Fallback>
            <p:pic>
              <p:nvPicPr>
                <p:cNvPr id="37" name="Entrada de lápiz 36">
                  <a:extLst>
                    <a:ext uri="{FF2B5EF4-FFF2-40B4-BE49-F238E27FC236}">
                      <a16:creationId xmlns:a16="http://schemas.microsoft.com/office/drawing/2014/main" id="{C85CF35B-77BC-41B2-B544-4DFDC21B40F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063695" y="293346"/>
                  <a:ext cx="13068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8" name="Entrada de lápiz 37">
                  <a:extLst>
                    <a:ext uri="{FF2B5EF4-FFF2-40B4-BE49-F238E27FC236}">
                      <a16:creationId xmlns:a16="http://schemas.microsoft.com/office/drawing/2014/main" id="{8F536B8B-C93D-4EB3-9E6C-04E60DF366FB}"/>
                    </a:ext>
                  </a:extLst>
                </p14:cNvPr>
                <p14:cNvContentPartPr/>
                <p14:nvPr/>
              </p14:nvContentPartPr>
              <p14:xfrm>
                <a:off x="6295895" y="287226"/>
                <a:ext cx="104400" cy="9000"/>
              </p14:xfrm>
            </p:contentPart>
          </mc:Choice>
          <mc:Fallback>
            <p:pic>
              <p:nvPicPr>
                <p:cNvPr id="38" name="Entrada de lápiz 37">
                  <a:extLst>
                    <a:ext uri="{FF2B5EF4-FFF2-40B4-BE49-F238E27FC236}">
                      <a16:creationId xmlns:a16="http://schemas.microsoft.com/office/drawing/2014/main" id="{8F536B8B-C93D-4EB3-9E6C-04E60DF366F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287255" y="278226"/>
                  <a:ext cx="12204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9" name="Entrada de lápiz 38">
                  <a:extLst>
                    <a:ext uri="{FF2B5EF4-FFF2-40B4-BE49-F238E27FC236}">
                      <a16:creationId xmlns:a16="http://schemas.microsoft.com/office/drawing/2014/main" id="{9004D268-8568-4CA1-B4CF-9A9C878B69ED}"/>
                    </a:ext>
                  </a:extLst>
                </p14:cNvPr>
                <p14:cNvContentPartPr/>
                <p14:nvPr/>
              </p14:nvContentPartPr>
              <p14:xfrm>
                <a:off x="6247655" y="294786"/>
                <a:ext cx="139320" cy="203040"/>
              </p14:xfrm>
            </p:contentPart>
          </mc:Choice>
          <mc:Fallback>
            <p:pic>
              <p:nvPicPr>
                <p:cNvPr id="39" name="Entrada de lápiz 38">
                  <a:extLst>
                    <a:ext uri="{FF2B5EF4-FFF2-40B4-BE49-F238E27FC236}">
                      <a16:creationId xmlns:a16="http://schemas.microsoft.com/office/drawing/2014/main" id="{9004D268-8568-4CA1-B4CF-9A9C878B69E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239015" y="285786"/>
                  <a:ext cx="156960" cy="220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41" name="Entrada de lápiz 40">
                <a:extLst>
                  <a:ext uri="{FF2B5EF4-FFF2-40B4-BE49-F238E27FC236}">
                    <a16:creationId xmlns:a16="http://schemas.microsoft.com/office/drawing/2014/main" id="{336B5C18-D7B3-41D9-B521-3376B648A948}"/>
                  </a:ext>
                </a:extLst>
              </p14:cNvPr>
              <p14:cNvContentPartPr/>
              <p14:nvPr/>
            </p14:nvContentPartPr>
            <p14:xfrm>
              <a:off x="536255" y="1063746"/>
              <a:ext cx="57960" cy="94680"/>
            </p14:xfrm>
          </p:contentPart>
        </mc:Choice>
        <mc:Fallback>
          <p:pic>
            <p:nvPicPr>
              <p:cNvPr id="41" name="Entrada de lápiz 40">
                <a:extLst>
                  <a:ext uri="{FF2B5EF4-FFF2-40B4-BE49-F238E27FC236}">
                    <a16:creationId xmlns:a16="http://schemas.microsoft.com/office/drawing/2014/main" id="{336B5C18-D7B3-41D9-B521-3376B648A948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27615" y="1054746"/>
                <a:ext cx="75600" cy="11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48" name="Grupo 47">
            <a:extLst>
              <a:ext uri="{FF2B5EF4-FFF2-40B4-BE49-F238E27FC236}">
                <a16:creationId xmlns:a16="http://schemas.microsoft.com/office/drawing/2014/main" id="{8981FF62-EB11-4145-8395-43A5E91B9B33}"/>
              </a:ext>
            </a:extLst>
          </p:cNvPr>
          <p:cNvGrpSpPr/>
          <p:nvPr/>
        </p:nvGrpSpPr>
        <p:grpSpPr>
          <a:xfrm>
            <a:off x="795095" y="973746"/>
            <a:ext cx="344520" cy="418680"/>
            <a:chOff x="795095" y="973746"/>
            <a:chExt cx="344520" cy="41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2" name="Entrada de lápiz 41">
                  <a:extLst>
                    <a:ext uri="{FF2B5EF4-FFF2-40B4-BE49-F238E27FC236}">
                      <a16:creationId xmlns:a16="http://schemas.microsoft.com/office/drawing/2014/main" id="{1EE77E6F-2144-4628-8EB7-9147FAB202F5}"/>
                    </a:ext>
                  </a:extLst>
                </p14:cNvPr>
                <p14:cNvContentPartPr/>
                <p14:nvPr/>
              </p14:nvContentPartPr>
              <p14:xfrm>
                <a:off x="849095" y="1021266"/>
                <a:ext cx="20160" cy="371160"/>
              </p14:xfrm>
            </p:contentPart>
          </mc:Choice>
          <mc:Fallback>
            <p:pic>
              <p:nvPicPr>
                <p:cNvPr id="42" name="Entrada de lápiz 41">
                  <a:extLst>
                    <a:ext uri="{FF2B5EF4-FFF2-40B4-BE49-F238E27FC236}">
                      <a16:creationId xmlns:a16="http://schemas.microsoft.com/office/drawing/2014/main" id="{1EE77E6F-2144-4628-8EB7-9147FAB202F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40095" y="1012266"/>
                  <a:ext cx="3780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3" name="Entrada de lápiz 42">
                  <a:extLst>
                    <a:ext uri="{FF2B5EF4-FFF2-40B4-BE49-F238E27FC236}">
                      <a16:creationId xmlns:a16="http://schemas.microsoft.com/office/drawing/2014/main" id="{5DCA5942-DE3F-4592-AC96-597FDD6A3CA4}"/>
                    </a:ext>
                  </a:extLst>
                </p14:cNvPr>
                <p14:cNvContentPartPr/>
                <p14:nvPr/>
              </p14:nvContentPartPr>
              <p14:xfrm>
                <a:off x="795095" y="1006506"/>
                <a:ext cx="167400" cy="186480"/>
              </p14:xfrm>
            </p:contentPart>
          </mc:Choice>
          <mc:Fallback>
            <p:pic>
              <p:nvPicPr>
                <p:cNvPr id="43" name="Entrada de lápiz 42">
                  <a:extLst>
                    <a:ext uri="{FF2B5EF4-FFF2-40B4-BE49-F238E27FC236}">
                      <a16:creationId xmlns:a16="http://schemas.microsoft.com/office/drawing/2014/main" id="{5DCA5942-DE3F-4592-AC96-597FDD6A3CA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86455" y="997866"/>
                  <a:ext cx="18504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4" name="Entrada de lápiz 43">
                  <a:extLst>
                    <a:ext uri="{FF2B5EF4-FFF2-40B4-BE49-F238E27FC236}">
                      <a16:creationId xmlns:a16="http://schemas.microsoft.com/office/drawing/2014/main" id="{CDADFD47-69F5-455E-B252-DD402440387A}"/>
                    </a:ext>
                  </a:extLst>
                </p14:cNvPr>
                <p14:cNvContentPartPr/>
                <p14:nvPr/>
              </p14:nvContentPartPr>
              <p14:xfrm>
                <a:off x="1045655" y="973746"/>
                <a:ext cx="93960" cy="297720"/>
              </p14:xfrm>
            </p:contentPart>
          </mc:Choice>
          <mc:Fallback>
            <p:pic>
              <p:nvPicPr>
                <p:cNvPr id="44" name="Entrada de lápiz 43">
                  <a:extLst>
                    <a:ext uri="{FF2B5EF4-FFF2-40B4-BE49-F238E27FC236}">
                      <a16:creationId xmlns:a16="http://schemas.microsoft.com/office/drawing/2014/main" id="{CDADFD47-69F5-455E-B252-DD402440387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36655" y="964746"/>
                  <a:ext cx="111600" cy="31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upo 49">
            <a:extLst>
              <a:ext uri="{FF2B5EF4-FFF2-40B4-BE49-F238E27FC236}">
                <a16:creationId xmlns:a16="http://schemas.microsoft.com/office/drawing/2014/main" id="{AFC27C6B-8210-428B-B191-AAB95A58CE75}"/>
              </a:ext>
            </a:extLst>
          </p:cNvPr>
          <p:cNvGrpSpPr/>
          <p:nvPr/>
        </p:nvGrpSpPr>
        <p:grpSpPr>
          <a:xfrm>
            <a:off x="1299455" y="1019466"/>
            <a:ext cx="434160" cy="259560"/>
            <a:chOff x="1299455" y="1019466"/>
            <a:chExt cx="434160" cy="25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5" name="Entrada de lápiz 44">
                  <a:extLst>
                    <a:ext uri="{FF2B5EF4-FFF2-40B4-BE49-F238E27FC236}">
                      <a16:creationId xmlns:a16="http://schemas.microsoft.com/office/drawing/2014/main" id="{71C7977E-235F-4AA0-B5FE-51FBF648120C}"/>
                    </a:ext>
                  </a:extLst>
                </p14:cNvPr>
                <p14:cNvContentPartPr/>
                <p14:nvPr/>
              </p14:nvContentPartPr>
              <p14:xfrm>
                <a:off x="1299455" y="1022706"/>
                <a:ext cx="159840" cy="203400"/>
              </p14:xfrm>
            </p:contentPart>
          </mc:Choice>
          <mc:Fallback>
            <p:pic>
              <p:nvPicPr>
                <p:cNvPr id="45" name="Entrada de lápiz 44">
                  <a:extLst>
                    <a:ext uri="{FF2B5EF4-FFF2-40B4-BE49-F238E27FC236}">
                      <a16:creationId xmlns:a16="http://schemas.microsoft.com/office/drawing/2014/main" id="{71C7977E-235F-4AA0-B5FE-51FBF648120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290815" y="1014066"/>
                  <a:ext cx="17748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6" name="Entrada de lápiz 45">
                  <a:extLst>
                    <a:ext uri="{FF2B5EF4-FFF2-40B4-BE49-F238E27FC236}">
                      <a16:creationId xmlns:a16="http://schemas.microsoft.com/office/drawing/2014/main" id="{0FC13EA1-A7AC-45E6-B02E-A82AC185910F}"/>
                    </a:ext>
                  </a:extLst>
                </p14:cNvPr>
                <p14:cNvContentPartPr/>
                <p14:nvPr/>
              </p14:nvContentPartPr>
              <p14:xfrm>
                <a:off x="1557575" y="1019466"/>
                <a:ext cx="117720" cy="238320"/>
              </p14:xfrm>
            </p:contentPart>
          </mc:Choice>
          <mc:Fallback>
            <p:pic>
              <p:nvPicPr>
                <p:cNvPr id="46" name="Entrada de lápiz 45">
                  <a:extLst>
                    <a:ext uri="{FF2B5EF4-FFF2-40B4-BE49-F238E27FC236}">
                      <a16:creationId xmlns:a16="http://schemas.microsoft.com/office/drawing/2014/main" id="{0FC13EA1-A7AC-45E6-B02E-A82AC185910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548575" y="1010826"/>
                  <a:ext cx="13536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9" name="Entrada de lápiz 48">
                  <a:extLst>
                    <a:ext uri="{FF2B5EF4-FFF2-40B4-BE49-F238E27FC236}">
                      <a16:creationId xmlns:a16="http://schemas.microsoft.com/office/drawing/2014/main" id="{8E910340-99B4-48A1-9B2B-FE90AFE8D8FB}"/>
                    </a:ext>
                  </a:extLst>
                </p14:cNvPr>
                <p14:cNvContentPartPr/>
                <p14:nvPr/>
              </p14:nvContentPartPr>
              <p14:xfrm>
                <a:off x="1647215" y="1169946"/>
                <a:ext cx="86400" cy="109080"/>
              </p14:xfrm>
            </p:contentPart>
          </mc:Choice>
          <mc:Fallback>
            <p:pic>
              <p:nvPicPr>
                <p:cNvPr id="49" name="Entrada de lápiz 48">
                  <a:extLst>
                    <a:ext uri="{FF2B5EF4-FFF2-40B4-BE49-F238E27FC236}">
                      <a16:creationId xmlns:a16="http://schemas.microsoft.com/office/drawing/2014/main" id="{8E910340-99B4-48A1-9B2B-FE90AFE8D8F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638215" y="1160946"/>
                  <a:ext cx="104040" cy="12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upo 58">
            <a:extLst>
              <a:ext uri="{FF2B5EF4-FFF2-40B4-BE49-F238E27FC236}">
                <a16:creationId xmlns:a16="http://schemas.microsoft.com/office/drawing/2014/main" id="{2EDBAD8A-257A-4EB8-BEDE-2E70A3AE79B7}"/>
              </a:ext>
            </a:extLst>
          </p:cNvPr>
          <p:cNvGrpSpPr/>
          <p:nvPr/>
        </p:nvGrpSpPr>
        <p:grpSpPr>
          <a:xfrm>
            <a:off x="1841255" y="961866"/>
            <a:ext cx="1098000" cy="467280"/>
            <a:chOff x="1841255" y="961866"/>
            <a:chExt cx="1098000" cy="46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1" name="Entrada de lápiz 50">
                  <a:extLst>
                    <a:ext uri="{FF2B5EF4-FFF2-40B4-BE49-F238E27FC236}">
                      <a16:creationId xmlns:a16="http://schemas.microsoft.com/office/drawing/2014/main" id="{E8B36EC9-0ABC-4A00-95C9-3039447D1714}"/>
                    </a:ext>
                  </a:extLst>
                </p14:cNvPr>
                <p14:cNvContentPartPr/>
                <p14:nvPr/>
              </p14:nvContentPartPr>
              <p14:xfrm>
                <a:off x="1876535" y="1047546"/>
                <a:ext cx="81720" cy="237960"/>
              </p14:xfrm>
            </p:contentPart>
          </mc:Choice>
          <mc:Fallback>
            <p:pic>
              <p:nvPicPr>
                <p:cNvPr id="51" name="Entrada de lápiz 50">
                  <a:extLst>
                    <a:ext uri="{FF2B5EF4-FFF2-40B4-BE49-F238E27FC236}">
                      <a16:creationId xmlns:a16="http://schemas.microsoft.com/office/drawing/2014/main" id="{E8B36EC9-0ABC-4A00-95C9-3039447D171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867895" y="1038906"/>
                  <a:ext cx="9936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2" name="Entrada de lápiz 51">
                  <a:extLst>
                    <a:ext uri="{FF2B5EF4-FFF2-40B4-BE49-F238E27FC236}">
                      <a16:creationId xmlns:a16="http://schemas.microsoft.com/office/drawing/2014/main" id="{F1700066-4BA3-46DB-9A67-2054E6D2DA41}"/>
                    </a:ext>
                  </a:extLst>
                </p14:cNvPr>
                <p14:cNvContentPartPr/>
                <p14:nvPr/>
              </p14:nvContentPartPr>
              <p14:xfrm>
                <a:off x="2061935" y="1219986"/>
                <a:ext cx="18360" cy="35280"/>
              </p14:xfrm>
            </p:contentPart>
          </mc:Choice>
          <mc:Fallback>
            <p:pic>
              <p:nvPicPr>
                <p:cNvPr id="52" name="Entrada de lápiz 51">
                  <a:extLst>
                    <a:ext uri="{FF2B5EF4-FFF2-40B4-BE49-F238E27FC236}">
                      <a16:creationId xmlns:a16="http://schemas.microsoft.com/office/drawing/2014/main" id="{F1700066-4BA3-46DB-9A67-2054E6D2DA4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052935" y="1210986"/>
                  <a:ext cx="3600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3" name="Entrada de lápiz 52">
                  <a:extLst>
                    <a:ext uri="{FF2B5EF4-FFF2-40B4-BE49-F238E27FC236}">
                      <a16:creationId xmlns:a16="http://schemas.microsoft.com/office/drawing/2014/main" id="{D93E7440-8E63-4125-8CA8-6720A3CCDA82}"/>
                    </a:ext>
                  </a:extLst>
                </p14:cNvPr>
                <p14:cNvContentPartPr/>
                <p14:nvPr/>
              </p14:nvContentPartPr>
              <p14:xfrm>
                <a:off x="2176775" y="1058706"/>
                <a:ext cx="138960" cy="200520"/>
              </p14:xfrm>
            </p:contentPart>
          </mc:Choice>
          <mc:Fallback>
            <p:pic>
              <p:nvPicPr>
                <p:cNvPr id="53" name="Entrada de lápiz 52">
                  <a:extLst>
                    <a:ext uri="{FF2B5EF4-FFF2-40B4-BE49-F238E27FC236}">
                      <a16:creationId xmlns:a16="http://schemas.microsoft.com/office/drawing/2014/main" id="{D93E7440-8E63-4125-8CA8-6720A3CCDA8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167775" y="1049706"/>
                  <a:ext cx="15660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4" name="Entrada de lápiz 53">
                  <a:extLst>
                    <a:ext uri="{FF2B5EF4-FFF2-40B4-BE49-F238E27FC236}">
                      <a16:creationId xmlns:a16="http://schemas.microsoft.com/office/drawing/2014/main" id="{CFAB5E30-B050-4795-815A-851C74C8CA52}"/>
                    </a:ext>
                  </a:extLst>
                </p14:cNvPr>
                <p14:cNvContentPartPr/>
                <p14:nvPr/>
              </p14:nvContentPartPr>
              <p14:xfrm>
                <a:off x="2404655" y="1030266"/>
                <a:ext cx="133920" cy="206640"/>
              </p14:xfrm>
            </p:contentPart>
          </mc:Choice>
          <mc:Fallback>
            <p:pic>
              <p:nvPicPr>
                <p:cNvPr id="54" name="Entrada de lápiz 53">
                  <a:extLst>
                    <a:ext uri="{FF2B5EF4-FFF2-40B4-BE49-F238E27FC236}">
                      <a16:creationId xmlns:a16="http://schemas.microsoft.com/office/drawing/2014/main" id="{CFAB5E30-B050-4795-815A-851C74C8CA5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395655" y="1021626"/>
                  <a:ext cx="15156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5" name="Entrada de lápiz 54">
                  <a:extLst>
                    <a:ext uri="{FF2B5EF4-FFF2-40B4-BE49-F238E27FC236}">
                      <a16:creationId xmlns:a16="http://schemas.microsoft.com/office/drawing/2014/main" id="{BB372FBE-700D-4278-A2E3-BCA6AB15A81A}"/>
                    </a:ext>
                  </a:extLst>
                </p14:cNvPr>
                <p14:cNvContentPartPr/>
                <p14:nvPr/>
              </p14:nvContentPartPr>
              <p14:xfrm>
                <a:off x="2630375" y="1006506"/>
                <a:ext cx="119160" cy="227160"/>
              </p14:xfrm>
            </p:contentPart>
          </mc:Choice>
          <mc:Fallback>
            <p:pic>
              <p:nvPicPr>
                <p:cNvPr id="55" name="Entrada de lápiz 54">
                  <a:extLst>
                    <a:ext uri="{FF2B5EF4-FFF2-40B4-BE49-F238E27FC236}">
                      <a16:creationId xmlns:a16="http://schemas.microsoft.com/office/drawing/2014/main" id="{BB372FBE-700D-4278-A2E3-BCA6AB15A81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621375" y="997866"/>
                  <a:ext cx="13680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A57456CE-4D7B-4D29-B5F2-D1B47858046F}"/>
                    </a:ext>
                  </a:extLst>
                </p14:cNvPr>
                <p14:cNvContentPartPr/>
                <p14:nvPr/>
              </p14:nvContentPartPr>
              <p14:xfrm>
                <a:off x="2850335" y="961866"/>
                <a:ext cx="88920" cy="410040"/>
              </p14:xfrm>
            </p:contentPart>
          </mc:Choice>
          <mc:Fallback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A57456CE-4D7B-4D29-B5F2-D1B47858046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841695" y="952866"/>
                  <a:ext cx="106560" cy="42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8" name="Entrada de lápiz 57">
                  <a:extLst>
                    <a:ext uri="{FF2B5EF4-FFF2-40B4-BE49-F238E27FC236}">
                      <a16:creationId xmlns:a16="http://schemas.microsoft.com/office/drawing/2014/main" id="{31BA98C5-C939-4390-B9E7-0985FB4BAAD3}"/>
                    </a:ext>
                  </a:extLst>
                </p14:cNvPr>
                <p14:cNvContentPartPr/>
                <p14:nvPr/>
              </p14:nvContentPartPr>
              <p14:xfrm>
                <a:off x="1841255" y="1258506"/>
                <a:ext cx="740880" cy="170640"/>
              </p14:xfrm>
            </p:contentPart>
          </mc:Choice>
          <mc:Fallback>
            <p:pic>
              <p:nvPicPr>
                <p:cNvPr id="58" name="Entrada de lápiz 57">
                  <a:extLst>
                    <a:ext uri="{FF2B5EF4-FFF2-40B4-BE49-F238E27FC236}">
                      <a16:creationId xmlns:a16="http://schemas.microsoft.com/office/drawing/2014/main" id="{31BA98C5-C939-4390-B9E7-0985FB4BAAD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832615" y="1249506"/>
                  <a:ext cx="758520" cy="18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upo 75">
            <a:extLst>
              <a:ext uri="{FF2B5EF4-FFF2-40B4-BE49-F238E27FC236}">
                <a16:creationId xmlns:a16="http://schemas.microsoft.com/office/drawing/2014/main" id="{6E7FF2A9-3AC2-4353-8388-E0FDBA9EEEF1}"/>
              </a:ext>
            </a:extLst>
          </p:cNvPr>
          <p:cNvGrpSpPr/>
          <p:nvPr/>
        </p:nvGrpSpPr>
        <p:grpSpPr>
          <a:xfrm>
            <a:off x="3113855" y="1201266"/>
            <a:ext cx="211320" cy="77040"/>
            <a:chOff x="3113855" y="1201266"/>
            <a:chExt cx="211320" cy="7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0" name="Entrada de lápiz 59">
                  <a:extLst>
                    <a:ext uri="{FF2B5EF4-FFF2-40B4-BE49-F238E27FC236}">
                      <a16:creationId xmlns:a16="http://schemas.microsoft.com/office/drawing/2014/main" id="{D1CC8623-8DAB-462E-B414-F0032E31E564}"/>
                    </a:ext>
                  </a:extLst>
                </p14:cNvPr>
                <p14:cNvContentPartPr/>
                <p14:nvPr/>
              </p14:nvContentPartPr>
              <p14:xfrm>
                <a:off x="3113855" y="1201266"/>
                <a:ext cx="136440" cy="17280"/>
              </p14:xfrm>
            </p:contentPart>
          </mc:Choice>
          <mc:Fallback>
            <p:pic>
              <p:nvPicPr>
                <p:cNvPr id="60" name="Entrada de lápiz 59">
                  <a:extLst>
                    <a:ext uri="{FF2B5EF4-FFF2-40B4-BE49-F238E27FC236}">
                      <a16:creationId xmlns:a16="http://schemas.microsoft.com/office/drawing/2014/main" id="{D1CC8623-8DAB-462E-B414-F0032E31E56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105215" y="1192626"/>
                  <a:ext cx="15408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1" name="Entrada de lápiz 60">
                  <a:extLst>
                    <a:ext uri="{FF2B5EF4-FFF2-40B4-BE49-F238E27FC236}">
                      <a16:creationId xmlns:a16="http://schemas.microsoft.com/office/drawing/2014/main" id="{7FB98D5F-7CB4-4BDC-AE38-8128B07EF996}"/>
                    </a:ext>
                  </a:extLst>
                </p14:cNvPr>
                <p14:cNvContentPartPr/>
                <p14:nvPr/>
              </p14:nvContentPartPr>
              <p14:xfrm>
                <a:off x="3125375" y="1243026"/>
                <a:ext cx="199800" cy="35280"/>
              </p14:xfrm>
            </p:contentPart>
          </mc:Choice>
          <mc:Fallback>
            <p:pic>
              <p:nvPicPr>
                <p:cNvPr id="61" name="Entrada de lápiz 60">
                  <a:extLst>
                    <a:ext uri="{FF2B5EF4-FFF2-40B4-BE49-F238E27FC236}">
                      <a16:creationId xmlns:a16="http://schemas.microsoft.com/office/drawing/2014/main" id="{7FB98D5F-7CB4-4BDC-AE38-8128B07EF99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116375" y="1234026"/>
                  <a:ext cx="217440" cy="5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upo 74">
            <a:extLst>
              <a:ext uri="{FF2B5EF4-FFF2-40B4-BE49-F238E27FC236}">
                <a16:creationId xmlns:a16="http://schemas.microsoft.com/office/drawing/2014/main" id="{8D23CB3F-D05F-4E67-B714-11858CF3D5D8}"/>
              </a:ext>
            </a:extLst>
          </p:cNvPr>
          <p:cNvGrpSpPr/>
          <p:nvPr/>
        </p:nvGrpSpPr>
        <p:grpSpPr>
          <a:xfrm>
            <a:off x="3551255" y="1092906"/>
            <a:ext cx="360000" cy="228600"/>
            <a:chOff x="3551255" y="1092906"/>
            <a:chExt cx="360000" cy="228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2" name="Entrada de lápiz 61">
                  <a:extLst>
                    <a:ext uri="{FF2B5EF4-FFF2-40B4-BE49-F238E27FC236}">
                      <a16:creationId xmlns:a16="http://schemas.microsoft.com/office/drawing/2014/main" id="{51A42470-88F7-459C-A1D7-E0DF6EEFCBF0}"/>
                    </a:ext>
                  </a:extLst>
                </p14:cNvPr>
                <p14:cNvContentPartPr/>
                <p14:nvPr/>
              </p14:nvContentPartPr>
              <p14:xfrm>
                <a:off x="3551255" y="1092906"/>
                <a:ext cx="38160" cy="228600"/>
              </p14:xfrm>
            </p:contentPart>
          </mc:Choice>
          <mc:Fallback>
            <p:pic>
              <p:nvPicPr>
                <p:cNvPr id="62" name="Entrada de lápiz 61">
                  <a:extLst>
                    <a:ext uri="{FF2B5EF4-FFF2-40B4-BE49-F238E27FC236}">
                      <a16:creationId xmlns:a16="http://schemas.microsoft.com/office/drawing/2014/main" id="{51A42470-88F7-459C-A1D7-E0DF6EEFCBF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542255" y="1084266"/>
                  <a:ext cx="5580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3" name="Entrada de lápiz 62">
                  <a:extLst>
                    <a:ext uri="{FF2B5EF4-FFF2-40B4-BE49-F238E27FC236}">
                      <a16:creationId xmlns:a16="http://schemas.microsoft.com/office/drawing/2014/main" id="{EC628FCD-66C3-4772-B9DD-12037C4B9C83}"/>
                    </a:ext>
                  </a:extLst>
                </p14:cNvPr>
                <p14:cNvContentPartPr/>
                <p14:nvPr/>
              </p14:nvContentPartPr>
              <p14:xfrm>
                <a:off x="3748535" y="1206306"/>
                <a:ext cx="162720" cy="2880"/>
              </p14:xfrm>
            </p:contentPart>
          </mc:Choice>
          <mc:Fallback>
            <p:pic>
              <p:nvPicPr>
                <p:cNvPr id="63" name="Entrada de lápiz 62">
                  <a:extLst>
                    <a:ext uri="{FF2B5EF4-FFF2-40B4-BE49-F238E27FC236}">
                      <a16:creationId xmlns:a16="http://schemas.microsoft.com/office/drawing/2014/main" id="{EC628FCD-66C3-4772-B9DD-12037C4B9C8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739895" y="1197666"/>
                  <a:ext cx="180360" cy="2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upo 73">
            <a:extLst>
              <a:ext uri="{FF2B5EF4-FFF2-40B4-BE49-F238E27FC236}">
                <a16:creationId xmlns:a16="http://schemas.microsoft.com/office/drawing/2014/main" id="{B520F056-2FE6-4F8F-86E5-31BFAAA892AD}"/>
              </a:ext>
            </a:extLst>
          </p:cNvPr>
          <p:cNvGrpSpPr/>
          <p:nvPr/>
        </p:nvGrpSpPr>
        <p:grpSpPr>
          <a:xfrm>
            <a:off x="4154615" y="1026666"/>
            <a:ext cx="919440" cy="374040"/>
            <a:chOff x="4154615" y="1026666"/>
            <a:chExt cx="919440" cy="374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4" name="Entrada de lápiz 63">
                  <a:extLst>
                    <a:ext uri="{FF2B5EF4-FFF2-40B4-BE49-F238E27FC236}">
                      <a16:creationId xmlns:a16="http://schemas.microsoft.com/office/drawing/2014/main" id="{5D200679-25AE-4BE0-B845-83115ADB03B4}"/>
                    </a:ext>
                  </a:extLst>
                </p14:cNvPr>
                <p14:cNvContentPartPr/>
                <p14:nvPr/>
              </p14:nvContentPartPr>
              <p14:xfrm>
                <a:off x="4174775" y="1043226"/>
                <a:ext cx="25200" cy="357480"/>
              </p14:xfrm>
            </p:contentPart>
          </mc:Choice>
          <mc:Fallback>
            <p:pic>
              <p:nvPicPr>
                <p:cNvPr id="64" name="Entrada de lápiz 63">
                  <a:extLst>
                    <a:ext uri="{FF2B5EF4-FFF2-40B4-BE49-F238E27FC236}">
                      <a16:creationId xmlns:a16="http://schemas.microsoft.com/office/drawing/2014/main" id="{5D200679-25AE-4BE0-B845-83115ADB03B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165775" y="1034586"/>
                  <a:ext cx="4284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5" name="Entrada de lápiz 64">
                  <a:extLst>
                    <a:ext uri="{FF2B5EF4-FFF2-40B4-BE49-F238E27FC236}">
                      <a16:creationId xmlns:a16="http://schemas.microsoft.com/office/drawing/2014/main" id="{F54C8E6D-34F1-4E2E-A35F-94BF75E06440}"/>
                    </a:ext>
                  </a:extLst>
                </p14:cNvPr>
                <p14:cNvContentPartPr/>
                <p14:nvPr/>
              </p14:nvContentPartPr>
              <p14:xfrm>
                <a:off x="4154615" y="1026666"/>
                <a:ext cx="209880" cy="227160"/>
              </p14:xfrm>
            </p:contentPart>
          </mc:Choice>
          <mc:Fallback>
            <p:pic>
              <p:nvPicPr>
                <p:cNvPr id="65" name="Entrada de lápiz 64">
                  <a:extLst>
                    <a:ext uri="{FF2B5EF4-FFF2-40B4-BE49-F238E27FC236}">
                      <a16:creationId xmlns:a16="http://schemas.microsoft.com/office/drawing/2014/main" id="{F54C8E6D-34F1-4E2E-A35F-94BF75E0644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145975" y="1018026"/>
                  <a:ext cx="22752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6" name="Entrada de lápiz 65">
                  <a:extLst>
                    <a:ext uri="{FF2B5EF4-FFF2-40B4-BE49-F238E27FC236}">
                      <a16:creationId xmlns:a16="http://schemas.microsoft.com/office/drawing/2014/main" id="{CEB3572E-219E-47CF-832B-72F076241CC9}"/>
                    </a:ext>
                  </a:extLst>
                </p14:cNvPr>
                <p14:cNvContentPartPr/>
                <p14:nvPr/>
              </p14:nvContentPartPr>
              <p14:xfrm>
                <a:off x="4482215" y="1055106"/>
                <a:ext cx="151560" cy="224280"/>
              </p14:xfrm>
            </p:contentPart>
          </mc:Choice>
          <mc:Fallback>
            <p:pic>
              <p:nvPicPr>
                <p:cNvPr id="66" name="Entrada de lápiz 65">
                  <a:extLst>
                    <a:ext uri="{FF2B5EF4-FFF2-40B4-BE49-F238E27FC236}">
                      <a16:creationId xmlns:a16="http://schemas.microsoft.com/office/drawing/2014/main" id="{CEB3572E-219E-47CF-832B-72F076241CC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473575" y="1046466"/>
                  <a:ext cx="16920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7" name="Entrada de lápiz 66">
                  <a:extLst>
                    <a:ext uri="{FF2B5EF4-FFF2-40B4-BE49-F238E27FC236}">
                      <a16:creationId xmlns:a16="http://schemas.microsoft.com/office/drawing/2014/main" id="{46CF3CE8-506C-4441-9FF1-1898881581E5}"/>
                    </a:ext>
                  </a:extLst>
                </p14:cNvPr>
                <p14:cNvContentPartPr/>
                <p14:nvPr/>
              </p14:nvContentPartPr>
              <p14:xfrm>
                <a:off x="4669415" y="1080666"/>
                <a:ext cx="160920" cy="189000"/>
              </p14:xfrm>
            </p:contentPart>
          </mc:Choice>
          <mc:Fallback>
            <p:pic>
              <p:nvPicPr>
                <p:cNvPr id="67" name="Entrada de lápiz 66">
                  <a:extLst>
                    <a:ext uri="{FF2B5EF4-FFF2-40B4-BE49-F238E27FC236}">
                      <a16:creationId xmlns:a16="http://schemas.microsoft.com/office/drawing/2014/main" id="{46CF3CE8-506C-4441-9FF1-1898881581E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660775" y="1071666"/>
                  <a:ext cx="17856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8" name="Entrada de lápiz 67">
                  <a:extLst>
                    <a:ext uri="{FF2B5EF4-FFF2-40B4-BE49-F238E27FC236}">
                      <a16:creationId xmlns:a16="http://schemas.microsoft.com/office/drawing/2014/main" id="{FF23D92E-6100-4368-B83C-F753E4441316}"/>
                    </a:ext>
                  </a:extLst>
                </p14:cNvPr>
                <p14:cNvContentPartPr/>
                <p14:nvPr/>
              </p14:nvContentPartPr>
              <p14:xfrm>
                <a:off x="4667615" y="1079946"/>
                <a:ext cx="163800" cy="191520"/>
              </p14:xfrm>
            </p:contentPart>
          </mc:Choice>
          <mc:Fallback>
            <p:pic>
              <p:nvPicPr>
                <p:cNvPr id="68" name="Entrada de lápiz 67">
                  <a:extLst>
                    <a:ext uri="{FF2B5EF4-FFF2-40B4-BE49-F238E27FC236}">
                      <a16:creationId xmlns:a16="http://schemas.microsoft.com/office/drawing/2014/main" id="{FF23D92E-6100-4368-B83C-F753E4441316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658975" y="1070946"/>
                  <a:ext cx="18144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9" name="Entrada de lápiz 68">
                  <a:extLst>
                    <a:ext uri="{FF2B5EF4-FFF2-40B4-BE49-F238E27FC236}">
                      <a16:creationId xmlns:a16="http://schemas.microsoft.com/office/drawing/2014/main" id="{FAD216D2-0D2C-48CC-93B1-958EEC6DDB9A}"/>
                    </a:ext>
                  </a:extLst>
                </p14:cNvPr>
                <p14:cNvContentPartPr/>
                <p14:nvPr/>
              </p14:nvContentPartPr>
              <p14:xfrm>
                <a:off x="4938335" y="1064466"/>
                <a:ext cx="135720" cy="161640"/>
              </p14:xfrm>
            </p:contentPart>
          </mc:Choice>
          <mc:Fallback>
            <p:pic>
              <p:nvPicPr>
                <p:cNvPr id="69" name="Entrada de lápiz 68">
                  <a:extLst>
                    <a:ext uri="{FF2B5EF4-FFF2-40B4-BE49-F238E27FC236}">
                      <a16:creationId xmlns:a16="http://schemas.microsoft.com/office/drawing/2014/main" id="{FAD216D2-0D2C-48CC-93B1-958EEC6DDB9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929695" y="1055826"/>
                  <a:ext cx="153360" cy="179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upo 79">
            <a:extLst>
              <a:ext uri="{FF2B5EF4-FFF2-40B4-BE49-F238E27FC236}">
                <a16:creationId xmlns:a16="http://schemas.microsoft.com/office/drawing/2014/main" id="{3D849528-2B79-49BB-8E2C-94F9223A4FCA}"/>
              </a:ext>
            </a:extLst>
          </p:cNvPr>
          <p:cNvGrpSpPr/>
          <p:nvPr/>
        </p:nvGrpSpPr>
        <p:grpSpPr>
          <a:xfrm>
            <a:off x="5299415" y="899586"/>
            <a:ext cx="1142640" cy="397080"/>
            <a:chOff x="5299415" y="899586"/>
            <a:chExt cx="1142640" cy="39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0" name="Entrada de lápiz 69">
                  <a:extLst>
                    <a:ext uri="{FF2B5EF4-FFF2-40B4-BE49-F238E27FC236}">
                      <a16:creationId xmlns:a16="http://schemas.microsoft.com/office/drawing/2014/main" id="{8E49875F-5556-4097-99A6-FD15A7042130}"/>
                    </a:ext>
                  </a:extLst>
                </p14:cNvPr>
                <p14:cNvContentPartPr/>
                <p14:nvPr/>
              </p14:nvContentPartPr>
              <p14:xfrm>
                <a:off x="5299415" y="1051506"/>
                <a:ext cx="130680" cy="203040"/>
              </p14:xfrm>
            </p:contentPart>
          </mc:Choice>
          <mc:Fallback>
            <p:pic>
              <p:nvPicPr>
                <p:cNvPr id="70" name="Entrada de lápiz 69">
                  <a:extLst>
                    <a:ext uri="{FF2B5EF4-FFF2-40B4-BE49-F238E27FC236}">
                      <a16:creationId xmlns:a16="http://schemas.microsoft.com/office/drawing/2014/main" id="{8E49875F-5556-4097-99A6-FD15A7042130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290775" y="1042866"/>
                  <a:ext cx="14832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1" name="Entrada de lápiz 70">
                  <a:extLst>
                    <a:ext uri="{FF2B5EF4-FFF2-40B4-BE49-F238E27FC236}">
                      <a16:creationId xmlns:a16="http://schemas.microsoft.com/office/drawing/2014/main" id="{440CD1F5-3889-4716-883A-63A65628CC16}"/>
                    </a:ext>
                  </a:extLst>
                </p14:cNvPr>
                <p14:cNvContentPartPr/>
                <p14:nvPr/>
              </p14:nvContentPartPr>
              <p14:xfrm>
                <a:off x="5538455" y="1201266"/>
                <a:ext cx="10800" cy="95400"/>
              </p14:xfrm>
            </p:contentPart>
          </mc:Choice>
          <mc:Fallback>
            <p:pic>
              <p:nvPicPr>
                <p:cNvPr id="71" name="Entrada de lápiz 70">
                  <a:extLst>
                    <a:ext uri="{FF2B5EF4-FFF2-40B4-BE49-F238E27FC236}">
                      <a16:creationId xmlns:a16="http://schemas.microsoft.com/office/drawing/2014/main" id="{440CD1F5-3889-4716-883A-63A65628CC1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529455" y="1192626"/>
                  <a:ext cx="2844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2" name="Entrada de lápiz 71">
                  <a:extLst>
                    <a:ext uri="{FF2B5EF4-FFF2-40B4-BE49-F238E27FC236}">
                      <a16:creationId xmlns:a16="http://schemas.microsoft.com/office/drawing/2014/main" id="{04AA9C0F-D912-4F94-81F1-65A779912D81}"/>
                    </a:ext>
                  </a:extLst>
                </p14:cNvPr>
                <p14:cNvContentPartPr/>
                <p14:nvPr/>
              </p14:nvContentPartPr>
              <p14:xfrm>
                <a:off x="5645015" y="1043226"/>
                <a:ext cx="163080" cy="200160"/>
              </p14:xfrm>
            </p:contentPart>
          </mc:Choice>
          <mc:Fallback>
            <p:pic>
              <p:nvPicPr>
                <p:cNvPr id="72" name="Entrada de lápiz 71">
                  <a:extLst>
                    <a:ext uri="{FF2B5EF4-FFF2-40B4-BE49-F238E27FC236}">
                      <a16:creationId xmlns:a16="http://schemas.microsoft.com/office/drawing/2014/main" id="{04AA9C0F-D912-4F94-81F1-65A779912D81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636015" y="1034226"/>
                  <a:ext cx="18072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7" name="Entrada de lápiz 76">
                  <a:extLst>
                    <a:ext uri="{FF2B5EF4-FFF2-40B4-BE49-F238E27FC236}">
                      <a16:creationId xmlns:a16="http://schemas.microsoft.com/office/drawing/2014/main" id="{13A86CF8-A467-4612-882C-9632C1625B4C}"/>
                    </a:ext>
                  </a:extLst>
                </p14:cNvPr>
                <p14:cNvContentPartPr/>
                <p14:nvPr/>
              </p14:nvContentPartPr>
              <p14:xfrm>
                <a:off x="5918255" y="1033146"/>
                <a:ext cx="133920" cy="150120"/>
              </p14:xfrm>
            </p:contentPart>
          </mc:Choice>
          <mc:Fallback>
            <p:pic>
              <p:nvPicPr>
                <p:cNvPr id="77" name="Entrada de lápiz 76">
                  <a:extLst>
                    <a:ext uri="{FF2B5EF4-FFF2-40B4-BE49-F238E27FC236}">
                      <a16:creationId xmlns:a16="http://schemas.microsoft.com/office/drawing/2014/main" id="{13A86CF8-A467-4612-882C-9632C1625B4C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909255" y="1024506"/>
                  <a:ext cx="1515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8" name="Entrada de lápiz 77">
                  <a:extLst>
                    <a:ext uri="{FF2B5EF4-FFF2-40B4-BE49-F238E27FC236}">
                      <a16:creationId xmlns:a16="http://schemas.microsoft.com/office/drawing/2014/main" id="{FA408A9C-5B44-440A-A07D-3030749286C4}"/>
                    </a:ext>
                  </a:extLst>
                </p14:cNvPr>
                <p14:cNvContentPartPr/>
                <p14:nvPr/>
              </p14:nvContentPartPr>
              <p14:xfrm>
                <a:off x="6095375" y="1024506"/>
                <a:ext cx="133920" cy="195840"/>
              </p14:xfrm>
            </p:contentPart>
          </mc:Choice>
          <mc:Fallback>
            <p:pic>
              <p:nvPicPr>
                <p:cNvPr id="78" name="Entrada de lápiz 77">
                  <a:extLst>
                    <a:ext uri="{FF2B5EF4-FFF2-40B4-BE49-F238E27FC236}">
                      <a16:creationId xmlns:a16="http://schemas.microsoft.com/office/drawing/2014/main" id="{FA408A9C-5B44-440A-A07D-3030749286C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086375" y="1015506"/>
                  <a:ext cx="15156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9" name="Entrada de lápiz 78">
                  <a:extLst>
                    <a:ext uri="{FF2B5EF4-FFF2-40B4-BE49-F238E27FC236}">
                      <a16:creationId xmlns:a16="http://schemas.microsoft.com/office/drawing/2014/main" id="{3B89778B-C873-4856-BBC6-0FD773FB3E98}"/>
                    </a:ext>
                  </a:extLst>
                </p14:cNvPr>
                <p14:cNvContentPartPr/>
                <p14:nvPr/>
              </p14:nvContentPartPr>
              <p14:xfrm>
                <a:off x="6373295" y="899586"/>
                <a:ext cx="68760" cy="365760"/>
              </p14:xfrm>
            </p:contentPart>
          </mc:Choice>
          <mc:Fallback>
            <p:pic>
              <p:nvPicPr>
                <p:cNvPr id="79" name="Entrada de lápiz 78">
                  <a:extLst>
                    <a:ext uri="{FF2B5EF4-FFF2-40B4-BE49-F238E27FC236}">
                      <a16:creationId xmlns:a16="http://schemas.microsoft.com/office/drawing/2014/main" id="{3B89778B-C873-4856-BBC6-0FD773FB3E9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364655" y="890946"/>
                  <a:ext cx="86400" cy="38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upo 103">
            <a:extLst>
              <a:ext uri="{FF2B5EF4-FFF2-40B4-BE49-F238E27FC236}">
                <a16:creationId xmlns:a16="http://schemas.microsoft.com/office/drawing/2014/main" id="{D074D641-D54D-4439-AEFB-C6587B29743C}"/>
              </a:ext>
            </a:extLst>
          </p:cNvPr>
          <p:cNvGrpSpPr/>
          <p:nvPr/>
        </p:nvGrpSpPr>
        <p:grpSpPr>
          <a:xfrm>
            <a:off x="3154535" y="1713546"/>
            <a:ext cx="123840" cy="76680"/>
            <a:chOff x="3154535" y="1713546"/>
            <a:chExt cx="123840" cy="7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95" name="Entrada de lápiz 94">
                  <a:extLst>
                    <a:ext uri="{FF2B5EF4-FFF2-40B4-BE49-F238E27FC236}">
                      <a16:creationId xmlns:a16="http://schemas.microsoft.com/office/drawing/2014/main" id="{F9C5CABC-29D0-4D5D-A19D-49D5822CEED1}"/>
                    </a:ext>
                  </a:extLst>
                </p14:cNvPr>
                <p14:cNvContentPartPr/>
                <p14:nvPr/>
              </p14:nvContentPartPr>
              <p14:xfrm>
                <a:off x="3154535" y="1713546"/>
                <a:ext cx="99360" cy="2160"/>
              </p14:xfrm>
            </p:contentPart>
          </mc:Choice>
          <mc:Fallback>
            <p:pic>
              <p:nvPicPr>
                <p:cNvPr id="95" name="Entrada de lápiz 94">
                  <a:extLst>
                    <a:ext uri="{FF2B5EF4-FFF2-40B4-BE49-F238E27FC236}">
                      <a16:creationId xmlns:a16="http://schemas.microsoft.com/office/drawing/2014/main" id="{F9C5CABC-29D0-4D5D-A19D-49D5822CEED1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145895" y="1704906"/>
                  <a:ext cx="11700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96" name="Entrada de lápiz 95">
                  <a:extLst>
                    <a:ext uri="{FF2B5EF4-FFF2-40B4-BE49-F238E27FC236}">
                      <a16:creationId xmlns:a16="http://schemas.microsoft.com/office/drawing/2014/main" id="{9231ECE6-3CDB-46CF-9802-511FDD26A15F}"/>
                    </a:ext>
                  </a:extLst>
                </p14:cNvPr>
                <p14:cNvContentPartPr/>
                <p14:nvPr/>
              </p14:nvContentPartPr>
              <p14:xfrm>
                <a:off x="3171455" y="1784826"/>
                <a:ext cx="106920" cy="5400"/>
              </p14:xfrm>
            </p:contentPart>
          </mc:Choice>
          <mc:Fallback>
            <p:pic>
              <p:nvPicPr>
                <p:cNvPr id="96" name="Entrada de lápiz 95">
                  <a:extLst>
                    <a:ext uri="{FF2B5EF4-FFF2-40B4-BE49-F238E27FC236}">
                      <a16:creationId xmlns:a16="http://schemas.microsoft.com/office/drawing/2014/main" id="{9231ECE6-3CDB-46CF-9802-511FDD26A15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162815" y="1776186"/>
                  <a:ext cx="124560" cy="23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97" name="Entrada de lápiz 96">
                <a:extLst>
                  <a:ext uri="{FF2B5EF4-FFF2-40B4-BE49-F238E27FC236}">
                    <a16:creationId xmlns:a16="http://schemas.microsoft.com/office/drawing/2014/main" id="{5E8CB32C-3F05-48E0-B4EF-0DF909268193}"/>
                  </a:ext>
                </a:extLst>
              </p14:cNvPr>
              <p14:cNvContentPartPr/>
              <p14:nvPr/>
            </p14:nvContentPartPr>
            <p14:xfrm>
              <a:off x="3447215" y="1629306"/>
              <a:ext cx="65520" cy="204480"/>
            </p14:xfrm>
          </p:contentPart>
        </mc:Choice>
        <mc:Fallback>
          <p:pic>
            <p:nvPicPr>
              <p:cNvPr id="97" name="Entrada de lápiz 96">
                <a:extLst>
                  <a:ext uri="{FF2B5EF4-FFF2-40B4-BE49-F238E27FC236}">
                    <a16:creationId xmlns:a16="http://schemas.microsoft.com/office/drawing/2014/main" id="{5E8CB32C-3F05-48E0-B4EF-0DF909268193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3438575" y="1620306"/>
                <a:ext cx="83160" cy="22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98" name="Entrada de lápiz 97">
                <a:extLst>
                  <a:ext uri="{FF2B5EF4-FFF2-40B4-BE49-F238E27FC236}">
                    <a16:creationId xmlns:a16="http://schemas.microsoft.com/office/drawing/2014/main" id="{244D2AAA-B487-4BC7-923F-C2CEA0A57C80}"/>
                  </a:ext>
                </a:extLst>
              </p14:cNvPr>
              <p14:cNvContentPartPr/>
              <p14:nvPr/>
            </p14:nvContentPartPr>
            <p14:xfrm>
              <a:off x="3716495" y="1720386"/>
              <a:ext cx="156240" cy="2160"/>
            </p14:xfrm>
          </p:contentPart>
        </mc:Choice>
        <mc:Fallback>
          <p:pic>
            <p:nvPicPr>
              <p:cNvPr id="98" name="Entrada de lápiz 97">
                <a:extLst>
                  <a:ext uri="{FF2B5EF4-FFF2-40B4-BE49-F238E27FC236}">
                    <a16:creationId xmlns:a16="http://schemas.microsoft.com/office/drawing/2014/main" id="{244D2AAA-B487-4BC7-923F-C2CEA0A57C80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3707855" y="1711386"/>
                <a:ext cx="173880" cy="19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3" name="Grupo 102">
            <a:extLst>
              <a:ext uri="{FF2B5EF4-FFF2-40B4-BE49-F238E27FC236}">
                <a16:creationId xmlns:a16="http://schemas.microsoft.com/office/drawing/2014/main" id="{20AB63DA-5607-4083-9065-6CB9A1B67DE4}"/>
              </a:ext>
            </a:extLst>
          </p:cNvPr>
          <p:cNvGrpSpPr/>
          <p:nvPr/>
        </p:nvGrpSpPr>
        <p:grpSpPr>
          <a:xfrm>
            <a:off x="4066775" y="1539306"/>
            <a:ext cx="621000" cy="341280"/>
            <a:chOff x="4066775" y="1539306"/>
            <a:chExt cx="621000" cy="341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99" name="Entrada de lápiz 98">
                  <a:extLst>
                    <a:ext uri="{FF2B5EF4-FFF2-40B4-BE49-F238E27FC236}">
                      <a16:creationId xmlns:a16="http://schemas.microsoft.com/office/drawing/2014/main" id="{D409B3C5-AD52-42DB-8CC1-E826CB871127}"/>
                    </a:ext>
                  </a:extLst>
                </p14:cNvPr>
                <p14:cNvContentPartPr/>
                <p14:nvPr/>
              </p14:nvContentPartPr>
              <p14:xfrm>
                <a:off x="4066775" y="1626786"/>
                <a:ext cx="56160" cy="253800"/>
              </p14:xfrm>
            </p:contentPart>
          </mc:Choice>
          <mc:Fallback>
            <p:pic>
              <p:nvPicPr>
                <p:cNvPr id="99" name="Entrada de lápiz 98">
                  <a:extLst>
                    <a:ext uri="{FF2B5EF4-FFF2-40B4-BE49-F238E27FC236}">
                      <a16:creationId xmlns:a16="http://schemas.microsoft.com/office/drawing/2014/main" id="{D409B3C5-AD52-42DB-8CC1-E826CB871127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058135" y="1618146"/>
                  <a:ext cx="7380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00" name="Entrada de lápiz 99">
                  <a:extLst>
                    <a:ext uri="{FF2B5EF4-FFF2-40B4-BE49-F238E27FC236}">
                      <a16:creationId xmlns:a16="http://schemas.microsoft.com/office/drawing/2014/main" id="{41668055-18AB-4CAE-BC63-02096866EFC4}"/>
                    </a:ext>
                  </a:extLst>
                </p14:cNvPr>
                <p14:cNvContentPartPr/>
                <p14:nvPr/>
              </p14:nvContentPartPr>
              <p14:xfrm>
                <a:off x="4094495" y="1554786"/>
                <a:ext cx="185400" cy="171000"/>
              </p14:xfrm>
            </p:contentPart>
          </mc:Choice>
          <mc:Fallback>
            <p:pic>
              <p:nvPicPr>
                <p:cNvPr id="100" name="Entrada de lápiz 99">
                  <a:extLst>
                    <a:ext uri="{FF2B5EF4-FFF2-40B4-BE49-F238E27FC236}">
                      <a16:creationId xmlns:a16="http://schemas.microsoft.com/office/drawing/2014/main" id="{41668055-18AB-4CAE-BC63-02096866EFC4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085495" y="1545786"/>
                  <a:ext cx="20304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01" name="Entrada de lápiz 100">
                  <a:extLst>
                    <a:ext uri="{FF2B5EF4-FFF2-40B4-BE49-F238E27FC236}">
                      <a16:creationId xmlns:a16="http://schemas.microsoft.com/office/drawing/2014/main" id="{D52FBA6A-9C17-44C1-A786-7FAEA0A8822D}"/>
                    </a:ext>
                  </a:extLst>
                </p14:cNvPr>
                <p14:cNvContentPartPr/>
                <p14:nvPr/>
              </p14:nvContentPartPr>
              <p14:xfrm>
                <a:off x="4352255" y="1539306"/>
                <a:ext cx="300600" cy="238320"/>
              </p14:xfrm>
            </p:contentPart>
          </mc:Choice>
          <mc:Fallback>
            <p:pic>
              <p:nvPicPr>
                <p:cNvPr id="101" name="Entrada de lápiz 100">
                  <a:extLst>
                    <a:ext uri="{FF2B5EF4-FFF2-40B4-BE49-F238E27FC236}">
                      <a16:creationId xmlns:a16="http://schemas.microsoft.com/office/drawing/2014/main" id="{D52FBA6A-9C17-44C1-A786-7FAEA0A8822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343255" y="1530666"/>
                  <a:ext cx="31824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02" name="Entrada de lápiz 101">
                  <a:extLst>
                    <a:ext uri="{FF2B5EF4-FFF2-40B4-BE49-F238E27FC236}">
                      <a16:creationId xmlns:a16="http://schemas.microsoft.com/office/drawing/2014/main" id="{D4EB88B3-33E6-49E3-925E-AA1D089ED87E}"/>
                    </a:ext>
                  </a:extLst>
                </p14:cNvPr>
                <p14:cNvContentPartPr/>
                <p14:nvPr/>
              </p14:nvContentPartPr>
              <p14:xfrm>
                <a:off x="4540175" y="1545426"/>
                <a:ext cx="147600" cy="222840"/>
              </p14:xfrm>
            </p:contentPart>
          </mc:Choice>
          <mc:Fallback>
            <p:pic>
              <p:nvPicPr>
                <p:cNvPr id="102" name="Entrada de lápiz 101">
                  <a:extLst>
                    <a:ext uri="{FF2B5EF4-FFF2-40B4-BE49-F238E27FC236}">
                      <a16:creationId xmlns:a16="http://schemas.microsoft.com/office/drawing/2014/main" id="{D4EB88B3-33E6-49E3-925E-AA1D089ED87E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531175" y="1536426"/>
                  <a:ext cx="165240" cy="24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upo 109">
            <a:extLst>
              <a:ext uri="{FF2B5EF4-FFF2-40B4-BE49-F238E27FC236}">
                <a16:creationId xmlns:a16="http://schemas.microsoft.com/office/drawing/2014/main" id="{D6B7133E-ED3B-4EDA-A725-720A8C1C813B}"/>
              </a:ext>
            </a:extLst>
          </p:cNvPr>
          <p:cNvGrpSpPr/>
          <p:nvPr/>
        </p:nvGrpSpPr>
        <p:grpSpPr>
          <a:xfrm>
            <a:off x="4877855" y="1451106"/>
            <a:ext cx="646200" cy="358200"/>
            <a:chOff x="4877855" y="1451106"/>
            <a:chExt cx="646200" cy="35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05" name="Entrada de lápiz 104">
                  <a:extLst>
                    <a:ext uri="{FF2B5EF4-FFF2-40B4-BE49-F238E27FC236}">
                      <a16:creationId xmlns:a16="http://schemas.microsoft.com/office/drawing/2014/main" id="{EFACC614-2FC9-442B-8C75-72B4E73BC34A}"/>
                    </a:ext>
                  </a:extLst>
                </p14:cNvPr>
                <p14:cNvContentPartPr/>
                <p14:nvPr/>
              </p14:nvContentPartPr>
              <p14:xfrm>
                <a:off x="4877855" y="1544346"/>
                <a:ext cx="172800" cy="119160"/>
              </p14:xfrm>
            </p:contentPart>
          </mc:Choice>
          <mc:Fallback>
            <p:pic>
              <p:nvPicPr>
                <p:cNvPr id="105" name="Entrada de lápiz 104">
                  <a:extLst>
                    <a:ext uri="{FF2B5EF4-FFF2-40B4-BE49-F238E27FC236}">
                      <a16:creationId xmlns:a16="http://schemas.microsoft.com/office/drawing/2014/main" id="{EFACC614-2FC9-442B-8C75-72B4E73BC34A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868855" y="1535706"/>
                  <a:ext cx="19044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06" name="Entrada de lápiz 105">
                  <a:extLst>
                    <a:ext uri="{FF2B5EF4-FFF2-40B4-BE49-F238E27FC236}">
                      <a16:creationId xmlns:a16="http://schemas.microsoft.com/office/drawing/2014/main" id="{2454611F-0168-49B3-B0C6-C88E2192BBD5}"/>
                    </a:ext>
                  </a:extLst>
                </p14:cNvPr>
                <p14:cNvContentPartPr/>
                <p14:nvPr/>
              </p14:nvContentPartPr>
              <p14:xfrm>
                <a:off x="5213375" y="1516626"/>
                <a:ext cx="30600" cy="172080"/>
              </p14:xfrm>
            </p:contentPart>
          </mc:Choice>
          <mc:Fallback>
            <p:pic>
              <p:nvPicPr>
                <p:cNvPr id="106" name="Entrada de lápiz 105">
                  <a:extLst>
                    <a:ext uri="{FF2B5EF4-FFF2-40B4-BE49-F238E27FC236}">
                      <a16:creationId xmlns:a16="http://schemas.microsoft.com/office/drawing/2014/main" id="{2454611F-0168-49B3-B0C6-C88E2192BBD5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204735" y="1507626"/>
                  <a:ext cx="4824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07" name="Entrada de lápiz 106">
                  <a:extLst>
                    <a:ext uri="{FF2B5EF4-FFF2-40B4-BE49-F238E27FC236}">
                      <a16:creationId xmlns:a16="http://schemas.microsoft.com/office/drawing/2014/main" id="{D7E52AC4-EE1D-4576-8EA1-738663711568}"/>
                    </a:ext>
                  </a:extLst>
                </p14:cNvPr>
                <p14:cNvContentPartPr/>
                <p14:nvPr/>
              </p14:nvContentPartPr>
              <p14:xfrm>
                <a:off x="5180615" y="1697346"/>
                <a:ext cx="115560" cy="2880"/>
              </p14:xfrm>
            </p:contentPart>
          </mc:Choice>
          <mc:Fallback>
            <p:pic>
              <p:nvPicPr>
                <p:cNvPr id="107" name="Entrada de lápiz 106">
                  <a:extLst>
                    <a:ext uri="{FF2B5EF4-FFF2-40B4-BE49-F238E27FC236}">
                      <a16:creationId xmlns:a16="http://schemas.microsoft.com/office/drawing/2014/main" id="{D7E52AC4-EE1D-4576-8EA1-738663711568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171615" y="1688706"/>
                  <a:ext cx="13320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08" name="Entrada de lápiz 107">
                  <a:extLst>
                    <a:ext uri="{FF2B5EF4-FFF2-40B4-BE49-F238E27FC236}">
                      <a16:creationId xmlns:a16="http://schemas.microsoft.com/office/drawing/2014/main" id="{22DD30CA-0D28-4B10-9B9D-64E1F170C5F9}"/>
                    </a:ext>
                  </a:extLst>
                </p14:cNvPr>
                <p14:cNvContentPartPr/>
                <p14:nvPr/>
              </p14:nvContentPartPr>
              <p14:xfrm>
                <a:off x="5449535" y="1451106"/>
                <a:ext cx="74520" cy="358200"/>
              </p14:xfrm>
            </p:contentPart>
          </mc:Choice>
          <mc:Fallback>
            <p:pic>
              <p:nvPicPr>
                <p:cNvPr id="108" name="Entrada de lápiz 107">
                  <a:extLst>
                    <a:ext uri="{FF2B5EF4-FFF2-40B4-BE49-F238E27FC236}">
                      <a16:creationId xmlns:a16="http://schemas.microsoft.com/office/drawing/2014/main" id="{22DD30CA-0D28-4B10-9B9D-64E1F170C5F9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440895" y="1442106"/>
                  <a:ext cx="92160" cy="3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9" name="Entrada de lápiz 108">
                  <a:extLst>
                    <a:ext uri="{FF2B5EF4-FFF2-40B4-BE49-F238E27FC236}">
                      <a16:creationId xmlns:a16="http://schemas.microsoft.com/office/drawing/2014/main" id="{FDB7BE04-D7CE-44C9-9478-74AD412ACE9C}"/>
                    </a:ext>
                  </a:extLst>
                </p14:cNvPr>
                <p14:cNvContentPartPr/>
                <p14:nvPr/>
              </p14:nvContentPartPr>
              <p14:xfrm>
                <a:off x="4917095" y="1711746"/>
                <a:ext cx="111600" cy="35640"/>
              </p14:xfrm>
            </p:contentPart>
          </mc:Choice>
          <mc:Fallback>
            <p:pic>
              <p:nvPicPr>
                <p:cNvPr id="109" name="Entrada de lápiz 108">
                  <a:extLst>
                    <a:ext uri="{FF2B5EF4-FFF2-40B4-BE49-F238E27FC236}">
                      <a16:creationId xmlns:a16="http://schemas.microsoft.com/office/drawing/2014/main" id="{FDB7BE04-D7CE-44C9-9478-74AD412ACE9C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908095" y="1703106"/>
                  <a:ext cx="129240" cy="5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upo 119">
            <a:extLst>
              <a:ext uri="{FF2B5EF4-FFF2-40B4-BE49-F238E27FC236}">
                <a16:creationId xmlns:a16="http://schemas.microsoft.com/office/drawing/2014/main" id="{728670E1-E370-468E-B735-BFE7750CBDE6}"/>
              </a:ext>
            </a:extLst>
          </p:cNvPr>
          <p:cNvGrpSpPr/>
          <p:nvPr/>
        </p:nvGrpSpPr>
        <p:grpSpPr>
          <a:xfrm>
            <a:off x="3259295" y="2285226"/>
            <a:ext cx="115560" cy="68400"/>
            <a:chOff x="3259295" y="2285226"/>
            <a:chExt cx="115560" cy="6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11" name="Entrada de lápiz 110">
                  <a:extLst>
                    <a:ext uri="{FF2B5EF4-FFF2-40B4-BE49-F238E27FC236}">
                      <a16:creationId xmlns:a16="http://schemas.microsoft.com/office/drawing/2014/main" id="{04EEA5C0-E610-4EF1-91EC-13E9F7B83BE0}"/>
                    </a:ext>
                  </a:extLst>
                </p14:cNvPr>
                <p14:cNvContentPartPr/>
                <p14:nvPr/>
              </p14:nvContentPartPr>
              <p14:xfrm>
                <a:off x="3259295" y="2285226"/>
                <a:ext cx="115560" cy="6480"/>
              </p14:xfrm>
            </p:contentPart>
          </mc:Choice>
          <mc:Fallback>
            <p:pic>
              <p:nvPicPr>
                <p:cNvPr id="111" name="Entrada de lápiz 110">
                  <a:extLst>
                    <a:ext uri="{FF2B5EF4-FFF2-40B4-BE49-F238E27FC236}">
                      <a16:creationId xmlns:a16="http://schemas.microsoft.com/office/drawing/2014/main" id="{04EEA5C0-E610-4EF1-91EC-13E9F7B83BE0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250655" y="2276586"/>
                  <a:ext cx="1332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12" name="Entrada de lápiz 111">
                  <a:extLst>
                    <a:ext uri="{FF2B5EF4-FFF2-40B4-BE49-F238E27FC236}">
                      <a16:creationId xmlns:a16="http://schemas.microsoft.com/office/drawing/2014/main" id="{0C774DA3-4315-454C-B449-B41645248C3F}"/>
                    </a:ext>
                  </a:extLst>
                </p14:cNvPr>
                <p14:cNvContentPartPr/>
                <p14:nvPr/>
              </p14:nvContentPartPr>
              <p14:xfrm>
                <a:off x="3263255" y="2340666"/>
                <a:ext cx="102240" cy="12960"/>
              </p14:xfrm>
            </p:contentPart>
          </mc:Choice>
          <mc:Fallback>
            <p:pic>
              <p:nvPicPr>
                <p:cNvPr id="112" name="Entrada de lápiz 111">
                  <a:extLst>
                    <a:ext uri="{FF2B5EF4-FFF2-40B4-BE49-F238E27FC236}">
                      <a16:creationId xmlns:a16="http://schemas.microsoft.com/office/drawing/2014/main" id="{0C774DA3-4315-454C-B449-B41645248C3F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254255" y="2331666"/>
                  <a:ext cx="119880" cy="3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upo 118">
            <a:extLst>
              <a:ext uri="{FF2B5EF4-FFF2-40B4-BE49-F238E27FC236}">
                <a16:creationId xmlns:a16="http://schemas.microsoft.com/office/drawing/2014/main" id="{A856E60C-91A5-4FEF-ACCD-C95C03B80966}"/>
              </a:ext>
            </a:extLst>
          </p:cNvPr>
          <p:cNvGrpSpPr/>
          <p:nvPr/>
        </p:nvGrpSpPr>
        <p:grpSpPr>
          <a:xfrm>
            <a:off x="3693095" y="2149146"/>
            <a:ext cx="145800" cy="213840"/>
            <a:chOff x="3693095" y="2149146"/>
            <a:chExt cx="145800" cy="213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13" name="Entrada de lápiz 112">
                  <a:extLst>
                    <a:ext uri="{FF2B5EF4-FFF2-40B4-BE49-F238E27FC236}">
                      <a16:creationId xmlns:a16="http://schemas.microsoft.com/office/drawing/2014/main" id="{90C06425-956F-41D0-BC47-840A6128C892}"/>
                    </a:ext>
                  </a:extLst>
                </p14:cNvPr>
                <p14:cNvContentPartPr/>
                <p14:nvPr/>
              </p14:nvContentPartPr>
              <p14:xfrm>
                <a:off x="3712895" y="2149146"/>
                <a:ext cx="42840" cy="196920"/>
              </p14:xfrm>
            </p:contentPart>
          </mc:Choice>
          <mc:Fallback>
            <p:pic>
              <p:nvPicPr>
                <p:cNvPr id="113" name="Entrada de lápiz 112">
                  <a:extLst>
                    <a:ext uri="{FF2B5EF4-FFF2-40B4-BE49-F238E27FC236}">
                      <a16:creationId xmlns:a16="http://schemas.microsoft.com/office/drawing/2014/main" id="{90C06425-956F-41D0-BC47-840A6128C892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703895" y="2140146"/>
                  <a:ext cx="6048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14" name="Entrada de lápiz 113">
                  <a:extLst>
                    <a:ext uri="{FF2B5EF4-FFF2-40B4-BE49-F238E27FC236}">
                      <a16:creationId xmlns:a16="http://schemas.microsoft.com/office/drawing/2014/main" id="{A4112D08-F0EE-4CA1-B1DB-6A93F691EED4}"/>
                    </a:ext>
                  </a:extLst>
                </p14:cNvPr>
                <p14:cNvContentPartPr/>
                <p14:nvPr/>
              </p14:nvContentPartPr>
              <p14:xfrm>
                <a:off x="3693095" y="2329506"/>
                <a:ext cx="145800" cy="33480"/>
              </p14:xfrm>
            </p:contentPart>
          </mc:Choice>
          <mc:Fallback>
            <p:pic>
              <p:nvPicPr>
                <p:cNvPr id="114" name="Entrada de lápiz 113">
                  <a:extLst>
                    <a:ext uri="{FF2B5EF4-FFF2-40B4-BE49-F238E27FC236}">
                      <a16:creationId xmlns:a16="http://schemas.microsoft.com/office/drawing/2014/main" id="{A4112D08-F0EE-4CA1-B1DB-6A93F691EED4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684095" y="2320866"/>
                  <a:ext cx="163440" cy="5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115" name="Entrada de lápiz 114">
                <a:extLst>
                  <a:ext uri="{FF2B5EF4-FFF2-40B4-BE49-F238E27FC236}">
                    <a16:creationId xmlns:a16="http://schemas.microsoft.com/office/drawing/2014/main" id="{BA0E209E-1537-43D5-AC60-5989AE2F347A}"/>
                  </a:ext>
                </a:extLst>
              </p14:cNvPr>
              <p14:cNvContentPartPr/>
              <p14:nvPr/>
            </p14:nvContentPartPr>
            <p14:xfrm>
              <a:off x="4049135" y="2286306"/>
              <a:ext cx="117360" cy="7920"/>
            </p14:xfrm>
          </p:contentPart>
        </mc:Choice>
        <mc:Fallback>
          <p:pic>
            <p:nvPicPr>
              <p:cNvPr id="115" name="Entrada de lápiz 114">
                <a:extLst>
                  <a:ext uri="{FF2B5EF4-FFF2-40B4-BE49-F238E27FC236}">
                    <a16:creationId xmlns:a16="http://schemas.microsoft.com/office/drawing/2014/main" id="{BA0E209E-1537-43D5-AC60-5989AE2F347A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4040135" y="2277306"/>
                <a:ext cx="135000" cy="25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6" name="Grupo 125">
            <a:extLst>
              <a:ext uri="{FF2B5EF4-FFF2-40B4-BE49-F238E27FC236}">
                <a16:creationId xmlns:a16="http://schemas.microsoft.com/office/drawing/2014/main" id="{F4E33098-D584-4124-8C9B-DECB6ED205EA}"/>
              </a:ext>
            </a:extLst>
          </p:cNvPr>
          <p:cNvGrpSpPr/>
          <p:nvPr/>
        </p:nvGrpSpPr>
        <p:grpSpPr>
          <a:xfrm>
            <a:off x="5017175" y="1981386"/>
            <a:ext cx="972000" cy="322200"/>
            <a:chOff x="5017175" y="1981386"/>
            <a:chExt cx="972000" cy="322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21" name="Entrada de lápiz 120">
                  <a:extLst>
                    <a:ext uri="{FF2B5EF4-FFF2-40B4-BE49-F238E27FC236}">
                      <a16:creationId xmlns:a16="http://schemas.microsoft.com/office/drawing/2014/main" id="{2C319AE9-0390-4BAB-9959-F465D5B66DF1}"/>
                    </a:ext>
                  </a:extLst>
                </p14:cNvPr>
                <p14:cNvContentPartPr/>
                <p14:nvPr/>
              </p14:nvContentPartPr>
              <p14:xfrm>
                <a:off x="5017175" y="2042226"/>
                <a:ext cx="98640" cy="261360"/>
              </p14:xfrm>
            </p:contentPart>
          </mc:Choice>
          <mc:Fallback>
            <p:pic>
              <p:nvPicPr>
                <p:cNvPr id="121" name="Entrada de lápiz 120">
                  <a:extLst>
                    <a:ext uri="{FF2B5EF4-FFF2-40B4-BE49-F238E27FC236}">
                      <a16:creationId xmlns:a16="http://schemas.microsoft.com/office/drawing/2014/main" id="{2C319AE9-0390-4BAB-9959-F465D5B66DF1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008175" y="2033586"/>
                  <a:ext cx="11628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22" name="Entrada de lápiz 121">
                  <a:extLst>
                    <a:ext uri="{FF2B5EF4-FFF2-40B4-BE49-F238E27FC236}">
                      <a16:creationId xmlns:a16="http://schemas.microsoft.com/office/drawing/2014/main" id="{4884FBB2-457A-45D6-BFCB-49CF2EF5CDC6}"/>
                    </a:ext>
                  </a:extLst>
                </p14:cNvPr>
                <p14:cNvContentPartPr/>
                <p14:nvPr/>
              </p14:nvContentPartPr>
              <p14:xfrm>
                <a:off x="5178455" y="2137626"/>
                <a:ext cx="154440" cy="148320"/>
              </p14:xfrm>
            </p:contentPart>
          </mc:Choice>
          <mc:Fallback>
            <p:pic>
              <p:nvPicPr>
                <p:cNvPr id="122" name="Entrada de lápiz 121">
                  <a:extLst>
                    <a:ext uri="{FF2B5EF4-FFF2-40B4-BE49-F238E27FC236}">
                      <a16:creationId xmlns:a16="http://schemas.microsoft.com/office/drawing/2014/main" id="{4884FBB2-457A-45D6-BFCB-49CF2EF5CDC6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169815" y="2128626"/>
                  <a:ext cx="17208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23" name="Entrada de lápiz 122">
                  <a:extLst>
                    <a:ext uri="{FF2B5EF4-FFF2-40B4-BE49-F238E27FC236}">
                      <a16:creationId xmlns:a16="http://schemas.microsoft.com/office/drawing/2014/main" id="{F888CED8-B325-4178-B499-C197AD0EAFD7}"/>
                    </a:ext>
                  </a:extLst>
                </p14:cNvPr>
                <p14:cNvContentPartPr/>
                <p14:nvPr/>
              </p14:nvContentPartPr>
              <p14:xfrm>
                <a:off x="5226695" y="2100906"/>
                <a:ext cx="306360" cy="182160"/>
              </p14:xfrm>
            </p:contentPart>
          </mc:Choice>
          <mc:Fallback>
            <p:pic>
              <p:nvPicPr>
                <p:cNvPr id="123" name="Entrada de lápiz 122">
                  <a:extLst>
                    <a:ext uri="{FF2B5EF4-FFF2-40B4-BE49-F238E27FC236}">
                      <a16:creationId xmlns:a16="http://schemas.microsoft.com/office/drawing/2014/main" id="{F888CED8-B325-4178-B499-C197AD0EAFD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218055" y="2092266"/>
                  <a:ext cx="32400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24" name="Entrada de lápiz 123">
                  <a:extLst>
                    <a:ext uri="{FF2B5EF4-FFF2-40B4-BE49-F238E27FC236}">
                      <a16:creationId xmlns:a16="http://schemas.microsoft.com/office/drawing/2014/main" id="{19F644DC-8799-4F62-91D1-4001CD09E34D}"/>
                    </a:ext>
                  </a:extLst>
                </p14:cNvPr>
                <p14:cNvContentPartPr/>
                <p14:nvPr/>
              </p14:nvContentPartPr>
              <p14:xfrm>
                <a:off x="5479055" y="2215746"/>
                <a:ext cx="110880" cy="26640"/>
              </p14:xfrm>
            </p:contentPart>
          </mc:Choice>
          <mc:Fallback>
            <p:pic>
              <p:nvPicPr>
                <p:cNvPr id="124" name="Entrada de lápiz 123">
                  <a:extLst>
                    <a:ext uri="{FF2B5EF4-FFF2-40B4-BE49-F238E27FC236}">
                      <a16:creationId xmlns:a16="http://schemas.microsoft.com/office/drawing/2014/main" id="{19F644DC-8799-4F62-91D1-4001CD09E34D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470055" y="2206746"/>
                  <a:ext cx="12852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25" name="Entrada de lápiz 124">
                  <a:extLst>
                    <a:ext uri="{FF2B5EF4-FFF2-40B4-BE49-F238E27FC236}">
                      <a16:creationId xmlns:a16="http://schemas.microsoft.com/office/drawing/2014/main" id="{A789CA8D-D197-4883-9074-1172D770C161}"/>
                    </a:ext>
                  </a:extLst>
                </p14:cNvPr>
                <p14:cNvContentPartPr/>
                <p14:nvPr/>
              </p14:nvContentPartPr>
              <p14:xfrm>
                <a:off x="5678855" y="1981386"/>
                <a:ext cx="310320" cy="318240"/>
              </p14:xfrm>
            </p:contentPart>
          </mc:Choice>
          <mc:Fallback>
            <p:pic>
              <p:nvPicPr>
                <p:cNvPr id="125" name="Entrada de lápiz 124">
                  <a:extLst>
                    <a:ext uri="{FF2B5EF4-FFF2-40B4-BE49-F238E27FC236}">
                      <a16:creationId xmlns:a16="http://schemas.microsoft.com/office/drawing/2014/main" id="{A789CA8D-D197-4883-9074-1172D770C16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670215" y="1972386"/>
                  <a:ext cx="327960" cy="33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0" name="Grupo 139">
            <a:extLst>
              <a:ext uri="{FF2B5EF4-FFF2-40B4-BE49-F238E27FC236}">
                <a16:creationId xmlns:a16="http://schemas.microsoft.com/office/drawing/2014/main" id="{2EA92AE7-90DC-496C-B92D-FA60DF8C875A}"/>
              </a:ext>
            </a:extLst>
          </p:cNvPr>
          <p:cNvGrpSpPr/>
          <p:nvPr/>
        </p:nvGrpSpPr>
        <p:grpSpPr>
          <a:xfrm>
            <a:off x="4418135" y="1973466"/>
            <a:ext cx="389880" cy="578160"/>
            <a:chOff x="4418135" y="1973466"/>
            <a:chExt cx="389880" cy="57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6" name="Entrada de lápiz 115">
                  <a:extLst>
                    <a:ext uri="{FF2B5EF4-FFF2-40B4-BE49-F238E27FC236}">
                      <a16:creationId xmlns:a16="http://schemas.microsoft.com/office/drawing/2014/main" id="{C7356956-CF99-4FD6-AA3A-D6E7DF6F5BF5}"/>
                    </a:ext>
                  </a:extLst>
                </p14:cNvPr>
                <p14:cNvContentPartPr/>
                <p14:nvPr/>
              </p14:nvContentPartPr>
              <p14:xfrm>
                <a:off x="4624055" y="2179026"/>
                <a:ext cx="31680" cy="340920"/>
              </p14:xfrm>
            </p:contentPart>
          </mc:Choice>
          <mc:Fallback>
            <p:pic>
              <p:nvPicPr>
                <p:cNvPr id="116" name="Entrada de lápiz 115">
                  <a:extLst>
                    <a:ext uri="{FF2B5EF4-FFF2-40B4-BE49-F238E27FC236}">
                      <a16:creationId xmlns:a16="http://schemas.microsoft.com/office/drawing/2014/main" id="{C7356956-CF99-4FD6-AA3A-D6E7DF6F5BF5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615415" y="2170386"/>
                  <a:ext cx="4932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7" name="Entrada de lápiz 116">
                  <a:extLst>
                    <a:ext uri="{FF2B5EF4-FFF2-40B4-BE49-F238E27FC236}">
                      <a16:creationId xmlns:a16="http://schemas.microsoft.com/office/drawing/2014/main" id="{1E07D578-AD54-4B21-B14D-65F54AB79315}"/>
                    </a:ext>
                  </a:extLst>
                </p14:cNvPr>
                <p14:cNvContentPartPr/>
                <p14:nvPr/>
              </p14:nvContentPartPr>
              <p14:xfrm>
                <a:off x="4612895" y="2075706"/>
                <a:ext cx="195120" cy="176760"/>
              </p14:xfrm>
            </p:contentPart>
          </mc:Choice>
          <mc:Fallback>
            <p:pic>
              <p:nvPicPr>
                <p:cNvPr id="117" name="Entrada de lápiz 116">
                  <a:extLst>
                    <a:ext uri="{FF2B5EF4-FFF2-40B4-BE49-F238E27FC236}">
                      <a16:creationId xmlns:a16="http://schemas.microsoft.com/office/drawing/2014/main" id="{1E07D578-AD54-4B21-B14D-65F54AB79315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603895" y="2067066"/>
                  <a:ext cx="21276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27" name="Entrada de lápiz 126">
                  <a:extLst>
                    <a:ext uri="{FF2B5EF4-FFF2-40B4-BE49-F238E27FC236}">
                      <a16:creationId xmlns:a16="http://schemas.microsoft.com/office/drawing/2014/main" id="{C4A2B96A-E237-47BE-9B43-FCCA1026E485}"/>
                    </a:ext>
                  </a:extLst>
                </p14:cNvPr>
                <p14:cNvContentPartPr/>
                <p14:nvPr/>
              </p14:nvContentPartPr>
              <p14:xfrm>
                <a:off x="4418135" y="1973466"/>
                <a:ext cx="82080" cy="578160"/>
              </p14:xfrm>
            </p:contentPart>
          </mc:Choice>
          <mc:Fallback>
            <p:pic>
              <p:nvPicPr>
                <p:cNvPr id="127" name="Entrada de lápiz 126">
                  <a:extLst>
                    <a:ext uri="{FF2B5EF4-FFF2-40B4-BE49-F238E27FC236}">
                      <a16:creationId xmlns:a16="http://schemas.microsoft.com/office/drawing/2014/main" id="{C4A2B96A-E237-47BE-9B43-FCCA1026E485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409135" y="1964826"/>
                  <a:ext cx="99720" cy="59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upo 138">
            <a:extLst>
              <a:ext uri="{FF2B5EF4-FFF2-40B4-BE49-F238E27FC236}">
                <a16:creationId xmlns:a16="http://schemas.microsoft.com/office/drawing/2014/main" id="{9030B656-5988-42D0-9B13-DDA83D98AA52}"/>
              </a:ext>
            </a:extLst>
          </p:cNvPr>
          <p:cNvGrpSpPr/>
          <p:nvPr/>
        </p:nvGrpSpPr>
        <p:grpSpPr>
          <a:xfrm>
            <a:off x="6212735" y="2011626"/>
            <a:ext cx="269640" cy="244080"/>
            <a:chOff x="6212735" y="2011626"/>
            <a:chExt cx="269640" cy="244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28" name="Entrada de lápiz 127">
                  <a:extLst>
                    <a:ext uri="{FF2B5EF4-FFF2-40B4-BE49-F238E27FC236}">
                      <a16:creationId xmlns:a16="http://schemas.microsoft.com/office/drawing/2014/main" id="{84CE1E45-AF23-440E-80B7-357D8D09B122}"/>
                    </a:ext>
                  </a:extLst>
                </p14:cNvPr>
                <p14:cNvContentPartPr/>
                <p14:nvPr/>
              </p14:nvContentPartPr>
              <p14:xfrm>
                <a:off x="6334415" y="2011626"/>
                <a:ext cx="4320" cy="244080"/>
              </p14:xfrm>
            </p:contentPart>
          </mc:Choice>
          <mc:Fallback>
            <p:pic>
              <p:nvPicPr>
                <p:cNvPr id="128" name="Entrada de lápiz 127">
                  <a:extLst>
                    <a:ext uri="{FF2B5EF4-FFF2-40B4-BE49-F238E27FC236}">
                      <a16:creationId xmlns:a16="http://schemas.microsoft.com/office/drawing/2014/main" id="{84CE1E45-AF23-440E-80B7-357D8D09B122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325775" y="2002986"/>
                  <a:ext cx="2196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29" name="Entrada de lápiz 128">
                  <a:extLst>
                    <a:ext uri="{FF2B5EF4-FFF2-40B4-BE49-F238E27FC236}">
                      <a16:creationId xmlns:a16="http://schemas.microsoft.com/office/drawing/2014/main" id="{4377AE6F-1B46-4FA9-9DF5-E69D79FC3B2E}"/>
                    </a:ext>
                  </a:extLst>
                </p14:cNvPr>
                <p14:cNvContentPartPr/>
                <p14:nvPr/>
              </p14:nvContentPartPr>
              <p14:xfrm>
                <a:off x="6212735" y="2133306"/>
                <a:ext cx="269640" cy="65880"/>
              </p14:xfrm>
            </p:contentPart>
          </mc:Choice>
          <mc:Fallback>
            <p:pic>
              <p:nvPicPr>
                <p:cNvPr id="129" name="Entrada de lápiz 128">
                  <a:extLst>
                    <a:ext uri="{FF2B5EF4-FFF2-40B4-BE49-F238E27FC236}">
                      <a16:creationId xmlns:a16="http://schemas.microsoft.com/office/drawing/2014/main" id="{4377AE6F-1B46-4FA9-9DF5-E69D79FC3B2E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204095" y="2124306"/>
                  <a:ext cx="287280" cy="8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upo 137">
            <a:extLst>
              <a:ext uri="{FF2B5EF4-FFF2-40B4-BE49-F238E27FC236}">
                <a16:creationId xmlns:a16="http://schemas.microsoft.com/office/drawing/2014/main" id="{B6F894DB-12EA-49B6-9B9B-01BEA58F01F5}"/>
              </a:ext>
            </a:extLst>
          </p:cNvPr>
          <p:cNvGrpSpPr/>
          <p:nvPr/>
        </p:nvGrpSpPr>
        <p:grpSpPr>
          <a:xfrm>
            <a:off x="6673895" y="1717146"/>
            <a:ext cx="1536840" cy="672480"/>
            <a:chOff x="6673895" y="1717146"/>
            <a:chExt cx="1536840" cy="672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30" name="Entrada de lápiz 129">
                  <a:extLst>
                    <a:ext uri="{FF2B5EF4-FFF2-40B4-BE49-F238E27FC236}">
                      <a16:creationId xmlns:a16="http://schemas.microsoft.com/office/drawing/2014/main" id="{4E9930AD-1820-4591-959C-F1C0500BEFD9}"/>
                    </a:ext>
                  </a:extLst>
                </p14:cNvPr>
                <p14:cNvContentPartPr/>
                <p14:nvPr/>
              </p14:nvContentPartPr>
              <p14:xfrm>
                <a:off x="6679295" y="2053386"/>
                <a:ext cx="80640" cy="210960"/>
              </p14:xfrm>
            </p:contentPart>
          </mc:Choice>
          <mc:Fallback>
            <p:pic>
              <p:nvPicPr>
                <p:cNvPr id="130" name="Entrada de lápiz 129">
                  <a:extLst>
                    <a:ext uri="{FF2B5EF4-FFF2-40B4-BE49-F238E27FC236}">
                      <a16:creationId xmlns:a16="http://schemas.microsoft.com/office/drawing/2014/main" id="{4E9930AD-1820-4591-959C-F1C0500BEFD9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670655" y="2044746"/>
                  <a:ext cx="9828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31" name="Entrada de lápiz 130">
                  <a:extLst>
                    <a:ext uri="{FF2B5EF4-FFF2-40B4-BE49-F238E27FC236}">
                      <a16:creationId xmlns:a16="http://schemas.microsoft.com/office/drawing/2014/main" id="{F1C5AA4F-DED4-4C88-8D63-4F22A1716477}"/>
                    </a:ext>
                  </a:extLst>
                </p14:cNvPr>
                <p14:cNvContentPartPr/>
                <p14:nvPr/>
              </p14:nvContentPartPr>
              <p14:xfrm>
                <a:off x="6673895" y="1966626"/>
                <a:ext cx="443160" cy="250200"/>
              </p14:xfrm>
            </p:contentPart>
          </mc:Choice>
          <mc:Fallback>
            <p:pic>
              <p:nvPicPr>
                <p:cNvPr id="131" name="Entrada de lápiz 130">
                  <a:extLst>
                    <a:ext uri="{FF2B5EF4-FFF2-40B4-BE49-F238E27FC236}">
                      <a16:creationId xmlns:a16="http://schemas.microsoft.com/office/drawing/2014/main" id="{F1C5AA4F-DED4-4C88-8D63-4F22A1716477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664895" y="1957986"/>
                  <a:ext cx="46080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32" name="Entrada de lápiz 131">
                  <a:extLst>
                    <a:ext uri="{FF2B5EF4-FFF2-40B4-BE49-F238E27FC236}">
                      <a16:creationId xmlns:a16="http://schemas.microsoft.com/office/drawing/2014/main" id="{24D341CC-8F32-4E14-A659-A36E2C235744}"/>
                    </a:ext>
                  </a:extLst>
                </p14:cNvPr>
                <p14:cNvContentPartPr/>
                <p14:nvPr/>
              </p14:nvContentPartPr>
              <p14:xfrm>
                <a:off x="7164935" y="1986426"/>
                <a:ext cx="188280" cy="232200"/>
              </p14:xfrm>
            </p:contentPart>
          </mc:Choice>
          <mc:Fallback>
            <p:pic>
              <p:nvPicPr>
                <p:cNvPr id="132" name="Entrada de lápiz 131">
                  <a:extLst>
                    <a:ext uri="{FF2B5EF4-FFF2-40B4-BE49-F238E27FC236}">
                      <a16:creationId xmlns:a16="http://schemas.microsoft.com/office/drawing/2014/main" id="{24D341CC-8F32-4E14-A659-A36E2C235744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155935" y="1977426"/>
                  <a:ext cx="20592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33" name="Entrada de lápiz 132">
                  <a:extLst>
                    <a:ext uri="{FF2B5EF4-FFF2-40B4-BE49-F238E27FC236}">
                      <a16:creationId xmlns:a16="http://schemas.microsoft.com/office/drawing/2014/main" id="{90F21B51-9942-4CC0-BF67-1F30CA1D4BD8}"/>
                    </a:ext>
                  </a:extLst>
                </p14:cNvPr>
                <p14:cNvContentPartPr/>
                <p14:nvPr/>
              </p14:nvContentPartPr>
              <p14:xfrm>
                <a:off x="7196975" y="1990386"/>
                <a:ext cx="396000" cy="221400"/>
              </p14:xfrm>
            </p:contentPart>
          </mc:Choice>
          <mc:Fallback>
            <p:pic>
              <p:nvPicPr>
                <p:cNvPr id="133" name="Entrada de lápiz 132">
                  <a:extLst>
                    <a:ext uri="{FF2B5EF4-FFF2-40B4-BE49-F238E27FC236}">
                      <a16:creationId xmlns:a16="http://schemas.microsoft.com/office/drawing/2014/main" id="{90F21B51-9942-4CC0-BF67-1F30CA1D4BD8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187975" y="1981746"/>
                  <a:ext cx="41364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34" name="Entrada de lápiz 133">
                  <a:extLst>
                    <a:ext uri="{FF2B5EF4-FFF2-40B4-BE49-F238E27FC236}">
                      <a16:creationId xmlns:a16="http://schemas.microsoft.com/office/drawing/2014/main" id="{C1A97A68-9176-402A-ADBE-C64E3EA97DA3}"/>
                    </a:ext>
                  </a:extLst>
                </p14:cNvPr>
                <p14:cNvContentPartPr/>
                <p14:nvPr/>
              </p14:nvContentPartPr>
              <p14:xfrm>
                <a:off x="7506575" y="2118906"/>
                <a:ext cx="138240" cy="23400"/>
              </p14:xfrm>
            </p:contentPart>
          </mc:Choice>
          <mc:Fallback>
            <p:pic>
              <p:nvPicPr>
                <p:cNvPr id="134" name="Entrada de lápiz 133">
                  <a:extLst>
                    <a:ext uri="{FF2B5EF4-FFF2-40B4-BE49-F238E27FC236}">
                      <a16:creationId xmlns:a16="http://schemas.microsoft.com/office/drawing/2014/main" id="{C1A97A68-9176-402A-ADBE-C64E3EA97DA3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497935" y="2109906"/>
                  <a:ext cx="15588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35" name="Entrada de lápiz 134">
                  <a:extLst>
                    <a:ext uri="{FF2B5EF4-FFF2-40B4-BE49-F238E27FC236}">
                      <a16:creationId xmlns:a16="http://schemas.microsoft.com/office/drawing/2014/main" id="{4959F600-40F5-4651-8317-58D3CC1D79EA}"/>
                    </a:ext>
                  </a:extLst>
                </p14:cNvPr>
                <p14:cNvContentPartPr/>
                <p14:nvPr/>
              </p14:nvContentPartPr>
              <p14:xfrm>
                <a:off x="7724375" y="1948266"/>
                <a:ext cx="150120" cy="222120"/>
              </p14:xfrm>
            </p:contentPart>
          </mc:Choice>
          <mc:Fallback>
            <p:pic>
              <p:nvPicPr>
                <p:cNvPr id="135" name="Entrada de lápiz 134">
                  <a:extLst>
                    <a:ext uri="{FF2B5EF4-FFF2-40B4-BE49-F238E27FC236}">
                      <a16:creationId xmlns:a16="http://schemas.microsoft.com/office/drawing/2014/main" id="{4959F600-40F5-4651-8317-58D3CC1D79EA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715735" y="1939266"/>
                  <a:ext cx="16776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36" name="Entrada de lápiz 135">
                  <a:extLst>
                    <a:ext uri="{FF2B5EF4-FFF2-40B4-BE49-F238E27FC236}">
                      <a16:creationId xmlns:a16="http://schemas.microsoft.com/office/drawing/2014/main" id="{2D58D34C-53BF-4178-AA90-9B2F23CC82EB}"/>
                    </a:ext>
                  </a:extLst>
                </p14:cNvPr>
                <p14:cNvContentPartPr/>
                <p14:nvPr/>
              </p14:nvContentPartPr>
              <p14:xfrm>
                <a:off x="7928855" y="1873386"/>
                <a:ext cx="59040" cy="312120"/>
              </p14:xfrm>
            </p:contentPart>
          </mc:Choice>
          <mc:Fallback>
            <p:pic>
              <p:nvPicPr>
                <p:cNvPr id="136" name="Entrada de lápiz 135">
                  <a:extLst>
                    <a:ext uri="{FF2B5EF4-FFF2-40B4-BE49-F238E27FC236}">
                      <a16:creationId xmlns:a16="http://schemas.microsoft.com/office/drawing/2014/main" id="{2D58D34C-53BF-4178-AA90-9B2F23CC82EB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920215" y="1864386"/>
                  <a:ext cx="7668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37" name="Entrada de lápiz 136">
                  <a:extLst>
                    <a:ext uri="{FF2B5EF4-FFF2-40B4-BE49-F238E27FC236}">
                      <a16:creationId xmlns:a16="http://schemas.microsoft.com/office/drawing/2014/main" id="{256777C7-D202-4D01-A48B-180F189FA981}"/>
                    </a:ext>
                  </a:extLst>
                </p14:cNvPr>
                <p14:cNvContentPartPr/>
                <p14:nvPr/>
              </p14:nvContentPartPr>
              <p14:xfrm>
                <a:off x="7958375" y="1717146"/>
                <a:ext cx="252360" cy="672480"/>
              </p14:xfrm>
            </p:contentPart>
          </mc:Choice>
          <mc:Fallback>
            <p:pic>
              <p:nvPicPr>
                <p:cNvPr id="137" name="Entrada de lápiz 136">
                  <a:extLst>
                    <a:ext uri="{FF2B5EF4-FFF2-40B4-BE49-F238E27FC236}">
                      <a16:creationId xmlns:a16="http://schemas.microsoft.com/office/drawing/2014/main" id="{256777C7-D202-4D01-A48B-180F189FA981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7949375" y="1708146"/>
                  <a:ext cx="270000" cy="690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4" name="Grupo 143">
            <a:extLst>
              <a:ext uri="{FF2B5EF4-FFF2-40B4-BE49-F238E27FC236}">
                <a16:creationId xmlns:a16="http://schemas.microsoft.com/office/drawing/2014/main" id="{A99D66C1-853A-4723-9234-32063C28C83B}"/>
              </a:ext>
            </a:extLst>
          </p:cNvPr>
          <p:cNvGrpSpPr/>
          <p:nvPr/>
        </p:nvGrpSpPr>
        <p:grpSpPr>
          <a:xfrm>
            <a:off x="3362255" y="2895426"/>
            <a:ext cx="201600" cy="101160"/>
            <a:chOff x="3362255" y="2895426"/>
            <a:chExt cx="201600" cy="10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41" name="Entrada de lápiz 140">
                  <a:extLst>
                    <a:ext uri="{FF2B5EF4-FFF2-40B4-BE49-F238E27FC236}">
                      <a16:creationId xmlns:a16="http://schemas.microsoft.com/office/drawing/2014/main" id="{94901D96-2560-49CC-8AB0-8E8FBE3BD2C6}"/>
                    </a:ext>
                  </a:extLst>
                </p14:cNvPr>
                <p14:cNvContentPartPr/>
                <p14:nvPr/>
              </p14:nvContentPartPr>
              <p14:xfrm>
                <a:off x="3362255" y="2895426"/>
                <a:ext cx="113760" cy="14760"/>
              </p14:xfrm>
            </p:contentPart>
          </mc:Choice>
          <mc:Fallback>
            <p:pic>
              <p:nvPicPr>
                <p:cNvPr id="141" name="Entrada de lápiz 140">
                  <a:extLst>
                    <a:ext uri="{FF2B5EF4-FFF2-40B4-BE49-F238E27FC236}">
                      <a16:creationId xmlns:a16="http://schemas.microsoft.com/office/drawing/2014/main" id="{94901D96-2560-49CC-8AB0-8E8FBE3BD2C6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353615" y="2886426"/>
                  <a:ext cx="13140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42" name="Entrada de lápiz 141">
                  <a:extLst>
                    <a:ext uri="{FF2B5EF4-FFF2-40B4-BE49-F238E27FC236}">
                      <a16:creationId xmlns:a16="http://schemas.microsoft.com/office/drawing/2014/main" id="{AEDC0769-D71A-4F20-8D92-BC5E5E32FDDB}"/>
                    </a:ext>
                  </a:extLst>
                </p14:cNvPr>
                <p14:cNvContentPartPr/>
                <p14:nvPr/>
              </p14:nvContentPartPr>
              <p14:xfrm>
                <a:off x="3407615" y="2971746"/>
                <a:ext cx="156240" cy="24840"/>
              </p14:xfrm>
            </p:contentPart>
          </mc:Choice>
          <mc:Fallback>
            <p:pic>
              <p:nvPicPr>
                <p:cNvPr id="142" name="Entrada de lápiz 141">
                  <a:extLst>
                    <a:ext uri="{FF2B5EF4-FFF2-40B4-BE49-F238E27FC236}">
                      <a16:creationId xmlns:a16="http://schemas.microsoft.com/office/drawing/2014/main" id="{AEDC0769-D71A-4F20-8D92-BC5E5E32FDDB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398975" y="2963106"/>
                  <a:ext cx="173880" cy="42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4">
            <p14:nvContentPartPr>
              <p14:cNvPr id="143" name="Entrada de lápiz 142">
                <a:extLst>
                  <a:ext uri="{FF2B5EF4-FFF2-40B4-BE49-F238E27FC236}">
                    <a16:creationId xmlns:a16="http://schemas.microsoft.com/office/drawing/2014/main" id="{D665B5D6-C32C-4ECC-A965-45FCC9EEF4C5}"/>
                  </a:ext>
                </a:extLst>
              </p14:cNvPr>
              <p14:cNvContentPartPr/>
              <p14:nvPr/>
            </p14:nvContentPartPr>
            <p14:xfrm>
              <a:off x="3800735" y="2797506"/>
              <a:ext cx="387720" cy="266400"/>
            </p14:xfrm>
          </p:contentPart>
        </mc:Choice>
        <mc:Fallback>
          <p:pic>
            <p:nvPicPr>
              <p:cNvPr id="143" name="Entrada de lápiz 142">
                <a:extLst>
                  <a:ext uri="{FF2B5EF4-FFF2-40B4-BE49-F238E27FC236}">
                    <a16:creationId xmlns:a16="http://schemas.microsoft.com/office/drawing/2014/main" id="{D665B5D6-C32C-4ECC-A965-45FCC9EEF4C5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3791735" y="2788506"/>
                <a:ext cx="405360" cy="28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6">
            <p14:nvContentPartPr>
              <p14:cNvPr id="145" name="Entrada de lápiz 144">
                <a:extLst>
                  <a:ext uri="{FF2B5EF4-FFF2-40B4-BE49-F238E27FC236}">
                    <a16:creationId xmlns:a16="http://schemas.microsoft.com/office/drawing/2014/main" id="{6C8FAFD0-6AF3-4196-82D1-2AF943B75511}"/>
                  </a:ext>
                </a:extLst>
              </p14:cNvPr>
              <p14:cNvContentPartPr/>
              <p14:nvPr/>
            </p14:nvContentPartPr>
            <p14:xfrm>
              <a:off x="4653575" y="2743146"/>
              <a:ext cx="67320" cy="756000"/>
            </p14:xfrm>
          </p:contentPart>
        </mc:Choice>
        <mc:Fallback>
          <p:pic>
            <p:nvPicPr>
              <p:cNvPr id="145" name="Entrada de lápiz 144">
                <a:extLst>
                  <a:ext uri="{FF2B5EF4-FFF2-40B4-BE49-F238E27FC236}">
                    <a16:creationId xmlns:a16="http://schemas.microsoft.com/office/drawing/2014/main" id="{6C8FAFD0-6AF3-4196-82D1-2AF943B75511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4644935" y="2734506"/>
                <a:ext cx="84960" cy="773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68" name="Grupo 167">
            <a:extLst>
              <a:ext uri="{FF2B5EF4-FFF2-40B4-BE49-F238E27FC236}">
                <a16:creationId xmlns:a16="http://schemas.microsoft.com/office/drawing/2014/main" id="{9EA4C09D-CECE-40FD-AC0D-210B8F6E3846}"/>
              </a:ext>
            </a:extLst>
          </p:cNvPr>
          <p:cNvGrpSpPr/>
          <p:nvPr/>
        </p:nvGrpSpPr>
        <p:grpSpPr>
          <a:xfrm>
            <a:off x="4897295" y="2566746"/>
            <a:ext cx="2940480" cy="864720"/>
            <a:chOff x="4897295" y="2566746"/>
            <a:chExt cx="2940480" cy="864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46" name="Entrada de lápiz 145">
                  <a:extLst>
                    <a:ext uri="{FF2B5EF4-FFF2-40B4-BE49-F238E27FC236}">
                      <a16:creationId xmlns:a16="http://schemas.microsoft.com/office/drawing/2014/main" id="{D77E6EE7-A658-40DA-A56B-26548DB61629}"/>
                    </a:ext>
                  </a:extLst>
                </p14:cNvPr>
                <p14:cNvContentPartPr/>
                <p14:nvPr/>
              </p14:nvContentPartPr>
              <p14:xfrm>
                <a:off x="4897295" y="2779506"/>
                <a:ext cx="145800" cy="161280"/>
              </p14:xfrm>
            </p:contentPart>
          </mc:Choice>
          <mc:Fallback>
            <p:pic>
              <p:nvPicPr>
                <p:cNvPr id="146" name="Entrada de lápiz 145">
                  <a:extLst>
                    <a:ext uri="{FF2B5EF4-FFF2-40B4-BE49-F238E27FC236}">
                      <a16:creationId xmlns:a16="http://schemas.microsoft.com/office/drawing/2014/main" id="{D77E6EE7-A658-40DA-A56B-26548DB61629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888295" y="2770506"/>
                  <a:ext cx="16344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47" name="Entrada de lápiz 146">
                  <a:extLst>
                    <a:ext uri="{FF2B5EF4-FFF2-40B4-BE49-F238E27FC236}">
                      <a16:creationId xmlns:a16="http://schemas.microsoft.com/office/drawing/2014/main" id="{EDCA65ED-6105-4F60-93A4-6312794028E2}"/>
                    </a:ext>
                  </a:extLst>
                </p14:cNvPr>
                <p14:cNvContentPartPr/>
                <p14:nvPr/>
              </p14:nvContentPartPr>
              <p14:xfrm>
                <a:off x="5063255" y="2785626"/>
                <a:ext cx="133560" cy="118080"/>
              </p14:xfrm>
            </p:contentPart>
          </mc:Choice>
          <mc:Fallback>
            <p:pic>
              <p:nvPicPr>
                <p:cNvPr id="147" name="Entrada de lápiz 146">
                  <a:extLst>
                    <a:ext uri="{FF2B5EF4-FFF2-40B4-BE49-F238E27FC236}">
                      <a16:creationId xmlns:a16="http://schemas.microsoft.com/office/drawing/2014/main" id="{EDCA65ED-6105-4F60-93A4-6312794028E2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054615" y="2776626"/>
                  <a:ext cx="1512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48" name="Entrada de lápiz 147">
                  <a:extLst>
                    <a:ext uri="{FF2B5EF4-FFF2-40B4-BE49-F238E27FC236}">
                      <a16:creationId xmlns:a16="http://schemas.microsoft.com/office/drawing/2014/main" id="{53E29752-85C3-4C3D-A6B2-12FFD1F61F1F}"/>
                    </a:ext>
                  </a:extLst>
                </p14:cNvPr>
                <p14:cNvContentPartPr/>
                <p14:nvPr/>
              </p14:nvContentPartPr>
              <p14:xfrm>
                <a:off x="4975775" y="3167226"/>
                <a:ext cx="99360" cy="165960"/>
              </p14:xfrm>
            </p:contentPart>
          </mc:Choice>
          <mc:Fallback>
            <p:pic>
              <p:nvPicPr>
                <p:cNvPr id="148" name="Entrada de lápiz 147">
                  <a:extLst>
                    <a:ext uri="{FF2B5EF4-FFF2-40B4-BE49-F238E27FC236}">
                      <a16:creationId xmlns:a16="http://schemas.microsoft.com/office/drawing/2014/main" id="{53E29752-85C3-4C3D-A6B2-12FFD1F61F1F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4966775" y="3158586"/>
                  <a:ext cx="11700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49" name="Entrada de lápiz 148">
                  <a:extLst>
                    <a:ext uri="{FF2B5EF4-FFF2-40B4-BE49-F238E27FC236}">
                      <a16:creationId xmlns:a16="http://schemas.microsoft.com/office/drawing/2014/main" id="{2610EDA2-93D8-4A02-88A2-D24FB49DF668}"/>
                    </a:ext>
                  </a:extLst>
                </p14:cNvPr>
                <p14:cNvContentPartPr/>
                <p14:nvPr/>
              </p14:nvContentPartPr>
              <p14:xfrm>
                <a:off x="5335415" y="2704266"/>
                <a:ext cx="112680" cy="727200"/>
              </p14:xfrm>
            </p:contentPart>
          </mc:Choice>
          <mc:Fallback>
            <p:pic>
              <p:nvPicPr>
                <p:cNvPr id="149" name="Entrada de lápiz 148">
                  <a:extLst>
                    <a:ext uri="{FF2B5EF4-FFF2-40B4-BE49-F238E27FC236}">
                      <a16:creationId xmlns:a16="http://schemas.microsoft.com/office/drawing/2014/main" id="{2610EDA2-93D8-4A02-88A2-D24FB49DF668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326415" y="2695266"/>
                  <a:ext cx="130320" cy="74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50" name="Entrada de lápiz 149">
                  <a:extLst>
                    <a:ext uri="{FF2B5EF4-FFF2-40B4-BE49-F238E27FC236}">
                      <a16:creationId xmlns:a16="http://schemas.microsoft.com/office/drawing/2014/main" id="{945BE726-30DB-4B68-9563-319A553D6F57}"/>
                    </a:ext>
                  </a:extLst>
                </p14:cNvPr>
                <p14:cNvContentPartPr/>
                <p14:nvPr/>
              </p14:nvContentPartPr>
              <p14:xfrm>
                <a:off x="5593175" y="2844306"/>
                <a:ext cx="114480" cy="255960"/>
              </p14:xfrm>
            </p:contentPart>
          </mc:Choice>
          <mc:Fallback>
            <p:pic>
              <p:nvPicPr>
                <p:cNvPr id="150" name="Entrada de lápiz 149">
                  <a:extLst>
                    <a:ext uri="{FF2B5EF4-FFF2-40B4-BE49-F238E27FC236}">
                      <a16:creationId xmlns:a16="http://schemas.microsoft.com/office/drawing/2014/main" id="{945BE726-30DB-4B68-9563-319A553D6F57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5584535" y="2835666"/>
                  <a:ext cx="13212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51" name="Entrada de lápiz 150">
                  <a:extLst>
                    <a:ext uri="{FF2B5EF4-FFF2-40B4-BE49-F238E27FC236}">
                      <a16:creationId xmlns:a16="http://schemas.microsoft.com/office/drawing/2014/main" id="{F90AE945-25A1-4720-A977-983C0EBB5C1B}"/>
                    </a:ext>
                  </a:extLst>
                </p14:cNvPr>
                <p14:cNvContentPartPr/>
                <p14:nvPr/>
              </p14:nvContentPartPr>
              <p14:xfrm>
                <a:off x="5751935" y="2906586"/>
                <a:ext cx="94680" cy="150840"/>
              </p14:xfrm>
            </p:contentPart>
          </mc:Choice>
          <mc:Fallback>
            <p:pic>
              <p:nvPicPr>
                <p:cNvPr id="151" name="Entrada de lápiz 150">
                  <a:extLst>
                    <a:ext uri="{FF2B5EF4-FFF2-40B4-BE49-F238E27FC236}">
                      <a16:creationId xmlns:a16="http://schemas.microsoft.com/office/drawing/2014/main" id="{F90AE945-25A1-4720-A977-983C0EBB5C1B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5742935" y="2897586"/>
                  <a:ext cx="11232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52" name="Entrada de lápiz 151">
                  <a:extLst>
                    <a:ext uri="{FF2B5EF4-FFF2-40B4-BE49-F238E27FC236}">
                      <a16:creationId xmlns:a16="http://schemas.microsoft.com/office/drawing/2014/main" id="{E5FDA0F2-2FFC-4EEA-B85E-03C3FE6E91E1}"/>
                    </a:ext>
                  </a:extLst>
                </p14:cNvPr>
                <p14:cNvContentPartPr/>
                <p14:nvPr/>
              </p14:nvContentPartPr>
              <p14:xfrm>
                <a:off x="5892695" y="3032946"/>
                <a:ext cx="9720" cy="113400"/>
              </p14:xfrm>
            </p:contentPart>
          </mc:Choice>
          <mc:Fallback>
            <p:pic>
              <p:nvPicPr>
                <p:cNvPr id="152" name="Entrada de lápiz 151">
                  <a:extLst>
                    <a:ext uri="{FF2B5EF4-FFF2-40B4-BE49-F238E27FC236}">
                      <a16:creationId xmlns:a16="http://schemas.microsoft.com/office/drawing/2014/main" id="{E5FDA0F2-2FFC-4EEA-B85E-03C3FE6E91E1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5883695" y="3024306"/>
                  <a:ext cx="2736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53" name="Entrada de lápiz 152">
                  <a:extLst>
                    <a:ext uri="{FF2B5EF4-FFF2-40B4-BE49-F238E27FC236}">
                      <a16:creationId xmlns:a16="http://schemas.microsoft.com/office/drawing/2014/main" id="{83B213C4-A09C-4396-9F3D-04669552045C}"/>
                    </a:ext>
                  </a:extLst>
                </p14:cNvPr>
                <p14:cNvContentPartPr/>
                <p14:nvPr/>
              </p14:nvContentPartPr>
              <p14:xfrm>
                <a:off x="6031295" y="2889306"/>
                <a:ext cx="121320" cy="168120"/>
              </p14:xfrm>
            </p:contentPart>
          </mc:Choice>
          <mc:Fallback>
            <p:pic>
              <p:nvPicPr>
                <p:cNvPr id="153" name="Entrada de lápiz 152">
                  <a:extLst>
                    <a:ext uri="{FF2B5EF4-FFF2-40B4-BE49-F238E27FC236}">
                      <a16:creationId xmlns:a16="http://schemas.microsoft.com/office/drawing/2014/main" id="{83B213C4-A09C-4396-9F3D-04669552045C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6022655" y="2880666"/>
                  <a:ext cx="13896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54" name="Entrada de lápiz 153">
                  <a:extLst>
                    <a:ext uri="{FF2B5EF4-FFF2-40B4-BE49-F238E27FC236}">
                      <a16:creationId xmlns:a16="http://schemas.microsoft.com/office/drawing/2014/main" id="{E945BB70-A7BF-4D55-A759-3F0485DF4DB9}"/>
                    </a:ext>
                  </a:extLst>
                </p14:cNvPr>
                <p14:cNvContentPartPr/>
                <p14:nvPr/>
              </p14:nvContentPartPr>
              <p14:xfrm>
                <a:off x="6189335" y="2895426"/>
                <a:ext cx="96840" cy="164520"/>
              </p14:xfrm>
            </p:contentPart>
          </mc:Choice>
          <mc:Fallback>
            <p:pic>
              <p:nvPicPr>
                <p:cNvPr id="154" name="Entrada de lápiz 153">
                  <a:extLst>
                    <a:ext uri="{FF2B5EF4-FFF2-40B4-BE49-F238E27FC236}">
                      <a16:creationId xmlns:a16="http://schemas.microsoft.com/office/drawing/2014/main" id="{E945BB70-A7BF-4D55-A759-3F0485DF4DB9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6180335" y="2886426"/>
                  <a:ext cx="11448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55" name="Entrada de lápiz 154">
                  <a:extLst>
                    <a:ext uri="{FF2B5EF4-FFF2-40B4-BE49-F238E27FC236}">
                      <a16:creationId xmlns:a16="http://schemas.microsoft.com/office/drawing/2014/main" id="{6C5814EA-1AD9-4AC1-90F1-8F85944C6FC6}"/>
                    </a:ext>
                  </a:extLst>
                </p14:cNvPr>
                <p14:cNvContentPartPr/>
                <p14:nvPr/>
              </p14:nvContentPartPr>
              <p14:xfrm>
                <a:off x="6407495" y="2774826"/>
                <a:ext cx="77040" cy="307800"/>
              </p14:xfrm>
            </p:contentPart>
          </mc:Choice>
          <mc:Fallback>
            <p:pic>
              <p:nvPicPr>
                <p:cNvPr id="155" name="Entrada de lápiz 154">
                  <a:extLst>
                    <a:ext uri="{FF2B5EF4-FFF2-40B4-BE49-F238E27FC236}">
                      <a16:creationId xmlns:a16="http://schemas.microsoft.com/office/drawing/2014/main" id="{6C5814EA-1AD9-4AC1-90F1-8F85944C6FC6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6398495" y="2765826"/>
                  <a:ext cx="9468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57" name="Entrada de lápiz 156">
                  <a:extLst>
                    <a:ext uri="{FF2B5EF4-FFF2-40B4-BE49-F238E27FC236}">
                      <a16:creationId xmlns:a16="http://schemas.microsoft.com/office/drawing/2014/main" id="{58AB80C3-FC42-4CED-B9A5-7B1390B10AD2}"/>
                    </a:ext>
                  </a:extLst>
                </p14:cNvPr>
                <p14:cNvContentPartPr/>
                <p14:nvPr/>
              </p14:nvContentPartPr>
              <p14:xfrm>
                <a:off x="6521615" y="2618226"/>
                <a:ext cx="2160" cy="360"/>
              </p14:xfrm>
            </p:contentPart>
          </mc:Choice>
          <mc:Fallback>
            <p:pic>
              <p:nvPicPr>
                <p:cNvPr id="157" name="Entrada de lápiz 156">
                  <a:extLst>
                    <a:ext uri="{FF2B5EF4-FFF2-40B4-BE49-F238E27FC236}">
                      <a16:creationId xmlns:a16="http://schemas.microsoft.com/office/drawing/2014/main" id="{58AB80C3-FC42-4CED-B9A5-7B1390B10AD2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6512975" y="2609586"/>
                  <a:ext cx="198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58" name="Entrada de lápiz 157">
                  <a:extLst>
                    <a:ext uri="{FF2B5EF4-FFF2-40B4-BE49-F238E27FC236}">
                      <a16:creationId xmlns:a16="http://schemas.microsoft.com/office/drawing/2014/main" id="{4CE65E83-9A9A-4C85-9A9C-0E4F91E1831D}"/>
                    </a:ext>
                  </a:extLst>
                </p14:cNvPr>
                <p14:cNvContentPartPr/>
                <p14:nvPr/>
              </p14:nvContentPartPr>
              <p14:xfrm>
                <a:off x="6523415" y="2618226"/>
                <a:ext cx="360" cy="360"/>
              </p14:xfrm>
            </p:contentPart>
          </mc:Choice>
          <mc:Fallback>
            <p:pic>
              <p:nvPicPr>
                <p:cNvPr id="158" name="Entrada de lápiz 157">
                  <a:extLst>
                    <a:ext uri="{FF2B5EF4-FFF2-40B4-BE49-F238E27FC236}">
                      <a16:creationId xmlns:a16="http://schemas.microsoft.com/office/drawing/2014/main" id="{4CE65E83-9A9A-4C85-9A9C-0E4F91E1831D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6514775" y="260958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59" name="Entrada de lápiz 158">
                  <a:extLst>
                    <a:ext uri="{FF2B5EF4-FFF2-40B4-BE49-F238E27FC236}">
                      <a16:creationId xmlns:a16="http://schemas.microsoft.com/office/drawing/2014/main" id="{D65899D9-CC51-4CD7-BF3A-66131487C3AE}"/>
                    </a:ext>
                  </a:extLst>
                </p14:cNvPr>
                <p14:cNvContentPartPr/>
                <p14:nvPr/>
              </p14:nvContentPartPr>
              <p14:xfrm>
                <a:off x="6486695" y="2607066"/>
                <a:ext cx="85320" cy="104400"/>
              </p14:xfrm>
            </p:contentPart>
          </mc:Choice>
          <mc:Fallback>
            <p:pic>
              <p:nvPicPr>
                <p:cNvPr id="159" name="Entrada de lápiz 158">
                  <a:extLst>
                    <a:ext uri="{FF2B5EF4-FFF2-40B4-BE49-F238E27FC236}">
                      <a16:creationId xmlns:a16="http://schemas.microsoft.com/office/drawing/2014/main" id="{D65899D9-CC51-4CD7-BF3A-66131487C3AE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6477695" y="2598066"/>
                  <a:ext cx="10296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60" name="Entrada de lápiz 159">
                  <a:extLst>
                    <a:ext uri="{FF2B5EF4-FFF2-40B4-BE49-F238E27FC236}">
                      <a16:creationId xmlns:a16="http://schemas.microsoft.com/office/drawing/2014/main" id="{3596384F-A008-42DE-97D0-B4DDE541711E}"/>
                    </a:ext>
                  </a:extLst>
                </p14:cNvPr>
                <p14:cNvContentPartPr/>
                <p14:nvPr/>
              </p14:nvContentPartPr>
              <p14:xfrm>
                <a:off x="6682175" y="2724426"/>
                <a:ext cx="95760" cy="307800"/>
              </p14:xfrm>
            </p:contentPart>
          </mc:Choice>
          <mc:Fallback>
            <p:pic>
              <p:nvPicPr>
                <p:cNvPr id="160" name="Entrada de lápiz 159">
                  <a:extLst>
                    <a:ext uri="{FF2B5EF4-FFF2-40B4-BE49-F238E27FC236}">
                      <a16:creationId xmlns:a16="http://schemas.microsoft.com/office/drawing/2014/main" id="{3596384F-A008-42DE-97D0-B4DDE541711E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6673535" y="2715786"/>
                  <a:ext cx="11340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61" name="Entrada de lápiz 160">
                  <a:extLst>
                    <a:ext uri="{FF2B5EF4-FFF2-40B4-BE49-F238E27FC236}">
                      <a16:creationId xmlns:a16="http://schemas.microsoft.com/office/drawing/2014/main" id="{A07D6491-ABB2-4044-BAD5-0AFC635094C0}"/>
                    </a:ext>
                  </a:extLst>
                </p14:cNvPr>
                <p14:cNvContentPartPr/>
                <p14:nvPr/>
              </p14:nvContentPartPr>
              <p14:xfrm>
                <a:off x="6878375" y="2822346"/>
                <a:ext cx="113400" cy="151560"/>
              </p14:xfrm>
            </p:contentPart>
          </mc:Choice>
          <mc:Fallback>
            <p:pic>
              <p:nvPicPr>
                <p:cNvPr id="161" name="Entrada de lápiz 160">
                  <a:extLst>
                    <a:ext uri="{FF2B5EF4-FFF2-40B4-BE49-F238E27FC236}">
                      <a16:creationId xmlns:a16="http://schemas.microsoft.com/office/drawing/2014/main" id="{A07D6491-ABB2-4044-BAD5-0AFC635094C0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6869375" y="2813346"/>
                  <a:ext cx="13104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62" name="Entrada de lápiz 161">
                  <a:extLst>
                    <a:ext uri="{FF2B5EF4-FFF2-40B4-BE49-F238E27FC236}">
                      <a16:creationId xmlns:a16="http://schemas.microsoft.com/office/drawing/2014/main" id="{262737BC-7195-469B-AB2E-6B9EC2A13EF4}"/>
                    </a:ext>
                  </a:extLst>
                </p14:cNvPr>
                <p14:cNvContentPartPr/>
                <p14:nvPr/>
              </p14:nvContentPartPr>
              <p14:xfrm>
                <a:off x="7011935" y="2988666"/>
                <a:ext cx="38160" cy="105840"/>
              </p14:xfrm>
            </p:contentPart>
          </mc:Choice>
          <mc:Fallback>
            <p:pic>
              <p:nvPicPr>
                <p:cNvPr id="162" name="Entrada de lápiz 161">
                  <a:extLst>
                    <a:ext uri="{FF2B5EF4-FFF2-40B4-BE49-F238E27FC236}">
                      <a16:creationId xmlns:a16="http://schemas.microsoft.com/office/drawing/2014/main" id="{262737BC-7195-469B-AB2E-6B9EC2A13EF4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7002935" y="2980026"/>
                  <a:ext cx="5580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63" name="Entrada de lápiz 162">
                  <a:extLst>
                    <a:ext uri="{FF2B5EF4-FFF2-40B4-BE49-F238E27FC236}">
                      <a16:creationId xmlns:a16="http://schemas.microsoft.com/office/drawing/2014/main" id="{73309C7C-DE68-4EDB-9495-CA7552BE94E6}"/>
                    </a:ext>
                  </a:extLst>
                </p14:cNvPr>
                <p14:cNvContentPartPr/>
                <p14:nvPr/>
              </p14:nvContentPartPr>
              <p14:xfrm>
                <a:off x="7118495" y="2856546"/>
                <a:ext cx="117360" cy="162000"/>
              </p14:xfrm>
            </p:contentPart>
          </mc:Choice>
          <mc:Fallback>
            <p:pic>
              <p:nvPicPr>
                <p:cNvPr id="163" name="Entrada de lápiz 162">
                  <a:extLst>
                    <a:ext uri="{FF2B5EF4-FFF2-40B4-BE49-F238E27FC236}">
                      <a16:creationId xmlns:a16="http://schemas.microsoft.com/office/drawing/2014/main" id="{73309C7C-DE68-4EDB-9495-CA7552BE94E6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7109855" y="2847546"/>
                  <a:ext cx="13500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64" name="Entrada de lápiz 163">
                  <a:extLst>
                    <a:ext uri="{FF2B5EF4-FFF2-40B4-BE49-F238E27FC236}">
                      <a16:creationId xmlns:a16="http://schemas.microsoft.com/office/drawing/2014/main" id="{D7951651-F343-4729-8378-942899C73350}"/>
                    </a:ext>
                  </a:extLst>
                </p14:cNvPr>
                <p14:cNvContentPartPr/>
                <p14:nvPr/>
              </p14:nvContentPartPr>
              <p14:xfrm>
                <a:off x="7298135" y="2809026"/>
                <a:ext cx="91080" cy="166320"/>
              </p14:xfrm>
            </p:contentPart>
          </mc:Choice>
          <mc:Fallback>
            <p:pic>
              <p:nvPicPr>
                <p:cNvPr id="164" name="Entrada de lápiz 163">
                  <a:extLst>
                    <a:ext uri="{FF2B5EF4-FFF2-40B4-BE49-F238E27FC236}">
                      <a16:creationId xmlns:a16="http://schemas.microsoft.com/office/drawing/2014/main" id="{D7951651-F343-4729-8378-942899C73350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7289135" y="2800026"/>
                  <a:ext cx="10872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65" name="Entrada de lápiz 164">
                  <a:extLst>
                    <a:ext uri="{FF2B5EF4-FFF2-40B4-BE49-F238E27FC236}">
                      <a16:creationId xmlns:a16="http://schemas.microsoft.com/office/drawing/2014/main" id="{CBB68A13-242D-498C-A5E5-E9982D0F947F}"/>
                    </a:ext>
                  </a:extLst>
                </p14:cNvPr>
                <p14:cNvContentPartPr/>
                <p14:nvPr/>
              </p14:nvContentPartPr>
              <p14:xfrm>
                <a:off x="7506575" y="2690586"/>
                <a:ext cx="46800" cy="292680"/>
              </p14:xfrm>
            </p:contentPart>
          </mc:Choice>
          <mc:Fallback>
            <p:pic>
              <p:nvPicPr>
                <p:cNvPr id="165" name="Entrada de lápiz 164">
                  <a:extLst>
                    <a:ext uri="{FF2B5EF4-FFF2-40B4-BE49-F238E27FC236}">
                      <a16:creationId xmlns:a16="http://schemas.microsoft.com/office/drawing/2014/main" id="{CBB68A13-242D-498C-A5E5-E9982D0F947F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7497935" y="2681946"/>
                  <a:ext cx="6444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66" name="Entrada de lápiz 165">
                  <a:extLst>
                    <a:ext uri="{FF2B5EF4-FFF2-40B4-BE49-F238E27FC236}">
                      <a16:creationId xmlns:a16="http://schemas.microsoft.com/office/drawing/2014/main" id="{541BC3D4-6C50-4644-9AB7-4F093934B4A9}"/>
                    </a:ext>
                  </a:extLst>
                </p14:cNvPr>
                <p14:cNvContentPartPr/>
                <p14:nvPr/>
              </p14:nvContentPartPr>
              <p14:xfrm>
                <a:off x="7601255" y="2579346"/>
                <a:ext cx="117360" cy="146520"/>
              </p14:xfrm>
            </p:contentPart>
          </mc:Choice>
          <mc:Fallback>
            <p:pic>
              <p:nvPicPr>
                <p:cNvPr id="166" name="Entrada de lápiz 165">
                  <a:extLst>
                    <a:ext uri="{FF2B5EF4-FFF2-40B4-BE49-F238E27FC236}">
                      <a16:creationId xmlns:a16="http://schemas.microsoft.com/office/drawing/2014/main" id="{541BC3D4-6C50-4644-9AB7-4F093934B4A9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7592615" y="2570346"/>
                  <a:ext cx="13500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67" name="Entrada de lápiz 166">
                  <a:extLst>
                    <a:ext uri="{FF2B5EF4-FFF2-40B4-BE49-F238E27FC236}">
                      <a16:creationId xmlns:a16="http://schemas.microsoft.com/office/drawing/2014/main" id="{5876DEF7-948C-4337-B5B2-F4D6C0424ED9}"/>
                    </a:ext>
                  </a:extLst>
                </p14:cNvPr>
                <p14:cNvContentPartPr/>
                <p14:nvPr/>
              </p14:nvContentPartPr>
              <p14:xfrm>
                <a:off x="7747775" y="2566746"/>
                <a:ext cx="90000" cy="130680"/>
              </p14:xfrm>
            </p:contentPart>
          </mc:Choice>
          <mc:Fallback>
            <p:pic>
              <p:nvPicPr>
                <p:cNvPr id="167" name="Entrada de lápiz 166">
                  <a:extLst>
                    <a:ext uri="{FF2B5EF4-FFF2-40B4-BE49-F238E27FC236}">
                      <a16:creationId xmlns:a16="http://schemas.microsoft.com/office/drawing/2014/main" id="{5876DEF7-948C-4337-B5B2-F4D6C0424ED9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7738775" y="2557746"/>
                  <a:ext cx="107640" cy="14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4" name="Grupo 173">
            <a:extLst>
              <a:ext uri="{FF2B5EF4-FFF2-40B4-BE49-F238E27FC236}">
                <a16:creationId xmlns:a16="http://schemas.microsoft.com/office/drawing/2014/main" id="{6193B460-DC3B-4138-B0DF-082C8B8CFED1}"/>
              </a:ext>
            </a:extLst>
          </p:cNvPr>
          <p:cNvGrpSpPr/>
          <p:nvPr/>
        </p:nvGrpSpPr>
        <p:grpSpPr>
          <a:xfrm>
            <a:off x="3595535" y="3854466"/>
            <a:ext cx="130680" cy="89640"/>
            <a:chOff x="3595535" y="3854466"/>
            <a:chExt cx="130680" cy="89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69" name="Entrada de lápiz 168">
                  <a:extLst>
                    <a:ext uri="{FF2B5EF4-FFF2-40B4-BE49-F238E27FC236}">
                      <a16:creationId xmlns:a16="http://schemas.microsoft.com/office/drawing/2014/main" id="{AE3C708D-46D1-4C44-A0A6-A2AE16F6BE3D}"/>
                    </a:ext>
                  </a:extLst>
                </p14:cNvPr>
                <p14:cNvContentPartPr/>
                <p14:nvPr/>
              </p14:nvContentPartPr>
              <p14:xfrm>
                <a:off x="3595535" y="3854466"/>
                <a:ext cx="102240" cy="2880"/>
              </p14:xfrm>
            </p:contentPart>
          </mc:Choice>
          <mc:Fallback>
            <p:pic>
              <p:nvPicPr>
                <p:cNvPr id="169" name="Entrada de lápiz 168">
                  <a:extLst>
                    <a:ext uri="{FF2B5EF4-FFF2-40B4-BE49-F238E27FC236}">
                      <a16:creationId xmlns:a16="http://schemas.microsoft.com/office/drawing/2014/main" id="{AE3C708D-46D1-4C44-A0A6-A2AE16F6BE3D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3586895" y="3845826"/>
                  <a:ext cx="11988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70" name="Entrada de lápiz 169">
                  <a:extLst>
                    <a:ext uri="{FF2B5EF4-FFF2-40B4-BE49-F238E27FC236}">
                      <a16:creationId xmlns:a16="http://schemas.microsoft.com/office/drawing/2014/main" id="{1ADE12F1-26C0-483E-B0E1-C125906AF191}"/>
                    </a:ext>
                  </a:extLst>
                </p14:cNvPr>
                <p14:cNvContentPartPr/>
                <p14:nvPr/>
              </p14:nvContentPartPr>
              <p14:xfrm>
                <a:off x="3604175" y="3906306"/>
                <a:ext cx="122040" cy="37800"/>
              </p14:xfrm>
            </p:contentPart>
          </mc:Choice>
          <mc:Fallback>
            <p:pic>
              <p:nvPicPr>
                <p:cNvPr id="170" name="Entrada de lápiz 169">
                  <a:extLst>
                    <a:ext uri="{FF2B5EF4-FFF2-40B4-BE49-F238E27FC236}">
                      <a16:creationId xmlns:a16="http://schemas.microsoft.com/office/drawing/2014/main" id="{1ADE12F1-26C0-483E-B0E1-C125906AF191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3595175" y="3897666"/>
                  <a:ext cx="139680" cy="55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3">
            <p14:nvContentPartPr>
              <p14:cNvPr id="176" name="Entrada de lápiz 175">
                <a:extLst>
                  <a:ext uri="{FF2B5EF4-FFF2-40B4-BE49-F238E27FC236}">
                    <a16:creationId xmlns:a16="http://schemas.microsoft.com/office/drawing/2014/main" id="{B2C690B4-B7E3-4357-BCE9-E8F377828423}"/>
                  </a:ext>
                </a:extLst>
              </p14:cNvPr>
              <p14:cNvContentPartPr/>
              <p14:nvPr/>
            </p14:nvContentPartPr>
            <p14:xfrm>
              <a:off x="4380335" y="2715066"/>
              <a:ext cx="173160" cy="698040"/>
            </p14:xfrm>
          </p:contentPart>
        </mc:Choice>
        <mc:Fallback>
          <p:pic>
            <p:nvPicPr>
              <p:cNvPr id="176" name="Entrada de lápiz 175">
                <a:extLst>
                  <a:ext uri="{FF2B5EF4-FFF2-40B4-BE49-F238E27FC236}">
                    <a16:creationId xmlns:a16="http://schemas.microsoft.com/office/drawing/2014/main" id="{B2C690B4-B7E3-4357-BCE9-E8F377828423}"/>
                  </a:ext>
                </a:extLst>
              </p:cNvPr>
              <p:cNvPicPr/>
              <p:nvPr/>
            </p:nvPicPr>
            <p:blipFill>
              <a:blip r:embed="rId254"/>
              <a:stretch>
                <a:fillRect/>
              </a:stretch>
            </p:blipFill>
            <p:spPr>
              <a:xfrm>
                <a:off x="4371695" y="2706426"/>
                <a:ext cx="190800" cy="715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03" name="Grupo 202">
            <a:extLst>
              <a:ext uri="{FF2B5EF4-FFF2-40B4-BE49-F238E27FC236}">
                <a16:creationId xmlns:a16="http://schemas.microsoft.com/office/drawing/2014/main" id="{93A5A466-3A41-4191-8A66-BB18A3450690}"/>
              </a:ext>
            </a:extLst>
          </p:cNvPr>
          <p:cNvGrpSpPr/>
          <p:nvPr/>
        </p:nvGrpSpPr>
        <p:grpSpPr>
          <a:xfrm>
            <a:off x="7945055" y="2783106"/>
            <a:ext cx="209160" cy="233280"/>
            <a:chOff x="7945055" y="2783106"/>
            <a:chExt cx="209160" cy="23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77" name="Entrada de lápiz 176">
                  <a:extLst>
                    <a:ext uri="{FF2B5EF4-FFF2-40B4-BE49-F238E27FC236}">
                      <a16:creationId xmlns:a16="http://schemas.microsoft.com/office/drawing/2014/main" id="{5EBB7EB5-52D7-4F03-9C56-73A043B36B37}"/>
                    </a:ext>
                  </a:extLst>
                </p14:cNvPr>
                <p14:cNvContentPartPr/>
                <p14:nvPr/>
              </p14:nvContentPartPr>
              <p14:xfrm>
                <a:off x="8038655" y="2783106"/>
                <a:ext cx="9000" cy="233280"/>
              </p14:xfrm>
            </p:contentPart>
          </mc:Choice>
          <mc:Fallback>
            <p:pic>
              <p:nvPicPr>
                <p:cNvPr id="177" name="Entrada de lápiz 176">
                  <a:extLst>
                    <a:ext uri="{FF2B5EF4-FFF2-40B4-BE49-F238E27FC236}">
                      <a16:creationId xmlns:a16="http://schemas.microsoft.com/office/drawing/2014/main" id="{5EBB7EB5-52D7-4F03-9C56-73A043B36B37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8029655" y="2774466"/>
                  <a:ext cx="2664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78" name="Entrada de lápiz 177">
                  <a:extLst>
                    <a:ext uri="{FF2B5EF4-FFF2-40B4-BE49-F238E27FC236}">
                      <a16:creationId xmlns:a16="http://schemas.microsoft.com/office/drawing/2014/main" id="{CFCDA1A4-0B94-48E8-ABE3-17E562C5BEC9}"/>
                    </a:ext>
                  </a:extLst>
                </p14:cNvPr>
                <p14:cNvContentPartPr/>
                <p14:nvPr/>
              </p14:nvContentPartPr>
              <p14:xfrm>
                <a:off x="7945055" y="2832426"/>
                <a:ext cx="209160" cy="99000"/>
              </p14:xfrm>
            </p:contentPart>
          </mc:Choice>
          <mc:Fallback>
            <p:pic>
              <p:nvPicPr>
                <p:cNvPr id="178" name="Entrada de lápiz 177">
                  <a:extLst>
                    <a:ext uri="{FF2B5EF4-FFF2-40B4-BE49-F238E27FC236}">
                      <a16:creationId xmlns:a16="http://schemas.microsoft.com/office/drawing/2014/main" id="{CFCDA1A4-0B94-48E8-ABE3-17E562C5BEC9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7936055" y="2823786"/>
                  <a:ext cx="226800" cy="116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9">
            <p14:nvContentPartPr>
              <p14:cNvPr id="179" name="Entrada de lápiz 178">
                <a:extLst>
                  <a:ext uri="{FF2B5EF4-FFF2-40B4-BE49-F238E27FC236}">
                    <a16:creationId xmlns:a16="http://schemas.microsoft.com/office/drawing/2014/main" id="{5065D4B5-E8AB-4AEA-94BF-052111237733}"/>
                  </a:ext>
                </a:extLst>
              </p14:cNvPr>
              <p14:cNvContentPartPr/>
              <p14:nvPr/>
            </p14:nvContentPartPr>
            <p14:xfrm>
              <a:off x="8360495" y="2591946"/>
              <a:ext cx="92880" cy="824400"/>
            </p14:xfrm>
          </p:contentPart>
        </mc:Choice>
        <mc:Fallback>
          <p:pic>
            <p:nvPicPr>
              <p:cNvPr id="179" name="Entrada de lápiz 178">
                <a:extLst>
                  <a:ext uri="{FF2B5EF4-FFF2-40B4-BE49-F238E27FC236}">
                    <a16:creationId xmlns:a16="http://schemas.microsoft.com/office/drawing/2014/main" id="{5065D4B5-E8AB-4AEA-94BF-052111237733}"/>
                  </a:ext>
                </a:extLst>
              </p:cNvPr>
              <p:cNvPicPr/>
              <p:nvPr/>
            </p:nvPicPr>
            <p:blipFill>
              <a:blip r:embed="rId260"/>
              <a:stretch>
                <a:fillRect/>
              </a:stretch>
            </p:blipFill>
            <p:spPr>
              <a:xfrm>
                <a:off x="8351855" y="2583306"/>
                <a:ext cx="110520" cy="842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02" name="Grupo 201">
            <a:extLst>
              <a:ext uri="{FF2B5EF4-FFF2-40B4-BE49-F238E27FC236}">
                <a16:creationId xmlns:a16="http://schemas.microsoft.com/office/drawing/2014/main" id="{48545DF5-42CD-4A28-884B-531E38B2E045}"/>
              </a:ext>
            </a:extLst>
          </p:cNvPr>
          <p:cNvGrpSpPr/>
          <p:nvPr/>
        </p:nvGrpSpPr>
        <p:grpSpPr>
          <a:xfrm>
            <a:off x="8648495" y="2541186"/>
            <a:ext cx="540720" cy="735480"/>
            <a:chOff x="8648495" y="2541186"/>
            <a:chExt cx="540720" cy="73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80" name="Entrada de lápiz 179">
                  <a:extLst>
                    <a:ext uri="{FF2B5EF4-FFF2-40B4-BE49-F238E27FC236}">
                      <a16:creationId xmlns:a16="http://schemas.microsoft.com/office/drawing/2014/main" id="{964F2AF6-17F0-407F-ABB2-C543A0DF0FC0}"/>
                    </a:ext>
                  </a:extLst>
                </p14:cNvPr>
                <p14:cNvContentPartPr/>
                <p14:nvPr/>
              </p14:nvContentPartPr>
              <p14:xfrm>
                <a:off x="8648495" y="2657826"/>
                <a:ext cx="159120" cy="164160"/>
              </p14:xfrm>
            </p:contentPart>
          </mc:Choice>
          <mc:Fallback>
            <p:pic>
              <p:nvPicPr>
                <p:cNvPr id="180" name="Entrada de lápiz 179">
                  <a:extLst>
                    <a:ext uri="{FF2B5EF4-FFF2-40B4-BE49-F238E27FC236}">
                      <a16:creationId xmlns:a16="http://schemas.microsoft.com/office/drawing/2014/main" id="{964F2AF6-17F0-407F-ABB2-C543A0DF0FC0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8639855" y="2649186"/>
                  <a:ext cx="17676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81" name="Entrada de lápiz 180">
                  <a:extLst>
                    <a:ext uri="{FF2B5EF4-FFF2-40B4-BE49-F238E27FC236}">
                      <a16:creationId xmlns:a16="http://schemas.microsoft.com/office/drawing/2014/main" id="{6B36673B-B6D9-4D51-A85A-1CB54F7A703D}"/>
                    </a:ext>
                  </a:extLst>
                </p14:cNvPr>
                <p14:cNvContentPartPr/>
                <p14:nvPr/>
              </p14:nvContentPartPr>
              <p14:xfrm>
                <a:off x="8851895" y="2646306"/>
                <a:ext cx="126000" cy="110880"/>
              </p14:xfrm>
            </p:contentPart>
          </mc:Choice>
          <mc:Fallback>
            <p:pic>
              <p:nvPicPr>
                <p:cNvPr id="181" name="Entrada de lápiz 180">
                  <a:extLst>
                    <a:ext uri="{FF2B5EF4-FFF2-40B4-BE49-F238E27FC236}">
                      <a16:creationId xmlns:a16="http://schemas.microsoft.com/office/drawing/2014/main" id="{6B36673B-B6D9-4D51-A85A-1CB54F7A703D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8843255" y="2637666"/>
                  <a:ext cx="14364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82" name="Entrada de lápiz 181">
                  <a:extLst>
                    <a:ext uri="{FF2B5EF4-FFF2-40B4-BE49-F238E27FC236}">
                      <a16:creationId xmlns:a16="http://schemas.microsoft.com/office/drawing/2014/main" id="{A9E3C815-0888-4108-9A73-3322E750309D}"/>
                    </a:ext>
                  </a:extLst>
                </p14:cNvPr>
                <p14:cNvContentPartPr/>
                <p14:nvPr/>
              </p14:nvContentPartPr>
              <p14:xfrm>
                <a:off x="8726255" y="3009186"/>
                <a:ext cx="77040" cy="154080"/>
              </p14:xfrm>
            </p:contentPart>
          </mc:Choice>
          <mc:Fallback>
            <p:pic>
              <p:nvPicPr>
                <p:cNvPr id="182" name="Entrada de lápiz 181">
                  <a:extLst>
                    <a:ext uri="{FF2B5EF4-FFF2-40B4-BE49-F238E27FC236}">
                      <a16:creationId xmlns:a16="http://schemas.microsoft.com/office/drawing/2014/main" id="{A9E3C815-0888-4108-9A73-3322E750309D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8717255" y="3000546"/>
                  <a:ext cx="9468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83" name="Entrada de lápiz 182">
                  <a:extLst>
                    <a:ext uri="{FF2B5EF4-FFF2-40B4-BE49-F238E27FC236}">
                      <a16:creationId xmlns:a16="http://schemas.microsoft.com/office/drawing/2014/main" id="{6508D623-4E0E-4CE3-8189-9087742E8A46}"/>
                    </a:ext>
                  </a:extLst>
                </p14:cNvPr>
                <p14:cNvContentPartPr/>
                <p14:nvPr/>
              </p14:nvContentPartPr>
              <p14:xfrm>
                <a:off x="9062495" y="2541186"/>
                <a:ext cx="126720" cy="735480"/>
              </p14:xfrm>
            </p:contentPart>
          </mc:Choice>
          <mc:Fallback>
            <p:pic>
              <p:nvPicPr>
                <p:cNvPr id="183" name="Entrada de lápiz 182">
                  <a:extLst>
                    <a:ext uri="{FF2B5EF4-FFF2-40B4-BE49-F238E27FC236}">
                      <a16:creationId xmlns:a16="http://schemas.microsoft.com/office/drawing/2014/main" id="{6508D623-4E0E-4CE3-8189-9087742E8A46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9053495" y="2532186"/>
                  <a:ext cx="144360" cy="75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1" name="Grupo 200">
            <a:extLst>
              <a:ext uri="{FF2B5EF4-FFF2-40B4-BE49-F238E27FC236}">
                <a16:creationId xmlns:a16="http://schemas.microsoft.com/office/drawing/2014/main" id="{FA1D31F5-1560-48B4-A8BE-2B79F7B7E523}"/>
              </a:ext>
            </a:extLst>
          </p:cNvPr>
          <p:cNvGrpSpPr/>
          <p:nvPr/>
        </p:nvGrpSpPr>
        <p:grpSpPr>
          <a:xfrm>
            <a:off x="9404135" y="2526786"/>
            <a:ext cx="889200" cy="387000"/>
            <a:chOff x="9404135" y="2526786"/>
            <a:chExt cx="889200" cy="387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84" name="Entrada de lápiz 183">
                  <a:extLst>
                    <a:ext uri="{FF2B5EF4-FFF2-40B4-BE49-F238E27FC236}">
                      <a16:creationId xmlns:a16="http://schemas.microsoft.com/office/drawing/2014/main" id="{2578B0A8-B393-4801-B570-6A5BC0E4E2E1}"/>
                    </a:ext>
                  </a:extLst>
                </p14:cNvPr>
                <p14:cNvContentPartPr/>
                <p14:nvPr/>
              </p14:nvContentPartPr>
              <p14:xfrm>
                <a:off x="9404135" y="2669346"/>
                <a:ext cx="85320" cy="227880"/>
              </p14:xfrm>
            </p:contentPart>
          </mc:Choice>
          <mc:Fallback>
            <p:pic>
              <p:nvPicPr>
                <p:cNvPr id="184" name="Entrada de lápiz 183">
                  <a:extLst>
                    <a:ext uri="{FF2B5EF4-FFF2-40B4-BE49-F238E27FC236}">
                      <a16:creationId xmlns:a16="http://schemas.microsoft.com/office/drawing/2014/main" id="{2578B0A8-B393-4801-B570-6A5BC0E4E2E1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9395495" y="2660706"/>
                  <a:ext cx="10296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85" name="Entrada de lápiz 184">
                  <a:extLst>
                    <a:ext uri="{FF2B5EF4-FFF2-40B4-BE49-F238E27FC236}">
                      <a16:creationId xmlns:a16="http://schemas.microsoft.com/office/drawing/2014/main" id="{7268C953-B81E-428D-960F-02F394C16A1D}"/>
                    </a:ext>
                  </a:extLst>
                </p14:cNvPr>
                <p14:cNvContentPartPr/>
                <p14:nvPr/>
              </p14:nvContentPartPr>
              <p14:xfrm>
                <a:off x="9518615" y="2721906"/>
                <a:ext cx="117720" cy="159120"/>
              </p14:xfrm>
            </p:contentPart>
          </mc:Choice>
          <mc:Fallback>
            <p:pic>
              <p:nvPicPr>
                <p:cNvPr id="185" name="Entrada de lápiz 184">
                  <a:extLst>
                    <a:ext uri="{FF2B5EF4-FFF2-40B4-BE49-F238E27FC236}">
                      <a16:creationId xmlns:a16="http://schemas.microsoft.com/office/drawing/2014/main" id="{7268C953-B81E-428D-960F-02F394C16A1D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9509615" y="2713266"/>
                  <a:ext cx="13536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86" name="Entrada de lápiz 185">
                  <a:extLst>
                    <a:ext uri="{FF2B5EF4-FFF2-40B4-BE49-F238E27FC236}">
                      <a16:creationId xmlns:a16="http://schemas.microsoft.com/office/drawing/2014/main" id="{3710EC3B-A3FD-49A3-85A0-DC195243205C}"/>
                    </a:ext>
                  </a:extLst>
                </p14:cNvPr>
                <p14:cNvContentPartPr/>
                <p14:nvPr/>
              </p14:nvContentPartPr>
              <p14:xfrm>
                <a:off x="9696095" y="2864826"/>
                <a:ext cx="6120" cy="48960"/>
              </p14:xfrm>
            </p:contentPart>
          </mc:Choice>
          <mc:Fallback>
            <p:pic>
              <p:nvPicPr>
                <p:cNvPr id="186" name="Entrada de lápiz 185">
                  <a:extLst>
                    <a:ext uri="{FF2B5EF4-FFF2-40B4-BE49-F238E27FC236}">
                      <a16:creationId xmlns:a16="http://schemas.microsoft.com/office/drawing/2014/main" id="{3710EC3B-A3FD-49A3-85A0-DC195243205C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9687095" y="2855826"/>
                  <a:ext cx="2376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87" name="Entrada de lápiz 186">
                  <a:extLst>
                    <a:ext uri="{FF2B5EF4-FFF2-40B4-BE49-F238E27FC236}">
                      <a16:creationId xmlns:a16="http://schemas.microsoft.com/office/drawing/2014/main" id="{15A4E609-3C2F-465F-A67E-12B8A65C519B}"/>
                    </a:ext>
                  </a:extLst>
                </p14:cNvPr>
                <p14:cNvContentPartPr/>
                <p14:nvPr/>
              </p14:nvContentPartPr>
              <p14:xfrm>
                <a:off x="9790055" y="2733786"/>
                <a:ext cx="93600" cy="156240"/>
              </p14:xfrm>
            </p:contentPart>
          </mc:Choice>
          <mc:Fallback>
            <p:pic>
              <p:nvPicPr>
                <p:cNvPr id="187" name="Entrada de lápiz 186">
                  <a:extLst>
                    <a:ext uri="{FF2B5EF4-FFF2-40B4-BE49-F238E27FC236}">
                      <a16:creationId xmlns:a16="http://schemas.microsoft.com/office/drawing/2014/main" id="{15A4E609-3C2F-465F-A67E-12B8A65C519B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9781415" y="2725146"/>
                  <a:ext cx="11124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88" name="Entrada de lápiz 187">
                  <a:extLst>
                    <a:ext uri="{FF2B5EF4-FFF2-40B4-BE49-F238E27FC236}">
                      <a16:creationId xmlns:a16="http://schemas.microsoft.com/office/drawing/2014/main" id="{E4CEF25D-C3FB-4140-8C80-6C801268C355}"/>
                    </a:ext>
                  </a:extLst>
                </p14:cNvPr>
                <p14:cNvContentPartPr/>
                <p14:nvPr/>
              </p14:nvContentPartPr>
              <p14:xfrm>
                <a:off x="9963575" y="2717586"/>
                <a:ext cx="111600" cy="192600"/>
              </p14:xfrm>
            </p:contentPart>
          </mc:Choice>
          <mc:Fallback>
            <p:pic>
              <p:nvPicPr>
                <p:cNvPr id="188" name="Entrada de lápiz 187">
                  <a:extLst>
                    <a:ext uri="{FF2B5EF4-FFF2-40B4-BE49-F238E27FC236}">
                      <a16:creationId xmlns:a16="http://schemas.microsoft.com/office/drawing/2014/main" id="{E4CEF25D-C3FB-4140-8C80-6C801268C355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9954935" y="2708586"/>
                  <a:ext cx="12924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89" name="Entrada de lápiz 188">
                  <a:extLst>
                    <a:ext uri="{FF2B5EF4-FFF2-40B4-BE49-F238E27FC236}">
                      <a16:creationId xmlns:a16="http://schemas.microsoft.com/office/drawing/2014/main" id="{2317071C-B2F1-4CC2-BEE1-09F688683011}"/>
                    </a:ext>
                  </a:extLst>
                </p14:cNvPr>
                <p14:cNvContentPartPr/>
                <p14:nvPr/>
              </p14:nvContentPartPr>
              <p14:xfrm>
                <a:off x="10163735" y="2660706"/>
                <a:ext cx="5040" cy="232200"/>
              </p14:xfrm>
            </p:contentPart>
          </mc:Choice>
          <mc:Fallback>
            <p:pic>
              <p:nvPicPr>
                <p:cNvPr id="189" name="Entrada de lápiz 188">
                  <a:extLst>
                    <a:ext uri="{FF2B5EF4-FFF2-40B4-BE49-F238E27FC236}">
                      <a16:creationId xmlns:a16="http://schemas.microsoft.com/office/drawing/2014/main" id="{2317071C-B2F1-4CC2-BEE1-09F688683011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10154735" y="2652066"/>
                  <a:ext cx="2268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90" name="Entrada de lápiz 189">
                  <a:extLst>
                    <a:ext uri="{FF2B5EF4-FFF2-40B4-BE49-F238E27FC236}">
                      <a16:creationId xmlns:a16="http://schemas.microsoft.com/office/drawing/2014/main" id="{264FCC7D-835F-433F-83F4-57144CE7A56A}"/>
                    </a:ext>
                  </a:extLst>
                </p14:cNvPr>
                <p14:cNvContentPartPr/>
                <p14:nvPr/>
              </p14:nvContentPartPr>
              <p14:xfrm>
                <a:off x="10280735" y="2526786"/>
                <a:ext cx="12600" cy="90360"/>
              </p14:xfrm>
            </p:contentPart>
          </mc:Choice>
          <mc:Fallback>
            <p:pic>
              <p:nvPicPr>
                <p:cNvPr id="190" name="Entrada de lápiz 189">
                  <a:extLst>
                    <a:ext uri="{FF2B5EF4-FFF2-40B4-BE49-F238E27FC236}">
                      <a16:creationId xmlns:a16="http://schemas.microsoft.com/office/drawing/2014/main" id="{264FCC7D-835F-433F-83F4-57144CE7A56A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10271735" y="2517786"/>
                  <a:ext cx="30240" cy="10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0" name="Grupo 199">
            <a:extLst>
              <a:ext uri="{FF2B5EF4-FFF2-40B4-BE49-F238E27FC236}">
                <a16:creationId xmlns:a16="http://schemas.microsoft.com/office/drawing/2014/main" id="{593C0D47-6295-4AFD-AC85-411AA366365A}"/>
              </a:ext>
            </a:extLst>
          </p:cNvPr>
          <p:cNvGrpSpPr/>
          <p:nvPr/>
        </p:nvGrpSpPr>
        <p:grpSpPr>
          <a:xfrm>
            <a:off x="10443095" y="2321946"/>
            <a:ext cx="1316520" cy="811440"/>
            <a:chOff x="10443095" y="2321946"/>
            <a:chExt cx="1316520" cy="81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91" name="Entrada de lápiz 190">
                  <a:extLst>
                    <a:ext uri="{FF2B5EF4-FFF2-40B4-BE49-F238E27FC236}">
                      <a16:creationId xmlns:a16="http://schemas.microsoft.com/office/drawing/2014/main" id="{9BBC4CB9-02B6-4027-82AD-F0ECDDC6CA63}"/>
                    </a:ext>
                  </a:extLst>
                </p14:cNvPr>
                <p14:cNvContentPartPr/>
                <p14:nvPr/>
              </p14:nvContentPartPr>
              <p14:xfrm>
                <a:off x="10443095" y="2685546"/>
                <a:ext cx="46800" cy="189720"/>
              </p14:xfrm>
            </p:contentPart>
          </mc:Choice>
          <mc:Fallback>
            <p:pic>
              <p:nvPicPr>
                <p:cNvPr id="191" name="Entrada de lápiz 190">
                  <a:extLst>
                    <a:ext uri="{FF2B5EF4-FFF2-40B4-BE49-F238E27FC236}">
                      <a16:creationId xmlns:a16="http://schemas.microsoft.com/office/drawing/2014/main" id="{9BBC4CB9-02B6-4027-82AD-F0ECDDC6CA63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10434455" y="2676546"/>
                  <a:ext cx="6444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92" name="Entrada de lápiz 191">
                  <a:extLst>
                    <a:ext uri="{FF2B5EF4-FFF2-40B4-BE49-F238E27FC236}">
                      <a16:creationId xmlns:a16="http://schemas.microsoft.com/office/drawing/2014/main" id="{1524202D-8DD1-402B-BB02-AC8CADED9CF5}"/>
                    </a:ext>
                  </a:extLst>
                </p14:cNvPr>
                <p14:cNvContentPartPr/>
                <p14:nvPr/>
              </p14:nvContentPartPr>
              <p14:xfrm>
                <a:off x="10599335" y="2729826"/>
                <a:ext cx="128880" cy="135000"/>
              </p14:xfrm>
            </p:contentPart>
          </mc:Choice>
          <mc:Fallback>
            <p:pic>
              <p:nvPicPr>
                <p:cNvPr id="192" name="Entrada de lápiz 191">
                  <a:extLst>
                    <a:ext uri="{FF2B5EF4-FFF2-40B4-BE49-F238E27FC236}">
                      <a16:creationId xmlns:a16="http://schemas.microsoft.com/office/drawing/2014/main" id="{1524202D-8DD1-402B-BB02-AC8CADED9CF5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10590695" y="2720826"/>
                  <a:ext cx="14652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93" name="Entrada de lápiz 192">
                  <a:extLst>
                    <a:ext uri="{FF2B5EF4-FFF2-40B4-BE49-F238E27FC236}">
                      <a16:creationId xmlns:a16="http://schemas.microsoft.com/office/drawing/2014/main" id="{67EF1623-ABE0-4369-B9FB-E6021AAE24A8}"/>
                    </a:ext>
                  </a:extLst>
                </p14:cNvPr>
                <p14:cNvContentPartPr/>
                <p14:nvPr/>
              </p14:nvContentPartPr>
              <p14:xfrm>
                <a:off x="10753055" y="2845386"/>
                <a:ext cx="25920" cy="132840"/>
              </p14:xfrm>
            </p:contentPart>
          </mc:Choice>
          <mc:Fallback>
            <p:pic>
              <p:nvPicPr>
                <p:cNvPr id="193" name="Entrada de lápiz 192">
                  <a:extLst>
                    <a:ext uri="{FF2B5EF4-FFF2-40B4-BE49-F238E27FC236}">
                      <a16:creationId xmlns:a16="http://schemas.microsoft.com/office/drawing/2014/main" id="{67EF1623-ABE0-4369-B9FB-E6021AAE24A8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10744055" y="2836386"/>
                  <a:ext cx="4356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94" name="Entrada de lápiz 193">
                  <a:extLst>
                    <a:ext uri="{FF2B5EF4-FFF2-40B4-BE49-F238E27FC236}">
                      <a16:creationId xmlns:a16="http://schemas.microsoft.com/office/drawing/2014/main" id="{EDDA7D10-34A6-45F1-90B5-3A98D717788B}"/>
                    </a:ext>
                  </a:extLst>
                </p14:cNvPr>
                <p14:cNvContentPartPr/>
                <p14:nvPr/>
              </p14:nvContentPartPr>
              <p14:xfrm>
                <a:off x="10864295" y="2693106"/>
                <a:ext cx="159120" cy="185040"/>
              </p14:xfrm>
            </p:contentPart>
          </mc:Choice>
          <mc:Fallback>
            <p:pic>
              <p:nvPicPr>
                <p:cNvPr id="194" name="Entrada de lápiz 193">
                  <a:extLst>
                    <a:ext uri="{FF2B5EF4-FFF2-40B4-BE49-F238E27FC236}">
                      <a16:creationId xmlns:a16="http://schemas.microsoft.com/office/drawing/2014/main" id="{EDDA7D10-34A6-45F1-90B5-3A98D717788B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10855655" y="2684466"/>
                  <a:ext cx="17676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195" name="Entrada de lápiz 194">
                  <a:extLst>
                    <a:ext uri="{FF2B5EF4-FFF2-40B4-BE49-F238E27FC236}">
                      <a16:creationId xmlns:a16="http://schemas.microsoft.com/office/drawing/2014/main" id="{6757CDDE-D87B-415E-A858-D648DEBC9BFC}"/>
                    </a:ext>
                  </a:extLst>
                </p14:cNvPr>
                <p14:cNvContentPartPr/>
                <p14:nvPr/>
              </p14:nvContentPartPr>
              <p14:xfrm>
                <a:off x="11021975" y="2641266"/>
                <a:ext cx="124920" cy="212400"/>
              </p14:xfrm>
            </p:contentPart>
          </mc:Choice>
          <mc:Fallback>
            <p:pic>
              <p:nvPicPr>
                <p:cNvPr id="195" name="Entrada de lápiz 194">
                  <a:extLst>
                    <a:ext uri="{FF2B5EF4-FFF2-40B4-BE49-F238E27FC236}">
                      <a16:creationId xmlns:a16="http://schemas.microsoft.com/office/drawing/2014/main" id="{6757CDDE-D87B-415E-A858-D648DEBC9BFC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11013335" y="2632626"/>
                  <a:ext cx="14256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196" name="Entrada de lápiz 195">
                  <a:extLst>
                    <a:ext uri="{FF2B5EF4-FFF2-40B4-BE49-F238E27FC236}">
                      <a16:creationId xmlns:a16="http://schemas.microsoft.com/office/drawing/2014/main" id="{72C1C820-A3DC-4D62-B147-6A820C921B9B}"/>
                    </a:ext>
                  </a:extLst>
                </p14:cNvPr>
                <p14:cNvContentPartPr/>
                <p14:nvPr/>
              </p14:nvContentPartPr>
              <p14:xfrm>
                <a:off x="11265695" y="2568186"/>
                <a:ext cx="18360" cy="316440"/>
              </p14:xfrm>
            </p:contentPart>
          </mc:Choice>
          <mc:Fallback>
            <p:pic>
              <p:nvPicPr>
                <p:cNvPr id="196" name="Entrada de lápiz 195">
                  <a:extLst>
                    <a:ext uri="{FF2B5EF4-FFF2-40B4-BE49-F238E27FC236}">
                      <a16:creationId xmlns:a16="http://schemas.microsoft.com/office/drawing/2014/main" id="{72C1C820-A3DC-4D62-B147-6A820C921B9B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11257055" y="2559546"/>
                  <a:ext cx="3600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197" name="Entrada de lápiz 196">
                  <a:extLst>
                    <a:ext uri="{FF2B5EF4-FFF2-40B4-BE49-F238E27FC236}">
                      <a16:creationId xmlns:a16="http://schemas.microsoft.com/office/drawing/2014/main" id="{CBCB23F0-E998-4300-B4B8-8D58215C7119}"/>
                    </a:ext>
                  </a:extLst>
                </p14:cNvPr>
                <p14:cNvContentPartPr/>
                <p14:nvPr/>
              </p14:nvContentPartPr>
              <p14:xfrm>
                <a:off x="11389535" y="2508066"/>
                <a:ext cx="37080" cy="106560"/>
              </p14:xfrm>
            </p:contentPart>
          </mc:Choice>
          <mc:Fallback>
            <p:pic>
              <p:nvPicPr>
                <p:cNvPr id="197" name="Entrada de lápiz 196">
                  <a:extLst>
                    <a:ext uri="{FF2B5EF4-FFF2-40B4-BE49-F238E27FC236}">
                      <a16:creationId xmlns:a16="http://schemas.microsoft.com/office/drawing/2014/main" id="{CBCB23F0-E998-4300-B4B8-8D58215C7119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11380535" y="2499066"/>
                  <a:ext cx="5472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198" name="Entrada de lápiz 197">
                  <a:extLst>
                    <a:ext uri="{FF2B5EF4-FFF2-40B4-BE49-F238E27FC236}">
                      <a16:creationId xmlns:a16="http://schemas.microsoft.com/office/drawing/2014/main" id="{A7165B2F-120E-422D-90EC-649B99BFEA2C}"/>
                    </a:ext>
                  </a:extLst>
                </p14:cNvPr>
                <p14:cNvContentPartPr/>
                <p14:nvPr/>
              </p14:nvContentPartPr>
              <p14:xfrm>
                <a:off x="11481695" y="2468106"/>
                <a:ext cx="68760" cy="123480"/>
              </p14:xfrm>
            </p:contentPart>
          </mc:Choice>
          <mc:Fallback>
            <p:pic>
              <p:nvPicPr>
                <p:cNvPr id="198" name="Entrada de lápiz 197">
                  <a:extLst>
                    <a:ext uri="{FF2B5EF4-FFF2-40B4-BE49-F238E27FC236}">
                      <a16:creationId xmlns:a16="http://schemas.microsoft.com/office/drawing/2014/main" id="{A7165B2F-120E-422D-90EC-649B99BFEA2C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11472695" y="2459106"/>
                  <a:ext cx="8640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199" name="Entrada de lápiz 198">
                  <a:extLst>
                    <a:ext uri="{FF2B5EF4-FFF2-40B4-BE49-F238E27FC236}">
                      <a16:creationId xmlns:a16="http://schemas.microsoft.com/office/drawing/2014/main" id="{5E6AD4FD-B6E9-4436-A4CB-E218064CE311}"/>
                    </a:ext>
                  </a:extLst>
                </p14:cNvPr>
                <p14:cNvContentPartPr/>
                <p14:nvPr/>
              </p14:nvContentPartPr>
              <p14:xfrm>
                <a:off x="11543615" y="2321946"/>
                <a:ext cx="216000" cy="811440"/>
              </p14:xfrm>
            </p:contentPart>
          </mc:Choice>
          <mc:Fallback>
            <p:pic>
              <p:nvPicPr>
                <p:cNvPr id="199" name="Entrada de lápiz 198">
                  <a:extLst>
                    <a:ext uri="{FF2B5EF4-FFF2-40B4-BE49-F238E27FC236}">
                      <a16:creationId xmlns:a16="http://schemas.microsoft.com/office/drawing/2014/main" id="{5E6AD4FD-B6E9-4436-A4CB-E218064CE311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11534615" y="2313306"/>
                  <a:ext cx="233640" cy="82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6" name="Grupo 205">
            <a:extLst>
              <a:ext uri="{FF2B5EF4-FFF2-40B4-BE49-F238E27FC236}">
                <a16:creationId xmlns:a16="http://schemas.microsoft.com/office/drawing/2014/main" id="{96C7CA95-E99F-42AB-B040-4974597E5590}"/>
              </a:ext>
            </a:extLst>
          </p:cNvPr>
          <p:cNvGrpSpPr/>
          <p:nvPr/>
        </p:nvGrpSpPr>
        <p:grpSpPr>
          <a:xfrm>
            <a:off x="4021775" y="3600666"/>
            <a:ext cx="727560" cy="842040"/>
            <a:chOff x="4021775" y="3600666"/>
            <a:chExt cx="727560" cy="84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171" name="Entrada de lápiz 170">
                  <a:extLst>
                    <a:ext uri="{FF2B5EF4-FFF2-40B4-BE49-F238E27FC236}">
                      <a16:creationId xmlns:a16="http://schemas.microsoft.com/office/drawing/2014/main" id="{EAE54979-3521-4A58-82BE-4FBEDCAA5493}"/>
                    </a:ext>
                  </a:extLst>
                </p14:cNvPr>
                <p14:cNvContentPartPr/>
                <p14:nvPr/>
              </p14:nvContentPartPr>
              <p14:xfrm>
                <a:off x="4021775" y="3728466"/>
                <a:ext cx="386640" cy="225720"/>
              </p14:xfrm>
            </p:contentPart>
          </mc:Choice>
          <mc:Fallback>
            <p:pic>
              <p:nvPicPr>
                <p:cNvPr id="171" name="Entrada de lápiz 170">
                  <a:extLst>
                    <a:ext uri="{FF2B5EF4-FFF2-40B4-BE49-F238E27FC236}">
                      <a16:creationId xmlns:a16="http://schemas.microsoft.com/office/drawing/2014/main" id="{EAE54979-3521-4A58-82BE-4FBEDCAA5493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4012775" y="3719826"/>
                  <a:ext cx="40428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172" name="Entrada de lápiz 171">
                  <a:extLst>
                    <a:ext uri="{FF2B5EF4-FFF2-40B4-BE49-F238E27FC236}">
                      <a16:creationId xmlns:a16="http://schemas.microsoft.com/office/drawing/2014/main" id="{AA95C023-919E-4FBD-9799-6D885FDE0B30}"/>
                    </a:ext>
                  </a:extLst>
                </p14:cNvPr>
                <p14:cNvContentPartPr/>
                <p14:nvPr/>
              </p14:nvContentPartPr>
              <p14:xfrm>
                <a:off x="4553855" y="3785706"/>
                <a:ext cx="195480" cy="132840"/>
              </p14:xfrm>
            </p:contentPart>
          </mc:Choice>
          <mc:Fallback>
            <p:pic>
              <p:nvPicPr>
                <p:cNvPr id="172" name="Entrada de lápiz 171">
                  <a:extLst>
                    <a:ext uri="{FF2B5EF4-FFF2-40B4-BE49-F238E27FC236}">
                      <a16:creationId xmlns:a16="http://schemas.microsoft.com/office/drawing/2014/main" id="{AA95C023-919E-4FBD-9799-6D885FDE0B30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4544855" y="3777066"/>
                  <a:ext cx="21312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175" name="Entrada de lápiz 174">
                  <a:extLst>
                    <a:ext uri="{FF2B5EF4-FFF2-40B4-BE49-F238E27FC236}">
                      <a16:creationId xmlns:a16="http://schemas.microsoft.com/office/drawing/2014/main" id="{1FAFD544-850D-4A23-8B2D-CED9AF0C362F}"/>
                    </a:ext>
                  </a:extLst>
                </p14:cNvPr>
                <p14:cNvContentPartPr/>
                <p14:nvPr/>
              </p14:nvContentPartPr>
              <p14:xfrm>
                <a:off x="4546655" y="3615066"/>
                <a:ext cx="360" cy="3600"/>
              </p14:xfrm>
            </p:contentPart>
          </mc:Choice>
          <mc:Fallback>
            <p:pic>
              <p:nvPicPr>
                <p:cNvPr id="175" name="Entrada de lápiz 174">
                  <a:extLst>
                    <a:ext uri="{FF2B5EF4-FFF2-40B4-BE49-F238E27FC236}">
                      <a16:creationId xmlns:a16="http://schemas.microsoft.com/office/drawing/2014/main" id="{1FAFD544-850D-4A23-8B2D-CED9AF0C362F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4538015" y="3606066"/>
                  <a:ext cx="180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204" name="Entrada de lápiz 203">
                  <a:extLst>
                    <a:ext uri="{FF2B5EF4-FFF2-40B4-BE49-F238E27FC236}">
                      <a16:creationId xmlns:a16="http://schemas.microsoft.com/office/drawing/2014/main" id="{4043F1E6-FD32-4298-8A9A-2CB9931C97DA}"/>
                    </a:ext>
                  </a:extLst>
                </p14:cNvPr>
                <p14:cNvContentPartPr/>
                <p14:nvPr/>
              </p14:nvContentPartPr>
              <p14:xfrm>
                <a:off x="4494815" y="3600666"/>
                <a:ext cx="92880" cy="21600"/>
              </p14:xfrm>
            </p:contentPart>
          </mc:Choice>
          <mc:Fallback>
            <p:pic>
              <p:nvPicPr>
                <p:cNvPr id="204" name="Entrada de lápiz 203">
                  <a:extLst>
                    <a:ext uri="{FF2B5EF4-FFF2-40B4-BE49-F238E27FC236}">
                      <a16:creationId xmlns:a16="http://schemas.microsoft.com/office/drawing/2014/main" id="{4043F1E6-FD32-4298-8A9A-2CB9931C97DA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4485815" y="3591666"/>
                  <a:ext cx="1105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205" name="Entrada de lápiz 204">
                  <a:extLst>
                    <a:ext uri="{FF2B5EF4-FFF2-40B4-BE49-F238E27FC236}">
                      <a16:creationId xmlns:a16="http://schemas.microsoft.com/office/drawing/2014/main" id="{531D0C4F-6F51-42BE-8E27-95C36073589D}"/>
                    </a:ext>
                  </a:extLst>
                </p14:cNvPr>
                <p14:cNvContentPartPr/>
                <p14:nvPr/>
              </p14:nvContentPartPr>
              <p14:xfrm>
                <a:off x="4349375" y="3607146"/>
                <a:ext cx="186480" cy="835560"/>
              </p14:xfrm>
            </p:contentPart>
          </mc:Choice>
          <mc:Fallback>
            <p:pic>
              <p:nvPicPr>
                <p:cNvPr id="205" name="Entrada de lápiz 204">
                  <a:extLst>
                    <a:ext uri="{FF2B5EF4-FFF2-40B4-BE49-F238E27FC236}">
                      <a16:creationId xmlns:a16="http://schemas.microsoft.com/office/drawing/2014/main" id="{531D0C4F-6F51-42BE-8E27-95C36073589D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4340375" y="3598506"/>
                  <a:ext cx="204120" cy="85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5" name="Grupo 214">
            <a:extLst>
              <a:ext uri="{FF2B5EF4-FFF2-40B4-BE49-F238E27FC236}">
                <a16:creationId xmlns:a16="http://schemas.microsoft.com/office/drawing/2014/main" id="{89BB0A23-3F6B-44C0-9D1A-E5E063F38402}"/>
              </a:ext>
            </a:extLst>
          </p:cNvPr>
          <p:cNvGrpSpPr/>
          <p:nvPr/>
        </p:nvGrpSpPr>
        <p:grpSpPr>
          <a:xfrm>
            <a:off x="4734575" y="3731346"/>
            <a:ext cx="402120" cy="223560"/>
            <a:chOff x="4734575" y="3731346"/>
            <a:chExt cx="402120" cy="223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07" name="Entrada de lápiz 206">
                  <a:extLst>
                    <a:ext uri="{FF2B5EF4-FFF2-40B4-BE49-F238E27FC236}">
                      <a16:creationId xmlns:a16="http://schemas.microsoft.com/office/drawing/2014/main" id="{2A83B5F5-A2F8-4745-9B12-C080BC8A48C5}"/>
                    </a:ext>
                  </a:extLst>
                </p14:cNvPr>
                <p14:cNvContentPartPr/>
                <p14:nvPr/>
              </p14:nvContentPartPr>
              <p14:xfrm>
                <a:off x="4734575" y="3823866"/>
                <a:ext cx="42840" cy="131040"/>
              </p14:xfrm>
            </p:contentPart>
          </mc:Choice>
          <mc:Fallback>
            <p:pic>
              <p:nvPicPr>
                <p:cNvPr id="207" name="Entrada de lápiz 206">
                  <a:extLst>
                    <a:ext uri="{FF2B5EF4-FFF2-40B4-BE49-F238E27FC236}">
                      <a16:creationId xmlns:a16="http://schemas.microsoft.com/office/drawing/2014/main" id="{2A83B5F5-A2F8-4745-9B12-C080BC8A48C5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4725935" y="3815226"/>
                  <a:ext cx="6048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08" name="Entrada de lápiz 207">
                  <a:extLst>
                    <a:ext uri="{FF2B5EF4-FFF2-40B4-BE49-F238E27FC236}">
                      <a16:creationId xmlns:a16="http://schemas.microsoft.com/office/drawing/2014/main" id="{4E3E729E-414D-4C7B-A13E-A65DDF5B6193}"/>
                    </a:ext>
                  </a:extLst>
                </p14:cNvPr>
                <p14:cNvContentPartPr/>
                <p14:nvPr/>
              </p14:nvContentPartPr>
              <p14:xfrm>
                <a:off x="4932935" y="3731346"/>
                <a:ext cx="151560" cy="101520"/>
              </p14:xfrm>
            </p:contentPart>
          </mc:Choice>
          <mc:Fallback>
            <p:pic>
              <p:nvPicPr>
                <p:cNvPr id="208" name="Entrada de lápiz 207">
                  <a:extLst>
                    <a:ext uri="{FF2B5EF4-FFF2-40B4-BE49-F238E27FC236}">
                      <a16:creationId xmlns:a16="http://schemas.microsoft.com/office/drawing/2014/main" id="{4E3E729E-414D-4C7B-A13E-A65DDF5B6193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4924295" y="3722706"/>
                  <a:ext cx="16920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09" name="Entrada de lápiz 208">
                  <a:extLst>
                    <a:ext uri="{FF2B5EF4-FFF2-40B4-BE49-F238E27FC236}">
                      <a16:creationId xmlns:a16="http://schemas.microsoft.com/office/drawing/2014/main" id="{0C9F0851-FBE6-4F2D-85DB-04F5CF81C76A}"/>
                    </a:ext>
                  </a:extLst>
                </p14:cNvPr>
                <p14:cNvContentPartPr/>
                <p14:nvPr/>
              </p14:nvContentPartPr>
              <p14:xfrm>
                <a:off x="4950575" y="3851946"/>
                <a:ext cx="186120" cy="100800"/>
              </p14:xfrm>
            </p:contentPart>
          </mc:Choice>
          <mc:Fallback>
            <p:pic>
              <p:nvPicPr>
                <p:cNvPr id="209" name="Entrada de lápiz 208">
                  <a:extLst>
                    <a:ext uri="{FF2B5EF4-FFF2-40B4-BE49-F238E27FC236}">
                      <a16:creationId xmlns:a16="http://schemas.microsoft.com/office/drawing/2014/main" id="{0C9F0851-FBE6-4F2D-85DB-04F5CF81C76A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4941575" y="3843306"/>
                  <a:ext cx="203760" cy="11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4" name="Grupo 213">
            <a:extLst>
              <a:ext uri="{FF2B5EF4-FFF2-40B4-BE49-F238E27FC236}">
                <a16:creationId xmlns:a16="http://schemas.microsoft.com/office/drawing/2014/main" id="{470D7FBA-D0C4-4491-8C97-E88646D07AE5}"/>
              </a:ext>
            </a:extLst>
          </p:cNvPr>
          <p:cNvGrpSpPr/>
          <p:nvPr/>
        </p:nvGrpSpPr>
        <p:grpSpPr>
          <a:xfrm>
            <a:off x="5311655" y="3681306"/>
            <a:ext cx="627480" cy="273960"/>
            <a:chOff x="5311655" y="3681306"/>
            <a:chExt cx="627480" cy="27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10" name="Entrada de lápiz 209">
                  <a:extLst>
                    <a:ext uri="{FF2B5EF4-FFF2-40B4-BE49-F238E27FC236}">
                      <a16:creationId xmlns:a16="http://schemas.microsoft.com/office/drawing/2014/main" id="{504C3536-9C75-4FFB-93F1-E24DF5DBB8DC}"/>
                    </a:ext>
                  </a:extLst>
                </p14:cNvPr>
                <p14:cNvContentPartPr/>
                <p14:nvPr/>
              </p14:nvContentPartPr>
              <p14:xfrm>
                <a:off x="5311655" y="3697506"/>
                <a:ext cx="66600" cy="257760"/>
              </p14:xfrm>
            </p:contentPart>
          </mc:Choice>
          <mc:Fallback>
            <p:pic>
              <p:nvPicPr>
                <p:cNvPr id="210" name="Entrada de lápiz 209">
                  <a:extLst>
                    <a:ext uri="{FF2B5EF4-FFF2-40B4-BE49-F238E27FC236}">
                      <a16:creationId xmlns:a16="http://schemas.microsoft.com/office/drawing/2014/main" id="{504C3536-9C75-4FFB-93F1-E24DF5DBB8DC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5303015" y="3688506"/>
                  <a:ext cx="8424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11" name="Entrada de lápiz 210">
                  <a:extLst>
                    <a:ext uri="{FF2B5EF4-FFF2-40B4-BE49-F238E27FC236}">
                      <a16:creationId xmlns:a16="http://schemas.microsoft.com/office/drawing/2014/main" id="{EDCF1FEA-D821-4DA0-AD5D-5582CA3A627B}"/>
                    </a:ext>
                  </a:extLst>
                </p14:cNvPr>
                <p14:cNvContentPartPr/>
                <p14:nvPr/>
              </p14:nvContentPartPr>
              <p14:xfrm>
                <a:off x="5503535" y="3681306"/>
                <a:ext cx="158040" cy="241920"/>
              </p14:xfrm>
            </p:contentPart>
          </mc:Choice>
          <mc:Fallback>
            <p:pic>
              <p:nvPicPr>
                <p:cNvPr id="211" name="Entrada de lápiz 210">
                  <a:extLst>
                    <a:ext uri="{FF2B5EF4-FFF2-40B4-BE49-F238E27FC236}">
                      <a16:creationId xmlns:a16="http://schemas.microsoft.com/office/drawing/2014/main" id="{EDCF1FEA-D821-4DA0-AD5D-5582CA3A627B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5494535" y="3672306"/>
                  <a:ext cx="17568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12" name="Entrada de lápiz 211">
                  <a:extLst>
                    <a:ext uri="{FF2B5EF4-FFF2-40B4-BE49-F238E27FC236}">
                      <a16:creationId xmlns:a16="http://schemas.microsoft.com/office/drawing/2014/main" id="{15FF8294-A36E-414F-A5CB-9031E4B0977D}"/>
                    </a:ext>
                  </a:extLst>
                </p14:cNvPr>
                <p14:cNvContentPartPr/>
                <p14:nvPr/>
              </p14:nvContentPartPr>
              <p14:xfrm>
                <a:off x="5519375" y="3776346"/>
                <a:ext cx="192960" cy="67320"/>
              </p14:xfrm>
            </p:contentPart>
          </mc:Choice>
          <mc:Fallback>
            <p:pic>
              <p:nvPicPr>
                <p:cNvPr id="212" name="Entrada de lápiz 211">
                  <a:extLst>
                    <a:ext uri="{FF2B5EF4-FFF2-40B4-BE49-F238E27FC236}">
                      <a16:creationId xmlns:a16="http://schemas.microsoft.com/office/drawing/2014/main" id="{15FF8294-A36E-414F-A5CB-9031E4B0977D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5510735" y="3767706"/>
                  <a:ext cx="21060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13" name="Entrada de lápiz 212">
                  <a:extLst>
                    <a:ext uri="{FF2B5EF4-FFF2-40B4-BE49-F238E27FC236}">
                      <a16:creationId xmlns:a16="http://schemas.microsoft.com/office/drawing/2014/main" id="{7C900690-CE1C-4FA6-B64E-33DB2CAB87E6}"/>
                    </a:ext>
                  </a:extLst>
                </p14:cNvPr>
                <p14:cNvContentPartPr/>
                <p14:nvPr/>
              </p14:nvContentPartPr>
              <p14:xfrm>
                <a:off x="5816735" y="3687066"/>
                <a:ext cx="122400" cy="264240"/>
              </p14:xfrm>
            </p:contentPart>
          </mc:Choice>
          <mc:Fallback>
            <p:pic>
              <p:nvPicPr>
                <p:cNvPr id="213" name="Entrada de lápiz 212">
                  <a:extLst>
                    <a:ext uri="{FF2B5EF4-FFF2-40B4-BE49-F238E27FC236}">
                      <a16:creationId xmlns:a16="http://schemas.microsoft.com/office/drawing/2014/main" id="{7C900690-CE1C-4FA6-B64E-33DB2CAB87E6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5808095" y="3678426"/>
                  <a:ext cx="140040" cy="28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8" name="Grupo 217">
            <a:extLst>
              <a:ext uri="{FF2B5EF4-FFF2-40B4-BE49-F238E27FC236}">
                <a16:creationId xmlns:a16="http://schemas.microsoft.com/office/drawing/2014/main" id="{0E4A14B1-0C16-4866-B281-642F50EC5D4C}"/>
              </a:ext>
            </a:extLst>
          </p:cNvPr>
          <p:cNvGrpSpPr/>
          <p:nvPr/>
        </p:nvGrpSpPr>
        <p:grpSpPr>
          <a:xfrm>
            <a:off x="6106175" y="3683106"/>
            <a:ext cx="258120" cy="252720"/>
            <a:chOff x="6106175" y="3683106"/>
            <a:chExt cx="258120" cy="25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16" name="Entrada de lápiz 215">
                  <a:extLst>
                    <a:ext uri="{FF2B5EF4-FFF2-40B4-BE49-F238E27FC236}">
                      <a16:creationId xmlns:a16="http://schemas.microsoft.com/office/drawing/2014/main" id="{1F95E509-36A9-40CA-BC3F-68746FE818A8}"/>
                    </a:ext>
                  </a:extLst>
                </p14:cNvPr>
                <p14:cNvContentPartPr/>
                <p14:nvPr/>
              </p14:nvContentPartPr>
              <p14:xfrm>
                <a:off x="6244055" y="3683106"/>
                <a:ext cx="6120" cy="252720"/>
              </p14:xfrm>
            </p:contentPart>
          </mc:Choice>
          <mc:Fallback>
            <p:pic>
              <p:nvPicPr>
                <p:cNvPr id="216" name="Entrada de lápiz 215">
                  <a:extLst>
                    <a:ext uri="{FF2B5EF4-FFF2-40B4-BE49-F238E27FC236}">
                      <a16:creationId xmlns:a16="http://schemas.microsoft.com/office/drawing/2014/main" id="{1F95E509-36A9-40CA-BC3F-68746FE818A8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6235055" y="3674106"/>
                  <a:ext cx="2376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17" name="Entrada de lápiz 216">
                  <a:extLst>
                    <a:ext uri="{FF2B5EF4-FFF2-40B4-BE49-F238E27FC236}">
                      <a16:creationId xmlns:a16="http://schemas.microsoft.com/office/drawing/2014/main" id="{7AAAEB05-E4F3-4CAF-B498-C4E3545E8998}"/>
                    </a:ext>
                  </a:extLst>
                </p14:cNvPr>
                <p14:cNvContentPartPr/>
                <p14:nvPr/>
              </p14:nvContentPartPr>
              <p14:xfrm>
                <a:off x="6106175" y="3796866"/>
                <a:ext cx="258120" cy="19800"/>
              </p14:xfrm>
            </p:contentPart>
          </mc:Choice>
          <mc:Fallback>
            <p:pic>
              <p:nvPicPr>
                <p:cNvPr id="217" name="Entrada de lápiz 216">
                  <a:extLst>
                    <a:ext uri="{FF2B5EF4-FFF2-40B4-BE49-F238E27FC236}">
                      <a16:creationId xmlns:a16="http://schemas.microsoft.com/office/drawing/2014/main" id="{7AAAEB05-E4F3-4CAF-B498-C4E3545E8998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6097175" y="3787866"/>
                  <a:ext cx="275760" cy="3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9" name="Grupo 228">
            <a:extLst>
              <a:ext uri="{FF2B5EF4-FFF2-40B4-BE49-F238E27FC236}">
                <a16:creationId xmlns:a16="http://schemas.microsoft.com/office/drawing/2014/main" id="{42922A65-F40B-44BE-B1B4-8F7170C3DFBB}"/>
              </a:ext>
            </a:extLst>
          </p:cNvPr>
          <p:cNvGrpSpPr/>
          <p:nvPr/>
        </p:nvGrpSpPr>
        <p:grpSpPr>
          <a:xfrm>
            <a:off x="6578855" y="3746466"/>
            <a:ext cx="197280" cy="241200"/>
            <a:chOff x="6578855" y="3746466"/>
            <a:chExt cx="197280" cy="241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24" name="Entrada de lápiz 223">
                  <a:extLst>
                    <a:ext uri="{FF2B5EF4-FFF2-40B4-BE49-F238E27FC236}">
                      <a16:creationId xmlns:a16="http://schemas.microsoft.com/office/drawing/2014/main" id="{DA782A46-AE52-44DB-A2BC-12536B9597F7}"/>
                    </a:ext>
                  </a:extLst>
                </p14:cNvPr>
                <p14:cNvContentPartPr/>
                <p14:nvPr/>
              </p14:nvContentPartPr>
              <p14:xfrm>
                <a:off x="6578855" y="3746466"/>
                <a:ext cx="121680" cy="150840"/>
              </p14:xfrm>
            </p:contentPart>
          </mc:Choice>
          <mc:Fallback>
            <p:pic>
              <p:nvPicPr>
                <p:cNvPr id="224" name="Entrada de lápiz 223">
                  <a:extLst>
                    <a:ext uri="{FF2B5EF4-FFF2-40B4-BE49-F238E27FC236}">
                      <a16:creationId xmlns:a16="http://schemas.microsoft.com/office/drawing/2014/main" id="{DA782A46-AE52-44DB-A2BC-12536B9597F7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6569855" y="3737466"/>
                  <a:ext cx="13932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25" name="Entrada de lápiz 224">
                  <a:extLst>
                    <a:ext uri="{FF2B5EF4-FFF2-40B4-BE49-F238E27FC236}">
                      <a16:creationId xmlns:a16="http://schemas.microsoft.com/office/drawing/2014/main" id="{B3E86E1B-BD88-41BF-A83C-912353A06BC2}"/>
                    </a:ext>
                  </a:extLst>
                </p14:cNvPr>
                <p14:cNvContentPartPr/>
                <p14:nvPr/>
              </p14:nvContentPartPr>
              <p14:xfrm>
                <a:off x="6727535" y="3867426"/>
                <a:ext cx="48600" cy="120240"/>
              </p14:xfrm>
            </p:contentPart>
          </mc:Choice>
          <mc:Fallback>
            <p:pic>
              <p:nvPicPr>
                <p:cNvPr id="225" name="Entrada de lápiz 224">
                  <a:extLst>
                    <a:ext uri="{FF2B5EF4-FFF2-40B4-BE49-F238E27FC236}">
                      <a16:creationId xmlns:a16="http://schemas.microsoft.com/office/drawing/2014/main" id="{B3E86E1B-BD88-41BF-A83C-912353A06BC2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6718895" y="3858426"/>
                  <a:ext cx="66240" cy="13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3" name="Grupo 232">
            <a:extLst>
              <a:ext uri="{FF2B5EF4-FFF2-40B4-BE49-F238E27FC236}">
                <a16:creationId xmlns:a16="http://schemas.microsoft.com/office/drawing/2014/main" id="{91BB6787-32B7-48E2-90DC-E768A7E28D87}"/>
              </a:ext>
            </a:extLst>
          </p:cNvPr>
          <p:cNvGrpSpPr/>
          <p:nvPr/>
        </p:nvGrpSpPr>
        <p:grpSpPr>
          <a:xfrm>
            <a:off x="6949655" y="3568986"/>
            <a:ext cx="1080360" cy="490680"/>
            <a:chOff x="6949655" y="3568986"/>
            <a:chExt cx="1080360" cy="490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26" name="Entrada de lápiz 225">
                  <a:extLst>
                    <a:ext uri="{FF2B5EF4-FFF2-40B4-BE49-F238E27FC236}">
                      <a16:creationId xmlns:a16="http://schemas.microsoft.com/office/drawing/2014/main" id="{717D8462-4555-47B1-8959-096AFA7A6B02}"/>
                    </a:ext>
                  </a:extLst>
                </p14:cNvPr>
                <p14:cNvContentPartPr/>
                <p14:nvPr/>
              </p14:nvContentPartPr>
              <p14:xfrm>
                <a:off x="6949655" y="3667986"/>
                <a:ext cx="205200" cy="203400"/>
              </p14:xfrm>
            </p:contentPart>
          </mc:Choice>
          <mc:Fallback>
            <p:pic>
              <p:nvPicPr>
                <p:cNvPr id="226" name="Entrada de lápiz 225">
                  <a:extLst>
                    <a:ext uri="{FF2B5EF4-FFF2-40B4-BE49-F238E27FC236}">
                      <a16:creationId xmlns:a16="http://schemas.microsoft.com/office/drawing/2014/main" id="{717D8462-4555-47B1-8959-096AFA7A6B02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6940655" y="3658986"/>
                  <a:ext cx="22284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27" name="Entrada de lápiz 226">
                  <a:extLst>
                    <a:ext uri="{FF2B5EF4-FFF2-40B4-BE49-F238E27FC236}">
                      <a16:creationId xmlns:a16="http://schemas.microsoft.com/office/drawing/2014/main" id="{B01B1872-4F24-4DE1-86DE-5FBE9DA225CF}"/>
                    </a:ext>
                  </a:extLst>
                </p14:cNvPr>
                <p14:cNvContentPartPr/>
                <p14:nvPr/>
              </p14:nvContentPartPr>
              <p14:xfrm>
                <a:off x="7213535" y="3665826"/>
                <a:ext cx="128520" cy="194040"/>
              </p14:xfrm>
            </p:contentPart>
          </mc:Choice>
          <mc:Fallback>
            <p:pic>
              <p:nvPicPr>
                <p:cNvPr id="227" name="Entrada de lápiz 226">
                  <a:extLst>
                    <a:ext uri="{FF2B5EF4-FFF2-40B4-BE49-F238E27FC236}">
                      <a16:creationId xmlns:a16="http://schemas.microsoft.com/office/drawing/2014/main" id="{B01B1872-4F24-4DE1-86DE-5FBE9DA225CF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7204535" y="3657186"/>
                  <a:ext cx="14616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30" name="Entrada de lápiz 229">
                  <a:extLst>
                    <a:ext uri="{FF2B5EF4-FFF2-40B4-BE49-F238E27FC236}">
                      <a16:creationId xmlns:a16="http://schemas.microsoft.com/office/drawing/2014/main" id="{05ED61F8-034D-46D5-B795-9889F14CB6DD}"/>
                    </a:ext>
                  </a:extLst>
                </p14:cNvPr>
                <p14:cNvContentPartPr/>
                <p14:nvPr/>
              </p14:nvContentPartPr>
              <p14:xfrm>
                <a:off x="7442495" y="3652506"/>
                <a:ext cx="127440" cy="211680"/>
              </p14:xfrm>
            </p:contentPart>
          </mc:Choice>
          <mc:Fallback>
            <p:pic>
              <p:nvPicPr>
                <p:cNvPr id="230" name="Entrada de lápiz 229">
                  <a:extLst>
                    <a:ext uri="{FF2B5EF4-FFF2-40B4-BE49-F238E27FC236}">
                      <a16:creationId xmlns:a16="http://schemas.microsoft.com/office/drawing/2014/main" id="{05ED61F8-034D-46D5-B795-9889F14CB6DD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7433495" y="3643506"/>
                  <a:ext cx="14508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31" name="Entrada de lápiz 230">
                  <a:extLst>
                    <a:ext uri="{FF2B5EF4-FFF2-40B4-BE49-F238E27FC236}">
                      <a16:creationId xmlns:a16="http://schemas.microsoft.com/office/drawing/2014/main" id="{6E4836F5-8E05-4CDC-A597-2D656E0C0F95}"/>
                    </a:ext>
                  </a:extLst>
                </p14:cNvPr>
                <p14:cNvContentPartPr/>
                <p14:nvPr/>
              </p14:nvContentPartPr>
              <p14:xfrm>
                <a:off x="7654895" y="3679146"/>
                <a:ext cx="141120" cy="171000"/>
              </p14:xfrm>
            </p:contentPart>
          </mc:Choice>
          <mc:Fallback>
            <p:pic>
              <p:nvPicPr>
                <p:cNvPr id="231" name="Entrada de lápiz 230">
                  <a:extLst>
                    <a:ext uri="{FF2B5EF4-FFF2-40B4-BE49-F238E27FC236}">
                      <a16:creationId xmlns:a16="http://schemas.microsoft.com/office/drawing/2014/main" id="{6E4836F5-8E05-4CDC-A597-2D656E0C0F95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7646255" y="3670506"/>
                  <a:ext cx="15876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32" name="Entrada de lápiz 231">
                  <a:extLst>
                    <a:ext uri="{FF2B5EF4-FFF2-40B4-BE49-F238E27FC236}">
                      <a16:creationId xmlns:a16="http://schemas.microsoft.com/office/drawing/2014/main" id="{483D0EE2-49F2-468F-ABF3-8C405BB87DB5}"/>
                    </a:ext>
                  </a:extLst>
                </p14:cNvPr>
                <p14:cNvContentPartPr/>
                <p14:nvPr/>
              </p14:nvContentPartPr>
              <p14:xfrm>
                <a:off x="7882775" y="3568986"/>
                <a:ext cx="147240" cy="490680"/>
              </p14:xfrm>
            </p:contentPart>
          </mc:Choice>
          <mc:Fallback>
            <p:pic>
              <p:nvPicPr>
                <p:cNvPr id="232" name="Entrada de lápiz 231">
                  <a:extLst>
                    <a:ext uri="{FF2B5EF4-FFF2-40B4-BE49-F238E27FC236}">
                      <a16:creationId xmlns:a16="http://schemas.microsoft.com/office/drawing/2014/main" id="{483D0EE2-49F2-468F-ABF3-8C405BB87DB5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7873775" y="3560346"/>
                  <a:ext cx="164880" cy="50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9" name="Grupo 238">
            <a:extLst>
              <a:ext uri="{FF2B5EF4-FFF2-40B4-BE49-F238E27FC236}">
                <a16:creationId xmlns:a16="http://schemas.microsoft.com/office/drawing/2014/main" id="{0D68E53D-AEDB-4838-8F9E-F5E438FF54E4}"/>
              </a:ext>
            </a:extLst>
          </p:cNvPr>
          <p:cNvGrpSpPr/>
          <p:nvPr/>
        </p:nvGrpSpPr>
        <p:grpSpPr>
          <a:xfrm>
            <a:off x="8372735" y="3736386"/>
            <a:ext cx="168480" cy="75960"/>
            <a:chOff x="8372735" y="3736386"/>
            <a:chExt cx="168480" cy="7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34" name="Entrada de lápiz 233">
                  <a:extLst>
                    <a:ext uri="{FF2B5EF4-FFF2-40B4-BE49-F238E27FC236}">
                      <a16:creationId xmlns:a16="http://schemas.microsoft.com/office/drawing/2014/main" id="{32B8591D-2824-4577-B348-ACA52F9D7C6E}"/>
                    </a:ext>
                  </a:extLst>
                </p14:cNvPr>
                <p14:cNvContentPartPr/>
                <p14:nvPr/>
              </p14:nvContentPartPr>
              <p14:xfrm>
                <a:off x="8372735" y="3736386"/>
                <a:ext cx="102240" cy="9000"/>
              </p14:xfrm>
            </p:contentPart>
          </mc:Choice>
          <mc:Fallback>
            <p:pic>
              <p:nvPicPr>
                <p:cNvPr id="234" name="Entrada de lápiz 233">
                  <a:extLst>
                    <a:ext uri="{FF2B5EF4-FFF2-40B4-BE49-F238E27FC236}">
                      <a16:creationId xmlns:a16="http://schemas.microsoft.com/office/drawing/2014/main" id="{32B8591D-2824-4577-B348-ACA52F9D7C6E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8364095" y="3727746"/>
                  <a:ext cx="11988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35" name="Entrada de lápiz 234">
                  <a:extLst>
                    <a:ext uri="{FF2B5EF4-FFF2-40B4-BE49-F238E27FC236}">
                      <a16:creationId xmlns:a16="http://schemas.microsoft.com/office/drawing/2014/main" id="{72112FCB-0018-46C4-BCFA-EDEB84FBF930}"/>
                    </a:ext>
                  </a:extLst>
                </p14:cNvPr>
                <p14:cNvContentPartPr/>
                <p14:nvPr/>
              </p14:nvContentPartPr>
              <p14:xfrm>
                <a:off x="8387855" y="3783186"/>
                <a:ext cx="153360" cy="29160"/>
              </p14:xfrm>
            </p:contentPart>
          </mc:Choice>
          <mc:Fallback>
            <p:pic>
              <p:nvPicPr>
                <p:cNvPr id="235" name="Entrada de lápiz 234">
                  <a:extLst>
                    <a:ext uri="{FF2B5EF4-FFF2-40B4-BE49-F238E27FC236}">
                      <a16:creationId xmlns:a16="http://schemas.microsoft.com/office/drawing/2014/main" id="{72112FCB-0018-46C4-BCFA-EDEB84FBF930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8379215" y="3774186"/>
                  <a:ext cx="171000" cy="4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8" name="Grupo 237">
            <a:extLst>
              <a:ext uri="{FF2B5EF4-FFF2-40B4-BE49-F238E27FC236}">
                <a16:creationId xmlns:a16="http://schemas.microsoft.com/office/drawing/2014/main" id="{CAE97594-C34D-4ED6-B72A-6856D7CF676D}"/>
              </a:ext>
            </a:extLst>
          </p:cNvPr>
          <p:cNvGrpSpPr/>
          <p:nvPr/>
        </p:nvGrpSpPr>
        <p:grpSpPr>
          <a:xfrm>
            <a:off x="8705375" y="3612546"/>
            <a:ext cx="406440" cy="306000"/>
            <a:chOff x="8705375" y="3612546"/>
            <a:chExt cx="406440" cy="30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36" name="Entrada de lápiz 235">
                  <a:extLst>
                    <a:ext uri="{FF2B5EF4-FFF2-40B4-BE49-F238E27FC236}">
                      <a16:creationId xmlns:a16="http://schemas.microsoft.com/office/drawing/2014/main" id="{04FFD45E-686C-4DD5-BB5F-5A35321D882C}"/>
                    </a:ext>
                  </a:extLst>
                </p14:cNvPr>
                <p14:cNvContentPartPr/>
                <p14:nvPr/>
              </p14:nvContentPartPr>
              <p14:xfrm>
                <a:off x="8705375" y="3612546"/>
                <a:ext cx="191160" cy="306000"/>
              </p14:xfrm>
            </p:contentPart>
          </mc:Choice>
          <mc:Fallback>
            <p:pic>
              <p:nvPicPr>
                <p:cNvPr id="236" name="Entrada de lápiz 235">
                  <a:extLst>
                    <a:ext uri="{FF2B5EF4-FFF2-40B4-BE49-F238E27FC236}">
                      <a16:creationId xmlns:a16="http://schemas.microsoft.com/office/drawing/2014/main" id="{04FFD45E-686C-4DD5-BB5F-5A35321D882C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8696375" y="3603906"/>
                  <a:ext cx="20880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37" name="Entrada de lápiz 236">
                  <a:extLst>
                    <a:ext uri="{FF2B5EF4-FFF2-40B4-BE49-F238E27FC236}">
                      <a16:creationId xmlns:a16="http://schemas.microsoft.com/office/drawing/2014/main" id="{8D1B20AF-DC96-4057-8543-DCF85F369E14}"/>
                    </a:ext>
                  </a:extLst>
                </p14:cNvPr>
                <p14:cNvContentPartPr/>
                <p14:nvPr/>
              </p14:nvContentPartPr>
              <p14:xfrm>
                <a:off x="8953775" y="3742506"/>
                <a:ext cx="158040" cy="24120"/>
              </p14:xfrm>
            </p:contentPart>
          </mc:Choice>
          <mc:Fallback>
            <p:pic>
              <p:nvPicPr>
                <p:cNvPr id="237" name="Entrada de lápiz 236">
                  <a:extLst>
                    <a:ext uri="{FF2B5EF4-FFF2-40B4-BE49-F238E27FC236}">
                      <a16:creationId xmlns:a16="http://schemas.microsoft.com/office/drawing/2014/main" id="{8D1B20AF-DC96-4057-8543-DCF85F369E14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8944775" y="3733506"/>
                  <a:ext cx="175680" cy="4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6" name="Grupo 245">
            <a:extLst>
              <a:ext uri="{FF2B5EF4-FFF2-40B4-BE49-F238E27FC236}">
                <a16:creationId xmlns:a16="http://schemas.microsoft.com/office/drawing/2014/main" id="{A623C95D-2F00-487E-925D-48B7333A6151}"/>
              </a:ext>
            </a:extLst>
          </p:cNvPr>
          <p:cNvGrpSpPr/>
          <p:nvPr/>
        </p:nvGrpSpPr>
        <p:grpSpPr>
          <a:xfrm>
            <a:off x="9565055" y="3572226"/>
            <a:ext cx="825120" cy="315000"/>
            <a:chOff x="9565055" y="3572226"/>
            <a:chExt cx="825120" cy="315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40" name="Entrada de lápiz 239">
                  <a:extLst>
                    <a:ext uri="{FF2B5EF4-FFF2-40B4-BE49-F238E27FC236}">
                      <a16:creationId xmlns:a16="http://schemas.microsoft.com/office/drawing/2014/main" id="{E7E991EE-7271-4C5A-8665-DC1FE68EDF82}"/>
                    </a:ext>
                  </a:extLst>
                </p14:cNvPr>
                <p14:cNvContentPartPr/>
                <p14:nvPr/>
              </p14:nvContentPartPr>
              <p14:xfrm>
                <a:off x="9565055" y="3624426"/>
                <a:ext cx="130320" cy="119520"/>
              </p14:xfrm>
            </p:contentPart>
          </mc:Choice>
          <mc:Fallback>
            <p:pic>
              <p:nvPicPr>
                <p:cNvPr id="240" name="Entrada de lápiz 239">
                  <a:extLst>
                    <a:ext uri="{FF2B5EF4-FFF2-40B4-BE49-F238E27FC236}">
                      <a16:creationId xmlns:a16="http://schemas.microsoft.com/office/drawing/2014/main" id="{E7E991EE-7271-4C5A-8665-DC1FE68EDF82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9556415" y="3615426"/>
                  <a:ext cx="14796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41" name="Entrada de lápiz 240">
                  <a:extLst>
                    <a:ext uri="{FF2B5EF4-FFF2-40B4-BE49-F238E27FC236}">
                      <a16:creationId xmlns:a16="http://schemas.microsoft.com/office/drawing/2014/main" id="{D1E9C84C-4798-4C40-81F6-D23AE3313806}"/>
                    </a:ext>
                  </a:extLst>
                </p14:cNvPr>
                <p14:cNvContentPartPr/>
                <p14:nvPr/>
              </p14:nvContentPartPr>
              <p14:xfrm>
                <a:off x="9737495" y="3733866"/>
                <a:ext cx="39960" cy="153360"/>
              </p14:xfrm>
            </p:contentPart>
          </mc:Choice>
          <mc:Fallback>
            <p:pic>
              <p:nvPicPr>
                <p:cNvPr id="241" name="Entrada de lápiz 240">
                  <a:extLst>
                    <a:ext uri="{FF2B5EF4-FFF2-40B4-BE49-F238E27FC236}">
                      <a16:creationId xmlns:a16="http://schemas.microsoft.com/office/drawing/2014/main" id="{D1E9C84C-4798-4C40-81F6-D23AE3313806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9728855" y="3725226"/>
                  <a:ext cx="5760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42" name="Entrada de lápiz 241">
                  <a:extLst>
                    <a:ext uri="{FF2B5EF4-FFF2-40B4-BE49-F238E27FC236}">
                      <a16:creationId xmlns:a16="http://schemas.microsoft.com/office/drawing/2014/main" id="{57D2F3A9-B8F1-47EF-A5D4-EF31F993CBC5}"/>
                    </a:ext>
                  </a:extLst>
                </p14:cNvPr>
                <p14:cNvContentPartPr/>
                <p14:nvPr/>
              </p14:nvContentPartPr>
              <p14:xfrm>
                <a:off x="9842975" y="3613266"/>
                <a:ext cx="103680" cy="239040"/>
              </p14:xfrm>
            </p:contentPart>
          </mc:Choice>
          <mc:Fallback>
            <p:pic>
              <p:nvPicPr>
                <p:cNvPr id="242" name="Entrada de lápiz 241">
                  <a:extLst>
                    <a:ext uri="{FF2B5EF4-FFF2-40B4-BE49-F238E27FC236}">
                      <a16:creationId xmlns:a16="http://schemas.microsoft.com/office/drawing/2014/main" id="{57D2F3A9-B8F1-47EF-A5D4-EF31F993CBC5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9834335" y="3604626"/>
                  <a:ext cx="12132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43" name="Entrada de lápiz 242">
                  <a:extLst>
                    <a:ext uri="{FF2B5EF4-FFF2-40B4-BE49-F238E27FC236}">
                      <a16:creationId xmlns:a16="http://schemas.microsoft.com/office/drawing/2014/main" id="{192395D6-F48A-44F8-BAAD-DCB8B4E9BCDC}"/>
                    </a:ext>
                  </a:extLst>
                </p14:cNvPr>
                <p14:cNvContentPartPr/>
                <p14:nvPr/>
              </p14:nvContentPartPr>
              <p14:xfrm>
                <a:off x="10067975" y="3572226"/>
                <a:ext cx="114840" cy="102600"/>
              </p14:xfrm>
            </p:contentPart>
          </mc:Choice>
          <mc:Fallback>
            <p:pic>
              <p:nvPicPr>
                <p:cNvPr id="243" name="Entrada de lápiz 242">
                  <a:extLst>
                    <a:ext uri="{FF2B5EF4-FFF2-40B4-BE49-F238E27FC236}">
                      <a16:creationId xmlns:a16="http://schemas.microsoft.com/office/drawing/2014/main" id="{192395D6-F48A-44F8-BAAD-DCB8B4E9BCDC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0059335" y="3563586"/>
                  <a:ext cx="13248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44" name="Entrada de lápiz 243">
                  <a:extLst>
                    <a:ext uri="{FF2B5EF4-FFF2-40B4-BE49-F238E27FC236}">
                      <a16:creationId xmlns:a16="http://schemas.microsoft.com/office/drawing/2014/main" id="{0A5BA291-B1DD-4240-B0E8-8B706F94E7BB}"/>
                    </a:ext>
                  </a:extLst>
                </p14:cNvPr>
                <p14:cNvContentPartPr/>
                <p14:nvPr/>
              </p14:nvContentPartPr>
              <p14:xfrm>
                <a:off x="10080935" y="3648186"/>
                <a:ext cx="106200" cy="125640"/>
              </p14:xfrm>
            </p:contentPart>
          </mc:Choice>
          <mc:Fallback>
            <p:pic>
              <p:nvPicPr>
                <p:cNvPr id="244" name="Entrada de lápiz 243">
                  <a:extLst>
                    <a:ext uri="{FF2B5EF4-FFF2-40B4-BE49-F238E27FC236}">
                      <a16:creationId xmlns:a16="http://schemas.microsoft.com/office/drawing/2014/main" id="{0A5BA291-B1DD-4240-B0E8-8B706F94E7BB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0072295" y="3639186"/>
                  <a:ext cx="12384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45" name="Entrada de lápiz 244">
                  <a:extLst>
                    <a:ext uri="{FF2B5EF4-FFF2-40B4-BE49-F238E27FC236}">
                      <a16:creationId xmlns:a16="http://schemas.microsoft.com/office/drawing/2014/main" id="{C93497D4-978A-43B5-AA88-6E4A5794FEDC}"/>
                    </a:ext>
                  </a:extLst>
                </p14:cNvPr>
                <p14:cNvContentPartPr/>
                <p14:nvPr/>
              </p14:nvContentPartPr>
              <p14:xfrm>
                <a:off x="10306655" y="3599586"/>
                <a:ext cx="83520" cy="171000"/>
              </p14:xfrm>
            </p:contentPart>
          </mc:Choice>
          <mc:Fallback>
            <p:pic>
              <p:nvPicPr>
                <p:cNvPr id="245" name="Entrada de lápiz 244">
                  <a:extLst>
                    <a:ext uri="{FF2B5EF4-FFF2-40B4-BE49-F238E27FC236}">
                      <a16:creationId xmlns:a16="http://schemas.microsoft.com/office/drawing/2014/main" id="{C93497D4-978A-43B5-AA88-6E4A5794FEDC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0298015" y="3590946"/>
                  <a:ext cx="101160" cy="188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62">
            <p14:nvContentPartPr>
              <p14:cNvPr id="247" name="Entrada de lápiz 246">
                <a:extLst>
                  <a:ext uri="{FF2B5EF4-FFF2-40B4-BE49-F238E27FC236}">
                    <a16:creationId xmlns:a16="http://schemas.microsoft.com/office/drawing/2014/main" id="{C0D6DB9F-3976-47CF-82DD-DD8E7194B7D1}"/>
                  </a:ext>
                </a:extLst>
              </p14:cNvPr>
              <p14:cNvContentPartPr/>
              <p14:nvPr/>
            </p14:nvContentPartPr>
            <p14:xfrm>
              <a:off x="10593215" y="3515346"/>
              <a:ext cx="16560" cy="196920"/>
            </p14:xfrm>
          </p:contentPart>
        </mc:Choice>
        <mc:Fallback>
          <p:pic>
            <p:nvPicPr>
              <p:cNvPr id="247" name="Entrada de lápiz 246">
                <a:extLst>
                  <a:ext uri="{FF2B5EF4-FFF2-40B4-BE49-F238E27FC236}">
                    <a16:creationId xmlns:a16="http://schemas.microsoft.com/office/drawing/2014/main" id="{C0D6DB9F-3976-47CF-82DD-DD8E7194B7D1}"/>
                  </a:ext>
                </a:extLst>
              </p:cNvPr>
              <p:cNvPicPr/>
              <p:nvPr/>
            </p:nvPicPr>
            <p:blipFill>
              <a:blip r:embed="rId363"/>
              <a:stretch>
                <a:fillRect/>
              </a:stretch>
            </p:blipFill>
            <p:spPr>
              <a:xfrm>
                <a:off x="10584575" y="3506706"/>
                <a:ext cx="34200" cy="21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4">
            <p14:nvContentPartPr>
              <p14:cNvPr id="248" name="Entrada de lápiz 247">
                <a:extLst>
                  <a:ext uri="{FF2B5EF4-FFF2-40B4-BE49-F238E27FC236}">
                    <a16:creationId xmlns:a16="http://schemas.microsoft.com/office/drawing/2014/main" id="{8A10ADE9-B71B-4DC6-848C-6B6EEA4D03D2}"/>
                  </a:ext>
                </a:extLst>
              </p14:cNvPr>
              <p14:cNvContentPartPr/>
              <p14:nvPr/>
            </p14:nvContentPartPr>
            <p14:xfrm>
              <a:off x="8492975" y="4375386"/>
              <a:ext cx="157320" cy="5400"/>
            </p14:xfrm>
          </p:contentPart>
        </mc:Choice>
        <mc:Fallback>
          <p:pic>
            <p:nvPicPr>
              <p:cNvPr id="248" name="Entrada de lápiz 247">
                <a:extLst>
                  <a:ext uri="{FF2B5EF4-FFF2-40B4-BE49-F238E27FC236}">
                    <a16:creationId xmlns:a16="http://schemas.microsoft.com/office/drawing/2014/main" id="{8A10ADE9-B71B-4DC6-848C-6B6EEA4D03D2}"/>
                  </a:ext>
                </a:extLst>
              </p:cNvPr>
              <p:cNvPicPr/>
              <p:nvPr/>
            </p:nvPicPr>
            <p:blipFill>
              <a:blip r:embed="rId365"/>
              <a:stretch>
                <a:fillRect/>
              </a:stretch>
            </p:blipFill>
            <p:spPr>
              <a:xfrm>
                <a:off x="8483975" y="4366386"/>
                <a:ext cx="174960" cy="2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6">
            <p14:nvContentPartPr>
              <p14:cNvPr id="257" name="Entrada de lápiz 256">
                <a:extLst>
                  <a:ext uri="{FF2B5EF4-FFF2-40B4-BE49-F238E27FC236}">
                    <a16:creationId xmlns:a16="http://schemas.microsoft.com/office/drawing/2014/main" id="{5CD23143-DE87-46CE-B712-6ACFA744EADE}"/>
                  </a:ext>
                </a:extLst>
              </p14:cNvPr>
              <p14:cNvContentPartPr/>
              <p14:nvPr/>
            </p14:nvContentPartPr>
            <p14:xfrm>
              <a:off x="8579735" y="4507146"/>
              <a:ext cx="184680" cy="28440"/>
            </p14:xfrm>
          </p:contentPart>
        </mc:Choice>
        <mc:Fallback>
          <p:pic>
            <p:nvPicPr>
              <p:cNvPr id="257" name="Entrada de lápiz 256">
                <a:extLst>
                  <a:ext uri="{FF2B5EF4-FFF2-40B4-BE49-F238E27FC236}">
                    <a16:creationId xmlns:a16="http://schemas.microsoft.com/office/drawing/2014/main" id="{5CD23143-DE87-46CE-B712-6ACFA744EADE}"/>
                  </a:ext>
                </a:extLst>
              </p:cNvPr>
              <p:cNvPicPr/>
              <p:nvPr/>
            </p:nvPicPr>
            <p:blipFill>
              <a:blip r:embed="rId367"/>
              <a:stretch>
                <a:fillRect/>
              </a:stretch>
            </p:blipFill>
            <p:spPr>
              <a:xfrm>
                <a:off x="8570735" y="4498146"/>
                <a:ext cx="202320" cy="46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76" name="Grupo 275">
            <a:extLst>
              <a:ext uri="{FF2B5EF4-FFF2-40B4-BE49-F238E27FC236}">
                <a16:creationId xmlns:a16="http://schemas.microsoft.com/office/drawing/2014/main" id="{623D853D-21BD-4A0D-8DDA-EC3D1C4F8091}"/>
              </a:ext>
            </a:extLst>
          </p:cNvPr>
          <p:cNvGrpSpPr/>
          <p:nvPr/>
        </p:nvGrpSpPr>
        <p:grpSpPr>
          <a:xfrm>
            <a:off x="5026535" y="4183506"/>
            <a:ext cx="438480" cy="178560"/>
            <a:chOff x="5026535" y="4183506"/>
            <a:chExt cx="438480" cy="17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67" name="Entrada de lápiz 266">
                  <a:extLst>
                    <a:ext uri="{FF2B5EF4-FFF2-40B4-BE49-F238E27FC236}">
                      <a16:creationId xmlns:a16="http://schemas.microsoft.com/office/drawing/2014/main" id="{4F38EADB-C3B1-4C70-9C9E-2347EE518562}"/>
                    </a:ext>
                  </a:extLst>
                </p14:cNvPr>
                <p14:cNvContentPartPr/>
                <p14:nvPr/>
              </p14:nvContentPartPr>
              <p14:xfrm>
                <a:off x="5026535" y="4183506"/>
                <a:ext cx="131760" cy="170280"/>
              </p14:xfrm>
            </p:contentPart>
          </mc:Choice>
          <mc:Fallback>
            <p:pic>
              <p:nvPicPr>
                <p:cNvPr id="267" name="Entrada de lápiz 266">
                  <a:extLst>
                    <a:ext uri="{FF2B5EF4-FFF2-40B4-BE49-F238E27FC236}">
                      <a16:creationId xmlns:a16="http://schemas.microsoft.com/office/drawing/2014/main" id="{4F38EADB-C3B1-4C70-9C9E-2347EE518562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5017535" y="4174506"/>
                  <a:ext cx="14940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68" name="Entrada de lápiz 267">
                  <a:extLst>
                    <a:ext uri="{FF2B5EF4-FFF2-40B4-BE49-F238E27FC236}">
                      <a16:creationId xmlns:a16="http://schemas.microsoft.com/office/drawing/2014/main" id="{9B9FB175-303D-4B1F-8A29-EE152BB5D4F3}"/>
                    </a:ext>
                  </a:extLst>
                </p14:cNvPr>
                <p14:cNvContentPartPr/>
                <p14:nvPr/>
              </p14:nvContentPartPr>
              <p14:xfrm>
                <a:off x="5076575" y="4201146"/>
                <a:ext cx="208080" cy="134640"/>
              </p14:xfrm>
            </p:contentPart>
          </mc:Choice>
          <mc:Fallback>
            <p:pic>
              <p:nvPicPr>
                <p:cNvPr id="268" name="Entrada de lápiz 267">
                  <a:extLst>
                    <a:ext uri="{FF2B5EF4-FFF2-40B4-BE49-F238E27FC236}">
                      <a16:creationId xmlns:a16="http://schemas.microsoft.com/office/drawing/2014/main" id="{9B9FB175-303D-4B1F-8A29-EE152BB5D4F3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5067935" y="4192506"/>
                  <a:ext cx="22572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69" name="Entrada de lápiz 268">
                  <a:extLst>
                    <a:ext uri="{FF2B5EF4-FFF2-40B4-BE49-F238E27FC236}">
                      <a16:creationId xmlns:a16="http://schemas.microsoft.com/office/drawing/2014/main" id="{12EB1757-35EC-4EBE-8A7A-EBC93B2AF11F}"/>
                    </a:ext>
                  </a:extLst>
                </p14:cNvPr>
                <p14:cNvContentPartPr/>
                <p14:nvPr/>
              </p14:nvContentPartPr>
              <p14:xfrm>
                <a:off x="5224895" y="4283586"/>
                <a:ext cx="240120" cy="78480"/>
              </p14:xfrm>
            </p:contentPart>
          </mc:Choice>
          <mc:Fallback>
            <p:pic>
              <p:nvPicPr>
                <p:cNvPr id="269" name="Entrada de lápiz 268">
                  <a:extLst>
                    <a:ext uri="{FF2B5EF4-FFF2-40B4-BE49-F238E27FC236}">
                      <a16:creationId xmlns:a16="http://schemas.microsoft.com/office/drawing/2014/main" id="{12EB1757-35EC-4EBE-8A7A-EBC93B2AF11F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5215895" y="4274946"/>
                  <a:ext cx="257760" cy="9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5" name="Grupo 274">
            <a:extLst>
              <a:ext uri="{FF2B5EF4-FFF2-40B4-BE49-F238E27FC236}">
                <a16:creationId xmlns:a16="http://schemas.microsoft.com/office/drawing/2014/main" id="{65D475BC-C6F2-42CB-A508-7EB358D73558}"/>
              </a:ext>
            </a:extLst>
          </p:cNvPr>
          <p:cNvGrpSpPr/>
          <p:nvPr/>
        </p:nvGrpSpPr>
        <p:grpSpPr>
          <a:xfrm>
            <a:off x="6248735" y="4201866"/>
            <a:ext cx="900360" cy="156600"/>
            <a:chOff x="6248735" y="4201866"/>
            <a:chExt cx="900360" cy="156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70" name="Entrada de lápiz 269">
                  <a:extLst>
                    <a:ext uri="{FF2B5EF4-FFF2-40B4-BE49-F238E27FC236}">
                      <a16:creationId xmlns:a16="http://schemas.microsoft.com/office/drawing/2014/main" id="{DBFDB6D9-66F3-4B52-8158-AB867915AF7E}"/>
                    </a:ext>
                  </a:extLst>
                </p14:cNvPr>
                <p14:cNvContentPartPr/>
                <p14:nvPr/>
              </p14:nvContentPartPr>
              <p14:xfrm>
                <a:off x="6288335" y="4215546"/>
                <a:ext cx="54360" cy="142920"/>
              </p14:xfrm>
            </p:contentPart>
          </mc:Choice>
          <mc:Fallback>
            <p:pic>
              <p:nvPicPr>
                <p:cNvPr id="270" name="Entrada de lápiz 269">
                  <a:extLst>
                    <a:ext uri="{FF2B5EF4-FFF2-40B4-BE49-F238E27FC236}">
                      <a16:creationId xmlns:a16="http://schemas.microsoft.com/office/drawing/2014/main" id="{DBFDB6D9-66F3-4B52-8158-AB867915AF7E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6279695" y="4206906"/>
                  <a:ext cx="7200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71" name="Entrada de lápiz 270">
                  <a:extLst>
                    <a:ext uri="{FF2B5EF4-FFF2-40B4-BE49-F238E27FC236}">
                      <a16:creationId xmlns:a16="http://schemas.microsoft.com/office/drawing/2014/main" id="{0A72F902-9FE0-4E37-8F3F-63B29DEACFD5}"/>
                    </a:ext>
                  </a:extLst>
                </p14:cNvPr>
                <p14:cNvContentPartPr/>
                <p14:nvPr/>
              </p14:nvContentPartPr>
              <p14:xfrm>
                <a:off x="6248735" y="4201866"/>
                <a:ext cx="554760" cy="149040"/>
              </p14:xfrm>
            </p:contentPart>
          </mc:Choice>
          <mc:Fallback>
            <p:pic>
              <p:nvPicPr>
                <p:cNvPr id="271" name="Entrada de lápiz 270">
                  <a:extLst>
                    <a:ext uri="{FF2B5EF4-FFF2-40B4-BE49-F238E27FC236}">
                      <a16:creationId xmlns:a16="http://schemas.microsoft.com/office/drawing/2014/main" id="{0A72F902-9FE0-4E37-8F3F-63B29DEACFD5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6239735" y="4193226"/>
                  <a:ext cx="57240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72" name="Entrada de lápiz 271">
                  <a:extLst>
                    <a:ext uri="{FF2B5EF4-FFF2-40B4-BE49-F238E27FC236}">
                      <a16:creationId xmlns:a16="http://schemas.microsoft.com/office/drawing/2014/main" id="{F3EB0DED-7EE0-4674-8A67-428C6EF041CB}"/>
                    </a:ext>
                  </a:extLst>
                </p14:cNvPr>
                <p14:cNvContentPartPr/>
                <p14:nvPr/>
              </p14:nvContentPartPr>
              <p14:xfrm>
                <a:off x="6739055" y="4240386"/>
                <a:ext cx="355320" cy="72720"/>
              </p14:xfrm>
            </p:contentPart>
          </mc:Choice>
          <mc:Fallback>
            <p:pic>
              <p:nvPicPr>
                <p:cNvPr id="272" name="Entrada de lápiz 271">
                  <a:extLst>
                    <a:ext uri="{FF2B5EF4-FFF2-40B4-BE49-F238E27FC236}">
                      <a16:creationId xmlns:a16="http://schemas.microsoft.com/office/drawing/2014/main" id="{F3EB0DED-7EE0-4674-8A67-428C6EF041CB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6730055" y="4231386"/>
                  <a:ext cx="37296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73" name="Entrada de lápiz 272">
                  <a:extLst>
                    <a:ext uri="{FF2B5EF4-FFF2-40B4-BE49-F238E27FC236}">
                      <a16:creationId xmlns:a16="http://schemas.microsoft.com/office/drawing/2014/main" id="{5045473C-29AE-4B20-8D98-452AD26D49FC}"/>
                    </a:ext>
                  </a:extLst>
                </p14:cNvPr>
                <p14:cNvContentPartPr/>
                <p14:nvPr/>
              </p14:nvContentPartPr>
              <p14:xfrm>
                <a:off x="7046855" y="4268466"/>
                <a:ext cx="102240" cy="21600"/>
              </p14:xfrm>
            </p:contentPart>
          </mc:Choice>
          <mc:Fallback>
            <p:pic>
              <p:nvPicPr>
                <p:cNvPr id="273" name="Entrada de lápiz 272">
                  <a:extLst>
                    <a:ext uri="{FF2B5EF4-FFF2-40B4-BE49-F238E27FC236}">
                      <a16:creationId xmlns:a16="http://schemas.microsoft.com/office/drawing/2014/main" id="{5045473C-29AE-4B20-8D98-452AD26D49FC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7037855" y="4259466"/>
                  <a:ext cx="119880" cy="39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82">
            <p14:nvContentPartPr>
              <p14:cNvPr id="274" name="Entrada de lápiz 273">
                <a:extLst>
                  <a:ext uri="{FF2B5EF4-FFF2-40B4-BE49-F238E27FC236}">
                    <a16:creationId xmlns:a16="http://schemas.microsoft.com/office/drawing/2014/main" id="{613EEB6F-3DD1-42E9-932F-05D47CF11671}"/>
                  </a:ext>
                </a:extLst>
              </p14:cNvPr>
              <p14:cNvContentPartPr/>
              <p14:nvPr/>
            </p14:nvContentPartPr>
            <p14:xfrm>
              <a:off x="7305695" y="4174866"/>
              <a:ext cx="75960" cy="167760"/>
            </p14:xfrm>
          </p:contentPart>
        </mc:Choice>
        <mc:Fallback>
          <p:pic>
            <p:nvPicPr>
              <p:cNvPr id="274" name="Entrada de lápiz 273">
                <a:extLst>
                  <a:ext uri="{FF2B5EF4-FFF2-40B4-BE49-F238E27FC236}">
                    <a16:creationId xmlns:a16="http://schemas.microsoft.com/office/drawing/2014/main" id="{613EEB6F-3DD1-42E9-932F-05D47CF11671}"/>
                  </a:ext>
                </a:extLst>
              </p:cNvPr>
              <p:cNvPicPr/>
              <p:nvPr/>
            </p:nvPicPr>
            <p:blipFill>
              <a:blip r:embed="rId383"/>
              <a:stretch>
                <a:fillRect/>
              </a:stretch>
            </p:blipFill>
            <p:spPr>
              <a:xfrm>
                <a:off x="7296695" y="4165866"/>
                <a:ext cx="93600" cy="185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88" name="Grupo 287">
            <a:extLst>
              <a:ext uri="{FF2B5EF4-FFF2-40B4-BE49-F238E27FC236}">
                <a16:creationId xmlns:a16="http://schemas.microsoft.com/office/drawing/2014/main" id="{4ED336DA-725B-43FB-B332-C9DBB577A997}"/>
              </a:ext>
            </a:extLst>
          </p:cNvPr>
          <p:cNvGrpSpPr/>
          <p:nvPr/>
        </p:nvGrpSpPr>
        <p:grpSpPr>
          <a:xfrm>
            <a:off x="6656615" y="963666"/>
            <a:ext cx="546480" cy="247320"/>
            <a:chOff x="6656615" y="963666"/>
            <a:chExt cx="546480" cy="247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77" name="Entrada de lápiz 276">
                  <a:extLst>
                    <a:ext uri="{FF2B5EF4-FFF2-40B4-BE49-F238E27FC236}">
                      <a16:creationId xmlns:a16="http://schemas.microsoft.com/office/drawing/2014/main" id="{F6F6D9BE-7504-4DF4-AEDF-5C57B850F33C}"/>
                    </a:ext>
                  </a:extLst>
                </p14:cNvPr>
                <p14:cNvContentPartPr/>
                <p14:nvPr/>
              </p14:nvContentPartPr>
              <p14:xfrm>
                <a:off x="6656615" y="1101906"/>
                <a:ext cx="109800" cy="14760"/>
              </p14:xfrm>
            </p:contentPart>
          </mc:Choice>
          <mc:Fallback>
            <p:pic>
              <p:nvPicPr>
                <p:cNvPr id="277" name="Entrada de lápiz 276">
                  <a:extLst>
                    <a:ext uri="{FF2B5EF4-FFF2-40B4-BE49-F238E27FC236}">
                      <a16:creationId xmlns:a16="http://schemas.microsoft.com/office/drawing/2014/main" id="{F6F6D9BE-7504-4DF4-AEDF-5C57B850F33C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6647975" y="1092906"/>
                  <a:ext cx="12744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78" name="Entrada de lápiz 277">
                  <a:extLst>
                    <a:ext uri="{FF2B5EF4-FFF2-40B4-BE49-F238E27FC236}">
                      <a16:creationId xmlns:a16="http://schemas.microsoft.com/office/drawing/2014/main" id="{38D4C06E-54A9-4A9E-9FAB-23EEC4D0C0AD}"/>
                    </a:ext>
                  </a:extLst>
                </p14:cNvPr>
                <p14:cNvContentPartPr/>
                <p14:nvPr/>
              </p14:nvContentPartPr>
              <p14:xfrm>
                <a:off x="6682175" y="1146186"/>
                <a:ext cx="205200" cy="26640"/>
              </p14:xfrm>
            </p:contentPart>
          </mc:Choice>
          <mc:Fallback>
            <p:pic>
              <p:nvPicPr>
                <p:cNvPr id="278" name="Entrada de lápiz 277">
                  <a:extLst>
                    <a:ext uri="{FF2B5EF4-FFF2-40B4-BE49-F238E27FC236}">
                      <a16:creationId xmlns:a16="http://schemas.microsoft.com/office/drawing/2014/main" id="{38D4C06E-54A9-4A9E-9FAB-23EEC4D0C0AD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6673535" y="1137186"/>
                  <a:ext cx="22284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79" name="Entrada de lápiz 278">
                  <a:extLst>
                    <a:ext uri="{FF2B5EF4-FFF2-40B4-BE49-F238E27FC236}">
                      <a16:creationId xmlns:a16="http://schemas.microsoft.com/office/drawing/2014/main" id="{7A0A67E7-E4A1-44DF-B632-AB68993FA7BD}"/>
                    </a:ext>
                  </a:extLst>
                </p14:cNvPr>
                <p14:cNvContentPartPr/>
                <p14:nvPr/>
              </p14:nvContentPartPr>
              <p14:xfrm>
                <a:off x="7075295" y="963666"/>
                <a:ext cx="38160" cy="237960"/>
              </p14:xfrm>
            </p:contentPart>
          </mc:Choice>
          <mc:Fallback>
            <p:pic>
              <p:nvPicPr>
                <p:cNvPr id="279" name="Entrada de lápiz 278">
                  <a:extLst>
                    <a:ext uri="{FF2B5EF4-FFF2-40B4-BE49-F238E27FC236}">
                      <a16:creationId xmlns:a16="http://schemas.microsoft.com/office/drawing/2014/main" id="{7A0A67E7-E4A1-44DF-B632-AB68993FA7BD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7066295" y="954666"/>
                  <a:ext cx="5580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80" name="Entrada de lápiz 279">
                  <a:extLst>
                    <a:ext uri="{FF2B5EF4-FFF2-40B4-BE49-F238E27FC236}">
                      <a16:creationId xmlns:a16="http://schemas.microsoft.com/office/drawing/2014/main" id="{6CD5A63D-7D5F-406B-B9C3-55399DBDF641}"/>
                    </a:ext>
                  </a:extLst>
                </p14:cNvPr>
                <p14:cNvContentPartPr/>
                <p14:nvPr/>
              </p14:nvContentPartPr>
              <p14:xfrm>
                <a:off x="6995015" y="1203066"/>
                <a:ext cx="208080" cy="7920"/>
              </p14:xfrm>
            </p:contentPart>
          </mc:Choice>
          <mc:Fallback>
            <p:pic>
              <p:nvPicPr>
                <p:cNvPr id="280" name="Entrada de lápiz 279">
                  <a:extLst>
                    <a:ext uri="{FF2B5EF4-FFF2-40B4-BE49-F238E27FC236}">
                      <a16:creationId xmlns:a16="http://schemas.microsoft.com/office/drawing/2014/main" id="{6CD5A63D-7D5F-406B-B9C3-55399DBDF641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6986015" y="1194066"/>
                  <a:ext cx="225720" cy="25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92">
            <p14:nvContentPartPr>
              <p14:cNvPr id="281" name="Entrada de lápiz 280">
                <a:extLst>
                  <a:ext uri="{FF2B5EF4-FFF2-40B4-BE49-F238E27FC236}">
                    <a16:creationId xmlns:a16="http://schemas.microsoft.com/office/drawing/2014/main" id="{1A4DCF8D-349F-432A-87D0-0C0248315E34}"/>
                  </a:ext>
                </a:extLst>
              </p14:cNvPr>
              <p14:cNvContentPartPr/>
              <p14:nvPr/>
            </p14:nvContentPartPr>
            <p14:xfrm>
              <a:off x="7415135" y="1027386"/>
              <a:ext cx="183600" cy="27360"/>
            </p14:xfrm>
          </p:contentPart>
        </mc:Choice>
        <mc:Fallback>
          <p:pic>
            <p:nvPicPr>
              <p:cNvPr id="281" name="Entrada de lápiz 280">
                <a:extLst>
                  <a:ext uri="{FF2B5EF4-FFF2-40B4-BE49-F238E27FC236}">
                    <a16:creationId xmlns:a16="http://schemas.microsoft.com/office/drawing/2014/main" id="{1A4DCF8D-349F-432A-87D0-0C0248315E34}"/>
                  </a:ext>
                </a:extLst>
              </p:cNvPr>
              <p:cNvPicPr/>
              <p:nvPr/>
            </p:nvPicPr>
            <p:blipFill>
              <a:blip r:embed="rId393"/>
              <a:stretch>
                <a:fillRect/>
              </a:stretch>
            </p:blipFill>
            <p:spPr>
              <a:xfrm>
                <a:off x="7406495" y="1018386"/>
                <a:ext cx="20124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4">
            <p14:nvContentPartPr>
              <p14:cNvPr id="300" name="Entrada de lápiz 299">
                <a:extLst>
                  <a:ext uri="{FF2B5EF4-FFF2-40B4-BE49-F238E27FC236}">
                    <a16:creationId xmlns:a16="http://schemas.microsoft.com/office/drawing/2014/main" id="{4C919EE8-66EE-426A-9D75-3D3F098EA31B}"/>
                  </a:ext>
                </a:extLst>
              </p14:cNvPr>
              <p14:cNvContentPartPr/>
              <p14:nvPr/>
            </p14:nvContentPartPr>
            <p14:xfrm>
              <a:off x="10938095" y="961866"/>
              <a:ext cx="360" cy="360"/>
            </p14:xfrm>
          </p:contentPart>
        </mc:Choice>
        <mc:Fallback>
          <p:pic>
            <p:nvPicPr>
              <p:cNvPr id="300" name="Entrada de lápiz 299">
                <a:extLst>
                  <a:ext uri="{FF2B5EF4-FFF2-40B4-BE49-F238E27FC236}">
                    <a16:creationId xmlns:a16="http://schemas.microsoft.com/office/drawing/2014/main" id="{4C919EE8-66EE-426A-9D75-3D3F098EA31B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10929095" y="952866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06" name="Grupo 305">
            <a:extLst>
              <a:ext uri="{FF2B5EF4-FFF2-40B4-BE49-F238E27FC236}">
                <a16:creationId xmlns:a16="http://schemas.microsoft.com/office/drawing/2014/main" id="{E464D972-89B1-452E-9D5B-B1BE2DEB76DA}"/>
              </a:ext>
            </a:extLst>
          </p:cNvPr>
          <p:cNvGrpSpPr/>
          <p:nvPr/>
        </p:nvGrpSpPr>
        <p:grpSpPr>
          <a:xfrm>
            <a:off x="8932535" y="4023306"/>
            <a:ext cx="1573200" cy="741240"/>
            <a:chOff x="8932535" y="4023306"/>
            <a:chExt cx="1573200" cy="74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258" name="Entrada de lápiz 257">
                  <a:extLst>
                    <a:ext uri="{FF2B5EF4-FFF2-40B4-BE49-F238E27FC236}">
                      <a16:creationId xmlns:a16="http://schemas.microsoft.com/office/drawing/2014/main" id="{D0D4AD8C-6CB8-4D80-A52D-33CCC03FD455}"/>
                    </a:ext>
                  </a:extLst>
                </p14:cNvPr>
                <p14:cNvContentPartPr/>
                <p14:nvPr/>
              </p14:nvContentPartPr>
              <p14:xfrm>
                <a:off x="9198935" y="4317786"/>
                <a:ext cx="155520" cy="171000"/>
              </p14:xfrm>
            </p:contentPart>
          </mc:Choice>
          <mc:Fallback>
            <p:pic>
              <p:nvPicPr>
                <p:cNvPr id="258" name="Entrada de lápiz 257">
                  <a:extLst>
                    <a:ext uri="{FF2B5EF4-FFF2-40B4-BE49-F238E27FC236}">
                      <a16:creationId xmlns:a16="http://schemas.microsoft.com/office/drawing/2014/main" id="{D0D4AD8C-6CB8-4D80-A52D-33CCC03FD455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9190295" y="4309146"/>
                  <a:ext cx="17316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259" name="Entrada de lápiz 258">
                  <a:extLst>
                    <a:ext uri="{FF2B5EF4-FFF2-40B4-BE49-F238E27FC236}">
                      <a16:creationId xmlns:a16="http://schemas.microsoft.com/office/drawing/2014/main" id="{362316D8-DBF1-472A-94B0-1BA716A91369}"/>
                    </a:ext>
                  </a:extLst>
                </p14:cNvPr>
                <p14:cNvContentPartPr/>
                <p14:nvPr/>
              </p14:nvContentPartPr>
              <p14:xfrm>
                <a:off x="9405215" y="4456026"/>
                <a:ext cx="56880" cy="157680"/>
              </p14:xfrm>
            </p:contentPart>
          </mc:Choice>
          <mc:Fallback>
            <p:pic>
              <p:nvPicPr>
                <p:cNvPr id="259" name="Entrada de lápiz 258">
                  <a:extLst>
                    <a:ext uri="{FF2B5EF4-FFF2-40B4-BE49-F238E27FC236}">
                      <a16:creationId xmlns:a16="http://schemas.microsoft.com/office/drawing/2014/main" id="{362316D8-DBF1-472A-94B0-1BA716A91369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9396215" y="4447386"/>
                  <a:ext cx="7452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260" name="Entrada de lápiz 259">
                  <a:extLst>
                    <a:ext uri="{FF2B5EF4-FFF2-40B4-BE49-F238E27FC236}">
                      <a16:creationId xmlns:a16="http://schemas.microsoft.com/office/drawing/2014/main" id="{97DFD2B4-7F36-4F7C-B48F-EB2BDADF372E}"/>
                    </a:ext>
                  </a:extLst>
                </p14:cNvPr>
                <p14:cNvContentPartPr/>
                <p14:nvPr/>
              </p14:nvContentPartPr>
              <p14:xfrm>
                <a:off x="9617615" y="4357386"/>
                <a:ext cx="130320" cy="157320"/>
              </p14:xfrm>
            </p:contentPart>
          </mc:Choice>
          <mc:Fallback>
            <p:pic>
              <p:nvPicPr>
                <p:cNvPr id="260" name="Entrada de lápiz 259">
                  <a:extLst>
                    <a:ext uri="{FF2B5EF4-FFF2-40B4-BE49-F238E27FC236}">
                      <a16:creationId xmlns:a16="http://schemas.microsoft.com/office/drawing/2014/main" id="{97DFD2B4-7F36-4F7C-B48F-EB2BDADF372E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9608615" y="4348746"/>
                  <a:ext cx="14796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262" name="Entrada de lápiz 261">
                  <a:extLst>
                    <a:ext uri="{FF2B5EF4-FFF2-40B4-BE49-F238E27FC236}">
                      <a16:creationId xmlns:a16="http://schemas.microsoft.com/office/drawing/2014/main" id="{7F24E1B0-54DD-4488-9FA6-5A0CA2F39390}"/>
                    </a:ext>
                  </a:extLst>
                </p14:cNvPr>
                <p14:cNvContentPartPr/>
                <p14:nvPr/>
              </p14:nvContentPartPr>
              <p14:xfrm>
                <a:off x="9880415" y="4302306"/>
                <a:ext cx="94680" cy="172080"/>
              </p14:xfrm>
            </p:contentPart>
          </mc:Choice>
          <mc:Fallback>
            <p:pic>
              <p:nvPicPr>
                <p:cNvPr id="262" name="Entrada de lápiz 261">
                  <a:extLst>
                    <a:ext uri="{FF2B5EF4-FFF2-40B4-BE49-F238E27FC236}">
                      <a16:creationId xmlns:a16="http://schemas.microsoft.com/office/drawing/2014/main" id="{7F24E1B0-54DD-4488-9FA6-5A0CA2F39390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9871415" y="4293666"/>
                  <a:ext cx="11232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263" name="Entrada de lápiz 262">
                  <a:extLst>
                    <a:ext uri="{FF2B5EF4-FFF2-40B4-BE49-F238E27FC236}">
                      <a16:creationId xmlns:a16="http://schemas.microsoft.com/office/drawing/2014/main" id="{F4C00572-4761-4C91-ABDE-366A2797001B}"/>
                    </a:ext>
                  </a:extLst>
                </p14:cNvPr>
                <p14:cNvContentPartPr/>
                <p14:nvPr/>
              </p14:nvContentPartPr>
              <p14:xfrm>
                <a:off x="9884015" y="4452786"/>
                <a:ext cx="150480" cy="6480"/>
              </p14:xfrm>
            </p:contentPart>
          </mc:Choice>
          <mc:Fallback>
            <p:pic>
              <p:nvPicPr>
                <p:cNvPr id="263" name="Entrada de lápiz 262">
                  <a:extLst>
                    <a:ext uri="{FF2B5EF4-FFF2-40B4-BE49-F238E27FC236}">
                      <a16:creationId xmlns:a16="http://schemas.microsoft.com/office/drawing/2014/main" id="{F4C00572-4761-4C91-ABDE-366A2797001B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9875375" y="4443786"/>
                  <a:ext cx="1681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264" name="Entrada de lápiz 263">
                  <a:extLst>
                    <a:ext uri="{FF2B5EF4-FFF2-40B4-BE49-F238E27FC236}">
                      <a16:creationId xmlns:a16="http://schemas.microsoft.com/office/drawing/2014/main" id="{9EA8D0FD-B11B-4F08-9323-053099536156}"/>
                    </a:ext>
                  </a:extLst>
                </p14:cNvPr>
                <p14:cNvContentPartPr/>
                <p14:nvPr/>
              </p14:nvContentPartPr>
              <p14:xfrm>
                <a:off x="10081295" y="4287546"/>
                <a:ext cx="112680" cy="196920"/>
              </p14:xfrm>
            </p:contentPart>
          </mc:Choice>
          <mc:Fallback>
            <p:pic>
              <p:nvPicPr>
                <p:cNvPr id="264" name="Entrada de lápiz 263">
                  <a:extLst>
                    <a:ext uri="{FF2B5EF4-FFF2-40B4-BE49-F238E27FC236}">
                      <a16:creationId xmlns:a16="http://schemas.microsoft.com/office/drawing/2014/main" id="{9EA8D0FD-B11B-4F08-9323-053099536156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10072655" y="4278546"/>
                  <a:ext cx="13032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265" name="Entrada de lápiz 264">
                  <a:extLst>
                    <a:ext uri="{FF2B5EF4-FFF2-40B4-BE49-F238E27FC236}">
                      <a16:creationId xmlns:a16="http://schemas.microsoft.com/office/drawing/2014/main" id="{613FC91F-21CF-4260-B0D1-BA92152D3173}"/>
                    </a:ext>
                  </a:extLst>
                </p14:cNvPr>
                <p14:cNvContentPartPr/>
                <p14:nvPr/>
              </p14:nvContentPartPr>
              <p14:xfrm>
                <a:off x="10078415" y="4399146"/>
                <a:ext cx="164880" cy="1080"/>
              </p14:xfrm>
            </p:contentPart>
          </mc:Choice>
          <mc:Fallback>
            <p:pic>
              <p:nvPicPr>
                <p:cNvPr id="265" name="Entrada de lápiz 264">
                  <a:extLst>
                    <a:ext uri="{FF2B5EF4-FFF2-40B4-BE49-F238E27FC236}">
                      <a16:creationId xmlns:a16="http://schemas.microsoft.com/office/drawing/2014/main" id="{613FC91F-21CF-4260-B0D1-BA92152D3173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10069775" y="4390146"/>
                  <a:ext cx="18252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305" name="Entrada de lápiz 304">
                  <a:extLst>
                    <a:ext uri="{FF2B5EF4-FFF2-40B4-BE49-F238E27FC236}">
                      <a16:creationId xmlns:a16="http://schemas.microsoft.com/office/drawing/2014/main" id="{8A6EEEAA-F4A7-435F-95EB-8AFDC81F8FBC}"/>
                    </a:ext>
                  </a:extLst>
                </p14:cNvPr>
                <p14:cNvContentPartPr/>
                <p14:nvPr/>
              </p14:nvContentPartPr>
              <p14:xfrm>
                <a:off x="8932535" y="4023306"/>
                <a:ext cx="1573200" cy="741240"/>
              </p14:xfrm>
            </p:contentPart>
          </mc:Choice>
          <mc:Fallback>
            <p:pic>
              <p:nvPicPr>
                <p:cNvPr id="305" name="Entrada de lápiz 304">
                  <a:extLst>
                    <a:ext uri="{FF2B5EF4-FFF2-40B4-BE49-F238E27FC236}">
                      <a16:creationId xmlns:a16="http://schemas.microsoft.com/office/drawing/2014/main" id="{8A6EEEAA-F4A7-435F-95EB-8AFDC81F8FBC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8923535" y="4014666"/>
                  <a:ext cx="1590840" cy="758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11">
            <p14:nvContentPartPr>
              <p14:cNvPr id="319" name="Entrada de lápiz 318">
                <a:extLst>
                  <a:ext uri="{FF2B5EF4-FFF2-40B4-BE49-F238E27FC236}">
                    <a16:creationId xmlns:a16="http://schemas.microsoft.com/office/drawing/2014/main" id="{767546A9-FAE8-4336-9E8D-C2847732156E}"/>
                  </a:ext>
                </a:extLst>
              </p14:cNvPr>
              <p14:cNvContentPartPr/>
              <p14:nvPr/>
            </p14:nvContentPartPr>
            <p14:xfrm>
              <a:off x="7799615" y="1011906"/>
              <a:ext cx="219600" cy="354240"/>
            </p14:xfrm>
          </p:contentPart>
        </mc:Choice>
        <mc:Fallback>
          <p:pic>
            <p:nvPicPr>
              <p:cNvPr id="319" name="Entrada de lápiz 318">
                <a:extLst>
                  <a:ext uri="{FF2B5EF4-FFF2-40B4-BE49-F238E27FC236}">
                    <a16:creationId xmlns:a16="http://schemas.microsoft.com/office/drawing/2014/main" id="{767546A9-FAE8-4336-9E8D-C2847732156E}"/>
                  </a:ext>
                </a:extLst>
              </p:cNvPr>
              <p:cNvPicPr/>
              <p:nvPr/>
            </p:nvPicPr>
            <p:blipFill>
              <a:blip r:embed="rId412"/>
              <a:stretch>
                <a:fillRect/>
              </a:stretch>
            </p:blipFill>
            <p:spPr>
              <a:xfrm>
                <a:off x="7790615" y="1002906"/>
                <a:ext cx="237240" cy="371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26" name="Grupo 325">
            <a:extLst>
              <a:ext uri="{FF2B5EF4-FFF2-40B4-BE49-F238E27FC236}">
                <a16:creationId xmlns:a16="http://schemas.microsoft.com/office/drawing/2014/main" id="{51ED786A-EAF1-45D2-BC15-3CD902C60627}"/>
              </a:ext>
            </a:extLst>
          </p:cNvPr>
          <p:cNvGrpSpPr/>
          <p:nvPr/>
        </p:nvGrpSpPr>
        <p:grpSpPr>
          <a:xfrm>
            <a:off x="8193095" y="860706"/>
            <a:ext cx="1077480" cy="303480"/>
            <a:chOff x="8193095" y="860706"/>
            <a:chExt cx="1077480" cy="30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320" name="Entrada de lápiz 319">
                  <a:extLst>
                    <a:ext uri="{FF2B5EF4-FFF2-40B4-BE49-F238E27FC236}">
                      <a16:creationId xmlns:a16="http://schemas.microsoft.com/office/drawing/2014/main" id="{44ECDE06-0D0C-491C-A0C5-E4D5292EF824}"/>
                    </a:ext>
                  </a:extLst>
                </p14:cNvPr>
                <p14:cNvContentPartPr/>
                <p14:nvPr/>
              </p14:nvContentPartPr>
              <p14:xfrm>
                <a:off x="8193095" y="860706"/>
                <a:ext cx="192600" cy="298440"/>
              </p14:xfrm>
            </p:contentPart>
          </mc:Choice>
          <mc:Fallback>
            <p:pic>
              <p:nvPicPr>
                <p:cNvPr id="320" name="Entrada de lápiz 319">
                  <a:extLst>
                    <a:ext uri="{FF2B5EF4-FFF2-40B4-BE49-F238E27FC236}">
                      <a16:creationId xmlns:a16="http://schemas.microsoft.com/office/drawing/2014/main" id="{44ECDE06-0D0C-491C-A0C5-E4D5292EF824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8184455" y="851706"/>
                  <a:ext cx="21024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5">
              <p14:nvContentPartPr>
                <p14:cNvPr id="321" name="Entrada de lápiz 320">
                  <a:extLst>
                    <a:ext uri="{FF2B5EF4-FFF2-40B4-BE49-F238E27FC236}">
                      <a16:creationId xmlns:a16="http://schemas.microsoft.com/office/drawing/2014/main" id="{7A464008-1E86-405F-BBD3-32C7919ED8F0}"/>
                    </a:ext>
                  </a:extLst>
                </p14:cNvPr>
                <p14:cNvContentPartPr/>
                <p14:nvPr/>
              </p14:nvContentPartPr>
              <p14:xfrm>
                <a:off x="8431415" y="993186"/>
                <a:ext cx="59040" cy="137880"/>
              </p14:xfrm>
            </p:contentPart>
          </mc:Choice>
          <mc:Fallback>
            <p:pic>
              <p:nvPicPr>
                <p:cNvPr id="321" name="Entrada de lápiz 320">
                  <a:extLst>
                    <a:ext uri="{FF2B5EF4-FFF2-40B4-BE49-F238E27FC236}">
                      <a16:creationId xmlns:a16="http://schemas.microsoft.com/office/drawing/2014/main" id="{7A464008-1E86-405F-BBD3-32C7919ED8F0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8422415" y="984186"/>
                  <a:ext cx="7668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7">
              <p14:nvContentPartPr>
                <p14:cNvPr id="322" name="Entrada de lápiz 321">
                  <a:extLst>
                    <a:ext uri="{FF2B5EF4-FFF2-40B4-BE49-F238E27FC236}">
                      <a16:creationId xmlns:a16="http://schemas.microsoft.com/office/drawing/2014/main" id="{6112E7BE-7AAD-41AB-BB56-C07D4C090AC8}"/>
                    </a:ext>
                  </a:extLst>
                </p14:cNvPr>
                <p14:cNvContentPartPr/>
                <p14:nvPr/>
              </p14:nvContentPartPr>
              <p14:xfrm>
                <a:off x="8561735" y="998946"/>
                <a:ext cx="153360" cy="164160"/>
              </p14:xfrm>
            </p:contentPart>
          </mc:Choice>
          <mc:Fallback>
            <p:pic>
              <p:nvPicPr>
                <p:cNvPr id="322" name="Entrada de lápiz 321">
                  <a:extLst>
                    <a:ext uri="{FF2B5EF4-FFF2-40B4-BE49-F238E27FC236}">
                      <a16:creationId xmlns:a16="http://schemas.microsoft.com/office/drawing/2014/main" id="{6112E7BE-7AAD-41AB-BB56-C07D4C090AC8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8553095" y="990306"/>
                  <a:ext cx="17100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9">
              <p14:nvContentPartPr>
                <p14:cNvPr id="323" name="Entrada de lápiz 322">
                  <a:extLst>
                    <a:ext uri="{FF2B5EF4-FFF2-40B4-BE49-F238E27FC236}">
                      <a16:creationId xmlns:a16="http://schemas.microsoft.com/office/drawing/2014/main" id="{D7D16575-FACF-49CB-AED5-CCAA08C23E90}"/>
                    </a:ext>
                  </a:extLst>
                </p14:cNvPr>
                <p14:cNvContentPartPr/>
                <p14:nvPr/>
              </p14:nvContentPartPr>
              <p14:xfrm>
                <a:off x="8753255" y="994626"/>
                <a:ext cx="133920" cy="138240"/>
              </p14:xfrm>
            </p:contentPart>
          </mc:Choice>
          <mc:Fallback>
            <p:pic>
              <p:nvPicPr>
                <p:cNvPr id="323" name="Entrada de lápiz 322">
                  <a:extLst>
                    <a:ext uri="{FF2B5EF4-FFF2-40B4-BE49-F238E27FC236}">
                      <a16:creationId xmlns:a16="http://schemas.microsoft.com/office/drawing/2014/main" id="{D7D16575-FACF-49CB-AED5-CCAA08C23E90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8744615" y="985626"/>
                  <a:ext cx="15156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1">
              <p14:nvContentPartPr>
                <p14:cNvPr id="324" name="Entrada de lápiz 323">
                  <a:extLst>
                    <a:ext uri="{FF2B5EF4-FFF2-40B4-BE49-F238E27FC236}">
                      <a16:creationId xmlns:a16="http://schemas.microsoft.com/office/drawing/2014/main" id="{1AAB8C9D-D0D1-4757-91FA-4D39D1519C33}"/>
                    </a:ext>
                  </a:extLst>
                </p14:cNvPr>
                <p14:cNvContentPartPr/>
                <p14:nvPr/>
              </p14:nvContentPartPr>
              <p14:xfrm>
                <a:off x="8995895" y="1037106"/>
                <a:ext cx="274680" cy="127080"/>
              </p14:xfrm>
            </p:contentPart>
          </mc:Choice>
          <mc:Fallback>
            <p:pic>
              <p:nvPicPr>
                <p:cNvPr id="324" name="Entrada de lápiz 323">
                  <a:extLst>
                    <a:ext uri="{FF2B5EF4-FFF2-40B4-BE49-F238E27FC236}">
                      <a16:creationId xmlns:a16="http://schemas.microsoft.com/office/drawing/2014/main" id="{1AAB8C9D-D0D1-4757-91FA-4D39D1519C33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8987255" y="1028106"/>
                  <a:ext cx="292320" cy="144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23">
            <p14:nvContentPartPr>
              <p14:cNvPr id="325" name="Entrada de lápiz 324">
                <a:extLst>
                  <a:ext uri="{FF2B5EF4-FFF2-40B4-BE49-F238E27FC236}">
                    <a16:creationId xmlns:a16="http://schemas.microsoft.com/office/drawing/2014/main" id="{754A8159-D7A2-4B9E-9F9C-F13B75F4EB3C}"/>
                  </a:ext>
                </a:extLst>
              </p14:cNvPr>
              <p14:cNvContentPartPr/>
              <p14:nvPr/>
            </p14:nvContentPartPr>
            <p14:xfrm>
              <a:off x="9438335" y="911466"/>
              <a:ext cx="56880" cy="343440"/>
            </p14:xfrm>
          </p:contentPart>
        </mc:Choice>
        <mc:Fallback>
          <p:pic>
            <p:nvPicPr>
              <p:cNvPr id="325" name="Entrada de lápiz 324">
                <a:extLst>
                  <a:ext uri="{FF2B5EF4-FFF2-40B4-BE49-F238E27FC236}">
                    <a16:creationId xmlns:a16="http://schemas.microsoft.com/office/drawing/2014/main" id="{754A8159-D7A2-4B9E-9F9C-F13B75F4EB3C}"/>
                  </a:ext>
                </a:extLst>
              </p:cNvPr>
              <p:cNvPicPr/>
              <p:nvPr/>
            </p:nvPicPr>
            <p:blipFill>
              <a:blip r:embed="rId424"/>
              <a:stretch>
                <a:fillRect/>
              </a:stretch>
            </p:blipFill>
            <p:spPr>
              <a:xfrm>
                <a:off x="9429335" y="902826"/>
                <a:ext cx="74520" cy="361080"/>
              </a:xfrm>
              <a:prstGeom prst="rect">
                <a:avLst/>
              </a:prstGeom>
            </p:spPr>
          </p:pic>
        </mc:Fallback>
      </mc:AlternateContent>
      <p:grpSp>
        <p:nvGrpSpPr>
          <p:cNvPr id="334" name="Grupo 333">
            <a:extLst>
              <a:ext uri="{FF2B5EF4-FFF2-40B4-BE49-F238E27FC236}">
                <a16:creationId xmlns:a16="http://schemas.microsoft.com/office/drawing/2014/main" id="{F6500546-F28D-4464-827F-3C2D7603EE92}"/>
              </a:ext>
            </a:extLst>
          </p:cNvPr>
          <p:cNvGrpSpPr/>
          <p:nvPr/>
        </p:nvGrpSpPr>
        <p:grpSpPr>
          <a:xfrm>
            <a:off x="9624455" y="989946"/>
            <a:ext cx="896400" cy="266040"/>
            <a:chOff x="9624455" y="989946"/>
            <a:chExt cx="896400" cy="26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5">
              <p14:nvContentPartPr>
                <p14:cNvPr id="327" name="Entrada de lápiz 326">
                  <a:extLst>
                    <a:ext uri="{FF2B5EF4-FFF2-40B4-BE49-F238E27FC236}">
                      <a16:creationId xmlns:a16="http://schemas.microsoft.com/office/drawing/2014/main" id="{D8D3F561-7CDA-445C-AD00-EEC0CF876E59}"/>
                    </a:ext>
                  </a:extLst>
                </p14:cNvPr>
                <p14:cNvContentPartPr/>
                <p14:nvPr/>
              </p14:nvContentPartPr>
              <p14:xfrm>
                <a:off x="9624455" y="989946"/>
                <a:ext cx="105120" cy="198360"/>
              </p14:xfrm>
            </p:contentPart>
          </mc:Choice>
          <mc:Fallback>
            <p:pic>
              <p:nvPicPr>
                <p:cNvPr id="327" name="Entrada de lápiz 326">
                  <a:extLst>
                    <a:ext uri="{FF2B5EF4-FFF2-40B4-BE49-F238E27FC236}">
                      <a16:creationId xmlns:a16="http://schemas.microsoft.com/office/drawing/2014/main" id="{D8D3F561-7CDA-445C-AD00-EEC0CF876E59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9615455" y="981306"/>
                  <a:ext cx="12276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7">
              <p14:nvContentPartPr>
                <p14:cNvPr id="329" name="Entrada de lápiz 328">
                  <a:extLst>
                    <a:ext uri="{FF2B5EF4-FFF2-40B4-BE49-F238E27FC236}">
                      <a16:creationId xmlns:a16="http://schemas.microsoft.com/office/drawing/2014/main" id="{F2F0F10D-40AE-4789-8150-668AA4849CAE}"/>
                    </a:ext>
                  </a:extLst>
                </p14:cNvPr>
                <p14:cNvContentPartPr/>
                <p14:nvPr/>
              </p14:nvContentPartPr>
              <p14:xfrm>
                <a:off x="10006775" y="1001826"/>
                <a:ext cx="107280" cy="191880"/>
              </p14:xfrm>
            </p:contentPart>
          </mc:Choice>
          <mc:Fallback>
            <p:pic>
              <p:nvPicPr>
                <p:cNvPr id="329" name="Entrada de lápiz 328">
                  <a:extLst>
                    <a:ext uri="{FF2B5EF4-FFF2-40B4-BE49-F238E27FC236}">
                      <a16:creationId xmlns:a16="http://schemas.microsoft.com/office/drawing/2014/main" id="{F2F0F10D-40AE-4789-8150-668AA4849CAE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9997775" y="992826"/>
                  <a:ext cx="12492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9">
              <p14:nvContentPartPr>
                <p14:cNvPr id="330" name="Entrada de lápiz 329">
                  <a:extLst>
                    <a:ext uri="{FF2B5EF4-FFF2-40B4-BE49-F238E27FC236}">
                      <a16:creationId xmlns:a16="http://schemas.microsoft.com/office/drawing/2014/main" id="{E16531F9-4B9E-4FF5-90E8-ABD7EEFBBAED}"/>
                    </a:ext>
                  </a:extLst>
                </p14:cNvPr>
                <p14:cNvContentPartPr/>
                <p14:nvPr/>
              </p14:nvContentPartPr>
              <p14:xfrm>
                <a:off x="10224575" y="991026"/>
                <a:ext cx="135360" cy="154440"/>
              </p14:xfrm>
            </p:contentPart>
          </mc:Choice>
          <mc:Fallback>
            <p:pic>
              <p:nvPicPr>
                <p:cNvPr id="330" name="Entrada de lápiz 329">
                  <a:extLst>
                    <a:ext uri="{FF2B5EF4-FFF2-40B4-BE49-F238E27FC236}">
                      <a16:creationId xmlns:a16="http://schemas.microsoft.com/office/drawing/2014/main" id="{E16531F9-4B9E-4FF5-90E8-ABD7EEFBBAED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10215935" y="982026"/>
                  <a:ext cx="15300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1">
              <p14:nvContentPartPr>
                <p14:cNvPr id="332" name="Entrada de lápiz 331">
                  <a:extLst>
                    <a:ext uri="{FF2B5EF4-FFF2-40B4-BE49-F238E27FC236}">
                      <a16:creationId xmlns:a16="http://schemas.microsoft.com/office/drawing/2014/main" id="{2DADD0DC-A023-4E37-8F11-E70C02F855F8}"/>
                    </a:ext>
                  </a:extLst>
                </p14:cNvPr>
                <p14:cNvContentPartPr/>
                <p14:nvPr/>
              </p14:nvContentPartPr>
              <p14:xfrm>
                <a:off x="9861695" y="1143666"/>
                <a:ext cx="47160" cy="41040"/>
              </p14:xfrm>
            </p:contentPart>
          </mc:Choice>
          <mc:Fallback>
            <p:pic>
              <p:nvPicPr>
                <p:cNvPr id="332" name="Entrada de lápiz 331">
                  <a:extLst>
                    <a:ext uri="{FF2B5EF4-FFF2-40B4-BE49-F238E27FC236}">
                      <a16:creationId xmlns:a16="http://schemas.microsoft.com/office/drawing/2014/main" id="{2DADD0DC-A023-4E37-8F11-E70C02F855F8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9852695" y="1135026"/>
                  <a:ext cx="6480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3">
              <p14:nvContentPartPr>
                <p14:cNvPr id="333" name="Entrada de lápiz 332">
                  <a:extLst>
                    <a:ext uri="{FF2B5EF4-FFF2-40B4-BE49-F238E27FC236}">
                      <a16:creationId xmlns:a16="http://schemas.microsoft.com/office/drawing/2014/main" id="{EE962A0B-77F5-4295-8E5D-F34551BACF9A}"/>
                    </a:ext>
                  </a:extLst>
                </p14:cNvPr>
                <p14:cNvContentPartPr/>
                <p14:nvPr/>
              </p14:nvContentPartPr>
              <p14:xfrm>
                <a:off x="10406375" y="1133946"/>
                <a:ext cx="114480" cy="122040"/>
              </p14:xfrm>
            </p:contentPart>
          </mc:Choice>
          <mc:Fallback>
            <p:pic>
              <p:nvPicPr>
                <p:cNvPr id="333" name="Entrada de lápiz 332">
                  <a:extLst>
                    <a:ext uri="{FF2B5EF4-FFF2-40B4-BE49-F238E27FC236}">
                      <a16:creationId xmlns:a16="http://schemas.microsoft.com/office/drawing/2014/main" id="{EE962A0B-77F5-4295-8E5D-F34551BACF9A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10397375" y="1124946"/>
                  <a:ext cx="132120" cy="13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3" name="Grupo 342">
            <a:extLst>
              <a:ext uri="{FF2B5EF4-FFF2-40B4-BE49-F238E27FC236}">
                <a16:creationId xmlns:a16="http://schemas.microsoft.com/office/drawing/2014/main" id="{D348E51E-23F0-4218-82CD-62FE6BCDAA97}"/>
              </a:ext>
            </a:extLst>
          </p:cNvPr>
          <p:cNvGrpSpPr/>
          <p:nvPr/>
        </p:nvGrpSpPr>
        <p:grpSpPr>
          <a:xfrm>
            <a:off x="10658375" y="747666"/>
            <a:ext cx="1318680" cy="467640"/>
            <a:chOff x="10658375" y="747666"/>
            <a:chExt cx="1318680" cy="467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5">
              <p14:nvContentPartPr>
                <p14:cNvPr id="335" name="Entrada de lápiz 334">
                  <a:extLst>
                    <a:ext uri="{FF2B5EF4-FFF2-40B4-BE49-F238E27FC236}">
                      <a16:creationId xmlns:a16="http://schemas.microsoft.com/office/drawing/2014/main" id="{CB47AEC0-01BD-43F4-B941-D03A2F5323DF}"/>
                    </a:ext>
                  </a:extLst>
                </p14:cNvPr>
                <p14:cNvContentPartPr/>
                <p14:nvPr/>
              </p14:nvContentPartPr>
              <p14:xfrm>
                <a:off x="10658375" y="1007226"/>
                <a:ext cx="200520" cy="168840"/>
              </p14:xfrm>
            </p:contentPart>
          </mc:Choice>
          <mc:Fallback>
            <p:pic>
              <p:nvPicPr>
                <p:cNvPr id="335" name="Entrada de lápiz 334">
                  <a:extLst>
                    <a:ext uri="{FF2B5EF4-FFF2-40B4-BE49-F238E27FC236}">
                      <a16:creationId xmlns:a16="http://schemas.microsoft.com/office/drawing/2014/main" id="{CB47AEC0-01BD-43F4-B941-D03A2F5323DF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10649735" y="998226"/>
                  <a:ext cx="21816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7">
              <p14:nvContentPartPr>
                <p14:cNvPr id="336" name="Entrada de lápiz 335">
                  <a:extLst>
                    <a:ext uri="{FF2B5EF4-FFF2-40B4-BE49-F238E27FC236}">
                      <a16:creationId xmlns:a16="http://schemas.microsoft.com/office/drawing/2014/main" id="{E872A077-D1FC-4C50-A965-1AA5433D8933}"/>
                    </a:ext>
                  </a:extLst>
                </p14:cNvPr>
                <p14:cNvContentPartPr/>
                <p14:nvPr/>
              </p14:nvContentPartPr>
              <p14:xfrm>
                <a:off x="10910375" y="987066"/>
                <a:ext cx="146160" cy="177480"/>
              </p14:xfrm>
            </p:contentPart>
          </mc:Choice>
          <mc:Fallback>
            <p:pic>
              <p:nvPicPr>
                <p:cNvPr id="336" name="Entrada de lápiz 335">
                  <a:extLst>
                    <a:ext uri="{FF2B5EF4-FFF2-40B4-BE49-F238E27FC236}">
                      <a16:creationId xmlns:a16="http://schemas.microsoft.com/office/drawing/2014/main" id="{E872A077-D1FC-4C50-A965-1AA5433D8933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10901735" y="978066"/>
                  <a:ext cx="16380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9">
              <p14:nvContentPartPr>
                <p14:cNvPr id="337" name="Entrada de lápiz 336">
                  <a:extLst>
                    <a:ext uri="{FF2B5EF4-FFF2-40B4-BE49-F238E27FC236}">
                      <a16:creationId xmlns:a16="http://schemas.microsoft.com/office/drawing/2014/main" id="{9AE18632-22A3-426E-A9FD-A9963334A1E7}"/>
                    </a:ext>
                  </a:extLst>
                </p14:cNvPr>
                <p14:cNvContentPartPr/>
                <p14:nvPr/>
              </p14:nvContentPartPr>
              <p14:xfrm>
                <a:off x="11110895" y="1114146"/>
                <a:ext cx="63720" cy="101160"/>
              </p14:xfrm>
            </p:contentPart>
          </mc:Choice>
          <mc:Fallback>
            <p:pic>
              <p:nvPicPr>
                <p:cNvPr id="337" name="Entrada de lápiz 336">
                  <a:extLst>
                    <a:ext uri="{FF2B5EF4-FFF2-40B4-BE49-F238E27FC236}">
                      <a16:creationId xmlns:a16="http://schemas.microsoft.com/office/drawing/2014/main" id="{9AE18632-22A3-426E-A9FD-A9963334A1E7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11102255" y="1105506"/>
                  <a:ext cx="8136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1">
              <p14:nvContentPartPr>
                <p14:cNvPr id="338" name="Entrada de lápiz 337">
                  <a:extLst>
                    <a:ext uri="{FF2B5EF4-FFF2-40B4-BE49-F238E27FC236}">
                      <a16:creationId xmlns:a16="http://schemas.microsoft.com/office/drawing/2014/main" id="{FF1C03BF-0E39-4F75-A951-A75FFA8DABAD}"/>
                    </a:ext>
                  </a:extLst>
                </p14:cNvPr>
                <p14:cNvContentPartPr/>
                <p14:nvPr/>
              </p14:nvContentPartPr>
              <p14:xfrm>
                <a:off x="11279735" y="998226"/>
                <a:ext cx="88560" cy="125280"/>
              </p14:xfrm>
            </p:contentPart>
          </mc:Choice>
          <mc:Fallback>
            <p:pic>
              <p:nvPicPr>
                <p:cNvPr id="338" name="Entrada de lápiz 337">
                  <a:extLst>
                    <a:ext uri="{FF2B5EF4-FFF2-40B4-BE49-F238E27FC236}">
                      <a16:creationId xmlns:a16="http://schemas.microsoft.com/office/drawing/2014/main" id="{FF1C03BF-0E39-4F75-A951-A75FFA8DABAD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11271095" y="989586"/>
                  <a:ext cx="10620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3">
              <p14:nvContentPartPr>
                <p14:cNvPr id="339" name="Entrada de lápiz 338">
                  <a:extLst>
                    <a:ext uri="{FF2B5EF4-FFF2-40B4-BE49-F238E27FC236}">
                      <a16:creationId xmlns:a16="http://schemas.microsoft.com/office/drawing/2014/main" id="{FB9D8940-D7D1-4080-9054-61CF18130D15}"/>
                    </a:ext>
                  </a:extLst>
                </p14:cNvPr>
                <p14:cNvContentPartPr/>
                <p14:nvPr/>
              </p14:nvContentPartPr>
              <p14:xfrm>
                <a:off x="11454695" y="1106946"/>
                <a:ext cx="18360" cy="36000"/>
              </p14:xfrm>
            </p:contentPart>
          </mc:Choice>
          <mc:Fallback>
            <p:pic>
              <p:nvPicPr>
                <p:cNvPr id="339" name="Entrada de lápiz 338">
                  <a:extLst>
                    <a:ext uri="{FF2B5EF4-FFF2-40B4-BE49-F238E27FC236}">
                      <a16:creationId xmlns:a16="http://schemas.microsoft.com/office/drawing/2014/main" id="{FB9D8940-D7D1-4080-9054-61CF18130D15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11446055" y="1098306"/>
                  <a:ext cx="3600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5">
              <p14:nvContentPartPr>
                <p14:cNvPr id="340" name="Entrada de lápiz 339">
                  <a:extLst>
                    <a:ext uri="{FF2B5EF4-FFF2-40B4-BE49-F238E27FC236}">
                      <a16:creationId xmlns:a16="http://schemas.microsoft.com/office/drawing/2014/main" id="{5A11FE7D-8A8B-409D-BB86-5E44D0458308}"/>
                    </a:ext>
                  </a:extLst>
                </p14:cNvPr>
                <p14:cNvContentPartPr/>
                <p14:nvPr/>
              </p14:nvContentPartPr>
              <p14:xfrm>
                <a:off x="11534615" y="968346"/>
                <a:ext cx="123840" cy="136440"/>
              </p14:xfrm>
            </p:contentPart>
          </mc:Choice>
          <mc:Fallback>
            <p:pic>
              <p:nvPicPr>
                <p:cNvPr id="340" name="Entrada de lápiz 339">
                  <a:extLst>
                    <a:ext uri="{FF2B5EF4-FFF2-40B4-BE49-F238E27FC236}">
                      <a16:creationId xmlns:a16="http://schemas.microsoft.com/office/drawing/2014/main" id="{5A11FE7D-8A8B-409D-BB86-5E44D0458308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11525975" y="959346"/>
                  <a:ext cx="1414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7">
              <p14:nvContentPartPr>
                <p14:cNvPr id="341" name="Entrada de lápiz 340">
                  <a:extLst>
                    <a:ext uri="{FF2B5EF4-FFF2-40B4-BE49-F238E27FC236}">
                      <a16:creationId xmlns:a16="http://schemas.microsoft.com/office/drawing/2014/main" id="{DA798369-F106-4D9B-BC99-7950BA3C2D6D}"/>
                    </a:ext>
                  </a:extLst>
                </p14:cNvPr>
                <p14:cNvContentPartPr/>
                <p14:nvPr/>
              </p14:nvContentPartPr>
              <p14:xfrm>
                <a:off x="11704175" y="958626"/>
                <a:ext cx="101160" cy="150120"/>
              </p14:xfrm>
            </p:contentPart>
          </mc:Choice>
          <mc:Fallback>
            <p:pic>
              <p:nvPicPr>
                <p:cNvPr id="341" name="Entrada de lápiz 340">
                  <a:extLst>
                    <a:ext uri="{FF2B5EF4-FFF2-40B4-BE49-F238E27FC236}">
                      <a16:creationId xmlns:a16="http://schemas.microsoft.com/office/drawing/2014/main" id="{DA798369-F106-4D9B-BC99-7950BA3C2D6D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11695535" y="949626"/>
                  <a:ext cx="11880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9">
              <p14:nvContentPartPr>
                <p14:cNvPr id="342" name="Entrada de lápiz 341">
                  <a:extLst>
                    <a:ext uri="{FF2B5EF4-FFF2-40B4-BE49-F238E27FC236}">
                      <a16:creationId xmlns:a16="http://schemas.microsoft.com/office/drawing/2014/main" id="{2C98E507-BB65-422F-AE04-8BF9ACFD5D6B}"/>
                    </a:ext>
                  </a:extLst>
                </p14:cNvPr>
                <p14:cNvContentPartPr/>
                <p14:nvPr/>
              </p14:nvContentPartPr>
              <p14:xfrm>
                <a:off x="11857175" y="747666"/>
                <a:ext cx="119880" cy="444600"/>
              </p14:xfrm>
            </p:contentPart>
          </mc:Choice>
          <mc:Fallback>
            <p:pic>
              <p:nvPicPr>
                <p:cNvPr id="342" name="Entrada de lápiz 341">
                  <a:extLst>
                    <a:ext uri="{FF2B5EF4-FFF2-40B4-BE49-F238E27FC236}">
                      <a16:creationId xmlns:a16="http://schemas.microsoft.com/office/drawing/2014/main" id="{2C98E507-BB65-422F-AE04-8BF9ACFD5D6B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11848175" y="738666"/>
                  <a:ext cx="137520" cy="462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78823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upo 34">
            <a:extLst>
              <a:ext uri="{FF2B5EF4-FFF2-40B4-BE49-F238E27FC236}">
                <a16:creationId xmlns:a16="http://schemas.microsoft.com/office/drawing/2014/main" id="{AA408548-E237-4FA1-A843-908CE9902B4D}"/>
              </a:ext>
            </a:extLst>
          </p:cNvPr>
          <p:cNvGrpSpPr/>
          <p:nvPr/>
        </p:nvGrpSpPr>
        <p:grpSpPr>
          <a:xfrm>
            <a:off x="630935" y="278226"/>
            <a:ext cx="1133640" cy="442440"/>
            <a:chOff x="630935" y="278226"/>
            <a:chExt cx="1133640" cy="44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5BA4C71D-8081-4EB6-92C2-B9DE7BE78E46}"/>
                    </a:ext>
                  </a:extLst>
                </p14:cNvPr>
                <p14:cNvContentPartPr/>
                <p14:nvPr/>
              </p14:nvContentPartPr>
              <p14:xfrm>
                <a:off x="630935" y="278226"/>
                <a:ext cx="162360" cy="442440"/>
              </p14:xfrm>
            </p:contentPart>
          </mc:Choice>
          <mc:Fallback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5BA4C71D-8081-4EB6-92C2-B9DE7BE78E4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21935" y="269226"/>
                  <a:ext cx="180000" cy="46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8405E3E9-224F-46E8-851D-622872F78C90}"/>
                    </a:ext>
                  </a:extLst>
                </p14:cNvPr>
                <p14:cNvContentPartPr/>
                <p14:nvPr/>
              </p14:nvContentPartPr>
              <p14:xfrm>
                <a:off x="924695" y="377226"/>
                <a:ext cx="91800" cy="20880"/>
              </p14:xfrm>
            </p:contentPart>
          </mc:Choice>
          <mc:Fallback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8405E3E9-224F-46E8-851D-622872F78C9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15695" y="368226"/>
                  <a:ext cx="10944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B7D32E5A-21EF-45D6-A869-3DF5E47890C4}"/>
                    </a:ext>
                  </a:extLst>
                </p14:cNvPr>
                <p14:cNvContentPartPr/>
                <p14:nvPr/>
              </p14:nvContentPartPr>
              <p14:xfrm>
                <a:off x="950255" y="453546"/>
                <a:ext cx="163800" cy="35280"/>
              </p14:xfrm>
            </p:contentPart>
          </mc:Choice>
          <mc:Fallback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B7D32E5A-21EF-45D6-A869-3DF5E47890C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41255" y="444906"/>
                  <a:ext cx="18144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639FE656-6F6F-455C-BA47-A8273FB29A67}"/>
                    </a:ext>
                  </a:extLst>
                </p14:cNvPr>
                <p14:cNvContentPartPr/>
                <p14:nvPr/>
              </p14:nvContentPartPr>
              <p14:xfrm>
                <a:off x="1194695" y="372186"/>
                <a:ext cx="244080" cy="244080"/>
              </p14:xfrm>
            </p:contentPart>
          </mc:Choice>
          <mc:Fallback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639FE656-6F6F-455C-BA47-A8273FB29A6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85695" y="363186"/>
                  <a:ext cx="26172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43E31EF1-BA79-43A5-A965-F09E4EB60D37}"/>
                    </a:ext>
                  </a:extLst>
                </p14:cNvPr>
                <p14:cNvContentPartPr/>
                <p14:nvPr/>
              </p14:nvContentPartPr>
              <p14:xfrm>
                <a:off x="1462895" y="354186"/>
                <a:ext cx="111240" cy="145800"/>
              </p14:xfrm>
            </p:contentPart>
          </mc:Choice>
          <mc:Fallback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43E31EF1-BA79-43A5-A965-F09E4EB60D3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454255" y="345546"/>
                  <a:ext cx="12888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76CAA632-A0A1-4A5F-885D-9EF16691C678}"/>
                    </a:ext>
                  </a:extLst>
                </p14:cNvPr>
                <p14:cNvContentPartPr/>
                <p14:nvPr/>
              </p14:nvContentPartPr>
              <p14:xfrm>
                <a:off x="1613015" y="306666"/>
                <a:ext cx="148680" cy="152280"/>
              </p14:xfrm>
            </p:contentPart>
          </mc:Choice>
          <mc:Fallback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76CAA632-A0A1-4A5F-885D-9EF16691C67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604375" y="298026"/>
                  <a:ext cx="16632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1F2AA477-F9C5-44A4-A423-CBE99DEEE2CF}"/>
                    </a:ext>
                  </a:extLst>
                </p14:cNvPr>
                <p14:cNvContentPartPr/>
                <p14:nvPr/>
              </p14:nvContentPartPr>
              <p14:xfrm>
                <a:off x="1727495" y="316746"/>
                <a:ext cx="37080" cy="231480"/>
              </p14:xfrm>
            </p:contentPart>
          </mc:Choice>
          <mc:Fallback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1F2AA477-F9C5-44A4-A423-CBE99DEEE2C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718495" y="308106"/>
                  <a:ext cx="54720" cy="24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upo 33">
            <a:extLst>
              <a:ext uri="{FF2B5EF4-FFF2-40B4-BE49-F238E27FC236}">
                <a16:creationId xmlns:a16="http://schemas.microsoft.com/office/drawing/2014/main" id="{E1C71C7D-692A-44C7-BF49-FE6664C5D9A0}"/>
              </a:ext>
            </a:extLst>
          </p:cNvPr>
          <p:cNvGrpSpPr/>
          <p:nvPr/>
        </p:nvGrpSpPr>
        <p:grpSpPr>
          <a:xfrm>
            <a:off x="803735" y="1111986"/>
            <a:ext cx="803520" cy="456120"/>
            <a:chOff x="803735" y="1111986"/>
            <a:chExt cx="803520" cy="456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E54EE485-C32E-40E9-B385-AC49086909A8}"/>
                    </a:ext>
                  </a:extLst>
                </p14:cNvPr>
                <p14:cNvContentPartPr/>
                <p14:nvPr/>
              </p14:nvContentPartPr>
              <p14:xfrm>
                <a:off x="803735" y="1193706"/>
                <a:ext cx="55080" cy="374400"/>
              </p14:xfrm>
            </p:contentPart>
          </mc:Choice>
          <mc:Fallback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E54EE485-C32E-40E9-B385-AC49086909A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95095" y="1184706"/>
                  <a:ext cx="7272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4A764A3A-9A6F-44A6-8290-DD5C3ED6F997}"/>
                    </a:ext>
                  </a:extLst>
                </p14:cNvPr>
                <p14:cNvContentPartPr/>
                <p14:nvPr/>
              </p14:nvContentPartPr>
              <p14:xfrm>
                <a:off x="805535" y="1111986"/>
                <a:ext cx="147240" cy="217080"/>
              </p14:xfrm>
            </p:contentPart>
          </mc:Choice>
          <mc:Fallback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4A764A3A-9A6F-44A6-8290-DD5C3ED6F99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96895" y="1103346"/>
                  <a:ext cx="16488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BF10F82F-8353-4627-9B79-2581C4F71944}"/>
                    </a:ext>
                  </a:extLst>
                </p14:cNvPr>
                <p14:cNvContentPartPr/>
                <p14:nvPr/>
              </p14:nvContentPartPr>
              <p14:xfrm>
                <a:off x="1047455" y="1125666"/>
                <a:ext cx="120960" cy="246600"/>
              </p14:xfrm>
            </p:contentPart>
          </mc:Choice>
          <mc:Fallback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BF10F82F-8353-4627-9B79-2581C4F7194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38815" y="1117026"/>
                  <a:ext cx="13860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6" name="Entrada de lápiz 25">
                  <a:extLst>
                    <a:ext uri="{FF2B5EF4-FFF2-40B4-BE49-F238E27FC236}">
                      <a16:creationId xmlns:a16="http://schemas.microsoft.com/office/drawing/2014/main" id="{706B2380-3F9F-4608-A80C-1516AEFA1F9C}"/>
                    </a:ext>
                  </a:extLst>
                </p14:cNvPr>
                <p14:cNvContentPartPr/>
                <p14:nvPr/>
              </p14:nvContentPartPr>
              <p14:xfrm>
                <a:off x="1245815" y="1160586"/>
                <a:ext cx="188280" cy="166680"/>
              </p14:xfrm>
            </p:contentPart>
          </mc:Choice>
          <mc:Fallback>
            <p:pic>
              <p:nvPicPr>
                <p:cNvPr id="26" name="Entrada de lápiz 25">
                  <a:extLst>
                    <a:ext uri="{FF2B5EF4-FFF2-40B4-BE49-F238E27FC236}">
                      <a16:creationId xmlns:a16="http://schemas.microsoft.com/office/drawing/2014/main" id="{706B2380-3F9F-4608-A80C-1516AEFA1F9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236815" y="1151586"/>
                  <a:ext cx="20592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7" name="Entrada de lápiz 26">
                  <a:extLst>
                    <a:ext uri="{FF2B5EF4-FFF2-40B4-BE49-F238E27FC236}">
                      <a16:creationId xmlns:a16="http://schemas.microsoft.com/office/drawing/2014/main" id="{34E4AAD9-7223-46DF-86E3-A22749DEC212}"/>
                    </a:ext>
                  </a:extLst>
                </p14:cNvPr>
                <p14:cNvContentPartPr/>
                <p14:nvPr/>
              </p14:nvContentPartPr>
              <p14:xfrm>
                <a:off x="1259135" y="1121346"/>
                <a:ext cx="151200" cy="217800"/>
              </p14:xfrm>
            </p:contentPart>
          </mc:Choice>
          <mc:Fallback>
            <p:pic>
              <p:nvPicPr>
                <p:cNvPr id="27" name="Entrada de lápiz 26">
                  <a:extLst>
                    <a:ext uri="{FF2B5EF4-FFF2-40B4-BE49-F238E27FC236}">
                      <a16:creationId xmlns:a16="http://schemas.microsoft.com/office/drawing/2014/main" id="{34E4AAD9-7223-46DF-86E3-A22749DEC21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250495" y="1112706"/>
                  <a:ext cx="16884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8" name="Entrada de lápiz 27">
                  <a:extLst>
                    <a:ext uri="{FF2B5EF4-FFF2-40B4-BE49-F238E27FC236}">
                      <a16:creationId xmlns:a16="http://schemas.microsoft.com/office/drawing/2014/main" id="{46E28788-6255-40FC-92D6-4B72D95A9021}"/>
                    </a:ext>
                  </a:extLst>
                </p14:cNvPr>
                <p14:cNvContentPartPr/>
                <p14:nvPr/>
              </p14:nvContentPartPr>
              <p14:xfrm>
                <a:off x="1501775" y="1133226"/>
                <a:ext cx="105480" cy="207360"/>
              </p14:xfrm>
            </p:contentPart>
          </mc:Choice>
          <mc:Fallback>
            <p:pic>
              <p:nvPicPr>
                <p:cNvPr id="28" name="Entrada de lápiz 27">
                  <a:extLst>
                    <a:ext uri="{FF2B5EF4-FFF2-40B4-BE49-F238E27FC236}">
                      <a16:creationId xmlns:a16="http://schemas.microsoft.com/office/drawing/2014/main" id="{46E28788-6255-40FC-92D6-4B72D95A902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492775" y="1124586"/>
                  <a:ext cx="123120" cy="22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upo 32">
            <a:extLst>
              <a:ext uri="{FF2B5EF4-FFF2-40B4-BE49-F238E27FC236}">
                <a16:creationId xmlns:a16="http://schemas.microsoft.com/office/drawing/2014/main" id="{7153C0FD-C112-43C9-8DD6-B6011B045AB6}"/>
              </a:ext>
            </a:extLst>
          </p:cNvPr>
          <p:cNvGrpSpPr/>
          <p:nvPr/>
        </p:nvGrpSpPr>
        <p:grpSpPr>
          <a:xfrm>
            <a:off x="1782215" y="1077066"/>
            <a:ext cx="515160" cy="279000"/>
            <a:chOff x="1782215" y="1077066"/>
            <a:chExt cx="515160" cy="27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2F7BE62F-6BB7-457F-A0FA-A15F9AA343B5}"/>
                    </a:ext>
                  </a:extLst>
                </p14:cNvPr>
                <p14:cNvContentPartPr/>
                <p14:nvPr/>
              </p14:nvContentPartPr>
              <p14:xfrm>
                <a:off x="1782215" y="1127466"/>
                <a:ext cx="122040" cy="205920"/>
              </p14:xfrm>
            </p:contentPart>
          </mc:Choice>
          <mc:Fallback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2F7BE62F-6BB7-457F-A0FA-A15F9AA343B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773575" y="1118826"/>
                  <a:ext cx="13968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0" name="Entrada de lápiz 29">
                  <a:extLst>
                    <a:ext uri="{FF2B5EF4-FFF2-40B4-BE49-F238E27FC236}">
                      <a16:creationId xmlns:a16="http://schemas.microsoft.com/office/drawing/2014/main" id="{0519F311-67F5-4283-9625-730081E59EEF}"/>
                    </a:ext>
                  </a:extLst>
                </p14:cNvPr>
                <p14:cNvContentPartPr/>
                <p14:nvPr/>
              </p14:nvContentPartPr>
              <p14:xfrm>
                <a:off x="1962575" y="1077066"/>
                <a:ext cx="60840" cy="279000"/>
              </p14:xfrm>
            </p:contentPart>
          </mc:Choice>
          <mc:Fallback>
            <p:pic>
              <p:nvPicPr>
                <p:cNvPr id="30" name="Entrada de lápiz 29">
                  <a:extLst>
                    <a:ext uri="{FF2B5EF4-FFF2-40B4-BE49-F238E27FC236}">
                      <a16:creationId xmlns:a16="http://schemas.microsoft.com/office/drawing/2014/main" id="{0519F311-67F5-4283-9625-730081E59EE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953935" y="1068426"/>
                  <a:ext cx="7848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1" name="Entrada de lápiz 30">
                  <a:extLst>
                    <a:ext uri="{FF2B5EF4-FFF2-40B4-BE49-F238E27FC236}">
                      <a16:creationId xmlns:a16="http://schemas.microsoft.com/office/drawing/2014/main" id="{A5DDF452-18CC-4024-A167-4A2FB567C4BA}"/>
                    </a:ext>
                  </a:extLst>
                </p14:cNvPr>
                <p14:cNvContentPartPr/>
                <p14:nvPr/>
              </p14:nvContentPartPr>
              <p14:xfrm>
                <a:off x="2141135" y="1189386"/>
                <a:ext cx="151560" cy="7200"/>
              </p14:xfrm>
            </p:contentPart>
          </mc:Choice>
          <mc:Fallback>
            <p:pic>
              <p:nvPicPr>
                <p:cNvPr id="31" name="Entrada de lápiz 30">
                  <a:extLst>
                    <a:ext uri="{FF2B5EF4-FFF2-40B4-BE49-F238E27FC236}">
                      <a16:creationId xmlns:a16="http://schemas.microsoft.com/office/drawing/2014/main" id="{A5DDF452-18CC-4024-A167-4A2FB567C4B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132135" y="1180746"/>
                  <a:ext cx="16920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2" name="Entrada de lápiz 31">
                  <a:extLst>
                    <a:ext uri="{FF2B5EF4-FFF2-40B4-BE49-F238E27FC236}">
                      <a16:creationId xmlns:a16="http://schemas.microsoft.com/office/drawing/2014/main" id="{2B00B1D5-1624-4292-9C0D-5FB10095D717}"/>
                    </a:ext>
                  </a:extLst>
                </p14:cNvPr>
                <p14:cNvContentPartPr/>
                <p14:nvPr/>
              </p14:nvContentPartPr>
              <p14:xfrm>
                <a:off x="2208095" y="1309266"/>
                <a:ext cx="89280" cy="7200"/>
              </p14:xfrm>
            </p:contentPart>
          </mc:Choice>
          <mc:Fallback>
            <p:pic>
              <p:nvPicPr>
                <p:cNvPr id="32" name="Entrada de lápiz 31">
                  <a:extLst>
                    <a:ext uri="{FF2B5EF4-FFF2-40B4-BE49-F238E27FC236}">
                      <a16:creationId xmlns:a16="http://schemas.microsoft.com/office/drawing/2014/main" id="{2B00B1D5-1624-4292-9C0D-5FB10095D71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199455" y="1300266"/>
                  <a:ext cx="106920" cy="2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upo 37">
            <a:extLst>
              <a:ext uri="{FF2B5EF4-FFF2-40B4-BE49-F238E27FC236}">
                <a16:creationId xmlns:a16="http://schemas.microsoft.com/office/drawing/2014/main" id="{446B20C3-1823-4535-B0F9-C4285491EE17}"/>
              </a:ext>
            </a:extLst>
          </p:cNvPr>
          <p:cNvGrpSpPr/>
          <p:nvPr/>
        </p:nvGrpSpPr>
        <p:grpSpPr>
          <a:xfrm>
            <a:off x="2471615" y="1064106"/>
            <a:ext cx="406440" cy="228240"/>
            <a:chOff x="2471615" y="1064106"/>
            <a:chExt cx="406440" cy="22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D4FCB09F-4530-4AB4-91B5-83471DA39F3B}"/>
                    </a:ext>
                  </a:extLst>
                </p14:cNvPr>
                <p14:cNvContentPartPr/>
                <p14:nvPr/>
              </p14:nvContentPartPr>
              <p14:xfrm>
                <a:off x="2471615" y="1064106"/>
                <a:ext cx="165600" cy="228240"/>
              </p14:xfrm>
            </p:contentPart>
          </mc:Choice>
          <mc:Fallback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D4FCB09F-4530-4AB4-91B5-83471DA39F3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462975" y="1055106"/>
                  <a:ext cx="18324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7" name="Entrada de lápiz 36">
                  <a:extLst>
                    <a:ext uri="{FF2B5EF4-FFF2-40B4-BE49-F238E27FC236}">
                      <a16:creationId xmlns:a16="http://schemas.microsoft.com/office/drawing/2014/main" id="{A5BAEDEB-9E47-4B6C-9289-09924934B6D3}"/>
                    </a:ext>
                  </a:extLst>
                </p14:cNvPr>
                <p14:cNvContentPartPr/>
                <p14:nvPr/>
              </p14:nvContentPartPr>
              <p14:xfrm>
                <a:off x="2697335" y="1178226"/>
                <a:ext cx="180720" cy="37800"/>
              </p14:xfrm>
            </p:contentPart>
          </mc:Choice>
          <mc:Fallback>
            <p:pic>
              <p:nvPicPr>
                <p:cNvPr id="37" name="Entrada de lápiz 36">
                  <a:extLst>
                    <a:ext uri="{FF2B5EF4-FFF2-40B4-BE49-F238E27FC236}">
                      <a16:creationId xmlns:a16="http://schemas.microsoft.com/office/drawing/2014/main" id="{A5BAEDEB-9E47-4B6C-9289-09924934B6D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688695" y="1169586"/>
                  <a:ext cx="198360" cy="55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39" name="Entrada de lápiz 38">
                <a:extLst>
                  <a:ext uri="{FF2B5EF4-FFF2-40B4-BE49-F238E27FC236}">
                    <a16:creationId xmlns:a16="http://schemas.microsoft.com/office/drawing/2014/main" id="{552F959D-F49C-430A-97D4-98C355393E73}"/>
                  </a:ext>
                </a:extLst>
              </p14:cNvPr>
              <p14:cNvContentPartPr/>
              <p14:nvPr/>
            </p14:nvContentPartPr>
            <p14:xfrm>
              <a:off x="3319415" y="1025586"/>
              <a:ext cx="254160" cy="479160"/>
            </p14:xfrm>
          </p:contentPart>
        </mc:Choice>
        <mc:Fallback>
          <p:pic>
            <p:nvPicPr>
              <p:cNvPr id="39" name="Entrada de lápiz 38">
                <a:extLst>
                  <a:ext uri="{FF2B5EF4-FFF2-40B4-BE49-F238E27FC236}">
                    <a16:creationId xmlns:a16="http://schemas.microsoft.com/office/drawing/2014/main" id="{552F959D-F49C-430A-97D4-98C355393E73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310775" y="1016586"/>
                <a:ext cx="271800" cy="49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40" name="Entrada de lápiz 39">
                <a:extLst>
                  <a:ext uri="{FF2B5EF4-FFF2-40B4-BE49-F238E27FC236}">
                    <a16:creationId xmlns:a16="http://schemas.microsoft.com/office/drawing/2014/main" id="{C9AAE451-A62E-4F19-82F0-3F52654F5304}"/>
                  </a:ext>
                </a:extLst>
              </p14:cNvPr>
              <p14:cNvContentPartPr/>
              <p14:nvPr/>
            </p14:nvContentPartPr>
            <p14:xfrm>
              <a:off x="3711815" y="989586"/>
              <a:ext cx="140040" cy="317160"/>
            </p14:xfrm>
          </p:contentPart>
        </mc:Choice>
        <mc:Fallback>
          <p:pic>
            <p:nvPicPr>
              <p:cNvPr id="40" name="Entrada de lápiz 39">
                <a:extLst>
                  <a:ext uri="{FF2B5EF4-FFF2-40B4-BE49-F238E27FC236}">
                    <a16:creationId xmlns:a16="http://schemas.microsoft.com/office/drawing/2014/main" id="{C9AAE451-A62E-4F19-82F0-3F52654F5304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702815" y="980946"/>
                <a:ext cx="157680" cy="33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41" name="Entrada de lápiz 40">
                <a:extLst>
                  <a:ext uri="{FF2B5EF4-FFF2-40B4-BE49-F238E27FC236}">
                    <a16:creationId xmlns:a16="http://schemas.microsoft.com/office/drawing/2014/main" id="{0BF03DF3-8C4F-48F9-9DEB-F6A8E2355510}"/>
                  </a:ext>
                </a:extLst>
              </p14:cNvPr>
              <p14:cNvContentPartPr/>
              <p14:nvPr/>
            </p14:nvContentPartPr>
            <p14:xfrm>
              <a:off x="3946175" y="1114506"/>
              <a:ext cx="202320" cy="203400"/>
            </p14:xfrm>
          </p:contentPart>
        </mc:Choice>
        <mc:Fallback>
          <p:pic>
            <p:nvPicPr>
              <p:cNvPr id="41" name="Entrada de lápiz 40">
                <a:extLst>
                  <a:ext uri="{FF2B5EF4-FFF2-40B4-BE49-F238E27FC236}">
                    <a16:creationId xmlns:a16="http://schemas.microsoft.com/office/drawing/2014/main" id="{0BF03DF3-8C4F-48F9-9DEB-F6A8E2355510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937175" y="1105866"/>
                <a:ext cx="219960" cy="22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42" name="Entrada de lápiz 41">
                <a:extLst>
                  <a:ext uri="{FF2B5EF4-FFF2-40B4-BE49-F238E27FC236}">
                    <a16:creationId xmlns:a16="http://schemas.microsoft.com/office/drawing/2014/main" id="{0AC531FA-F383-4440-B341-9D04E61569B3}"/>
                  </a:ext>
                </a:extLst>
              </p14:cNvPr>
              <p14:cNvContentPartPr/>
              <p14:nvPr/>
            </p14:nvContentPartPr>
            <p14:xfrm>
              <a:off x="3884615" y="1068066"/>
              <a:ext cx="267480" cy="217080"/>
            </p14:xfrm>
          </p:contentPart>
        </mc:Choice>
        <mc:Fallback>
          <p:pic>
            <p:nvPicPr>
              <p:cNvPr id="42" name="Entrada de lápiz 41">
                <a:extLst>
                  <a:ext uri="{FF2B5EF4-FFF2-40B4-BE49-F238E27FC236}">
                    <a16:creationId xmlns:a16="http://schemas.microsoft.com/office/drawing/2014/main" id="{0AC531FA-F383-4440-B341-9D04E61569B3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875975" y="1059066"/>
                <a:ext cx="285120" cy="23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43" name="Entrada de lápiz 42">
                <a:extLst>
                  <a:ext uri="{FF2B5EF4-FFF2-40B4-BE49-F238E27FC236}">
                    <a16:creationId xmlns:a16="http://schemas.microsoft.com/office/drawing/2014/main" id="{A1425A65-7437-4A41-9659-CC98617B79AF}"/>
                  </a:ext>
                </a:extLst>
              </p14:cNvPr>
              <p14:cNvContentPartPr/>
              <p14:nvPr/>
            </p14:nvContentPartPr>
            <p14:xfrm>
              <a:off x="4378535" y="1024506"/>
              <a:ext cx="155520" cy="205200"/>
            </p14:xfrm>
          </p:contentPart>
        </mc:Choice>
        <mc:Fallback>
          <p:pic>
            <p:nvPicPr>
              <p:cNvPr id="43" name="Entrada de lápiz 42">
                <a:extLst>
                  <a:ext uri="{FF2B5EF4-FFF2-40B4-BE49-F238E27FC236}">
                    <a16:creationId xmlns:a16="http://schemas.microsoft.com/office/drawing/2014/main" id="{A1425A65-7437-4A41-9659-CC98617B79AF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369535" y="1015866"/>
                <a:ext cx="173160" cy="22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44" name="Entrada de lápiz 43">
                <a:extLst>
                  <a:ext uri="{FF2B5EF4-FFF2-40B4-BE49-F238E27FC236}">
                    <a16:creationId xmlns:a16="http://schemas.microsoft.com/office/drawing/2014/main" id="{788A0D87-D5B9-465B-8B48-A992F0F22ECD}"/>
                  </a:ext>
                </a:extLst>
              </p14:cNvPr>
              <p14:cNvContentPartPr/>
              <p14:nvPr/>
            </p14:nvContentPartPr>
            <p14:xfrm>
              <a:off x="4410575" y="1294866"/>
              <a:ext cx="212760" cy="10440"/>
            </p14:xfrm>
          </p:contentPart>
        </mc:Choice>
        <mc:Fallback>
          <p:pic>
            <p:nvPicPr>
              <p:cNvPr id="44" name="Entrada de lápiz 43">
                <a:extLst>
                  <a:ext uri="{FF2B5EF4-FFF2-40B4-BE49-F238E27FC236}">
                    <a16:creationId xmlns:a16="http://schemas.microsoft.com/office/drawing/2014/main" id="{788A0D87-D5B9-465B-8B48-A992F0F22ECD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401935" y="1285866"/>
                <a:ext cx="230400" cy="2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45" name="Entrada de lápiz 44">
                <a:extLst>
                  <a:ext uri="{FF2B5EF4-FFF2-40B4-BE49-F238E27FC236}">
                    <a16:creationId xmlns:a16="http://schemas.microsoft.com/office/drawing/2014/main" id="{AB49A89C-BA60-40DB-B2C1-CBBECA4EC3C6}"/>
                  </a:ext>
                </a:extLst>
              </p14:cNvPr>
              <p14:cNvContentPartPr/>
              <p14:nvPr/>
            </p14:nvContentPartPr>
            <p14:xfrm>
              <a:off x="4730615" y="1072026"/>
              <a:ext cx="180360" cy="250560"/>
            </p14:xfrm>
          </p:contentPart>
        </mc:Choice>
        <mc:Fallback>
          <p:pic>
            <p:nvPicPr>
              <p:cNvPr id="45" name="Entrada de lápiz 44">
                <a:extLst>
                  <a:ext uri="{FF2B5EF4-FFF2-40B4-BE49-F238E27FC236}">
                    <a16:creationId xmlns:a16="http://schemas.microsoft.com/office/drawing/2014/main" id="{AB49A89C-BA60-40DB-B2C1-CBBECA4EC3C6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4721615" y="1063386"/>
                <a:ext cx="198000" cy="26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46" name="Entrada de lápiz 45">
                <a:extLst>
                  <a:ext uri="{FF2B5EF4-FFF2-40B4-BE49-F238E27FC236}">
                    <a16:creationId xmlns:a16="http://schemas.microsoft.com/office/drawing/2014/main" id="{3A2779CF-938E-467B-BCC4-F104AAB1A246}"/>
                  </a:ext>
                </a:extLst>
              </p14:cNvPr>
              <p14:cNvContentPartPr/>
              <p14:nvPr/>
            </p14:nvContentPartPr>
            <p14:xfrm>
              <a:off x="5009615" y="1012626"/>
              <a:ext cx="82440" cy="344520"/>
            </p14:xfrm>
          </p:contentPart>
        </mc:Choice>
        <mc:Fallback>
          <p:pic>
            <p:nvPicPr>
              <p:cNvPr id="46" name="Entrada de lápiz 45">
                <a:extLst>
                  <a:ext uri="{FF2B5EF4-FFF2-40B4-BE49-F238E27FC236}">
                    <a16:creationId xmlns:a16="http://schemas.microsoft.com/office/drawing/2014/main" id="{3A2779CF-938E-467B-BCC4-F104AAB1A246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5000615" y="1003986"/>
                <a:ext cx="100080" cy="36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47" name="Entrada de lápiz 46">
                <a:extLst>
                  <a:ext uri="{FF2B5EF4-FFF2-40B4-BE49-F238E27FC236}">
                    <a16:creationId xmlns:a16="http://schemas.microsoft.com/office/drawing/2014/main" id="{82FCB82D-EC1C-4279-9439-978DB99D3DEE}"/>
                  </a:ext>
                </a:extLst>
              </p14:cNvPr>
              <p14:cNvContentPartPr/>
              <p14:nvPr/>
            </p14:nvContentPartPr>
            <p14:xfrm>
              <a:off x="2138255" y="1762866"/>
              <a:ext cx="140040" cy="24120"/>
            </p14:xfrm>
          </p:contentPart>
        </mc:Choice>
        <mc:Fallback>
          <p:pic>
            <p:nvPicPr>
              <p:cNvPr id="47" name="Entrada de lápiz 46">
                <a:extLst>
                  <a:ext uri="{FF2B5EF4-FFF2-40B4-BE49-F238E27FC236}">
                    <a16:creationId xmlns:a16="http://schemas.microsoft.com/office/drawing/2014/main" id="{82FCB82D-EC1C-4279-9439-978DB99D3DEE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129615" y="1753866"/>
                <a:ext cx="15768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48" name="Entrada de lápiz 47">
                <a:extLst>
                  <a:ext uri="{FF2B5EF4-FFF2-40B4-BE49-F238E27FC236}">
                    <a16:creationId xmlns:a16="http://schemas.microsoft.com/office/drawing/2014/main" id="{C643F63D-2A3A-4458-99BA-663801084C74}"/>
                  </a:ext>
                </a:extLst>
              </p14:cNvPr>
              <p14:cNvContentPartPr/>
              <p14:nvPr/>
            </p14:nvContentPartPr>
            <p14:xfrm>
              <a:off x="2174255" y="1877706"/>
              <a:ext cx="230040" cy="5400"/>
            </p14:xfrm>
          </p:contentPart>
        </mc:Choice>
        <mc:Fallback>
          <p:pic>
            <p:nvPicPr>
              <p:cNvPr id="48" name="Entrada de lápiz 47">
                <a:extLst>
                  <a:ext uri="{FF2B5EF4-FFF2-40B4-BE49-F238E27FC236}">
                    <a16:creationId xmlns:a16="http://schemas.microsoft.com/office/drawing/2014/main" id="{C643F63D-2A3A-4458-99BA-663801084C74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165255" y="1868706"/>
                <a:ext cx="247680" cy="2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49" name="Entrada de lápiz 48">
                <a:extLst>
                  <a:ext uri="{FF2B5EF4-FFF2-40B4-BE49-F238E27FC236}">
                    <a16:creationId xmlns:a16="http://schemas.microsoft.com/office/drawing/2014/main" id="{DEEB0939-4816-4D3F-AD9F-131B16B1CEF4}"/>
                  </a:ext>
                </a:extLst>
              </p14:cNvPr>
              <p14:cNvContentPartPr/>
              <p14:nvPr/>
            </p14:nvContentPartPr>
            <p14:xfrm>
              <a:off x="2738015" y="1672506"/>
              <a:ext cx="97560" cy="257760"/>
            </p14:xfrm>
          </p:contentPart>
        </mc:Choice>
        <mc:Fallback>
          <p:pic>
            <p:nvPicPr>
              <p:cNvPr id="49" name="Entrada de lápiz 48">
                <a:extLst>
                  <a:ext uri="{FF2B5EF4-FFF2-40B4-BE49-F238E27FC236}">
                    <a16:creationId xmlns:a16="http://schemas.microsoft.com/office/drawing/2014/main" id="{DEEB0939-4816-4D3F-AD9F-131B16B1CEF4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2729375" y="1663866"/>
                <a:ext cx="115200" cy="27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50" name="Entrada de lápiz 49">
                <a:extLst>
                  <a:ext uri="{FF2B5EF4-FFF2-40B4-BE49-F238E27FC236}">
                    <a16:creationId xmlns:a16="http://schemas.microsoft.com/office/drawing/2014/main" id="{4FED467D-D3F7-4B22-8CFE-77A6AC2F5119}"/>
                  </a:ext>
                </a:extLst>
              </p14:cNvPr>
              <p14:cNvContentPartPr/>
              <p14:nvPr/>
            </p14:nvContentPartPr>
            <p14:xfrm>
              <a:off x="2924135" y="1809666"/>
              <a:ext cx="277200" cy="20880"/>
            </p14:xfrm>
          </p:contentPart>
        </mc:Choice>
        <mc:Fallback>
          <p:pic>
            <p:nvPicPr>
              <p:cNvPr id="50" name="Entrada de lápiz 49">
                <a:extLst>
                  <a:ext uri="{FF2B5EF4-FFF2-40B4-BE49-F238E27FC236}">
                    <a16:creationId xmlns:a16="http://schemas.microsoft.com/office/drawing/2014/main" id="{4FED467D-D3F7-4B22-8CFE-77A6AC2F5119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2915135" y="1800666"/>
                <a:ext cx="29484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51" name="Entrada de lápiz 50">
                <a:extLst>
                  <a:ext uri="{FF2B5EF4-FFF2-40B4-BE49-F238E27FC236}">
                    <a16:creationId xmlns:a16="http://schemas.microsoft.com/office/drawing/2014/main" id="{20FB0011-822F-4016-9407-003CFA9E9FC3}"/>
                  </a:ext>
                </a:extLst>
              </p14:cNvPr>
              <p14:cNvContentPartPr/>
              <p14:nvPr/>
            </p14:nvContentPartPr>
            <p14:xfrm>
              <a:off x="3360815" y="1581786"/>
              <a:ext cx="124560" cy="663840"/>
            </p14:xfrm>
          </p:contentPart>
        </mc:Choice>
        <mc:Fallback>
          <p:pic>
            <p:nvPicPr>
              <p:cNvPr id="51" name="Entrada de lápiz 50">
                <a:extLst>
                  <a:ext uri="{FF2B5EF4-FFF2-40B4-BE49-F238E27FC236}">
                    <a16:creationId xmlns:a16="http://schemas.microsoft.com/office/drawing/2014/main" id="{20FB0011-822F-4016-9407-003CFA9E9FC3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3352175" y="1573146"/>
                <a:ext cx="142200" cy="68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52" name="Entrada de lápiz 51">
                <a:extLst>
                  <a:ext uri="{FF2B5EF4-FFF2-40B4-BE49-F238E27FC236}">
                    <a16:creationId xmlns:a16="http://schemas.microsoft.com/office/drawing/2014/main" id="{C71FC397-1B60-4653-81EA-F1327A83A5B4}"/>
                  </a:ext>
                </a:extLst>
              </p14:cNvPr>
              <p14:cNvContentPartPr/>
              <p14:nvPr/>
            </p14:nvContentPartPr>
            <p14:xfrm>
              <a:off x="3591575" y="1733706"/>
              <a:ext cx="140400" cy="363960"/>
            </p14:xfrm>
          </p:contentPart>
        </mc:Choice>
        <mc:Fallback>
          <p:pic>
            <p:nvPicPr>
              <p:cNvPr id="52" name="Entrada de lápiz 51">
                <a:extLst>
                  <a:ext uri="{FF2B5EF4-FFF2-40B4-BE49-F238E27FC236}">
                    <a16:creationId xmlns:a16="http://schemas.microsoft.com/office/drawing/2014/main" id="{C71FC397-1B60-4653-81EA-F1327A83A5B4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3582935" y="1724706"/>
                <a:ext cx="158040" cy="381600"/>
              </a:xfrm>
              <a:prstGeom prst="rect">
                <a:avLst/>
              </a:prstGeom>
            </p:spPr>
          </p:pic>
        </mc:Fallback>
      </mc:AlternateContent>
      <p:grpSp>
        <p:nvGrpSpPr>
          <p:cNvPr id="82" name="Grupo 81">
            <a:extLst>
              <a:ext uri="{FF2B5EF4-FFF2-40B4-BE49-F238E27FC236}">
                <a16:creationId xmlns:a16="http://schemas.microsoft.com/office/drawing/2014/main" id="{5BBD1FAF-E001-4283-9DD3-E06DF51989FC}"/>
              </a:ext>
            </a:extLst>
          </p:cNvPr>
          <p:cNvGrpSpPr/>
          <p:nvPr/>
        </p:nvGrpSpPr>
        <p:grpSpPr>
          <a:xfrm>
            <a:off x="3990455" y="1621026"/>
            <a:ext cx="1468080" cy="437760"/>
            <a:chOff x="3990455" y="1621026"/>
            <a:chExt cx="1468080" cy="43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62" name="Entrada de lápiz 61">
                  <a:extLst>
                    <a:ext uri="{FF2B5EF4-FFF2-40B4-BE49-F238E27FC236}">
                      <a16:creationId xmlns:a16="http://schemas.microsoft.com/office/drawing/2014/main" id="{89CF3E75-2BE4-4FD8-8AD2-C861B6DBD9C5}"/>
                    </a:ext>
                  </a:extLst>
                </p14:cNvPr>
                <p14:cNvContentPartPr/>
                <p14:nvPr/>
              </p14:nvContentPartPr>
              <p14:xfrm>
                <a:off x="3990455" y="1621026"/>
                <a:ext cx="104400" cy="392760"/>
              </p14:xfrm>
            </p:contentPart>
          </mc:Choice>
          <mc:Fallback>
            <p:pic>
              <p:nvPicPr>
                <p:cNvPr id="62" name="Entrada de lápiz 61">
                  <a:extLst>
                    <a:ext uri="{FF2B5EF4-FFF2-40B4-BE49-F238E27FC236}">
                      <a16:creationId xmlns:a16="http://schemas.microsoft.com/office/drawing/2014/main" id="{89CF3E75-2BE4-4FD8-8AD2-C861B6DBD9C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981455" y="1612026"/>
                  <a:ext cx="122040" cy="41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63" name="Entrada de lápiz 62">
                  <a:extLst>
                    <a:ext uri="{FF2B5EF4-FFF2-40B4-BE49-F238E27FC236}">
                      <a16:creationId xmlns:a16="http://schemas.microsoft.com/office/drawing/2014/main" id="{B2DB8432-6605-4D83-A67E-B9C792A20260}"/>
                    </a:ext>
                  </a:extLst>
                </p14:cNvPr>
                <p14:cNvContentPartPr/>
                <p14:nvPr/>
              </p14:nvContentPartPr>
              <p14:xfrm>
                <a:off x="4187015" y="1758546"/>
                <a:ext cx="242280" cy="210240"/>
              </p14:xfrm>
            </p:contentPart>
          </mc:Choice>
          <mc:Fallback>
            <p:pic>
              <p:nvPicPr>
                <p:cNvPr id="63" name="Entrada de lápiz 62">
                  <a:extLst>
                    <a:ext uri="{FF2B5EF4-FFF2-40B4-BE49-F238E27FC236}">
                      <a16:creationId xmlns:a16="http://schemas.microsoft.com/office/drawing/2014/main" id="{B2DB8432-6605-4D83-A67E-B9C792A2026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178015" y="1749906"/>
                  <a:ext cx="25992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64" name="Entrada de lápiz 63">
                  <a:extLst>
                    <a:ext uri="{FF2B5EF4-FFF2-40B4-BE49-F238E27FC236}">
                      <a16:creationId xmlns:a16="http://schemas.microsoft.com/office/drawing/2014/main" id="{9A58C098-E4C0-4FA3-A58E-49E4C4EE5586}"/>
                    </a:ext>
                  </a:extLst>
                </p14:cNvPr>
                <p14:cNvContentPartPr/>
                <p14:nvPr/>
              </p14:nvContentPartPr>
              <p14:xfrm>
                <a:off x="4258655" y="1732986"/>
                <a:ext cx="174960" cy="222120"/>
              </p14:xfrm>
            </p:contentPart>
          </mc:Choice>
          <mc:Fallback>
            <p:pic>
              <p:nvPicPr>
                <p:cNvPr id="64" name="Entrada de lápiz 63">
                  <a:extLst>
                    <a:ext uri="{FF2B5EF4-FFF2-40B4-BE49-F238E27FC236}">
                      <a16:creationId xmlns:a16="http://schemas.microsoft.com/office/drawing/2014/main" id="{9A58C098-E4C0-4FA3-A58E-49E4C4EE558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250015" y="1724346"/>
                  <a:ext cx="19260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66" name="Entrada de lápiz 65">
                  <a:extLst>
                    <a:ext uri="{FF2B5EF4-FFF2-40B4-BE49-F238E27FC236}">
                      <a16:creationId xmlns:a16="http://schemas.microsoft.com/office/drawing/2014/main" id="{E0382B06-A3D0-4A13-AB14-5839A67FCC31}"/>
                    </a:ext>
                  </a:extLst>
                </p14:cNvPr>
                <p14:cNvContentPartPr/>
                <p14:nvPr/>
              </p14:nvContentPartPr>
              <p14:xfrm>
                <a:off x="4559975" y="1807866"/>
                <a:ext cx="127080" cy="24120"/>
              </p14:xfrm>
            </p:contentPart>
          </mc:Choice>
          <mc:Fallback>
            <p:pic>
              <p:nvPicPr>
                <p:cNvPr id="66" name="Entrada de lápiz 65">
                  <a:extLst>
                    <a:ext uri="{FF2B5EF4-FFF2-40B4-BE49-F238E27FC236}">
                      <a16:creationId xmlns:a16="http://schemas.microsoft.com/office/drawing/2014/main" id="{E0382B06-A3D0-4A13-AB14-5839A67FCC3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550975" y="1799226"/>
                  <a:ext cx="14472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67" name="Entrada de lápiz 66">
                  <a:extLst>
                    <a:ext uri="{FF2B5EF4-FFF2-40B4-BE49-F238E27FC236}">
                      <a16:creationId xmlns:a16="http://schemas.microsoft.com/office/drawing/2014/main" id="{D4D8FCF9-C369-4E78-B8CB-2CA0E4327A2E}"/>
                    </a:ext>
                  </a:extLst>
                </p14:cNvPr>
                <p14:cNvContentPartPr/>
                <p14:nvPr/>
              </p14:nvContentPartPr>
              <p14:xfrm>
                <a:off x="4561775" y="1839186"/>
                <a:ext cx="192240" cy="92160"/>
              </p14:xfrm>
            </p:contentPart>
          </mc:Choice>
          <mc:Fallback>
            <p:pic>
              <p:nvPicPr>
                <p:cNvPr id="67" name="Entrada de lápiz 66">
                  <a:extLst>
                    <a:ext uri="{FF2B5EF4-FFF2-40B4-BE49-F238E27FC236}">
                      <a16:creationId xmlns:a16="http://schemas.microsoft.com/office/drawing/2014/main" id="{D4D8FCF9-C369-4E78-B8CB-2CA0E4327A2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553135" y="1830546"/>
                  <a:ext cx="20988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68" name="Entrada de lápiz 67">
                  <a:extLst>
                    <a:ext uri="{FF2B5EF4-FFF2-40B4-BE49-F238E27FC236}">
                      <a16:creationId xmlns:a16="http://schemas.microsoft.com/office/drawing/2014/main" id="{07B597ED-1758-4C22-B10E-7A9442647CD0}"/>
                    </a:ext>
                  </a:extLst>
                </p14:cNvPr>
                <p14:cNvContentPartPr/>
                <p14:nvPr/>
              </p14:nvContentPartPr>
              <p14:xfrm>
                <a:off x="4757255" y="1799226"/>
                <a:ext cx="214920" cy="178200"/>
              </p14:xfrm>
            </p:contentPart>
          </mc:Choice>
          <mc:Fallback>
            <p:pic>
              <p:nvPicPr>
                <p:cNvPr id="68" name="Entrada de lápiz 67">
                  <a:extLst>
                    <a:ext uri="{FF2B5EF4-FFF2-40B4-BE49-F238E27FC236}">
                      <a16:creationId xmlns:a16="http://schemas.microsoft.com/office/drawing/2014/main" id="{07B597ED-1758-4C22-B10E-7A9442647CD0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748615" y="1790586"/>
                  <a:ext cx="23256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69" name="Entrada de lápiz 68">
                  <a:extLst>
                    <a:ext uri="{FF2B5EF4-FFF2-40B4-BE49-F238E27FC236}">
                      <a16:creationId xmlns:a16="http://schemas.microsoft.com/office/drawing/2014/main" id="{E51D6D61-AA3B-4989-A9BB-F38E5DD1C7D1}"/>
                    </a:ext>
                  </a:extLst>
                </p14:cNvPr>
                <p14:cNvContentPartPr/>
                <p14:nvPr/>
              </p14:nvContentPartPr>
              <p14:xfrm>
                <a:off x="4999175" y="1669266"/>
                <a:ext cx="106920" cy="389520"/>
              </p14:xfrm>
            </p:contentPart>
          </mc:Choice>
          <mc:Fallback>
            <p:pic>
              <p:nvPicPr>
                <p:cNvPr id="69" name="Entrada de lápiz 68">
                  <a:extLst>
                    <a:ext uri="{FF2B5EF4-FFF2-40B4-BE49-F238E27FC236}">
                      <a16:creationId xmlns:a16="http://schemas.microsoft.com/office/drawing/2014/main" id="{E51D6D61-AA3B-4989-A9BB-F38E5DD1C7D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990175" y="1660626"/>
                  <a:ext cx="124560" cy="40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70" name="Entrada de lápiz 69">
                  <a:extLst>
                    <a:ext uri="{FF2B5EF4-FFF2-40B4-BE49-F238E27FC236}">
                      <a16:creationId xmlns:a16="http://schemas.microsoft.com/office/drawing/2014/main" id="{6D67AC7C-E13B-428B-9381-D85E182DF611}"/>
                    </a:ext>
                  </a:extLst>
                </p14:cNvPr>
                <p14:cNvContentPartPr/>
                <p14:nvPr/>
              </p14:nvContentPartPr>
              <p14:xfrm>
                <a:off x="5262695" y="1817226"/>
                <a:ext cx="195840" cy="17280"/>
              </p14:xfrm>
            </p:contentPart>
          </mc:Choice>
          <mc:Fallback>
            <p:pic>
              <p:nvPicPr>
                <p:cNvPr id="70" name="Entrada de lápiz 69">
                  <a:extLst>
                    <a:ext uri="{FF2B5EF4-FFF2-40B4-BE49-F238E27FC236}">
                      <a16:creationId xmlns:a16="http://schemas.microsoft.com/office/drawing/2014/main" id="{6D67AC7C-E13B-428B-9381-D85E182DF61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253695" y="1808586"/>
                  <a:ext cx="21348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73" name="Entrada de lápiz 72">
                  <a:extLst>
                    <a:ext uri="{FF2B5EF4-FFF2-40B4-BE49-F238E27FC236}">
                      <a16:creationId xmlns:a16="http://schemas.microsoft.com/office/drawing/2014/main" id="{2B8A4441-5403-4F21-99EF-096C33B7FCEB}"/>
                    </a:ext>
                  </a:extLst>
                </p14:cNvPr>
                <p14:cNvContentPartPr/>
                <p14:nvPr/>
              </p14:nvContentPartPr>
              <p14:xfrm>
                <a:off x="5315615" y="1647306"/>
                <a:ext cx="43920" cy="346320"/>
              </p14:xfrm>
            </p:contentPart>
          </mc:Choice>
          <mc:Fallback>
            <p:pic>
              <p:nvPicPr>
                <p:cNvPr id="73" name="Entrada de lápiz 72">
                  <a:extLst>
                    <a:ext uri="{FF2B5EF4-FFF2-40B4-BE49-F238E27FC236}">
                      <a16:creationId xmlns:a16="http://schemas.microsoft.com/office/drawing/2014/main" id="{2B8A4441-5403-4F21-99EF-096C33B7FCE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306615" y="1638666"/>
                  <a:ext cx="61560" cy="36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upo 80">
            <a:extLst>
              <a:ext uri="{FF2B5EF4-FFF2-40B4-BE49-F238E27FC236}">
                <a16:creationId xmlns:a16="http://schemas.microsoft.com/office/drawing/2014/main" id="{BF787A12-86BA-47C9-9DC5-987463FFF1A2}"/>
              </a:ext>
            </a:extLst>
          </p:cNvPr>
          <p:cNvGrpSpPr/>
          <p:nvPr/>
        </p:nvGrpSpPr>
        <p:grpSpPr>
          <a:xfrm>
            <a:off x="5693975" y="1390626"/>
            <a:ext cx="1690920" cy="706680"/>
            <a:chOff x="5693975" y="1390626"/>
            <a:chExt cx="1690920" cy="70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71" name="Entrada de lápiz 70">
                  <a:extLst>
                    <a:ext uri="{FF2B5EF4-FFF2-40B4-BE49-F238E27FC236}">
                      <a16:creationId xmlns:a16="http://schemas.microsoft.com/office/drawing/2014/main" id="{F68A635D-DD84-4A76-8D9C-F17B25EDB022}"/>
                    </a:ext>
                  </a:extLst>
                </p14:cNvPr>
                <p14:cNvContentPartPr/>
                <p14:nvPr/>
              </p14:nvContentPartPr>
              <p14:xfrm>
                <a:off x="5760575" y="1797786"/>
                <a:ext cx="27720" cy="299520"/>
              </p14:xfrm>
            </p:contentPart>
          </mc:Choice>
          <mc:Fallback>
            <p:pic>
              <p:nvPicPr>
                <p:cNvPr id="71" name="Entrada de lápiz 70">
                  <a:extLst>
                    <a:ext uri="{FF2B5EF4-FFF2-40B4-BE49-F238E27FC236}">
                      <a16:creationId xmlns:a16="http://schemas.microsoft.com/office/drawing/2014/main" id="{F68A635D-DD84-4A76-8D9C-F17B25EDB02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751575" y="1788786"/>
                  <a:ext cx="4536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72" name="Entrada de lápiz 71">
                  <a:extLst>
                    <a:ext uri="{FF2B5EF4-FFF2-40B4-BE49-F238E27FC236}">
                      <a16:creationId xmlns:a16="http://schemas.microsoft.com/office/drawing/2014/main" id="{CD2EB9E3-4576-4416-ACE1-68D8B5B1A5ED}"/>
                    </a:ext>
                  </a:extLst>
                </p14:cNvPr>
                <p14:cNvContentPartPr/>
                <p14:nvPr/>
              </p14:nvContentPartPr>
              <p14:xfrm>
                <a:off x="5693975" y="1729026"/>
                <a:ext cx="228240" cy="219240"/>
              </p14:xfrm>
            </p:contentPart>
          </mc:Choice>
          <mc:Fallback>
            <p:pic>
              <p:nvPicPr>
                <p:cNvPr id="72" name="Entrada de lápiz 71">
                  <a:extLst>
                    <a:ext uri="{FF2B5EF4-FFF2-40B4-BE49-F238E27FC236}">
                      <a16:creationId xmlns:a16="http://schemas.microsoft.com/office/drawing/2014/main" id="{CD2EB9E3-4576-4416-ACE1-68D8B5B1A5E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684975" y="1720386"/>
                  <a:ext cx="24588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74" name="Entrada de lápiz 73">
                  <a:extLst>
                    <a:ext uri="{FF2B5EF4-FFF2-40B4-BE49-F238E27FC236}">
                      <a16:creationId xmlns:a16="http://schemas.microsoft.com/office/drawing/2014/main" id="{F50A809C-E79A-4F9D-8561-CF0A8277400B}"/>
                    </a:ext>
                  </a:extLst>
                </p14:cNvPr>
                <p14:cNvContentPartPr/>
                <p14:nvPr/>
              </p14:nvContentPartPr>
              <p14:xfrm>
                <a:off x="6101495" y="1644066"/>
                <a:ext cx="157320" cy="293400"/>
              </p14:xfrm>
            </p:contentPart>
          </mc:Choice>
          <mc:Fallback>
            <p:pic>
              <p:nvPicPr>
                <p:cNvPr id="74" name="Entrada de lápiz 73">
                  <a:extLst>
                    <a:ext uri="{FF2B5EF4-FFF2-40B4-BE49-F238E27FC236}">
                      <a16:creationId xmlns:a16="http://schemas.microsoft.com/office/drawing/2014/main" id="{F50A809C-E79A-4F9D-8561-CF0A8277400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092495" y="1635066"/>
                  <a:ext cx="17496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75" name="Entrada de lápiz 74">
                  <a:extLst>
                    <a:ext uri="{FF2B5EF4-FFF2-40B4-BE49-F238E27FC236}">
                      <a16:creationId xmlns:a16="http://schemas.microsoft.com/office/drawing/2014/main" id="{921BE2BF-E383-4FD8-9736-B62D92321C9A}"/>
                    </a:ext>
                  </a:extLst>
                </p14:cNvPr>
                <p14:cNvContentPartPr/>
                <p14:nvPr/>
              </p14:nvContentPartPr>
              <p14:xfrm>
                <a:off x="6231815" y="1715346"/>
                <a:ext cx="196920" cy="213480"/>
              </p14:xfrm>
            </p:contentPart>
          </mc:Choice>
          <mc:Fallback>
            <p:pic>
              <p:nvPicPr>
                <p:cNvPr id="75" name="Entrada de lápiz 74">
                  <a:extLst>
                    <a:ext uri="{FF2B5EF4-FFF2-40B4-BE49-F238E27FC236}">
                      <a16:creationId xmlns:a16="http://schemas.microsoft.com/office/drawing/2014/main" id="{921BE2BF-E383-4FD8-9736-B62D92321C9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222815" y="1706346"/>
                  <a:ext cx="21456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76" name="Entrada de lápiz 75">
                  <a:extLst>
                    <a:ext uri="{FF2B5EF4-FFF2-40B4-BE49-F238E27FC236}">
                      <a16:creationId xmlns:a16="http://schemas.microsoft.com/office/drawing/2014/main" id="{7C62D11D-D652-4A8A-B8D2-B30036FAF74F}"/>
                    </a:ext>
                  </a:extLst>
                </p14:cNvPr>
                <p14:cNvContentPartPr/>
                <p14:nvPr/>
              </p14:nvContentPartPr>
              <p14:xfrm>
                <a:off x="6278975" y="1729746"/>
                <a:ext cx="115560" cy="205920"/>
              </p14:xfrm>
            </p:contentPart>
          </mc:Choice>
          <mc:Fallback>
            <p:pic>
              <p:nvPicPr>
                <p:cNvPr id="76" name="Entrada de lápiz 75">
                  <a:extLst>
                    <a:ext uri="{FF2B5EF4-FFF2-40B4-BE49-F238E27FC236}">
                      <a16:creationId xmlns:a16="http://schemas.microsoft.com/office/drawing/2014/main" id="{7C62D11D-D652-4A8A-B8D2-B30036FAF74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269975" y="1720746"/>
                  <a:ext cx="13320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77" name="Entrada de lápiz 76">
                  <a:extLst>
                    <a:ext uri="{FF2B5EF4-FFF2-40B4-BE49-F238E27FC236}">
                      <a16:creationId xmlns:a16="http://schemas.microsoft.com/office/drawing/2014/main" id="{393897FB-5D54-45B4-81B7-CDF64D62B166}"/>
                    </a:ext>
                  </a:extLst>
                </p14:cNvPr>
                <p14:cNvContentPartPr/>
                <p14:nvPr/>
              </p14:nvContentPartPr>
              <p14:xfrm>
                <a:off x="6514055" y="1781586"/>
                <a:ext cx="174960" cy="99000"/>
              </p14:xfrm>
            </p:contentPart>
          </mc:Choice>
          <mc:Fallback>
            <p:pic>
              <p:nvPicPr>
                <p:cNvPr id="77" name="Entrada de lápiz 76">
                  <a:extLst>
                    <a:ext uri="{FF2B5EF4-FFF2-40B4-BE49-F238E27FC236}">
                      <a16:creationId xmlns:a16="http://schemas.microsoft.com/office/drawing/2014/main" id="{393897FB-5D54-45B4-81B7-CDF64D62B16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505415" y="1772586"/>
                  <a:ext cx="1926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8" name="Entrada de lápiz 77">
                  <a:extLst>
                    <a:ext uri="{FF2B5EF4-FFF2-40B4-BE49-F238E27FC236}">
                      <a16:creationId xmlns:a16="http://schemas.microsoft.com/office/drawing/2014/main" id="{D6AEA7C4-7E74-4D89-8CA5-9C3E105C4092}"/>
                    </a:ext>
                  </a:extLst>
                </p14:cNvPr>
                <p14:cNvContentPartPr/>
                <p14:nvPr/>
              </p14:nvContentPartPr>
              <p14:xfrm>
                <a:off x="6775055" y="1691226"/>
                <a:ext cx="146520" cy="238680"/>
              </p14:xfrm>
            </p:contentPart>
          </mc:Choice>
          <mc:Fallback>
            <p:pic>
              <p:nvPicPr>
                <p:cNvPr id="78" name="Entrada de lápiz 77">
                  <a:extLst>
                    <a:ext uri="{FF2B5EF4-FFF2-40B4-BE49-F238E27FC236}">
                      <a16:creationId xmlns:a16="http://schemas.microsoft.com/office/drawing/2014/main" id="{D6AEA7C4-7E74-4D89-8CA5-9C3E105C409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766415" y="1682226"/>
                  <a:ext cx="16416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9" name="Entrada de lápiz 78">
                  <a:extLst>
                    <a:ext uri="{FF2B5EF4-FFF2-40B4-BE49-F238E27FC236}">
                      <a16:creationId xmlns:a16="http://schemas.microsoft.com/office/drawing/2014/main" id="{89CEDB6B-A642-4776-9E0F-871E0FB784BA}"/>
                    </a:ext>
                  </a:extLst>
                </p14:cNvPr>
                <p14:cNvContentPartPr/>
                <p14:nvPr/>
              </p14:nvContentPartPr>
              <p14:xfrm>
                <a:off x="6964775" y="1534266"/>
                <a:ext cx="111960" cy="363960"/>
              </p14:xfrm>
            </p:contentPart>
          </mc:Choice>
          <mc:Fallback>
            <p:pic>
              <p:nvPicPr>
                <p:cNvPr id="79" name="Entrada de lápiz 78">
                  <a:extLst>
                    <a:ext uri="{FF2B5EF4-FFF2-40B4-BE49-F238E27FC236}">
                      <a16:creationId xmlns:a16="http://schemas.microsoft.com/office/drawing/2014/main" id="{89CEDB6B-A642-4776-9E0F-871E0FB784B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955775" y="1525626"/>
                  <a:ext cx="129600" cy="3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80" name="Entrada de lápiz 79">
                  <a:extLst>
                    <a:ext uri="{FF2B5EF4-FFF2-40B4-BE49-F238E27FC236}">
                      <a16:creationId xmlns:a16="http://schemas.microsoft.com/office/drawing/2014/main" id="{01596198-19A0-46B0-8688-B3FAB0AA3D55}"/>
                    </a:ext>
                  </a:extLst>
                </p14:cNvPr>
                <p14:cNvContentPartPr/>
                <p14:nvPr/>
              </p14:nvContentPartPr>
              <p14:xfrm>
                <a:off x="7153415" y="1390626"/>
                <a:ext cx="231480" cy="624960"/>
              </p14:xfrm>
            </p:contentPart>
          </mc:Choice>
          <mc:Fallback>
            <p:pic>
              <p:nvPicPr>
                <p:cNvPr id="80" name="Entrada de lápiz 79">
                  <a:extLst>
                    <a:ext uri="{FF2B5EF4-FFF2-40B4-BE49-F238E27FC236}">
                      <a16:creationId xmlns:a16="http://schemas.microsoft.com/office/drawing/2014/main" id="{01596198-19A0-46B0-8688-B3FAB0AA3D5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144775" y="1381986"/>
                  <a:ext cx="249120" cy="64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83" name="Entrada de lápiz 82">
                <a:extLst>
                  <a:ext uri="{FF2B5EF4-FFF2-40B4-BE49-F238E27FC236}">
                    <a16:creationId xmlns:a16="http://schemas.microsoft.com/office/drawing/2014/main" id="{745482D5-CD54-4FFD-B1C6-8331BC7CBE5F}"/>
                  </a:ext>
                </a:extLst>
              </p14:cNvPr>
              <p14:cNvContentPartPr/>
              <p14:nvPr/>
            </p14:nvContentPartPr>
            <p14:xfrm>
              <a:off x="2224295" y="2324466"/>
              <a:ext cx="217440" cy="15480"/>
            </p14:xfrm>
          </p:contentPart>
        </mc:Choice>
        <mc:Fallback>
          <p:pic>
            <p:nvPicPr>
              <p:cNvPr id="83" name="Entrada de lápiz 82">
                <a:extLst>
                  <a:ext uri="{FF2B5EF4-FFF2-40B4-BE49-F238E27FC236}">
                    <a16:creationId xmlns:a16="http://schemas.microsoft.com/office/drawing/2014/main" id="{745482D5-CD54-4FFD-B1C6-8331BC7CBE5F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2215295" y="2315466"/>
                <a:ext cx="23508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84" name="Entrada de lápiz 83">
                <a:extLst>
                  <a:ext uri="{FF2B5EF4-FFF2-40B4-BE49-F238E27FC236}">
                    <a16:creationId xmlns:a16="http://schemas.microsoft.com/office/drawing/2014/main" id="{D51B6864-A778-4B36-AEDF-BFE6B4ECD511}"/>
                  </a:ext>
                </a:extLst>
              </p14:cNvPr>
              <p14:cNvContentPartPr/>
              <p14:nvPr/>
            </p14:nvContentPartPr>
            <p14:xfrm>
              <a:off x="2327255" y="2407626"/>
              <a:ext cx="191160" cy="77760"/>
            </p14:xfrm>
          </p:contentPart>
        </mc:Choice>
        <mc:Fallback>
          <p:pic>
            <p:nvPicPr>
              <p:cNvPr id="84" name="Entrada de lápiz 83">
                <a:extLst>
                  <a:ext uri="{FF2B5EF4-FFF2-40B4-BE49-F238E27FC236}">
                    <a16:creationId xmlns:a16="http://schemas.microsoft.com/office/drawing/2014/main" id="{D51B6864-A778-4B36-AEDF-BFE6B4ECD511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2318255" y="2398986"/>
                <a:ext cx="208800" cy="95400"/>
              </a:xfrm>
              <a:prstGeom prst="rect">
                <a:avLst/>
              </a:prstGeom>
            </p:spPr>
          </p:pic>
        </mc:Fallback>
      </mc:AlternateContent>
      <p:grpSp>
        <p:nvGrpSpPr>
          <p:cNvPr id="97" name="Grupo 96">
            <a:extLst>
              <a:ext uri="{FF2B5EF4-FFF2-40B4-BE49-F238E27FC236}">
                <a16:creationId xmlns:a16="http://schemas.microsoft.com/office/drawing/2014/main" id="{33212DDB-1051-492F-9590-C8D8A3E015A5}"/>
              </a:ext>
            </a:extLst>
          </p:cNvPr>
          <p:cNvGrpSpPr/>
          <p:nvPr/>
        </p:nvGrpSpPr>
        <p:grpSpPr>
          <a:xfrm>
            <a:off x="2839895" y="2408706"/>
            <a:ext cx="487800" cy="279360"/>
            <a:chOff x="2839895" y="2408706"/>
            <a:chExt cx="487800" cy="279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92" name="Entrada de lápiz 91">
                  <a:extLst>
                    <a:ext uri="{FF2B5EF4-FFF2-40B4-BE49-F238E27FC236}">
                      <a16:creationId xmlns:a16="http://schemas.microsoft.com/office/drawing/2014/main" id="{5E121C5C-EEF1-44D8-B967-ECC04DE29CB7}"/>
                    </a:ext>
                  </a:extLst>
                </p14:cNvPr>
                <p14:cNvContentPartPr/>
                <p14:nvPr/>
              </p14:nvContentPartPr>
              <p14:xfrm>
                <a:off x="2839895" y="2408706"/>
                <a:ext cx="163800" cy="279360"/>
              </p14:xfrm>
            </p:contentPart>
          </mc:Choice>
          <mc:Fallback>
            <p:pic>
              <p:nvPicPr>
                <p:cNvPr id="92" name="Entrada de lápiz 91">
                  <a:extLst>
                    <a:ext uri="{FF2B5EF4-FFF2-40B4-BE49-F238E27FC236}">
                      <a16:creationId xmlns:a16="http://schemas.microsoft.com/office/drawing/2014/main" id="{5E121C5C-EEF1-44D8-B967-ECC04DE29CB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831255" y="2399706"/>
                  <a:ext cx="18144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93" name="Entrada de lápiz 92">
                  <a:extLst>
                    <a:ext uri="{FF2B5EF4-FFF2-40B4-BE49-F238E27FC236}">
                      <a16:creationId xmlns:a16="http://schemas.microsoft.com/office/drawing/2014/main" id="{69CCBDFC-6769-4590-A045-35888AFD0960}"/>
                    </a:ext>
                  </a:extLst>
                </p14:cNvPr>
                <p14:cNvContentPartPr/>
                <p14:nvPr/>
              </p14:nvContentPartPr>
              <p14:xfrm>
                <a:off x="3110975" y="2598786"/>
                <a:ext cx="216720" cy="22320"/>
              </p14:xfrm>
            </p:contentPart>
          </mc:Choice>
          <mc:Fallback>
            <p:pic>
              <p:nvPicPr>
                <p:cNvPr id="93" name="Entrada de lápiz 92">
                  <a:extLst>
                    <a:ext uri="{FF2B5EF4-FFF2-40B4-BE49-F238E27FC236}">
                      <a16:creationId xmlns:a16="http://schemas.microsoft.com/office/drawing/2014/main" id="{69CCBDFC-6769-4590-A045-35888AFD096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102335" y="2590146"/>
                  <a:ext cx="234360" cy="39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108" name="Entrada de lápiz 107">
                <a:extLst>
                  <a:ext uri="{FF2B5EF4-FFF2-40B4-BE49-F238E27FC236}">
                    <a16:creationId xmlns:a16="http://schemas.microsoft.com/office/drawing/2014/main" id="{6AE02B22-EA70-459B-9DBE-CFED1F2E1D59}"/>
                  </a:ext>
                </a:extLst>
              </p14:cNvPr>
              <p14:cNvContentPartPr/>
              <p14:nvPr/>
            </p14:nvContentPartPr>
            <p14:xfrm>
              <a:off x="3660695" y="2268306"/>
              <a:ext cx="196920" cy="583920"/>
            </p14:xfrm>
          </p:contentPart>
        </mc:Choice>
        <mc:Fallback>
          <p:pic>
            <p:nvPicPr>
              <p:cNvPr id="108" name="Entrada de lápiz 107">
                <a:extLst>
                  <a:ext uri="{FF2B5EF4-FFF2-40B4-BE49-F238E27FC236}">
                    <a16:creationId xmlns:a16="http://schemas.microsoft.com/office/drawing/2014/main" id="{6AE02B22-EA70-459B-9DBE-CFED1F2E1D59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3652055" y="2259666"/>
                <a:ext cx="214560" cy="601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6" name="Grupo 115">
            <a:extLst>
              <a:ext uri="{FF2B5EF4-FFF2-40B4-BE49-F238E27FC236}">
                <a16:creationId xmlns:a16="http://schemas.microsoft.com/office/drawing/2014/main" id="{2D1A1714-53ED-4E50-A715-0C33A1AA409A}"/>
              </a:ext>
            </a:extLst>
          </p:cNvPr>
          <p:cNvGrpSpPr/>
          <p:nvPr/>
        </p:nvGrpSpPr>
        <p:grpSpPr>
          <a:xfrm>
            <a:off x="3955175" y="2460546"/>
            <a:ext cx="632520" cy="376560"/>
            <a:chOff x="3955175" y="2460546"/>
            <a:chExt cx="632520" cy="37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109" name="Entrada de lápiz 108">
                  <a:extLst>
                    <a:ext uri="{FF2B5EF4-FFF2-40B4-BE49-F238E27FC236}">
                      <a16:creationId xmlns:a16="http://schemas.microsoft.com/office/drawing/2014/main" id="{1088FCC2-CC4E-4410-9D4B-A4696DAA7F81}"/>
                    </a:ext>
                  </a:extLst>
                </p14:cNvPr>
                <p14:cNvContentPartPr/>
                <p14:nvPr/>
              </p14:nvContentPartPr>
              <p14:xfrm>
                <a:off x="3955175" y="2460546"/>
                <a:ext cx="195480" cy="243000"/>
              </p14:xfrm>
            </p:contentPart>
          </mc:Choice>
          <mc:Fallback>
            <p:pic>
              <p:nvPicPr>
                <p:cNvPr id="109" name="Entrada de lápiz 108">
                  <a:extLst>
                    <a:ext uri="{FF2B5EF4-FFF2-40B4-BE49-F238E27FC236}">
                      <a16:creationId xmlns:a16="http://schemas.microsoft.com/office/drawing/2014/main" id="{1088FCC2-CC4E-4410-9D4B-A4696DAA7F8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946175" y="2451546"/>
                  <a:ext cx="21312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10" name="Entrada de lápiz 109">
                  <a:extLst>
                    <a:ext uri="{FF2B5EF4-FFF2-40B4-BE49-F238E27FC236}">
                      <a16:creationId xmlns:a16="http://schemas.microsoft.com/office/drawing/2014/main" id="{0851F3BE-A946-4F28-BDEB-D720A6421E36}"/>
                    </a:ext>
                  </a:extLst>
                </p14:cNvPr>
                <p14:cNvContentPartPr/>
                <p14:nvPr/>
              </p14:nvContentPartPr>
              <p14:xfrm>
                <a:off x="4217255" y="2721186"/>
                <a:ext cx="27720" cy="115920"/>
              </p14:xfrm>
            </p:contentPart>
          </mc:Choice>
          <mc:Fallback>
            <p:pic>
              <p:nvPicPr>
                <p:cNvPr id="110" name="Entrada de lápiz 109">
                  <a:extLst>
                    <a:ext uri="{FF2B5EF4-FFF2-40B4-BE49-F238E27FC236}">
                      <a16:creationId xmlns:a16="http://schemas.microsoft.com/office/drawing/2014/main" id="{0851F3BE-A946-4F28-BDEB-D720A6421E3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208255" y="2712546"/>
                  <a:ext cx="4536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11" name="Entrada de lápiz 110">
                  <a:extLst>
                    <a:ext uri="{FF2B5EF4-FFF2-40B4-BE49-F238E27FC236}">
                      <a16:creationId xmlns:a16="http://schemas.microsoft.com/office/drawing/2014/main" id="{D99B1267-667A-429A-B54A-21479E6AFDB2}"/>
                    </a:ext>
                  </a:extLst>
                </p14:cNvPr>
                <p14:cNvContentPartPr/>
                <p14:nvPr/>
              </p14:nvContentPartPr>
              <p14:xfrm>
                <a:off x="4370255" y="2481786"/>
                <a:ext cx="217440" cy="207720"/>
              </p14:xfrm>
            </p:contentPart>
          </mc:Choice>
          <mc:Fallback>
            <p:pic>
              <p:nvPicPr>
                <p:cNvPr id="111" name="Entrada de lápiz 110">
                  <a:extLst>
                    <a:ext uri="{FF2B5EF4-FFF2-40B4-BE49-F238E27FC236}">
                      <a16:creationId xmlns:a16="http://schemas.microsoft.com/office/drawing/2014/main" id="{D99B1267-667A-429A-B54A-21479E6AFDB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361255" y="2472786"/>
                  <a:ext cx="235080" cy="22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upo 114">
            <a:extLst>
              <a:ext uri="{FF2B5EF4-FFF2-40B4-BE49-F238E27FC236}">
                <a16:creationId xmlns:a16="http://schemas.microsoft.com/office/drawing/2014/main" id="{18C91C71-8CA7-4A50-BEF8-19F0B590B055}"/>
              </a:ext>
            </a:extLst>
          </p:cNvPr>
          <p:cNvGrpSpPr/>
          <p:nvPr/>
        </p:nvGrpSpPr>
        <p:grpSpPr>
          <a:xfrm>
            <a:off x="4801535" y="2409426"/>
            <a:ext cx="629280" cy="287640"/>
            <a:chOff x="4801535" y="2409426"/>
            <a:chExt cx="629280" cy="287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12" name="Entrada de lápiz 111">
                  <a:extLst>
                    <a:ext uri="{FF2B5EF4-FFF2-40B4-BE49-F238E27FC236}">
                      <a16:creationId xmlns:a16="http://schemas.microsoft.com/office/drawing/2014/main" id="{7F24BEF8-5D00-4843-A474-5044CE93A163}"/>
                    </a:ext>
                  </a:extLst>
                </p14:cNvPr>
                <p14:cNvContentPartPr/>
                <p14:nvPr/>
              </p14:nvContentPartPr>
              <p14:xfrm>
                <a:off x="4801535" y="2451906"/>
                <a:ext cx="167760" cy="175680"/>
              </p14:xfrm>
            </p:contentPart>
          </mc:Choice>
          <mc:Fallback>
            <p:pic>
              <p:nvPicPr>
                <p:cNvPr id="112" name="Entrada de lápiz 111">
                  <a:extLst>
                    <a:ext uri="{FF2B5EF4-FFF2-40B4-BE49-F238E27FC236}">
                      <a16:creationId xmlns:a16="http://schemas.microsoft.com/office/drawing/2014/main" id="{7F24BEF8-5D00-4843-A474-5044CE93A16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792895" y="2442906"/>
                  <a:ext cx="18540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13" name="Entrada de lápiz 112">
                  <a:extLst>
                    <a:ext uri="{FF2B5EF4-FFF2-40B4-BE49-F238E27FC236}">
                      <a16:creationId xmlns:a16="http://schemas.microsoft.com/office/drawing/2014/main" id="{77F2FED2-4EDE-4DF5-82E9-8ACB55FBEFF7}"/>
                    </a:ext>
                  </a:extLst>
                </p14:cNvPr>
                <p14:cNvContentPartPr/>
                <p14:nvPr/>
              </p14:nvContentPartPr>
              <p14:xfrm>
                <a:off x="4971815" y="2447586"/>
                <a:ext cx="55080" cy="230760"/>
              </p14:xfrm>
            </p:contentPart>
          </mc:Choice>
          <mc:Fallback>
            <p:pic>
              <p:nvPicPr>
                <p:cNvPr id="113" name="Entrada de lápiz 112">
                  <a:extLst>
                    <a:ext uri="{FF2B5EF4-FFF2-40B4-BE49-F238E27FC236}">
                      <a16:creationId xmlns:a16="http://schemas.microsoft.com/office/drawing/2014/main" id="{77F2FED2-4EDE-4DF5-82E9-8ACB55FBEFF7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962815" y="2438946"/>
                  <a:ext cx="7272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14" name="Entrada de lápiz 113">
                  <a:extLst>
                    <a:ext uri="{FF2B5EF4-FFF2-40B4-BE49-F238E27FC236}">
                      <a16:creationId xmlns:a16="http://schemas.microsoft.com/office/drawing/2014/main" id="{425B4E31-7A9F-4E49-853D-A330A2322FCE}"/>
                    </a:ext>
                  </a:extLst>
                </p14:cNvPr>
                <p14:cNvContentPartPr/>
                <p14:nvPr/>
              </p14:nvContentPartPr>
              <p14:xfrm>
                <a:off x="5178455" y="2409426"/>
                <a:ext cx="252360" cy="287640"/>
              </p14:xfrm>
            </p:contentPart>
          </mc:Choice>
          <mc:Fallback>
            <p:pic>
              <p:nvPicPr>
                <p:cNvPr id="114" name="Entrada de lápiz 113">
                  <a:extLst>
                    <a:ext uri="{FF2B5EF4-FFF2-40B4-BE49-F238E27FC236}">
                      <a16:creationId xmlns:a16="http://schemas.microsoft.com/office/drawing/2014/main" id="{425B4E31-7A9F-4E49-853D-A330A2322FCE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169815" y="2400426"/>
                  <a:ext cx="270000" cy="30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upo 126">
            <a:extLst>
              <a:ext uri="{FF2B5EF4-FFF2-40B4-BE49-F238E27FC236}">
                <a16:creationId xmlns:a16="http://schemas.microsoft.com/office/drawing/2014/main" id="{44892677-6DB5-4D70-BABB-4B8C238724E4}"/>
              </a:ext>
            </a:extLst>
          </p:cNvPr>
          <p:cNvGrpSpPr/>
          <p:nvPr/>
        </p:nvGrpSpPr>
        <p:grpSpPr>
          <a:xfrm>
            <a:off x="5764895" y="2277666"/>
            <a:ext cx="1655280" cy="490680"/>
            <a:chOff x="5764895" y="2277666"/>
            <a:chExt cx="1655280" cy="490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17" name="Entrada de lápiz 116">
                  <a:extLst>
                    <a:ext uri="{FF2B5EF4-FFF2-40B4-BE49-F238E27FC236}">
                      <a16:creationId xmlns:a16="http://schemas.microsoft.com/office/drawing/2014/main" id="{584FA965-1D52-4F3C-959C-39DA5CA38AF9}"/>
                    </a:ext>
                  </a:extLst>
                </p14:cNvPr>
                <p14:cNvContentPartPr/>
                <p14:nvPr/>
              </p14:nvContentPartPr>
              <p14:xfrm>
                <a:off x="5764895" y="2511306"/>
                <a:ext cx="172440" cy="182520"/>
              </p14:xfrm>
            </p:contentPart>
          </mc:Choice>
          <mc:Fallback>
            <p:pic>
              <p:nvPicPr>
                <p:cNvPr id="117" name="Entrada de lápiz 116">
                  <a:extLst>
                    <a:ext uri="{FF2B5EF4-FFF2-40B4-BE49-F238E27FC236}">
                      <a16:creationId xmlns:a16="http://schemas.microsoft.com/office/drawing/2014/main" id="{584FA965-1D52-4F3C-959C-39DA5CA38AF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756255" y="2502306"/>
                  <a:ext cx="19008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18" name="Entrada de lápiz 117">
                  <a:extLst>
                    <a:ext uri="{FF2B5EF4-FFF2-40B4-BE49-F238E27FC236}">
                      <a16:creationId xmlns:a16="http://schemas.microsoft.com/office/drawing/2014/main" id="{8BC23B83-F6DE-4BA5-A838-873E460B0B67}"/>
                    </a:ext>
                  </a:extLst>
                </p14:cNvPr>
                <p14:cNvContentPartPr/>
                <p14:nvPr/>
              </p14:nvContentPartPr>
              <p14:xfrm>
                <a:off x="5989895" y="2638746"/>
                <a:ext cx="67320" cy="129600"/>
              </p14:xfrm>
            </p:contentPart>
          </mc:Choice>
          <mc:Fallback>
            <p:pic>
              <p:nvPicPr>
                <p:cNvPr id="118" name="Entrada de lápiz 117">
                  <a:extLst>
                    <a:ext uri="{FF2B5EF4-FFF2-40B4-BE49-F238E27FC236}">
                      <a16:creationId xmlns:a16="http://schemas.microsoft.com/office/drawing/2014/main" id="{8BC23B83-F6DE-4BA5-A838-873E460B0B6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981255" y="2630106"/>
                  <a:ext cx="8496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19" name="Entrada de lápiz 118">
                  <a:extLst>
                    <a:ext uri="{FF2B5EF4-FFF2-40B4-BE49-F238E27FC236}">
                      <a16:creationId xmlns:a16="http://schemas.microsoft.com/office/drawing/2014/main" id="{29D582B4-A98A-4D72-89DB-038B4BB9225D}"/>
                    </a:ext>
                  </a:extLst>
                </p14:cNvPr>
                <p14:cNvContentPartPr/>
                <p14:nvPr/>
              </p14:nvContentPartPr>
              <p14:xfrm>
                <a:off x="6159815" y="2443986"/>
                <a:ext cx="166320" cy="252000"/>
              </p14:xfrm>
            </p:contentPart>
          </mc:Choice>
          <mc:Fallback>
            <p:pic>
              <p:nvPicPr>
                <p:cNvPr id="119" name="Entrada de lápiz 118">
                  <a:extLst>
                    <a:ext uri="{FF2B5EF4-FFF2-40B4-BE49-F238E27FC236}">
                      <a16:creationId xmlns:a16="http://schemas.microsoft.com/office/drawing/2014/main" id="{29D582B4-A98A-4D72-89DB-038B4BB9225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151175" y="2435346"/>
                  <a:ext cx="18396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20" name="Entrada de lápiz 119">
                  <a:extLst>
                    <a:ext uri="{FF2B5EF4-FFF2-40B4-BE49-F238E27FC236}">
                      <a16:creationId xmlns:a16="http://schemas.microsoft.com/office/drawing/2014/main" id="{5E47F153-2A91-45E5-8277-FF5014E62B19}"/>
                    </a:ext>
                  </a:extLst>
                </p14:cNvPr>
                <p14:cNvContentPartPr/>
                <p14:nvPr/>
              </p14:nvContentPartPr>
              <p14:xfrm>
                <a:off x="6466895" y="2425986"/>
                <a:ext cx="134640" cy="254880"/>
              </p14:xfrm>
            </p:contentPart>
          </mc:Choice>
          <mc:Fallback>
            <p:pic>
              <p:nvPicPr>
                <p:cNvPr id="120" name="Entrada de lápiz 119">
                  <a:extLst>
                    <a:ext uri="{FF2B5EF4-FFF2-40B4-BE49-F238E27FC236}">
                      <a16:creationId xmlns:a16="http://schemas.microsoft.com/office/drawing/2014/main" id="{5E47F153-2A91-45E5-8277-FF5014E62B19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457895" y="2416986"/>
                  <a:ext cx="15228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21" name="Entrada de lápiz 120">
                  <a:extLst>
                    <a:ext uri="{FF2B5EF4-FFF2-40B4-BE49-F238E27FC236}">
                      <a16:creationId xmlns:a16="http://schemas.microsoft.com/office/drawing/2014/main" id="{38E3C9FD-4984-4EF5-BB6F-B748FA214067}"/>
                    </a:ext>
                  </a:extLst>
                </p14:cNvPr>
                <p14:cNvContentPartPr/>
                <p14:nvPr/>
              </p14:nvContentPartPr>
              <p14:xfrm>
                <a:off x="6471575" y="2538666"/>
                <a:ext cx="259200" cy="82080"/>
              </p14:xfrm>
            </p:contentPart>
          </mc:Choice>
          <mc:Fallback>
            <p:pic>
              <p:nvPicPr>
                <p:cNvPr id="121" name="Entrada de lápiz 120">
                  <a:extLst>
                    <a:ext uri="{FF2B5EF4-FFF2-40B4-BE49-F238E27FC236}">
                      <a16:creationId xmlns:a16="http://schemas.microsoft.com/office/drawing/2014/main" id="{38E3C9FD-4984-4EF5-BB6F-B748FA21406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462935" y="2529666"/>
                  <a:ext cx="27684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22" name="Entrada de lápiz 121">
                  <a:extLst>
                    <a:ext uri="{FF2B5EF4-FFF2-40B4-BE49-F238E27FC236}">
                      <a16:creationId xmlns:a16="http://schemas.microsoft.com/office/drawing/2014/main" id="{96E6FE51-BA73-4A92-9434-B4591F8FAB8C}"/>
                    </a:ext>
                  </a:extLst>
                </p14:cNvPr>
                <p14:cNvContentPartPr/>
                <p14:nvPr/>
              </p14:nvContentPartPr>
              <p14:xfrm>
                <a:off x="6820055" y="2277666"/>
                <a:ext cx="507600" cy="439560"/>
              </p14:xfrm>
            </p:contentPart>
          </mc:Choice>
          <mc:Fallback>
            <p:pic>
              <p:nvPicPr>
                <p:cNvPr id="122" name="Entrada de lápiz 121">
                  <a:extLst>
                    <a:ext uri="{FF2B5EF4-FFF2-40B4-BE49-F238E27FC236}">
                      <a16:creationId xmlns:a16="http://schemas.microsoft.com/office/drawing/2014/main" id="{96E6FE51-BA73-4A92-9434-B4591F8FAB8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811415" y="2269026"/>
                  <a:ext cx="525240" cy="45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23" name="Entrada de lápiz 122">
                  <a:extLst>
                    <a:ext uri="{FF2B5EF4-FFF2-40B4-BE49-F238E27FC236}">
                      <a16:creationId xmlns:a16="http://schemas.microsoft.com/office/drawing/2014/main" id="{376CF90E-791F-4CA6-9046-CF2D4D984B6B}"/>
                    </a:ext>
                  </a:extLst>
                </p14:cNvPr>
                <p14:cNvContentPartPr/>
                <p14:nvPr/>
              </p14:nvContentPartPr>
              <p14:xfrm>
                <a:off x="7191215" y="2583666"/>
                <a:ext cx="228960" cy="9720"/>
              </p14:xfrm>
            </p:contentPart>
          </mc:Choice>
          <mc:Fallback>
            <p:pic>
              <p:nvPicPr>
                <p:cNvPr id="123" name="Entrada de lápiz 122">
                  <a:extLst>
                    <a:ext uri="{FF2B5EF4-FFF2-40B4-BE49-F238E27FC236}">
                      <a16:creationId xmlns:a16="http://schemas.microsoft.com/office/drawing/2014/main" id="{376CF90E-791F-4CA6-9046-CF2D4D984B6B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182575" y="2574666"/>
                  <a:ext cx="246600" cy="2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upo 125">
            <a:extLst>
              <a:ext uri="{FF2B5EF4-FFF2-40B4-BE49-F238E27FC236}">
                <a16:creationId xmlns:a16="http://schemas.microsoft.com/office/drawing/2014/main" id="{CFDF4107-073E-4542-97FC-F9B5929CBB4B}"/>
              </a:ext>
            </a:extLst>
          </p:cNvPr>
          <p:cNvGrpSpPr/>
          <p:nvPr/>
        </p:nvGrpSpPr>
        <p:grpSpPr>
          <a:xfrm>
            <a:off x="7777655" y="2278026"/>
            <a:ext cx="543600" cy="365400"/>
            <a:chOff x="7777655" y="2278026"/>
            <a:chExt cx="543600" cy="36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24" name="Entrada de lápiz 123">
                  <a:extLst>
                    <a:ext uri="{FF2B5EF4-FFF2-40B4-BE49-F238E27FC236}">
                      <a16:creationId xmlns:a16="http://schemas.microsoft.com/office/drawing/2014/main" id="{35C4A81C-B034-4406-BDF3-9ED9A350DC9B}"/>
                    </a:ext>
                  </a:extLst>
                </p14:cNvPr>
                <p14:cNvContentPartPr/>
                <p14:nvPr/>
              </p14:nvContentPartPr>
              <p14:xfrm>
                <a:off x="7835255" y="2278026"/>
                <a:ext cx="35280" cy="365400"/>
              </p14:xfrm>
            </p:contentPart>
          </mc:Choice>
          <mc:Fallback>
            <p:pic>
              <p:nvPicPr>
                <p:cNvPr id="124" name="Entrada de lápiz 123">
                  <a:extLst>
                    <a:ext uri="{FF2B5EF4-FFF2-40B4-BE49-F238E27FC236}">
                      <a16:creationId xmlns:a16="http://schemas.microsoft.com/office/drawing/2014/main" id="{35C4A81C-B034-4406-BDF3-9ED9A350DC9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826615" y="2269386"/>
                  <a:ext cx="52920" cy="38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25" name="Entrada de lápiz 124">
                  <a:extLst>
                    <a:ext uri="{FF2B5EF4-FFF2-40B4-BE49-F238E27FC236}">
                      <a16:creationId xmlns:a16="http://schemas.microsoft.com/office/drawing/2014/main" id="{DDA8BA12-F8FA-412B-BB5C-ADAFF4E1D401}"/>
                    </a:ext>
                  </a:extLst>
                </p14:cNvPr>
                <p14:cNvContentPartPr/>
                <p14:nvPr/>
              </p14:nvContentPartPr>
              <p14:xfrm>
                <a:off x="7777655" y="2473146"/>
                <a:ext cx="543600" cy="163440"/>
              </p14:xfrm>
            </p:contentPart>
          </mc:Choice>
          <mc:Fallback>
            <p:pic>
              <p:nvPicPr>
                <p:cNvPr id="125" name="Entrada de lápiz 124">
                  <a:extLst>
                    <a:ext uri="{FF2B5EF4-FFF2-40B4-BE49-F238E27FC236}">
                      <a16:creationId xmlns:a16="http://schemas.microsoft.com/office/drawing/2014/main" id="{DDA8BA12-F8FA-412B-BB5C-ADAFF4E1D40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769015" y="2464146"/>
                  <a:ext cx="561240" cy="181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128" name="Entrada de lápiz 127">
                <a:extLst>
                  <a:ext uri="{FF2B5EF4-FFF2-40B4-BE49-F238E27FC236}">
                    <a16:creationId xmlns:a16="http://schemas.microsoft.com/office/drawing/2014/main" id="{32063B73-696F-4BD2-A0A3-697605A271F8}"/>
                  </a:ext>
                </a:extLst>
              </p14:cNvPr>
              <p14:cNvContentPartPr/>
              <p14:nvPr/>
            </p14:nvContentPartPr>
            <p14:xfrm>
              <a:off x="8826335" y="2348946"/>
              <a:ext cx="158400" cy="213840"/>
            </p14:xfrm>
          </p:contentPart>
        </mc:Choice>
        <mc:Fallback>
          <p:pic>
            <p:nvPicPr>
              <p:cNvPr id="128" name="Entrada de lápiz 127">
                <a:extLst>
                  <a:ext uri="{FF2B5EF4-FFF2-40B4-BE49-F238E27FC236}">
                    <a16:creationId xmlns:a16="http://schemas.microsoft.com/office/drawing/2014/main" id="{32063B73-696F-4BD2-A0A3-697605A271F8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8817335" y="2340306"/>
                <a:ext cx="176040" cy="23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129" name="Entrada de lápiz 128">
                <a:extLst>
                  <a:ext uri="{FF2B5EF4-FFF2-40B4-BE49-F238E27FC236}">
                    <a16:creationId xmlns:a16="http://schemas.microsoft.com/office/drawing/2014/main" id="{345756C7-8FD6-4B5C-BB97-51C9722CD0F2}"/>
                  </a:ext>
                </a:extLst>
              </p14:cNvPr>
              <p14:cNvContentPartPr/>
              <p14:nvPr/>
            </p14:nvContentPartPr>
            <p14:xfrm>
              <a:off x="9040535" y="2543706"/>
              <a:ext cx="96840" cy="183960"/>
            </p14:xfrm>
          </p:contentPart>
        </mc:Choice>
        <mc:Fallback>
          <p:pic>
            <p:nvPicPr>
              <p:cNvPr id="129" name="Entrada de lápiz 128">
                <a:extLst>
                  <a:ext uri="{FF2B5EF4-FFF2-40B4-BE49-F238E27FC236}">
                    <a16:creationId xmlns:a16="http://schemas.microsoft.com/office/drawing/2014/main" id="{345756C7-8FD6-4B5C-BB97-51C9722CD0F2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9031895" y="2534706"/>
                <a:ext cx="114480" cy="20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130" name="Entrada de lápiz 129">
                <a:extLst>
                  <a:ext uri="{FF2B5EF4-FFF2-40B4-BE49-F238E27FC236}">
                    <a16:creationId xmlns:a16="http://schemas.microsoft.com/office/drawing/2014/main" id="{7AA63952-DA6E-4F90-880D-7857ECE3DA69}"/>
                  </a:ext>
                </a:extLst>
              </p14:cNvPr>
              <p14:cNvContentPartPr/>
              <p14:nvPr/>
            </p14:nvContentPartPr>
            <p14:xfrm>
              <a:off x="9212975" y="2342106"/>
              <a:ext cx="167760" cy="138240"/>
            </p14:xfrm>
          </p:contentPart>
        </mc:Choice>
        <mc:Fallback>
          <p:pic>
            <p:nvPicPr>
              <p:cNvPr id="130" name="Entrada de lápiz 129">
                <a:extLst>
                  <a:ext uri="{FF2B5EF4-FFF2-40B4-BE49-F238E27FC236}">
                    <a16:creationId xmlns:a16="http://schemas.microsoft.com/office/drawing/2014/main" id="{7AA63952-DA6E-4F90-880D-7857ECE3DA69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9204335" y="2333106"/>
                <a:ext cx="185400" cy="15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131" name="Entrada de lápiz 130">
                <a:extLst>
                  <a:ext uri="{FF2B5EF4-FFF2-40B4-BE49-F238E27FC236}">
                    <a16:creationId xmlns:a16="http://schemas.microsoft.com/office/drawing/2014/main" id="{17D4DD92-44A2-44A5-93D2-DC7255D32881}"/>
                  </a:ext>
                </a:extLst>
              </p14:cNvPr>
              <p14:cNvContentPartPr/>
              <p14:nvPr/>
            </p14:nvContentPartPr>
            <p14:xfrm>
              <a:off x="9241775" y="2380626"/>
              <a:ext cx="348840" cy="254880"/>
            </p14:xfrm>
          </p:contentPart>
        </mc:Choice>
        <mc:Fallback>
          <p:pic>
            <p:nvPicPr>
              <p:cNvPr id="131" name="Entrada de lápiz 130">
                <a:extLst>
                  <a:ext uri="{FF2B5EF4-FFF2-40B4-BE49-F238E27FC236}">
                    <a16:creationId xmlns:a16="http://schemas.microsoft.com/office/drawing/2014/main" id="{17D4DD92-44A2-44A5-93D2-DC7255D32881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9233135" y="2371626"/>
                <a:ext cx="366480" cy="27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132" name="Entrada de lápiz 131">
                <a:extLst>
                  <a:ext uri="{FF2B5EF4-FFF2-40B4-BE49-F238E27FC236}">
                    <a16:creationId xmlns:a16="http://schemas.microsoft.com/office/drawing/2014/main" id="{01127374-847F-4F0D-BF8F-B67BDC54DE42}"/>
                  </a:ext>
                </a:extLst>
              </p14:cNvPr>
              <p14:cNvContentPartPr/>
              <p14:nvPr/>
            </p14:nvContentPartPr>
            <p14:xfrm>
              <a:off x="9718775" y="2336346"/>
              <a:ext cx="173880" cy="235080"/>
            </p14:xfrm>
          </p:contentPart>
        </mc:Choice>
        <mc:Fallback>
          <p:pic>
            <p:nvPicPr>
              <p:cNvPr id="132" name="Entrada de lápiz 131">
                <a:extLst>
                  <a:ext uri="{FF2B5EF4-FFF2-40B4-BE49-F238E27FC236}">
                    <a16:creationId xmlns:a16="http://schemas.microsoft.com/office/drawing/2014/main" id="{01127374-847F-4F0D-BF8F-B67BDC54DE42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9709775" y="2327346"/>
                <a:ext cx="191520" cy="25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133" name="Entrada de lápiz 132">
                <a:extLst>
                  <a:ext uri="{FF2B5EF4-FFF2-40B4-BE49-F238E27FC236}">
                    <a16:creationId xmlns:a16="http://schemas.microsoft.com/office/drawing/2014/main" id="{9D796E69-8206-4430-9EC7-2BE6569177DF}"/>
                  </a:ext>
                </a:extLst>
              </p14:cNvPr>
              <p14:cNvContentPartPr/>
              <p14:nvPr/>
            </p14:nvContentPartPr>
            <p14:xfrm>
              <a:off x="9981215" y="2320506"/>
              <a:ext cx="121680" cy="262800"/>
            </p14:xfrm>
          </p:contentPart>
        </mc:Choice>
        <mc:Fallback>
          <p:pic>
            <p:nvPicPr>
              <p:cNvPr id="133" name="Entrada de lápiz 132">
                <a:extLst>
                  <a:ext uri="{FF2B5EF4-FFF2-40B4-BE49-F238E27FC236}">
                    <a16:creationId xmlns:a16="http://schemas.microsoft.com/office/drawing/2014/main" id="{9D796E69-8206-4430-9EC7-2BE6569177DF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9972575" y="2311506"/>
                <a:ext cx="139320" cy="28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134" name="Entrada de lápiz 133">
                <a:extLst>
                  <a:ext uri="{FF2B5EF4-FFF2-40B4-BE49-F238E27FC236}">
                    <a16:creationId xmlns:a16="http://schemas.microsoft.com/office/drawing/2014/main" id="{D57EBE6E-FF04-4281-8E9C-296956779A6D}"/>
                  </a:ext>
                </a:extLst>
              </p14:cNvPr>
              <p14:cNvContentPartPr/>
              <p14:nvPr/>
            </p14:nvContentPartPr>
            <p14:xfrm>
              <a:off x="8689175" y="2230866"/>
              <a:ext cx="215640" cy="600840"/>
            </p14:xfrm>
          </p:contentPart>
        </mc:Choice>
        <mc:Fallback>
          <p:pic>
            <p:nvPicPr>
              <p:cNvPr id="134" name="Entrada de lápiz 133">
                <a:extLst>
                  <a:ext uri="{FF2B5EF4-FFF2-40B4-BE49-F238E27FC236}">
                    <a16:creationId xmlns:a16="http://schemas.microsoft.com/office/drawing/2014/main" id="{D57EBE6E-FF04-4281-8E9C-296956779A6D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8680535" y="2222226"/>
                <a:ext cx="233280" cy="61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135" name="Entrada de lápiz 134">
                <a:extLst>
                  <a:ext uri="{FF2B5EF4-FFF2-40B4-BE49-F238E27FC236}">
                    <a16:creationId xmlns:a16="http://schemas.microsoft.com/office/drawing/2014/main" id="{98E68115-81DB-433C-88A7-798D677C3C2A}"/>
                  </a:ext>
                </a:extLst>
              </p14:cNvPr>
              <p14:cNvContentPartPr/>
              <p14:nvPr/>
            </p14:nvContentPartPr>
            <p14:xfrm>
              <a:off x="10278935" y="2208186"/>
              <a:ext cx="182520" cy="563760"/>
            </p14:xfrm>
          </p:contentPart>
        </mc:Choice>
        <mc:Fallback>
          <p:pic>
            <p:nvPicPr>
              <p:cNvPr id="135" name="Entrada de lápiz 134">
                <a:extLst>
                  <a:ext uri="{FF2B5EF4-FFF2-40B4-BE49-F238E27FC236}">
                    <a16:creationId xmlns:a16="http://schemas.microsoft.com/office/drawing/2014/main" id="{98E68115-81DB-433C-88A7-798D677C3C2A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10269935" y="2199186"/>
                <a:ext cx="200160" cy="58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136" name="Entrada de lápiz 135">
                <a:extLst>
                  <a:ext uri="{FF2B5EF4-FFF2-40B4-BE49-F238E27FC236}">
                    <a16:creationId xmlns:a16="http://schemas.microsoft.com/office/drawing/2014/main" id="{CF0DD350-67DE-40DA-9FEB-2B997FD70778}"/>
                  </a:ext>
                </a:extLst>
              </p14:cNvPr>
              <p14:cNvContentPartPr/>
              <p14:nvPr/>
            </p14:nvContentPartPr>
            <p14:xfrm>
              <a:off x="7229015" y="3124746"/>
              <a:ext cx="222480" cy="28440"/>
            </p14:xfrm>
          </p:contentPart>
        </mc:Choice>
        <mc:Fallback>
          <p:pic>
            <p:nvPicPr>
              <p:cNvPr id="136" name="Entrada de lápiz 135">
                <a:extLst>
                  <a:ext uri="{FF2B5EF4-FFF2-40B4-BE49-F238E27FC236}">
                    <a16:creationId xmlns:a16="http://schemas.microsoft.com/office/drawing/2014/main" id="{CF0DD350-67DE-40DA-9FEB-2B997FD70778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7220375" y="3116106"/>
                <a:ext cx="24012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137" name="Entrada de lápiz 136">
                <a:extLst>
                  <a:ext uri="{FF2B5EF4-FFF2-40B4-BE49-F238E27FC236}">
                    <a16:creationId xmlns:a16="http://schemas.microsoft.com/office/drawing/2014/main" id="{E91C6249-8CAE-46DB-9011-14E811A14872}"/>
                  </a:ext>
                </a:extLst>
              </p14:cNvPr>
              <p14:cNvContentPartPr/>
              <p14:nvPr/>
            </p14:nvContentPartPr>
            <p14:xfrm>
              <a:off x="7357535" y="3199626"/>
              <a:ext cx="285480" cy="52920"/>
            </p14:xfrm>
          </p:contentPart>
        </mc:Choice>
        <mc:Fallback>
          <p:pic>
            <p:nvPicPr>
              <p:cNvPr id="137" name="Entrada de lápiz 136">
                <a:extLst>
                  <a:ext uri="{FF2B5EF4-FFF2-40B4-BE49-F238E27FC236}">
                    <a16:creationId xmlns:a16="http://schemas.microsoft.com/office/drawing/2014/main" id="{E91C6249-8CAE-46DB-9011-14E811A14872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7348535" y="3190626"/>
                <a:ext cx="303120" cy="70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47" name="Grupo 146">
            <a:extLst>
              <a:ext uri="{FF2B5EF4-FFF2-40B4-BE49-F238E27FC236}">
                <a16:creationId xmlns:a16="http://schemas.microsoft.com/office/drawing/2014/main" id="{3A3F7BC6-B9F5-4115-9505-009929B01FCC}"/>
              </a:ext>
            </a:extLst>
          </p:cNvPr>
          <p:cNvGrpSpPr/>
          <p:nvPr/>
        </p:nvGrpSpPr>
        <p:grpSpPr>
          <a:xfrm>
            <a:off x="7947935" y="2997306"/>
            <a:ext cx="734040" cy="373680"/>
            <a:chOff x="7947935" y="2997306"/>
            <a:chExt cx="734040" cy="373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42" name="Entrada de lápiz 141">
                  <a:extLst>
                    <a:ext uri="{FF2B5EF4-FFF2-40B4-BE49-F238E27FC236}">
                      <a16:creationId xmlns:a16="http://schemas.microsoft.com/office/drawing/2014/main" id="{7DAA31F8-C607-45DA-B91D-2097A356B199}"/>
                    </a:ext>
                  </a:extLst>
                </p14:cNvPr>
                <p14:cNvContentPartPr/>
                <p14:nvPr/>
              </p14:nvContentPartPr>
              <p14:xfrm>
                <a:off x="7947935" y="3021786"/>
                <a:ext cx="135000" cy="216360"/>
              </p14:xfrm>
            </p:contentPart>
          </mc:Choice>
          <mc:Fallback>
            <p:pic>
              <p:nvPicPr>
                <p:cNvPr id="142" name="Entrada de lápiz 141">
                  <a:extLst>
                    <a:ext uri="{FF2B5EF4-FFF2-40B4-BE49-F238E27FC236}">
                      <a16:creationId xmlns:a16="http://schemas.microsoft.com/office/drawing/2014/main" id="{7DAA31F8-C607-45DA-B91D-2097A356B199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939295" y="3013146"/>
                  <a:ext cx="15264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43" name="Entrada de lápiz 142">
                  <a:extLst>
                    <a:ext uri="{FF2B5EF4-FFF2-40B4-BE49-F238E27FC236}">
                      <a16:creationId xmlns:a16="http://schemas.microsoft.com/office/drawing/2014/main" id="{BA9393A6-19F3-45C9-A4B7-320E5757BFA0}"/>
                    </a:ext>
                  </a:extLst>
                </p14:cNvPr>
                <p14:cNvContentPartPr/>
                <p14:nvPr/>
              </p14:nvContentPartPr>
              <p14:xfrm>
                <a:off x="8110295" y="3182706"/>
                <a:ext cx="84240" cy="188280"/>
              </p14:xfrm>
            </p:contentPart>
          </mc:Choice>
          <mc:Fallback>
            <p:pic>
              <p:nvPicPr>
                <p:cNvPr id="143" name="Entrada de lápiz 142">
                  <a:extLst>
                    <a:ext uri="{FF2B5EF4-FFF2-40B4-BE49-F238E27FC236}">
                      <a16:creationId xmlns:a16="http://schemas.microsoft.com/office/drawing/2014/main" id="{BA9393A6-19F3-45C9-A4B7-320E5757BFA0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101295" y="3173706"/>
                  <a:ext cx="10188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44" name="Entrada de lápiz 143">
                  <a:extLst>
                    <a:ext uri="{FF2B5EF4-FFF2-40B4-BE49-F238E27FC236}">
                      <a16:creationId xmlns:a16="http://schemas.microsoft.com/office/drawing/2014/main" id="{4DB7B8D3-2880-4048-9B46-BEAA7B185B98}"/>
                    </a:ext>
                  </a:extLst>
                </p14:cNvPr>
                <p14:cNvContentPartPr/>
                <p14:nvPr/>
              </p14:nvContentPartPr>
              <p14:xfrm>
                <a:off x="8297135" y="3036546"/>
                <a:ext cx="59760" cy="225360"/>
              </p14:xfrm>
            </p:contentPart>
          </mc:Choice>
          <mc:Fallback>
            <p:pic>
              <p:nvPicPr>
                <p:cNvPr id="144" name="Entrada de lápiz 143">
                  <a:extLst>
                    <a:ext uri="{FF2B5EF4-FFF2-40B4-BE49-F238E27FC236}">
                      <a16:creationId xmlns:a16="http://schemas.microsoft.com/office/drawing/2014/main" id="{4DB7B8D3-2880-4048-9B46-BEAA7B185B98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288495" y="3027546"/>
                  <a:ext cx="7740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45" name="Entrada de lápiz 144">
                  <a:extLst>
                    <a:ext uri="{FF2B5EF4-FFF2-40B4-BE49-F238E27FC236}">
                      <a16:creationId xmlns:a16="http://schemas.microsoft.com/office/drawing/2014/main" id="{643E307D-F032-4180-AEBD-0AA33C6A1014}"/>
                    </a:ext>
                  </a:extLst>
                </p14:cNvPr>
                <p14:cNvContentPartPr/>
                <p14:nvPr/>
              </p14:nvContentPartPr>
              <p14:xfrm>
                <a:off x="8422775" y="2997306"/>
                <a:ext cx="182520" cy="268920"/>
              </p14:xfrm>
            </p:contentPart>
          </mc:Choice>
          <mc:Fallback>
            <p:pic>
              <p:nvPicPr>
                <p:cNvPr id="145" name="Entrada de lápiz 144">
                  <a:extLst>
                    <a:ext uri="{FF2B5EF4-FFF2-40B4-BE49-F238E27FC236}">
                      <a16:creationId xmlns:a16="http://schemas.microsoft.com/office/drawing/2014/main" id="{643E307D-F032-4180-AEBD-0AA33C6A1014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414135" y="2988306"/>
                  <a:ext cx="20016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46" name="Entrada de lápiz 145">
                  <a:extLst>
                    <a:ext uri="{FF2B5EF4-FFF2-40B4-BE49-F238E27FC236}">
                      <a16:creationId xmlns:a16="http://schemas.microsoft.com/office/drawing/2014/main" id="{FE4C4E75-A1B5-48D7-B0D4-ADD7553E2445}"/>
                    </a:ext>
                  </a:extLst>
                </p14:cNvPr>
                <p14:cNvContentPartPr/>
                <p14:nvPr/>
              </p14:nvContentPartPr>
              <p14:xfrm>
                <a:off x="8681615" y="3280266"/>
                <a:ext cx="360" cy="360"/>
              </p14:xfrm>
            </p:contentPart>
          </mc:Choice>
          <mc:Fallback>
            <p:pic>
              <p:nvPicPr>
                <p:cNvPr id="146" name="Entrada de lápiz 145">
                  <a:extLst>
                    <a:ext uri="{FF2B5EF4-FFF2-40B4-BE49-F238E27FC236}">
                      <a16:creationId xmlns:a16="http://schemas.microsoft.com/office/drawing/2014/main" id="{FE4C4E75-A1B5-48D7-B0D4-ADD7553E2445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672975" y="327126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upo 154">
            <a:extLst>
              <a:ext uri="{FF2B5EF4-FFF2-40B4-BE49-F238E27FC236}">
                <a16:creationId xmlns:a16="http://schemas.microsoft.com/office/drawing/2014/main" id="{561D078D-6950-4A10-8F5F-75FC3AD0168A}"/>
              </a:ext>
            </a:extLst>
          </p:cNvPr>
          <p:cNvGrpSpPr/>
          <p:nvPr/>
        </p:nvGrpSpPr>
        <p:grpSpPr>
          <a:xfrm>
            <a:off x="538775" y="3632706"/>
            <a:ext cx="1659960" cy="435600"/>
            <a:chOff x="538775" y="3632706"/>
            <a:chExt cx="1659960" cy="43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48" name="Entrada de lápiz 147">
                  <a:extLst>
                    <a:ext uri="{FF2B5EF4-FFF2-40B4-BE49-F238E27FC236}">
                      <a16:creationId xmlns:a16="http://schemas.microsoft.com/office/drawing/2014/main" id="{892E2B36-C979-408D-AAFA-4F6FF0A7CDC1}"/>
                    </a:ext>
                  </a:extLst>
                </p14:cNvPr>
                <p14:cNvContentPartPr/>
                <p14:nvPr/>
              </p14:nvContentPartPr>
              <p14:xfrm>
                <a:off x="538775" y="3814146"/>
                <a:ext cx="186840" cy="178920"/>
              </p14:xfrm>
            </p:contentPart>
          </mc:Choice>
          <mc:Fallback>
            <p:pic>
              <p:nvPicPr>
                <p:cNvPr id="148" name="Entrada de lápiz 147">
                  <a:extLst>
                    <a:ext uri="{FF2B5EF4-FFF2-40B4-BE49-F238E27FC236}">
                      <a16:creationId xmlns:a16="http://schemas.microsoft.com/office/drawing/2014/main" id="{892E2B36-C979-408D-AAFA-4F6FF0A7CDC1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30135" y="3805506"/>
                  <a:ext cx="20448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49" name="Entrada de lápiz 148">
                  <a:extLst>
                    <a:ext uri="{FF2B5EF4-FFF2-40B4-BE49-F238E27FC236}">
                      <a16:creationId xmlns:a16="http://schemas.microsoft.com/office/drawing/2014/main" id="{94E585DA-858E-4575-87C3-9A36C19B2AD6}"/>
                    </a:ext>
                  </a:extLst>
                </p14:cNvPr>
                <p14:cNvContentPartPr/>
                <p14:nvPr/>
              </p14:nvContentPartPr>
              <p14:xfrm>
                <a:off x="776375" y="3681306"/>
                <a:ext cx="51840" cy="387000"/>
              </p14:xfrm>
            </p:contentPart>
          </mc:Choice>
          <mc:Fallback>
            <p:pic>
              <p:nvPicPr>
                <p:cNvPr id="149" name="Entrada de lápiz 148">
                  <a:extLst>
                    <a:ext uri="{FF2B5EF4-FFF2-40B4-BE49-F238E27FC236}">
                      <a16:creationId xmlns:a16="http://schemas.microsoft.com/office/drawing/2014/main" id="{94E585DA-858E-4575-87C3-9A36C19B2AD6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67375" y="3672306"/>
                  <a:ext cx="69480" cy="40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50" name="Entrada de lápiz 149">
                  <a:extLst>
                    <a:ext uri="{FF2B5EF4-FFF2-40B4-BE49-F238E27FC236}">
                      <a16:creationId xmlns:a16="http://schemas.microsoft.com/office/drawing/2014/main" id="{535F0D94-5916-450A-BE70-D4B0FB4687AA}"/>
                    </a:ext>
                  </a:extLst>
                </p14:cNvPr>
                <p14:cNvContentPartPr/>
                <p14:nvPr/>
              </p14:nvContentPartPr>
              <p14:xfrm>
                <a:off x="995615" y="3754386"/>
                <a:ext cx="273960" cy="227160"/>
              </p14:xfrm>
            </p:contentPart>
          </mc:Choice>
          <mc:Fallback>
            <p:pic>
              <p:nvPicPr>
                <p:cNvPr id="150" name="Entrada de lápiz 149">
                  <a:extLst>
                    <a:ext uri="{FF2B5EF4-FFF2-40B4-BE49-F238E27FC236}">
                      <a16:creationId xmlns:a16="http://schemas.microsoft.com/office/drawing/2014/main" id="{535F0D94-5916-450A-BE70-D4B0FB4687AA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86615" y="3745386"/>
                  <a:ext cx="29160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51" name="Entrada de lápiz 150">
                  <a:extLst>
                    <a:ext uri="{FF2B5EF4-FFF2-40B4-BE49-F238E27FC236}">
                      <a16:creationId xmlns:a16="http://schemas.microsoft.com/office/drawing/2014/main" id="{82204FD7-33C8-437D-A53D-C422EFCAA8D5}"/>
                    </a:ext>
                  </a:extLst>
                </p14:cNvPr>
                <p14:cNvContentPartPr/>
                <p14:nvPr/>
              </p14:nvContentPartPr>
              <p14:xfrm>
                <a:off x="1440215" y="3632706"/>
                <a:ext cx="295200" cy="322200"/>
              </p14:xfrm>
            </p:contentPart>
          </mc:Choice>
          <mc:Fallback>
            <p:pic>
              <p:nvPicPr>
                <p:cNvPr id="151" name="Entrada de lápiz 150">
                  <a:extLst>
                    <a:ext uri="{FF2B5EF4-FFF2-40B4-BE49-F238E27FC236}">
                      <a16:creationId xmlns:a16="http://schemas.microsoft.com/office/drawing/2014/main" id="{82204FD7-33C8-437D-A53D-C422EFCAA8D5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431575" y="3624066"/>
                  <a:ext cx="31284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52" name="Entrada de lápiz 151">
                  <a:extLst>
                    <a:ext uri="{FF2B5EF4-FFF2-40B4-BE49-F238E27FC236}">
                      <a16:creationId xmlns:a16="http://schemas.microsoft.com/office/drawing/2014/main" id="{32B55727-7DD7-4462-8BD5-D36AC48F5767}"/>
                    </a:ext>
                  </a:extLst>
                </p14:cNvPr>
                <p14:cNvContentPartPr/>
                <p14:nvPr/>
              </p14:nvContentPartPr>
              <p14:xfrm>
                <a:off x="1681055" y="3793626"/>
                <a:ext cx="326520" cy="180000"/>
              </p14:xfrm>
            </p:contentPart>
          </mc:Choice>
          <mc:Fallback>
            <p:pic>
              <p:nvPicPr>
                <p:cNvPr id="152" name="Entrada de lápiz 151">
                  <a:extLst>
                    <a:ext uri="{FF2B5EF4-FFF2-40B4-BE49-F238E27FC236}">
                      <a16:creationId xmlns:a16="http://schemas.microsoft.com/office/drawing/2014/main" id="{32B55727-7DD7-4462-8BD5-D36AC48F5767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672055" y="3784626"/>
                  <a:ext cx="34416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53" name="Entrada de lápiz 152">
                  <a:extLst>
                    <a:ext uri="{FF2B5EF4-FFF2-40B4-BE49-F238E27FC236}">
                      <a16:creationId xmlns:a16="http://schemas.microsoft.com/office/drawing/2014/main" id="{61063ABC-061E-4997-961B-390B170022EC}"/>
                    </a:ext>
                  </a:extLst>
                </p14:cNvPr>
                <p14:cNvContentPartPr/>
                <p14:nvPr/>
              </p14:nvContentPartPr>
              <p14:xfrm>
                <a:off x="1919015" y="3792546"/>
                <a:ext cx="201600" cy="177480"/>
              </p14:xfrm>
            </p:contentPart>
          </mc:Choice>
          <mc:Fallback>
            <p:pic>
              <p:nvPicPr>
                <p:cNvPr id="153" name="Entrada de lápiz 152">
                  <a:extLst>
                    <a:ext uri="{FF2B5EF4-FFF2-40B4-BE49-F238E27FC236}">
                      <a16:creationId xmlns:a16="http://schemas.microsoft.com/office/drawing/2014/main" id="{61063ABC-061E-4997-961B-390B170022EC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910375" y="3783546"/>
                  <a:ext cx="21924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54" name="Entrada de lápiz 153">
                  <a:extLst>
                    <a:ext uri="{FF2B5EF4-FFF2-40B4-BE49-F238E27FC236}">
                      <a16:creationId xmlns:a16="http://schemas.microsoft.com/office/drawing/2014/main" id="{B55C61EC-A2D3-4E05-B93F-29E7B3086404}"/>
                    </a:ext>
                  </a:extLst>
                </p14:cNvPr>
                <p14:cNvContentPartPr/>
                <p14:nvPr/>
              </p14:nvContentPartPr>
              <p14:xfrm>
                <a:off x="2070215" y="3768066"/>
                <a:ext cx="128520" cy="225000"/>
              </p14:xfrm>
            </p:contentPart>
          </mc:Choice>
          <mc:Fallback>
            <p:pic>
              <p:nvPicPr>
                <p:cNvPr id="154" name="Entrada de lápiz 153">
                  <a:extLst>
                    <a:ext uri="{FF2B5EF4-FFF2-40B4-BE49-F238E27FC236}">
                      <a16:creationId xmlns:a16="http://schemas.microsoft.com/office/drawing/2014/main" id="{B55C61EC-A2D3-4E05-B93F-29E7B3086404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2061575" y="3759066"/>
                  <a:ext cx="146160" cy="24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Grupo 161">
            <a:extLst>
              <a:ext uri="{FF2B5EF4-FFF2-40B4-BE49-F238E27FC236}">
                <a16:creationId xmlns:a16="http://schemas.microsoft.com/office/drawing/2014/main" id="{058482CD-539D-463C-BF4F-321AEC15275B}"/>
              </a:ext>
            </a:extLst>
          </p:cNvPr>
          <p:cNvGrpSpPr/>
          <p:nvPr/>
        </p:nvGrpSpPr>
        <p:grpSpPr>
          <a:xfrm>
            <a:off x="2846735" y="3725226"/>
            <a:ext cx="1194120" cy="274320"/>
            <a:chOff x="2846735" y="3725226"/>
            <a:chExt cx="1194120" cy="274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56" name="Entrada de lápiz 155">
                  <a:extLst>
                    <a:ext uri="{FF2B5EF4-FFF2-40B4-BE49-F238E27FC236}">
                      <a16:creationId xmlns:a16="http://schemas.microsoft.com/office/drawing/2014/main" id="{17F6BB29-411A-4163-A60D-2C48AD7B6225}"/>
                    </a:ext>
                  </a:extLst>
                </p14:cNvPr>
                <p14:cNvContentPartPr/>
                <p14:nvPr/>
              </p14:nvContentPartPr>
              <p14:xfrm>
                <a:off x="2846735" y="3725226"/>
                <a:ext cx="117360" cy="274320"/>
              </p14:xfrm>
            </p:contentPart>
          </mc:Choice>
          <mc:Fallback>
            <p:pic>
              <p:nvPicPr>
                <p:cNvPr id="156" name="Entrada de lápiz 155">
                  <a:extLst>
                    <a:ext uri="{FF2B5EF4-FFF2-40B4-BE49-F238E27FC236}">
                      <a16:creationId xmlns:a16="http://schemas.microsoft.com/office/drawing/2014/main" id="{17F6BB29-411A-4163-A60D-2C48AD7B6225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2837735" y="3716226"/>
                  <a:ext cx="13500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57" name="Entrada de lápiz 156">
                  <a:extLst>
                    <a:ext uri="{FF2B5EF4-FFF2-40B4-BE49-F238E27FC236}">
                      <a16:creationId xmlns:a16="http://schemas.microsoft.com/office/drawing/2014/main" id="{350C1582-EAAC-4B45-B5EC-696BFF0021D5}"/>
                    </a:ext>
                  </a:extLst>
                </p14:cNvPr>
                <p14:cNvContentPartPr/>
                <p14:nvPr/>
              </p14:nvContentPartPr>
              <p14:xfrm>
                <a:off x="3043655" y="3761226"/>
                <a:ext cx="172800" cy="208440"/>
              </p14:xfrm>
            </p:contentPart>
          </mc:Choice>
          <mc:Fallback>
            <p:pic>
              <p:nvPicPr>
                <p:cNvPr id="157" name="Entrada de lápiz 156">
                  <a:extLst>
                    <a:ext uri="{FF2B5EF4-FFF2-40B4-BE49-F238E27FC236}">
                      <a16:creationId xmlns:a16="http://schemas.microsoft.com/office/drawing/2014/main" id="{350C1582-EAAC-4B45-B5EC-696BFF0021D5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035015" y="3752226"/>
                  <a:ext cx="19044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58" name="Entrada de lápiz 157">
                  <a:extLst>
                    <a:ext uri="{FF2B5EF4-FFF2-40B4-BE49-F238E27FC236}">
                      <a16:creationId xmlns:a16="http://schemas.microsoft.com/office/drawing/2014/main" id="{414EB447-F967-446B-8F9C-DDAF7564DCC7}"/>
                    </a:ext>
                  </a:extLst>
                </p14:cNvPr>
                <p14:cNvContentPartPr/>
                <p14:nvPr/>
              </p14:nvContentPartPr>
              <p14:xfrm>
                <a:off x="3279815" y="3729546"/>
                <a:ext cx="173880" cy="213480"/>
              </p14:xfrm>
            </p:contentPart>
          </mc:Choice>
          <mc:Fallback>
            <p:pic>
              <p:nvPicPr>
                <p:cNvPr id="158" name="Entrada de lápiz 157">
                  <a:extLst>
                    <a:ext uri="{FF2B5EF4-FFF2-40B4-BE49-F238E27FC236}">
                      <a16:creationId xmlns:a16="http://schemas.microsoft.com/office/drawing/2014/main" id="{414EB447-F967-446B-8F9C-DDAF7564DCC7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270815" y="3720906"/>
                  <a:ext cx="19152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59" name="Entrada de lápiz 158">
                  <a:extLst>
                    <a:ext uri="{FF2B5EF4-FFF2-40B4-BE49-F238E27FC236}">
                      <a16:creationId xmlns:a16="http://schemas.microsoft.com/office/drawing/2014/main" id="{5E5BE8F1-426E-4CB6-BD87-6A85D0378961}"/>
                    </a:ext>
                  </a:extLst>
                </p14:cNvPr>
                <p14:cNvContentPartPr/>
                <p14:nvPr/>
              </p14:nvContentPartPr>
              <p14:xfrm>
                <a:off x="3575015" y="3786426"/>
                <a:ext cx="109800" cy="7920"/>
              </p14:xfrm>
            </p:contentPart>
          </mc:Choice>
          <mc:Fallback>
            <p:pic>
              <p:nvPicPr>
                <p:cNvPr id="159" name="Entrada de lápiz 158">
                  <a:extLst>
                    <a:ext uri="{FF2B5EF4-FFF2-40B4-BE49-F238E27FC236}">
                      <a16:creationId xmlns:a16="http://schemas.microsoft.com/office/drawing/2014/main" id="{5E5BE8F1-426E-4CB6-BD87-6A85D0378961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566015" y="3777786"/>
                  <a:ext cx="1274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60" name="Entrada de lápiz 159">
                  <a:extLst>
                    <a:ext uri="{FF2B5EF4-FFF2-40B4-BE49-F238E27FC236}">
                      <a16:creationId xmlns:a16="http://schemas.microsoft.com/office/drawing/2014/main" id="{119C2045-10F6-4E03-8789-359E6119C54E}"/>
                    </a:ext>
                  </a:extLst>
                </p14:cNvPr>
                <p14:cNvContentPartPr/>
                <p14:nvPr/>
              </p14:nvContentPartPr>
              <p14:xfrm>
                <a:off x="3582575" y="3847626"/>
                <a:ext cx="115560" cy="18360"/>
              </p14:xfrm>
            </p:contentPart>
          </mc:Choice>
          <mc:Fallback>
            <p:pic>
              <p:nvPicPr>
                <p:cNvPr id="160" name="Entrada de lápiz 159">
                  <a:extLst>
                    <a:ext uri="{FF2B5EF4-FFF2-40B4-BE49-F238E27FC236}">
                      <a16:creationId xmlns:a16="http://schemas.microsoft.com/office/drawing/2014/main" id="{119C2045-10F6-4E03-8789-359E6119C54E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573575" y="3838986"/>
                  <a:ext cx="1332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61" name="Entrada de lápiz 160">
                  <a:extLst>
                    <a:ext uri="{FF2B5EF4-FFF2-40B4-BE49-F238E27FC236}">
                      <a16:creationId xmlns:a16="http://schemas.microsoft.com/office/drawing/2014/main" id="{9E04951C-CEB1-4048-A0F4-905F41EDEA55}"/>
                    </a:ext>
                  </a:extLst>
                </p14:cNvPr>
                <p14:cNvContentPartPr/>
                <p14:nvPr/>
              </p14:nvContentPartPr>
              <p14:xfrm>
                <a:off x="3792095" y="3733506"/>
                <a:ext cx="248760" cy="222480"/>
              </p14:xfrm>
            </p:contentPart>
          </mc:Choice>
          <mc:Fallback>
            <p:pic>
              <p:nvPicPr>
                <p:cNvPr id="161" name="Entrada de lápiz 160">
                  <a:extLst>
                    <a:ext uri="{FF2B5EF4-FFF2-40B4-BE49-F238E27FC236}">
                      <a16:creationId xmlns:a16="http://schemas.microsoft.com/office/drawing/2014/main" id="{9E04951C-CEB1-4048-A0F4-905F41EDEA55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783095" y="3724866"/>
                  <a:ext cx="266400" cy="240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0" name="Grupo 169">
            <a:extLst>
              <a:ext uri="{FF2B5EF4-FFF2-40B4-BE49-F238E27FC236}">
                <a16:creationId xmlns:a16="http://schemas.microsoft.com/office/drawing/2014/main" id="{365222DE-6E80-4A43-AF41-87DDFBC9F286}"/>
              </a:ext>
            </a:extLst>
          </p:cNvPr>
          <p:cNvGrpSpPr/>
          <p:nvPr/>
        </p:nvGrpSpPr>
        <p:grpSpPr>
          <a:xfrm>
            <a:off x="4821695" y="3721986"/>
            <a:ext cx="1338480" cy="374040"/>
            <a:chOff x="4821695" y="3721986"/>
            <a:chExt cx="1338480" cy="374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63" name="Entrada de lápiz 162">
                  <a:extLst>
                    <a:ext uri="{FF2B5EF4-FFF2-40B4-BE49-F238E27FC236}">
                      <a16:creationId xmlns:a16="http://schemas.microsoft.com/office/drawing/2014/main" id="{2BEE5D20-AE67-4FF2-BE68-EE446C4A00C1}"/>
                    </a:ext>
                  </a:extLst>
                </p14:cNvPr>
                <p14:cNvContentPartPr/>
                <p14:nvPr/>
              </p14:nvContentPartPr>
              <p14:xfrm>
                <a:off x="4821695" y="3732786"/>
                <a:ext cx="223560" cy="363240"/>
              </p14:xfrm>
            </p:contentPart>
          </mc:Choice>
          <mc:Fallback>
            <p:pic>
              <p:nvPicPr>
                <p:cNvPr id="163" name="Entrada de lápiz 162">
                  <a:extLst>
                    <a:ext uri="{FF2B5EF4-FFF2-40B4-BE49-F238E27FC236}">
                      <a16:creationId xmlns:a16="http://schemas.microsoft.com/office/drawing/2014/main" id="{2BEE5D20-AE67-4FF2-BE68-EE446C4A00C1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4812695" y="3724146"/>
                  <a:ext cx="24120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64" name="Entrada de lápiz 163">
                  <a:extLst>
                    <a:ext uri="{FF2B5EF4-FFF2-40B4-BE49-F238E27FC236}">
                      <a16:creationId xmlns:a16="http://schemas.microsoft.com/office/drawing/2014/main" id="{FD569936-4E48-4F60-AC2F-9E83A834F6A3}"/>
                    </a:ext>
                  </a:extLst>
                </p14:cNvPr>
                <p14:cNvContentPartPr/>
                <p14:nvPr/>
              </p14:nvContentPartPr>
              <p14:xfrm>
                <a:off x="5112575" y="3742506"/>
                <a:ext cx="164880" cy="17280"/>
              </p14:xfrm>
            </p:contentPart>
          </mc:Choice>
          <mc:Fallback>
            <p:pic>
              <p:nvPicPr>
                <p:cNvPr id="164" name="Entrada de lápiz 163">
                  <a:extLst>
                    <a:ext uri="{FF2B5EF4-FFF2-40B4-BE49-F238E27FC236}">
                      <a16:creationId xmlns:a16="http://schemas.microsoft.com/office/drawing/2014/main" id="{FD569936-4E48-4F60-AC2F-9E83A834F6A3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103575" y="3733506"/>
                  <a:ext cx="18252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65" name="Entrada de lápiz 164">
                  <a:extLst>
                    <a:ext uri="{FF2B5EF4-FFF2-40B4-BE49-F238E27FC236}">
                      <a16:creationId xmlns:a16="http://schemas.microsoft.com/office/drawing/2014/main" id="{3C799E57-3E03-4CCC-ACC9-ECA464169537}"/>
                    </a:ext>
                  </a:extLst>
                </p14:cNvPr>
                <p14:cNvContentPartPr/>
                <p14:nvPr/>
              </p14:nvContentPartPr>
              <p14:xfrm>
                <a:off x="5190695" y="3806226"/>
                <a:ext cx="122040" cy="30240"/>
              </p14:xfrm>
            </p:contentPart>
          </mc:Choice>
          <mc:Fallback>
            <p:pic>
              <p:nvPicPr>
                <p:cNvPr id="165" name="Entrada de lápiz 164">
                  <a:extLst>
                    <a:ext uri="{FF2B5EF4-FFF2-40B4-BE49-F238E27FC236}">
                      <a16:creationId xmlns:a16="http://schemas.microsoft.com/office/drawing/2014/main" id="{3C799E57-3E03-4CCC-ACC9-ECA464169537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182055" y="3797226"/>
                  <a:ext cx="13968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66" name="Entrada de lápiz 165">
                  <a:extLst>
                    <a:ext uri="{FF2B5EF4-FFF2-40B4-BE49-F238E27FC236}">
                      <a16:creationId xmlns:a16="http://schemas.microsoft.com/office/drawing/2014/main" id="{76757D8B-BD4A-47A4-9AE7-F94BD524B725}"/>
                    </a:ext>
                  </a:extLst>
                </p14:cNvPr>
                <p14:cNvContentPartPr/>
                <p14:nvPr/>
              </p14:nvContentPartPr>
              <p14:xfrm>
                <a:off x="5408495" y="3746826"/>
                <a:ext cx="260640" cy="229680"/>
              </p14:xfrm>
            </p:contentPart>
          </mc:Choice>
          <mc:Fallback>
            <p:pic>
              <p:nvPicPr>
                <p:cNvPr id="166" name="Entrada de lápiz 165">
                  <a:extLst>
                    <a:ext uri="{FF2B5EF4-FFF2-40B4-BE49-F238E27FC236}">
                      <a16:creationId xmlns:a16="http://schemas.microsoft.com/office/drawing/2014/main" id="{76757D8B-BD4A-47A4-9AE7-F94BD524B725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399495" y="3737826"/>
                  <a:ext cx="27828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67" name="Entrada de lápiz 166">
                  <a:extLst>
                    <a:ext uri="{FF2B5EF4-FFF2-40B4-BE49-F238E27FC236}">
                      <a16:creationId xmlns:a16="http://schemas.microsoft.com/office/drawing/2014/main" id="{29BDAC8B-25F2-4E26-92DB-3DEC3F149C99}"/>
                    </a:ext>
                  </a:extLst>
                </p14:cNvPr>
                <p14:cNvContentPartPr/>
                <p14:nvPr/>
              </p14:nvContentPartPr>
              <p14:xfrm>
                <a:off x="5713775" y="3753306"/>
                <a:ext cx="140400" cy="124560"/>
              </p14:xfrm>
            </p:contentPart>
          </mc:Choice>
          <mc:Fallback>
            <p:pic>
              <p:nvPicPr>
                <p:cNvPr id="167" name="Entrada de lápiz 166">
                  <a:extLst>
                    <a:ext uri="{FF2B5EF4-FFF2-40B4-BE49-F238E27FC236}">
                      <a16:creationId xmlns:a16="http://schemas.microsoft.com/office/drawing/2014/main" id="{29BDAC8B-25F2-4E26-92DB-3DEC3F149C99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704775" y="3744666"/>
                  <a:ext cx="15804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68" name="Entrada de lápiz 167">
                  <a:extLst>
                    <a:ext uri="{FF2B5EF4-FFF2-40B4-BE49-F238E27FC236}">
                      <a16:creationId xmlns:a16="http://schemas.microsoft.com/office/drawing/2014/main" id="{A36D9247-A7C2-4240-B6E8-D0AA961CF46C}"/>
                    </a:ext>
                  </a:extLst>
                </p14:cNvPr>
                <p14:cNvContentPartPr/>
                <p14:nvPr/>
              </p14:nvContentPartPr>
              <p14:xfrm>
                <a:off x="5976575" y="3721986"/>
                <a:ext cx="169560" cy="149760"/>
              </p14:xfrm>
            </p:contentPart>
          </mc:Choice>
          <mc:Fallback>
            <p:pic>
              <p:nvPicPr>
                <p:cNvPr id="168" name="Entrada de lápiz 167">
                  <a:extLst>
                    <a:ext uri="{FF2B5EF4-FFF2-40B4-BE49-F238E27FC236}">
                      <a16:creationId xmlns:a16="http://schemas.microsoft.com/office/drawing/2014/main" id="{A36D9247-A7C2-4240-B6E8-D0AA961CF46C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967935" y="3713346"/>
                  <a:ext cx="18720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69" name="Entrada de lápiz 168">
                  <a:extLst>
                    <a:ext uri="{FF2B5EF4-FFF2-40B4-BE49-F238E27FC236}">
                      <a16:creationId xmlns:a16="http://schemas.microsoft.com/office/drawing/2014/main" id="{9E7C0F55-57A3-487C-A9BF-546D1E104987}"/>
                    </a:ext>
                  </a:extLst>
                </p14:cNvPr>
                <p14:cNvContentPartPr/>
                <p14:nvPr/>
              </p14:nvContentPartPr>
              <p14:xfrm>
                <a:off x="6110855" y="3743226"/>
                <a:ext cx="49320" cy="252720"/>
              </p14:xfrm>
            </p:contentPart>
          </mc:Choice>
          <mc:Fallback>
            <p:pic>
              <p:nvPicPr>
                <p:cNvPr id="169" name="Entrada de lápiz 168">
                  <a:extLst>
                    <a:ext uri="{FF2B5EF4-FFF2-40B4-BE49-F238E27FC236}">
                      <a16:creationId xmlns:a16="http://schemas.microsoft.com/office/drawing/2014/main" id="{9E7C0F55-57A3-487C-A9BF-546D1E104987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101855" y="3734586"/>
                  <a:ext cx="66960" cy="27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7" name="Grupo 176">
            <a:extLst>
              <a:ext uri="{FF2B5EF4-FFF2-40B4-BE49-F238E27FC236}">
                <a16:creationId xmlns:a16="http://schemas.microsoft.com/office/drawing/2014/main" id="{4570CAEA-41B1-4547-A976-D206AFEAED22}"/>
              </a:ext>
            </a:extLst>
          </p:cNvPr>
          <p:cNvGrpSpPr/>
          <p:nvPr/>
        </p:nvGrpSpPr>
        <p:grpSpPr>
          <a:xfrm>
            <a:off x="1039175" y="4534146"/>
            <a:ext cx="1078560" cy="383760"/>
            <a:chOff x="1039175" y="4534146"/>
            <a:chExt cx="1078560" cy="38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71" name="Entrada de lápiz 170">
                  <a:extLst>
                    <a:ext uri="{FF2B5EF4-FFF2-40B4-BE49-F238E27FC236}">
                      <a16:creationId xmlns:a16="http://schemas.microsoft.com/office/drawing/2014/main" id="{4A718BAF-B135-487F-9AA9-EC9A9A7B760B}"/>
                    </a:ext>
                  </a:extLst>
                </p14:cNvPr>
                <p14:cNvContentPartPr/>
                <p14:nvPr/>
              </p14:nvContentPartPr>
              <p14:xfrm>
                <a:off x="1039175" y="4570146"/>
                <a:ext cx="186480" cy="347760"/>
              </p14:xfrm>
            </p:contentPart>
          </mc:Choice>
          <mc:Fallback>
            <p:pic>
              <p:nvPicPr>
                <p:cNvPr id="171" name="Entrada de lápiz 170">
                  <a:extLst>
                    <a:ext uri="{FF2B5EF4-FFF2-40B4-BE49-F238E27FC236}">
                      <a16:creationId xmlns:a16="http://schemas.microsoft.com/office/drawing/2014/main" id="{4A718BAF-B135-487F-9AA9-EC9A9A7B760B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030535" y="4561506"/>
                  <a:ext cx="20412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72" name="Entrada de lápiz 171">
                  <a:extLst>
                    <a:ext uri="{FF2B5EF4-FFF2-40B4-BE49-F238E27FC236}">
                      <a16:creationId xmlns:a16="http://schemas.microsoft.com/office/drawing/2014/main" id="{145DCE2C-A432-4D7F-BFC3-2B17F2734B3F}"/>
                    </a:ext>
                  </a:extLst>
                </p14:cNvPr>
                <p14:cNvContentPartPr/>
                <p14:nvPr/>
              </p14:nvContentPartPr>
              <p14:xfrm>
                <a:off x="1326815" y="4553586"/>
                <a:ext cx="124920" cy="224640"/>
              </p14:xfrm>
            </p:contentPart>
          </mc:Choice>
          <mc:Fallback>
            <p:pic>
              <p:nvPicPr>
                <p:cNvPr id="172" name="Entrada de lápiz 171">
                  <a:extLst>
                    <a:ext uri="{FF2B5EF4-FFF2-40B4-BE49-F238E27FC236}">
                      <a16:creationId xmlns:a16="http://schemas.microsoft.com/office/drawing/2014/main" id="{145DCE2C-A432-4D7F-BFC3-2B17F2734B3F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318175" y="4544946"/>
                  <a:ext cx="14256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73" name="Entrada de lápiz 172">
                  <a:extLst>
                    <a:ext uri="{FF2B5EF4-FFF2-40B4-BE49-F238E27FC236}">
                      <a16:creationId xmlns:a16="http://schemas.microsoft.com/office/drawing/2014/main" id="{09C22ED6-71AA-4714-94A4-E82DDAD933CB}"/>
                    </a:ext>
                  </a:extLst>
                </p14:cNvPr>
                <p14:cNvContentPartPr/>
                <p14:nvPr/>
              </p14:nvContentPartPr>
              <p14:xfrm>
                <a:off x="1473335" y="4573386"/>
                <a:ext cx="214920" cy="181440"/>
              </p14:xfrm>
            </p:contentPart>
          </mc:Choice>
          <mc:Fallback>
            <p:pic>
              <p:nvPicPr>
                <p:cNvPr id="173" name="Entrada de lápiz 172">
                  <a:extLst>
                    <a:ext uri="{FF2B5EF4-FFF2-40B4-BE49-F238E27FC236}">
                      <a16:creationId xmlns:a16="http://schemas.microsoft.com/office/drawing/2014/main" id="{09C22ED6-71AA-4714-94A4-E82DDAD933CB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464695" y="4564386"/>
                  <a:ext cx="23256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74" name="Entrada de lápiz 173">
                  <a:extLst>
                    <a:ext uri="{FF2B5EF4-FFF2-40B4-BE49-F238E27FC236}">
                      <a16:creationId xmlns:a16="http://schemas.microsoft.com/office/drawing/2014/main" id="{8D71626D-F780-4CAF-A25C-4EE845512B15}"/>
                    </a:ext>
                  </a:extLst>
                </p14:cNvPr>
                <p14:cNvContentPartPr/>
                <p14:nvPr/>
              </p14:nvContentPartPr>
              <p14:xfrm>
                <a:off x="1548575" y="4543506"/>
                <a:ext cx="136800" cy="187200"/>
              </p14:xfrm>
            </p:contentPart>
          </mc:Choice>
          <mc:Fallback>
            <p:pic>
              <p:nvPicPr>
                <p:cNvPr id="174" name="Entrada de lápiz 173">
                  <a:extLst>
                    <a:ext uri="{FF2B5EF4-FFF2-40B4-BE49-F238E27FC236}">
                      <a16:creationId xmlns:a16="http://schemas.microsoft.com/office/drawing/2014/main" id="{8D71626D-F780-4CAF-A25C-4EE845512B15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539935" y="4534866"/>
                  <a:ext cx="15444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75" name="Entrada de lápiz 174">
                  <a:extLst>
                    <a:ext uri="{FF2B5EF4-FFF2-40B4-BE49-F238E27FC236}">
                      <a16:creationId xmlns:a16="http://schemas.microsoft.com/office/drawing/2014/main" id="{CE15BEEF-C059-4659-87CF-156606721371}"/>
                    </a:ext>
                  </a:extLst>
                </p14:cNvPr>
                <p14:cNvContentPartPr/>
                <p14:nvPr/>
              </p14:nvContentPartPr>
              <p14:xfrm>
                <a:off x="1765295" y="4557906"/>
                <a:ext cx="141480" cy="174600"/>
              </p14:xfrm>
            </p:contentPart>
          </mc:Choice>
          <mc:Fallback>
            <p:pic>
              <p:nvPicPr>
                <p:cNvPr id="175" name="Entrada de lápiz 174">
                  <a:extLst>
                    <a:ext uri="{FF2B5EF4-FFF2-40B4-BE49-F238E27FC236}">
                      <a16:creationId xmlns:a16="http://schemas.microsoft.com/office/drawing/2014/main" id="{CE15BEEF-C059-4659-87CF-156606721371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756295" y="4549266"/>
                  <a:ext cx="15912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76" name="Entrada de lápiz 175">
                  <a:extLst>
                    <a:ext uri="{FF2B5EF4-FFF2-40B4-BE49-F238E27FC236}">
                      <a16:creationId xmlns:a16="http://schemas.microsoft.com/office/drawing/2014/main" id="{45C3E6FF-F809-428F-BA14-4EBB46FB1533}"/>
                    </a:ext>
                  </a:extLst>
                </p14:cNvPr>
                <p14:cNvContentPartPr/>
                <p14:nvPr/>
              </p14:nvContentPartPr>
              <p14:xfrm>
                <a:off x="2092895" y="4534146"/>
                <a:ext cx="24840" cy="217080"/>
              </p14:xfrm>
            </p:contentPart>
          </mc:Choice>
          <mc:Fallback>
            <p:pic>
              <p:nvPicPr>
                <p:cNvPr id="176" name="Entrada de lápiz 175">
                  <a:extLst>
                    <a:ext uri="{FF2B5EF4-FFF2-40B4-BE49-F238E27FC236}">
                      <a16:creationId xmlns:a16="http://schemas.microsoft.com/office/drawing/2014/main" id="{45C3E6FF-F809-428F-BA14-4EBB46FB153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2084255" y="4525506"/>
                  <a:ext cx="42480" cy="234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6">
            <p14:nvContentPartPr>
              <p14:cNvPr id="178" name="Entrada de lápiz 177">
                <a:extLst>
                  <a:ext uri="{FF2B5EF4-FFF2-40B4-BE49-F238E27FC236}">
                    <a16:creationId xmlns:a16="http://schemas.microsoft.com/office/drawing/2014/main" id="{C54D6BBD-123A-4F35-97A9-E0F5A9A2E0B5}"/>
                  </a:ext>
                </a:extLst>
              </p14:cNvPr>
              <p14:cNvContentPartPr/>
              <p14:nvPr/>
            </p14:nvContentPartPr>
            <p14:xfrm>
              <a:off x="2303495" y="4440546"/>
              <a:ext cx="100440" cy="286200"/>
            </p14:xfrm>
          </p:contentPart>
        </mc:Choice>
        <mc:Fallback>
          <p:pic>
            <p:nvPicPr>
              <p:cNvPr id="178" name="Entrada de lápiz 177">
                <a:extLst>
                  <a:ext uri="{FF2B5EF4-FFF2-40B4-BE49-F238E27FC236}">
                    <a16:creationId xmlns:a16="http://schemas.microsoft.com/office/drawing/2014/main" id="{C54D6BBD-123A-4F35-97A9-E0F5A9A2E0B5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2294855" y="4431546"/>
                <a:ext cx="118080" cy="303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91" name="Grupo 190">
            <a:extLst>
              <a:ext uri="{FF2B5EF4-FFF2-40B4-BE49-F238E27FC236}">
                <a16:creationId xmlns:a16="http://schemas.microsoft.com/office/drawing/2014/main" id="{9EC126B6-FDA8-4B3A-B58B-0CBF1EBEB553}"/>
              </a:ext>
            </a:extLst>
          </p:cNvPr>
          <p:cNvGrpSpPr/>
          <p:nvPr/>
        </p:nvGrpSpPr>
        <p:grpSpPr>
          <a:xfrm>
            <a:off x="2648375" y="4503546"/>
            <a:ext cx="214560" cy="104040"/>
            <a:chOff x="2648375" y="4503546"/>
            <a:chExt cx="214560" cy="104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79" name="Entrada de lápiz 178">
                  <a:extLst>
                    <a:ext uri="{FF2B5EF4-FFF2-40B4-BE49-F238E27FC236}">
                      <a16:creationId xmlns:a16="http://schemas.microsoft.com/office/drawing/2014/main" id="{C6F73519-0508-4AC9-B960-B8C9BA0F8E55}"/>
                    </a:ext>
                  </a:extLst>
                </p14:cNvPr>
                <p14:cNvContentPartPr/>
                <p14:nvPr/>
              </p14:nvContentPartPr>
              <p14:xfrm>
                <a:off x="2648375" y="4503546"/>
                <a:ext cx="146880" cy="19080"/>
              </p14:xfrm>
            </p:contentPart>
          </mc:Choice>
          <mc:Fallback>
            <p:pic>
              <p:nvPicPr>
                <p:cNvPr id="179" name="Entrada de lápiz 178">
                  <a:extLst>
                    <a:ext uri="{FF2B5EF4-FFF2-40B4-BE49-F238E27FC236}">
                      <a16:creationId xmlns:a16="http://schemas.microsoft.com/office/drawing/2014/main" id="{C6F73519-0508-4AC9-B960-B8C9BA0F8E55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2639375" y="4494906"/>
                  <a:ext cx="1645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80" name="Entrada de lápiz 179">
                  <a:extLst>
                    <a:ext uri="{FF2B5EF4-FFF2-40B4-BE49-F238E27FC236}">
                      <a16:creationId xmlns:a16="http://schemas.microsoft.com/office/drawing/2014/main" id="{251DB05E-244E-4AAB-8B6C-B534466EA30E}"/>
                    </a:ext>
                  </a:extLst>
                </p14:cNvPr>
                <p14:cNvContentPartPr/>
                <p14:nvPr/>
              </p14:nvContentPartPr>
              <p14:xfrm>
                <a:off x="2718215" y="4584186"/>
                <a:ext cx="144720" cy="23400"/>
              </p14:xfrm>
            </p:contentPart>
          </mc:Choice>
          <mc:Fallback>
            <p:pic>
              <p:nvPicPr>
                <p:cNvPr id="180" name="Entrada de lápiz 179">
                  <a:extLst>
                    <a:ext uri="{FF2B5EF4-FFF2-40B4-BE49-F238E27FC236}">
                      <a16:creationId xmlns:a16="http://schemas.microsoft.com/office/drawing/2014/main" id="{251DB05E-244E-4AAB-8B6C-B534466EA30E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2709215" y="4575546"/>
                  <a:ext cx="162360" cy="41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2">
            <p14:nvContentPartPr>
              <p14:cNvPr id="192" name="Entrada de lápiz 191">
                <a:extLst>
                  <a:ext uri="{FF2B5EF4-FFF2-40B4-BE49-F238E27FC236}">
                    <a16:creationId xmlns:a16="http://schemas.microsoft.com/office/drawing/2014/main" id="{D94607F4-B79C-4CA3-B16C-B11B166734A5}"/>
                  </a:ext>
                </a:extLst>
              </p14:cNvPr>
              <p14:cNvContentPartPr/>
              <p14:nvPr/>
            </p14:nvContentPartPr>
            <p14:xfrm>
              <a:off x="2754935" y="4946346"/>
              <a:ext cx="155160" cy="15480"/>
            </p14:xfrm>
          </p:contentPart>
        </mc:Choice>
        <mc:Fallback>
          <p:pic>
            <p:nvPicPr>
              <p:cNvPr id="192" name="Entrada de lápiz 191">
                <a:extLst>
                  <a:ext uri="{FF2B5EF4-FFF2-40B4-BE49-F238E27FC236}">
                    <a16:creationId xmlns:a16="http://schemas.microsoft.com/office/drawing/2014/main" id="{D94607F4-B79C-4CA3-B16C-B11B166734A5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2746295" y="4937346"/>
                <a:ext cx="17280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4">
            <p14:nvContentPartPr>
              <p14:cNvPr id="193" name="Entrada de lápiz 192">
                <a:extLst>
                  <a:ext uri="{FF2B5EF4-FFF2-40B4-BE49-F238E27FC236}">
                    <a16:creationId xmlns:a16="http://schemas.microsoft.com/office/drawing/2014/main" id="{15CAE2F1-5CBF-4EB7-9DC4-EFB66FAD36EC}"/>
                  </a:ext>
                </a:extLst>
              </p14:cNvPr>
              <p14:cNvContentPartPr/>
              <p14:nvPr/>
            </p14:nvContentPartPr>
            <p14:xfrm>
              <a:off x="2790935" y="5055786"/>
              <a:ext cx="110880" cy="24840"/>
            </p14:xfrm>
          </p:contentPart>
        </mc:Choice>
        <mc:Fallback>
          <p:pic>
            <p:nvPicPr>
              <p:cNvPr id="193" name="Entrada de lápiz 192">
                <a:extLst>
                  <a:ext uri="{FF2B5EF4-FFF2-40B4-BE49-F238E27FC236}">
                    <a16:creationId xmlns:a16="http://schemas.microsoft.com/office/drawing/2014/main" id="{15CAE2F1-5CBF-4EB7-9DC4-EFB66FAD36EC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2781935" y="5047146"/>
                <a:ext cx="128520" cy="42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21" name="Grupo 220">
            <a:extLst>
              <a:ext uri="{FF2B5EF4-FFF2-40B4-BE49-F238E27FC236}">
                <a16:creationId xmlns:a16="http://schemas.microsoft.com/office/drawing/2014/main" id="{96CB4479-9BC8-479F-B0AE-75DA760B84CE}"/>
              </a:ext>
            </a:extLst>
          </p:cNvPr>
          <p:cNvGrpSpPr/>
          <p:nvPr/>
        </p:nvGrpSpPr>
        <p:grpSpPr>
          <a:xfrm>
            <a:off x="3081815" y="4264866"/>
            <a:ext cx="3803040" cy="922320"/>
            <a:chOff x="3081815" y="4264866"/>
            <a:chExt cx="3803040" cy="92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81" name="Entrada de lápiz 180">
                  <a:extLst>
                    <a:ext uri="{FF2B5EF4-FFF2-40B4-BE49-F238E27FC236}">
                      <a16:creationId xmlns:a16="http://schemas.microsoft.com/office/drawing/2014/main" id="{D9375DFA-FD58-4079-A519-DDDC6C674FDC}"/>
                    </a:ext>
                  </a:extLst>
                </p14:cNvPr>
                <p14:cNvContentPartPr/>
                <p14:nvPr/>
              </p14:nvContentPartPr>
              <p14:xfrm>
                <a:off x="3182975" y="4420386"/>
                <a:ext cx="91080" cy="262080"/>
              </p14:xfrm>
            </p:contentPart>
          </mc:Choice>
          <mc:Fallback>
            <p:pic>
              <p:nvPicPr>
                <p:cNvPr id="181" name="Entrada de lápiz 180">
                  <a:extLst>
                    <a:ext uri="{FF2B5EF4-FFF2-40B4-BE49-F238E27FC236}">
                      <a16:creationId xmlns:a16="http://schemas.microsoft.com/office/drawing/2014/main" id="{D9375DFA-FD58-4079-A519-DDDC6C674FDC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173975" y="4411386"/>
                  <a:ext cx="10872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82" name="Entrada de lápiz 181">
                  <a:extLst>
                    <a:ext uri="{FF2B5EF4-FFF2-40B4-BE49-F238E27FC236}">
                      <a16:creationId xmlns:a16="http://schemas.microsoft.com/office/drawing/2014/main" id="{36100B80-E057-4C50-B8AB-BC1F3E81056D}"/>
                    </a:ext>
                  </a:extLst>
                </p14:cNvPr>
                <p14:cNvContentPartPr/>
                <p14:nvPr/>
              </p14:nvContentPartPr>
              <p14:xfrm>
                <a:off x="3522095" y="4496706"/>
                <a:ext cx="227880" cy="12960"/>
              </p14:xfrm>
            </p:contentPart>
          </mc:Choice>
          <mc:Fallback>
            <p:pic>
              <p:nvPicPr>
                <p:cNvPr id="182" name="Entrada de lápiz 181">
                  <a:extLst>
                    <a:ext uri="{FF2B5EF4-FFF2-40B4-BE49-F238E27FC236}">
                      <a16:creationId xmlns:a16="http://schemas.microsoft.com/office/drawing/2014/main" id="{36100B80-E057-4C50-B8AB-BC1F3E81056D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3513095" y="4488066"/>
                  <a:ext cx="24552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83" name="Entrada de lápiz 182">
                  <a:extLst>
                    <a:ext uri="{FF2B5EF4-FFF2-40B4-BE49-F238E27FC236}">
                      <a16:creationId xmlns:a16="http://schemas.microsoft.com/office/drawing/2014/main" id="{AE4B8B1F-5CEC-47D8-A765-72AD9F88F269}"/>
                    </a:ext>
                  </a:extLst>
                </p14:cNvPr>
                <p14:cNvContentPartPr/>
                <p14:nvPr/>
              </p14:nvContentPartPr>
              <p14:xfrm>
                <a:off x="3904415" y="4416066"/>
                <a:ext cx="62640" cy="302040"/>
              </p14:xfrm>
            </p:contentPart>
          </mc:Choice>
          <mc:Fallback>
            <p:pic>
              <p:nvPicPr>
                <p:cNvPr id="183" name="Entrada de lápiz 182">
                  <a:extLst>
                    <a:ext uri="{FF2B5EF4-FFF2-40B4-BE49-F238E27FC236}">
                      <a16:creationId xmlns:a16="http://schemas.microsoft.com/office/drawing/2014/main" id="{AE4B8B1F-5CEC-47D8-A765-72AD9F88F269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3895775" y="4407426"/>
                  <a:ext cx="8028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84" name="Entrada de lápiz 183">
                  <a:extLst>
                    <a:ext uri="{FF2B5EF4-FFF2-40B4-BE49-F238E27FC236}">
                      <a16:creationId xmlns:a16="http://schemas.microsoft.com/office/drawing/2014/main" id="{EEBE06CE-042C-4D74-9385-7E255429F296}"/>
                    </a:ext>
                  </a:extLst>
                </p14:cNvPr>
                <p14:cNvContentPartPr/>
                <p14:nvPr/>
              </p14:nvContentPartPr>
              <p14:xfrm>
                <a:off x="3917015" y="4340466"/>
                <a:ext cx="438480" cy="267120"/>
              </p14:xfrm>
            </p:contentPart>
          </mc:Choice>
          <mc:Fallback>
            <p:pic>
              <p:nvPicPr>
                <p:cNvPr id="184" name="Entrada de lápiz 183">
                  <a:extLst>
                    <a:ext uri="{FF2B5EF4-FFF2-40B4-BE49-F238E27FC236}">
                      <a16:creationId xmlns:a16="http://schemas.microsoft.com/office/drawing/2014/main" id="{EEBE06CE-042C-4D74-9385-7E255429F296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3908015" y="4331826"/>
                  <a:ext cx="45612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85" name="Entrada de lápiz 184">
                  <a:extLst>
                    <a:ext uri="{FF2B5EF4-FFF2-40B4-BE49-F238E27FC236}">
                      <a16:creationId xmlns:a16="http://schemas.microsoft.com/office/drawing/2014/main" id="{DBD50323-2394-4AC7-9B44-3DCA4BDC20E8}"/>
                    </a:ext>
                  </a:extLst>
                </p14:cNvPr>
                <p14:cNvContentPartPr/>
                <p14:nvPr/>
              </p14:nvContentPartPr>
              <p14:xfrm>
                <a:off x="4429655" y="4378626"/>
                <a:ext cx="149760" cy="204120"/>
              </p14:xfrm>
            </p:contentPart>
          </mc:Choice>
          <mc:Fallback>
            <p:pic>
              <p:nvPicPr>
                <p:cNvPr id="185" name="Entrada de lápiz 184">
                  <a:extLst>
                    <a:ext uri="{FF2B5EF4-FFF2-40B4-BE49-F238E27FC236}">
                      <a16:creationId xmlns:a16="http://schemas.microsoft.com/office/drawing/2014/main" id="{DBD50323-2394-4AC7-9B44-3DCA4BDC20E8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4420655" y="4369986"/>
                  <a:ext cx="16740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86" name="Entrada de lápiz 185">
                  <a:extLst>
                    <a:ext uri="{FF2B5EF4-FFF2-40B4-BE49-F238E27FC236}">
                      <a16:creationId xmlns:a16="http://schemas.microsoft.com/office/drawing/2014/main" id="{D80BCD20-A465-43C6-A8A8-104FF7BFCDD9}"/>
                    </a:ext>
                  </a:extLst>
                </p14:cNvPr>
                <p14:cNvContentPartPr/>
                <p14:nvPr/>
              </p14:nvContentPartPr>
              <p14:xfrm>
                <a:off x="4457375" y="4377186"/>
                <a:ext cx="127440" cy="221040"/>
              </p14:xfrm>
            </p:contentPart>
          </mc:Choice>
          <mc:Fallback>
            <p:pic>
              <p:nvPicPr>
                <p:cNvPr id="186" name="Entrada de lápiz 185">
                  <a:extLst>
                    <a:ext uri="{FF2B5EF4-FFF2-40B4-BE49-F238E27FC236}">
                      <a16:creationId xmlns:a16="http://schemas.microsoft.com/office/drawing/2014/main" id="{D80BCD20-A465-43C6-A8A8-104FF7BFCDD9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4448735" y="4368186"/>
                  <a:ext cx="14508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87" name="Entrada de lápiz 186">
                  <a:extLst>
                    <a:ext uri="{FF2B5EF4-FFF2-40B4-BE49-F238E27FC236}">
                      <a16:creationId xmlns:a16="http://schemas.microsoft.com/office/drawing/2014/main" id="{2B17446E-59D8-4A5E-8EF4-A2C9B83FD0E5}"/>
                    </a:ext>
                  </a:extLst>
                </p14:cNvPr>
                <p14:cNvContentPartPr/>
                <p14:nvPr/>
              </p14:nvContentPartPr>
              <p14:xfrm>
                <a:off x="4660775" y="4374666"/>
                <a:ext cx="210240" cy="229680"/>
              </p14:xfrm>
            </p:contentPart>
          </mc:Choice>
          <mc:Fallback>
            <p:pic>
              <p:nvPicPr>
                <p:cNvPr id="187" name="Entrada de lápiz 186">
                  <a:extLst>
                    <a:ext uri="{FF2B5EF4-FFF2-40B4-BE49-F238E27FC236}">
                      <a16:creationId xmlns:a16="http://schemas.microsoft.com/office/drawing/2014/main" id="{2B17446E-59D8-4A5E-8EF4-A2C9B83FD0E5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4652135" y="4365666"/>
                  <a:ext cx="22788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88" name="Entrada de lápiz 187">
                  <a:extLst>
                    <a:ext uri="{FF2B5EF4-FFF2-40B4-BE49-F238E27FC236}">
                      <a16:creationId xmlns:a16="http://schemas.microsoft.com/office/drawing/2014/main" id="{14625D9D-7299-440E-BE1B-01F08F20081A}"/>
                    </a:ext>
                  </a:extLst>
                </p14:cNvPr>
                <p14:cNvContentPartPr/>
                <p14:nvPr/>
              </p14:nvContentPartPr>
              <p14:xfrm>
                <a:off x="4967855" y="4420386"/>
                <a:ext cx="19080" cy="176400"/>
              </p14:xfrm>
            </p:contentPart>
          </mc:Choice>
          <mc:Fallback>
            <p:pic>
              <p:nvPicPr>
                <p:cNvPr id="188" name="Entrada de lápiz 187">
                  <a:extLst>
                    <a:ext uri="{FF2B5EF4-FFF2-40B4-BE49-F238E27FC236}">
                      <a16:creationId xmlns:a16="http://schemas.microsoft.com/office/drawing/2014/main" id="{14625D9D-7299-440E-BE1B-01F08F20081A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4959215" y="4411386"/>
                  <a:ext cx="3672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89" name="Entrada de lápiz 188">
                  <a:extLst>
                    <a:ext uri="{FF2B5EF4-FFF2-40B4-BE49-F238E27FC236}">
                      <a16:creationId xmlns:a16="http://schemas.microsoft.com/office/drawing/2014/main" id="{2C8C0291-8540-4AC5-AA46-F84EDE9BFC4F}"/>
                    </a:ext>
                  </a:extLst>
                </p14:cNvPr>
                <p14:cNvContentPartPr/>
                <p14:nvPr/>
              </p14:nvContentPartPr>
              <p14:xfrm>
                <a:off x="5106815" y="4264866"/>
                <a:ext cx="80640" cy="352800"/>
              </p14:xfrm>
            </p:contentPart>
          </mc:Choice>
          <mc:Fallback>
            <p:pic>
              <p:nvPicPr>
                <p:cNvPr id="189" name="Entrada de lápiz 188">
                  <a:extLst>
                    <a:ext uri="{FF2B5EF4-FFF2-40B4-BE49-F238E27FC236}">
                      <a16:creationId xmlns:a16="http://schemas.microsoft.com/office/drawing/2014/main" id="{2C8C0291-8540-4AC5-AA46-F84EDE9BFC4F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5097815" y="4256226"/>
                  <a:ext cx="98280" cy="37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94" name="Entrada de lápiz 193">
                  <a:extLst>
                    <a:ext uri="{FF2B5EF4-FFF2-40B4-BE49-F238E27FC236}">
                      <a16:creationId xmlns:a16="http://schemas.microsoft.com/office/drawing/2014/main" id="{E652AC07-BA16-43F5-9AF1-728528F2F89E}"/>
                    </a:ext>
                  </a:extLst>
                </p14:cNvPr>
                <p14:cNvContentPartPr/>
                <p14:nvPr/>
              </p14:nvContentPartPr>
              <p14:xfrm>
                <a:off x="3081815" y="4892706"/>
                <a:ext cx="108000" cy="246600"/>
              </p14:xfrm>
            </p:contentPart>
          </mc:Choice>
          <mc:Fallback>
            <p:pic>
              <p:nvPicPr>
                <p:cNvPr id="194" name="Entrada de lápiz 193">
                  <a:extLst>
                    <a:ext uri="{FF2B5EF4-FFF2-40B4-BE49-F238E27FC236}">
                      <a16:creationId xmlns:a16="http://schemas.microsoft.com/office/drawing/2014/main" id="{E652AC07-BA16-43F5-9AF1-728528F2F89E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3073175" y="4884066"/>
                  <a:ext cx="12564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95" name="Entrada de lápiz 194">
                  <a:extLst>
                    <a:ext uri="{FF2B5EF4-FFF2-40B4-BE49-F238E27FC236}">
                      <a16:creationId xmlns:a16="http://schemas.microsoft.com/office/drawing/2014/main" id="{8DBE1584-264B-462D-B898-B8668B6164E5}"/>
                    </a:ext>
                  </a:extLst>
                </p14:cNvPr>
                <p14:cNvContentPartPr/>
                <p14:nvPr/>
              </p14:nvContentPartPr>
              <p14:xfrm>
                <a:off x="3419855" y="4955706"/>
                <a:ext cx="305280" cy="26640"/>
              </p14:xfrm>
            </p:contentPart>
          </mc:Choice>
          <mc:Fallback>
            <p:pic>
              <p:nvPicPr>
                <p:cNvPr id="195" name="Entrada de lápiz 194">
                  <a:extLst>
                    <a:ext uri="{FF2B5EF4-FFF2-40B4-BE49-F238E27FC236}">
                      <a16:creationId xmlns:a16="http://schemas.microsoft.com/office/drawing/2014/main" id="{8DBE1584-264B-462D-B898-B8668B6164E5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3411215" y="4946706"/>
                  <a:ext cx="32292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96" name="Entrada de lápiz 195">
                  <a:extLst>
                    <a:ext uri="{FF2B5EF4-FFF2-40B4-BE49-F238E27FC236}">
                      <a16:creationId xmlns:a16="http://schemas.microsoft.com/office/drawing/2014/main" id="{EFF2DB7F-FACF-4B2C-AD22-1F75A9305655}"/>
                    </a:ext>
                  </a:extLst>
                </p14:cNvPr>
                <p14:cNvContentPartPr/>
                <p14:nvPr/>
              </p14:nvContentPartPr>
              <p14:xfrm>
                <a:off x="3998015" y="4902066"/>
                <a:ext cx="38160" cy="285120"/>
              </p14:xfrm>
            </p:contentPart>
          </mc:Choice>
          <mc:Fallback>
            <p:pic>
              <p:nvPicPr>
                <p:cNvPr id="196" name="Entrada de lápiz 195">
                  <a:extLst>
                    <a:ext uri="{FF2B5EF4-FFF2-40B4-BE49-F238E27FC236}">
                      <a16:creationId xmlns:a16="http://schemas.microsoft.com/office/drawing/2014/main" id="{EFF2DB7F-FACF-4B2C-AD22-1F75A9305655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3989015" y="4893426"/>
                  <a:ext cx="5580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97" name="Entrada de lápiz 196">
                  <a:extLst>
                    <a:ext uri="{FF2B5EF4-FFF2-40B4-BE49-F238E27FC236}">
                      <a16:creationId xmlns:a16="http://schemas.microsoft.com/office/drawing/2014/main" id="{00820C8B-8912-49EE-B379-2E71791A472F}"/>
                    </a:ext>
                  </a:extLst>
                </p14:cNvPr>
                <p14:cNvContentPartPr/>
                <p14:nvPr/>
              </p14:nvContentPartPr>
              <p14:xfrm>
                <a:off x="3978215" y="4921146"/>
                <a:ext cx="171720" cy="161280"/>
              </p14:xfrm>
            </p:contentPart>
          </mc:Choice>
          <mc:Fallback>
            <p:pic>
              <p:nvPicPr>
                <p:cNvPr id="197" name="Entrada de lápiz 196">
                  <a:extLst>
                    <a:ext uri="{FF2B5EF4-FFF2-40B4-BE49-F238E27FC236}">
                      <a16:creationId xmlns:a16="http://schemas.microsoft.com/office/drawing/2014/main" id="{00820C8B-8912-49EE-B379-2E71791A472F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3969215" y="4912506"/>
                  <a:ext cx="18936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98" name="Entrada de lápiz 197">
                  <a:extLst>
                    <a:ext uri="{FF2B5EF4-FFF2-40B4-BE49-F238E27FC236}">
                      <a16:creationId xmlns:a16="http://schemas.microsoft.com/office/drawing/2014/main" id="{6DE86860-2E07-4C54-B799-596AF02FB08E}"/>
                    </a:ext>
                  </a:extLst>
                </p14:cNvPr>
                <p14:cNvContentPartPr/>
                <p14:nvPr/>
              </p14:nvContentPartPr>
              <p14:xfrm>
                <a:off x="4199255" y="4975866"/>
                <a:ext cx="158040" cy="129960"/>
              </p14:xfrm>
            </p:contentPart>
          </mc:Choice>
          <mc:Fallback>
            <p:pic>
              <p:nvPicPr>
                <p:cNvPr id="198" name="Entrada de lápiz 197">
                  <a:extLst>
                    <a:ext uri="{FF2B5EF4-FFF2-40B4-BE49-F238E27FC236}">
                      <a16:creationId xmlns:a16="http://schemas.microsoft.com/office/drawing/2014/main" id="{6DE86860-2E07-4C54-B799-596AF02FB08E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190255" y="4966866"/>
                  <a:ext cx="17568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99" name="Entrada de lápiz 198">
                  <a:extLst>
                    <a:ext uri="{FF2B5EF4-FFF2-40B4-BE49-F238E27FC236}">
                      <a16:creationId xmlns:a16="http://schemas.microsoft.com/office/drawing/2014/main" id="{0E454D43-3E99-4CA2-9A81-B94CBC14BB36}"/>
                    </a:ext>
                  </a:extLst>
                </p14:cNvPr>
                <p14:cNvContentPartPr/>
                <p14:nvPr/>
              </p14:nvContentPartPr>
              <p14:xfrm>
                <a:off x="4221575" y="4859586"/>
                <a:ext cx="116640" cy="240120"/>
              </p14:xfrm>
            </p:contentPart>
          </mc:Choice>
          <mc:Fallback>
            <p:pic>
              <p:nvPicPr>
                <p:cNvPr id="199" name="Entrada de lápiz 198">
                  <a:extLst>
                    <a:ext uri="{FF2B5EF4-FFF2-40B4-BE49-F238E27FC236}">
                      <a16:creationId xmlns:a16="http://schemas.microsoft.com/office/drawing/2014/main" id="{0E454D43-3E99-4CA2-9A81-B94CBC14BB36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4212935" y="4850946"/>
                  <a:ext cx="13428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200" name="Entrada de lápiz 199">
                  <a:extLst>
                    <a:ext uri="{FF2B5EF4-FFF2-40B4-BE49-F238E27FC236}">
                      <a16:creationId xmlns:a16="http://schemas.microsoft.com/office/drawing/2014/main" id="{CEB5CA13-E152-4D82-9F67-D616238192EB}"/>
                    </a:ext>
                  </a:extLst>
                </p14:cNvPr>
                <p14:cNvContentPartPr/>
                <p14:nvPr/>
              </p14:nvContentPartPr>
              <p14:xfrm>
                <a:off x="4395455" y="4975866"/>
                <a:ext cx="57960" cy="102240"/>
              </p14:xfrm>
            </p:contentPart>
          </mc:Choice>
          <mc:Fallback>
            <p:pic>
              <p:nvPicPr>
                <p:cNvPr id="200" name="Entrada de lápiz 199">
                  <a:extLst>
                    <a:ext uri="{FF2B5EF4-FFF2-40B4-BE49-F238E27FC236}">
                      <a16:creationId xmlns:a16="http://schemas.microsoft.com/office/drawing/2014/main" id="{CEB5CA13-E152-4D82-9F67-D616238192EB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4386815" y="4967226"/>
                  <a:ext cx="7560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201" name="Entrada de lápiz 200">
                  <a:extLst>
                    <a:ext uri="{FF2B5EF4-FFF2-40B4-BE49-F238E27FC236}">
                      <a16:creationId xmlns:a16="http://schemas.microsoft.com/office/drawing/2014/main" id="{98B7CFF7-A73B-4D22-8EC0-1BF08355247C}"/>
                    </a:ext>
                  </a:extLst>
                </p14:cNvPr>
                <p14:cNvContentPartPr/>
                <p14:nvPr/>
              </p14:nvContentPartPr>
              <p14:xfrm>
                <a:off x="4476815" y="4970826"/>
                <a:ext cx="133560" cy="132840"/>
              </p14:xfrm>
            </p:contentPart>
          </mc:Choice>
          <mc:Fallback>
            <p:pic>
              <p:nvPicPr>
                <p:cNvPr id="201" name="Entrada de lápiz 200">
                  <a:extLst>
                    <a:ext uri="{FF2B5EF4-FFF2-40B4-BE49-F238E27FC236}">
                      <a16:creationId xmlns:a16="http://schemas.microsoft.com/office/drawing/2014/main" id="{98B7CFF7-A73B-4D22-8EC0-1BF08355247C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4468175" y="4962186"/>
                  <a:ext cx="15120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202" name="Entrada de lápiz 201">
                  <a:extLst>
                    <a:ext uri="{FF2B5EF4-FFF2-40B4-BE49-F238E27FC236}">
                      <a16:creationId xmlns:a16="http://schemas.microsoft.com/office/drawing/2014/main" id="{DA0F9834-6797-48B1-B350-D7969E416FEE}"/>
                    </a:ext>
                  </a:extLst>
                </p14:cNvPr>
                <p14:cNvContentPartPr/>
                <p14:nvPr/>
              </p14:nvContentPartPr>
              <p14:xfrm>
                <a:off x="4666895" y="4968306"/>
                <a:ext cx="93240" cy="127800"/>
              </p14:xfrm>
            </p:contentPart>
          </mc:Choice>
          <mc:Fallback>
            <p:pic>
              <p:nvPicPr>
                <p:cNvPr id="202" name="Entrada de lápiz 201">
                  <a:extLst>
                    <a:ext uri="{FF2B5EF4-FFF2-40B4-BE49-F238E27FC236}">
                      <a16:creationId xmlns:a16="http://schemas.microsoft.com/office/drawing/2014/main" id="{DA0F9834-6797-48B1-B350-D7969E416FEE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4657895" y="4959666"/>
                  <a:ext cx="11088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203" name="Entrada de lápiz 202">
                  <a:extLst>
                    <a:ext uri="{FF2B5EF4-FFF2-40B4-BE49-F238E27FC236}">
                      <a16:creationId xmlns:a16="http://schemas.microsoft.com/office/drawing/2014/main" id="{C97830BC-B60A-4A90-8F47-AEF0BF10ABD5}"/>
                    </a:ext>
                  </a:extLst>
                </p14:cNvPr>
                <p14:cNvContentPartPr/>
                <p14:nvPr/>
              </p14:nvContentPartPr>
              <p14:xfrm>
                <a:off x="4869575" y="4958226"/>
                <a:ext cx="198000" cy="110160"/>
              </p14:xfrm>
            </p:contentPart>
          </mc:Choice>
          <mc:Fallback>
            <p:pic>
              <p:nvPicPr>
                <p:cNvPr id="203" name="Entrada de lápiz 202">
                  <a:extLst>
                    <a:ext uri="{FF2B5EF4-FFF2-40B4-BE49-F238E27FC236}">
                      <a16:creationId xmlns:a16="http://schemas.microsoft.com/office/drawing/2014/main" id="{C97830BC-B60A-4A90-8F47-AEF0BF10ABD5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4860935" y="4949226"/>
                  <a:ext cx="21564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204" name="Entrada de lápiz 203">
                  <a:extLst>
                    <a:ext uri="{FF2B5EF4-FFF2-40B4-BE49-F238E27FC236}">
                      <a16:creationId xmlns:a16="http://schemas.microsoft.com/office/drawing/2014/main" id="{91C1E4A1-5F6C-46B8-93BE-AEF224792284}"/>
                    </a:ext>
                  </a:extLst>
                </p14:cNvPr>
                <p14:cNvContentPartPr/>
                <p14:nvPr/>
              </p14:nvContentPartPr>
              <p14:xfrm>
                <a:off x="5186015" y="4873986"/>
                <a:ext cx="48600" cy="240840"/>
              </p14:xfrm>
            </p:contentPart>
          </mc:Choice>
          <mc:Fallback>
            <p:pic>
              <p:nvPicPr>
                <p:cNvPr id="204" name="Entrada de lápiz 203">
                  <a:extLst>
                    <a:ext uri="{FF2B5EF4-FFF2-40B4-BE49-F238E27FC236}">
                      <a16:creationId xmlns:a16="http://schemas.microsoft.com/office/drawing/2014/main" id="{91C1E4A1-5F6C-46B8-93BE-AEF224792284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5177375" y="4865346"/>
                  <a:ext cx="6624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207" name="Entrada de lápiz 206">
                  <a:extLst>
                    <a:ext uri="{FF2B5EF4-FFF2-40B4-BE49-F238E27FC236}">
                      <a16:creationId xmlns:a16="http://schemas.microsoft.com/office/drawing/2014/main" id="{8A1E08B0-4044-4BA9-AFE2-2656062F50AA}"/>
                    </a:ext>
                  </a:extLst>
                </p14:cNvPr>
                <p14:cNvContentPartPr/>
                <p14:nvPr/>
              </p14:nvContentPartPr>
              <p14:xfrm>
                <a:off x="5363135" y="4929426"/>
                <a:ext cx="25200" cy="167040"/>
              </p14:xfrm>
            </p:contentPart>
          </mc:Choice>
          <mc:Fallback>
            <p:pic>
              <p:nvPicPr>
                <p:cNvPr id="207" name="Entrada de lápiz 206">
                  <a:extLst>
                    <a:ext uri="{FF2B5EF4-FFF2-40B4-BE49-F238E27FC236}">
                      <a16:creationId xmlns:a16="http://schemas.microsoft.com/office/drawing/2014/main" id="{8A1E08B0-4044-4BA9-AFE2-2656062F50AA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5354495" y="4920426"/>
                  <a:ext cx="4284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209" name="Entrada de lápiz 208">
                  <a:extLst>
                    <a:ext uri="{FF2B5EF4-FFF2-40B4-BE49-F238E27FC236}">
                      <a16:creationId xmlns:a16="http://schemas.microsoft.com/office/drawing/2014/main" id="{CC6E4609-DF2F-4F15-A113-C4FB6CCDCDD0}"/>
                    </a:ext>
                  </a:extLst>
                </p14:cNvPr>
                <p14:cNvContentPartPr/>
                <p14:nvPr/>
              </p14:nvContentPartPr>
              <p14:xfrm>
                <a:off x="5299415" y="4943106"/>
                <a:ext cx="138240" cy="156600"/>
              </p14:xfrm>
            </p:contentPart>
          </mc:Choice>
          <mc:Fallback>
            <p:pic>
              <p:nvPicPr>
                <p:cNvPr id="209" name="Entrada de lápiz 208">
                  <a:extLst>
                    <a:ext uri="{FF2B5EF4-FFF2-40B4-BE49-F238E27FC236}">
                      <a16:creationId xmlns:a16="http://schemas.microsoft.com/office/drawing/2014/main" id="{CC6E4609-DF2F-4F15-A113-C4FB6CCDCDD0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5290775" y="4934106"/>
                  <a:ext cx="15588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210" name="Entrada de lápiz 209">
                  <a:extLst>
                    <a:ext uri="{FF2B5EF4-FFF2-40B4-BE49-F238E27FC236}">
                      <a16:creationId xmlns:a16="http://schemas.microsoft.com/office/drawing/2014/main" id="{8BFD202C-3551-4B72-BB9C-91C47E5761E8}"/>
                    </a:ext>
                  </a:extLst>
                </p14:cNvPr>
                <p14:cNvContentPartPr/>
                <p14:nvPr/>
              </p14:nvContentPartPr>
              <p14:xfrm>
                <a:off x="5441975" y="5053266"/>
                <a:ext cx="83520" cy="89640"/>
              </p14:xfrm>
            </p:contentPart>
          </mc:Choice>
          <mc:Fallback>
            <p:pic>
              <p:nvPicPr>
                <p:cNvPr id="210" name="Entrada de lápiz 209">
                  <a:extLst>
                    <a:ext uri="{FF2B5EF4-FFF2-40B4-BE49-F238E27FC236}">
                      <a16:creationId xmlns:a16="http://schemas.microsoft.com/office/drawing/2014/main" id="{8BFD202C-3551-4B72-BB9C-91C47E5761E8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5433335" y="5044626"/>
                  <a:ext cx="10116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212" name="Entrada de lápiz 211">
                  <a:extLst>
                    <a:ext uri="{FF2B5EF4-FFF2-40B4-BE49-F238E27FC236}">
                      <a16:creationId xmlns:a16="http://schemas.microsoft.com/office/drawing/2014/main" id="{CF11FD4F-1E1D-4F6C-96DA-FF01E2D0AA17}"/>
                    </a:ext>
                  </a:extLst>
                </p14:cNvPr>
                <p14:cNvContentPartPr/>
                <p14:nvPr/>
              </p14:nvContentPartPr>
              <p14:xfrm>
                <a:off x="5639615" y="4928346"/>
                <a:ext cx="29880" cy="182880"/>
              </p14:xfrm>
            </p:contentPart>
          </mc:Choice>
          <mc:Fallback>
            <p:pic>
              <p:nvPicPr>
                <p:cNvPr id="212" name="Entrada de lápiz 211">
                  <a:extLst>
                    <a:ext uri="{FF2B5EF4-FFF2-40B4-BE49-F238E27FC236}">
                      <a16:creationId xmlns:a16="http://schemas.microsoft.com/office/drawing/2014/main" id="{CF11FD4F-1E1D-4F6C-96DA-FF01E2D0AA17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5630615" y="4919706"/>
                  <a:ext cx="4752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213" name="Entrada de lápiz 212">
                  <a:extLst>
                    <a:ext uri="{FF2B5EF4-FFF2-40B4-BE49-F238E27FC236}">
                      <a16:creationId xmlns:a16="http://schemas.microsoft.com/office/drawing/2014/main" id="{820C2EB1-F8B4-4660-9E90-5082BFC26CD8}"/>
                    </a:ext>
                  </a:extLst>
                </p14:cNvPr>
                <p14:cNvContentPartPr/>
                <p14:nvPr/>
              </p14:nvContentPartPr>
              <p14:xfrm>
                <a:off x="5597855" y="5068746"/>
                <a:ext cx="136440" cy="51480"/>
              </p14:xfrm>
            </p:contentPart>
          </mc:Choice>
          <mc:Fallback>
            <p:pic>
              <p:nvPicPr>
                <p:cNvPr id="213" name="Entrada de lápiz 212">
                  <a:extLst>
                    <a:ext uri="{FF2B5EF4-FFF2-40B4-BE49-F238E27FC236}">
                      <a16:creationId xmlns:a16="http://schemas.microsoft.com/office/drawing/2014/main" id="{820C2EB1-F8B4-4660-9E90-5082BFC26CD8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5589215" y="5059746"/>
                  <a:ext cx="15408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214" name="Entrada de lápiz 213">
                  <a:extLst>
                    <a:ext uri="{FF2B5EF4-FFF2-40B4-BE49-F238E27FC236}">
                      <a16:creationId xmlns:a16="http://schemas.microsoft.com/office/drawing/2014/main" id="{2C9B07A8-713C-40FA-AF9A-C90270008494}"/>
                    </a:ext>
                  </a:extLst>
                </p14:cNvPr>
                <p14:cNvContentPartPr/>
                <p14:nvPr/>
              </p14:nvContentPartPr>
              <p14:xfrm>
                <a:off x="5780375" y="4928346"/>
                <a:ext cx="74880" cy="107280"/>
              </p14:xfrm>
            </p:contentPart>
          </mc:Choice>
          <mc:Fallback>
            <p:pic>
              <p:nvPicPr>
                <p:cNvPr id="214" name="Entrada de lápiz 213">
                  <a:extLst>
                    <a:ext uri="{FF2B5EF4-FFF2-40B4-BE49-F238E27FC236}">
                      <a16:creationId xmlns:a16="http://schemas.microsoft.com/office/drawing/2014/main" id="{2C9B07A8-713C-40FA-AF9A-C90270008494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5771375" y="4919706"/>
                  <a:ext cx="9252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215" name="Entrada de lápiz 214">
                  <a:extLst>
                    <a:ext uri="{FF2B5EF4-FFF2-40B4-BE49-F238E27FC236}">
                      <a16:creationId xmlns:a16="http://schemas.microsoft.com/office/drawing/2014/main" id="{6B525529-44CB-480B-969B-F6F482C21A81}"/>
                    </a:ext>
                  </a:extLst>
                </p14:cNvPr>
                <p14:cNvContentPartPr/>
                <p14:nvPr/>
              </p14:nvContentPartPr>
              <p14:xfrm>
                <a:off x="5865335" y="4932666"/>
                <a:ext cx="200520" cy="229680"/>
              </p14:xfrm>
            </p:contentPart>
          </mc:Choice>
          <mc:Fallback>
            <p:pic>
              <p:nvPicPr>
                <p:cNvPr id="215" name="Entrada de lápiz 214">
                  <a:extLst>
                    <a:ext uri="{FF2B5EF4-FFF2-40B4-BE49-F238E27FC236}">
                      <a16:creationId xmlns:a16="http://schemas.microsoft.com/office/drawing/2014/main" id="{6B525529-44CB-480B-969B-F6F482C21A81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5856335" y="4924026"/>
                  <a:ext cx="21816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216" name="Entrada de lápiz 215">
                  <a:extLst>
                    <a:ext uri="{FF2B5EF4-FFF2-40B4-BE49-F238E27FC236}">
                      <a16:creationId xmlns:a16="http://schemas.microsoft.com/office/drawing/2014/main" id="{0DE27EE1-4998-48C9-9079-CCDA94A4171D}"/>
                    </a:ext>
                  </a:extLst>
                </p14:cNvPr>
                <p14:cNvContentPartPr/>
                <p14:nvPr/>
              </p14:nvContentPartPr>
              <p14:xfrm>
                <a:off x="6188975" y="4901346"/>
                <a:ext cx="128880" cy="119160"/>
              </p14:xfrm>
            </p:contentPart>
          </mc:Choice>
          <mc:Fallback>
            <p:pic>
              <p:nvPicPr>
                <p:cNvPr id="216" name="Entrada de lápiz 215">
                  <a:extLst>
                    <a:ext uri="{FF2B5EF4-FFF2-40B4-BE49-F238E27FC236}">
                      <a16:creationId xmlns:a16="http://schemas.microsoft.com/office/drawing/2014/main" id="{0DE27EE1-4998-48C9-9079-CCDA94A4171D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6180335" y="4892346"/>
                  <a:ext cx="14652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217" name="Entrada de lápiz 216">
                  <a:extLst>
                    <a:ext uri="{FF2B5EF4-FFF2-40B4-BE49-F238E27FC236}">
                      <a16:creationId xmlns:a16="http://schemas.microsoft.com/office/drawing/2014/main" id="{EB2BDD33-C73E-448F-9750-F2E1916710C3}"/>
                    </a:ext>
                  </a:extLst>
                </p14:cNvPr>
                <p14:cNvContentPartPr/>
                <p14:nvPr/>
              </p14:nvContentPartPr>
              <p14:xfrm>
                <a:off x="6377975" y="5010786"/>
                <a:ext cx="360" cy="360"/>
              </p14:xfrm>
            </p:contentPart>
          </mc:Choice>
          <mc:Fallback>
            <p:pic>
              <p:nvPicPr>
                <p:cNvPr id="217" name="Entrada de lápiz 216">
                  <a:extLst>
                    <a:ext uri="{FF2B5EF4-FFF2-40B4-BE49-F238E27FC236}">
                      <a16:creationId xmlns:a16="http://schemas.microsoft.com/office/drawing/2014/main" id="{EB2BDD33-C73E-448F-9750-F2E1916710C3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369335" y="500214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218" name="Entrada de lápiz 217">
                  <a:extLst>
                    <a:ext uri="{FF2B5EF4-FFF2-40B4-BE49-F238E27FC236}">
                      <a16:creationId xmlns:a16="http://schemas.microsoft.com/office/drawing/2014/main" id="{3E9CE41D-6E10-4229-AB56-AD01CA162C02}"/>
                    </a:ext>
                  </a:extLst>
                </p14:cNvPr>
                <p14:cNvContentPartPr/>
                <p14:nvPr/>
              </p14:nvContentPartPr>
              <p14:xfrm>
                <a:off x="6436295" y="4885146"/>
                <a:ext cx="118440" cy="118800"/>
              </p14:xfrm>
            </p:contentPart>
          </mc:Choice>
          <mc:Fallback>
            <p:pic>
              <p:nvPicPr>
                <p:cNvPr id="218" name="Entrada de lápiz 217">
                  <a:extLst>
                    <a:ext uri="{FF2B5EF4-FFF2-40B4-BE49-F238E27FC236}">
                      <a16:creationId xmlns:a16="http://schemas.microsoft.com/office/drawing/2014/main" id="{3E9CE41D-6E10-4229-AB56-AD01CA162C02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6427295" y="4876146"/>
                  <a:ext cx="13608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219" name="Entrada de lápiz 218">
                  <a:extLst>
                    <a:ext uri="{FF2B5EF4-FFF2-40B4-BE49-F238E27FC236}">
                      <a16:creationId xmlns:a16="http://schemas.microsoft.com/office/drawing/2014/main" id="{9E214BEB-34F4-456C-A42F-A38032F26213}"/>
                    </a:ext>
                  </a:extLst>
                </p14:cNvPr>
                <p14:cNvContentPartPr/>
                <p14:nvPr/>
              </p14:nvContentPartPr>
              <p14:xfrm>
                <a:off x="6622775" y="4852026"/>
                <a:ext cx="127080" cy="133560"/>
              </p14:xfrm>
            </p:contentPart>
          </mc:Choice>
          <mc:Fallback>
            <p:pic>
              <p:nvPicPr>
                <p:cNvPr id="219" name="Entrada de lápiz 218">
                  <a:extLst>
                    <a:ext uri="{FF2B5EF4-FFF2-40B4-BE49-F238E27FC236}">
                      <a16:creationId xmlns:a16="http://schemas.microsoft.com/office/drawing/2014/main" id="{9E214BEB-34F4-456C-A42F-A38032F26213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6613775" y="4843386"/>
                  <a:ext cx="14472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220" name="Entrada de lápiz 219">
                  <a:extLst>
                    <a:ext uri="{FF2B5EF4-FFF2-40B4-BE49-F238E27FC236}">
                      <a16:creationId xmlns:a16="http://schemas.microsoft.com/office/drawing/2014/main" id="{D3D50A8B-150F-41D3-98EB-81907CEBD947}"/>
                    </a:ext>
                  </a:extLst>
                </p14:cNvPr>
                <p14:cNvContentPartPr/>
                <p14:nvPr/>
              </p14:nvContentPartPr>
              <p14:xfrm>
                <a:off x="6815375" y="4727106"/>
                <a:ext cx="69480" cy="378360"/>
              </p14:xfrm>
            </p:contentPart>
          </mc:Choice>
          <mc:Fallback>
            <p:pic>
              <p:nvPicPr>
                <p:cNvPr id="220" name="Entrada de lápiz 219">
                  <a:extLst>
                    <a:ext uri="{FF2B5EF4-FFF2-40B4-BE49-F238E27FC236}">
                      <a16:creationId xmlns:a16="http://schemas.microsoft.com/office/drawing/2014/main" id="{D3D50A8B-150F-41D3-98EB-81907CEBD947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6806735" y="4718106"/>
                  <a:ext cx="87120" cy="39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4" name="Grupo 223">
            <a:extLst>
              <a:ext uri="{FF2B5EF4-FFF2-40B4-BE49-F238E27FC236}">
                <a16:creationId xmlns:a16="http://schemas.microsoft.com/office/drawing/2014/main" id="{26E90DD7-54AB-45DC-8CF9-9F3120B0F0FA}"/>
              </a:ext>
            </a:extLst>
          </p:cNvPr>
          <p:cNvGrpSpPr/>
          <p:nvPr/>
        </p:nvGrpSpPr>
        <p:grpSpPr>
          <a:xfrm>
            <a:off x="7124255" y="4861386"/>
            <a:ext cx="151560" cy="74160"/>
            <a:chOff x="7124255" y="4861386"/>
            <a:chExt cx="151560" cy="74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222" name="Entrada de lápiz 221">
                  <a:extLst>
                    <a:ext uri="{FF2B5EF4-FFF2-40B4-BE49-F238E27FC236}">
                      <a16:creationId xmlns:a16="http://schemas.microsoft.com/office/drawing/2014/main" id="{5F4A2A12-3836-4979-90F9-9C88A144D259}"/>
                    </a:ext>
                  </a:extLst>
                </p14:cNvPr>
                <p14:cNvContentPartPr/>
                <p14:nvPr/>
              </p14:nvContentPartPr>
              <p14:xfrm>
                <a:off x="7124255" y="4861386"/>
                <a:ext cx="124920" cy="5400"/>
              </p14:xfrm>
            </p:contentPart>
          </mc:Choice>
          <mc:Fallback>
            <p:pic>
              <p:nvPicPr>
                <p:cNvPr id="222" name="Entrada de lápiz 221">
                  <a:extLst>
                    <a:ext uri="{FF2B5EF4-FFF2-40B4-BE49-F238E27FC236}">
                      <a16:creationId xmlns:a16="http://schemas.microsoft.com/office/drawing/2014/main" id="{5F4A2A12-3836-4979-90F9-9C88A144D259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7115255" y="4852386"/>
                  <a:ext cx="14256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223" name="Entrada de lápiz 222">
                  <a:extLst>
                    <a:ext uri="{FF2B5EF4-FFF2-40B4-BE49-F238E27FC236}">
                      <a16:creationId xmlns:a16="http://schemas.microsoft.com/office/drawing/2014/main" id="{0D6E865A-A9CF-46BF-854D-B4DF2BC4E05E}"/>
                    </a:ext>
                  </a:extLst>
                </p14:cNvPr>
                <p14:cNvContentPartPr/>
                <p14:nvPr/>
              </p14:nvContentPartPr>
              <p14:xfrm>
                <a:off x="7154495" y="4934466"/>
                <a:ext cx="121320" cy="1080"/>
              </p14:xfrm>
            </p:contentPart>
          </mc:Choice>
          <mc:Fallback>
            <p:pic>
              <p:nvPicPr>
                <p:cNvPr id="223" name="Entrada de lápiz 222">
                  <a:extLst>
                    <a:ext uri="{FF2B5EF4-FFF2-40B4-BE49-F238E27FC236}">
                      <a16:creationId xmlns:a16="http://schemas.microsoft.com/office/drawing/2014/main" id="{0D6E865A-A9CF-46BF-854D-B4DF2BC4E05E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7145495" y="4925466"/>
                  <a:ext cx="138960" cy="1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1" name="Grupo 230">
            <a:extLst>
              <a:ext uri="{FF2B5EF4-FFF2-40B4-BE49-F238E27FC236}">
                <a16:creationId xmlns:a16="http://schemas.microsoft.com/office/drawing/2014/main" id="{FF63734A-B436-46B8-9F75-B95C68516582}"/>
              </a:ext>
            </a:extLst>
          </p:cNvPr>
          <p:cNvGrpSpPr/>
          <p:nvPr/>
        </p:nvGrpSpPr>
        <p:grpSpPr>
          <a:xfrm>
            <a:off x="7569215" y="4694346"/>
            <a:ext cx="900000" cy="329400"/>
            <a:chOff x="7569215" y="4694346"/>
            <a:chExt cx="900000" cy="32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225" name="Entrada de lápiz 224">
                  <a:extLst>
                    <a:ext uri="{FF2B5EF4-FFF2-40B4-BE49-F238E27FC236}">
                      <a16:creationId xmlns:a16="http://schemas.microsoft.com/office/drawing/2014/main" id="{432F4DC9-1BA9-40E1-9299-B28E47CCA854}"/>
                    </a:ext>
                  </a:extLst>
                </p14:cNvPr>
                <p14:cNvContentPartPr/>
                <p14:nvPr/>
              </p14:nvContentPartPr>
              <p14:xfrm>
                <a:off x="7569215" y="4717746"/>
                <a:ext cx="154800" cy="194040"/>
              </p14:xfrm>
            </p:contentPart>
          </mc:Choice>
          <mc:Fallback>
            <p:pic>
              <p:nvPicPr>
                <p:cNvPr id="225" name="Entrada de lápiz 224">
                  <a:extLst>
                    <a:ext uri="{FF2B5EF4-FFF2-40B4-BE49-F238E27FC236}">
                      <a16:creationId xmlns:a16="http://schemas.microsoft.com/office/drawing/2014/main" id="{432F4DC9-1BA9-40E1-9299-B28E47CCA854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7560575" y="4708746"/>
                  <a:ext cx="17244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226" name="Entrada de lápiz 225">
                  <a:extLst>
                    <a:ext uri="{FF2B5EF4-FFF2-40B4-BE49-F238E27FC236}">
                      <a16:creationId xmlns:a16="http://schemas.microsoft.com/office/drawing/2014/main" id="{0D8FA641-DED2-47B7-B194-68198745085D}"/>
                    </a:ext>
                  </a:extLst>
                </p14:cNvPr>
                <p14:cNvContentPartPr/>
                <p14:nvPr/>
              </p14:nvContentPartPr>
              <p14:xfrm>
                <a:off x="7822295" y="4873986"/>
                <a:ext cx="45720" cy="149760"/>
              </p14:xfrm>
            </p:contentPart>
          </mc:Choice>
          <mc:Fallback>
            <p:pic>
              <p:nvPicPr>
                <p:cNvPr id="226" name="Entrada de lápiz 225">
                  <a:extLst>
                    <a:ext uri="{FF2B5EF4-FFF2-40B4-BE49-F238E27FC236}">
                      <a16:creationId xmlns:a16="http://schemas.microsoft.com/office/drawing/2014/main" id="{0D8FA641-DED2-47B7-B194-68198745085D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7813295" y="4865346"/>
                  <a:ext cx="6336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227" name="Entrada de lápiz 226">
                  <a:extLst>
                    <a:ext uri="{FF2B5EF4-FFF2-40B4-BE49-F238E27FC236}">
                      <a16:creationId xmlns:a16="http://schemas.microsoft.com/office/drawing/2014/main" id="{00C71A47-C4BC-41EF-B4DD-184319CA4E53}"/>
                    </a:ext>
                  </a:extLst>
                </p14:cNvPr>
                <p14:cNvContentPartPr/>
                <p14:nvPr/>
              </p14:nvContentPartPr>
              <p14:xfrm>
                <a:off x="7936775" y="4730706"/>
                <a:ext cx="197640" cy="198000"/>
              </p14:xfrm>
            </p:contentPart>
          </mc:Choice>
          <mc:Fallback>
            <p:pic>
              <p:nvPicPr>
                <p:cNvPr id="227" name="Entrada de lápiz 226">
                  <a:extLst>
                    <a:ext uri="{FF2B5EF4-FFF2-40B4-BE49-F238E27FC236}">
                      <a16:creationId xmlns:a16="http://schemas.microsoft.com/office/drawing/2014/main" id="{00C71A47-C4BC-41EF-B4DD-184319CA4E53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7927775" y="4722066"/>
                  <a:ext cx="21528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228" name="Entrada de lápiz 227">
                  <a:extLst>
                    <a:ext uri="{FF2B5EF4-FFF2-40B4-BE49-F238E27FC236}">
                      <a16:creationId xmlns:a16="http://schemas.microsoft.com/office/drawing/2014/main" id="{747229C6-816D-4C4A-8A84-FA7C424F4277}"/>
                    </a:ext>
                  </a:extLst>
                </p14:cNvPr>
                <p14:cNvContentPartPr/>
                <p14:nvPr/>
              </p14:nvContentPartPr>
              <p14:xfrm>
                <a:off x="8201735" y="4717746"/>
                <a:ext cx="26640" cy="240120"/>
              </p14:xfrm>
            </p:contentPart>
          </mc:Choice>
          <mc:Fallback>
            <p:pic>
              <p:nvPicPr>
                <p:cNvPr id="228" name="Entrada de lápiz 227">
                  <a:extLst>
                    <a:ext uri="{FF2B5EF4-FFF2-40B4-BE49-F238E27FC236}">
                      <a16:creationId xmlns:a16="http://schemas.microsoft.com/office/drawing/2014/main" id="{747229C6-816D-4C4A-8A84-FA7C424F4277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8193095" y="4708746"/>
                  <a:ext cx="4428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230" name="Entrada de lápiz 229">
                  <a:extLst>
                    <a:ext uri="{FF2B5EF4-FFF2-40B4-BE49-F238E27FC236}">
                      <a16:creationId xmlns:a16="http://schemas.microsoft.com/office/drawing/2014/main" id="{A14F3CDB-63F6-4C02-897C-4414AE93B24A}"/>
                    </a:ext>
                  </a:extLst>
                </p14:cNvPr>
                <p14:cNvContentPartPr/>
                <p14:nvPr/>
              </p14:nvContentPartPr>
              <p14:xfrm>
                <a:off x="8350055" y="4694346"/>
                <a:ext cx="119160" cy="216720"/>
              </p14:xfrm>
            </p:contentPart>
          </mc:Choice>
          <mc:Fallback>
            <p:pic>
              <p:nvPicPr>
                <p:cNvPr id="230" name="Entrada de lápiz 229">
                  <a:extLst>
                    <a:ext uri="{FF2B5EF4-FFF2-40B4-BE49-F238E27FC236}">
                      <a16:creationId xmlns:a16="http://schemas.microsoft.com/office/drawing/2014/main" id="{A14F3CDB-63F6-4C02-897C-4414AE93B24A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8341415" y="4685706"/>
                  <a:ext cx="136800" cy="23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6" name="Grupo 265">
            <a:extLst>
              <a:ext uri="{FF2B5EF4-FFF2-40B4-BE49-F238E27FC236}">
                <a16:creationId xmlns:a16="http://schemas.microsoft.com/office/drawing/2014/main" id="{BB492D07-4299-44E3-A6B7-712793ED4CD0}"/>
              </a:ext>
            </a:extLst>
          </p:cNvPr>
          <p:cNvGrpSpPr/>
          <p:nvPr/>
        </p:nvGrpSpPr>
        <p:grpSpPr>
          <a:xfrm>
            <a:off x="9523295" y="3356586"/>
            <a:ext cx="214920" cy="427680"/>
            <a:chOff x="9523295" y="3356586"/>
            <a:chExt cx="214920" cy="42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259" name="Entrada de lápiz 258">
                  <a:extLst>
                    <a:ext uri="{FF2B5EF4-FFF2-40B4-BE49-F238E27FC236}">
                      <a16:creationId xmlns:a16="http://schemas.microsoft.com/office/drawing/2014/main" id="{8BBB6627-2F1E-480D-885C-CCCAC483EB44}"/>
                    </a:ext>
                  </a:extLst>
                </p14:cNvPr>
                <p14:cNvContentPartPr/>
                <p14:nvPr/>
              </p14:nvContentPartPr>
              <p14:xfrm>
                <a:off x="9575135" y="3375666"/>
                <a:ext cx="24120" cy="255240"/>
              </p14:xfrm>
            </p:contentPart>
          </mc:Choice>
          <mc:Fallback>
            <p:pic>
              <p:nvPicPr>
                <p:cNvPr id="259" name="Entrada de lápiz 258">
                  <a:extLst>
                    <a:ext uri="{FF2B5EF4-FFF2-40B4-BE49-F238E27FC236}">
                      <a16:creationId xmlns:a16="http://schemas.microsoft.com/office/drawing/2014/main" id="{8BBB6627-2F1E-480D-885C-CCCAC483EB44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9566495" y="3366666"/>
                  <a:ext cx="4176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260" name="Entrada de lápiz 259">
                  <a:extLst>
                    <a:ext uri="{FF2B5EF4-FFF2-40B4-BE49-F238E27FC236}">
                      <a16:creationId xmlns:a16="http://schemas.microsoft.com/office/drawing/2014/main" id="{D5B1838F-977A-4A14-BFD6-7D3EB3E8B038}"/>
                    </a:ext>
                  </a:extLst>
                </p14:cNvPr>
                <p14:cNvContentPartPr/>
                <p14:nvPr/>
              </p14:nvContentPartPr>
              <p14:xfrm>
                <a:off x="9626975" y="3356586"/>
                <a:ext cx="39600" cy="304920"/>
              </p14:xfrm>
            </p:contentPart>
          </mc:Choice>
          <mc:Fallback>
            <p:pic>
              <p:nvPicPr>
                <p:cNvPr id="260" name="Entrada de lápiz 259">
                  <a:extLst>
                    <a:ext uri="{FF2B5EF4-FFF2-40B4-BE49-F238E27FC236}">
                      <a16:creationId xmlns:a16="http://schemas.microsoft.com/office/drawing/2014/main" id="{D5B1838F-977A-4A14-BFD6-7D3EB3E8B038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9618335" y="3347946"/>
                  <a:ext cx="5724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261" name="Entrada de lápiz 260">
                  <a:extLst>
                    <a:ext uri="{FF2B5EF4-FFF2-40B4-BE49-F238E27FC236}">
                      <a16:creationId xmlns:a16="http://schemas.microsoft.com/office/drawing/2014/main" id="{CD410E6C-DE55-4131-8882-C9753A27B4AB}"/>
                    </a:ext>
                  </a:extLst>
                </p14:cNvPr>
                <p14:cNvContentPartPr/>
                <p14:nvPr/>
              </p14:nvContentPartPr>
              <p14:xfrm>
                <a:off x="9523295" y="3570066"/>
                <a:ext cx="214920" cy="214200"/>
              </p14:xfrm>
            </p:contentPart>
          </mc:Choice>
          <mc:Fallback>
            <p:pic>
              <p:nvPicPr>
                <p:cNvPr id="261" name="Entrada de lápiz 260">
                  <a:extLst>
                    <a:ext uri="{FF2B5EF4-FFF2-40B4-BE49-F238E27FC236}">
                      <a16:creationId xmlns:a16="http://schemas.microsoft.com/office/drawing/2014/main" id="{CD410E6C-DE55-4131-8882-C9753A27B4AB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9514295" y="3561066"/>
                  <a:ext cx="232560" cy="23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5" name="Grupo 264">
            <a:extLst>
              <a:ext uri="{FF2B5EF4-FFF2-40B4-BE49-F238E27FC236}">
                <a16:creationId xmlns:a16="http://schemas.microsoft.com/office/drawing/2014/main" id="{2FE6717F-76FC-4E86-8C99-3533B78CFD96}"/>
              </a:ext>
            </a:extLst>
          </p:cNvPr>
          <p:cNvGrpSpPr/>
          <p:nvPr/>
        </p:nvGrpSpPr>
        <p:grpSpPr>
          <a:xfrm>
            <a:off x="11316815" y="3412026"/>
            <a:ext cx="261000" cy="296640"/>
            <a:chOff x="11316815" y="3412026"/>
            <a:chExt cx="261000" cy="29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262" name="Entrada de lápiz 261">
                  <a:extLst>
                    <a:ext uri="{FF2B5EF4-FFF2-40B4-BE49-F238E27FC236}">
                      <a16:creationId xmlns:a16="http://schemas.microsoft.com/office/drawing/2014/main" id="{18A2AFCD-9C62-44D7-A7F4-1363DEB8009F}"/>
                    </a:ext>
                  </a:extLst>
                </p14:cNvPr>
                <p14:cNvContentPartPr/>
                <p14:nvPr/>
              </p14:nvContentPartPr>
              <p14:xfrm>
                <a:off x="11371535" y="3461346"/>
                <a:ext cx="52200" cy="169560"/>
              </p14:xfrm>
            </p:contentPart>
          </mc:Choice>
          <mc:Fallback>
            <p:pic>
              <p:nvPicPr>
                <p:cNvPr id="262" name="Entrada de lápiz 261">
                  <a:extLst>
                    <a:ext uri="{FF2B5EF4-FFF2-40B4-BE49-F238E27FC236}">
                      <a16:creationId xmlns:a16="http://schemas.microsoft.com/office/drawing/2014/main" id="{18A2AFCD-9C62-44D7-A7F4-1363DEB8009F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11362895" y="3452346"/>
                  <a:ext cx="6984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263" name="Entrada de lápiz 262">
                  <a:extLst>
                    <a:ext uri="{FF2B5EF4-FFF2-40B4-BE49-F238E27FC236}">
                      <a16:creationId xmlns:a16="http://schemas.microsoft.com/office/drawing/2014/main" id="{D48DADF8-F233-4F36-926A-CF191A7FC98A}"/>
                    </a:ext>
                  </a:extLst>
                </p14:cNvPr>
                <p14:cNvContentPartPr/>
                <p14:nvPr/>
              </p14:nvContentPartPr>
              <p14:xfrm>
                <a:off x="11414015" y="3412026"/>
                <a:ext cx="25920" cy="226440"/>
              </p14:xfrm>
            </p:contentPart>
          </mc:Choice>
          <mc:Fallback>
            <p:pic>
              <p:nvPicPr>
                <p:cNvPr id="263" name="Entrada de lápiz 262">
                  <a:extLst>
                    <a:ext uri="{FF2B5EF4-FFF2-40B4-BE49-F238E27FC236}">
                      <a16:creationId xmlns:a16="http://schemas.microsoft.com/office/drawing/2014/main" id="{D48DADF8-F233-4F36-926A-CF191A7FC98A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11405375" y="3403026"/>
                  <a:ext cx="4356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264" name="Entrada de lápiz 263">
                  <a:extLst>
                    <a:ext uri="{FF2B5EF4-FFF2-40B4-BE49-F238E27FC236}">
                      <a16:creationId xmlns:a16="http://schemas.microsoft.com/office/drawing/2014/main" id="{968AE773-41C7-417E-A76B-5C21F08F6B04}"/>
                    </a:ext>
                  </a:extLst>
                </p14:cNvPr>
                <p14:cNvContentPartPr/>
                <p14:nvPr/>
              </p14:nvContentPartPr>
              <p14:xfrm>
                <a:off x="11316815" y="3557106"/>
                <a:ext cx="261000" cy="151560"/>
              </p14:xfrm>
            </p:contentPart>
          </mc:Choice>
          <mc:Fallback>
            <p:pic>
              <p:nvPicPr>
                <p:cNvPr id="264" name="Entrada de lápiz 263">
                  <a:extLst>
                    <a:ext uri="{FF2B5EF4-FFF2-40B4-BE49-F238E27FC236}">
                      <a16:creationId xmlns:a16="http://schemas.microsoft.com/office/drawing/2014/main" id="{968AE773-41C7-417E-A76B-5C21F08F6B04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11307815" y="3548466"/>
                  <a:ext cx="278640" cy="16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0" name="Grupo 289">
            <a:extLst>
              <a:ext uri="{FF2B5EF4-FFF2-40B4-BE49-F238E27FC236}">
                <a16:creationId xmlns:a16="http://schemas.microsoft.com/office/drawing/2014/main" id="{1142EED4-F6BF-40EA-A6DB-19751D1A36CE}"/>
              </a:ext>
            </a:extLst>
          </p:cNvPr>
          <p:cNvGrpSpPr/>
          <p:nvPr/>
        </p:nvGrpSpPr>
        <p:grpSpPr>
          <a:xfrm>
            <a:off x="9012095" y="3871386"/>
            <a:ext cx="3118320" cy="1224360"/>
            <a:chOff x="9012095" y="3871386"/>
            <a:chExt cx="3118320" cy="122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32" name="Entrada de lápiz 231">
                  <a:extLst>
                    <a:ext uri="{FF2B5EF4-FFF2-40B4-BE49-F238E27FC236}">
                      <a16:creationId xmlns:a16="http://schemas.microsoft.com/office/drawing/2014/main" id="{C6F96D2D-292B-4DB4-8A70-153835E1A86B}"/>
                    </a:ext>
                  </a:extLst>
                </p14:cNvPr>
                <p14:cNvContentPartPr/>
                <p14:nvPr/>
              </p14:nvContentPartPr>
              <p14:xfrm>
                <a:off x="9124775" y="3937986"/>
                <a:ext cx="261720" cy="327240"/>
              </p14:xfrm>
            </p:contentPart>
          </mc:Choice>
          <mc:Fallback>
            <p:pic>
              <p:nvPicPr>
                <p:cNvPr id="232" name="Entrada de lápiz 231">
                  <a:extLst>
                    <a:ext uri="{FF2B5EF4-FFF2-40B4-BE49-F238E27FC236}">
                      <a16:creationId xmlns:a16="http://schemas.microsoft.com/office/drawing/2014/main" id="{C6F96D2D-292B-4DB4-8A70-153835E1A86B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9115775" y="3928986"/>
                  <a:ext cx="27936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33" name="Entrada de lápiz 232">
                  <a:extLst>
                    <a:ext uri="{FF2B5EF4-FFF2-40B4-BE49-F238E27FC236}">
                      <a16:creationId xmlns:a16="http://schemas.microsoft.com/office/drawing/2014/main" id="{D3DF8A69-7E98-41C5-910F-4F1C1375986A}"/>
                    </a:ext>
                  </a:extLst>
                </p14:cNvPr>
                <p14:cNvContentPartPr/>
                <p14:nvPr/>
              </p14:nvContentPartPr>
              <p14:xfrm>
                <a:off x="9453455" y="3938706"/>
                <a:ext cx="118440" cy="297000"/>
              </p14:xfrm>
            </p:contentPart>
          </mc:Choice>
          <mc:Fallback>
            <p:pic>
              <p:nvPicPr>
                <p:cNvPr id="233" name="Entrada de lápiz 232">
                  <a:extLst>
                    <a:ext uri="{FF2B5EF4-FFF2-40B4-BE49-F238E27FC236}">
                      <a16:creationId xmlns:a16="http://schemas.microsoft.com/office/drawing/2014/main" id="{D3DF8A69-7E98-41C5-910F-4F1C1375986A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9444455" y="3929706"/>
                  <a:ext cx="13608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34" name="Entrada de lápiz 233">
                  <a:extLst>
                    <a:ext uri="{FF2B5EF4-FFF2-40B4-BE49-F238E27FC236}">
                      <a16:creationId xmlns:a16="http://schemas.microsoft.com/office/drawing/2014/main" id="{8247C711-9EEF-40B5-AD9A-D48CC7B965DA}"/>
                    </a:ext>
                  </a:extLst>
                </p14:cNvPr>
                <p14:cNvContentPartPr/>
                <p14:nvPr/>
              </p14:nvContentPartPr>
              <p14:xfrm>
                <a:off x="9579815" y="4053186"/>
                <a:ext cx="112680" cy="174960"/>
              </p14:xfrm>
            </p:contentPart>
          </mc:Choice>
          <mc:Fallback>
            <p:pic>
              <p:nvPicPr>
                <p:cNvPr id="234" name="Entrada de lápiz 233">
                  <a:extLst>
                    <a:ext uri="{FF2B5EF4-FFF2-40B4-BE49-F238E27FC236}">
                      <a16:creationId xmlns:a16="http://schemas.microsoft.com/office/drawing/2014/main" id="{8247C711-9EEF-40B5-AD9A-D48CC7B965DA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9571175" y="4044546"/>
                  <a:ext cx="13032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35" name="Entrada de lápiz 234">
                  <a:extLst>
                    <a:ext uri="{FF2B5EF4-FFF2-40B4-BE49-F238E27FC236}">
                      <a16:creationId xmlns:a16="http://schemas.microsoft.com/office/drawing/2014/main" id="{66008FF3-4BDF-4A0B-B5BF-4DD1E169F266}"/>
                    </a:ext>
                  </a:extLst>
                </p14:cNvPr>
                <p14:cNvContentPartPr/>
                <p14:nvPr/>
              </p14:nvContentPartPr>
              <p14:xfrm>
                <a:off x="9747935" y="4127346"/>
                <a:ext cx="30600" cy="119160"/>
              </p14:xfrm>
            </p:contentPart>
          </mc:Choice>
          <mc:Fallback>
            <p:pic>
              <p:nvPicPr>
                <p:cNvPr id="235" name="Entrada de lápiz 234">
                  <a:extLst>
                    <a:ext uri="{FF2B5EF4-FFF2-40B4-BE49-F238E27FC236}">
                      <a16:creationId xmlns:a16="http://schemas.microsoft.com/office/drawing/2014/main" id="{66008FF3-4BDF-4A0B-B5BF-4DD1E169F266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9739295" y="4118346"/>
                  <a:ext cx="4824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36" name="Entrada de lápiz 235">
                  <a:extLst>
                    <a:ext uri="{FF2B5EF4-FFF2-40B4-BE49-F238E27FC236}">
                      <a16:creationId xmlns:a16="http://schemas.microsoft.com/office/drawing/2014/main" id="{5ECD96A0-C4B5-4E5B-A4E1-6B3A63B05EB8}"/>
                    </a:ext>
                  </a:extLst>
                </p14:cNvPr>
                <p14:cNvContentPartPr/>
                <p14:nvPr/>
              </p14:nvContentPartPr>
              <p14:xfrm>
                <a:off x="9851615" y="4042026"/>
                <a:ext cx="109800" cy="216360"/>
              </p14:xfrm>
            </p:contentPart>
          </mc:Choice>
          <mc:Fallback>
            <p:pic>
              <p:nvPicPr>
                <p:cNvPr id="236" name="Entrada de lápiz 235">
                  <a:extLst>
                    <a:ext uri="{FF2B5EF4-FFF2-40B4-BE49-F238E27FC236}">
                      <a16:creationId xmlns:a16="http://schemas.microsoft.com/office/drawing/2014/main" id="{5ECD96A0-C4B5-4E5B-A4E1-6B3A63B05EB8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9842975" y="4033386"/>
                  <a:ext cx="12744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37" name="Entrada de lápiz 236">
                  <a:extLst>
                    <a:ext uri="{FF2B5EF4-FFF2-40B4-BE49-F238E27FC236}">
                      <a16:creationId xmlns:a16="http://schemas.microsoft.com/office/drawing/2014/main" id="{588AD8F4-2835-4972-A29E-18199F61B771}"/>
                    </a:ext>
                  </a:extLst>
                </p14:cNvPr>
                <p14:cNvContentPartPr/>
                <p14:nvPr/>
              </p14:nvContentPartPr>
              <p14:xfrm>
                <a:off x="10028375" y="3948786"/>
                <a:ext cx="90000" cy="309600"/>
              </p14:xfrm>
            </p:contentPart>
          </mc:Choice>
          <mc:Fallback>
            <p:pic>
              <p:nvPicPr>
                <p:cNvPr id="237" name="Entrada de lápiz 236">
                  <a:extLst>
                    <a:ext uri="{FF2B5EF4-FFF2-40B4-BE49-F238E27FC236}">
                      <a16:creationId xmlns:a16="http://schemas.microsoft.com/office/drawing/2014/main" id="{588AD8F4-2835-4972-A29E-18199F61B771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10019735" y="3940146"/>
                  <a:ext cx="10764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39" name="Entrada de lápiz 238">
                  <a:extLst>
                    <a:ext uri="{FF2B5EF4-FFF2-40B4-BE49-F238E27FC236}">
                      <a16:creationId xmlns:a16="http://schemas.microsoft.com/office/drawing/2014/main" id="{9F91CB29-C33B-4185-83F3-64429EB42E86}"/>
                    </a:ext>
                  </a:extLst>
                </p14:cNvPr>
                <p14:cNvContentPartPr/>
                <p14:nvPr/>
              </p14:nvContentPartPr>
              <p14:xfrm>
                <a:off x="10247615" y="4007466"/>
                <a:ext cx="336600" cy="135360"/>
              </p14:xfrm>
            </p:contentPart>
          </mc:Choice>
          <mc:Fallback>
            <p:pic>
              <p:nvPicPr>
                <p:cNvPr id="239" name="Entrada de lápiz 238">
                  <a:extLst>
                    <a:ext uri="{FF2B5EF4-FFF2-40B4-BE49-F238E27FC236}">
                      <a16:creationId xmlns:a16="http://schemas.microsoft.com/office/drawing/2014/main" id="{9F91CB29-C33B-4185-83F3-64429EB42E86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10238615" y="3998826"/>
                  <a:ext cx="35424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40" name="Entrada de lápiz 239">
                  <a:extLst>
                    <a:ext uri="{FF2B5EF4-FFF2-40B4-BE49-F238E27FC236}">
                      <a16:creationId xmlns:a16="http://schemas.microsoft.com/office/drawing/2014/main" id="{1311318F-81E7-461A-B3B6-D3361161896C}"/>
                    </a:ext>
                  </a:extLst>
                </p14:cNvPr>
                <p14:cNvContentPartPr/>
                <p14:nvPr/>
              </p14:nvContentPartPr>
              <p14:xfrm>
                <a:off x="10663055" y="3887226"/>
                <a:ext cx="277920" cy="317520"/>
              </p14:xfrm>
            </p:contentPart>
          </mc:Choice>
          <mc:Fallback>
            <p:pic>
              <p:nvPicPr>
                <p:cNvPr id="240" name="Entrada de lápiz 239">
                  <a:extLst>
                    <a:ext uri="{FF2B5EF4-FFF2-40B4-BE49-F238E27FC236}">
                      <a16:creationId xmlns:a16="http://schemas.microsoft.com/office/drawing/2014/main" id="{1311318F-81E7-461A-B3B6-D3361161896C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10654415" y="3878586"/>
                  <a:ext cx="29556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41" name="Entrada de lápiz 240">
                  <a:extLst>
                    <a:ext uri="{FF2B5EF4-FFF2-40B4-BE49-F238E27FC236}">
                      <a16:creationId xmlns:a16="http://schemas.microsoft.com/office/drawing/2014/main" id="{0E95A28D-B21B-4C9D-AA71-F7D37CBCE3A0}"/>
                    </a:ext>
                  </a:extLst>
                </p14:cNvPr>
                <p14:cNvContentPartPr/>
                <p14:nvPr/>
              </p14:nvContentPartPr>
              <p14:xfrm>
                <a:off x="11005055" y="3886146"/>
                <a:ext cx="61920" cy="392760"/>
              </p14:xfrm>
            </p:contentPart>
          </mc:Choice>
          <mc:Fallback>
            <p:pic>
              <p:nvPicPr>
                <p:cNvPr id="241" name="Entrada de lápiz 240">
                  <a:extLst>
                    <a:ext uri="{FF2B5EF4-FFF2-40B4-BE49-F238E27FC236}">
                      <a16:creationId xmlns:a16="http://schemas.microsoft.com/office/drawing/2014/main" id="{0E95A28D-B21B-4C9D-AA71-F7D37CBCE3A0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10996415" y="3877146"/>
                  <a:ext cx="79560" cy="41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43" name="Entrada de lápiz 242">
                  <a:extLst>
                    <a:ext uri="{FF2B5EF4-FFF2-40B4-BE49-F238E27FC236}">
                      <a16:creationId xmlns:a16="http://schemas.microsoft.com/office/drawing/2014/main" id="{FA63CD90-F020-4600-BB6A-889DC4C27EE2}"/>
                    </a:ext>
                  </a:extLst>
                </p14:cNvPr>
                <p14:cNvContentPartPr/>
                <p14:nvPr/>
              </p14:nvContentPartPr>
              <p14:xfrm>
                <a:off x="11163455" y="4053186"/>
                <a:ext cx="70560" cy="108360"/>
              </p14:xfrm>
            </p:contentPart>
          </mc:Choice>
          <mc:Fallback>
            <p:pic>
              <p:nvPicPr>
                <p:cNvPr id="243" name="Entrada de lápiz 242">
                  <a:extLst>
                    <a:ext uri="{FF2B5EF4-FFF2-40B4-BE49-F238E27FC236}">
                      <a16:creationId xmlns:a16="http://schemas.microsoft.com/office/drawing/2014/main" id="{FA63CD90-F020-4600-BB6A-889DC4C27EE2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11154455" y="4044186"/>
                  <a:ext cx="882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44" name="Entrada de lápiz 243">
                  <a:extLst>
                    <a:ext uri="{FF2B5EF4-FFF2-40B4-BE49-F238E27FC236}">
                      <a16:creationId xmlns:a16="http://schemas.microsoft.com/office/drawing/2014/main" id="{9FB7036E-1E06-4EC7-B1FA-32F656FD5264}"/>
                    </a:ext>
                  </a:extLst>
                </p14:cNvPr>
                <p14:cNvContentPartPr/>
                <p14:nvPr/>
              </p14:nvContentPartPr>
              <p14:xfrm>
                <a:off x="11289455" y="4009266"/>
                <a:ext cx="113040" cy="228960"/>
              </p14:xfrm>
            </p:contentPart>
          </mc:Choice>
          <mc:Fallback>
            <p:pic>
              <p:nvPicPr>
                <p:cNvPr id="244" name="Entrada de lápiz 243">
                  <a:extLst>
                    <a:ext uri="{FF2B5EF4-FFF2-40B4-BE49-F238E27FC236}">
                      <a16:creationId xmlns:a16="http://schemas.microsoft.com/office/drawing/2014/main" id="{9FB7036E-1E06-4EC7-B1FA-32F656FD5264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11280455" y="4000626"/>
                  <a:ext cx="13068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45" name="Entrada de lápiz 244">
                  <a:extLst>
                    <a:ext uri="{FF2B5EF4-FFF2-40B4-BE49-F238E27FC236}">
                      <a16:creationId xmlns:a16="http://schemas.microsoft.com/office/drawing/2014/main" id="{6DD05634-219A-4C07-9E71-E8DE62F13E05}"/>
                    </a:ext>
                  </a:extLst>
                </p14:cNvPr>
                <p14:cNvContentPartPr/>
                <p14:nvPr/>
              </p14:nvContentPartPr>
              <p14:xfrm>
                <a:off x="11450015" y="4155426"/>
                <a:ext cx="47520" cy="94680"/>
              </p14:xfrm>
            </p:contentPart>
          </mc:Choice>
          <mc:Fallback>
            <p:pic>
              <p:nvPicPr>
                <p:cNvPr id="245" name="Entrada de lápiz 244">
                  <a:extLst>
                    <a:ext uri="{FF2B5EF4-FFF2-40B4-BE49-F238E27FC236}">
                      <a16:creationId xmlns:a16="http://schemas.microsoft.com/office/drawing/2014/main" id="{6DD05634-219A-4C07-9E71-E8DE62F13E05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11441015" y="4146426"/>
                  <a:ext cx="6516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53" name="Entrada de lápiz 252">
                  <a:extLst>
                    <a:ext uri="{FF2B5EF4-FFF2-40B4-BE49-F238E27FC236}">
                      <a16:creationId xmlns:a16="http://schemas.microsoft.com/office/drawing/2014/main" id="{21249277-D3DF-4691-833E-2D68A7611E6D}"/>
                    </a:ext>
                  </a:extLst>
                </p14:cNvPr>
                <p14:cNvContentPartPr/>
                <p14:nvPr/>
              </p14:nvContentPartPr>
              <p14:xfrm>
                <a:off x="11608775" y="4043106"/>
                <a:ext cx="122040" cy="116640"/>
              </p14:xfrm>
            </p:contentPart>
          </mc:Choice>
          <mc:Fallback>
            <p:pic>
              <p:nvPicPr>
                <p:cNvPr id="253" name="Entrada de lápiz 252">
                  <a:extLst>
                    <a:ext uri="{FF2B5EF4-FFF2-40B4-BE49-F238E27FC236}">
                      <a16:creationId xmlns:a16="http://schemas.microsoft.com/office/drawing/2014/main" id="{21249277-D3DF-4691-833E-2D68A7611E6D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11599775" y="4034466"/>
                  <a:ext cx="13968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54" name="Entrada de lápiz 253">
                  <a:extLst>
                    <a:ext uri="{FF2B5EF4-FFF2-40B4-BE49-F238E27FC236}">
                      <a16:creationId xmlns:a16="http://schemas.microsoft.com/office/drawing/2014/main" id="{38A1FF81-A7E0-4EE9-BF3A-BE2F056DD0E9}"/>
                    </a:ext>
                  </a:extLst>
                </p14:cNvPr>
                <p14:cNvContentPartPr/>
                <p14:nvPr/>
              </p14:nvContentPartPr>
              <p14:xfrm>
                <a:off x="11785175" y="4036266"/>
                <a:ext cx="102240" cy="198360"/>
              </p14:xfrm>
            </p:contentPart>
          </mc:Choice>
          <mc:Fallback>
            <p:pic>
              <p:nvPicPr>
                <p:cNvPr id="254" name="Entrada de lápiz 253">
                  <a:extLst>
                    <a:ext uri="{FF2B5EF4-FFF2-40B4-BE49-F238E27FC236}">
                      <a16:creationId xmlns:a16="http://schemas.microsoft.com/office/drawing/2014/main" id="{38A1FF81-A7E0-4EE9-BF3A-BE2F056DD0E9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11776175" y="4027626"/>
                  <a:ext cx="11988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55" name="Entrada de lápiz 254">
                  <a:extLst>
                    <a:ext uri="{FF2B5EF4-FFF2-40B4-BE49-F238E27FC236}">
                      <a16:creationId xmlns:a16="http://schemas.microsoft.com/office/drawing/2014/main" id="{56F9889A-6F3F-4E40-AAFD-A0978CB80344}"/>
                    </a:ext>
                  </a:extLst>
                </p14:cNvPr>
                <p14:cNvContentPartPr/>
                <p14:nvPr/>
              </p14:nvContentPartPr>
              <p14:xfrm>
                <a:off x="11938175" y="4037346"/>
                <a:ext cx="64440" cy="118440"/>
              </p14:xfrm>
            </p:contentPart>
          </mc:Choice>
          <mc:Fallback>
            <p:pic>
              <p:nvPicPr>
                <p:cNvPr id="255" name="Entrada de lápiz 254">
                  <a:extLst>
                    <a:ext uri="{FF2B5EF4-FFF2-40B4-BE49-F238E27FC236}">
                      <a16:creationId xmlns:a16="http://schemas.microsoft.com/office/drawing/2014/main" id="{56F9889A-6F3F-4E40-AAFD-A0978CB80344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11929535" y="4028346"/>
                  <a:ext cx="8208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56" name="Entrada de lápiz 255">
                  <a:extLst>
                    <a:ext uri="{FF2B5EF4-FFF2-40B4-BE49-F238E27FC236}">
                      <a16:creationId xmlns:a16="http://schemas.microsoft.com/office/drawing/2014/main" id="{1E9DF249-8899-4731-B56B-9850E3AF429A}"/>
                    </a:ext>
                  </a:extLst>
                </p14:cNvPr>
                <p14:cNvContentPartPr/>
                <p14:nvPr/>
              </p14:nvContentPartPr>
              <p14:xfrm>
                <a:off x="11925935" y="4122306"/>
                <a:ext cx="149760" cy="34200"/>
              </p14:xfrm>
            </p:contentPart>
          </mc:Choice>
          <mc:Fallback>
            <p:pic>
              <p:nvPicPr>
                <p:cNvPr id="256" name="Entrada de lápiz 255">
                  <a:extLst>
                    <a:ext uri="{FF2B5EF4-FFF2-40B4-BE49-F238E27FC236}">
                      <a16:creationId xmlns:a16="http://schemas.microsoft.com/office/drawing/2014/main" id="{1E9DF249-8899-4731-B56B-9850E3AF429A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11917295" y="4113306"/>
                  <a:ext cx="16740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57" name="Entrada de lápiz 256">
                  <a:extLst>
                    <a:ext uri="{FF2B5EF4-FFF2-40B4-BE49-F238E27FC236}">
                      <a16:creationId xmlns:a16="http://schemas.microsoft.com/office/drawing/2014/main" id="{C342E4C7-0D39-425E-B2ED-E7698E1EA79F}"/>
                    </a:ext>
                  </a:extLst>
                </p14:cNvPr>
                <p14:cNvContentPartPr/>
                <p14:nvPr/>
              </p14:nvContentPartPr>
              <p14:xfrm>
                <a:off x="12033575" y="3871386"/>
                <a:ext cx="96840" cy="449640"/>
              </p14:xfrm>
            </p:contentPart>
          </mc:Choice>
          <mc:Fallback>
            <p:pic>
              <p:nvPicPr>
                <p:cNvPr id="257" name="Entrada de lápiz 256">
                  <a:extLst>
                    <a:ext uri="{FF2B5EF4-FFF2-40B4-BE49-F238E27FC236}">
                      <a16:creationId xmlns:a16="http://schemas.microsoft.com/office/drawing/2014/main" id="{C342E4C7-0D39-425E-B2ED-E7698E1EA79F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12024935" y="3862746"/>
                  <a:ext cx="114480" cy="46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67" name="Entrada de lápiz 266">
                  <a:extLst>
                    <a:ext uri="{FF2B5EF4-FFF2-40B4-BE49-F238E27FC236}">
                      <a16:creationId xmlns:a16="http://schemas.microsoft.com/office/drawing/2014/main" id="{6A75BF4B-345C-4B72-A1DF-25AB2E2D97FE}"/>
                    </a:ext>
                  </a:extLst>
                </p14:cNvPr>
                <p14:cNvContentPartPr/>
                <p14:nvPr/>
              </p14:nvContentPartPr>
              <p14:xfrm>
                <a:off x="9084095" y="4571586"/>
                <a:ext cx="254160" cy="315720"/>
              </p14:xfrm>
            </p:contentPart>
          </mc:Choice>
          <mc:Fallback>
            <p:pic>
              <p:nvPicPr>
                <p:cNvPr id="267" name="Entrada de lápiz 266">
                  <a:extLst>
                    <a:ext uri="{FF2B5EF4-FFF2-40B4-BE49-F238E27FC236}">
                      <a16:creationId xmlns:a16="http://schemas.microsoft.com/office/drawing/2014/main" id="{6A75BF4B-345C-4B72-A1DF-25AB2E2D97FE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9075095" y="4562946"/>
                  <a:ext cx="27180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68" name="Entrada de lápiz 267">
                  <a:extLst>
                    <a:ext uri="{FF2B5EF4-FFF2-40B4-BE49-F238E27FC236}">
                      <a16:creationId xmlns:a16="http://schemas.microsoft.com/office/drawing/2014/main" id="{DAEFC900-5617-468A-8A2A-89916FB7BA2C}"/>
                    </a:ext>
                  </a:extLst>
                </p14:cNvPr>
                <p14:cNvContentPartPr/>
                <p14:nvPr/>
              </p14:nvContentPartPr>
              <p14:xfrm>
                <a:off x="9412775" y="4597866"/>
                <a:ext cx="127800" cy="244080"/>
              </p14:xfrm>
            </p:contentPart>
          </mc:Choice>
          <mc:Fallback>
            <p:pic>
              <p:nvPicPr>
                <p:cNvPr id="268" name="Entrada de lápiz 267">
                  <a:extLst>
                    <a:ext uri="{FF2B5EF4-FFF2-40B4-BE49-F238E27FC236}">
                      <a16:creationId xmlns:a16="http://schemas.microsoft.com/office/drawing/2014/main" id="{DAEFC900-5617-468A-8A2A-89916FB7BA2C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9403775" y="4589226"/>
                  <a:ext cx="14544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69" name="Entrada de lápiz 268">
                  <a:extLst>
                    <a:ext uri="{FF2B5EF4-FFF2-40B4-BE49-F238E27FC236}">
                      <a16:creationId xmlns:a16="http://schemas.microsoft.com/office/drawing/2014/main" id="{FA67EF51-7001-46D2-AC2A-341D0B8E2E3C}"/>
                    </a:ext>
                  </a:extLst>
                </p14:cNvPr>
                <p14:cNvContentPartPr/>
                <p14:nvPr/>
              </p14:nvContentPartPr>
              <p14:xfrm>
                <a:off x="9603575" y="4669506"/>
                <a:ext cx="110880" cy="148680"/>
              </p14:xfrm>
            </p:contentPart>
          </mc:Choice>
          <mc:Fallback>
            <p:pic>
              <p:nvPicPr>
                <p:cNvPr id="269" name="Entrada de lápiz 268">
                  <a:extLst>
                    <a:ext uri="{FF2B5EF4-FFF2-40B4-BE49-F238E27FC236}">
                      <a16:creationId xmlns:a16="http://schemas.microsoft.com/office/drawing/2014/main" id="{FA67EF51-7001-46D2-AC2A-341D0B8E2E3C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9594575" y="4660866"/>
                  <a:ext cx="12852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70" name="Entrada de lápiz 269">
                  <a:extLst>
                    <a:ext uri="{FF2B5EF4-FFF2-40B4-BE49-F238E27FC236}">
                      <a16:creationId xmlns:a16="http://schemas.microsoft.com/office/drawing/2014/main" id="{A7308182-CF9B-41C5-AAA0-6C1BB31BA003}"/>
                    </a:ext>
                  </a:extLst>
                </p14:cNvPr>
                <p14:cNvContentPartPr/>
                <p14:nvPr/>
              </p14:nvContentPartPr>
              <p14:xfrm>
                <a:off x="9796175" y="4747626"/>
                <a:ext cx="16560" cy="127080"/>
              </p14:xfrm>
            </p:contentPart>
          </mc:Choice>
          <mc:Fallback>
            <p:pic>
              <p:nvPicPr>
                <p:cNvPr id="270" name="Entrada de lápiz 269">
                  <a:extLst>
                    <a:ext uri="{FF2B5EF4-FFF2-40B4-BE49-F238E27FC236}">
                      <a16:creationId xmlns:a16="http://schemas.microsoft.com/office/drawing/2014/main" id="{A7308182-CF9B-41C5-AAA0-6C1BB31BA003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9787535" y="4738626"/>
                  <a:ext cx="3420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71" name="Entrada de lápiz 270">
                  <a:extLst>
                    <a:ext uri="{FF2B5EF4-FFF2-40B4-BE49-F238E27FC236}">
                      <a16:creationId xmlns:a16="http://schemas.microsoft.com/office/drawing/2014/main" id="{453BE1F1-848E-40F9-8770-3759A4B2104A}"/>
                    </a:ext>
                  </a:extLst>
                </p14:cNvPr>
                <p14:cNvContentPartPr/>
                <p14:nvPr/>
              </p14:nvContentPartPr>
              <p14:xfrm>
                <a:off x="9918935" y="4648986"/>
                <a:ext cx="131400" cy="209520"/>
              </p14:xfrm>
            </p:contentPart>
          </mc:Choice>
          <mc:Fallback>
            <p:pic>
              <p:nvPicPr>
                <p:cNvPr id="271" name="Entrada de lápiz 270">
                  <a:extLst>
                    <a:ext uri="{FF2B5EF4-FFF2-40B4-BE49-F238E27FC236}">
                      <a16:creationId xmlns:a16="http://schemas.microsoft.com/office/drawing/2014/main" id="{453BE1F1-848E-40F9-8770-3759A4B2104A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9910295" y="4639986"/>
                  <a:ext cx="14904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72" name="Entrada de lápiz 271">
                  <a:extLst>
                    <a:ext uri="{FF2B5EF4-FFF2-40B4-BE49-F238E27FC236}">
                      <a16:creationId xmlns:a16="http://schemas.microsoft.com/office/drawing/2014/main" id="{04E66AFE-D550-4406-8B4D-318AB4969749}"/>
                    </a:ext>
                  </a:extLst>
                </p14:cNvPr>
                <p14:cNvContentPartPr/>
                <p14:nvPr/>
              </p14:nvContentPartPr>
              <p14:xfrm>
                <a:off x="10117295" y="4502106"/>
                <a:ext cx="146880" cy="342720"/>
              </p14:xfrm>
            </p:contentPart>
          </mc:Choice>
          <mc:Fallback>
            <p:pic>
              <p:nvPicPr>
                <p:cNvPr id="272" name="Entrada de lápiz 271">
                  <a:extLst>
                    <a:ext uri="{FF2B5EF4-FFF2-40B4-BE49-F238E27FC236}">
                      <a16:creationId xmlns:a16="http://schemas.microsoft.com/office/drawing/2014/main" id="{04E66AFE-D550-4406-8B4D-318AB4969749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10108655" y="4493106"/>
                  <a:ext cx="16452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74" name="Entrada de lápiz 273">
                  <a:extLst>
                    <a:ext uri="{FF2B5EF4-FFF2-40B4-BE49-F238E27FC236}">
                      <a16:creationId xmlns:a16="http://schemas.microsoft.com/office/drawing/2014/main" id="{E450222A-6223-4018-843C-1DA1CBF83B6B}"/>
                    </a:ext>
                  </a:extLst>
                </p14:cNvPr>
                <p14:cNvContentPartPr/>
                <p14:nvPr/>
              </p14:nvContentPartPr>
              <p14:xfrm>
                <a:off x="10435535" y="4583826"/>
                <a:ext cx="280800" cy="123120"/>
              </p14:xfrm>
            </p:contentPart>
          </mc:Choice>
          <mc:Fallback>
            <p:pic>
              <p:nvPicPr>
                <p:cNvPr id="274" name="Entrada de lápiz 273">
                  <a:extLst>
                    <a:ext uri="{FF2B5EF4-FFF2-40B4-BE49-F238E27FC236}">
                      <a16:creationId xmlns:a16="http://schemas.microsoft.com/office/drawing/2014/main" id="{E450222A-6223-4018-843C-1DA1CBF83B6B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10426895" y="4575186"/>
                  <a:ext cx="29844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75" name="Entrada de lápiz 274">
                  <a:extLst>
                    <a:ext uri="{FF2B5EF4-FFF2-40B4-BE49-F238E27FC236}">
                      <a16:creationId xmlns:a16="http://schemas.microsoft.com/office/drawing/2014/main" id="{5785546C-642E-4310-86A6-CE0599A43AE8}"/>
                    </a:ext>
                  </a:extLst>
                </p14:cNvPr>
                <p14:cNvContentPartPr/>
                <p14:nvPr/>
              </p14:nvContentPartPr>
              <p14:xfrm>
                <a:off x="10797335" y="4488066"/>
                <a:ext cx="189360" cy="365760"/>
              </p14:xfrm>
            </p:contentPart>
          </mc:Choice>
          <mc:Fallback>
            <p:pic>
              <p:nvPicPr>
                <p:cNvPr id="275" name="Entrada de lápiz 274">
                  <a:extLst>
                    <a:ext uri="{FF2B5EF4-FFF2-40B4-BE49-F238E27FC236}">
                      <a16:creationId xmlns:a16="http://schemas.microsoft.com/office/drawing/2014/main" id="{5785546C-642E-4310-86A6-CE0599A43AE8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10788695" y="4479426"/>
                  <a:ext cx="207000" cy="38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276" name="Entrada de lápiz 275">
                  <a:extLst>
                    <a:ext uri="{FF2B5EF4-FFF2-40B4-BE49-F238E27FC236}">
                      <a16:creationId xmlns:a16="http://schemas.microsoft.com/office/drawing/2014/main" id="{FDF734EA-CEA5-404F-B7FA-FB5893F2E135}"/>
                    </a:ext>
                  </a:extLst>
                </p14:cNvPr>
                <p14:cNvContentPartPr/>
                <p14:nvPr/>
              </p14:nvContentPartPr>
              <p14:xfrm>
                <a:off x="11113775" y="4461066"/>
                <a:ext cx="79560" cy="370080"/>
              </p14:xfrm>
            </p:contentPart>
          </mc:Choice>
          <mc:Fallback>
            <p:pic>
              <p:nvPicPr>
                <p:cNvPr id="276" name="Entrada de lápiz 275">
                  <a:extLst>
                    <a:ext uri="{FF2B5EF4-FFF2-40B4-BE49-F238E27FC236}">
                      <a16:creationId xmlns:a16="http://schemas.microsoft.com/office/drawing/2014/main" id="{FDF734EA-CEA5-404F-B7FA-FB5893F2E135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11104775" y="4452426"/>
                  <a:ext cx="9720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79" name="Entrada de lápiz 278">
                  <a:extLst>
                    <a:ext uri="{FF2B5EF4-FFF2-40B4-BE49-F238E27FC236}">
                      <a16:creationId xmlns:a16="http://schemas.microsoft.com/office/drawing/2014/main" id="{754BB2D2-C02C-43B9-9991-19184E16B0D4}"/>
                    </a:ext>
                  </a:extLst>
                </p14:cNvPr>
                <p14:cNvContentPartPr/>
                <p14:nvPr/>
              </p14:nvContentPartPr>
              <p14:xfrm>
                <a:off x="11444255" y="4592106"/>
                <a:ext cx="81720" cy="17280"/>
              </p14:xfrm>
            </p:contentPart>
          </mc:Choice>
          <mc:Fallback>
            <p:pic>
              <p:nvPicPr>
                <p:cNvPr id="279" name="Entrada de lápiz 278">
                  <a:extLst>
                    <a:ext uri="{FF2B5EF4-FFF2-40B4-BE49-F238E27FC236}">
                      <a16:creationId xmlns:a16="http://schemas.microsoft.com/office/drawing/2014/main" id="{754BB2D2-C02C-43B9-9991-19184E16B0D4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11435615" y="4583106"/>
                  <a:ext cx="9936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80" name="Entrada de lápiz 279">
                  <a:extLst>
                    <a:ext uri="{FF2B5EF4-FFF2-40B4-BE49-F238E27FC236}">
                      <a16:creationId xmlns:a16="http://schemas.microsoft.com/office/drawing/2014/main" id="{507F4DB0-1D0C-48FE-9193-B5794DD9D768}"/>
                    </a:ext>
                  </a:extLst>
                </p14:cNvPr>
                <p14:cNvContentPartPr/>
                <p14:nvPr/>
              </p14:nvContentPartPr>
              <p14:xfrm>
                <a:off x="11591495" y="4503546"/>
                <a:ext cx="160200" cy="237600"/>
              </p14:xfrm>
            </p:contentPart>
          </mc:Choice>
          <mc:Fallback>
            <p:pic>
              <p:nvPicPr>
                <p:cNvPr id="280" name="Entrada de lápiz 279">
                  <a:extLst>
                    <a:ext uri="{FF2B5EF4-FFF2-40B4-BE49-F238E27FC236}">
                      <a16:creationId xmlns:a16="http://schemas.microsoft.com/office/drawing/2014/main" id="{507F4DB0-1D0C-48FE-9193-B5794DD9D768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11582855" y="4494546"/>
                  <a:ext cx="17784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282" name="Entrada de lápiz 281">
                  <a:extLst>
                    <a:ext uri="{FF2B5EF4-FFF2-40B4-BE49-F238E27FC236}">
                      <a16:creationId xmlns:a16="http://schemas.microsoft.com/office/drawing/2014/main" id="{CC93C595-D576-414E-8B02-1F883FAA394B}"/>
                    </a:ext>
                  </a:extLst>
                </p14:cNvPr>
                <p14:cNvContentPartPr/>
                <p14:nvPr/>
              </p14:nvContentPartPr>
              <p14:xfrm>
                <a:off x="11820095" y="4459986"/>
                <a:ext cx="136440" cy="181440"/>
              </p14:xfrm>
            </p:contentPart>
          </mc:Choice>
          <mc:Fallback>
            <p:pic>
              <p:nvPicPr>
                <p:cNvPr id="282" name="Entrada de lápiz 281">
                  <a:extLst>
                    <a:ext uri="{FF2B5EF4-FFF2-40B4-BE49-F238E27FC236}">
                      <a16:creationId xmlns:a16="http://schemas.microsoft.com/office/drawing/2014/main" id="{CC93C595-D576-414E-8B02-1F883FAA394B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11811455" y="4451346"/>
                  <a:ext cx="15408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283" name="Entrada de lápiz 282">
                  <a:extLst>
                    <a:ext uri="{FF2B5EF4-FFF2-40B4-BE49-F238E27FC236}">
                      <a16:creationId xmlns:a16="http://schemas.microsoft.com/office/drawing/2014/main" id="{D9D3DBA8-8DD5-4244-A7C6-21EA48E9FD64}"/>
                    </a:ext>
                  </a:extLst>
                </p14:cNvPr>
                <p14:cNvContentPartPr/>
                <p14:nvPr/>
              </p14:nvContentPartPr>
              <p14:xfrm>
                <a:off x="11822975" y="4368546"/>
                <a:ext cx="240120" cy="532080"/>
              </p14:xfrm>
            </p:contentPart>
          </mc:Choice>
          <mc:Fallback>
            <p:pic>
              <p:nvPicPr>
                <p:cNvPr id="283" name="Entrada de lápiz 282">
                  <a:extLst>
                    <a:ext uri="{FF2B5EF4-FFF2-40B4-BE49-F238E27FC236}">
                      <a16:creationId xmlns:a16="http://schemas.microsoft.com/office/drawing/2014/main" id="{D9D3DBA8-8DD5-4244-A7C6-21EA48E9FD64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11814335" y="4359906"/>
                  <a:ext cx="257760" cy="54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285" name="Entrada de lápiz 284">
                  <a:extLst>
                    <a:ext uri="{FF2B5EF4-FFF2-40B4-BE49-F238E27FC236}">
                      <a16:creationId xmlns:a16="http://schemas.microsoft.com/office/drawing/2014/main" id="{C196E144-4D38-40F2-8CE9-24326D6217EA}"/>
                    </a:ext>
                  </a:extLst>
                </p14:cNvPr>
                <p14:cNvContentPartPr/>
                <p14:nvPr/>
              </p14:nvContentPartPr>
              <p14:xfrm>
                <a:off x="11192255" y="4477626"/>
                <a:ext cx="118440" cy="238320"/>
              </p14:xfrm>
            </p:contentPart>
          </mc:Choice>
          <mc:Fallback>
            <p:pic>
              <p:nvPicPr>
                <p:cNvPr id="285" name="Entrada de lápiz 284">
                  <a:extLst>
                    <a:ext uri="{FF2B5EF4-FFF2-40B4-BE49-F238E27FC236}">
                      <a16:creationId xmlns:a16="http://schemas.microsoft.com/office/drawing/2014/main" id="{C196E144-4D38-40F2-8CE9-24326D6217EA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11183615" y="4468626"/>
                  <a:ext cx="13608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286" name="Entrada de lápiz 285">
                  <a:extLst>
                    <a:ext uri="{FF2B5EF4-FFF2-40B4-BE49-F238E27FC236}">
                      <a16:creationId xmlns:a16="http://schemas.microsoft.com/office/drawing/2014/main" id="{D372D6B1-73B1-4901-BB42-0C102A27A451}"/>
                    </a:ext>
                  </a:extLst>
                </p14:cNvPr>
                <p14:cNvContentPartPr/>
                <p14:nvPr/>
              </p14:nvContentPartPr>
              <p14:xfrm>
                <a:off x="11421575" y="4517946"/>
                <a:ext cx="74160" cy="9000"/>
              </p14:xfrm>
            </p:contentPart>
          </mc:Choice>
          <mc:Fallback>
            <p:pic>
              <p:nvPicPr>
                <p:cNvPr id="286" name="Entrada de lápiz 285">
                  <a:extLst>
                    <a:ext uri="{FF2B5EF4-FFF2-40B4-BE49-F238E27FC236}">
                      <a16:creationId xmlns:a16="http://schemas.microsoft.com/office/drawing/2014/main" id="{D372D6B1-73B1-4901-BB42-0C102A27A451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11412935" y="4509306"/>
                  <a:ext cx="9180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287" name="Entrada de lápiz 286">
                  <a:extLst>
                    <a:ext uri="{FF2B5EF4-FFF2-40B4-BE49-F238E27FC236}">
                      <a16:creationId xmlns:a16="http://schemas.microsoft.com/office/drawing/2014/main" id="{7804102C-FE7C-4F63-A738-3B5D2A055082}"/>
                    </a:ext>
                  </a:extLst>
                </p14:cNvPr>
                <p14:cNvContentPartPr/>
                <p14:nvPr/>
              </p14:nvContentPartPr>
              <p14:xfrm>
                <a:off x="11452895" y="4595346"/>
                <a:ext cx="59040" cy="1080"/>
              </p14:xfrm>
            </p:contentPart>
          </mc:Choice>
          <mc:Fallback>
            <p:pic>
              <p:nvPicPr>
                <p:cNvPr id="287" name="Entrada de lápiz 286">
                  <a:extLst>
                    <a:ext uri="{FF2B5EF4-FFF2-40B4-BE49-F238E27FC236}">
                      <a16:creationId xmlns:a16="http://schemas.microsoft.com/office/drawing/2014/main" id="{7804102C-FE7C-4F63-A738-3B5D2A055082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11443895" y="4586706"/>
                  <a:ext cx="7668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289" name="Entrada de lápiz 288">
                  <a:extLst>
                    <a:ext uri="{FF2B5EF4-FFF2-40B4-BE49-F238E27FC236}">
                      <a16:creationId xmlns:a16="http://schemas.microsoft.com/office/drawing/2014/main" id="{EAFE00B9-9F54-447D-A68F-00194F32DF41}"/>
                    </a:ext>
                  </a:extLst>
                </p14:cNvPr>
                <p14:cNvContentPartPr/>
                <p14:nvPr/>
              </p14:nvContentPartPr>
              <p14:xfrm>
                <a:off x="9012095" y="4893066"/>
                <a:ext cx="3033360" cy="202680"/>
              </p14:xfrm>
            </p:contentPart>
          </mc:Choice>
          <mc:Fallback>
            <p:pic>
              <p:nvPicPr>
                <p:cNvPr id="289" name="Entrada de lápiz 288">
                  <a:extLst>
                    <a:ext uri="{FF2B5EF4-FFF2-40B4-BE49-F238E27FC236}">
                      <a16:creationId xmlns:a16="http://schemas.microsoft.com/office/drawing/2014/main" id="{EAFE00B9-9F54-447D-A68F-00194F32DF41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9003455" y="4884426"/>
                  <a:ext cx="3051000" cy="220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83725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o 4">
            <a:extLst>
              <a:ext uri="{FF2B5EF4-FFF2-40B4-BE49-F238E27FC236}">
                <a16:creationId xmlns:a16="http://schemas.microsoft.com/office/drawing/2014/main" id="{6760E8B2-0E69-4FB1-9D4F-C05FD65FB4E7}"/>
              </a:ext>
            </a:extLst>
          </p:cNvPr>
          <p:cNvGrpSpPr/>
          <p:nvPr/>
        </p:nvGrpSpPr>
        <p:grpSpPr>
          <a:xfrm>
            <a:off x="672335" y="327546"/>
            <a:ext cx="542520" cy="593280"/>
            <a:chOff x="672335" y="327546"/>
            <a:chExt cx="542520" cy="59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Entrada de lápiz 1">
                  <a:extLst>
                    <a:ext uri="{FF2B5EF4-FFF2-40B4-BE49-F238E27FC236}">
                      <a16:creationId xmlns:a16="http://schemas.microsoft.com/office/drawing/2014/main" id="{A703D63E-3126-40FB-87A6-72AB4B541D75}"/>
                    </a:ext>
                  </a:extLst>
                </p14:cNvPr>
                <p14:cNvContentPartPr/>
                <p14:nvPr/>
              </p14:nvContentPartPr>
              <p14:xfrm>
                <a:off x="740375" y="346266"/>
                <a:ext cx="60120" cy="574560"/>
              </p14:xfrm>
            </p:contentPart>
          </mc:Choice>
          <mc:Fallback>
            <p:pic>
              <p:nvPicPr>
                <p:cNvPr id="2" name="Entrada de lápiz 1">
                  <a:extLst>
                    <a:ext uri="{FF2B5EF4-FFF2-40B4-BE49-F238E27FC236}">
                      <a16:creationId xmlns:a16="http://schemas.microsoft.com/office/drawing/2014/main" id="{A703D63E-3126-40FB-87A6-72AB4B541D7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31735" y="337626"/>
                  <a:ext cx="77760" cy="59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Entrada de lápiz 2">
                  <a:extLst>
                    <a:ext uri="{FF2B5EF4-FFF2-40B4-BE49-F238E27FC236}">
                      <a16:creationId xmlns:a16="http://schemas.microsoft.com/office/drawing/2014/main" id="{BC93CFAC-A9E8-42D2-AABF-3D0D22176DAD}"/>
                    </a:ext>
                  </a:extLst>
                </p14:cNvPr>
                <p14:cNvContentPartPr/>
                <p14:nvPr/>
              </p14:nvContentPartPr>
              <p14:xfrm>
                <a:off x="672335" y="327546"/>
                <a:ext cx="285120" cy="291240"/>
              </p14:xfrm>
            </p:contentPart>
          </mc:Choice>
          <mc:Fallback>
            <p:pic>
              <p:nvPicPr>
                <p:cNvPr id="3" name="Entrada de lápiz 2">
                  <a:extLst>
                    <a:ext uri="{FF2B5EF4-FFF2-40B4-BE49-F238E27FC236}">
                      <a16:creationId xmlns:a16="http://schemas.microsoft.com/office/drawing/2014/main" id="{BC93CFAC-A9E8-42D2-AABF-3D0D22176DA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63695" y="318546"/>
                  <a:ext cx="30276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Entrada de lápiz 3">
                  <a:extLst>
                    <a:ext uri="{FF2B5EF4-FFF2-40B4-BE49-F238E27FC236}">
                      <a16:creationId xmlns:a16="http://schemas.microsoft.com/office/drawing/2014/main" id="{C506F754-79FC-4259-BB71-64CE232235B1}"/>
                    </a:ext>
                  </a:extLst>
                </p14:cNvPr>
                <p14:cNvContentPartPr/>
                <p14:nvPr/>
              </p14:nvContentPartPr>
              <p14:xfrm>
                <a:off x="1076615" y="365346"/>
                <a:ext cx="138240" cy="318240"/>
              </p14:xfrm>
            </p:contentPart>
          </mc:Choice>
          <mc:Fallback>
            <p:pic>
              <p:nvPicPr>
                <p:cNvPr id="4" name="Entrada de lápiz 3">
                  <a:extLst>
                    <a:ext uri="{FF2B5EF4-FFF2-40B4-BE49-F238E27FC236}">
                      <a16:creationId xmlns:a16="http://schemas.microsoft.com/office/drawing/2014/main" id="{C506F754-79FC-4259-BB71-64CE232235B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67975" y="356346"/>
                  <a:ext cx="155880" cy="335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E2FA61A1-CBDA-4242-9DFF-63D4BA08E8B6}"/>
                  </a:ext>
                </a:extLst>
              </p14:cNvPr>
              <p14:cNvContentPartPr/>
              <p14:nvPr/>
            </p14:nvContentPartPr>
            <p14:xfrm>
              <a:off x="892655" y="731106"/>
              <a:ext cx="137160" cy="11880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E2FA61A1-CBDA-4242-9DFF-63D4BA08E8B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83655" y="722106"/>
                <a:ext cx="154800" cy="13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95EE14AA-0D13-4CC9-BAE1-F99D0C20255A}"/>
                  </a:ext>
                </a:extLst>
              </p14:cNvPr>
              <p14:cNvContentPartPr/>
              <p14:nvPr/>
            </p14:nvContentPartPr>
            <p14:xfrm>
              <a:off x="1375415" y="417186"/>
              <a:ext cx="205200" cy="309240"/>
            </p14:xfrm>
          </p:contentPart>
        </mc:Choice>
        <mc:Fallback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95EE14AA-0D13-4CC9-BAE1-F99D0C20255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366415" y="408546"/>
                <a:ext cx="222840" cy="32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B3B242CC-619D-41A5-A6E8-615B0DA33A8D}"/>
                  </a:ext>
                </a:extLst>
              </p14:cNvPr>
              <p14:cNvContentPartPr/>
              <p14:nvPr/>
            </p14:nvContentPartPr>
            <p14:xfrm>
              <a:off x="1703735" y="493506"/>
              <a:ext cx="144720" cy="46080"/>
            </p14:xfrm>
          </p:contentPart>
        </mc:Choice>
        <mc:Fallback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B3B242CC-619D-41A5-A6E8-615B0DA33A8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695095" y="484866"/>
                <a:ext cx="162360" cy="6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9" name="Entrada de lápiz 8">
                <a:extLst>
                  <a:ext uri="{FF2B5EF4-FFF2-40B4-BE49-F238E27FC236}">
                    <a16:creationId xmlns:a16="http://schemas.microsoft.com/office/drawing/2014/main" id="{5E5FA756-BD15-4742-BF4B-D542296E2946}"/>
                  </a:ext>
                </a:extLst>
              </p14:cNvPr>
              <p14:cNvContentPartPr/>
              <p14:nvPr/>
            </p14:nvContentPartPr>
            <p14:xfrm>
              <a:off x="1721735" y="601506"/>
              <a:ext cx="152280" cy="42840"/>
            </p14:xfrm>
          </p:contentPart>
        </mc:Choice>
        <mc:Fallback>
          <p:pic>
            <p:nvPicPr>
              <p:cNvPr id="9" name="Entrada de lápiz 8">
                <a:extLst>
                  <a:ext uri="{FF2B5EF4-FFF2-40B4-BE49-F238E27FC236}">
                    <a16:creationId xmlns:a16="http://schemas.microsoft.com/office/drawing/2014/main" id="{5E5FA756-BD15-4742-BF4B-D542296E294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713095" y="592506"/>
                <a:ext cx="169920" cy="6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0" name="Entrada de lápiz 9">
                <a:extLst>
                  <a:ext uri="{FF2B5EF4-FFF2-40B4-BE49-F238E27FC236}">
                    <a16:creationId xmlns:a16="http://schemas.microsoft.com/office/drawing/2014/main" id="{DECECA49-D687-4442-8D11-5B6AE12F95F6}"/>
                  </a:ext>
                </a:extLst>
              </p14:cNvPr>
              <p14:cNvContentPartPr/>
              <p14:nvPr/>
            </p14:nvContentPartPr>
            <p14:xfrm>
              <a:off x="2078855" y="484146"/>
              <a:ext cx="189360" cy="167040"/>
            </p14:xfrm>
          </p:contentPart>
        </mc:Choice>
        <mc:Fallback>
          <p:pic>
            <p:nvPicPr>
              <p:cNvPr id="10" name="Entrada de lápiz 9">
                <a:extLst>
                  <a:ext uri="{FF2B5EF4-FFF2-40B4-BE49-F238E27FC236}">
                    <a16:creationId xmlns:a16="http://schemas.microsoft.com/office/drawing/2014/main" id="{DECECA49-D687-4442-8D11-5B6AE12F95F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069855" y="475506"/>
                <a:ext cx="207000" cy="18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1" name="Entrada de lápiz 10">
                <a:extLst>
                  <a:ext uri="{FF2B5EF4-FFF2-40B4-BE49-F238E27FC236}">
                    <a16:creationId xmlns:a16="http://schemas.microsoft.com/office/drawing/2014/main" id="{2B9F5AC9-5363-4CE0-83E1-79E03E872D07}"/>
                  </a:ext>
                </a:extLst>
              </p14:cNvPr>
              <p14:cNvContentPartPr/>
              <p14:nvPr/>
            </p14:nvContentPartPr>
            <p14:xfrm>
              <a:off x="2397815" y="449226"/>
              <a:ext cx="158760" cy="286920"/>
            </p14:xfrm>
          </p:contentPart>
        </mc:Choice>
        <mc:Fallback>
          <p:pic>
            <p:nvPicPr>
              <p:cNvPr id="11" name="Entrada de lápiz 10">
                <a:extLst>
                  <a:ext uri="{FF2B5EF4-FFF2-40B4-BE49-F238E27FC236}">
                    <a16:creationId xmlns:a16="http://schemas.microsoft.com/office/drawing/2014/main" id="{2B9F5AC9-5363-4CE0-83E1-79E03E872D0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388815" y="440586"/>
                <a:ext cx="176400" cy="30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2" name="Entrada de lápiz 11">
                <a:extLst>
                  <a:ext uri="{FF2B5EF4-FFF2-40B4-BE49-F238E27FC236}">
                    <a16:creationId xmlns:a16="http://schemas.microsoft.com/office/drawing/2014/main" id="{E8E58F60-FC43-4363-B253-AA54C6C09CB1}"/>
                  </a:ext>
                </a:extLst>
              </p14:cNvPr>
              <p14:cNvContentPartPr/>
              <p14:nvPr/>
            </p14:nvContentPartPr>
            <p14:xfrm>
              <a:off x="2685095" y="318546"/>
              <a:ext cx="102240" cy="406440"/>
            </p14:xfrm>
          </p:contentPart>
        </mc:Choice>
        <mc:Fallback>
          <p:pic>
            <p:nvPicPr>
              <p:cNvPr id="12" name="Entrada de lápiz 11">
                <a:extLst>
                  <a:ext uri="{FF2B5EF4-FFF2-40B4-BE49-F238E27FC236}">
                    <a16:creationId xmlns:a16="http://schemas.microsoft.com/office/drawing/2014/main" id="{E8E58F60-FC43-4363-B253-AA54C6C09CB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676455" y="309906"/>
                <a:ext cx="119880" cy="42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3" name="Entrada de lápiz 12">
                <a:extLst>
                  <a:ext uri="{FF2B5EF4-FFF2-40B4-BE49-F238E27FC236}">
                    <a16:creationId xmlns:a16="http://schemas.microsoft.com/office/drawing/2014/main" id="{24928697-AE58-4275-811B-51AC86DD82A6}"/>
                  </a:ext>
                </a:extLst>
              </p14:cNvPr>
              <p14:cNvContentPartPr/>
              <p14:nvPr/>
            </p14:nvContentPartPr>
            <p14:xfrm>
              <a:off x="4242455" y="466506"/>
              <a:ext cx="182520" cy="203400"/>
            </p14:xfrm>
          </p:contentPart>
        </mc:Choice>
        <mc:Fallback>
          <p:pic>
            <p:nvPicPr>
              <p:cNvPr id="13" name="Entrada de lápiz 12">
                <a:extLst>
                  <a:ext uri="{FF2B5EF4-FFF2-40B4-BE49-F238E27FC236}">
                    <a16:creationId xmlns:a16="http://schemas.microsoft.com/office/drawing/2014/main" id="{24928697-AE58-4275-811B-51AC86DD82A6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233815" y="457506"/>
                <a:ext cx="200160" cy="22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9" name="Entrada de lápiz 28">
                <a:extLst>
                  <a:ext uri="{FF2B5EF4-FFF2-40B4-BE49-F238E27FC236}">
                    <a16:creationId xmlns:a16="http://schemas.microsoft.com/office/drawing/2014/main" id="{40E1F0BD-03F4-4BB4-AEF5-DEF989AC1CF0}"/>
                  </a:ext>
                </a:extLst>
              </p14:cNvPr>
              <p14:cNvContentPartPr/>
              <p14:nvPr/>
            </p14:nvContentPartPr>
            <p14:xfrm>
              <a:off x="938735" y="1353186"/>
              <a:ext cx="72000" cy="431280"/>
            </p14:xfrm>
          </p:contentPart>
        </mc:Choice>
        <mc:Fallback>
          <p:pic>
            <p:nvPicPr>
              <p:cNvPr id="29" name="Entrada de lápiz 28">
                <a:extLst>
                  <a:ext uri="{FF2B5EF4-FFF2-40B4-BE49-F238E27FC236}">
                    <a16:creationId xmlns:a16="http://schemas.microsoft.com/office/drawing/2014/main" id="{40E1F0BD-03F4-4BB4-AEF5-DEF989AC1CF0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30095" y="1344546"/>
                <a:ext cx="89640" cy="44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30" name="Entrada de lápiz 29">
                <a:extLst>
                  <a:ext uri="{FF2B5EF4-FFF2-40B4-BE49-F238E27FC236}">
                    <a16:creationId xmlns:a16="http://schemas.microsoft.com/office/drawing/2014/main" id="{397F0D5E-3854-4EA7-93F9-6D807C729F75}"/>
                  </a:ext>
                </a:extLst>
              </p14:cNvPr>
              <p14:cNvContentPartPr/>
              <p14:nvPr/>
            </p14:nvContentPartPr>
            <p14:xfrm>
              <a:off x="938735" y="1300626"/>
              <a:ext cx="201600" cy="244800"/>
            </p14:xfrm>
          </p:contentPart>
        </mc:Choice>
        <mc:Fallback>
          <p:pic>
            <p:nvPicPr>
              <p:cNvPr id="30" name="Entrada de lápiz 29">
                <a:extLst>
                  <a:ext uri="{FF2B5EF4-FFF2-40B4-BE49-F238E27FC236}">
                    <a16:creationId xmlns:a16="http://schemas.microsoft.com/office/drawing/2014/main" id="{397F0D5E-3854-4EA7-93F9-6D807C729F75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930095" y="1291986"/>
                <a:ext cx="219240" cy="26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31" name="Entrada de lápiz 30">
                <a:extLst>
                  <a:ext uri="{FF2B5EF4-FFF2-40B4-BE49-F238E27FC236}">
                    <a16:creationId xmlns:a16="http://schemas.microsoft.com/office/drawing/2014/main" id="{60A23A4F-0153-4AAF-84DA-1CC21A997204}"/>
                  </a:ext>
                </a:extLst>
              </p14:cNvPr>
              <p14:cNvContentPartPr/>
              <p14:nvPr/>
            </p14:nvContentPartPr>
            <p14:xfrm>
              <a:off x="1244015" y="1304226"/>
              <a:ext cx="110880" cy="279000"/>
            </p14:xfrm>
          </p:contentPart>
        </mc:Choice>
        <mc:Fallback>
          <p:pic>
            <p:nvPicPr>
              <p:cNvPr id="31" name="Entrada de lápiz 30">
                <a:extLst>
                  <a:ext uri="{FF2B5EF4-FFF2-40B4-BE49-F238E27FC236}">
                    <a16:creationId xmlns:a16="http://schemas.microsoft.com/office/drawing/2014/main" id="{60A23A4F-0153-4AAF-84DA-1CC21A997204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235015" y="1295226"/>
                <a:ext cx="128520" cy="29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32" name="Entrada de lápiz 31">
                <a:extLst>
                  <a:ext uri="{FF2B5EF4-FFF2-40B4-BE49-F238E27FC236}">
                    <a16:creationId xmlns:a16="http://schemas.microsoft.com/office/drawing/2014/main" id="{115FB16B-6094-4A6B-8567-D4C67BF20662}"/>
                  </a:ext>
                </a:extLst>
              </p14:cNvPr>
              <p14:cNvContentPartPr/>
              <p14:nvPr/>
            </p14:nvContentPartPr>
            <p14:xfrm>
              <a:off x="1433735" y="1331226"/>
              <a:ext cx="162000" cy="233280"/>
            </p14:xfrm>
          </p:contentPart>
        </mc:Choice>
        <mc:Fallback>
          <p:pic>
            <p:nvPicPr>
              <p:cNvPr id="32" name="Entrada de lápiz 31">
                <a:extLst>
                  <a:ext uri="{FF2B5EF4-FFF2-40B4-BE49-F238E27FC236}">
                    <a16:creationId xmlns:a16="http://schemas.microsoft.com/office/drawing/2014/main" id="{115FB16B-6094-4A6B-8567-D4C67BF20662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424735" y="1322586"/>
                <a:ext cx="179640" cy="25092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upo 48">
            <a:extLst>
              <a:ext uri="{FF2B5EF4-FFF2-40B4-BE49-F238E27FC236}">
                <a16:creationId xmlns:a16="http://schemas.microsoft.com/office/drawing/2014/main" id="{8B17E538-84AC-4198-B4EB-FD5F4DC3DF66}"/>
              </a:ext>
            </a:extLst>
          </p:cNvPr>
          <p:cNvGrpSpPr/>
          <p:nvPr/>
        </p:nvGrpSpPr>
        <p:grpSpPr>
          <a:xfrm>
            <a:off x="7392455" y="289746"/>
            <a:ext cx="750240" cy="730800"/>
            <a:chOff x="7392455" y="289746"/>
            <a:chExt cx="750240" cy="730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9" name="Entrada de lápiz 38">
                  <a:extLst>
                    <a:ext uri="{FF2B5EF4-FFF2-40B4-BE49-F238E27FC236}">
                      <a16:creationId xmlns:a16="http://schemas.microsoft.com/office/drawing/2014/main" id="{430A0522-FF63-4DB1-B706-F8267A5B01E6}"/>
                    </a:ext>
                  </a:extLst>
                </p14:cNvPr>
                <p14:cNvContentPartPr/>
                <p14:nvPr/>
              </p14:nvContentPartPr>
              <p14:xfrm>
                <a:off x="7498295" y="289746"/>
                <a:ext cx="121320" cy="525960"/>
              </p14:xfrm>
            </p:contentPart>
          </mc:Choice>
          <mc:Fallback>
            <p:pic>
              <p:nvPicPr>
                <p:cNvPr id="39" name="Entrada de lápiz 38">
                  <a:extLst>
                    <a:ext uri="{FF2B5EF4-FFF2-40B4-BE49-F238E27FC236}">
                      <a16:creationId xmlns:a16="http://schemas.microsoft.com/office/drawing/2014/main" id="{430A0522-FF63-4DB1-B706-F8267A5B01E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489295" y="280746"/>
                  <a:ext cx="138960" cy="54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40" name="Entrada de lápiz 39">
                  <a:extLst>
                    <a:ext uri="{FF2B5EF4-FFF2-40B4-BE49-F238E27FC236}">
                      <a16:creationId xmlns:a16="http://schemas.microsoft.com/office/drawing/2014/main" id="{08C3072A-3B31-4B81-BA1B-C6D76DD55E85}"/>
                    </a:ext>
                  </a:extLst>
                </p14:cNvPr>
                <p14:cNvContentPartPr/>
                <p14:nvPr/>
              </p14:nvContentPartPr>
              <p14:xfrm>
                <a:off x="7392455" y="629586"/>
                <a:ext cx="288360" cy="79200"/>
              </p14:xfrm>
            </p:contentPart>
          </mc:Choice>
          <mc:Fallback>
            <p:pic>
              <p:nvPicPr>
                <p:cNvPr id="40" name="Entrada de lápiz 39">
                  <a:extLst>
                    <a:ext uri="{FF2B5EF4-FFF2-40B4-BE49-F238E27FC236}">
                      <a16:creationId xmlns:a16="http://schemas.microsoft.com/office/drawing/2014/main" id="{08C3072A-3B31-4B81-BA1B-C6D76DD55E8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383815" y="620586"/>
                  <a:ext cx="3060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41" name="Entrada de lápiz 40">
                  <a:extLst>
                    <a:ext uri="{FF2B5EF4-FFF2-40B4-BE49-F238E27FC236}">
                      <a16:creationId xmlns:a16="http://schemas.microsoft.com/office/drawing/2014/main" id="{C498C0A9-12FC-41F6-AEB4-662EB5E7D89B}"/>
                    </a:ext>
                  </a:extLst>
                </p14:cNvPr>
                <p14:cNvContentPartPr/>
                <p14:nvPr/>
              </p14:nvContentPartPr>
              <p14:xfrm>
                <a:off x="7733375" y="539586"/>
                <a:ext cx="106920" cy="259560"/>
              </p14:xfrm>
            </p:contentPart>
          </mc:Choice>
          <mc:Fallback>
            <p:pic>
              <p:nvPicPr>
                <p:cNvPr id="41" name="Entrada de lápiz 40">
                  <a:extLst>
                    <a:ext uri="{FF2B5EF4-FFF2-40B4-BE49-F238E27FC236}">
                      <a16:creationId xmlns:a16="http://schemas.microsoft.com/office/drawing/2014/main" id="{C498C0A9-12FC-41F6-AEB4-662EB5E7D89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724735" y="530586"/>
                  <a:ext cx="12456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42" name="Entrada de lápiz 41">
                  <a:extLst>
                    <a:ext uri="{FF2B5EF4-FFF2-40B4-BE49-F238E27FC236}">
                      <a16:creationId xmlns:a16="http://schemas.microsoft.com/office/drawing/2014/main" id="{AAAEF96B-62B6-46B0-88D1-F6BE505F5E51}"/>
                    </a:ext>
                  </a:extLst>
                </p14:cNvPr>
                <p14:cNvContentPartPr/>
                <p14:nvPr/>
              </p14:nvContentPartPr>
              <p14:xfrm>
                <a:off x="7880615" y="619146"/>
                <a:ext cx="2160" cy="14040"/>
              </p14:xfrm>
            </p:contentPart>
          </mc:Choice>
          <mc:Fallback>
            <p:pic>
              <p:nvPicPr>
                <p:cNvPr id="42" name="Entrada de lápiz 41">
                  <a:extLst>
                    <a:ext uri="{FF2B5EF4-FFF2-40B4-BE49-F238E27FC236}">
                      <a16:creationId xmlns:a16="http://schemas.microsoft.com/office/drawing/2014/main" id="{AAAEF96B-62B6-46B0-88D1-F6BE505F5E5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871975" y="610506"/>
                  <a:ext cx="198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43" name="Entrada de lápiz 42">
                  <a:extLst>
                    <a:ext uri="{FF2B5EF4-FFF2-40B4-BE49-F238E27FC236}">
                      <a16:creationId xmlns:a16="http://schemas.microsoft.com/office/drawing/2014/main" id="{D719175C-CD9C-4787-B1CC-9CD3D4EAD42E}"/>
                    </a:ext>
                  </a:extLst>
                </p14:cNvPr>
                <p14:cNvContentPartPr/>
                <p14:nvPr/>
              </p14:nvContentPartPr>
              <p14:xfrm>
                <a:off x="7650215" y="877626"/>
                <a:ext cx="89280" cy="142920"/>
              </p14:xfrm>
            </p:contentPart>
          </mc:Choice>
          <mc:Fallback>
            <p:pic>
              <p:nvPicPr>
                <p:cNvPr id="43" name="Entrada de lápiz 42">
                  <a:extLst>
                    <a:ext uri="{FF2B5EF4-FFF2-40B4-BE49-F238E27FC236}">
                      <a16:creationId xmlns:a16="http://schemas.microsoft.com/office/drawing/2014/main" id="{D719175C-CD9C-4787-B1CC-9CD3D4EAD42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641575" y="868626"/>
                  <a:ext cx="10692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4" name="Entrada de lápiz 43">
                  <a:extLst>
                    <a:ext uri="{FF2B5EF4-FFF2-40B4-BE49-F238E27FC236}">
                      <a16:creationId xmlns:a16="http://schemas.microsoft.com/office/drawing/2014/main" id="{7C221B5E-4A76-45BE-A2C3-C545FB89CBC4}"/>
                    </a:ext>
                  </a:extLst>
                </p14:cNvPr>
                <p14:cNvContentPartPr/>
                <p14:nvPr/>
              </p14:nvContentPartPr>
              <p14:xfrm>
                <a:off x="7632215" y="863226"/>
                <a:ext cx="151560" cy="132120"/>
              </p14:xfrm>
            </p:contentPart>
          </mc:Choice>
          <mc:Fallback>
            <p:pic>
              <p:nvPicPr>
                <p:cNvPr id="44" name="Entrada de lápiz 43">
                  <a:extLst>
                    <a:ext uri="{FF2B5EF4-FFF2-40B4-BE49-F238E27FC236}">
                      <a16:creationId xmlns:a16="http://schemas.microsoft.com/office/drawing/2014/main" id="{7C221B5E-4A76-45BE-A2C3-C545FB89CBC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623575" y="854226"/>
                  <a:ext cx="16920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5" name="Entrada de lápiz 44">
                  <a:extLst>
                    <a:ext uri="{FF2B5EF4-FFF2-40B4-BE49-F238E27FC236}">
                      <a16:creationId xmlns:a16="http://schemas.microsoft.com/office/drawing/2014/main" id="{E544D952-B1A0-49B5-9942-E6A9D682D75E}"/>
                    </a:ext>
                  </a:extLst>
                </p14:cNvPr>
                <p14:cNvContentPartPr/>
                <p14:nvPr/>
              </p14:nvContentPartPr>
              <p14:xfrm>
                <a:off x="7916615" y="615186"/>
                <a:ext cx="70560" cy="183600"/>
              </p14:xfrm>
            </p:contentPart>
          </mc:Choice>
          <mc:Fallback>
            <p:pic>
              <p:nvPicPr>
                <p:cNvPr id="45" name="Entrada de lápiz 44">
                  <a:extLst>
                    <a:ext uri="{FF2B5EF4-FFF2-40B4-BE49-F238E27FC236}">
                      <a16:creationId xmlns:a16="http://schemas.microsoft.com/office/drawing/2014/main" id="{E544D952-B1A0-49B5-9942-E6A9D682D75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907975" y="606186"/>
                  <a:ext cx="8820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6" name="Entrada de lápiz 45">
                  <a:extLst>
                    <a:ext uri="{FF2B5EF4-FFF2-40B4-BE49-F238E27FC236}">
                      <a16:creationId xmlns:a16="http://schemas.microsoft.com/office/drawing/2014/main" id="{EF6B6798-A77B-473B-B1E2-EE0713FCAFA4}"/>
                    </a:ext>
                  </a:extLst>
                </p14:cNvPr>
                <p14:cNvContentPartPr/>
                <p14:nvPr/>
              </p14:nvContentPartPr>
              <p14:xfrm>
                <a:off x="7977095" y="637146"/>
                <a:ext cx="108000" cy="126000"/>
              </p14:xfrm>
            </p:contentPart>
          </mc:Choice>
          <mc:Fallback>
            <p:pic>
              <p:nvPicPr>
                <p:cNvPr id="46" name="Entrada de lápiz 45">
                  <a:extLst>
                    <a:ext uri="{FF2B5EF4-FFF2-40B4-BE49-F238E27FC236}">
                      <a16:creationId xmlns:a16="http://schemas.microsoft.com/office/drawing/2014/main" id="{EF6B6798-A77B-473B-B1E2-EE0713FCAFA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968455" y="628506"/>
                  <a:ext cx="12564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7" name="Entrada de lápiz 46">
                  <a:extLst>
                    <a:ext uri="{FF2B5EF4-FFF2-40B4-BE49-F238E27FC236}">
                      <a16:creationId xmlns:a16="http://schemas.microsoft.com/office/drawing/2014/main" id="{3A92B7AB-D59C-4F2B-9818-78DEEDDC7D9E}"/>
                    </a:ext>
                  </a:extLst>
                </p14:cNvPr>
                <p14:cNvContentPartPr/>
                <p14:nvPr/>
              </p14:nvContentPartPr>
              <p14:xfrm>
                <a:off x="8087615" y="493506"/>
                <a:ext cx="55080" cy="340920"/>
              </p14:xfrm>
            </p:contentPart>
          </mc:Choice>
          <mc:Fallback>
            <p:pic>
              <p:nvPicPr>
                <p:cNvPr id="47" name="Entrada de lápiz 46">
                  <a:extLst>
                    <a:ext uri="{FF2B5EF4-FFF2-40B4-BE49-F238E27FC236}">
                      <a16:creationId xmlns:a16="http://schemas.microsoft.com/office/drawing/2014/main" id="{3A92B7AB-D59C-4F2B-9818-78DEEDDC7D9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078615" y="484866"/>
                  <a:ext cx="72720" cy="358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48" name="Entrada de lápiz 47">
                <a:extLst>
                  <a:ext uri="{FF2B5EF4-FFF2-40B4-BE49-F238E27FC236}">
                    <a16:creationId xmlns:a16="http://schemas.microsoft.com/office/drawing/2014/main" id="{6206FDC0-82DF-4A28-B618-35B383691ECA}"/>
                  </a:ext>
                </a:extLst>
              </p14:cNvPr>
              <p14:cNvContentPartPr/>
              <p14:nvPr/>
            </p14:nvContentPartPr>
            <p14:xfrm>
              <a:off x="8291735" y="635346"/>
              <a:ext cx="162000" cy="99720"/>
            </p14:xfrm>
          </p:contentPart>
        </mc:Choice>
        <mc:Fallback>
          <p:pic>
            <p:nvPicPr>
              <p:cNvPr id="48" name="Entrada de lápiz 47">
                <a:extLst>
                  <a:ext uri="{FF2B5EF4-FFF2-40B4-BE49-F238E27FC236}">
                    <a16:creationId xmlns:a16="http://schemas.microsoft.com/office/drawing/2014/main" id="{6206FDC0-82DF-4A28-B618-35B383691ECA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8282735" y="626706"/>
                <a:ext cx="179640" cy="117360"/>
              </a:xfrm>
              <a:prstGeom prst="rect">
                <a:avLst/>
              </a:prstGeom>
            </p:spPr>
          </p:pic>
        </mc:Fallback>
      </mc:AlternateContent>
      <p:grpSp>
        <p:nvGrpSpPr>
          <p:cNvPr id="65" name="Grupo 64">
            <a:extLst>
              <a:ext uri="{FF2B5EF4-FFF2-40B4-BE49-F238E27FC236}">
                <a16:creationId xmlns:a16="http://schemas.microsoft.com/office/drawing/2014/main" id="{5AE9E74C-A74E-401F-9E3B-F49858E079DD}"/>
              </a:ext>
            </a:extLst>
          </p:cNvPr>
          <p:cNvGrpSpPr/>
          <p:nvPr/>
        </p:nvGrpSpPr>
        <p:grpSpPr>
          <a:xfrm>
            <a:off x="8723375" y="179946"/>
            <a:ext cx="981000" cy="1002240"/>
            <a:chOff x="8723375" y="179946"/>
            <a:chExt cx="981000" cy="100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50" name="Entrada de lápiz 49">
                  <a:extLst>
                    <a:ext uri="{FF2B5EF4-FFF2-40B4-BE49-F238E27FC236}">
                      <a16:creationId xmlns:a16="http://schemas.microsoft.com/office/drawing/2014/main" id="{9CB96E25-036B-4074-8A30-D7FAD4AE4BD2}"/>
                    </a:ext>
                  </a:extLst>
                </p14:cNvPr>
                <p14:cNvContentPartPr/>
                <p14:nvPr/>
              </p14:nvContentPartPr>
              <p14:xfrm>
                <a:off x="9061775" y="374346"/>
                <a:ext cx="320040" cy="318240"/>
              </p14:xfrm>
            </p:contentPart>
          </mc:Choice>
          <mc:Fallback>
            <p:pic>
              <p:nvPicPr>
                <p:cNvPr id="50" name="Entrada de lápiz 49">
                  <a:extLst>
                    <a:ext uri="{FF2B5EF4-FFF2-40B4-BE49-F238E27FC236}">
                      <a16:creationId xmlns:a16="http://schemas.microsoft.com/office/drawing/2014/main" id="{9CB96E25-036B-4074-8A30-D7FAD4AE4BD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053135" y="365706"/>
                  <a:ext cx="33768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51" name="Entrada de lápiz 50">
                  <a:extLst>
                    <a:ext uri="{FF2B5EF4-FFF2-40B4-BE49-F238E27FC236}">
                      <a16:creationId xmlns:a16="http://schemas.microsoft.com/office/drawing/2014/main" id="{A4425FA8-8A2C-40ED-8386-FFF648FE0B70}"/>
                    </a:ext>
                  </a:extLst>
                </p14:cNvPr>
                <p14:cNvContentPartPr/>
                <p14:nvPr/>
              </p14:nvContentPartPr>
              <p14:xfrm>
                <a:off x="8741375" y="429786"/>
                <a:ext cx="5040" cy="1080"/>
              </p14:xfrm>
            </p:contentPart>
          </mc:Choice>
          <mc:Fallback>
            <p:pic>
              <p:nvPicPr>
                <p:cNvPr id="51" name="Entrada de lápiz 50">
                  <a:extLst>
                    <a:ext uri="{FF2B5EF4-FFF2-40B4-BE49-F238E27FC236}">
                      <a16:creationId xmlns:a16="http://schemas.microsoft.com/office/drawing/2014/main" id="{A4425FA8-8A2C-40ED-8386-FFF648FE0B7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732375" y="421146"/>
                  <a:ext cx="2268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52" name="Entrada de lápiz 51">
                  <a:extLst>
                    <a:ext uri="{FF2B5EF4-FFF2-40B4-BE49-F238E27FC236}">
                      <a16:creationId xmlns:a16="http://schemas.microsoft.com/office/drawing/2014/main" id="{DD9BFD33-D187-4FF3-98F7-ECA1677A06C8}"/>
                    </a:ext>
                  </a:extLst>
                </p14:cNvPr>
                <p14:cNvContentPartPr/>
                <p14:nvPr/>
              </p14:nvContentPartPr>
              <p14:xfrm>
                <a:off x="8723375" y="408546"/>
                <a:ext cx="159120" cy="293040"/>
              </p14:xfrm>
            </p:contentPart>
          </mc:Choice>
          <mc:Fallback>
            <p:pic>
              <p:nvPicPr>
                <p:cNvPr id="52" name="Entrada de lápiz 51">
                  <a:extLst>
                    <a:ext uri="{FF2B5EF4-FFF2-40B4-BE49-F238E27FC236}">
                      <a16:creationId xmlns:a16="http://schemas.microsoft.com/office/drawing/2014/main" id="{DD9BFD33-D187-4FF3-98F7-ECA1677A06C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714375" y="399906"/>
                  <a:ext cx="17676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53" name="Entrada de lápiz 52">
                  <a:extLst>
                    <a:ext uri="{FF2B5EF4-FFF2-40B4-BE49-F238E27FC236}">
                      <a16:creationId xmlns:a16="http://schemas.microsoft.com/office/drawing/2014/main" id="{05A0DC0D-16DE-4D2F-BC68-AF7DA16D3753}"/>
                    </a:ext>
                  </a:extLst>
                </p14:cNvPr>
                <p14:cNvContentPartPr/>
                <p14:nvPr/>
              </p14:nvContentPartPr>
              <p14:xfrm>
                <a:off x="8882855" y="280026"/>
                <a:ext cx="90000" cy="121320"/>
              </p14:xfrm>
            </p:contentPart>
          </mc:Choice>
          <mc:Fallback>
            <p:pic>
              <p:nvPicPr>
                <p:cNvPr id="53" name="Entrada de lápiz 52">
                  <a:extLst>
                    <a:ext uri="{FF2B5EF4-FFF2-40B4-BE49-F238E27FC236}">
                      <a16:creationId xmlns:a16="http://schemas.microsoft.com/office/drawing/2014/main" id="{05A0DC0D-16DE-4D2F-BC68-AF7DA16D375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874215" y="271026"/>
                  <a:ext cx="10764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54" name="Entrada de lápiz 53">
                  <a:extLst>
                    <a:ext uri="{FF2B5EF4-FFF2-40B4-BE49-F238E27FC236}">
                      <a16:creationId xmlns:a16="http://schemas.microsoft.com/office/drawing/2014/main" id="{46B9BCF9-BF0D-4E01-8F07-F3E8B0F96CE2}"/>
                    </a:ext>
                  </a:extLst>
                </p14:cNvPr>
                <p14:cNvContentPartPr/>
                <p14:nvPr/>
              </p14:nvContentPartPr>
              <p14:xfrm>
                <a:off x="8977175" y="236106"/>
                <a:ext cx="85320" cy="146520"/>
              </p14:xfrm>
            </p:contentPart>
          </mc:Choice>
          <mc:Fallback>
            <p:pic>
              <p:nvPicPr>
                <p:cNvPr id="54" name="Entrada de lápiz 53">
                  <a:extLst>
                    <a:ext uri="{FF2B5EF4-FFF2-40B4-BE49-F238E27FC236}">
                      <a16:creationId xmlns:a16="http://schemas.microsoft.com/office/drawing/2014/main" id="{46B9BCF9-BF0D-4E01-8F07-F3E8B0F96CE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968535" y="227466"/>
                  <a:ext cx="10296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5" name="Entrada de lápiz 54">
                  <a:extLst>
                    <a:ext uri="{FF2B5EF4-FFF2-40B4-BE49-F238E27FC236}">
                      <a16:creationId xmlns:a16="http://schemas.microsoft.com/office/drawing/2014/main" id="{2216A0CD-66ED-48C1-B2E6-CB46FF27D6EE}"/>
                    </a:ext>
                  </a:extLst>
                </p14:cNvPr>
                <p14:cNvContentPartPr/>
                <p14:nvPr/>
              </p14:nvContentPartPr>
              <p14:xfrm>
                <a:off x="9247535" y="251586"/>
                <a:ext cx="108000" cy="14040"/>
              </p14:xfrm>
            </p:contentPart>
          </mc:Choice>
          <mc:Fallback>
            <p:pic>
              <p:nvPicPr>
                <p:cNvPr id="55" name="Entrada de lápiz 54">
                  <a:extLst>
                    <a:ext uri="{FF2B5EF4-FFF2-40B4-BE49-F238E27FC236}">
                      <a16:creationId xmlns:a16="http://schemas.microsoft.com/office/drawing/2014/main" id="{2216A0CD-66ED-48C1-B2E6-CB46FF27D6E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238535" y="242586"/>
                  <a:ext cx="1256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505419A0-DDDE-434B-BFAC-41401D0C4E06}"/>
                    </a:ext>
                  </a:extLst>
                </p14:cNvPr>
                <p14:cNvContentPartPr/>
                <p14:nvPr/>
              </p14:nvContentPartPr>
              <p14:xfrm>
                <a:off x="9388295" y="179946"/>
                <a:ext cx="144720" cy="146520"/>
              </p14:xfrm>
            </p:contentPart>
          </mc:Choice>
          <mc:Fallback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505419A0-DDDE-434B-BFAC-41401D0C4E0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379295" y="171306"/>
                  <a:ext cx="16236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7" name="Entrada de lápiz 56">
                  <a:extLst>
                    <a:ext uri="{FF2B5EF4-FFF2-40B4-BE49-F238E27FC236}">
                      <a16:creationId xmlns:a16="http://schemas.microsoft.com/office/drawing/2014/main" id="{63718383-CFE9-4FB1-A0F8-C0FCD852B6A1}"/>
                    </a:ext>
                  </a:extLst>
                </p14:cNvPr>
                <p14:cNvContentPartPr/>
                <p14:nvPr/>
              </p14:nvContentPartPr>
              <p14:xfrm>
                <a:off x="8735615" y="771426"/>
                <a:ext cx="968760" cy="69120"/>
              </p14:xfrm>
            </p:contentPart>
          </mc:Choice>
          <mc:Fallback>
            <p:pic>
              <p:nvPicPr>
                <p:cNvPr id="57" name="Entrada de lápiz 56">
                  <a:extLst>
                    <a:ext uri="{FF2B5EF4-FFF2-40B4-BE49-F238E27FC236}">
                      <a16:creationId xmlns:a16="http://schemas.microsoft.com/office/drawing/2014/main" id="{63718383-CFE9-4FB1-A0F8-C0FCD852B6A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726615" y="762426"/>
                  <a:ext cx="98640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8" name="Entrada de lápiz 57">
                  <a:extLst>
                    <a:ext uri="{FF2B5EF4-FFF2-40B4-BE49-F238E27FC236}">
                      <a16:creationId xmlns:a16="http://schemas.microsoft.com/office/drawing/2014/main" id="{A5A8D916-A6D2-4E22-8D1D-7AA753D5AD8F}"/>
                    </a:ext>
                  </a:extLst>
                </p14:cNvPr>
                <p14:cNvContentPartPr/>
                <p14:nvPr/>
              </p14:nvContentPartPr>
              <p14:xfrm>
                <a:off x="9061415" y="983466"/>
                <a:ext cx="192960" cy="178200"/>
              </p14:xfrm>
            </p:contentPart>
          </mc:Choice>
          <mc:Fallback>
            <p:pic>
              <p:nvPicPr>
                <p:cNvPr id="58" name="Entrada de lápiz 57">
                  <a:extLst>
                    <a:ext uri="{FF2B5EF4-FFF2-40B4-BE49-F238E27FC236}">
                      <a16:creationId xmlns:a16="http://schemas.microsoft.com/office/drawing/2014/main" id="{A5A8D916-A6D2-4E22-8D1D-7AA753D5AD8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052415" y="974826"/>
                  <a:ext cx="21060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9" name="Entrada de lápiz 58">
                  <a:extLst>
                    <a:ext uri="{FF2B5EF4-FFF2-40B4-BE49-F238E27FC236}">
                      <a16:creationId xmlns:a16="http://schemas.microsoft.com/office/drawing/2014/main" id="{65F62FD3-2A88-481C-A971-E763B7D94FC3}"/>
                    </a:ext>
                  </a:extLst>
                </p14:cNvPr>
                <p14:cNvContentPartPr/>
                <p14:nvPr/>
              </p14:nvContentPartPr>
              <p14:xfrm>
                <a:off x="8986895" y="958266"/>
                <a:ext cx="315720" cy="201600"/>
              </p14:xfrm>
            </p:contentPart>
          </mc:Choice>
          <mc:Fallback>
            <p:pic>
              <p:nvPicPr>
                <p:cNvPr id="59" name="Entrada de lápiz 58">
                  <a:extLst>
                    <a:ext uri="{FF2B5EF4-FFF2-40B4-BE49-F238E27FC236}">
                      <a16:creationId xmlns:a16="http://schemas.microsoft.com/office/drawing/2014/main" id="{65F62FD3-2A88-481C-A971-E763B7D94FC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977895" y="949626"/>
                  <a:ext cx="33336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60" name="Entrada de lápiz 59">
                  <a:extLst>
                    <a:ext uri="{FF2B5EF4-FFF2-40B4-BE49-F238E27FC236}">
                      <a16:creationId xmlns:a16="http://schemas.microsoft.com/office/drawing/2014/main" id="{FC973034-365C-4506-8980-8677EBC0C672}"/>
                    </a:ext>
                  </a:extLst>
                </p14:cNvPr>
                <p14:cNvContentPartPr/>
                <p14:nvPr/>
              </p14:nvContentPartPr>
              <p14:xfrm>
                <a:off x="9450575" y="908946"/>
                <a:ext cx="17280" cy="177120"/>
              </p14:xfrm>
            </p:contentPart>
          </mc:Choice>
          <mc:Fallback>
            <p:pic>
              <p:nvPicPr>
                <p:cNvPr id="60" name="Entrada de lápiz 59">
                  <a:extLst>
                    <a:ext uri="{FF2B5EF4-FFF2-40B4-BE49-F238E27FC236}">
                      <a16:creationId xmlns:a16="http://schemas.microsoft.com/office/drawing/2014/main" id="{FC973034-365C-4506-8980-8677EBC0C67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441575" y="900306"/>
                  <a:ext cx="3492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61" name="Entrada de lápiz 60">
                  <a:extLst>
                    <a:ext uri="{FF2B5EF4-FFF2-40B4-BE49-F238E27FC236}">
                      <a16:creationId xmlns:a16="http://schemas.microsoft.com/office/drawing/2014/main" id="{972ABFDC-6BAD-4567-9D3E-5C78E330DD93}"/>
                    </a:ext>
                  </a:extLst>
                </p14:cNvPr>
                <p14:cNvContentPartPr/>
                <p14:nvPr/>
              </p14:nvContentPartPr>
              <p14:xfrm>
                <a:off x="9447695" y="1164906"/>
                <a:ext cx="37080" cy="17280"/>
              </p14:xfrm>
            </p:contentPart>
          </mc:Choice>
          <mc:Fallback>
            <p:pic>
              <p:nvPicPr>
                <p:cNvPr id="61" name="Entrada de lápiz 60">
                  <a:extLst>
                    <a:ext uri="{FF2B5EF4-FFF2-40B4-BE49-F238E27FC236}">
                      <a16:creationId xmlns:a16="http://schemas.microsoft.com/office/drawing/2014/main" id="{972ABFDC-6BAD-4567-9D3E-5C78E330DD9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438695" y="1155906"/>
                  <a:ext cx="54720" cy="3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upo 69">
            <a:extLst>
              <a:ext uri="{FF2B5EF4-FFF2-40B4-BE49-F238E27FC236}">
                <a16:creationId xmlns:a16="http://schemas.microsoft.com/office/drawing/2014/main" id="{272DD8F8-077B-41FC-A015-0EEF3C0219D8}"/>
              </a:ext>
            </a:extLst>
          </p:cNvPr>
          <p:cNvGrpSpPr/>
          <p:nvPr/>
        </p:nvGrpSpPr>
        <p:grpSpPr>
          <a:xfrm>
            <a:off x="10587815" y="488466"/>
            <a:ext cx="695160" cy="355320"/>
            <a:chOff x="10587815" y="488466"/>
            <a:chExt cx="695160" cy="35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62" name="Entrada de lápiz 61">
                  <a:extLst>
                    <a:ext uri="{FF2B5EF4-FFF2-40B4-BE49-F238E27FC236}">
                      <a16:creationId xmlns:a16="http://schemas.microsoft.com/office/drawing/2014/main" id="{D0626B8F-8D9F-4C6D-847F-A31FD47C3E2F}"/>
                    </a:ext>
                  </a:extLst>
                </p14:cNvPr>
                <p14:cNvContentPartPr/>
                <p14:nvPr/>
              </p14:nvContentPartPr>
              <p14:xfrm>
                <a:off x="10587815" y="511506"/>
                <a:ext cx="252360" cy="170640"/>
              </p14:xfrm>
            </p:contentPart>
          </mc:Choice>
          <mc:Fallback>
            <p:pic>
              <p:nvPicPr>
                <p:cNvPr id="62" name="Entrada de lápiz 61">
                  <a:extLst>
                    <a:ext uri="{FF2B5EF4-FFF2-40B4-BE49-F238E27FC236}">
                      <a16:creationId xmlns:a16="http://schemas.microsoft.com/office/drawing/2014/main" id="{D0626B8F-8D9F-4C6D-847F-A31FD47C3E2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578815" y="502866"/>
                  <a:ext cx="27000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63" name="Entrada de lápiz 62">
                  <a:extLst>
                    <a:ext uri="{FF2B5EF4-FFF2-40B4-BE49-F238E27FC236}">
                      <a16:creationId xmlns:a16="http://schemas.microsoft.com/office/drawing/2014/main" id="{33851BF6-DB1F-4F12-A29B-6E6C8B367BCE}"/>
                    </a:ext>
                  </a:extLst>
                </p14:cNvPr>
                <p14:cNvContentPartPr/>
                <p14:nvPr/>
              </p14:nvContentPartPr>
              <p14:xfrm>
                <a:off x="10665935" y="488466"/>
                <a:ext cx="162720" cy="247680"/>
              </p14:xfrm>
            </p:contentPart>
          </mc:Choice>
          <mc:Fallback>
            <p:pic>
              <p:nvPicPr>
                <p:cNvPr id="63" name="Entrada de lápiz 62">
                  <a:extLst>
                    <a:ext uri="{FF2B5EF4-FFF2-40B4-BE49-F238E27FC236}">
                      <a16:creationId xmlns:a16="http://schemas.microsoft.com/office/drawing/2014/main" id="{33851BF6-DB1F-4F12-A29B-6E6C8B367BC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657295" y="479826"/>
                  <a:ext cx="18036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66" name="Entrada de lápiz 65">
                  <a:extLst>
                    <a:ext uri="{FF2B5EF4-FFF2-40B4-BE49-F238E27FC236}">
                      <a16:creationId xmlns:a16="http://schemas.microsoft.com/office/drawing/2014/main" id="{9611DB5D-64D1-49A7-8CB5-CEE780E77CA3}"/>
                    </a:ext>
                  </a:extLst>
                </p14:cNvPr>
                <p14:cNvContentPartPr/>
                <p14:nvPr/>
              </p14:nvContentPartPr>
              <p14:xfrm>
                <a:off x="10918295" y="564786"/>
                <a:ext cx="119880" cy="138960"/>
              </p14:xfrm>
            </p:contentPart>
          </mc:Choice>
          <mc:Fallback>
            <p:pic>
              <p:nvPicPr>
                <p:cNvPr id="66" name="Entrada de lápiz 65">
                  <a:extLst>
                    <a:ext uri="{FF2B5EF4-FFF2-40B4-BE49-F238E27FC236}">
                      <a16:creationId xmlns:a16="http://schemas.microsoft.com/office/drawing/2014/main" id="{9611DB5D-64D1-49A7-8CB5-CEE780E77CA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909655" y="555786"/>
                  <a:ext cx="13752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7" name="Entrada de lápiz 66">
                  <a:extLst>
                    <a:ext uri="{FF2B5EF4-FFF2-40B4-BE49-F238E27FC236}">
                      <a16:creationId xmlns:a16="http://schemas.microsoft.com/office/drawing/2014/main" id="{42816EE1-1F62-4D21-9202-695F42ADCCBB}"/>
                    </a:ext>
                  </a:extLst>
                </p14:cNvPr>
                <p14:cNvContentPartPr/>
                <p14:nvPr/>
              </p14:nvContentPartPr>
              <p14:xfrm>
                <a:off x="11099735" y="562266"/>
                <a:ext cx="183240" cy="153720"/>
              </p14:xfrm>
            </p:contentPart>
          </mc:Choice>
          <mc:Fallback>
            <p:pic>
              <p:nvPicPr>
                <p:cNvPr id="67" name="Entrada de lápiz 66">
                  <a:extLst>
                    <a:ext uri="{FF2B5EF4-FFF2-40B4-BE49-F238E27FC236}">
                      <a16:creationId xmlns:a16="http://schemas.microsoft.com/office/drawing/2014/main" id="{42816EE1-1F62-4D21-9202-695F42ADCCB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1090735" y="553626"/>
                  <a:ext cx="20088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9" name="Entrada de lápiz 68">
                  <a:extLst>
                    <a:ext uri="{FF2B5EF4-FFF2-40B4-BE49-F238E27FC236}">
                      <a16:creationId xmlns:a16="http://schemas.microsoft.com/office/drawing/2014/main" id="{008D9B3D-F39E-4863-940D-946204473B2D}"/>
                    </a:ext>
                  </a:extLst>
                </p14:cNvPr>
                <p14:cNvContentPartPr/>
                <p14:nvPr/>
              </p14:nvContentPartPr>
              <p14:xfrm>
                <a:off x="10789775" y="659106"/>
                <a:ext cx="280080" cy="184680"/>
              </p14:xfrm>
            </p:contentPart>
          </mc:Choice>
          <mc:Fallback>
            <p:pic>
              <p:nvPicPr>
                <p:cNvPr id="69" name="Entrada de lápiz 68">
                  <a:extLst>
                    <a:ext uri="{FF2B5EF4-FFF2-40B4-BE49-F238E27FC236}">
                      <a16:creationId xmlns:a16="http://schemas.microsoft.com/office/drawing/2014/main" id="{008D9B3D-F39E-4863-940D-946204473B2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781135" y="650466"/>
                  <a:ext cx="297720" cy="20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upo 84">
            <a:extLst>
              <a:ext uri="{FF2B5EF4-FFF2-40B4-BE49-F238E27FC236}">
                <a16:creationId xmlns:a16="http://schemas.microsoft.com/office/drawing/2014/main" id="{2802E020-A3E0-4FEC-BA36-B8D59BD722CF}"/>
              </a:ext>
            </a:extLst>
          </p:cNvPr>
          <p:cNvGrpSpPr/>
          <p:nvPr/>
        </p:nvGrpSpPr>
        <p:grpSpPr>
          <a:xfrm>
            <a:off x="1730375" y="1295586"/>
            <a:ext cx="554760" cy="349560"/>
            <a:chOff x="1730375" y="1295586"/>
            <a:chExt cx="554760" cy="34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71" name="Entrada de lápiz 70">
                  <a:extLst>
                    <a:ext uri="{FF2B5EF4-FFF2-40B4-BE49-F238E27FC236}">
                      <a16:creationId xmlns:a16="http://schemas.microsoft.com/office/drawing/2014/main" id="{8A20C57A-6C9B-4737-A4CF-5D34B5AE8EAA}"/>
                    </a:ext>
                  </a:extLst>
                </p14:cNvPr>
                <p14:cNvContentPartPr/>
                <p14:nvPr/>
              </p14:nvContentPartPr>
              <p14:xfrm>
                <a:off x="1730375" y="1333026"/>
                <a:ext cx="142200" cy="226440"/>
              </p14:xfrm>
            </p:contentPart>
          </mc:Choice>
          <mc:Fallback>
            <p:pic>
              <p:nvPicPr>
                <p:cNvPr id="71" name="Entrada de lápiz 70">
                  <a:extLst>
                    <a:ext uri="{FF2B5EF4-FFF2-40B4-BE49-F238E27FC236}">
                      <a16:creationId xmlns:a16="http://schemas.microsoft.com/office/drawing/2014/main" id="{8A20C57A-6C9B-4737-A4CF-5D34B5AE8EA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721375" y="1324026"/>
                  <a:ext cx="15984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72" name="Entrada de lápiz 71">
                  <a:extLst>
                    <a:ext uri="{FF2B5EF4-FFF2-40B4-BE49-F238E27FC236}">
                      <a16:creationId xmlns:a16="http://schemas.microsoft.com/office/drawing/2014/main" id="{AB9DD760-DBED-4078-A076-B460805F6E4C}"/>
                    </a:ext>
                  </a:extLst>
                </p14:cNvPr>
                <p14:cNvContentPartPr/>
                <p14:nvPr/>
              </p14:nvContentPartPr>
              <p14:xfrm>
                <a:off x="2042135" y="1343466"/>
                <a:ext cx="12600" cy="186840"/>
              </p14:xfrm>
            </p:contentPart>
          </mc:Choice>
          <mc:Fallback>
            <p:pic>
              <p:nvPicPr>
                <p:cNvPr id="72" name="Entrada de lápiz 71">
                  <a:extLst>
                    <a:ext uri="{FF2B5EF4-FFF2-40B4-BE49-F238E27FC236}">
                      <a16:creationId xmlns:a16="http://schemas.microsoft.com/office/drawing/2014/main" id="{AB9DD760-DBED-4078-A076-B460805F6E4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033135" y="1334466"/>
                  <a:ext cx="3024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73" name="Entrada de lápiz 72">
                  <a:extLst>
                    <a:ext uri="{FF2B5EF4-FFF2-40B4-BE49-F238E27FC236}">
                      <a16:creationId xmlns:a16="http://schemas.microsoft.com/office/drawing/2014/main" id="{A0355609-4C92-4201-A35D-1FD6D2243282}"/>
                    </a:ext>
                  </a:extLst>
                </p14:cNvPr>
                <p14:cNvContentPartPr/>
                <p14:nvPr/>
              </p14:nvContentPartPr>
              <p14:xfrm>
                <a:off x="1984175" y="1513026"/>
                <a:ext cx="165600" cy="31680"/>
              </p14:xfrm>
            </p:contentPart>
          </mc:Choice>
          <mc:Fallback>
            <p:pic>
              <p:nvPicPr>
                <p:cNvPr id="73" name="Entrada de lápiz 72">
                  <a:extLst>
                    <a:ext uri="{FF2B5EF4-FFF2-40B4-BE49-F238E27FC236}">
                      <a16:creationId xmlns:a16="http://schemas.microsoft.com/office/drawing/2014/main" id="{A0355609-4C92-4201-A35D-1FD6D224328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975535" y="1504386"/>
                  <a:ext cx="18324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74" name="Entrada de lápiz 73">
                  <a:extLst>
                    <a:ext uri="{FF2B5EF4-FFF2-40B4-BE49-F238E27FC236}">
                      <a16:creationId xmlns:a16="http://schemas.microsoft.com/office/drawing/2014/main" id="{9B03C447-823A-4098-8368-83B17483B506}"/>
                    </a:ext>
                  </a:extLst>
                </p14:cNvPr>
                <p14:cNvContentPartPr/>
                <p14:nvPr/>
              </p14:nvContentPartPr>
              <p14:xfrm>
                <a:off x="2230775" y="1295586"/>
                <a:ext cx="54360" cy="349560"/>
              </p14:xfrm>
            </p:contentPart>
          </mc:Choice>
          <mc:Fallback>
            <p:pic>
              <p:nvPicPr>
                <p:cNvPr id="74" name="Entrada de lápiz 73">
                  <a:extLst>
                    <a:ext uri="{FF2B5EF4-FFF2-40B4-BE49-F238E27FC236}">
                      <a16:creationId xmlns:a16="http://schemas.microsoft.com/office/drawing/2014/main" id="{9B03C447-823A-4098-8368-83B17483B50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222135" y="1286946"/>
                  <a:ext cx="72000" cy="36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upo 83">
            <a:extLst>
              <a:ext uri="{FF2B5EF4-FFF2-40B4-BE49-F238E27FC236}">
                <a16:creationId xmlns:a16="http://schemas.microsoft.com/office/drawing/2014/main" id="{58E55EC9-F9EA-4CD8-B16E-6E19C7C5517E}"/>
              </a:ext>
            </a:extLst>
          </p:cNvPr>
          <p:cNvGrpSpPr/>
          <p:nvPr/>
        </p:nvGrpSpPr>
        <p:grpSpPr>
          <a:xfrm>
            <a:off x="2654135" y="1429866"/>
            <a:ext cx="226080" cy="118440"/>
            <a:chOff x="2654135" y="1429866"/>
            <a:chExt cx="226080" cy="118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75" name="Entrada de lápiz 74">
                  <a:extLst>
                    <a:ext uri="{FF2B5EF4-FFF2-40B4-BE49-F238E27FC236}">
                      <a16:creationId xmlns:a16="http://schemas.microsoft.com/office/drawing/2014/main" id="{C09382F5-59BA-4833-8759-03C8B0DDC319}"/>
                    </a:ext>
                  </a:extLst>
                </p14:cNvPr>
                <p14:cNvContentPartPr/>
                <p14:nvPr/>
              </p14:nvContentPartPr>
              <p14:xfrm>
                <a:off x="2654135" y="1429866"/>
                <a:ext cx="157320" cy="1080"/>
              </p14:xfrm>
            </p:contentPart>
          </mc:Choice>
          <mc:Fallback>
            <p:pic>
              <p:nvPicPr>
                <p:cNvPr id="75" name="Entrada de lápiz 74">
                  <a:extLst>
                    <a:ext uri="{FF2B5EF4-FFF2-40B4-BE49-F238E27FC236}">
                      <a16:creationId xmlns:a16="http://schemas.microsoft.com/office/drawing/2014/main" id="{C09382F5-59BA-4833-8759-03C8B0DDC319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645135" y="1420866"/>
                  <a:ext cx="17496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76" name="Entrada de lápiz 75">
                  <a:extLst>
                    <a:ext uri="{FF2B5EF4-FFF2-40B4-BE49-F238E27FC236}">
                      <a16:creationId xmlns:a16="http://schemas.microsoft.com/office/drawing/2014/main" id="{7FEF9D2C-E3B5-4AFC-B5E5-FDBDB49ECCE1}"/>
                    </a:ext>
                  </a:extLst>
                </p14:cNvPr>
                <p14:cNvContentPartPr/>
                <p14:nvPr/>
              </p14:nvContentPartPr>
              <p14:xfrm>
                <a:off x="2691935" y="1491786"/>
                <a:ext cx="188280" cy="56520"/>
              </p14:xfrm>
            </p:contentPart>
          </mc:Choice>
          <mc:Fallback>
            <p:pic>
              <p:nvPicPr>
                <p:cNvPr id="76" name="Entrada de lápiz 75">
                  <a:extLst>
                    <a:ext uri="{FF2B5EF4-FFF2-40B4-BE49-F238E27FC236}">
                      <a16:creationId xmlns:a16="http://schemas.microsoft.com/office/drawing/2014/main" id="{7FEF9D2C-E3B5-4AFC-B5E5-FDBDB49ECCE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682935" y="1483146"/>
                  <a:ext cx="205920" cy="7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upo 82">
            <a:extLst>
              <a:ext uri="{FF2B5EF4-FFF2-40B4-BE49-F238E27FC236}">
                <a16:creationId xmlns:a16="http://schemas.microsoft.com/office/drawing/2014/main" id="{870E0F9B-9074-4995-9FE8-33F96D432A7E}"/>
              </a:ext>
            </a:extLst>
          </p:cNvPr>
          <p:cNvGrpSpPr/>
          <p:nvPr/>
        </p:nvGrpSpPr>
        <p:grpSpPr>
          <a:xfrm>
            <a:off x="3184775" y="1353186"/>
            <a:ext cx="524520" cy="254520"/>
            <a:chOff x="3184775" y="1353186"/>
            <a:chExt cx="524520" cy="254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7" name="Entrada de lápiz 76">
                  <a:extLst>
                    <a:ext uri="{FF2B5EF4-FFF2-40B4-BE49-F238E27FC236}">
                      <a16:creationId xmlns:a16="http://schemas.microsoft.com/office/drawing/2014/main" id="{08E5E898-AC6E-4B92-B347-C8CA3EC59264}"/>
                    </a:ext>
                  </a:extLst>
                </p14:cNvPr>
                <p14:cNvContentPartPr/>
                <p14:nvPr/>
              </p14:nvContentPartPr>
              <p14:xfrm>
                <a:off x="3184775" y="1353186"/>
                <a:ext cx="145800" cy="254520"/>
              </p14:xfrm>
            </p:contentPart>
          </mc:Choice>
          <mc:Fallback>
            <p:pic>
              <p:nvPicPr>
                <p:cNvPr id="77" name="Entrada de lápiz 76">
                  <a:extLst>
                    <a:ext uri="{FF2B5EF4-FFF2-40B4-BE49-F238E27FC236}">
                      <a16:creationId xmlns:a16="http://schemas.microsoft.com/office/drawing/2014/main" id="{08E5E898-AC6E-4B92-B347-C8CA3EC5926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176135" y="1344186"/>
                  <a:ext cx="16344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8" name="Entrada de lápiz 77">
                  <a:extLst>
                    <a:ext uri="{FF2B5EF4-FFF2-40B4-BE49-F238E27FC236}">
                      <a16:creationId xmlns:a16="http://schemas.microsoft.com/office/drawing/2014/main" id="{E7547DDE-0C57-45DD-9791-60D9FFF99FC0}"/>
                    </a:ext>
                  </a:extLst>
                </p14:cNvPr>
                <p14:cNvContentPartPr/>
                <p14:nvPr/>
              </p14:nvContentPartPr>
              <p14:xfrm>
                <a:off x="3460535" y="1425546"/>
                <a:ext cx="248760" cy="34200"/>
              </p14:xfrm>
            </p:contentPart>
          </mc:Choice>
          <mc:Fallback>
            <p:pic>
              <p:nvPicPr>
                <p:cNvPr id="78" name="Entrada de lápiz 77">
                  <a:extLst>
                    <a:ext uri="{FF2B5EF4-FFF2-40B4-BE49-F238E27FC236}">
                      <a16:creationId xmlns:a16="http://schemas.microsoft.com/office/drawing/2014/main" id="{E7547DDE-0C57-45DD-9791-60D9FFF99FC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451895" y="1416906"/>
                  <a:ext cx="266400" cy="5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upo 91">
            <a:extLst>
              <a:ext uri="{FF2B5EF4-FFF2-40B4-BE49-F238E27FC236}">
                <a16:creationId xmlns:a16="http://schemas.microsoft.com/office/drawing/2014/main" id="{F1E203A1-E555-4B80-A4B6-99CA396BC8BA}"/>
              </a:ext>
            </a:extLst>
          </p:cNvPr>
          <p:cNvGrpSpPr/>
          <p:nvPr/>
        </p:nvGrpSpPr>
        <p:grpSpPr>
          <a:xfrm>
            <a:off x="4071815" y="1151226"/>
            <a:ext cx="1595520" cy="587520"/>
            <a:chOff x="4071815" y="1151226"/>
            <a:chExt cx="1595520" cy="58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9" name="Entrada de lápiz 78">
                  <a:extLst>
                    <a:ext uri="{FF2B5EF4-FFF2-40B4-BE49-F238E27FC236}">
                      <a16:creationId xmlns:a16="http://schemas.microsoft.com/office/drawing/2014/main" id="{D867655C-3772-4628-9BED-6589E30E8E36}"/>
                    </a:ext>
                  </a:extLst>
                </p14:cNvPr>
                <p14:cNvContentPartPr/>
                <p14:nvPr/>
              </p14:nvContentPartPr>
              <p14:xfrm>
                <a:off x="4071815" y="1441026"/>
                <a:ext cx="77760" cy="297720"/>
              </p14:xfrm>
            </p:contentPart>
          </mc:Choice>
          <mc:Fallback>
            <p:pic>
              <p:nvPicPr>
                <p:cNvPr id="79" name="Entrada de lápiz 78">
                  <a:extLst>
                    <a:ext uri="{FF2B5EF4-FFF2-40B4-BE49-F238E27FC236}">
                      <a16:creationId xmlns:a16="http://schemas.microsoft.com/office/drawing/2014/main" id="{D867655C-3772-4628-9BED-6589E30E8E3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062815" y="1432026"/>
                  <a:ext cx="9540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80" name="Entrada de lápiz 79">
                  <a:extLst>
                    <a:ext uri="{FF2B5EF4-FFF2-40B4-BE49-F238E27FC236}">
                      <a16:creationId xmlns:a16="http://schemas.microsoft.com/office/drawing/2014/main" id="{499E0D93-DE0A-49FE-BCDA-1DF908F69058}"/>
                    </a:ext>
                  </a:extLst>
                </p14:cNvPr>
                <p14:cNvContentPartPr/>
                <p14:nvPr/>
              </p14:nvContentPartPr>
              <p14:xfrm>
                <a:off x="4100975" y="1402506"/>
                <a:ext cx="219600" cy="203400"/>
              </p14:xfrm>
            </p:contentPart>
          </mc:Choice>
          <mc:Fallback>
            <p:pic>
              <p:nvPicPr>
                <p:cNvPr id="80" name="Entrada de lápiz 79">
                  <a:extLst>
                    <a:ext uri="{FF2B5EF4-FFF2-40B4-BE49-F238E27FC236}">
                      <a16:creationId xmlns:a16="http://schemas.microsoft.com/office/drawing/2014/main" id="{499E0D93-DE0A-49FE-BCDA-1DF908F69058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091975" y="1393866"/>
                  <a:ext cx="23724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81" name="Entrada de lápiz 80">
                  <a:extLst>
                    <a:ext uri="{FF2B5EF4-FFF2-40B4-BE49-F238E27FC236}">
                      <a16:creationId xmlns:a16="http://schemas.microsoft.com/office/drawing/2014/main" id="{0176998E-C53E-489C-801F-64AFCF9B04BF}"/>
                    </a:ext>
                  </a:extLst>
                </p14:cNvPr>
                <p14:cNvContentPartPr/>
                <p14:nvPr/>
              </p14:nvContentPartPr>
              <p14:xfrm>
                <a:off x="4455935" y="1313586"/>
                <a:ext cx="67320" cy="342720"/>
              </p14:xfrm>
            </p:contentPart>
          </mc:Choice>
          <mc:Fallback>
            <p:pic>
              <p:nvPicPr>
                <p:cNvPr id="81" name="Entrada de lápiz 80">
                  <a:extLst>
                    <a:ext uri="{FF2B5EF4-FFF2-40B4-BE49-F238E27FC236}">
                      <a16:creationId xmlns:a16="http://schemas.microsoft.com/office/drawing/2014/main" id="{0176998E-C53E-489C-801F-64AFCF9B04B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447295" y="1304586"/>
                  <a:ext cx="8496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86" name="Entrada de lápiz 85">
                  <a:extLst>
                    <a:ext uri="{FF2B5EF4-FFF2-40B4-BE49-F238E27FC236}">
                      <a16:creationId xmlns:a16="http://schemas.microsoft.com/office/drawing/2014/main" id="{935F33EF-28F0-43CE-AFD7-27686C23D988}"/>
                    </a:ext>
                  </a:extLst>
                </p14:cNvPr>
                <p14:cNvContentPartPr/>
                <p14:nvPr/>
              </p14:nvContentPartPr>
              <p14:xfrm>
                <a:off x="4608215" y="1398546"/>
                <a:ext cx="231840" cy="220320"/>
              </p14:xfrm>
            </p:contentPart>
          </mc:Choice>
          <mc:Fallback>
            <p:pic>
              <p:nvPicPr>
                <p:cNvPr id="86" name="Entrada de lápiz 85">
                  <a:extLst>
                    <a:ext uri="{FF2B5EF4-FFF2-40B4-BE49-F238E27FC236}">
                      <a16:creationId xmlns:a16="http://schemas.microsoft.com/office/drawing/2014/main" id="{935F33EF-28F0-43CE-AFD7-27686C23D98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599215" y="1389546"/>
                  <a:ext cx="24948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87" name="Entrada de lápiz 86">
                  <a:extLst>
                    <a:ext uri="{FF2B5EF4-FFF2-40B4-BE49-F238E27FC236}">
                      <a16:creationId xmlns:a16="http://schemas.microsoft.com/office/drawing/2014/main" id="{488AEFBC-B8C6-4CCF-8CDC-4F8B71D04C34}"/>
                    </a:ext>
                  </a:extLst>
                </p14:cNvPr>
                <p14:cNvContentPartPr/>
                <p14:nvPr/>
              </p14:nvContentPartPr>
              <p14:xfrm>
                <a:off x="4684535" y="1411146"/>
                <a:ext cx="141120" cy="185400"/>
              </p14:xfrm>
            </p:contentPart>
          </mc:Choice>
          <mc:Fallback>
            <p:pic>
              <p:nvPicPr>
                <p:cNvPr id="87" name="Entrada de lápiz 86">
                  <a:extLst>
                    <a:ext uri="{FF2B5EF4-FFF2-40B4-BE49-F238E27FC236}">
                      <a16:creationId xmlns:a16="http://schemas.microsoft.com/office/drawing/2014/main" id="{488AEFBC-B8C6-4CCF-8CDC-4F8B71D04C3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675895" y="1402146"/>
                  <a:ext cx="15876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88" name="Entrada de lápiz 87">
                  <a:extLst>
                    <a:ext uri="{FF2B5EF4-FFF2-40B4-BE49-F238E27FC236}">
                      <a16:creationId xmlns:a16="http://schemas.microsoft.com/office/drawing/2014/main" id="{13210C7D-C199-436E-AE18-AFA5002C644A}"/>
                    </a:ext>
                  </a:extLst>
                </p14:cNvPr>
                <p14:cNvContentPartPr/>
                <p14:nvPr/>
              </p14:nvContentPartPr>
              <p14:xfrm>
                <a:off x="4974335" y="1391706"/>
                <a:ext cx="129240" cy="142200"/>
              </p14:xfrm>
            </p:contentPart>
          </mc:Choice>
          <mc:Fallback>
            <p:pic>
              <p:nvPicPr>
                <p:cNvPr id="88" name="Entrada de lápiz 87">
                  <a:extLst>
                    <a:ext uri="{FF2B5EF4-FFF2-40B4-BE49-F238E27FC236}">
                      <a16:creationId xmlns:a16="http://schemas.microsoft.com/office/drawing/2014/main" id="{13210C7D-C199-436E-AE18-AFA5002C644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965335" y="1382706"/>
                  <a:ext cx="14688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89" name="Entrada de lápiz 88">
                  <a:extLst>
                    <a:ext uri="{FF2B5EF4-FFF2-40B4-BE49-F238E27FC236}">
                      <a16:creationId xmlns:a16="http://schemas.microsoft.com/office/drawing/2014/main" id="{4461B105-268E-4ABE-A600-A6AAF25C151B}"/>
                    </a:ext>
                  </a:extLst>
                </p14:cNvPr>
                <p14:cNvContentPartPr/>
                <p14:nvPr/>
              </p14:nvContentPartPr>
              <p14:xfrm>
                <a:off x="5058575" y="1601586"/>
                <a:ext cx="170280" cy="11520"/>
              </p14:xfrm>
            </p:contentPart>
          </mc:Choice>
          <mc:Fallback>
            <p:pic>
              <p:nvPicPr>
                <p:cNvPr id="89" name="Entrada de lápiz 88">
                  <a:extLst>
                    <a:ext uri="{FF2B5EF4-FFF2-40B4-BE49-F238E27FC236}">
                      <a16:creationId xmlns:a16="http://schemas.microsoft.com/office/drawing/2014/main" id="{4461B105-268E-4ABE-A600-A6AAF25C151B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049935" y="1592586"/>
                  <a:ext cx="1879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90" name="Entrada de lápiz 89">
                  <a:extLst>
                    <a:ext uri="{FF2B5EF4-FFF2-40B4-BE49-F238E27FC236}">
                      <a16:creationId xmlns:a16="http://schemas.microsoft.com/office/drawing/2014/main" id="{A5C5EEB8-5598-4F9D-AC7E-246256526095}"/>
                    </a:ext>
                  </a:extLst>
                </p14:cNvPr>
                <p14:cNvContentPartPr/>
                <p14:nvPr/>
              </p14:nvContentPartPr>
              <p14:xfrm>
                <a:off x="5363855" y="1322946"/>
                <a:ext cx="12600" cy="285120"/>
              </p14:xfrm>
            </p:contentPart>
          </mc:Choice>
          <mc:Fallback>
            <p:pic>
              <p:nvPicPr>
                <p:cNvPr id="90" name="Entrada de lápiz 89">
                  <a:extLst>
                    <a:ext uri="{FF2B5EF4-FFF2-40B4-BE49-F238E27FC236}">
                      <a16:creationId xmlns:a16="http://schemas.microsoft.com/office/drawing/2014/main" id="{A5C5EEB8-5598-4F9D-AC7E-246256526095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354855" y="1313946"/>
                  <a:ext cx="3024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91" name="Entrada de lápiz 90">
                  <a:extLst>
                    <a:ext uri="{FF2B5EF4-FFF2-40B4-BE49-F238E27FC236}">
                      <a16:creationId xmlns:a16="http://schemas.microsoft.com/office/drawing/2014/main" id="{34D0BF25-4E4A-4A03-BE5E-12D213B5A536}"/>
                    </a:ext>
                  </a:extLst>
                </p14:cNvPr>
                <p14:cNvContentPartPr/>
                <p14:nvPr/>
              </p14:nvContentPartPr>
              <p14:xfrm>
                <a:off x="5489495" y="1151226"/>
                <a:ext cx="177840" cy="565200"/>
              </p14:xfrm>
            </p:contentPart>
          </mc:Choice>
          <mc:Fallback>
            <p:pic>
              <p:nvPicPr>
                <p:cNvPr id="91" name="Entrada de lápiz 90">
                  <a:extLst>
                    <a:ext uri="{FF2B5EF4-FFF2-40B4-BE49-F238E27FC236}">
                      <a16:creationId xmlns:a16="http://schemas.microsoft.com/office/drawing/2014/main" id="{34D0BF25-4E4A-4A03-BE5E-12D213B5A53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480495" y="1142226"/>
                  <a:ext cx="195480" cy="58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upo 98">
            <a:extLst>
              <a:ext uri="{FF2B5EF4-FFF2-40B4-BE49-F238E27FC236}">
                <a16:creationId xmlns:a16="http://schemas.microsoft.com/office/drawing/2014/main" id="{A4D38919-E439-4372-BEF3-910303EBB2A1}"/>
              </a:ext>
            </a:extLst>
          </p:cNvPr>
          <p:cNvGrpSpPr/>
          <p:nvPr/>
        </p:nvGrpSpPr>
        <p:grpSpPr>
          <a:xfrm>
            <a:off x="2702015" y="2049066"/>
            <a:ext cx="266760" cy="118440"/>
            <a:chOff x="2702015" y="2049066"/>
            <a:chExt cx="266760" cy="118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93" name="Entrada de lápiz 92">
                  <a:extLst>
                    <a:ext uri="{FF2B5EF4-FFF2-40B4-BE49-F238E27FC236}">
                      <a16:creationId xmlns:a16="http://schemas.microsoft.com/office/drawing/2014/main" id="{BC787D67-9156-4198-AE69-CD4CD4B11232}"/>
                    </a:ext>
                  </a:extLst>
                </p14:cNvPr>
                <p14:cNvContentPartPr/>
                <p14:nvPr/>
              </p14:nvContentPartPr>
              <p14:xfrm>
                <a:off x="2702015" y="2049066"/>
                <a:ext cx="180720" cy="42840"/>
              </p14:xfrm>
            </p:contentPart>
          </mc:Choice>
          <mc:Fallback>
            <p:pic>
              <p:nvPicPr>
                <p:cNvPr id="93" name="Entrada de lápiz 92">
                  <a:extLst>
                    <a:ext uri="{FF2B5EF4-FFF2-40B4-BE49-F238E27FC236}">
                      <a16:creationId xmlns:a16="http://schemas.microsoft.com/office/drawing/2014/main" id="{BC787D67-9156-4198-AE69-CD4CD4B11232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693375" y="2040426"/>
                  <a:ext cx="1983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94" name="Entrada de lápiz 93">
                  <a:extLst>
                    <a:ext uri="{FF2B5EF4-FFF2-40B4-BE49-F238E27FC236}">
                      <a16:creationId xmlns:a16="http://schemas.microsoft.com/office/drawing/2014/main" id="{98E63C97-8A1F-4060-80FC-3D0B10B875C1}"/>
                    </a:ext>
                  </a:extLst>
                </p14:cNvPr>
                <p14:cNvContentPartPr/>
                <p14:nvPr/>
              </p14:nvContentPartPr>
              <p14:xfrm>
                <a:off x="2789855" y="2133306"/>
                <a:ext cx="178920" cy="34200"/>
              </p14:xfrm>
            </p:contentPart>
          </mc:Choice>
          <mc:Fallback>
            <p:pic>
              <p:nvPicPr>
                <p:cNvPr id="94" name="Entrada de lápiz 93">
                  <a:extLst>
                    <a:ext uri="{FF2B5EF4-FFF2-40B4-BE49-F238E27FC236}">
                      <a16:creationId xmlns:a16="http://schemas.microsoft.com/office/drawing/2014/main" id="{98E63C97-8A1F-4060-80FC-3D0B10B875C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781215" y="2124306"/>
                  <a:ext cx="196560" cy="5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upo 97">
            <a:extLst>
              <a:ext uri="{FF2B5EF4-FFF2-40B4-BE49-F238E27FC236}">
                <a16:creationId xmlns:a16="http://schemas.microsoft.com/office/drawing/2014/main" id="{B7F72CBA-9018-4775-AAF2-BC79261D511C}"/>
              </a:ext>
            </a:extLst>
          </p:cNvPr>
          <p:cNvGrpSpPr/>
          <p:nvPr/>
        </p:nvGrpSpPr>
        <p:grpSpPr>
          <a:xfrm>
            <a:off x="3274415" y="1961586"/>
            <a:ext cx="242280" cy="304560"/>
            <a:chOff x="3274415" y="1961586"/>
            <a:chExt cx="242280" cy="30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95" name="Entrada de lápiz 94">
                  <a:extLst>
                    <a:ext uri="{FF2B5EF4-FFF2-40B4-BE49-F238E27FC236}">
                      <a16:creationId xmlns:a16="http://schemas.microsoft.com/office/drawing/2014/main" id="{A5BA99FE-9CD5-49F9-8D3F-7172C4CBEFFC}"/>
                    </a:ext>
                  </a:extLst>
                </p14:cNvPr>
                <p14:cNvContentPartPr/>
                <p14:nvPr/>
              </p14:nvContentPartPr>
              <p14:xfrm>
                <a:off x="3331295" y="1961586"/>
                <a:ext cx="46800" cy="286560"/>
              </p14:xfrm>
            </p:contentPart>
          </mc:Choice>
          <mc:Fallback>
            <p:pic>
              <p:nvPicPr>
                <p:cNvPr id="95" name="Entrada de lápiz 94">
                  <a:extLst>
                    <a:ext uri="{FF2B5EF4-FFF2-40B4-BE49-F238E27FC236}">
                      <a16:creationId xmlns:a16="http://schemas.microsoft.com/office/drawing/2014/main" id="{A5BA99FE-9CD5-49F9-8D3F-7172C4CBEFFC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322295" y="1952946"/>
                  <a:ext cx="6444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96" name="Entrada de lápiz 95">
                  <a:extLst>
                    <a:ext uri="{FF2B5EF4-FFF2-40B4-BE49-F238E27FC236}">
                      <a16:creationId xmlns:a16="http://schemas.microsoft.com/office/drawing/2014/main" id="{BC11C61A-0179-4338-AC03-BF81894A3663}"/>
                    </a:ext>
                  </a:extLst>
                </p14:cNvPr>
                <p14:cNvContentPartPr/>
                <p14:nvPr/>
              </p14:nvContentPartPr>
              <p14:xfrm>
                <a:off x="3274415" y="2235186"/>
                <a:ext cx="242280" cy="30960"/>
              </p14:xfrm>
            </p:contentPart>
          </mc:Choice>
          <mc:Fallback>
            <p:pic>
              <p:nvPicPr>
                <p:cNvPr id="96" name="Entrada de lápiz 95">
                  <a:extLst>
                    <a:ext uri="{FF2B5EF4-FFF2-40B4-BE49-F238E27FC236}">
                      <a16:creationId xmlns:a16="http://schemas.microsoft.com/office/drawing/2014/main" id="{BC11C61A-0179-4338-AC03-BF81894A366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265775" y="2226546"/>
                  <a:ext cx="259920" cy="48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97" name="Entrada de lápiz 96">
                <a:extLst>
                  <a:ext uri="{FF2B5EF4-FFF2-40B4-BE49-F238E27FC236}">
                    <a16:creationId xmlns:a16="http://schemas.microsoft.com/office/drawing/2014/main" id="{5E3F9927-69F0-4480-8192-E8F85D3D7F72}"/>
                  </a:ext>
                </a:extLst>
              </p14:cNvPr>
              <p14:cNvContentPartPr/>
              <p14:nvPr/>
            </p14:nvContentPartPr>
            <p14:xfrm>
              <a:off x="3720815" y="2110266"/>
              <a:ext cx="186840" cy="22680"/>
            </p14:xfrm>
          </p:contentPart>
        </mc:Choice>
        <mc:Fallback>
          <p:pic>
            <p:nvPicPr>
              <p:cNvPr id="97" name="Entrada de lápiz 96">
                <a:extLst>
                  <a:ext uri="{FF2B5EF4-FFF2-40B4-BE49-F238E27FC236}">
                    <a16:creationId xmlns:a16="http://schemas.microsoft.com/office/drawing/2014/main" id="{5E3F9927-69F0-4480-8192-E8F85D3D7F72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3712175" y="2101626"/>
                <a:ext cx="20448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103" name="Entrada de lápiz 102">
                <a:extLst>
                  <a:ext uri="{FF2B5EF4-FFF2-40B4-BE49-F238E27FC236}">
                    <a16:creationId xmlns:a16="http://schemas.microsoft.com/office/drawing/2014/main" id="{4D3715D4-3DD9-4D1F-A0CD-87A6FAA3D32A}"/>
                  </a:ext>
                </a:extLst>
              </p14:cNvPr>
              <p14:cNvContentPartPr/>
              <p14:nvPr/>
            </p14:nvContentPartPr>
            <p14:xfrm>
              <a:off x="4553495" y="2078586"/>
              <a:ext cx="201600" cy="256680"/>
            </p14:xfrm>
          </p:contentPart>
        </mc:Choice>
        <mc:Fallback>
          <p:pic>
            <p:nvPicPr>
              <p:cNvPr id="103" name="Entrada de lápiz 102">
                <a:extLst>
                  <a:ext uri="{FF2B5EF4-FFF2-40B4-BE49-F238E27FC236}">
                    <a16:creationId xmlns:a16="http://schemas.microsoft.com/office/drawing/2014/main" id="{4D3715D4-3DD9-4D1F-A0CD-87A6FAA3D32A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4544855" y="2069946"/>
                <a:ext cx="219240" cy="274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1" name="Grupo 110">
            <a:extLst>
              <a:ext uri="{FF2B5EF4-FFF2-40B4-BE49-F238E27FC236}">
                <a16:creationId xmlns:a16="http://schemas.microsoft.com/office/drawing/2014/main" id="{626000D0-266C-4386-A2C8-891ECD4F08CD}"/>
              </a:ext>
            </a:extLst>
          </p:cNvPr>
          <p:cNvGrpSpPr/>
          <p:nvPr/>
        </p:nvGrpSpPr>
        <p:grpSpPr>
          <a:xfrm>
            <a:off x="5514695" y="1987866"/>
            <a:ext cx="261000" cy="255960"/>
            <a:chOff x="5514695" y="1987866"/>
            <a:chExt cx="261000" cy="25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09" name="Entrada de lápiz 108">
                  <a:extLst>
                    <a:ext uri="{FF2B5EF4-FFF2-40B4-BE49-F238E27FC236}">
                      <a16:creationId xmlns:a16="http://schemas.microsoft.com/office/drawing/2014/main" id="{1F9A8568-A20E-4A56-B83E-F75C7457DE13}"/>
                    </a:ext>
                  </a:extLst>
                </p14:cNvPr>
                <p14:cNvContentPartPr/>
                <p14:nvPr/>
              </p14:nvContentPartPr>
              <p14:xfrm>
                <a:off x="5629175" y="1987866"/>
                <a:ext cx="5040" cy="255960"/>
              </p14:xfrm>
            </p:contentPart>
          </mc:Choice>
          <mc:Fallback>
            <p:pic>
              <p:nvPicPr>
                <p:cNvPr id="109" name="Entrada de lápiz 108">
                  <a:extLst>
                    <a:ext uri="{FF2B5EF4-FFF2-40B4-BE49-F238E27FC236}">
                      <a16:creationId xmlns:a16="http://schemas.microsoft.com/office/drawing/2014/main" id="{1F9A8568-A20E-4A56-B83E-F75C7457DE13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620175" y="1979226"/>
                  <a:ext cx="2268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10" name="Entrada de lápiz 109">
                  <a:extLst>
                    <a:ext uri="{FF2B5EF4-FFF2-40B4-BE49-F238E27FC236}">
                      <a16:creationId xmlns:a16="http://schemas.microsoft.com/office/drawing/2014/main" id="{6D364B41-4BCF-4DDD-A23A-430831627265}"/>
                    </a:ext>
                  </a:extLst>
                </p14:cNvPr>
                <p14:cNvContentPartPr/>
                <p14:nvPr/>
              </p14:nvContentPartPr>
              <p14:xfrm>
                <a:off x="5514695" y="2117106"/>
                <a:ext cx="261000" cy="10440"/>
              </p14:xfrm>
            </p:contentPart>
          </mc:Choice>
          <mc:Fallback>
            <p:pic>
              <p:nvPicPr>
                <p:cNvPr id="110" name="Entrada de lápiz 109">
                  <a:extLst>
                    <a:ext uri="{FF2B5EF4-FFF2-40B4-BE49-F238E27FC236}">
                      <a16:creationId xmlns:a16="http://schemas.microsoft.com/office/drawing/2014/main" id="{6D364B41-4BCF-4DDD-A23A-430831627265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506055" y="2108466"/>
                  <a:ext cx="278640" cy="2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upo 114">
            <a:extLst>
              <a:ext uri="{FF2B5EF4-FFF2-40B4-BE49-F238E27FC236}">
                <a16:creationId xmlns:a16="http://schemas.microsoft.com/office/drawing/2014/main" id="{9FAD7CD8-E98E-44E9-A7AF-53A59A2902EA}"/>
              </a:ext>
            </a:extLst>
          </p:cNvPr>
          <p:cNvGrpSpPr/>
          <p:nvPr/>
        </p:nvGrpSpPr>
        <p:grpSpPr>
          <a:xfrm>
            <a:off x="3566375" y="354546"/>
            <a:ext cx="391320" cy="309960"/>
            <a:chOff x="3566375" y="354546"/>
            <a:chExt cx="391320" cy="30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13" name="Entrada de lápiz 112">
                  <a:extLst>
                    <a:ext uri="{FF2B5EF4-FFF2-40B4-BE49-F238E27FC236}">
                      <a16:creationId xmlns:a16="http://schemas.microsoft.com/office/drawing/2014/main" id="{6B4A5163-D695-4998-8617-7DEE3B84A5F9}"/>
                    </a:ext>
                  </a:extLst>
                </p14:cNvPr>
                <p14:cNvContentPartPr/>
                <p14:nvPr/>
              </p14:nvContentPartPr>
              <p14:xfrm>
                <a:off x="3566375" y="354546"/>
                <a:ext cx="194760" cy="309960"/>
              </p14:xfrm>
            </p:contentPart>
          </mc:Choice>
          <mc:Fallback>
            <p:pic>
              <p:nvPicPr>
                <p:cNvPr id="113" name="Entrada de lápiz 112">
                  <a:extLst>
                    <a:ext uri="{FF2B5EF4-FFF2-40B4-BE49-F238E27FC236}">
                      <a16:creationId xmlns:a16="http://schemas.microsoft.com/office/drawing/2014/main" id="{6B4A5163-D695-4998-8617-7DEE3B84A5F9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557375" y="345906"/>
                  <a:ext cx="21240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14" name="Entrada de lápiz 113">
                  <a:extLst>
                    <a:ext uri="{FF2B5EF4-FFF2-40B4-BE49-F238E27FC236}">
                      <a16:creationId xmlns:a16="http://schemas.microsoft.com/office/drawing/2014/main" id="{ADC3AE42-7AF4-462F-9A50-FF863E2AEE06}"/>
                    </a:ext>
                  </a:extLst>
                </p14:cNvPr>
                <p14:cNvContentPartPr/>
                <p14:nvPr/>
              </p14:nvContentPartPr>
              <p14:xfrm>
                <a:off x="3825935" y="462906"/>
                <a:ext cx="131760" cy="118440"/>
              </p14:xfrm>
            </p:contentPart>
          </mc:Choice>
          <mc:Fallback>
            <p:pic>
              <p:nvPicPr>
                <p:cNvPr id="114" name="Entrada de lápiz 113">
                  <a:extLst>
                    <a:ext uri="{FF2B5EF4-FFF2-40B4-BE49-F238E27FC236}">
                      <a16:creationId xmlns:a16="http://schemas.microsoft.com/office/drawing/2014/main" id="{ADC3AE42-7AF4-462F-9A50-FF863E2AEE0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817295" y="454266"/>
                  <a:ext cx="149400" cy="136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129" name="Entrada de lápiz 128">
                <a:extLst>
                  <a:ext uri="{FF2B5EF4-FFF2-40B4-BE49-F238E27FC236}">
                    <a16:creationId xmlns:a16="http://schemas.microsoft.com/office/drawing/2014/main" id="{0F32D88B-77F6-433A-B498-7EEEFD61CE95}"/>
                  </a:ext>
                </a:extLst>
              </p14:cNvPr>
              <p14:cNvContentPartPr/>
              <p14:nvPr/>
            </p14:nvContentPartPr>
            <p14:xfrm>
              <a:off x="7605575" y="1614906"/>
              <a:ext cx="178560" cy="747360"/>
            </p14:xfrm>
          </p:contentPart>
        </mc:Choice>
        <mc:Fallback>
          <p:pic>
            <p:nvPicPr>
              <p:cNvPr id="129" name="Entrada de lápiz 128">
                <a:extLst>
                  <a:ext uri="{FF2B5EF4-FFF2-40B4-BE49-F238E27FC236}">
                    <a16:creationId xmlns:a16="http://schemas.microsoft.com/office/drawing/2014/main" id="{0F32D88B-77F6-433A-B498-7EEEFD61CE95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7596575" y="1606266"/>
                <a:ext cx="196200" cy="765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2" name="Grupo 131">
            <a:extLst>
              <a:ext uri="{FF2B5EF4-FFF2-40B4-BE49-F238E27FC236}">
                <a16:creationId xmlns:a16="http://schemas.microsoft.com/office/drawing/2014/main" id="{323B1163-BB81-4887-A9CC-55789F1A69C0}"/>
              </a:ext>
            </a:extLst>
          </p:cNvPr>
          <p:cNvGrpSpPr/>
          <p:nvPr/>
        </p:nvGrpSpPr>
        <p:grpSpPr>
          <a:xfrm>
            <a:off x="8056295" y="2042226"/>
            <a:ext cx="158040" cy="83160"/>
            <a:chOff x="8056295" y="2042226"/>
            <a:chExt cx="158040" cy="8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30" name="Entrada de lápiz 129">
                  <a:extLst>
                    <a:ext uri="{FF2B5EF4-FFF2-40B4-BE49-F238E27FC236}">
                      <a16:creationId xmlns:a16="http://schemas.microsoft.com/office/drawing/2014/main" id="{ED8F53E5-FEDE-46A4-943A-1974A787581E}"/>
                    </a:ext>
                  </a:extLst>
                </p14:cNvPr>
                <p14:cNvContentPartPr/>
                <p14:nvPr/>
              </p14:nvContentPartPr>
              <p14:xfrm>
                <a:off x="8056295" y="2042226"/>
                <a:ext cx="158040" cy="18360"/>
              </p14:xfrm>
            </p:contentPart>
          </mc:Choice>
          <mc:Fallback>
            <p:pic>
              <p:nvPicPr>
                <p:cNvPr id="130" name="Entrada de lápiz 129">
                  <a:extLst>
                    <a:ext uri="{FF2B5EF4-FFF2-40B4-BE49-F238E27FC236}">
                      <a16:creationId xmlns:a16="http://schemas.microsoft.com/office/drawing/2014/main" id="{ED8F53E5-FEDE-46A4-943A-1974A787581E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047655" y="2033586"/>
                  <a:ext cx="1756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31" name="Entrada de lápiz 130">
                  <a:extLst>
                    <a:ext uri="{FF2B5EF4-FFF2-40B4-BE49-F238E27FC236}">
                      <a16:creationId xmlns:a16="http://schemas.microsoft.com/office/drawing/2014/main" id="{DABED3AC-D6E3-4303-84E8-9D34E2303DBC}"/>
                    </a:ext>
                  </a:extLst>
                </p14:cNvPr>
                <p14:cNvContentPartPr/>
                <p14:nvPr/>
              </p14:nvContentPartPr>
              <p14:xfrm>
                <a:off x="8066015" y="2116386"/>
                <a:ext cx="131760" cy="9000"/>
              </p14:xfrm>
            </p:contentPart>
          </mc:Choice>
          <mc:Fallback>
            <p:pic>
              <p:nvPicPr>
                <p:cNvPr id="131" name="Entrada de lápiz 130">
                  <a:extLst>
                    <a:ext uri="{FF2B5EF4-FFF2-40B4-BE49-F238E27FC236}">
                      <a16:creationId xmlns:a16="http://schemas.microsoft.com/office/drawing/2014/main" id="{DABED3AC-D6E3-4303-84E8-9D34E2303DBC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057015" y="2107386"/>
                  <a:ext cx="149400" cy="26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134" name="Entrada de lápiz 133">
                <a:extLst>
                  <a:ext uri="{FF2B5EF4-FFF2-40B4-BE49-F238E27FC236}">
                    <a16:creationId xmlns:a16="http://schemas.microsoft.com/office/drawing/2014/main" id="{460717E2-0309-4802-9778-12568D0E907F}"/>
                  </a:ext>
                </a:extLst>
              </p14:cNvPr>
              <p14:cNvContentPartPr/>
              <p14:nvPr/>
            </p14:nvContentPartPr>
            <p14:xfrm>
              <a:off x="4238495" y="1795986"/>
              <a:ext cx="215280" cy="790560"/>
            </p14:xfrm>
          </p:contentPart>
        </mc:Choice>
        <mc:Fallback>
          <p:pic>
            <p:nvPicPr>
              <p:cNvPr id="134" name="Entrada de lápiz 133">
                <a:extLst>
                  <a:ext uri="{FF2B5EF4-FFF2-40B4-BE49-F238E27FC236}">
                    <a16:creationId xmlns:a16="http://schemas.microsoft.com/office/drawing/2014/main" id="{460717E2-0309-4802-9778-12568D0E907F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4229495" y="1786986"/>
                <a:ext cx="232920" cy="808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0" name="Grupo 159">
            <a:extLst>
              <a:ext uri="{FF2B5EF4-FFF2-40B4-BE49-F238E27FC236}">
                <a16:creationId xmlns:a16="http://schemas.microsoft.com/office/drawing/2014/main" id="{2431E10A-4C6E-4058-A469-D3F53A735B63}"/>
              </a:ext>
            </a:extLst>
          </p:cNvPr>
          <p:cNvGrpSpPr/>
          <p:nvPr/>
        </p:nvGrpSpPr>
        <p:grpSpPr>
          <a:xfrm>
            <a:off x="4520375" y="493506"/>
            <a:ext cx="2047680" cy="575640"/>
            <a:chOff x="4520375" y="493506"/>
            <a:chExt cx="2047680" cy="57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A2922D80-A27A-4F47-8DBD-AE1DCF8D576D}"/>
                    </a:ext>
                  </a:extLst>
                </p14:cNvPr>
                <p14:cNvContentPartPr/>
                <p14:nvPr/>
              </p14:nvContentPartPr>
              <p14:xfrm>
                <a:off x="4861295" y="528426"/>
                <a:ext cx="142200" cy="23400"/>
              </p14:xfrm>
            </p:contentPart>
          </mc:Choice>
          <mc:Fallback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A2922D80-A27A-4F47-8DBD-AE1DCF8D576D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852295" y="519426"/>
                  <a:ext cx="15984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967123F1-E277-4E6C-8013-C6ECACD16346}"/>
                    </a:ext>
                  </a:extLst>
                </p14:cNvPr>
                <p14:cNvContentPartPr/>
                <p14:nvPr/>
              </p14:nvContentPartPr>
              <p14:xfrm>
                <a:off x="4917095" y="628506"/>
                <a:ext cx="144000" cy="9720"/>
              </p14:xfrm>
            </p:contentPart>
          </mc:Choice>
          <mc:Fallback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967123F1-E277-4E6C-8013-C6ECACD16346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908095" y="619866"/>
                  <a:ext cx="16164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47" name="Entrada de lápiz 146">
                  <a:extLst>
                    <a:ext uri="{FF2B5EF4-FFF2-40B4-BE49-F238E27FC236}">
                      <a16:creationId xmlns:a16="http://schemas.microsoft.com/office/drawing/2014/main" id="{9DA2DB8D-524C-44FC-8FBE-537B88CE4D65}"/>
                    </a:ext>
                  </a:extLst>
                </p14:cNvPr>
                <p14:cNvContentPartPr/>
                <p14:nvPr/>
              </p14:nvContentPartPr>
              <p14:xfrm>
                <a:off x="4520375" y="520506"/>
                <a:ext cx="162000" cy="243720"/>
              </p14:xfrm>
            </p:contentPart>
          </mc:Choice>
          <mc:Fallback>
            <p:pic>
              <p:nvPicPr>
                <p:cNvPr id="147" name="Entrada de lápiz 146">
                  <a:extLst>
                    <a:ext uri="{FF2B5EF4-FFF2-40B4-BE49-F238E27FC236}">
                      <a16:creationId xmlns:a16="http://schemas.microsoft.com/office/drawing/2014/main" id="{9DA2DB8D-524C-44FC-8FBE-537B88CE4D65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511375" y="511506"/>
                  <a:ext cx="17964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48" name="Entrada de lápiz 147">
                  <a:extLst>
                    <a:ext uri="{FF2B5EF4-FFF2-40B4-BE49-F238E27FC236}">
                      <a16:creationId xmlns:a16="http://schemas.microsoft.com/office/drawing/2014/main" id="{F79B3CD5-C84A-4ABF-AB9D-87ABC0071390}"/>
                    </a:ext>
                  </a:extLst>
                </p14:cNvPr>
                <p14:cNvContentPartPr/>
                <p14:nvPr/>
              </p14:nvContentPartPr>
              <p14:xfrm>
                <a:off x="5201135" y="530946"/>
                <a:ext cx="45720" cy="182880"/>
              </p14:xfrm>
            </p:contentPart>
          </mc:Choice>
          <mc:Fallback>
            <p:pic>
              <p:nvPicPr>
                <p:cNvPr id="148" name="Entrada de lápiz 147">
                  <a:extLst>
                    <a:ext uri="{FF2B5EF4-FFF2-40B4-BE49-F238E27FC236}">
                      <a16:creationId xmlns:a16="http://schemas.microsoft.com/office/drawing/2014/main" id="{F79B3CD5-C84A-4ABF-AB9D-87ABC0071390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192495" y="522306"/>
                  <a:ext cx="6336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49" name="Entrada de lápiz 148">
                  <a:extLst>
                    <a:ext uri="{FF2B5EF4-FFF2-40B4-BE49-F238E27FC236}">
                      <a16:creationId xmlns:a16="http://schemas.microsoft.com/office/drawing/2014/main" id="{550BD092-5CAD-4483-AB9A-1DFDFD0DC6C3}"/>
                    </a:ext>
                  </a:extLst>
                </p14:cNvPr>
                <p14:cNvContentPartPr/>
                <p14:nvPr/>
              </p14:nvContentPartPr>
              <p14:xfrm>
                <a:off x="5315255" y="512946"/>
                <a:ext cx="136800" cy="177120"/>
              </p14:xfrm>
            </p:contentPart>
          </mc:Choice>
          <mc:Fallback>
            <p:pic>
              <p:nvPicPr>
                <p:cNvPr id="149" name="Entrada de lápiz 148">
                  <a:extLst>
                    <a:ext uri="{FF2B5EF4-FFF2-40B4-BE49-F238E27FC236}">
                      <a16:creationId xmlns:a16="http://schemas.microsoft.com/office/drawing/2014/main" id="{550BD092-5CAD-4483-AB9A-1DFDFD0DC6C3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306255" y="504306"/>
                  <a:ext cx="15444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50" name="Entrada de lápiz 149">
                  <a:extLst>
                    <a:ext uri="{FF2B5EF4-FFF2-40B4-BE49-F238E27FC236}">
                      <a16:creationId xmlns:a16="http://schemas.microsoft.com/office/drawing/2014/main" id="{3C6B2DD3-7ED0-4C58-BB5B-8466275094CC}"/>
                    </a:ext>
                  </a:extLst>
                </p14:cNvPr>
                <p14:cNvContentPartPr/>
                <p14:nvPr/>
              </p14:nvContentPartPr>
              <p14:xfrm>
                <a:off x="5488415" y="510426"/>
                <a:ext cx="167040" cy="186120"/>
              </p14:xfrm>
            </p:contentPart>
          </mc:Choice>
          <mc:Fallback>
            <p:pic>
              <p:nvPicPr>
                <p:cNvPr id="150" name="Entrada de lápiz 149">
                  <a:extLst>
                    <a:ext uri="{FF2B5EF4-FFF2-40B4-BE49-F238E27FC236}">
                      <a16:creationId xmlns:a16="http://schemas.microsoft.com/office/drawing/2014/main" id="{3C6B2DD3-7ED0-4C58-BB5B-8466275094CC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479415" y="501426"/>
                  <a:ext cx="18468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51" name="Entrada de lápiz 150">
                  <a:extLst>
                    <a:ext uri="{FF2B5EF4-FFF2-40B4-BE49-F238E27FC236}">
                      <a16:creationId xmlns:a16="http://schemas.microsoft.com/office/drawing/2014/main" id="{C43E519A-DE2E-474C-9009-D5E31FF380F1}"/>
                    </a:ext>
                  </a:extLst>
                </p14:cNvPr>
                <p14:cNvContentPartPr/>
                <p14:nvPr/>
              </p14:nvContentPartPr>
              <p14:xfrm>
                <a:off x="5696135" y="573426"/>
                <a:ext cx="174960" cy="123480"/>
              </p14:xfrm>
            </p:contentPart>
          </mc:Choice>
          <mc:Fallback>
            <p:pic>
              <p:nvPicPr>
                <p:cNvPr id="151" name="Entrada de lápiz 150">
                  <a:extLst>
                    <a:ext uri="{FF2B5EF4-FFF2-40B4-BE49-F238E27FC236}">
                      <a16:creationId xmlns:a16="http://schemas.microsoft.com/office/drawing/2014/main" id="{C43E519A-DE2E-474C-9009-D5E31FF380F1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687495" y="564786"/>
                  <a:ext cx="19260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52" name="Entrada de lápiz 151">
                  <a:extLst>
                    <a:ext uri="{FF2B5EF4-FFF2-40B4-BE49-F238E27FC236}">
                      <a16:creationId xmlns:a16="http://schemas.microsoft.com/office/drawing/2014/main" id="{6ED43B04-9A13-4D19-92A5-5F50067ACFF4}"/>
                    </a:ext>
                  </a:extLst>
                </p14:cNvPr>
                <p14:cNvContentPartPr/>
                <p14:nvPr/>
              </p14:nvContentPartPr>
              <p14:xfrm>
                <a:off x="5985935" y="530946"/>
                <a:ext cx="114480" cy="145800"/>
              </p14:xfrm>
            </p:contentPart>
          </mc:Choice>
          <mc:Fallback>
            <p:pic>
              <p:nvPicPr>
                <p:cNvPr id="152" name="Entrada de lápiz 151">
                  <a:extLst>
                    <a:ext uri="{FF2B5EF4-FFF2-40B4-BE49-F238E27FC236}">
                      <a16:creationId xmlns:a16="http://schemas.microsoft.com/office/drawing/2014/main" id="{6ED43B04-9A13-4D19-92A5-5F50067ACFF4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976935" y="522306"/>
                  <a:ext cx="13212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53" name="Entrada de lápiz 152">
                  <a:extLst>
                    <a:ext uri="{FF2B5EF4-FFF2-40B4-BE49-F238E27FC236}">
                      <a16:creationId xmlns:a16="http://schemas.microsoft.com/office/drawing/2014/main" id="{D8302245-A192-4869-9F85-58E07FDED719}"/>
                    </a:ext>
                  </a:extLst>
                </p14:cNvPr>
                <p14:cNvContentPartPr/>
                <p14:nvPr/>
              </p14:nvContentPartPr>
              <p14:xfrm>
                <a:off x="6133535" y="661626"/>
                <a:ext cx="25920" cy="117720"/>
              </p14:xfrm>
            </p:contentPart>
          </mc:Choice>
          <mc:Fallback>
            <p:pic>
              <p:nvPicPr>
                <p:cNvPr id="153" name="Entrada de lápiz 152">
                  <a:extLst>
                    <a:ext uri="{FF2B5EF4-FFF2-40B4-BE49-F238E27FC236}">
                      <a16:creationId xmlns:a16="http://schemas.microsoft.com/office/drawing/2014/main" id="{D8302245-A192-4869-9F85-58E07FDED719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124535" y="652986"/>
                  <a:ext cx="4356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54" name="Entrada de lápiz 153">
                  <a:extLst>
                    <a:ext uri="{FF2B5EF4-FFF2-40B4-BE49-F238E27FC236}">
                      <a16:creationId xmlns:a16="http://schemas.microsoft.com/office/drawing/2014/main" id="{C487ACED-E7C0-47AA-B39C-B14C9DE8E549}"/>
                    </a:ext>
                  </a:extLst>
                </p14:cNvPr>
                <p14:cNvContentPartPr/>
                <p14:nvPr/>
              </p14:nvContentPartPr>
              <p14:xfrm>
                <a:off x="6241895" y="494586"/>
                <a:ext cx="100440" cy="187200"/>
              </p14:xfrm>
            </p:contentPart>
          </mc:Choice>
          <mc:Fallback>
            <p:pic>
              <p:nvPicPr>
                <p:cNvPr id="154" name="Entrada de lápiz 153">
                  <a:extLst>
                    <a:ext uri="{FF2B5EF4-FFF2-40B4-BE49-F238E27FC236}">
                      <a16:creationId xmlns:a16="http://schemas.microsoft.com/office/drawing/2014/main" id="{C487ACED-E7C0-47AA-B39C-B14C9DE8E549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233255" y="485586"/>
                  <a:ext cx="11808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55" name="Entrada de lápiz 154">
                  <a:extLst>
                    <a:ext uri="{FF2B5EF4-FFF2-40B4-BE49-F238E27FC236}">
                      <a16:creationId xmlns:a16="http://schemas.microsoft.com/office/drawing/2014/main" id="{A2CED070-B6CE-40D5-88BC-0C10CAA21C50}"/>
                    </a:ext>
                  </a:extLst>
                </p14:cNvPr>
                <p14:cNvContentPartPr/>
                <p14:nvPr/>
              </p14:nvContentPartPr>
              <p14:xfrm>
                <a:off x="6425495" y="493506"/>
                <a:ext cx="142560" cy="236520"/>
              </p14:xfrm>
            </p:contentPart>
          </mc:Choice>
          <mc:Fallback>
            <p:pic>
              <p:nvPicPr>
                <p:cNvPr id="155" name="Entrada de lápiz 154">
                  <a:extLst>
                    <a:ext uri="{FF2B5EF4-FFF2-40B4-BE49-F238E27FC236}">
                      <a16:creationId xmlns:a16="http://schemas.microsoft.com/office/drawing/2014/main" id="{A2CED070-B6CE-40D5-88BC-0C10CAA21C50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416855" y="484866"/>
                  <a:ext cx="16020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56" name="Entrada de lápiz 155">
                  <a:extLst>
                    <a:ext uri="{FF2B5EF4-FFF2-40B4-BE49-F238E27FC236}">
                      <a16:creationId xmlns:a16="http://schemas.microsoft.com/office/drawing/2014/main" id="{69EBBC4A-9198-4209-A7F3-9F100F117F58}"/>
                    </a:ext>
                  </a:extLst>
                </p14:cNvPr>
                <p14:cNvContentPartPr/>
                <p14:nvPr/>
              </p14:nvContentPartPr>
              <p14:xfrm>
                <a:off x="4799735" y="953226"/>
                <a:ext cx="221400" cy="9000"/>
              </p14:xfrm>
            </p:contentPart>
          </mc:Choice>
          <mc:Fallback>
            <p:pic>
              <p:nvPicPr>
                <p:cNvPr id="156" name="Entrada de lápiz 155">
                  <a:extLst>
                    <a:ext uri="{FF2B5EF4-FFF2-40B4-BE49-F238E27FC236}">
                      <a16:creationId xmlns:a16="http://schemas.microsoft.com/office/drawing/2014/main" id="{69EBBC4A-9198-4209-A7F3-9F100F117F58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791095" y="944226"/>
                  <a:ext cx="23904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57" name="Entrada de lápiz 156">
                  <a:extLst>
                    <a:ext uri="{FF2B5EF4-FFF2-40B4-BE49-F238E27FC236}">
                      <a16:creationId xmlns:a16="http://schemas.microsoft.com/office/drawing/2014/main" id="{D7A9F1ED-6067-4F5E-99E7-22F8E57BD1FE}"/>
                    </a:ext>
                  </a:extLst>
                </p14:cNvPr>
                <p14:cNvContentPartPr/>
                <p14:nvPr/>
              </p14:nvContentPartPr>
              <p14:xfrm>
                <a:off x="4938695" y="994986"/>
                <a:ext cx="124200" cy="33480"/>
              </p14:xfrm>
            </p:contentPart>
          </mc:Choice>
          <mc:Fallback>
            <p:pic>
              <p:nvPicPr>
                <p:cNvPr id="157" name="Entrada de lápiz 156">
                  <a:extLst>
                    <a:ext uri="{FF2B5EF4-FFF2-40B4-BE49-F238E27FC236}">
                      <a16:creationId xmlns:a16="http://schemas.microsoft.com/office/drawing/2014/main" id="{D7A9F1ED-6067-4F5E-99E7-22F8E57BD1FE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930055" y="985986"/>
                  <a:ext cx="14184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58" name="Entrada de lápiz 157">
                  <a:extLst>
                    <a:ext uri="{FF2B5EF4-FFF2-40B4-BE49-F238E27FC236}">
                      <a16:creationId xmlns:a16="http://schemas.microsoft.com/office/drawing/2014/main" id="{B61730E9-6003-4DCA-AB10-82511FB31D6E}"/>
                    </a:ext>
                  </a:extLst>
                </p14:cNvPr>
                <p14:cNvContentPartPr/>
                <p14:nvPr/>
              </p14:nvContentPartPr>
              <p14:xfrm>
                <a:off x="5161895" y="865746"/>
                <a:ext cx="156960" cy="203400"/>
              </p14:xfrm>
            </p:contentPart>
          </mc:Choice>
          <mc:Fallback>
            <p:pic>
              <p:nvPicPr>
                <p:cNvPr id="158" name="Entrada de lápiz 157">
                  <a:extLst>
                    <a:ext uri="{FF2B5EF4-FFF2-40B4-BE49-F238E27FC236}">
                      <a16:creationId xmlns:a16="http://schemas.microsoft.com/office/drawing/2014/main" id="{B61730E9-6003-4DCA-AB10-82511FB31D6E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152895" y="856746"/>
                  <a:ext cx="174600" cy="22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4" name="Grupo 163">
            <a:extLst>
              <a:ext uri="{FF2B5EF4-FFF2-40B4-BE49-F238E27FC236}">
                <a16:creationId xmlns:a16="http://schemas.microsoft.com/office/drawing/2014/main" id="{451229BA-A819-45C7-A98F-8022A66CFE3C}"/>
              </a:ext>
            </a:extLst>
          </p:cNvPr>
          <p:cNvGrpSpPr/>
          <p:nvPr/>
        </p:nvGrpSpPr>
        <p:grpSpPr>
          <a:xfrm>
            <a:off x="4697855" y="1786626"/>
            <a:ext cx="331920" cy="205200"/>
            <a:chOff x="4697855" y="1786626"/>
            <a:chExt cx="331920" cy="20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61" name="Entrada de lápiz 160">
                  <a:extLst>
                    <a:ext uri="{FF2B5EF4-FFF2-40B4-BE49-F238E27FC236}">
                      <a16:creationId xmlns:a16="http://schemas.microsoft.com/office/drawing/2014/main" id="{5907925D-AE26-46DF-9CA3-8DAF7BDBF04A}"/>
                    </a:ext>
                  </a:extLst>
                </p14:cNvPr>
                <p14:cNvContentPartPr/>
                <p14:nvPr/>
              </p14:nvContentPartPr>
              <p14:xfrm>
                <a:off x="4697855" y="1914066"/>
                <a:ext cx="128880" cy="7920"/>
              </p14:xfrm>
            </p:contentPart>
          </mc:Choice>
          <mc:Fallback>
            <p:pic>
              <p:nvPicPr>
                <p:cNvPr id="161" name="Entrada de lápiz 160">
                  <a:extLst>
                    <a:ext uri="{FF2B5EF4-FFF2-40B4-BE49-F238E27FC236}">
                      <a16:creationId xmlns:a16="http://schemas.microsoft.com/office/drawing/2014/main" id="{5907925D-AE26-46DF-9CA3-8DAF7BDBF04A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688855" y="1905426"/>
                  <a:ext cx="14652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62" name="Entrada de lápiz 161">
                  <a:extLst>
                    <a:ext uri="{FF2B5EF4-FFF2-40B4-BE49-F238E27FC236}">
                      <a16:creationId xmlns:a16="http://schemas.microsoft.com/office/drawing/2014/main" id="{AF50F0FD-6999-4CE3-8C76-BDCAB794CE1E}"/>
                    </a:ext>
                  </a:extLst>
                </p14:cNvPr>
                <p14:cNvContentPartPr/>
                <p14:nvPr/>
              </p14:nvContentPartPr>
              <p14:xfrm>
                <a:off x="4908815" y="1802106"/>
                <a:ext cx="107640" cy="102240"/>
              </p14:xfrm>
            </p:contentPart>
          </mc:Choice>
          <mc:Fallback>
            <p:pic>
              <p:nvPicPr>
                <p:cNvPr id="162" name="Entrada de lápiz 161">
                  <a:extLst>
                    <a:ext uri="{FF2B5EF4-FFF2-40B4-BE49-F238E27FC236}">
                      <a16:creationId xmlns:a16="http://schemas.microsoft.com/office/drawing/2014/main" id="{AF50F0FD-6999-4CE3-8C76-BDCAB794CE1E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900175" y="1793106"/>
                  <a:ext cx="12528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63" name="Entrada de lápiz 162">
                  <a:extLst>
                    <a:ext uri="{FF2B5EF4-FFF2-40B4-BE49-F238E27FC236}">
                      <a16:creationId xmlns:a16="http://schemas.microsoft.com/office/drawing/2014/main" id="{6D2E978A-4CF1-463E-8BE2-1C53DF5E7FDD}"/>
                    </a:ext>
                  </a:extLst>
                </p14:cNvPr>
                <p14:cNvContentPartPr/>
                <p14:nvPr/>
              </p14:nvContentPartPr>
              <p14:xfrm>
                <a:off x="5007815" y="1786626"/>
                <a:ext cx="21960" cy="205200"/>
              </p14:xfrm>
            </p:contentPart>
          </mc:Choice>
          <mc:Fallback>
            <p:pic>
              <p:nvPicPr>
                <p:cNvPr id="163" name="Entrada de lápiz 162">
                  <a:extLst>
                    <a:ext uri="{FF2B5EF4-FFF2-40B4-BE49-F238E27FC236}">
                      <a16:creationId xmlns:a16="http://schemas.microsoft.com/office/drawing/2014/main" id="{6D2E978A-4CF1-463E-8BE2-1C53DF5E7FDD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998815" y="1777986"/>
                  <a:ext cx="39600" cy="22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2" name="Grupo 171">
            <a:extLst>
              <a:ext uri="{FF2B5EF4-FFF2-40B4-BE49-F238E27FC236}">
                <a16:creationId xmlns:a16="http://schemas.microsoft.com/office/drawing/2014/main" id="{B3728C30-45E4-484B-8331-D019EA5D77A4}"/>
              </a:ext>
            </a:extLst>
          </p:cNvPr>
          <p:cNvGrpSpPr/>
          <p:nvPr/>
        </p:nvGrpSpPr>
        <p:grpSpPr>
          <a:xfrm>
            <a:off x="6515135" y="1674666"/>
            <a:ext cx="747360" cy="595800"/>
            <a:chOff x="6515135" y="1674666"/>
            <a:chExt cx="747360" cy="59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20" name="Entrada de lápiz 119">
                  <a:extLst>
                    <a:ext uri="{FF2B5EF4-FFF2-40B4-BE49-F238E27FC236}">
                      <a16:creationId xmlns:a16="http://schemas.microsoft.com/office/drawing/2014/main" id="{DB609CAB-EEFE-4D8A-B597-E5B59BE7753D}"/>
                    </a:ext>
                  </a:extLst>
                </p14:cNvPr>
                <p14:cNvContentPartPr/>
                <p14:nvPr/>
              </p14:nvContentPartPr>
              <p14:xfrm>
                <a:off x="6786575" y="2018466"/>
                <a:ext cx="192600" cy="210600"/>
              </p14:xfrm>
            </p:contentPart>
          </mc:Choice>
          <mc:Fallback>
            <p:pic>
              <p:nvPicPr>
                <p:cNvPr id="120" name="Entrada de lápiz 119">
                  <a:extLst>
                    <a:ext uri="{FF2B5EF4-FFF2-40B4-BE49-F238E27FC236}">
                      <a16:creationId xmlns:a16="http://schemas.microsoft.com/office/drawing/2014/main" id="{DB609CAB-EEFE-4D8A-B597-E5B59BE7753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777575" y="2009826"/>
                  <a:ext cx="21024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21" name="Entrada de lápiz 120">
                  <a:extLst>
                    <a:ext uri="{FF2B5EF4-FFF2-40B4-BE49-F238E27FC236}">
                      <a16:creationId xmlns:a16="http://schemas.microsoft.com/office/drawing/2014/main" id="{692B60D8-257B-4092-800E-66FC6ACF9CFD}"/>
                    </a:ext>
                  </a:extLst>
                </p14:cNvPr>
                <p14:cNvContentPartPr/>
                <p14:nvPr/>
              </p14:nvContentPartPr>
              <p14:xfrm>
                <a:off x="6866495" y="1832706"/>
                <a:ext cx="163800" cy="15480"/>
              </p14:xfrm>
            </p:contentPart>
          </mc:Choice>
          <mc:Fallback>
            <p:pic>
              <p:nvPicPr>
                <p:cNvPr id="121" name="Entrada de lápiz 120">
                  <a:extLst>
                    <a:ext uri="{FF2B5EF4-FFF2-40B4-BE49-F238E27FC236}">
                      <a16:creationId xmlns:a16="http://schemas.microsoft.com/office/drawing/2014/main" id="{692B60D8-257B-4092-800E-66FC6ACF9CFD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857495" y="1823706"/>
                  <a:ext cx="1814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65" name="Entrada de lápiz 164">
                  <a:extLst>
                    <a:ext uri="{FF2B5EF4-FFF2-40B4-BE49-F238E27FC236}">
                      <a16:creationId xmlns:a16="http://schemas.microsoft.com/office/drawing/2014/main" id="{CD62EE5C-EE8B-44E8-8CCC-007BF15B4A1E}"/>
                    </a:ext>
                  </a:extLst>
                </p14:cNvPr>
                <p14:cNvContentPartPr/>
                <p14:nvPr/>
              </p14:nvContentPartPr>
              <p14:xfrm>
                <a:off x="6515135" y="1981026"/>
                <a:ext cx="163440" cy="138240"/>
              </p14:xfrm>
            </p:contentPart>
          </mc:Choice>
          <mc:Fallback>
            <p:pic>
              <p:nvPicPr>
                <p:cNvPr id="165" name="Entrada de lápiz 164">
                  <a:extLst>
                    <a:ext uri="{FF2B5EF4-FFF2-40B4-BE49-F238E27FC236}">
                      <a16:creationId xmlns:a16="http://schemas.microsoft.com/office/drawing/2014/main" id="{CD62EE5C-EE8B-44E8-8CCC-007BF15B4A1E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506495" y="1972026"/>
                  <a:ext cx="18108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66" name="Entrada de lápiz 165">
                  <a:extLst>
                    <a:ext uri="{FF2B5EF4-FFF2-40B4-BE49-F238E27FC236}">
                      <a16:creationId xmlns:a16="http://schemas.microsoft.com/office/drawing/2014/main" id="{65424883-7ADA-4E60-AB2C-D66418560C72}"/>
                    </a:ext>
                  </a:extLst>
                </p14:cNvPr>
                <p14:cNvContentPartPr/>
                <p14:nvPr/>
              </p14:nvContentPartPr>
              <p14:xfrm>
                <a:off x="6660575" y="1997226"/>
                <a:ext cx="16560" cy="273240"/>
              </p14:xfrm>
            </p:contentPart>
          </mc:Choice>
          <mc:Fallback>
            <p:pic>
              <p:nvPicPr>
                <p:cNvPr id="166" name="Entrada de lápiz 165">
                  <a:extLst>
                    <a:ext uri="{FF2B5EF4-FFF2-40B4-BE49-F238E27FC236}">
                      <a16:creationId xmlns:a16="http://schemas.microsoft.com/office/drawing/2014/main" id="{65424883-7ADA-4E60-AB2C-D66418560C72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651575" y="1988586"/>
                  <a:ext cx="3420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70" name="Entrada de lápiz 169">
                  <a:extLst>
                    <a:ext uri="{FF2B5EF4-FFF2-40B4-BE49-F238E27FC236}">
                      <a16:creationId xmlns:a16="http://schemas.microsoft.com/office/drawing/2014/main" id="{00A22EB9-4F32-467D-9BD0-2A824434154F}"/>
                    </a:ext>
                  </a:extLst>
                </p14:cNvPr>
                <p14:cNvContentPartPr/>
                <p14:nvPr/>
              </p14:nvContentPartPr>
              <p14:xfrm>
                <a:off x="7130015" y="1674666"/>
                <a:ext cx="124920" cy="126000"/>
              </p14:xfrm>
            </p:contentPart>
          </mc:Choice>
          <mc:Fallback>
            <p:pic>
              <p:nvPicPr>
                <p:cNvPr id="170" name="Entrada de lápiz 169">
                  <a:extLst>
                    <a:ext uri="{FF2B5EF4-FFF2-40B4-BE49-F238E27FC236}">
                      <a16:creationId xmlns:a16="http://schemas.microsoft.com/office/drawing/2014/main" id="{00A22EB9-4F32-467D-9BD0-2A824434154F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121015" y="1665666"/>
                  <a:ext cx="14256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71" name="Entrada de lápiz 170">
                  <a:extLst>
                    <a:ext uri="{FF2B5EF4-FFF2-40B4-BE49-F238E27FC236}">
                      <a16:creationId xmlns:a16="http://schemas.microsoft.com/office/drawing/2014/main" id="{C532623B-4BCE-4E5A-B52C-2286E8E37F92}"/>
                    </a:ext>
                  </a:extLst>
                </p14:cNvPr>
                <p14:cNvContentPartPr/>
                <p14:nvPr/>
              </p14:nvContentPartPr>
              <p14:xfrm>
                <a:off x="7251695" y="1716066"/>
                <a:ext cx="10800" cy="228960"/>
              </p14:xfrm>
            </p:contentPart>
          </mc:Choice>
          <mc:Fallback>
            <p:pic>
              <p:nvPicPr>
                <p:cNvPr id="171" name="Entrada de lápiz 170">
                  <a:extLst>
                    <a:ext uri="{FF2B5EF4-FFF2-40B4-BE49-F238E27FC236}">
                      <a16:creationId xmlns:a16="http://schemas.microsoft.com/office/drawing/2014/main" id="{C532623B-4BCE-4E5A-B52C-2286E8E37F92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243055" y="1707426"/>
                  <a:ext cx="28440" cy="24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9" name="Grupo 178">
            <a:extLst>
              <a:ext uri="{FF2B5EF4-FFF2-40B4-BE49-F238E27FC236}">
                <a16:creationId xmlns:a16="http://schemas.microsoft.com/office/drawing/2014/main" id="{5FBFE7E0-F3D6-453C-8719-A1EA7CD4B9D5}"/>
              </a:ext>
            </a:extLst>
          </p:cNvPr>
          <p:cNvGrpSpPr/>
          <p:nvPr/>
        </p:nvGrpSpPr>
        <p:grpSpPr>
          <a:xfrm>
            <a:off x="8506295" y="1874466"/>
            <a:ext cx="1058760" cy="367920"/>
            <a:chOff x="8506295" y="1874466"/>
            <a:chExt cx="1058760" cy="36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73" name="Entrada de lápiz 172">
                  <a:extLst>
                    <a:ext uri="{FF2B5EF4-FFF2-40B4-BE49-F238E27FC236}">
                      <a16:creationId xmlns:a16="http://schemas.microsoft.com/office/drawing/2014/main" id="{43DF2A37-E217-4529-AA65-4746F2E81F26}"/>
                    </a:ext>
                  </a:extLst>
                </p14:cNvPr>
                <p14:cNvContentPartPr/>
                <p14:nvPr/>
              </p14:nvContentPartPr>
              <p14:xfrm>
                <a:off x="8506295" y="1972746"/>
                <a:ext cx="179280" cy="147960"/>
              </p14:xfrm>
            </p:contentPart>
          </mc:Choice>
          <mc:Fallback>
            <p:pic>
              <p:nvPicPr>
                <p:cNvPr id="173" name="Entrada de lápiz 172">
                  <a:extLst>
                    <a:ext uri="{FF2B5EF4-FFF2-40B4-BE49-F238E27FC236}">
                      <a16:creationId xmlns:a16="http://schemas.microsoft.com/office/drawing/2014/main" id="{43DF2A37-E217-4529-AA65-4746F2E81F26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497655" y="1963746"/>
                  <a:ext cx="19692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74" name="Entrada de lápiz 173">
                  <a:extLst>
                    <a:ext uri="{FF2B5EF4-FFF2-40B4-BE49-F238E27FC236}">
                      <a16:creationId xmlns:a16="http://schemas.microsoft.com/office/drawing/2014/main" id="{8A7439DF-41DD-47E2-A72B-475639FEC19F}"/>
                    </a:ext>
                  </a:extLst>
                </p14:cNvPr>
                <p14:cNvContentPartPr/>
                <p14:nvPr/>
              </p14:nvContentPartPr>
              <p14:xfrm>
                <a:off x="8751455" y="2062026"/>
                <a:ext cx="56880" cy="180360"/>
              </p14:xfrm>
            </p:contentPart>
          </mc:Choice>
          <mc:Fallback>
            <p:pic>
              <p:nvPicPr>
                <p:cNvPr id="174" name="Entrada de lápiz 173">
                  <a:extLst>
                    <a:ext uri="{FF2B5EF4-FFF2-40B4-BE49-F238E27FC236}">
                      <a16:creationId xmlns:a16="http://schemas.microsoft.com/office/drawing/2014/main" id="{8A7439DF-41DD-47E2-A72B-475639FEC19F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742815" y="2053026"/>
                  <a:ext cx="7452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75" name="Entrada de lápiz 174">
                  <a:extLst>
                    <a:ext uri="{FF2B5EF4-FFF2-40B4-BE49-F238E27FC236}">
                      <a16:creationId xmlns:a16="http://schemas.microsoft.com/office/drawing/2014/main" id="{FF88B31F-709B-493F-B1CA-68887E2902BD}"/>
                    </a:ext>
                  </a:extLst>
                </p14:cNvPr>
                <p14:cNvContentPartPr/>
                <p14:nvPr/>
              </p14:nvContentPartPr>
              <p14:xfrm>
                <a:off x="8902655" y="1918386"/>
                <a:ext cx="217800" cy="220680"/>
              </p14:xfrm>
            </p:contentPart>
          </mc:Choice>
          <mc:Fallback>
            <p:pic>
              <p:nvPicPr>
                <p:cNvPr id="175" name="Entrada de lápiz 174">
                  <a:extLst>
                    <a:ext uri="{FF2B5EF4-FFF2-40B4-BE49-F238E27FC236}">
                      <a16:creationId xmlns:a16="http://schemas.microsoft.com/office/drawing/2014/main" id="{FF88B31F-709B-493F-B1CA-68887E2902BD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893655" y="1909386"/>
                  <a:ext cx="23544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76" name="Entrada de lápiz 175">
                  <a:extLst>
                    <a:ext uri="{FF2B5EF4-FFF2-40B4-BE49-F238E27FC236}">
                      <a16:creationId xmlns:a16="http://schemas.microsoft.com/office/drawing/2014/main" id="{CFD0AFFF-7818-4C1C-91DC-DF3443EB2886}"/>
                    </a:ext>
                  </a:extLst>
                </p14:cNvPr>
                <p14:cNvContentPartPr/>
                <p14:nvPr/>
              </p14:nvContentPartPr>
              <p14:xfrm>
                <a:off x="9147095" y="1937826"/>
                <a:ext cx="166680" cy="153360"/>
              </p14:xfrm>
            </p:contentPart>
          </mc:Choice>
          <mc:Fallback>
            <p:pic>
              <p:nvPicPr>
                <p:cNvPr id="176" name="Entrada de lápiz 175">
                  <a:extLst>
                    <a:ext uri="{FF2B5EF4-FFF2-40B4-BE49-F238E27FC236}">
                      <a16:creationId xmlns:a16="http://schemas.microsoft.com/office/drawing/2014/main" id="{CFD0AFFF-7818-4C1C-91DC-DF3443EB2886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138455" y="1929186"/>
                  <a:ext cx="18432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77" name="Entrada de lápiz 176">
                  <a:extLst>
                    <a:ext uri="{FF2B5EF4-FFF2-40B4-BE49-F238E27FC236}">
                      <a16:creationId xmlns:a16="http://schemas.microsoft.com/office/drawing/2014/main" id="{37A268F1-9E27-4CB4-8CDE-FFB2A9A905E2}"/>
                    </a:ext>
                  </a:extLst>
                </p14:cNvPr>
                <p14:cNvContentPartPr/>
                <p14:nvPr/>
              </p14:nvContentPartPr>
              <p14:xfrm>
                <a:off x="9387215" y="1874466"/>
                <a:ext cx="157680" cy="135720"/>
              </p14:xfrm>
            </p:contentPart>
          </mc:Choice>
          <mc:Fallback>
            <p:pic>
              <p:nvPicPr>
                <p:cNvPr id="177" name="Entrada de lápiz 176">
                  <a:extLst>
                    <a:ext uri="{FF2B5EF4-FFF2-40B4-BE49-F238E27FC236}">
                      <a16:creationId xmlns:a16="http://schemas.microsoft.com/office/drawing/2014/main" id="{37A268F1-9E27-4CB4-8CDE-FFB2A9A905E2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378575" y="1865466"/>
                  <a:ext cx="17532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78" name="Entrada de lápiz 177">
                  <a:extLst>
                    <a:ext uri="{FF2B5EF4-FFF2-40B4-BE49-F238E27FC236}">
                      <a16:creationId xmlns:a16="http://schemas.microsoft.com/office/drawing/2014/main" id="{FA599720-B9EA-4DA5-8285-80CEE9A1FFE7}"/>
                    </a:ext>
                  </a:extLst>
                </p14:cNvPr>
                <p14:cNvContentPartPr/>
                <p14:nvPr/>
              </p14:nvContentPartPr>
              <p14:xfrm>
                <a:off x="9421775" y="1955826"/>
                <a:ext cx="143280" cy="151200"/>
              </p14:xfrm>
            </p:contentPart>
          </mc:Choice>
          <mc:Fallback>
            <p:pic>
              <p:nvPicPr>
                <p:cNvPr id="178" name="Entrada de lápiz 177">
                  <a:extLst>
                    <a:ext uri="{FF2B5EF4-FFF2-40B4-BE49-F238E27FC236}">
                      <a16:creationId xmlns:a16="http://schemas.microsoft.com/office/drawing/2014/main" id="{FA599720-B9EA-4DA5-8285-80CEE9A1FFE7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413135" y="1946826"/>
                  <a:ext cx="160920" cy="168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613930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8B490783-D7A2-4D58-B170-CB107B9AA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046" y="267193"/>
            <a:ext cx="11172333" cy="278080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Entrada de lápiz 2">
                <a:extLst>
                  <a:ext uri="{FF2B5EF4-FFF2-40B4-BE49-F238E27FC236}">
                    <a16:creationId xmlns:a16="http://schemas.microsoft.com/office/drawing/2014/main" id="{3AA61106-A99A-4A1F-BA19-E23BABE76890}"/>
                  </a:ext>
                </a:extLst>
              </p14:cNvPr>
              <p14:cNvContentPartPr/>
              <p14:nvPr/>
            </p14:nvContentPartPr>
            <p14:xfrm>
              <a:off x="2560535" y="3129786"/>
              <a:ext cx="9720" cy="9720"/>
            </p14:xfrm>
          </p:contentPart>
        </mc:Choice>
        <mc:Fallback>
          <p:pic>
            <p:nvPicPr>
              <p:cNvPr id="3" name="Entrada de lápiz 2">
                <a:extLst>
                  <a:ext uri="{FF2B5EF4-FFF2-40B4-BE49-F238E27FC236}">
                    <a16:creationId xmlns:a16="http://schemas.microsoft.com/office/drawing/2014/main" id="{3AA61106-A99A-4A1F-BA19-E23BABE7689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51535" y="3121146"/>
                <a:ext cx="27360" cy="2736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Grupo 8">
            <a:extLst>
              <a:ext uri="{FF2B5EF4-FFF2-40B4-BE49-F238E27FC236}">
                <a16:creationId xmlns:a16="http://schemas.microsoft.com/office/drawing/2014/main" id="{DE488963-FEE4-40C4-9F1E-0869899F8798}"/>
              </a:ext>
            </a:extLst>
          </p:cNvPr>
          <p:cNvGrpSpPr/>
          <p:nvPr/>
        </p:nvGrpSpPr>
        <p:grpSpPr>
          <a:xfrm>
            <a:off x="1436615" y="1949346"/>
            <a:ext cx="349920" cy="106920"/>
            <a:chOff x="1436615" y="1949346"/>
            <a:chExt cx="349920" cy="10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Entrada de lápiz 3">
                  <a:extLst>
                    <a:ext uri="{FF2B5EF4-FFF2-40B4-BE49-F238E27FC236}">
                      <a16:creationId xmlns:a16="http://schemas.microsoft.com/office/drawing/2014/main" id="{0D606FEB-9122-42F5-8B5E-BFD74FF99F48}"/>
                    </a:ext>
                  </a:extLst>
                </p14:cNvPr>
                <p14:cNvContentPartPr/>
                <p14:nvPr/>
              </p14:nvContentPartPr>
              <p14:xfrm>
                <a:off x="1436615" y="1949346"/>
                <a:ext cx="163800" cy="106920"/>
              </p14:xfrm>
            </p:contentPart>
          </mc:Choice>
          <mc:Fallback>
            <p:pic>
              <p:nvPicPr>
                <p:cNvPr id="4" name="Entrada de lápiz 3">
                  <a:extLst>
                    <a:ext uri="{FF2B5EF4-FFF2-40B4-BE49-F238E27FC236}">
                      <a16:creationId xmlns:a16="http://schemas.microsoft.com/office/drawing/2014/main" id="{0D606FEB-9122-42F5-8B5E-BFD74FF99F4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427615" y="1940706"/>
                  <a:ext cx="18144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5" name="Entrada de lápiz 4">
                  <a:extLst>
                    <a:ext uri="{FF2B5EF4-FFF2-40B4-BE49-F238E27FC236}">
                      <a16:creationId xmlns:a16="http://schemas.microsoft.com/office/drawing/2014/main" id="{6FC59609-BA18-40AA-AF4C-D413DF02D3C9}"/>
                    </a:ext>
                  </a:extLst>
                </p14:cNvPr>
                <p14:cNvContentPartPr/>
                <p14:nvPr/>
              </p14:nvContentPartPr>
              <p14:xfrm>
                <a:off x="1542455" y="2045106"/>
                <a:ext cx="244080" cy="10080"/>
              </p14:xfrm>
            </p:contentPart>
          </mc:Choice>
          <mc:Fallback>
            <p:pic>
              <p:nvPicPr>
                <p:cNvPr id="5" name="Entrada de lápiz 4">
                  <a:extLst>
                    <a:ext uri="{FF2B5EF4-FFF2-40B4-BE49-F238E27FC236}">
                      <a16:creationId xmlns:a16="http://schemas.microsoft.com/office/drawing/2014/main" id="{6FC59609-BA18-40AA-AF4C-D413DF02D3C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533455" y="2036466"/>
                  <a:ext cx="261720" cy="2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" name="Grupo 7">
            <a:extLst>
              <a:ext uri="{FF2B5EF4-FFF2-40B4-BE49-F238E27FC236}">
                <a16:creationId xmlns:a16="http://schemas.microsoft.com/office/drawing/2014/main" id="{912B9072-5833-4192-BC68-6A373A3EDA1C}"/>
              </a:ext>
            </a:extLst>
          </p:cNvPr>
          <p:cNvGrpSpPr/>
          <p:nvPr/>
        </p:nvGrpSpPr>
        <p:grpSpPr>
          <a:xfrm>
            <a:off x="2210975" y="2067786"/>
            <a:ext cx="109800" cy="2880"/>
            <a:chOff x="2210975" y="2067786"/>
            <a:chExt cx="109800" cy="2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8993C2FF-33D5-4C9C-8F26-3D3955383A6E}"/>
                    </a:ext>
                  </a:extLst>
                </p14:cNvPr>
                <p14:cNvContentPartPr/>
                <p14:nvPr/>
              </p14:nvContentPartPr>
              <p14:xfrm>
                <a:off x="2210975" y="2070306"/>
                <a:ext cx="360" cy="360"/>
              </p14:xfrm>
            </p:contentPart>
          </mc:Choice>
          <mc:Fallback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8993C2FF-33D5-4C9C-8F26-3D3955383A6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202335" y="206166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E6314A9A-2F00-4F27-8298-39B9079445D1}"/>
                    </a:ext>
                  </a:extLst>
                </p14:cNvPr>
                <p14:cNvContentPartPr/>
                <p14:nvPr/>
              </p14:nvContentPartPr>
              <p14:xfrm>
                <a:off x="2320415" y="2067786"/>
                <a:ext cx="360" cy="360"/>
              </p14:xfrm>
            </p:contentPart>
          </mc:Choice>
          <mc:Fallback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E6314A9A-2F00-4F27-8298-39B9079445D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311775" y="205914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1" name="Entrada de lápiz 10">
                <a:extLst>
                  <a:ext uri="{FF2B5EF4-FFF2-40B4-BE49-F238E27FC236}">
                    <a16:creationId xmlns:a16="http://schemas.microsoft.com/office/drawing/2014/main" id="{C5FE5BB0-B750-4A59-BFED-89813472EA60}"/>
                  </a:ext>
                </a:extLst>
              </p14:cNvPr>
              <p14:cNvContentPartPr/>
              <p14:nvPr/>
            </p14:nvContentPartPr>
            <p14:xfrm>
              <a:off x="1429055" y="1930266"/>
              <a:ext cx="2057400" cy="52560"/>
            </p14:xfrm>
          </p:contentPart>
        </mc:Choice>
        <mc:Fallback>
          <p:pic>
            <p:nvPicPr>
              <p:cNvPr id="11" name="Entrada de lápiz 10">
                <a:extLst>
                  <a:ext uri="{FF2B5EF4-FFF2-40B4-BE49-F238E27FC236}">
                    <a16:creationId xmlns:a16="http://schemas.microsoft.com/office/drawing/2014/main" id="{C5FE5BB0-B750-4A59-BFED-89813472EA6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375055" y="1822266"/>
                <a:ext cx="2165040" cy="26820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Grupo 29">
            <a:extLst>
              <a:ext uri="{FF2B5EF4-FFF2-40B4-BE49-F238E27FC236}">
                <a16:creationId xmlns:a16="http://schemas.microsoft.com/office/drawing/2014/main" id="{9AC45DB8-769A-4371-8A23-A2652C520887}"/>
              </a:ext>
            </a:extLst>
          </p:cNvPr>
          <p:cNvGrpSpPr/>
          <p:nvPr/>
        </p:nvGrpSpPr>
        <p:grpSpPr>
          <a:xfrm>
            <a:off x="744335" y="2798946"/>
            <a:ext cx="1849680" cy="547920"/>
            <a:chOff x="744335" y="2798946"/>
            <a:chExt cx="1849680" cy="54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5C9A7CCE-428C-47C5-8492-1D49E43410F6}"/>
                    </a:ext>
                  </a:extLst>
                </p14:cNvPr>
                <p14:cNvContentPartPr/>
                <p14:nvPr/>
              </p14:nvContentPartPr>
              <p14:xfrm>
                <a:off x="810215" y="2819826"/>
                <a:ext cx="20160" cy="510840"/>
              </p14:xfrm>
            </p:contentPart>
          </mc:Choice>
          <mc:Fallback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5C9A7CCE-428C-47C5-8492-1D49E43410F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01575" y="2810826"/>
                  <a:ext cx="37800" cy="52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48FEAAAF-6CB9-4A30-BBB1-5B94F25D7163}"/>
                    </a:ext>
                  </a:extLst>
                </p14:cNvPr>
                <p14:cNvContentPartPr/>
                <p14:nvPr/>
              </p14:nvContentPartPr>
              <p14:xfrm>
                <a:off x="744335" y="2798946"/>
                <a:ext cx="235800" cy="246600"/>
              </p14:xfrm>
            </p:contentPart>
          </mc:Choice>
          <mc:Fallback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48FEAAAF-6CB9-4A30-BBB1-5B94F25D716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35335" y="2789946"/>
                  <a:ext cx="25344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26492753-A7D7-4D08-940D-2B5619A07D4B}"/>
                    </a:ext>
                  </a:extLst>
                </p14:cNvPr>
                <p14:cNvContentPartPr/>
                <p14:nvPr/>
              </p14:nvContentPartPr>
              <p14:xfrm>
                <a:off x="1111535" y="2916666"/>
                <a:ext cx="166680" cy="4680"/>
              </p14:xfrm>
            </p:contentPart>
          </mc:Choice>
          <mc:Fallback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26492753-A7D7-4D08-940D-2B5619A07D4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102895" y="2907666"/>
                  <a:ext cx="18432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198C1E13-010F-41DD-87DE-BE5643FD8CF8}"/>
                    </a:ext>
                  </a:extLst>
                </p14:cNvPr>
                <p14:cNvContentPartPr/>
                <p14:nvPr/>
              </p14:nvContentPartPr>
              <p14:xfrm>
                <a:off x="1165535" y="2994066"/>
                <a:ext cx="172080" cy="16560"/>
              </p14:xfrm>
            </p:contentPart>
          </mc:Choice>
          <mc:Fallback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198C1E13-010F-41DD-87DE-BE5643FD8CF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156535" y="2985066"/>
                  <a:ext cx="1897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778AFA8A-D324-4CB1-8329-0506C29194DE}"/>
                    </a:ext>
                  </a:extLst>
                </p14:cNvPr>
                <p14:cNvContentPartPr/>
                <p14:nvPr/>
              </p14:nvContentPartPr>
              <p14:xfrm>
                <a:off x="1463975" y="2805066"/>
                <a:ext cx="108360" cy="158760"/>
              </p14:xfrm>
            </p:contentPart>
          </mc:Choice>
          <mc:Fallback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778AFA8A-D324-4CB1-8329-0506C29194D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454975" y="2796426"/>
                  <a:ext cx="12600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017D9008-64A1-415E-9DBF-920F635A4DC4}"/>
                    </a:ext>
                  </a:extLst>
                </p14:cNvPr>
                <p14:cNvContentPartPr/>
                <p14:nvPr/>
              </p14:nvContentPartPr>
              <p14:xfrm>
                <a:off x="1409255" y="2999826"/>
                <a:ext cx="271440" cy="14760"/>
              </p14:xfrm>
            </p:contentPart>
          </mc:Choice>
          <mc:Fallback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017D9008-64A1-415E-9DBF-920F635A4DC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400255" y="2991186"/>
                  <a:ext cx="28908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D312669E-3E08-438A-9CAF-997FC753CE61}"/>
                    </a:ext>
                  </a:extLst>
                </p14:cNvPr>
                <p14:cNvContentPartPr/>
                <p14:nvPr/>
              </p14:nvContentPartPr>
              <p14:xfrm>
                <a:off x="1411415" y="3125466"/>
                <a:ext cx="133200" cy="139320"/>
              </p14:xfrm>
            </p:contentPart>
          </mc:Choice>
          <mc:Fallback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D312669E-3E08-438A-9CAF-997FC753CE6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402415" y="3116826"/>
                  <a:ext cx="15084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40CD2825-162F-43BE-82D2-CAA79830725C}"/>
                    </a:ext>
                  </a:extLst>
                </p14:cNvPr>
                <p14:cNvContentPartPr/>
                <p14:nvPr/>
              </p14:nvContentPartPr>
              <p14:xfrm>
                <a:off x="1515095" y="3129066"/>
                <a:ext cx="34200" cy="217800"/>
              </p14:xfrm>
            </p:contentPart>
          </mc:Choice>
          <mc:Fallback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40CD2825-162F-43BE-82D2-CAA79830725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506095" y="3120066"/>
                  <a:ext cx="5184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6047D5EC-C797-4F61-96D9-E4ACCCA99469}"/>
                    </a:ext>
                  </a:extLst>
                </p14:cNvPr>
                <p14:cNvContentPartPr/>
                <p14:nvPr/>
              </p14:nvContentPartPr>
              <p14:xfrm>
                <a:off x="1726415" y="2921706"/>
                <a:ext cx="148680" cy="26640"/>
              </p14:xfrm>
            </p:contentPart>
          </mc:Choice>
          <mc:Fallback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6047D5EC-C797-4F61-96D9-E4ACCCA9946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717775" y="2912706"/>
                  <a:ext cx="16632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B43111C7-2FE3-469B-B481-B8C405BA664F}"/>
                    </a:ext>
                  </a:extLst>
                </p14:cNvPr>
                <p14:cNvContentPartPr/>
                <p14:nvPr/>
              </p14:nvContentPartPr>
              <p14:xfrm>
                <a:off x="1778615" y="3005946"/>
                <a:ext cx="145800" cy="12240"/>
              </p14:xfrm>
            </p:contentPart>
          </mc:Choice>
          <mc:Fallback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B43111C7-2FE3-469B-B481-B8C405BA664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769615" y="2996946"/>
                  <a:ext cx="16344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55ACE534-0D31-4ABB-A918-8AC90396FBFF}"/>
                    </a:ext>
                  </a:extLst>
                </p14:cNvPr>
                <p14:cNvContentPartPr/>
                <p14:nvPr/>
              </p14:nvContentPartPr>
              <p14:xfrm>
                <a:off x="1976615" y="2897586"/>
                <a:ext cx="159480" cy="122760"/>
              </p14:xfrm>
            </p:contentPart>
          </mc:Choice>
          <mc:Fallback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55ACE534-0D31-4ABB-A918-8AC90396FBF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967615" y="2888946"/>
                  <a:ext cx="17712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6" name="Entrada de lápiz 25">
                  <a:extLst>
                    <a:ext uri="{FF2B5EF4-FFF2-40B4-BE49-F238E27FC236}">
                      <a16:creationId xmlns:a16="http://schemas.microsoft.com/office/drawing/2014/main" id="{A705E9CD-45DB-4BC9-B75F-CD41AED038A0}"/>
                    </a:ext>
                  </a:extLst>
                </p14:cNvPr>
                <p14:cNvContentPartPr/>
                <p14:nvPr/>
              </p14:nvContentPartPr>
              <p14:xfrm>
                <a:off x="2154455" y="3030426"/>
                <a:ext cx="9000" cy="115920"/>
              </p14:xfrm>
            </p:contentPart>
          </mc:Choice>
          <mc:Fallback>
            <p:pic>
              <p:nvPicPr>
                <p:cNvPr id="26" name="Entrada de lápiz 25">
                  <a:extLst>
                    <a:ext uri="{FF2B5EF4-FFF2-40B4-BE49-F238E27FC236}">
                      <a16:creationId xmlns:a16="http://schemas.microsoft.com/office/drawing/2014/main" id="{A705E9CD-45DB-4BC9-B75F-CD41AED038A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145455" y="3021786"/>
                  <a:ext cx="2664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7" name="Entrada de lápiz 26">
                  <a:extLst>
                    <a:ext uri="{FF2B5EF4-FFF2-40B4-BE49-F238E27FC236}">
                      <a16:creationId xmlns:a16="http://schemas.microsoft.com/office/drawing/2014/main" id="{09C1F58E-685D-463D-842F-21C8CAF31F20}"/>
                    </a:ext>
                  </a:extLst>
                </p14:cNvPr>
                <p14:cNvContentPartPr/>
                <p14:nvPr/>
              </p14:nvContentPartPr>
              <p14:xfrm>
                <a:off x="2219615" y="2878506"/>
                <a:ext cx="126360" cy="177120"/>
              </p14:xfrm>
            </p:contentPart>
          </mc:Choice>
          <mc:Fallback>
            <p:pic>
              <p:nvPicPr>
                <p:cNvPr id="27" name="Entrada de lápiz 26">
                  <a:extLst>
                    <a:ext uri="{FF2B5EF4-FFF2-40B4-BE49-F238E27FC236}">
                      <a16:creationId xmlns:a16="http://schemas.microsoft.com/office/drawing/2014/main" id="{09C1F58E-685D-463D-842F-21C8CAF31F2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210615" y="2869506"/>
                  <a:ext cx="14400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8" name="Entrada de lápiz 27">
                  <a:extLst>
                    <a:ext uri="{FF2B5EF4-FFF2-40B4-BE49-F238E27FC236}">
                      <a16:creationId xmlns:a16="http://schemas.microsoft.com/office/drawing/2014/main" id="{954717C2-F886-4ACF-9019-4FEDBFF154C5}"/>
                    </a:ext>
                  </a:extLst>
                </p14:cNvPr>
                <p14:cNvContentPartPr/>
                <p14:nvPr/>
              </p14:nvContentPartPr>
              <p14:xfrm>
                <a:off x="2242295" y="2942946"/>
                <a:ext cx="128880" cy="47160"/>
              </p14:xfrm>
            </p:contentPart>
          </mc:Choice>
          <mc:Fallback>
            <p:pic>
              <p:nvPicPr>
                <p:cNvPr id="28" name="Entrada de lápiz 27">
                  <a:extLst>
                    <a:ext uri="{FF2B5EF4-FFF2-40B4-BE49-F238E27FC236}">
                      <a16:creationId xmlns:a16="http://schemas.microsoft.com/office/drawing/2014/main" id="{954717C2-F886-4ACF-9019-4FEDBFF154C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233295" y="2933946"/>
                  <a:ext cx="14652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807820F7-DF65-4A29-9A7E-858605FF3EC1}"/>
                    </a:ext>
                  </a:extLst>
                </p14:cNvPr>
                <p14:cNvContentPartPr/>
                <p14:nvPr/>
              </p14:nvContentPartPr>
              <p14:xfrm>
                <a:off x="2436695" y="2876706"/>
                <a:ext cx="157320" cy="199080"/>
              </p14:xfrm>
            </p:contentPart>
          </mc:Choice>
          <mc:Fallback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807820F7-DF65-4A29-9A7E-858605FF3EC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428055" y="2867706"/>
                  <a:ext cx="174960" cy="21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upo 35">
            <a:extLst>
              <a:ext uri="{FF2B5EF4-FFF2-40B4-BE49-F238E27FC236}">
                <a16:creationId xmlns:a16="http://schemas.microsoft.com/office/drawing/2014/main" id="{3AE6AE4D-09B9-42DA-A3D7-0CF9D0A23AE7}"/>
              </a:ext>
            </a:extLst>
          </p:cNvPr>
          <p:cNvGrpSpPr/>
          <p:nvPr/>
        </p:nvGrpSpPr>
        <p:grpSpPr>
          <a:xfrm>
            <a:off x="3342455" y="2812266"/>
            <a:ext cx="664560" cy="290160"/>
            <a:chOff x="3342455" y="2812266"/>
            <a:chExt cx="664560" cy="290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1" name="Entrada de lápiz 30">
                  <a:extLst>
                    <a:ext uri="{FF2B5EF4-FFF2-40B4-BE49-F238E27FC236}">
                      <a16:creationId xmlns:a16="http://schemas.microsoft.com/office/drawing/2014/main" id="{BB0CC6E3-D5C2-44EF-A605-93C82E88B9B6}"/>
                    </a:ext>
                  </a:extLst>
                </p14:cNvPr>
                <p14:cNvContentPartPr/>
                <p14:nvPr/>
              </p14:nvContentPartPr>
              <p14:xfrm>
                <a:off x="3342455" y="2870946"/>
                <a:ext cx="178920" cy="231480"/>
              </p14:xfrm>
            </p:contentPart>
          </mc:Choice>
          <mc:Fallback>
            <p:pic>
              <p:nvPicPr>
                <p:cNvPr id="31" name="Entrada de lápiz 30">
                  <a:extLst>
                    <a:ext uri="{FF2B5EF4-FFF2-40B4-BE49-F238E27FC236}">
                      <a16:creationId xmlns:a16="http://schemas.microsoft.com/office/drawing/2014/main" id="{BB0CC6E3-D5C2-44EF-A605-93C82E88B9B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333815" y="2862306"/>
                  <a:ext cx="19656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2" name="Entrada de lápiz 31">
                  <a:extLst>
                    <a:ext uri="{FF2B5EF4-FFF2-40B4-BE49-F238E27FC236}">
                      <a16:creationId xmlns:a16="http://schemas.microsoft.com/office/drawing/2014/main" id="{E4BBD8C7-C137-4F7F-9270-3D9EEC319C32}"/>
                    </a:ext>
                  </a:extLst>
                </p14:cNvPr>
                <p14:cNvContentPartPr/>
                <p14:nvPr/>
              </p14:nvContentPartPr>
              <p14:xfrm>
                <a:off x="3344255" y="2829186"/>
                <a:ext cx="195120" cy="244800"/>
              </p14:xfrm>
            </p:contentPart>
          </mc:Choice>
          <mc:Fallback>
            <p:pic>
              <p:nvPicPr>
                <p:cNvPr id="32" name="Entrada de lápiz 31">
                  <a:extLst>
                    <a:ext uri="{FF2B5EF4-FFF2-40B4-BE49-F238E27FC236}">
                      <a16:creationId xmlns:a16="http://schemas.microsoft.com/office/drawing/2014/main" id="{E4BBD8C7-C137-4F7F-9270-3D9EEC319C3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335255" y="2820186"/>
                  <a:ext cx="21276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3" name="Entrada de lápiz 32">
                  <a:extLst>
                    <a:ext uri="{FF2B5EF4-FFF2-40B4-BE49-F238E27FC236}">
                      <a16:creationId xmlns:a16="http://schemas.microsoft.com/office/drawing/2014/main" id="{2D45B0EF-8D06-4AAE-AF02-17103415D61F}"/>
                    </a:ext>
                  </a:extLst>
                </p14:cNvPr>
                <p14:cNvContentPartPr/>
                <p14:nvPr/>
              </p14:nvContentPartPr>
              <p14:xfrm>
                <a:off x="3671135" y="2959146"/>
                <a:ext cx="145800" cy="9000"/>
              </p14:xfrm>
            </p:contentPart>
          </mc:Choice>
          <mc:Fallback>
            <p:pic>
              <p:nvPicPr>
                <p:cNvPr id="33" name="Entrada de lápiz 32">
                  <a:extLst>
                    <a:ext uri="{FF2B5EF4-FFF2-40B4-BE49-F238E27FC236}">
                      <a16:creationId xmlns:a16="http://schemas.microsoft.com/office/drawing/2014/main" id="{2D45B0EF-8D06-4AAE-AF02-17103415D61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662495" y="2950146"/>
                  <a:ext cx="16344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4" name="Entrada de lápiz 33">
                  <a:extLst>
                    <a:ext uri="{FF2B5EF4-FFF2-40B4-BE49-F238E27FC236}">
                      <a16:creationId xmlns:a16="http://schemas.microsoft.com/office/drawing/2014/main" id="{683297AF-18C2-43F7-A151-F95F05EC8C9B}"/>
                    </a:ext>
                  </a:extLst>
                </p14:cNvPr>
                <p14:cNvContentPartPr/>
                <p14:nvPr/>
              </p14:nvContentPartPr>
              <p14:xfrm>
                <a:off x="3686255" y="3028626"/>
                <a:ext cx="177840" cy="14760"/>
              </p14:xfrm>
            </p:contentPart>
          </mc:Choice>
          <mc:Fallback>
            <p:pic>
              <p:nvPicPr>
                <p:cNvPr id="34" name="Entrada de lápiz 33">
                  <a:extLst>
                    <a:ext uri="{FF2B5EF4-FFF2-40B4-BE49-F238E27FC236}">
                      <a16:creationId xmlns:a16="http://schemas.microsoft.com/office/drawing/2014/main" id="{683297AF-18C2-43F7-A151-F95F05EC8C9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677615" y="3019986"/>
                  <a:ext cx="19548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5" name="Entrada de lápiz 34">
                  <a:extLst>
                    <a:ext uri="{FF2B5EF4-FFF2-40B4-BE49-F238E27FC236}">
                      <a16:creationId xmlns:a16="http://schemas.microsoft.com/office/drawing/2014/main" id="{3CDF074E-7FC0-4B5D-9ECB-5E3840C50845}"/>
                    </a:ext>
                  </a:extLst>
                </p14:cNvPr>
                <p14:cNvContentPartPr/>
                <p14:nvPr/>
              </p14:nvContentPartPr>
              <p14:xfrm>
                <a:off x="3960215" y="2812266"/>
                <a:ext cx="46800" cy="138960"/>
              </p14:xfrm>
            </p:contentPart>
          </mc:Choice>
          <mc:Fallback>
            <p:pic>
              <p:nvPicPr>
                <p:cNvPr id="35" name="Entrada de lápiz 34">
                  <a:extLst>
                    <a:ext uri="{FF2B5EF4-FFF2-40B4-BE49-F238E27FC236}">
                      <a16:creationId xmlns:a16="http://schemas.microsoft.com/office/drawing/2014/main" id="{3CDF074E-7FC0-4B5D-9ECB-5E3840C5084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951215" y="2803266"/>
                  <a:ext cx="64440" cy="15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upo 46">
            <a:extLst>
              <a:ext uri="{FF2B5EF4-FFF2-40B4-BE49-F238E27FC236}">
                <a16:creationId xmlns:a16="http://schemas.microsoft.com/office/drawing/2014/main" id="{0846D0FD-3490-48E4-B0A9-61BA4242C57D}"/>
              </a:ext>
            </a:extLst>
          </p:cNvPr>
          <p:cNvGrpSpPr/>
          <p:nvPr/>
        </p:nvGrpSpPr>
        <p:grpSpPr>
          <a:xfrm>
            <a:off x="675575" y="3662586"/>
            <a:ext cx="1613160" cy="582480"/>
            <a:chOff x="675575" y="3662586"/>
            <a:chExt cx="1613160" cy="582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7" name="Entrada de lápiz 36">
                  <a:extLst>
                    <a:ext uri="{FF2B5EF4-FFF2-40B4-BE49-F238E27FC236}">
                      <a16:creationId xmlns:a16="http://schemas.microsoft.com/office/drawing/2014/main" id="{58E95AC7-95EA-4C09-BD49-32904CCD0FCA}"/>
                    </a:ext>
                  </a:extLst>
                </p14:cNvPr>
                <p14:cNvContentPartPr/>
                <p14:nvPr/>
              </p14:nvContentPartPr>
              <p14:xfrm>
                <a:off x="686735" y="3743226"/>
                <a:ext cx="55080" cy="501840"/>
              </p14:xfrm>
            </p:contentPart>
          </mc:Choice>
          <mc:Fallback>
            <p:pic>
              <p:nvPicPr>
                <p:cNvPr id="37" name="Entrada de lápiz 36">
                  <a:extLst>
                    <a:ext uri="{FF2B5EF4-FFF2-40B4-BE49-F238E27FC236}">
                      <a16:creationId xmlns:a16="http://schemas.microsoft.com/office/drawing/2014/main" id="{58E95AC7-95EA-4C09-BD49-32904CCD0FC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77735" y="3734586"/>
                  <a:ext cx="72720" cy="51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8" name="Entrada de lápiz 37">
                  <a:extLst>
                    <a:ext uri="{FF2B5EF4-FFF2-40B4-BE49-F238E27FC236}">
                      <a16:creationId xmlns:a16="http://schemas.microsoft.com/office/drawing/2014/main" id="{F1766BF2-9BDA-4A19-A6B7-23A14C180F37}"/>
                    </a:ext>
                  </a:extLst>
                </p14:cNvPr>
                <p14:cNvContentPartPr/>
                <p14:nvPr/>
              </p14:nvContentPartPr>
              <p14:xfrm>
                <a:off x="675575" y="3727386"/>
                <a:ext cx="165600" cy="243720"/>
              </p14:xfrm>
            </p:contentPart>
          </mc:Choice>
          <mc:Fallback>
            <p:pic>
              <p:nvPicPr>
                <p:cNvPr id="38" name="Entrada de lápiz 37">
                  <a:extLst>
                    <a:ext uri="{FF2B5EF4-FFF2-40B4-BE49-F238E27FC236}">
                      <a16:creationId xmlns:a16="http://schemas.microsoft.com/office/drawing/2014/main" id="{F1766BF2-9BDA-4A19-A6B7-23A14C180F3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66935" y="3718746"/>
                  <a:ext cx="18324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9" name="Entrada de lápiz 38">
                  <a:extLst>
                    <a:ext uri="{FF2B5EF4-FFF2-40B4-BE49-F238E27FC236}">
                      <a16:creationId xmlns:a16="http://schemas.microsoft.com/office/drawing/2014/main" id="{B697B174-49DA-4598-8651-B7C1CFCAE23E}"/>
                    </a:ext>
                  </a:extLst>
                </p14:cNvPr>
                <p14:cNvContentPartPr/>
                <p14:nvPr/>
              </p14:nvContentPartPr>
              <p14:xfrm>
                <a:off x="979415" y="3701466"/>
                <a:ext cx="153360" cy="367920"/>
              </p14:xfrm>
            </p:contentPart>
          </mc:Choice>
          <mc:Fallback>
            <p:pic>
              <p:nvPicPr>
                <p:cNvPr id="39" name="Entrada de lápiz 38">
                  <a:extLst>
                    <a:ext uri="{FF2B5EF4-FFF2-40B4-BE49-F238E27FC236}">
                      <a16:creationId xmlns:a16="http://schemas.microsoft.com/office/drawing/2014/main" id="{B697B174-49DA-4598-8651-B7C1CFCAE23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70775" y="3692826"/>
                  <a:ext cx="171000" cy="38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0" name="Entrada de lápiz 39">
                  <a:extLst>
                    <a:ext uri="{FF2B5EF4-FFF2-40B4-BE49-F238E27FC236}">
                      <a16:creationId xmlns:a16="http://schemas.microsoft.com/office/drawing/2014/main" id="{F0278E13-555E-4C69-9B3B-95D723BD7C24}"/>
                    </a:ext>
                  </a:extLst>
                </p14:cNvPr>
                <p14:cNvContentPartPr/>
                <p14:nvPr/>
              </p14:nvContentPartPr>
              <p14:xfrm>
                <a:off x="1156895" y="3804426"/>
                <a:ext cx="191160" cy="204120"/>
              </p14:xfrm>
            </p:contentPart>
          </mc:Choice>
          <mc:Fallback>
            <p:pic>
              <p:nvPicPr>
                <p:cNvPr id="40" name="Entrada de lápiz 39">
                  <a:extLst>
                    <a:ext uri="{FF2B5EF4-FFF2-40B4-BE49-F238E27FC236}">
                      <a16:creationId xmlns:a16="http://schemas.microsoft.com/office/drawing/2014/main" id="{F0278E13-555E-4C69-9B3B-95D723BD7C2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148255" y="3795426"/>
                  <a:ext cx="20880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1" name="Entrada de lápiz 40">
                  <a:extLst>
                    <a:ext uri="{FF2B5EF4-FFF2-40B4-BE49-F238E27FC236}">
                      <a16:creationId xmlns:a16="http://schemas.microsoft.com/office/drawing/2014/main" id="{B074AA98-DA04-4D79-8926-8DB36D0BB6C7}"/>
                    </a:ext>
                  </a:extLst>
                </p14:cNvPr>
                <p14:cNvContentPartPr/>
                <p14:nvPr/>
              </p14:nvContentPartPr>
              <p14:xfrm>
                <a:off x="1150415" y="3749346"/>
                <a:ext cx="180720" cy="282600"/>
              </p14:xfrm>
            </p:contentPart>
          </mc:Choice>
          <mc:Fallback>
            <p:pic>
              <p:nvPicPr>
                <p:cNvPr id="41" name="Entrada de lápiz 40">
                  <a:extLst>
                    <a:ext uri="{FF2B5EF4-FFF2-40B4-BE49-F238E27FC236}">
                      <a16:creationId xmlns:a16="http://schemas.microsoft.com/office/drawing/2014/main" id="{B074AA98-DA04-4D79-8926-8DB36D0BB6C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141415" y="3740346"/>
                  <a:ext cx="19836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2" name="Entrada de lápiz 41">
                  <a:extLst>
                    <a:ext uri="{FF2B5EF4-FFF2-40B4-BE49-F238E27FC236}">
                      <a16:creationId xmlns:a16="http://schemas.microsoft.com/office/drawing/2014/main" id="{87336FAC-A6FF-4345-A90D-6725AFC8B17F}"/>
                    </a:ext>
                  </a:extLst>
                </p14:cNvPr>
                <p14:cNvContentPartPr/>
                <p14:nvPr/>
              </p14:nvContentPartPr>
              <p14:xfrm>
                <a:off x="1397735" y="3840066"/>
                <a:ext cx="155160" cy="19800"/>
              </p14:xfrm>
            </p:contentPart>
          </mc:Choice>
          <mc:Fallback>
            <p:pic>
              <p:nvPicPr>
                <p:cNvPr id="42" name="Entrada de lápiz 41">
                  <a:extLst>
                    <a:ext uri="{FF2B5EF4-FFF2-40B4-BE49-F238E27FC236}">
                      <a16:creationId xmlns:a16="http://schemas.microsoft.com/office/drawing/2014/main" id="{87336FAC-A6FF-4345-A90D-6725AFC8B17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389095" y="3831426"/>
                  <a:ext cx="1728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3" name="Entrada de lápiz 42">
                  <a:extLst>
                    <a:ext uri="{FF2B5EF4-FFF2-40B4-BE49-F238E27FC236}">
                      <a16:creationId xmlns:a16="http://schemas.microsoft.com/office/drawing/2014/main" id="{B1A0E0AC-1A71-46FD-9BDD-F8B1BD6DF58E}"/>
                    </a:ext>
                  </a:extLst>
                </p14:cNvPr>
                <p14:cNvContentPartPr/>
                <p14:nvPr/>
              </p14:nvContentPartPr>
              <p14:xfrm>
                <a:off x="1433735" y="3933666"/>
                <a:ext cx="136440" cy="19800"/>
              </p14:xfrm>
            </p:contentPart>
          </mc:Choice>
          <mc:Fallback>
            <p:pic>
              <p:nvPicPr>
                <p:cNvPr id="43" name="Entrada de lápiz 42">
                  <a:extLst>
                    <a:ext uri="{FF2B5EF4-FFF2-40B4-BE49-F238E27FC236}">
                      <a16:creationId xmlns:a16="http://schemas.microsoft.com/office/drawing/2014/main" id="{B1A0E0AC-1A71-46FD-9BDD-F8B1BD6DF58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424735" y="3924666"/>
                  <a:ext cx="1540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4" name="Entrada de lápiz 43">
                  <a:extLst>
                    <a:ext uri="{FF2B5EF4-FFF2-40B4-BE49-F238E27FC236}">
                      <a16:creationId xmlns:a16="http://schemas.microsoft.com/office/drawing/2014/main" id="{9A6BA361-3F41-4404-9DCA-67C45D27CC35}"/>
                    </a:ext>
                  </a:extLst>
                </p14:cNvPr>
                <p14:cNvContentPartPr/>
                <p14:nvPr/>
              </p14:nvContentPartPr>
              <p14:xfrm>
                <a:off x="1658015" y="3797226"/>
                <a:ext cx="214200" cy="196200"/>
              </p14:xfrm>
            </p:contentPart>
          </mc:Choice>
          <mc:Fallback>
            <p:pic>
              <p:nvPicPr>
                <p:cNvPr id="44" name="Entrada de lápiz 43">
                  <a:extLst>
                    <a:ext uri="{FF2B5EF4-FFF2-40B4-BE49-F238E27FC236}">
                      <a16:creationId xmlns:a16="http://schemas.microsoft.com/office/drawing/2014/main" id="{9A6BA361-3F41-4404-9DCA-67C45D27CC3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649375" y="3788586"/>
                  <a:ext cx="23184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5" name="Entrada de lápiz 44">
                  <a:extLst>
                    <a:ext uri="{FF2B5EF4-FFF2-40B4-BE49-F238E27FC236}">
                      <a16:creationId xmlns:a16="http://schemas.microsoft.com/office/drawing/2014/main" id="{4B376169-5EB7-4C4F-9B49-825D3A590348}"/>
                    </a:ext>
                  </a:extLst>
                </p14:cNvPr>
                <p14:cNvContentPartPr/>
                <p14:nvPr/>
              </p14:nvContentPartPr>
              <p14:xfrm>
                <a:off x="1950335" y="3662586"/>
                <a:ext cx="75600" cy="387000"/>
              </p14:xfrm>
            </p:contentPart>
          </mc:Choice>
          <mc:Fallback>
            <p:pic>
              <p:nvPicPr>
                <p:cNvPr id="45" name="Entrada de lápiz 44">
                  <a:extLst>
                    <a:ext uri="{FF2B5EF4-FFF2-40B4-BE49-F238E27FC236}">
                      <a16:creationId xmlns:a16="http://schemas.microsoft.com/office/drawing/2014/main" id="{4B376169-5EB7-4C4F-9B49-825D3A59034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941695" y="3653586"/>
                  <a:ext cx="93240" cy="40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6" name="Entrada de lápiz 45">
                  <a:extLst>
                    <a:ext uri="{FF2B5EF4-FFF2-40B4-BE49-F238E27FC236}">
                      <a16:creationId xmlns:a16="http://schemas.microsoft.com/office/drawing/2014/main" id="{973E8E6D-B086-401D-A05F-DA25DE3E277A}"/>
                    </a:ext>
                  </a:extLst>
                </p14:cNvPr>
                <p14:cNvContentPartPr/>
                <p14:nvPr/>
              </p14:nvContentPartPr>
              <p14:xfrm>
                <a:off x="2144015" y="3783906"/>
                <a:ext cx="144720" cy="136440"/>
              </p14:xfrm>
            </p:contentPart>
          </mc:Choice>
          <mc:Fallback>
            <p:pic>
              <p:nvPicPr>
                <p:cNvPr id="46" name="Entrada de lápiz 45">
                  <a:extLst>
                    <a:ext uri="{FF2B5EF4-FFF2-40B4-BE49-F238E27FC236}">
                      <a16:creationId xmlns:a16="http://schemas.microsoft.com/office/drawing/2014/main" id="{973E8E6D-B086-401D-A05F-DA25DE3E277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135015" y="3775266"/>
                  <a:ext cx="162360" cy="15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upo 51">
            <a:extLst>
              <a:ext uri="{FF2B5EF4-FFF2-40B4-BE49-F238E27FC236}">
                <a16:creationId xmlns:a16="http://schemas.microsoft.com/office/drawing/2014/main" id="{11EBA5B5-36A1-42FF-89E8-43DD47DA0205}"/>
              </a:ext>
            </a:extLst>
          </p:cNvPr>
          <p:cNvGrpSpPr/>
          <p:nvPr/>
        </p:nvGrpSpPr>
        <p:grpSpPr>
          <a:xfrm>
            <a:off x="6182495" y="3174786"/>
            <a:ext cx="391680" cy="203040"/>
            <a:chOff x="6182495" y="3174786"/>
            <a:chExt cx="391680" cy="20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8" name="Entrada de lápiz 47">
                  <a:extLst>
                    <a:ext uri="{FF2B5EF4-FFF2-40B4-BE49-F238E27FC236}">
                      <a16:creationId xmlns:a16="http://schemas.microsoft.com/office/drawing/2014/main" id="{347CEABB-330E-4A83-80F8-1F3C548EB8F2}"/>
                    </a:ext>
                  </a:extLst>
                </p14:cNvPr>
                <p14:cNvContentPartPr/>
                <p14:nvPr/>
              </p14:nvContentPartPr>
              <p14:xfrm>
                <a:off x="6182495" y="3174786"/>
                <a:ext cx="160200" cy="203040"/>
              </p14:xfrm>
            </p:contentPart>
          </mc:Choice>
          <mc:Fallback>
            <p:pic>
              <p:nvPicPr>
                <p:cNvPr id="48" name="Entrada de lápiz 47">
                  <a:extLst>
                    <a:ext uri="{FF2B5EF4-FFF2-40B4-BE49-F238E27FC236}">
                      <a16:creationId xmlns:a16="http://schemas.microsoft.com/office/drawing/2014/main" id="{347CEABB-330E-4A83-80F8-1F3C548EB8F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173495" y="3166146"/>
                  <a:ext cx="17784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9" name="Entrada de lápiz 48">
                  <a:extLst>
                    <a:ext uri="{FF2B5EF4-FFF2-40B4-BE49-F238E27FC236}">
                      <a16:creationId xmlns:a16="http://schemas.microsoft.com/office/drawing/2014/main" id="{A88E2E32-31D1-4F00-A511-13018E91C899}"/>
                    </a:ext>
                  </a:extLst>
                </p14:cNvPr>
                <p14:cNvContentPartPr/>
                <p14:nvPr/>
              </p14:nvContentPartPr>
              <p14:xfrm>
                <a:off x="6439535" y="3256506"/>
                <a:ext cx="111960" cy="360"/>
              </p14:xfrm>
            </p:contentPart>
          </mc:Choice>
          <mc:Fallback>
            <p:pic>
              <p:nvPicPr>
                <p:cNvPr id="49" name="Entrada de lápiz 48">
                  <a:extLst>
                    <a:ext uri="{FF2B5EF4-FFF2-40B4-BE49-F238E27FC236}">
                      <a16:creationId xmlns:a16="http://schemas.microsoft.com/office/drawing/2014/main" id="{A88E2E32-31D1-4F00-A511-13018E91C899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430535" y="3247506"/>
                  <a:ext cx="1296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0" name="Entrada de lápiz 49">
                  <a:extLst>
                    <a:ext uri="{FF2B5EF4-FFF2-40B4-BE49-F238E27FC236}">
                      <a16:creationId xmlns:a16="http://schemas.microsoft.com/office/drawing/2014/main" id="{BC6A14BD-FB2A-4AA4-A33B-DDD39C22734B}"/>
                    </a:ext>
                  </a:extLst>
                </p14:cNvPr>
                <p14:cNvContentPartPr/>
                <p14:nvPr/>
              </p14:nvContentPartPr>
              <p14:xfrm>
                <a:off x="6439535" y="3302226"/>
                <a:ext cx="134640" cy="5400"/>
              </p14:xfrm>
            </p:contentPart>
          </mc:Choice>
          <mc:Fallback>
            <p:pic>
              <p:nvPicPr>
                <p:cNvPr id="50" name="Entrada de lápiz 49">
                  <a:extLst>
                    <a:ext uri="{FF2B5EF4-FFF2-40B4-BE49-F238E27FC236}">
                      <a16:creationId xmlns:a16="http://schemas.microsoft.com/office/drawing/2014/main" id="{BC6A14BD-FB2A-4AA4-A33B-DDD39C22734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430535" y="3293586"/>
                  <a:ext cx="152280" cy="23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51" name="Entrada de lápiz 50">
                <a:extLst>
                  <a:ext uri="{FF2B5EF4-FFF2-40B4-BE49-F238E27FC236}">
                    <a16:creationId xmlns:a16="http://schemas.microsoft.com/office/drawing/2014/main" id="{9D04D9F2-7002-4E5A-97AE-C65B036B66DE}"/>
                  </a:ext>
                </a:extLst>
              </p14:cNvPr>
              <p14:cNvContentPartPr/>
              <p14:nvPr/>
            </p14:nvContentPartPr>
            <p14:xfrm>
              <a:off x="6732215" y="3164346"/>
              <a:ext cx="175320" cy="210600"/>
            </p14:xfrm>
          </p:contentPart>
        </mc:Choice>
        <mc:Fallback>
          <p:pic>
            <p:nvPicPr>
              <p:cNvPr id="51" name="Entrada de lápiz 50">
                <a:extLst>
                  <a:ext uri="{FF2B5EF4-FFF2-40B4-BE49-F238E27FC236}">
                    <a16:creationId xmlns:a16="http://schemas.microsoft.com/office/drawing/2014/main" id="{9D04D9F2-7002-4E5A-97AE-C65B036B66DE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6723575" y="3155346"/>
                <a:ext cx="192960" cy="228240"/>
              </a:xfrm>
              <a:prstGeom prst="rect">
                <a:avLst/>
              </a:prstGeom>
            </p:spPr>
          </p:pic>
        </mc:Fallback>
      </mc:AlternateContent>
      <p:grpSp>
        <p:nvGrpSpPr>
          <p:cNvPr id="65" name="Grupo 64">
            <a:extLst>
              <a:ext uri="{FF2B5EF4-FFF2-40B4-BE49-F238E27FC236}">
                <a16:creationId xmlns:a16="http://schemas.microsoft.com/office/drawing/2014/main" id="{1158D92D-C164-4D46-AD30-29BCE8E37A25}"/>
              </a:ext>
            </a:extLst>
          </p:cNvPr>
          <p:cNvGrpSpPr/>
          <p:nvPr/>
        </p:nvGrpSpPr>
        <p:grpSpPr>
          <a:xfrm>
            <a:off x="2398535" y="3653946"/>
            <a:ext cx="590400" cy="849240"/>
            <a:chOff x="2398535" y="3653946"/>
            <a:chExt cx="590400" cy="84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3" name="Entrada de lápiz 52">
                  <a:extLst>
                    <a:ext uri="{FF2B5EF4-FFF2-40B4-BE49-F238E27FC236}">
                      <a16:creationId xmlns:a16="http://schemas.microsoft.com/office/drawing/2014/main" id="{990EB469-DDBF-4722-ADFA-BC7E851097EC}"/>
                    </a:ext>
                  </a:extLst>
                </p14:cNvPr>
                <p14:cNvContentPartPr/>
                <p14:nvPr/>
              </p14:nvContentPartPr>
              <p14:xfrm>
                <a:off x="2398535" y="3667986"/>
                <a:ext cx="109080" cy="835200"/>
              </p14:xfrm>
            </p:contentPart>
          </mc:Choice>
          <mc:Fallback>
            <p:pic>
              <p:nvPicPr>
                <p:cNvPr id="53" name="Entrada de lápiz 52">
                  <a:extLst>
                    <a:ext uri="{FF2B5EF4-FFF2-40B4-BE49-F238E27FC236}">
                      <a16:creationId xmlns:a16="http://schemas.microsoft.com/office/drawing/2014/main" id="{990EB469-DDBF-4722-ADFA-BC7E851097E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389895" y="3658986"/>
                  <a:ext cx="126720" cy="85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4" name="Entrada de lápiz 53">
                  <a:extLst>
                    <a:ext uri="{FF2B5EF4-FFF2-40B4-BE49-F238E27FC236}">
                      <a16:creationId xmlns:a16="http://schemas.microsoft.com/office/drawing/2014/main" id="{0FF3D05E-E54A-4F01-957B-9BB911BE3494}"/>
                    </a:ext>
                  </a:extLst>
                </p14:cNvPr>
                <p14:cNvContentPartPr/>
                <p14:nvPr/>
              </p14:nvContentPartPr>
              <p14:xfrm>
                <a:off x="2555855" y="3700746"/>
                <a:ext cx="127080" cy="211320"/>
              </p14:xfrm>
            </p:contentPart>
          </mc:Choice>
          <mc:Fallback>
            <p:pic>
              <p:nvPicPr>
                <p:cNvPr id="54" name="Entrada de lápiz 53">
                  <a:extLst>
                    <a:ext uri="{FF2B5EF4-FFF2-40B4-BE49-F238E27FC236}">
                      <a16:creationId xmlns:a16="http://schemas.microsoft.com/office/drawing/2014/main" id="{0FF3D05E-E54A-4F01-957B-9BB911BE349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546855" y="3692106"/>
                  <a:ext cx="14472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5" name="Entrada de lápiz 54">
                  <a:extLst>
                    <a:ext uri="{FF2B5EF4-FFF2-40B4-BE49-F238E27FC236}">
                      <a16:creationId xmlns:a16="http://schemas.microsoft.com/office/drawing/2014/main" id="{FD029610-7410-4686-A453-604F7BE91152}"/>
                    </a:ext>
                  </a:extLst>
                </p14:cNvPr>
                <p14:cNvContentPartPr/>
                <p14:nvPr/>
              </p14:nvContentPartPr>
              <p14:xfrm>
                <a:off x="2596535" y="4132746"/>
                <a:ext cx="213840" cy="174600"/>
              </p14:xfrm>
            </p:contentPart>
          </mc:Choice>
          <mc:Fallback>
            <p:pic>
              <p:nvPicPr>
                <p:cNvPr id="55" name="Entrada de lápiz 54">
                  <a:extLst>
                    <a:ext uri="{FF2B5EF4-FFF2-40B4-BE49-F238E27FC236}">
                      <a16:creationId xmlns:a16="http://schemas.microsoft.com/office/drawing/2014/main" id="{FD029610-7410-4686-A453-604F7BE9115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587535" y="4123746"/>
                  <a:ext cx="23148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E650BB44-5BBE-4895-A84F-69247DDE9652}"/>
                    </a:ext>
                  </a:extLst>
                </p14:cNvPr>
                <p14:cNvContentPartPr/>
                <p14:nvPr/>
              </p14:nvContentPartPr>
              <p14:xfrm>
                <a:off x="2851415" y="3653946"/>
                <a:ext cx="137520" cy="702000"/>
              </p14:xfrm>
            </p:contentPart>
          </mc:Choice>
          <mc:Fallback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E650BB44-5BBE-4895-A84F-69247DDE965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842415" y="3645306"/>
                  <a:ext cx="155160" cy="71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upo 63">
            <a:extLst>
              <a:ext uri="{FF2B5EF4-FFF2-40B4-BE49-F238E27FC236}">
                <a16:creationId xmlns:a16="http://schemas.microsoft.com/office/drawing/2014/main" id="{C56DAEEC-8ADC-4719-BB9B-45588CB49B81}"/>
              </a:ext>
            </a:extLst>
          </p:cNvPr>
          <p:cNvGrpSpPr/>
          <p:nvPr/>
        </p:nvGrpSpPr>
        <p:grpSpPr>
          <a:xfrm>
            <a:off x="3152735" y="3637026"/>
            <a:ext cx="923040" cy="458640"/>
            <a:chOff x="3152735" y="3637026"/>
            <a:chExt cx="923040" cy="45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7" name="Entrada de lápiz 56">
                  <a:extLst>
                    <a:ext uri="{FF2B5EF4-FFF2-40B4-BE49-F238E27FC236}">
                      <a16:creationId xmlns:a16="http://schemas.microsoft.com/office/drawing/2014/main" id="{935C5D4D-DE5F-46AB-9DD7-4D2C4CFF15A0}"/>
                    </a:ext>
                  </a:extLst>
                </p14:cNvPr>
                <p14:cNvContentPartPr/>
                <p14:nvPr/>
              </p14:nvContentPartPr>
              <p14:xfrm>
                <a:off x="3152735" y="3800106"/>
                <a:ext cx="84240" cy="279000"/>
              </p14:xfrm>
            </p:contentPart>
          </mc:Choice>
          <mc:Fallback>
            <p:pic>
              <p:nvPicPr>
                <p:cNvPr id="57" name="Entrada de lápiz 56">
                  <a:extLst>
                    <a:ext uri="{FF2B5EF4-FFF2-40B4-BE49-F238E27FC236}">
                      <a16:creationId xmlns:a16="http://schemas.microsoft.com/office/drawing/2014/main" id="{935C5D4D-DE5F-46AB-9DD7-4D2C4CFF15A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144095" y="3791466"/>
                  <a:ext cx="10188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8" name="Entrada de lápiz 57">
                  <a:extLst>
                    <a:ext uri="{FF2B5EF4-FFF2-40B4-BE49-F238E27FC236}">
                      <a16:creationId xmlns:a16="http://schemas.microsoft.com/office/drawing/2014/main" id="{6A9623E2-0A72-4EF8-B781-D170E0CAD2FD}"/>
                    </a:ext>
                  </a:extLst>
                </p14:cNvPr>
                <p14:cNvContentPartPr/>
                <p14:nvPr/>
              </p14:nvContentPartPr>
              <p14:xfrm>
                <a:off x="3291335" y="3833226"/>
                <a:ext cx="140400" cy="150840"/>
              </p14:xfrm>
            </p:contentPart>
          </mc:Choice>
          <mc:Fallback>
            <p:pic>
              <p:nvPicPr>
                <p:cNvPr id="58" name="Entrada de lápiz 57">
                  <a:extLst>
                    <a:ext uri="{FF2B5EF4-FFF2-40B4-BE49-F238E27FC236}">
                      <a16:creationId xmlns:a16="http://schemas.microsoft.com/office/drawing/2014/main" id="{6A9623E2-0A72-4EF8-B781-D170E0CAD2F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282335" y="3824226"/>
                  <a:ext cx="15804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9" name="Entrada de lápiz 58">
                  <a:extLst>
                    <a:ext uri="{FF2B5EF4-FFF2-40B4-BE49-F238E27FC236}">
                      <a16:creationId xmlns:a16="http://schemas.microsoft.com/office/drawing/2014/main" id="{8C3F4F97-E376-4782-950A-FB2090F16B58}"/>
                    </a:ext>
                  </a:extLst>
                </p14:cNvPr>
                <p14:cNvContentPartPr/>
                <p14:nvPr/>
              </p14:nvContentPartPr>
              <p14:xfrm>
                <a:off x="3454775" y="3971106"/>
                <a:ext cx="10800" cy="124560"/>
              </p14:xfrm>
            </p:contentPart>
          </mc:Choice>
          <mc:Fallback>
            <p:pic>
              <p:nvPicPr>
                <p:cNvPr id="59" name="Entrada de lápiz 58">
                  <a:extLst>
                    <a:ext uri="{FF2B5EF4-FFF2-40B4-BE49-F238E27FC236}">
                      <a16:creationId xmlns:a16="http://schemas.microsoft.com/office/drawing/2014/main" id="{8C3F4F97-E376-4782-950A-FB2090F16B5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446135" y="3962106"/>
                  <a:ext cx="2844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0" name="Entrada de lápiz 59">
                  <a:extLst>
                    <a:ext uri="{FF2B5EF4-FFF2-40B4-BE49-F238E27FC236}">
                      <a16:creationId xmlns:a16="http://schemas.microsoft.com/office/drawing/2014/main" id="{5D726E5B-E11A-4BE4-9AB1-D599D5AC2B38}"/>
                    </a:ext>
                  </a:extLst>
                </p14:cNvPr>
                <p14:cNvContentPartPr/>
                <p14:nvPr/>
              </p14:nvContentPartPr>
              <p14:xfrm>
                <a:off x="3545495" y="3810186"/>
                <a:ext cx="111960" cy="182520"/>
              </p14:xfrm>
            </p:contentPart>
          </mc:Choice>
          <mc:Fallback>
            <p:pic>
              <p:nvPicPr>
                <p:cNvPr id="60" name="Entrada de lápiz 59">
                  <a:extLst>
                    <a:ext uri="{FF2B5EF4-FFF2-40B4-BE49-F238E27FC236}">
                      <a16:creationId xmlns:a16="http://schemas.microsoft.com/office/drawing/2014/main" id="{5D726E5B-E11A-4BE4-9AB1-D599D5AC2B3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536855" y="3801546"/>
                  <a:ext cx="12960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1" name="Entrada de lápiz 60">
                  <a:extLst>
                    <a:ext uri="{FF2B5EF4-FFF2-40B4-BE49-F238E27FC236}">
                      <a16:creationId xmlns:a16="http://schemas.microsoft.com/office/drawing/2014/main" id="{D8CE8F21-9E37-4239-9F68-78DEEB9F303B}"/>
                    </a:ext>
                  </a:extLst>
                </p14:cNvPr>
                <p14:cNvContentPartPr/>
                <p14:nvPr/>
              </p14:nvContentPartPr>
              <p14:xfrm>
                <a:off x="3526775" y="3859506"/>
                <a:ext cx="179640" cy="83520"/>
              </p14:xfrm>
            </p:contentPart>
          </mc:Choice>
          <mc:Fallback>
            <p:pic>
              <p:nvPicPr>
                <p:cNvPr id="61" name="Entrada de lápiz 60">
                  <a:extLst>
                    <a:ext uri="{FF2B5EF4-FFF2-40B4-BE49-F238E27FC236}">
                      <a16:creationId xmlns:a16="http://schemas.microsoft.com/office/drawing/2014/main" id="{D8CE8F21-9E37-4239-9F68-78DEEB9F303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517775" y="3850866"/>
                  <a:ext cx="19728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2" name="Entrada de lápiz 61">
                  <a:extLst>
                    <a:ext uri="{FF2B5EF4-FFF2-40B4-BE49-F238E27FC236}">
                      <a16:creationId xmlns:a16="http://schemas.microsoft.com/office/drawing/2014/main" id="{38A647A3-5790-4495-9117-B0231120FDF1}"/>
                    </a:ext>
                  </a:extLst>
                </p14:cNvPr>
                <p14:cNvContentPartPr/>
                <p14:nvPr/>
              </p14:nvContentPartPr>
              <p14:xfrm>
                <a:off x="3760415" y="3772026"/>
                <a:ext cx="123840" cy="212400"/>
              </p14:xfrm>
            </p:contentPart>
          </mc:Choice>
          <mc:Fallback>
            <p:pic>
              <p:nvPicPr>
                <p:cNvPr id="62" name="Entrada de lápiz 61">
                  <a:extLst>
                    <a:ext uri="{FF2B5EF4-FFF2-40B4-BE49-F238E27FC236}">
                      <a16:creationId xmlns:a16="http://schemas.microsoft.com/office/drawing/2014/main" id="{38A647A3-5790-4495-9117-B0231120FDF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751415" y="3763026"/>
                  <a:ext cx="14148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3" name="Entrada de lápiz 62">
                  <a:extLst>
                    <a:ext uri="{FF2B5EF4-FFF2-40B4-BE49-F238E27FC236}">
                      <a16:creationId xmlns:a16="http://schemas.microsoft.com/office/drawing/2014/main" id="{6EB8FAFC-7D71-4896-92FF-6DD6091AC9A4}"/>
                    </a:ext>
                  </a:extLst>
                </p14:cNvPr>
                <p14:cNvContentPartPr/>
                <p14:nvPr/>
              </p14:nvContentPartPr>
              <p14:xfrm>
                <a:off x="4014935" y="3637026"/>
                <a:ext cx="60840" cy="359640"/>
              </p14:xfrm>
            </p:contentPart>
          </mc:Choice>
          <mc:Fallback>
            <p:pic>
              <p:nvPicPr>
                <p:cNvPr id="63" name="Entrada de lápiz 62">
                  <a:extLst>
                    <a:ext uri="{FF2B5EF4-FFF2-40B4-BE49-F238E27FC236}">
                      <a16:creationId xmlns:a16="http://schemas.microsoft.com/office/drawing/2014/main" id="{6EB8FAFC-7D71-4896-92FF-6DD6091AC9A4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006295" y="3628386"/>
                  <a:ext cx="78480" cy="37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upo 77">
            <a:extLst>
              <a:ext uri="{FF2B5EF4-FFF2-40B4-BE49-F238E27FC236}">
                <a16:creationId xmlns:a16="http://schemas.microsoft.com/office/drawing/2014/main" id="{4345A816-CCD5-4802-AEB8-14C316D4C8B1}"/>
              </a:ext>
            </a:extLst>
          </p:cNvPr>
          <p:cNvGrpSpPr/>
          <p:nvPr/>
        </p:nvGrpSpPr>
        <p:grpSpPr>
          <a:xfrm>
            <a:off x="4080095" y="3462786"/>
            <a:ext cx="1361520" cy="589320"/>
            <a:chOff x="4080095" y="3462786"/>
            <a:chExt cx="1361520" cy="58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6" name="Entrada de lápiz 65">
                  <a:extLst>
                    <a:ext uri="{FF2B5EF4-FFF2-40B4-BE49-F238E27FC236}">
                      <a16:creationId xmlns:a16="http://schemas.microsoft.com/office/drawing/2014/main" id="{DDA3E5F2-C264-4107-AF7A-330EDFF23037}"/>
                    </a:ext>
                  </a:extLst>
                </p14:cNvPr>
                <p14:cNvContentPartPr/>
                <p14:nvPr/>
              </p14:nvContentPartPr>
              <p14:xfrm>
                <a:off x="4080095" y="3462786"/>
                <a:ext cx="122040" cy="189000"/>
              </p14:xfrm>
            </p:contentPart>
          </mc:Choice>
          <mc:Fallback>
            <p:pic>
              <p:nvPicPr>
                <p:cNvPr id="66" name="Entrada de lápiz 65">
                  <a:extLst>
                    <a:ext uri="{FF2B5EF4-FFF2-40B4-BE49-F238E27FC236}">
                      <a16:creationId xmlns:a16="http://schemas.microsoft.com/office/drawing/2014/main" id="{DDA3E5F2-C264-4107-AF7A-330EDFF2303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071455" y="3454146"/>
                  <a:ext cx="13968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7" name="Entrada de lápiz 66">
                  <a:extLst>
                    <a:ext uri="{FF2B5EF4-FFF2-40B4-BE49-F238E27FC236}">
                      <a16:creationId xmlns:a16="http://schemas.microsoft.com/office/drawing/2014/main" id="{33831735-6ED8-40DF-B7AE-C0744D330962}"/>
                    </a:ext>
                  </a:extLst>
                </p14:cNvPr>
                <p14:cNvContentPartPr/>
                <p14:nvPr/>
              </p14:nvContentPartPr>
              <p14:xfrm>
                <a:off x="4289975" y="3683826"/>
                <a:ext cx="45720" cy="309600"/>
              </p14:xfrm>
            </p:contentPart>
          </mc:Choice>
          <mc:Fallback>
            <p:pic>
              <p:nvPicPr>
                <p:cNvPr id="67" name="Entrada de lápiz 66">
                  <a:extLst>
                    <a:ext uri="{FF2B5EF4-FFF2-40B4-BE49-F238E27FC236}">
                      <a16:creationId xmlns:a16="http://schemas.microsoft.com/office/drawing/2014/main" id="{33831735-6ED8-40DF-B7AE-C0744D33096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280975" y="3674826"/>
                  <a:ext cx="6336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8" name="Entrada de lápiz 67">
                  <a:extLst>
                    <a:ext uri="{FF2B5EF4-FFF2-40B4-BE49-F238E27FC236}">
                      <a16:creationId xmlns:a16="http://schemas.microsoft.com/office/drawing/2014/main" id="{74BBB41F-F4D3-4980-8E7D-C47E14242533}"/>
                    </a:ext>
                  </a:extLst>
                </p14:cNvPr>
                <p14:cNvContentPartPr/>
                <p14:nvPr/>
              </p14:nvContentPartPr>
              <p14:xfrm>
                <a:off x="4459175" y="3732066"/>
                <a:ext cx="140760" cy="144360"/>
              </p14:xfrm>
            </p:contentPart>
          </mc:Choice>
          <mc:Fallback>
            <p:pic>
              <p:nvPicPr>
                <p:cNvPr id="68" name="Entrada de lápiz 67">
                  <a:extLst>
                    <a:ext uri="{FF2B5EF4-FFF2-40B4-BE49-F238E27FC236}">
                      <a16:creationId xmlns:a16="http://schemas.microsoft.com/office/drawing/2014/main" id="{74BBB41F-F4D3-4980-8E7D-C47E1424253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450175" y="3723426"/>
                  <a:ext cx="1584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9" name="Entrada de lápiz 68">
                  <a:extLst>
                    <a:ext uri="{FF2B5EF4-FFF2-40B4-BE49-F238E27FC236}">
                      <a16:creationId xmlns:a16="http://schemas.microsoft.com/office/drawing/2014/main" id="{D3FE1226-B1D5-44AE-9776-309A00154AED}"/>
                    </a:ext>
                  </a:extLst>
                </p14:cNvPr>
                <p14:cNvContentPartPr/>
                <p14:nvPr/>
              </p14:nvContentPartPr>
              <p14:xfrm>
                <a:off x="4617575" y="3946266"/>
                <a:ext cx="44640" cy="105840"/>
              </p14:xfrm>
            </p:contentPart>
          </mc:Choice>
          <mc:Fallback>
            <p:pic>
              <p:nvPicPr>
                <p:cNvPr id="69" name="Entrada de lápiz 68">
                  <a:extLst>
                    <a:ext uri="{FF2B5EF4-FFF2-40B4-BE49-F238E27FC236}">
                      <a16:creationId xmlns:a16="http://schemas.microsoft.com/office/drawing/2014/main" id="{D3FE1226-B1D5-44AE-9776-309A00154AE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608575" y="3937626"/>
                  <a:ext cx="6228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0" name="Entrada de lápiz 69">
                  <a:extLst>
                    <a:ext uri="{FF2B5EF4-FFF2-40B4-BE49-F238E27FC236}">
                      <a16:creationId xmlns:a16="http://schemas.microsoft.com/office/drawing/2014/main" id="{D568F1B5-122C-44BC-96DF-DC852272FF13}"/>
                    </a:ext>
                  </a:extLst>
                </p14:cNvPr>
                <p14:cNvContentPartPr/>
                <p14:nvPr/>
              </p14:nvContentPartPr>
              <p14:xfrm>
                <a:off x="4752935" y="3831786"/>
                <a:ext cx="154080" cy="158760"/>
              </p14:xfrm>
            </p:contentPart>
          </mc:Choice>
          <mc:Fallback>
            <p:pic>
              <p:nvPicPr>
                <p:cNvPr id="70" name="Entrada de lápiz 69">
                  <a:extLst>
                    <a:ext uri="{FF2B5EF4-FFF2-40B4-BE49-F238E27FC236}">
                      <a16:creationId xmlns:a16="http://schemas.microsoft.com/office/drawing/2014/main" id="{D568F1B5-122C-44BC-96DF-DC852272FF1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744295" y="3822786"/>
                  <a:ext cx="17172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1" name="Entrada de lápiz 70">
                  <a:extLst>
                    <a:ext uri="{FF2B5EF4-FFF2-40B4-BE49-F238E27FC236}">
                      <a16:creationId xmlns:a16="http://schemas.microsoft.com/office/drawing/2014/main" id="{3BA1BFFA-67EE-4BD4-9928-C9BBE7934114}"/>
                    </a:ext>
                  </a:extLst>
                </p14:cNvPr>
                <p14:cNvContentPartPr/>
                <p14:nvPr/>
              </p14:nvContentPartPr>
              <p14:xfrm>
                <a:off x="5051375" y="3822426"/>
                <a:ext cx="120240" cy="183960"/>
              </p14:xfrm>
            </p:contentPart>
          </mc:Choice>
          <mc:Fallback>
            <p:pic>
              <p:nvPicPr>
                <p:cNvPr id="71" name="Entrada de lápiz 70">
                  <a:extLst>
                    <a:ext uri="{FF2B5EF4-FFF2-40B4-BE49-F238E27FC236}">
                      <a16:creationId xmlns:a16="http://schemas.microsoft.com/office/drawing/2014/main" id="{3BA1BFFA-67EE-4BD4-9928-C9BBE793411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042735" y="3813426"/>
                  <a:ext cx="13788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2" name="Entrada de lápiz 71">
                  <a:extLst>
                    <a:ext uri="{FF2B5EF4-FFF2-40B4-BE49-F238E27FC236}">
                      <a16:creationId xmlns:a16="http://schemas.microsoft.com/office/drawing/2014/main" id="{59E2A0EB-1AF4-4C29-AE78-44A549E2CB38}"/>
                    </a:ext>
                  </a:extLst>
                </p14:cNvPr>
                <p14:cNvContentPartPr/>
                <p14:nvPr/>
              </p14:nvContentPartPr>
              <p14:xfrm>
                <a:off x="5263775" y="3720186"/>
                <a:ext cx="74160" cy="272160"/>
              </p14:xfrm>
            </p:contentPart>
          </mc:Choice>
          <mc:Fallback>
            <p:pic>
              <p:nvPicPr>
                <p:cNvPr id="72" name="Entrada de lápiz 71">
                  <a:extLst>
                    <a:ext uri="{FF2B5EF4-FFF2-40B4-BE49-F238E27FC236}">
                      <a16:creationId xmlns:a16="http://schemas.microsoft.com/office/drawing/2014/main" id="{59E2A0EB-1AF4-4C29-AE78-44A549E2CB38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254775" y="3711546"/>
                  <a:ext cx="9180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4" name="Entrada de lápiz 73">
                  <a:extLst>
                    <a:ext uri="{FF2B5EF4-FFF2-40B4-BE49-F238E27FC236}">
                      <a16:creationId xmlns:a16="http://schemas.microsoft.com/office/drawing/2014/main" id="{0F1F24D8-B8B2-43AB-8615-20EA46D6E689}"/>
                    </a:ext>
                  </a:extLst>
                </p14:cNvPr>
                <p14:cNvContentPartPr/>
                <p14:nvPr/>
              </p14:nvContentPartPr>
              <p14:xfrm>
                <a:off x="5315615" y="3490506"/>
                <a:ext cx="126000" cy="190440"/>
              </p14:xfrm>
            </p:contentPart>
          </mc:Choice>
          <mc:Fallback>
            <p:pic>
              <p:nvPicPr>
                <p:cNvPr id="74" name="Entrada de lápiz 73">
                  <a:extLst>
                    <a:ext uri="{FF2B5EF4-FFF2-40B4-BE49-F238E27FC236}">
                      <a16:creationId xmlns:a16="http://schemas.microsoft.com/office/drawing/2014/main" id="{0F1F24D8-B8B2-43AB-8615-20EA46D6E68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306615" y="3481506"/>
                  <a:ext cx="143640" cy="20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upo 76">
            <a:extLst>
              <a:ext uri="{FF2B5EF4-FFF2-40B4-BE49-F238E27FC236}">
                <a16:creationId xmlns:a16="http://schemas.microsoft.com/office/drawing/2014/main" id="{FF20233B-5CB0-41A4-AE3C-3E5963431BED}"/>
              </a:ext>
            </a:extLst>
          </p:cNvPr>
          <p:cNvGrpSpPr/>
          <p:nvPr/>
        </p:nvGrpSpPr>
        <p:grpSpPr>
          <a:xfrm>
            <a:off x="5685695" y="3864906"/>
            <a:ext cx="148680" cy="109800"/>
            <a:chOff x="5685695" y="3864906"/>
            <a:chExt cx="148680" cy="109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5" name="Entrada de lápiz 74">
                  <a:extLst>
                    <a:ext uri="{FF2B5EF4-FFF2-40B4-BE49-F238E27FC236}">
                      <a16:creationId xmlns:a16="http://schemas.microsoft.com/office/drawing/2014/main" id="{0E788D5E-B029-42ED-91E5-A69642E623ED}"/>
                    </a:ext>
                  </a:extLst>
                </p14:cNvPr>
                <p14:cNvContentPartPr/>
                <p14:nvPr/>
              </p14:nvContentPartPr>
              <p14:xfrm>
                <a:off x="5685695" y="3864906"/>
                <a:ext cx="148680" cy="360"/>
              </p14:xfrm>
            </p:contentPart>
          </mc:Choice>
          <mc:Fallback>
            <p:pic>
              <p:nvPicPr>
                <p:cNvPr id="75" name="Entrada de lápiz 74">
                  <a:extLst>
                    <a:ext uri="{FF2B5EF4-FFF2-40B4-BE49-F238E27FC236}">
                      <a16:creationId xmlns:a16="http://schemas.microsoft.com/office/drawing/2014/main" id="{0E788D5E-B029-42ED-91E5-A69642E623E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677055" y="3855906"/>
                  <a:ext cx="1663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6" name="Entrada de lápiz 75">
                  <a:extLst>
                    <a:ext uri="{FF2B5EF4-FFF2-40B4-BE49-F238E27FC236}">
                      <a16:creationId xmlns:a16="http://schemas.microsoft.com/office/drawing/2014/main" id="{A86360E6-3E50-4EF1-B918-86C7A5334992}"/>
                    </a:ext>
                  </a:extLst>
                </p14:cNvPr>
                <p14:cNvContentPartPr/>
                <p14:nvPr/>
              </p14:nvContentPartPr>
              <p14:xfrm>
                <a:off x="5685695" y="3962466"/>
                <a:ext cx="139320" cy="12240"/>
              </p14:xfrm>
            </p:contentPart>
          </mc:Choice>
          <mc:Fallback>
            <p:pic>
              <p:nvPicPr>
                <p:cNvPr id="76" name="Entrada de lápiz 75">
                  <a:extLst>
                    <a:ext uri="{FF2B5EF4-FFF2-40B4-BE49-F238E27FC236}">
                      <a16:creationId xmlns:a16="http://schemas.microsoft.com/office/drawing/2014/main" id="{A86360E6-3E50-4EF1-B918-86C7A533499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677055" y="3953466"/>
                  <a:ext cx="156960" cy="2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upo 86">
            <a:extLst>
              <a:ext uri="{FF2B5EF4-FFF2-40B4-BE49-F238E27FC236}">
                <a16:creationId xmlns:a16="http://schemas.microsoft.com/office/drawing/2014/main" id="{8E6B28FC-EF25-451A-8F41-4608B6205CBE}"/>
              </a:ext>
            </a:extLst>
          </p:cNvPr>
          <p:cNvGrpSpPr/>
          <p:nvPr/>
        </p:nvGrpSpPr>
        <p:grpSpPr>
          <a:xfrm>
            <a:off x="6242615" y="3724866"/>
            <a:ext cx="1220040" cy="351720"/>
            <a:chOff x="6242615" y="3724866"/>
            <a:chExt cx="1220040" cy="351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9" name="Entrada de lápiz 78">
                  <a:extLst>
                    <a:ext uri="{FF2B5EF4-FFF2-40B4-BE49-F238E27FC236}">
                      <a16:creationId xmlns:a16="http://schemas.microsoft.com/office/drawing/2014/main" id="{D16B0A5B-EC58-4D17-B136-E47884567A32}"/>
                    </a:ext>
                  </a:extLst>
                </p14:cNvPr>
                <p14:cNvContentPartPr/>
                <p14:nvPr/>
              </p14:nvContentPartPr>
              <p14:xfrm>
                <a:off x="6242615" y="3750786"/>
                <a:ext cx="123840" cy="174240"/>
              </p14:xfrm>
            </p:contentPart>
          </mc:Choice>
          <mc:Fallback>
            <p:pic>
              <p:nvPicPr>
                <p:cNvPr id="79" name="Entrada de lápiz 78">
                  <a:extLst>
                    <a:ext uri="{FF2B5EF4-FFF2-40B4-BE49-F238E27FC236}">
                      <a16:creationId xmlns:a16="http://schemas.microsoft.com/office/drawing/2014/main" id="{D16B0A5B-EC58-4D17-B136-E47884567A32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233975" y="3742146"/>
                  <a:ext cx="14148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0" name="Entrada de lápiz 79">
                  <a:extLst>
                    <a:ext uri="{FF2B5EF4-FFF2-40B4-BE49-F238E27FC236}">
                      <a16:creationId xmlns:a16="http://schemas.microsoft.com/office/drawing/2014/main" id="{657357F8-7726-4066-A1DB-4F0E365C04AE}"/>
                    </a:ext>
                  </a:extLst>
                </p14:cNvPr>
                <p14:cNvContentPartPr/>
                <p14:nvPr/>
              </p14:nvContentPartPr>
              <p14:xfrm>
                <a:off x="6387695" y="3896946"/>
                <a:ext cx="83520" cy="179640"/>
              </p14:xfrm>
            </p:contentPart>
          </mc:Choice>
          <mc:Fallback>
            <p:pic>
              <p:nvPicPr>
                <p:cNvPr id="80" name="Entrada de lápiz 79">
                  <a:extLst>
                    <a:ext uri="{FF2B5EF4-FFF2-40B4-BE49-F238E27FC236}">
                      <a16:creationId xmlns:a16="http://schemas.microsoft.com/office/drawing/2014/main" id="{657357F8-7726-4066-A1DB-4F0E365C04AE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378695" y="3888306"/>
                  <a:ext cx="10116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1" name="Entrada de lápiz 80">
                  <a:extLst>
                    <a:ext uri="{FF2B5EF4-FFF2-40B4-BE49-F238E27FC236}">
                      <a16:creationId xmlns:a16="http://schemas.microsoft.com/office/drawing/2014/main" id="{904F07D4-8E7F-438E-AA14-065F861BED0C}"/>
                    </a:ext>
                  </a:extLst>
                </p14:cNvPr>
                <p14:cNvContentPartPr/>
                <p14:nvPr/>
              </p14:nvContentPartPr>
              <p14:xfrm>
                <a:off x="6575975" y="3769866"/>
                <a:ext cx="166320" cy="163800"/>
              </p14:xfrm>
            </p:contentPart>
          </mc:Choice>
          <mc:Fallback>
            <p:pic>
              <p:nvPicPr>
                <p:cNvPr id="81" name="Entrada de lápiz 80">
                  <a:extLst>
                    <a:ext uri="{FF2B5EF4-FFF2-40B4-BE49-F238E27FC236}">
                      <a16:creationId xmlns:a16="http://schemas.microsoft.com/office/drawing/2014/main" id="{904F07D4-8E7F-438E-AA14-065F861BED0C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566975" y="3761226"/>
                  <a:ext cx="18396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2" name="Entrada de lápiz 81">
                  <a:extLst>
                    <a:ext uri="{FF2B5EF4-FFF2-40B4-BE49-F238E27FC236}">
                      <a16:creationId xmlns:a16="http://schemas.microsoft.com/office/drawing/2014/main" id="{673D929B-DEE9-4D55-8579-2A14E041116E}"/>
                    </a:ext>
                  </a:extLst>
                </p14:cNvPr>
                <p14:cNvContentPartPr/>
                <p14:nvPr/>
              </p14:nvContentPartPr>
              <p14:xfrm>
                <a:off x="6842015" y="3724866"/>
                <a:ext cx="137160" cy="115560"/>
              </p14:xfrm>
            </p:contentPart>
          </mc:Choice>
          <mc:Fallback>
            <p:pic>
              <p:nvPicPr>
                <p:cNvPr id="82" name="Entrada de lápiz 81">
                  <a:extLst>
                    <a:ext uri="{FF2B5EF4-FFF2-40B4-BE49-F238E27FC236}">
                      <a16:creationId xmlns:a16="http://schemas.microsoft.com/office/drawing/2014/main" id="{673D929B-DEE9-4D55-8579-2A14E041116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833375" y="3715866"/>
                  <a:ext cx="15480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3" name="Entrada de lápiz 82">
                  <a:extLst>
                    <a:ext uri="{FF2B5EF4-FFF2-40B4-BE49-F238E27FC236}">
                      <a16:creationId xmlns:a16="http://schemas.microsoft.com/office/drawing/2014/main" id="{367C7EF5-EAC4-468B-9FE3-4C5F3E39A4D1}"/>
                    </a:ext>
                  </a:extLst>
                </p14:cNvPr>
                <p14:cNvContentPartPr/>
                <p14:nvPr/>
              </p14:nvContentPartPr>
              <p14:xfrm>
                <a:off x="6829415" y="3840786"/>
                <a:ext cx="174240" cy="113760"/>
              </p14:xfrm>
            </p:contentPart>
          </mc:Choice>
          <mc:Fallback>
            <p:pic>
              <p:nvPicPr>
                <p:cNvPr id="83" name="Entrada de lápiz 82">
                  <a:extLst>
                    <a:ext uri="{FF2B5EF4-FFF2-40B4-BE49-F238E27FC236}">
                      <a16:creationId xmlns:a16="http://schemas.microsoft.com/office/drawing/2014/main" id="{367C7EF5-EAC4-468B-9FE3-4C5F3E39A4D1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820415" y="3832146"/>
                  <a:ext cx="19188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4" name="Entrada de lápiz 83">
                  <a:extLst>
                    <a:ext uri="{FF2B5EF4-FFF2-40B4-BE49-F238E27FC236}">
                      <a16:creationId xmlns:a16="http://schemas.microsoft.com/office/drawing/2014/main" id="{86A7B4AF-F9B3-4E96-ABEE-DEC589667211}"/>
                    </a:ext>
                  </a:extLst>
                </p14:cNvPr>
                <p14:cNvContentPartPr/>
                <p14:nvPr/>
              </p14:nvContentPartPr>
              <p14:xfrm>
                <a:off x="7102655" y="3772386"/>
                <a:ext cx="74520" cy="181800"/>
              </p14:xfrm>
            </p:contentPart>
          </mc:Choice>
          <mc:Fallback>
            <p:pic>
              <p:nvPicPr>
                <p:cNvPr id="84" name="Entrada de lápiz 83">
                  <a:extLst>
                    <a:ext uri="{FF2B5EF4-FFF2-40B4-BE49-F238E27FC236}">
                      <a16:creationId xmlns:a16="http://schemas.microsoft.com/office/drawing/2014/main" id="{86A7B4AF-F9B3-4E96-ABEE-DEC58966721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093655" y="3763386"/>
                  <a:ext cx="9216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5" name="Entrada de lápiz 84">
                  <a:extLst>
                    <a:ext uri="{FF2B5EF4-FFF2-40B4-BE49-F238E27FC236}">
                      <a16:creationId xmlns:a16="http://schemas.microsoft.com/office/drawing/2014/main" id="{1D5B3F04-EA6A-4E15-A5F9-CC9896AFCFDC}"/>
                    </a:ext>
                  </a:extLst>
                </p14:cNvPr>
                <p14:cNvContentPartPr/>
                <p14:nvPr/>
              </p14:nvContentPartPr>
              <p14:xfrm>
                <a:off x="7097615" y="3850146"/>
                <a:ext cx="150480" cy="54000"/>
              </p14:xfrm>
            </p:contentPart>
          </mc:Choice>
          <mc:Fallback>
            <p:pic>
              <p:nvPicPr>
                <p:cNvPr id="85" name="Entrada de lápiz 84">
                  <a:extLst>
                    <a:ext uri="{FF2B5EF4-FFF2-40B4-BE49-F238E27FC236}">
                      <a16:creationId xmlns:a16="http://schemas.microsoft.com/office/drawing/2014/main" id="{1D5B3F04-EA6A-4E15-A5F9-CC9896AFCFD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088975" y="3841506"/>
                  <a:ext cx="16812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6" name="Entrada de lápiz 85">
                  <a:extLst>
                    <a:ext uri="{FF2B5EF4-FFF2-40B4-BE49-F238E27FC236}">
                      <a16:creationId xmlns:a16="http://schemas.microsoft.com/office/drawing/2014/main" id="{8D1995D7-9A2D-4211-918F-44ACD52CA49F}"/>
                    </a:ext>
                  </a:extLst>
                </p14:cNvPr>
                <p14:cNvContentPartPr/>
                <p14:nvPr/>
              </p14:nvContentPartPr>
              <p14:xfrm>
                <a:off x="7318295" y="3734586"/>
                <a:ext cx="144360" cy="210600"/>
              </p14:xfrm>
            </p:contentPart>
          </mc:Choice>
          <mc:Fallback>
            <p:pic>
              <p:nvPicPr>
                <p:cNvPr id="86" name="Entrada de lápiz 85">
                  <a:extLst>
                    <a:ext uri="{FF2B5EF4-FFF2-40B4-BE49-F238E27FC236}">
                      <a16:creationId xmlns:a16="http://schemas.microsoft.com/office/drawing/2014/main" id="{8D1995D7-9A2D-4211-918F-44ACD52CA49F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309655" y="3725946"/>
                  <a:ext cx="162000" cy="22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upo 96">
            <a:extLst>
              <a:ext uri="{FF2B5EF4-FFF2-40B4-BE49-F238E27FC236}">
                <a16:creationId xmlns:a16="http://schemas.microsoft.com/office/drawing/2014/main" id="{53895A16-D39D-4B48-9FD6-9D9525593521}"/>
              </a:ext>
            </a:extLst>
          </p:cNvPr>
          <p:cNvGrpSpPr/>
          <p:nvPr/>
        </p:nvGrpSpPr>
        <p:grpSpPr>
          <a:xfrm>
            <a:off x="505295" y="4637106"/>
            <a:ext cx="1433880" cy="542160"/>
            <a:chOff x="505295" y="4637106"/>
            <a:chExt cx="1433880" cy="542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8" name="Entrada de lápiz 87">
                  <a:extLst>
                    <a:ext uri="{FF2B5EF4-FFF2-40B4-BE49-F238E27FC236}">
                      <a16:creationId xmlns:a16="http://schemas.microsoft.com/office/drawing/2014/main" id="{6CD5FA07-9F34-4C55-A1E1-3FC72FCAC6D4}"/>
                    </a:ext>
                  </a:extLst>
                </p14:cNvPr>
                <p14:cNvContentPartPr/>
                <p14:nvPr/>
              </p14:nvContentPartPr>
              <p14:xfrm>
                <a:off x="507095" y="4811346"/>
                <a:ext cx="56880" cy="367920"/>
              </p14:xfrm>
            </p:contentPart>
          </mc:Choice>
          <mc:Fallback>
            <p:pic>
              <p:nvPicPr>
                <p:cNvPr id="88" name="Entrada de lápiz 87">
                  <a:extLst>
                    <a:ext uri="{FF2B5EF4-FFF2-40B4-BE49-F238E27FC236}">
                      <a16:creationId xmlns:a16="http://schemas.microsoft.com/office/drawing/2014/main" id="{6CD5FA07-9F34-4C55-A1E1-3FC72FCAC6D4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98455" y="4802346"/>
                  <a:ext cx="74520" cy="38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9" name="Entrada de lápiz 88">
                  <a:extLst>
                    <a:ext uri="{FF2B5EF4-FFF2-40B4-BE49-F238E27FC236}">
                      <a16:creationId xmlns:a16="http://schemas.microsoft.com/office/drawing/2014/main" id="{D0B5D7F1-1FE3-4CD5-8F74-89E482A0CDBE}"/>
                    </a:ext>
                  </a:extLst>
                </p14:cNvPr>
                <p14:cNvContentPartPr/>
                <p14:nvPr/>
              </p14:nvContentPartPr>
              <p14:xfrm>
                <a:off x="505295" y="4743306"/>
                <a:ext cx="198360" cy="210240"/>
              </p14:xfrm>
            </p:contentPart>
          </mc:Choice>
          <mc:Fallback>
            <p:pic>
              <p:nvPicPr>
                <p:cNvPr id="89" name="Entrada de lápiz 88">
                  <a:extLst>
                    <a:ext uri="{FF2B5EF4-FFF2-40B4-BE49-F238E27FC236}">
                      <a16:creationId xmlns:a16="http://schemas.microsoft.com/office/drawing/2014/main" id="{D0B5D7F1-1FE3-4CD5-8F74-89E482A0CDBE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96295" y="4734306"/>
                  <a:ext cx="21600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0" name="Entrada de lápiz 89">
                  <a:extLst>
                    <a:ext uri="{FF2B5EF4-FFF2-40B4-BE49-F238E27FC236}">
                      <a16:creationId xmlns:a16="http://schemas.microsoft.com/office/drawing/2014/main" id="{7EF376F7-1415-4108-80AA-F437F63FAF29}"/>
                    </a:ext>
                  </a:extLst>
                </p14:cNvPr>
                <p14:cNvContentPartPr/>
                <p14:nvPr/>
              </p14:nvContentPartPr>
              <p14:xfrm>
                <a:off x="847295" y="4773906"/>
                <a:ext cx="75960" cy="238320"/>
              </p14:xfrm>
            </p:contentPart>
          </mc:Choice>
          <mc:Fallback>
            <p:pic>
              <p:nvPicPr>
                <p:cNvPr id="90" name="Entrada de lápiz 89">
                  <a:extLst>
                    <a:ext uri="{FF2B5EF4-FFF2-40B4-BE49-F238E27FC236}">
                      <a16:creationId xmlns:a16="http://schemas.microsoft.com/office/drawing/2014/main" id="{7EF376F7-1415-4108-80AA-F437F63FAF29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38295" y="4764906"/>
                  <a:ext cx="9360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1" name="Entrada de lápiz 90">
                  <a:extLst>
                    <a:ext uri="{FF2B5EF4-FFF2-40B4-BE49-F238E27FC236}">
                      <a16:creationId xmlns:a16="http://schemas.microsoft.com/office/drawing/2014/main" id="{3B536C71-4091-4A62-959C-360AC9F1F8D1}"/>
                    </a:ext>
                  </a:extLst>
                </p14:cNvPr>
                <p14:cNvContentPartPr/>
                <p14:nvPr/>
              </p14:nvContentPartPr>
              <p14:xfrm>
                <a:off x="970055" y="4807746"/>
                <a:ext cx="167400" cy="216000"/>
              </p14:xfrm>
            </p:contentPart>
          </mc:Choice>
          <mc:Fallback>
            <p:pic>
              <p:nvPicPr>
                <p:cNvPr id="91" name="Entrada de lápiz 90">
                  <a:extLst>
                    <a:ext uri="{FF2B5EF4-FFF2-40B4-BE49-F238E27FC236}">
                      <a16:creationId xmlns:a16="http://schemas.microsoft.com/office/drawing/2014/main" id="{3B536C71-4091-4A62-959C-360AC9F1F8D1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61055" y="4799106"/>
                  <a:ext cx="18504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2" name="Entrada de lápiz 91">
                  <a:extLst>
                    <a:ext uri="{FF2B5EF4-FFF2-40B4-BE49-F238E27FC236}">
                      <a16:creationId xmlns:a16="http://schemas.microsoft.com/office/drawing/2014/main" id="{09836199-4762-4CBA-BA10-D2C4D8B748F4}"/>
                    </a:ext>
                  </a:extLst>
                </p14:cNvPr>
                <p14:cNvContentPartPr/>
                <p14:nvPr/>
              </p14:nvContentPartPr>
              <p14:xfrm>
                <a:off x="999215" y="4779666"/>
                <a:ext cx="144720" cy="189000"/>
              </p14:xfrm>
            </p:contentPart>
          </mc:Choice>
          <mc:Fallback>
            <p:pic>
              <p:nvPicPr>
                <p:cNvPr id="92" name="Entrada de lápiz 91">
                  <a:extLst>
                    <a:ext uri="{FF2B5EF4-FFF2-40B4-BE49-F238E27FC236}">
                      <a16:creationId xmlns:a16="http://schemas.microsoft.com/office/drawing/2014/main" id="{09836199-4762-4CBA-BA10-D2C4D8B748F4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90575" y="4771026"/>
                  <a:ext cx="16236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3" name="Entrada de lápiz 92">
                  <a:extLst>
                    <a:ext uri="{FF2B5EF4-FFF2-40B4-BE49-F238E27FC236}">
                      <a16:creationId xmlns:a16="http://schemas.microsoft.com/office/drawing/2014/main" id="{A76238C7-0D35-4F59-B1D4-9A414E19B1AA}"/>
                    </a:ext>
                  </a:extLst>
                </p14:cNvPr>
                <p14:cNvContentPartPr/>
                <p14:nvPr/>
              </p14:nvContentPartPr>
              <p14:xfrm>
                <a:off x="1235015" y="4784706"/>
                <a:ext cx="147240" cy="142200"/>
              </p14:xfrm>
            </p:contentPart>
          </mc:Choice>
          <mc:Fallback>
            <p:pic>
              <p:nvPicPr>
                <p:cNvPr id="93" name="Entrada de lápiz 92">
                  <a:extLst>
                    <a:ext uri="{FF2B5EF4-FFF2-40B4-BE49-F238E27FC236}">
                      <a16:creationId xmlns:a16="http://schemas.microsoft.com/office/drawing/2014/main" id="{A76238C7-0D35-4F59-B1D4-9A414E19B1AA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226015" y="4776066"/>
                  <a:ext cx="16488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4" name="Entrada de lápiz 93">
                  <a:extLst>
                    <a:ext uri="{FF2B5EF4-FFF2-40B4-BE49-F238E27FC236}">
                      <a16:creationId xmlns:a16="http://schemas.microsoft.com/office/drawing/2014/main" id="{38BC42AB-F761-4A5F-B154-1CEBDBA12166}"/>
                    </a:ext>
                  </a:extLst>
                </p14:cNvPr>
                <p14:cNvContentPartPr/>
                <p14:nvPr/>
              </p14:nvContentPartPr>
              <p14:xfrm>
                <a:off x="1270295" y="4997106"/>
                <a:ext cx="121320" cy="15480"/>
              </p14:xfrm>
            </p:contentPart>
          </mc:Choice>
          <mc:Fallback>
            <p:pic>
              <p:nvPicPr>
                <p:cNvPr id="94" name="Entrada de lápiz 93">
                  <a:extLst>
                    <a:ext uri="{FF2B5EF4-FFF2-40B4-BE49-F238E27FC236}">
                      <a16:creationId xmlns:a16="http://schemas.microsoft.com/office/drawing/2014/main" id="{38BC42AB-F761-4A5F-B154-1CEBDBA12166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261655" y="4988466"/>
                  <a:ext cx="1389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5" name="Entrada de lápiz 94">
                  <a:extLst>
                    <a:ext uri="{FF2B5EF4-FFF2-40B4-BE49-F238E27FC236}">
                      <a16:creationId xmlns:a16="http://schemas.microsoft.com/office/drawing/2014/main" id="{E917C80A-66B8-444A-848D-39C1B8041C1D}"/>
                    </a:ext>
                  </a:extLst>
                </p14:cNvPr>
                <p14:cNvContentPartPr/>
                <p14:nvPr/>
              </p14:nvContentPartPr>
              <p14:xfrm>
                <a:off x="1539575" y="4772826"/>
                <a:ext cx="156240" cy="302400"/>
              </p14:xfrm>
            </p:contentPart>
          </mc:Choice>
          <mc:Fallback>
            <p:pic>
              <p:nvPicPr>
                <p:cNvPr id="95" name="Entrada de lápiz 94">
                  <a:extLst>
                    <a:ext uri="{FF2B5EF4-FFF2-40B4-BE49-F238E27FC236}">
                      <a16:creationId xmlns:a16="http://schemas.microsoft.com/office/drawing/2014/main" id="{E917C80A-66B8-444A-848D-39C1B8041C1D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530575" y="4763826"/>
                  <a:ext cx="17388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6" name="Entrada de lápiz 95">
                  <a:extLst>
                    <a:ext uri="{FF2B5EF4-FFF2-40B4-BE49-F238E27FC236}">
                      <a16:creationId xmlns:a16="http://schemas.microsoft.com/office/drawing/2014/main" id="{8176BCF7-823B-4EB4-8D99-2B3FF5FB06A7}"/>
                    </a:ext>
                  </a:extLst>
                </p14:cNvPr>
                <p14:cNvContentPartPr/>
                <p14:nvPr/>
              </p14:nvContentPartPr>
              <p14:xfrm>
                <a:off x="1799135" y="4637106"/>
                <a:ext cx="140040" cy="455040"/>
              </p14:xfrm>
            </p:contentPart>
          </mc:Choice>
          <mc:Fallback>
            <p:pic>
              <p:nvPicPr>
                <p:cNvPr id="96" name="Entrada de lápiz 95">
                  <a:extLst>
                    <a:ext uri="{FF2B5EF4-FFF2-40B4-BE49-F238E27FC236}">
                      <a16:creationId xmlns:a16="http://schemas.microsoft.com/office/drawing/2014/main" id="{8176BCF7-823B-4EB4-8D99-2B3FF5FB06A7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790495" y="4628106"/>
                  <a:ext cx="157680" cy="472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28895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43B90FBE-EE4C-455D-A918-D94C902BD9ED}"/>
              </a:ext>
            </a:extLst>
          </p:cNvPr>
          <p:cNvGrpSpPr/>
          <p:nvPr/>
        </p:nvGrpSpPr>
        <p:grpSpPr>
          <a:xfrm>
            <a:off x="462815" y="404226"/>
            <a:ext cx="531000" cy="578160"/>
            <a:chOff x="462815" y="404226"/>
            <a:chExt cx="531000" cy="57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Entrada de lápiz 1">
                  <a:extLst>
                    <a:ext uri="{FF2B5EF4-FFF2-40B4-BE49-F238E27FC236}">
                      <a16:creationId xmlns:a16="http://schemas.microsoft.com/office/drawing/2014/main" id="{DD803711-8BF7-475D-85D4-D6EF48C0802A}"/>
                    </a:ext>
                  </a:extLst>
                </p14:cNvPr>
                <p14:cNvContentPartPr/>
                <p14:nvPr/>
              </p14:nvContentPartPr>
              <p14:xfrm>
                <a:off x="462815" y="451386"/>
                <a:ext cx="19440" cy="531000"/>
              </p14:xfrm>
            </p:contentPart>
          </mc:Choice>
          <mc:Fallback>
            <p:pic>
              <p:nvPicPr>
                <p:cNvPr id="2" name="Entrada de lápiz 1">
                  <a:extLst>
                    <a:ext uri="{FF2B5EF4-FFF2-40B4-BE49-F238E27FC236}">
                      <a16:creationId xmlns:a16="http://schemas.microsoft.com/office/drawing/2014/main" id="{DD803711-8BF7-475D-85D4-D6EF48C0802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53815" y="442386"/>
                  <a:ext cx="37080" cy="54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Entrada de lápiz 2">
                  <a:extLst>
                    <a:ext uri="{FF2B5EF4-FFF2-40B4-BE49-F238E27FC236}">
                      <a16:creationId xmlns:a16="http://schemas.microsoft.com/office/drawing/2014/main" id="{0695CECC-0124-4AB9-A3B5-1400712F7206}"/>
                    </a:ext>
                  </a:extLst>
                </p14:cNvPr>
                <p14:cNvContentPartPr/>
                <p14:nvPr/>
              </p14:nvContentPartPr>
              <p14:xfrm>
                <a:off x="465695" y="404226"/>
                <a:ext cx="241920" cy="257400"/>
              </p14:xfrm>
            </p:contentPart>
          </mc:Choice>
          <mc:Fallback>
            <p:pic>
              <p:nvPicPr>
                <p:cNvPr id="3" name="Entrada de lápiz 2">
                  <a:extLst>
                    <a:ext uri="{FF2B5EF4-FFF2-40B4-BE49-F238E27FC236}">
                      <a16:creationId xmlns:a16="http://schemas.microsoft.com/office/drawing/2014/main" id="{0695CECC-0124-4AB9-A3B5-1400712F720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56695" y="395586"/>
                  <a:ext cx="25956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Entrada de lápiz 3">
                  <a:extLst>
                    <a:ext uri="{FF2B5EF4-FFF2-40B4-BE49-F238E27FC236}">
                      <a16:creationId xmlns:a16="http://schemas.microsoft.com/office/drawing/2014/main" id="{9F181FFF-6E7A-4085-84C4-5A802BA62327}"/>
                    </a:ext>
                  </a:extLst>
                </p14:cNvPr>
                <p14:cNvContentPartPr/>
                <p14:nvPr/>
              </p14:nvContentPartPr>
              <p14:xfrm>
                <a:off x="828215" y="570186"/>
                <a:ext cx="150480" cy="19080"/>
              </p14:xfrm>
            </p:contentPart>
          </mc:Choice>
          <mc:Fallback>
            <p:pic>
              <p:nvPicPr>
                <p:cNvPr id="4" name="Entrada de lápiz 3">
                  <a:extLst>
                    <a:ext uri="{FF2B5EF4-FFF2-40B4-BE49-F238E27FC236}">
                      <a16:creationId xmlns:a16="http://schemas.microsoft.com/office/drawing/2014/main" id="{9F181FFF-6E7A-4085-84C4-5A802BA6232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19575" y="561186"/>
                  <a:ext cx="1681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Entrada de lápiz 4">
                  <a:extLst>
                    <a:ext uri="{FF2B5EF4-FFF2-40B4-BE49-F238E27FC236}">
                      <a16:creationId xmlns:a16="http://schemas.microsoft.com/office/drawing/2014/main" id="{B9AE11C0-1DE2-4459-A349-425A583DEE11}"/>
                    </a:ext>
                  </a:extLst>
                </p14:cNvPr>
                <p14:cNvContentPartPr/>
                <p14:nvPr/>
              </p14:nvContentPartPr>
              <p14:xfrm>
                <a:off x="793295" y="672786"/>
                <a:ext cx="200520" cy="9720"/>
              </p14:xfrm>
            </p:contentPart>
          </mc:Choice>
          <mc:Fallback>
            <p:pic>
              <p:nvPicPr>
                <p:cNvPr id="5" name="Entrada de lápiz 4">
                  <a:extLst>
                    <a:ext uri="{FF2B5EF4-FFF2-40B4-BE49-F238E27FC236}">
                      <a16:creationId xmlns:a16="http://schemas.microsoft.com/office/drawing/2014/main" id="{B9AE11C0-1DE2-4459-A349-425A583DEE1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84655" y="664146"/>
                  <a:ext cx="218160" cy="2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3AAF6AE3-A4F5-4491-993C-D08E4D42832D}"/>
              </a:ext>
            </a:extLst>
          </p:cNvPr>
          <p:cNvGrpSpPr/>
          <p:nvPr/>
        </p:nvGrpSpPr>
        <p:grpSpPr>
          <a:xfrm>
            <a:off x="1184255" y="492426"/>
            <a:ext cx="722160" cy="289800"/>
            <a:chOff x="1184255" y="492426"/>
            <a:chExt cx="722160" cy="289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E2D73CE6-D6E2-4D2D-804E-B4B6051008AF}"/>
                    </a:ext>
                  </a:extLst>
                </p14:cNvPr>
                <p14:cNvContentPartPr/>
                <p14:nvPr/>
              </p14:nvContentPartPr>
              <p14:xfrm>
                <a:off x="1184255" y="501066"/>
                <a:ext cx="174600" cy="198360"/>
              </p14:xfrm>
            </p:contentPart>
          </mc:Choice>
          <mc:Fallback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E2D73CE6-D6E2-4D2D-804E-B4B6051008A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75255" y="492426"/>
                  <a:ext cx="19224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222D457D-365F-4BF2-9E13-0E19623EAB98}"/>
                    </a:ext>
                  </a:extLst>
                </p14:cNvPr>
                <p14:cNvContentPartPr/>
                <p14:nvPr/>
              </p14:nvContentPartPr>
              <p14:xfrm>
                <a:off x="1415735" y="622746"/>
                <a:ext cx="46800" cy="159480"/>
              </p14:xfrm>
            </p:contentPart>
          </mc:Choice>
          <mc:Fallback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222D457D-365F-4BF2-9E13-0E19623EAB9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407095" y="613746"/>
                  <a:ext cx="6444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93461756-CCAC-4B60-A4AC-A4C7B4EF1D4C}"/>
                    </a:ext>
                  </a:extLst>
                </p14:cNvPr>
                <p14:cNvContentPartPr/>
                <p14:nvPr/>
              </p14:nvContentPartPr>
              <p14:xfrm>
                <a:off x="1532375" y="497466"/>
                <a:ext cx="148680" cy="209880"/>
              </p14:xfrm>
            </p:contentPart>
          </mc:Choice>
          <mc:Fallback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93461756-CCAC-4B60-A4AC-A4C7B4EF1D4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523375" y="488466"/>
                  <a:ext cx="16632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C4AF0CAB-8BEA-4A4E-8EAA-4E4E55786E6F}"/>
                    </a:ext>
                  </a:extLst>
                </p14:cNvPr>
                <p14:cNvContentPartPr/>
                <p14:nvPr/>
              </p14:nvContentPartPr>
              <p14:xfrm>
                <a:off x="1744055" y="492426"/>
                <a:ext cx="162360" cy="217080"/>
              </p14:xfrm>
            </p:contentPart>
          </mc:Choice>
          <mc:Fallback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C4AF0CAB-8BEA-4A4E-8EAA-4E4E55786E6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735055" y="483786"/>
                  <a:ext cx="180000" cy="23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6459B639-BA9C-46A1-B64F-8A96A5684A79}"/>
              </a:ext>
            </a:extLst>
          </p:cNvPr>
          <p:cNvGrpSpPr/>
          <p:nvPr/>
        </p:nvGrpSpPr>
        <p:grpSpPr>
          <a:xfrm>
            <a:off x="2818655" y="340506"/>
            <a:ext cx="702360" cy="386280"/>
            <a:chOff x="2818655" y="340506"/>
            <a:chExt cx="702360" cy="38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89BCBBB3-BF33-4DA4-95B6-5888436C3594}"/>
                    </a:ext>
                  </a:extLst>
                </p14:cNvPr>
                <p14:cNvContentPartPr/>
                <p14:nvPr/>
              </p14:nvContentPartPr>
              <p14:xfrm>
                <a:off x="2818655" y="474066"/>
                <a:ext cx="184320" cy="252720"/>
              </p14:xfrm>
            </p:contentPart>
          </mc:Choice>
          <mc:Fallback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89BCBBB3-BF33-4DA4-95B6-5888436C359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810015" y="465066"/>
                  <a:ext cx="20196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4C8950BA-421B-4B70-8A54-F2DBF2BE9814}"/>
                    </a:ext>
                  </a:extLst>
                </p14:cNvPr>
                <p14:cNvContentPartPr/>
                <p14:nvPr/>
              </p14:nvContentPartPr>
              <p14:xfrm>
                <a:off x="3106295" y="535266"/>
                <a:ext cx="96840" cy="14760"/>
              </p14:xfrm>
            </p:contentPart>
          </mc:Choice>
          <mc:Fallback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4C8950BA-421B-4B70-8A54-F2DBF2BE981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097655" y="526266"/>
                  <a:ext cx="11448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64F29442-4C41-48B8-A370-BC9C6C03EF6B}"/>
                    </a:ext>
                  </a:extLst>
                </p14:cNvPr>
                <p14:cNvContentPartPr/>
                <p14:nvPr/>
              </p14:nvContentPartPr>
              <p14:xfrm>
                <a:off x="3099815" y="625266"/>
                <a:ext cx="126000" cy="10440"/>
              </p14:xfrm>
            </p:contentPart>
          </mc:Choice>
          <mc:Fallback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64F29442-4C41-48B8-A370-BC9C6C03EF6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090815" y="616266"/>
                  <a:ext cx="14364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3756749B-E334-4669-A932-5453AC6E8901}"/>
                    </a:ext>
                  </a:extLst>
                </p14:cNvPr>
                <p14:cNvContentPartPr/>
                <p14:nvPr/>
              </p14:nvContentPartPr>
              <p14:xfrm>
                <a:off x="3337775" y="340506"/>
                <a:ext cx="183240" cy="271440"/>
              </p14:xfrm>
            </p:contentPart>
          </mc:Choice>
          <mc:Fallback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3756749B-E334-4669-A932-5453AC6E890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329135" y="331866"/>
                  <a:ext cx="20088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70A5801B-0FD2-4B5F-8EAD-309B5CF5194C}"/>
                    </a:ext>
                  </a:extLst>
                </p14:cNvPr>
                <p14:cNvContentPartPr/>
                <p14:nvPr/>
              </p14:nvContentPartPr>
              <p14:xfrm>
                <a:off x="3375215" y="685026"/>
                <a:ext cx="66240" cy="34200"/>
              </p14:xfrm>
            </p:contentPart>
          </mc:Choice>
          <mc:Fallback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70A5801B-0FD2-4B5F-8EAD-309B5CF5194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366215" y="676026"/>
                  <a:ext cx="83880" cy="5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upo 30">
            <a:extLst>
              <a:ext uri="{FF2B5EF4-FFF2-40B4-BE49-F238E27FC236}">
                <a16:creationId xmlns:a16="http://schemas.microsoft.com/office/drawing/2014/main" id="{00F1CFA6-B597-40C0-A5AC-DC260E2B2A6D}"/>
              </a:ext>
            </a:extLst>
          </p:cNvPr>
          <p:cNvGrpSpPr/>
          <p:nvPr/>
        </p:nvGrpSpPr>
        <p:grpSpPr>
          <a:xfrm>
            <a:off x="814175" y="1210626"/>
            <a:ext cx="1779480" cy="595800"/>
            <a:chOff x="814175" y="1210626"/>
            <a:chExt cx="1779480" cy="59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430B589A-67F4-4973-9677-B75516FA62AC}"/>
                    </a:ext>
                  </a:extLst>
                </p14:cNvPr>
                <p14:cNvContentPartPr/>
                <p14:nvPr/>
              </p14:nvContentPartPr>
              <p14:xfrm>
                <a:off x="846215" y="1282986"/>
                <a:ext cx="17640" cy="523440"/>
              </p14:xfrm>
            </p:contentPart>
          </mc:Choice>
          <mc:Fallback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430B589A-67F4-4973-9677-B75516FA62A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37575" y="1274346"/>
                  <a:ext cx="35280" cy="54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53D5779D-6BAF-4206-A25E-14423417459D}"/>
                    </a:ext>
                  </a:extLst>
                </p14:cNvPr>
                <p14:cNvContentPartPr/>
                <p14:nvPr/>
              </p14:nvContentPartPr>
              <p14:xfrm>
                <a:off x="814175" y="1271466"/>
                <a:ext cx="253080" cy="236880"/>
              </p14:xfrm>
            </p:contentPart>
          </mc:Choice>
          <mc:Fallback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53D5779D-6BAF-4206-A25E-14423417459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05175" y="1262826"/>
                  <a:ext cx="27072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9DBA87B5-A9F9-461B-993B-6A6CD95B5235}"/>
                    </a:ext>
                  </a:extLst>
                </p14:cNvPr>
                <p14:cNvContentPartPr/>
                <p14:nvPr/>
              </p14:nvContentPartPr>
              <p14:xfrm>
                <a:off x="1173095" y="1262466"/>
                <a:ext cx="141120" cy="344880"/>
              </p14:xfrm>
            </p:contentPart>
          </mc:Choice>
          <mc:Fallback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9DBA87B5-A9F9-461B-993B-6A6CD95B523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164095" y="1253466"/>
                  <a:ext cx="15876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DFD80FF0-FC62-4696-8016-CFABF681F4A5}"/>
                    </a:ext>
                  </a:extLst>
                </p14:cNvPr>
                <p14:cNvContentPartPr/>
                <p14:nvPr/>
              </p14:nvContentPartPr>
              <p14:xfrm>
                <a:off x="1365695" y="1299906"/>
                <a:ext cx="205200" cy="241200"/>
              </p14:xfrm>
            </p:contentPart>
          </mc:Choice>
          <mc:Fallback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DFD80FF0-FC62-4696-8016-CFABF681F4A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357055" y="1290906"/>
                  <a:ext cx="22284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38EADAF1-31D5-4689-8D2C-73593BE82734}"/>
                    </a:ext>
                  </a:extLst>
                </p14:cNvPr>
                <p14:cNvContentPartPr/>
                <p14:nvPr/>
              </p14:nvContentPartPr>
              <p14:xfrm>
                <a:off x="1384415" y="1278666"/>
                <a:ext cx="174960" cy="224640"/>
              </p14:xfrm>
            </p:contentPart>
          </mc:Choice>
          <mc:Fallback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38EADAF1-31D5-4689-8D2C-73593BE8273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375775" y="1269666"/>
                  <a:ext cx="19260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52BE4A85-7A1D-4B7A-8D0A-054C0FD353F9}"/>
                    </a:ext>
                  </a:extLst>
                </p14:cNvPr>
                <p14:cNvContentPartPr/>
                <p14:nvPr/>
              </p14:nvContentPartPr>
              <p14:xfrm>
                <a:off x="1677455" y="1311426"/>
                <a:ext cx="147960" cy="135000"/>
              </p14:xfrm>
            </p:contentPart>
          </mc:Choice>
          <mc:Fallback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52BE4A85-7A1D-4B7A-8D0A-054C0FD353F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668455" y="1302426"/>
                  <a:ext cx="16560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3CBCFE06-3797-4062-AD3F-2811BDFEE690}"/>
                    </a:ext>
                  </a:extLst>
                </p14:cNvPr>
                <p14:cNvContentPartPr/>
                <p14:nvPr/>
              </p14:nvContentPartPr>
              <p14:xfrm>
                <a:off x="1668095" y="1494306"/>
                <a:ext cx="196920" cy="16560"/>
              </p14:xfrm>
            </p:contentPart>
          </mc:Choice>
          <mc:Fallback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3CBCFE06-3797-4062-AD3F-2811BDFEE69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659095" y="1485666"/>
                  <a:ext cx="2145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Entrada de lápiz 25">
                  <a:extLst>
                    <a:ext uri="{FF2B5EF4-FFF2-40B4-BE49-F238E27FC236}">
                      <a16:creationId xmlns:a16="http://schemas.microsoft.com/office/drawing/2014/main" id="{6F9ED08B-E05B-42D9-8599-8D17912B80BF}"/>
                    </a:ext>
                  </a:extLst>
                </p14:cNvPr>
                <p14:cNvContentPartPr/>
                <p14:nvPr/>
              </p14:nvContentPartPr>
              <p14:xfrm>
                <a:off x="1956095" y="1299906"/>
                <a:ext cx="170280" cy="210960"/>
              </p14:xfrm>
            </p:contentPart>
          </mc:Choice>
          <mc:Fallback>
            <p:pic>
              <p:nvPicPr>
                <p:cNvPr id="26" name="Entrada de lápiz 25">
                  <a:extLst>
                    <a:ext uri="{FF2B5EF4-FFF2-40B4-BE49-F238E27FC236}">
                      <a16:creationId xmlns:a16="http://schemas.microsoft.com/office/drawing/2014/main" id="{6F9ED08B-E05B-42D9-8599-8D17912B80B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947095" y="1290906"/>
                  <a:ext cx="18792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Entrada de lápiz 26">
                  <a:extLst>
                    <a:ext uri="{FF2B5EF4-FFF2-40B4-BE49-F238E27FC236}">
                      <a16:creationId xmlns:a16="http://schemas.microsoft.com/office/drawing/2014/main" id="{14161BE0-16A1-4E6D-8AEA-1BB2F1252DEB}"/>
                    </a:ext>
                  </a:extLst>
                </p14:cNvPr>
                <p14:cNvContentPartPr/>
                <p14:nvPr/>
              </p14:nvContentPartPr>
              <p14:xfrm>
                <a:off x="2159855" y="1210626"/>
                <a:ext cx="93240" cy="416520"/>
              </p14:xfrm>
            </p:contentPart>
          </mc:Choice>
          <mc:Fallback>
            <p:pic>
              <p:nvPicPr>
                <p:cNvPr id="27" name="Entrada de lápiz 26">
                  <a:extLst>
                    <a:ext uri="{FF2B5EF4-FFF2-40B4-BE49-F238E27FC236}">
                      <a16:creationId xmlns:a16="http://schemas.microsoft.com/office/drawing/2014/main" id="{14161BE0-16A1-4E6D-8AEA-1BB2F1252DE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151215" y="1201986"/>
                  <a:ext cx="110880" cy="43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00F4EE38-A19D-48CA-AE8C-C273DC728868}"/>
                    </a:ext>
                  </a:extLst>
                </p14:cNvPr>
                <p14:cNvContentPartPr/>
                <p14:nvPr/>
              </p14:nvContentPartPr>
              <p14:xfrm>
                <a:off x="2436695" y="1324386"/>
                <a:ext cx="141120" cy="11520"/>
              </p14:xfrm>
            </p:contentPart>
          </mc:Choice>
          <mc:Fallback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00F4EE38-A19D-48CA-AE8C-C273DC72886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428055" y="1315746"/>
                  <a:ext cx="1587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0" name="Entrada de lápiz 29">
                  <a:extLst>
                    <a:ext uri="{FF2B5EF4-FFF2-40B4-BE49-F238E27FC236}">
                      <a16:creationId xmlns:a16="http://schemas.microsoft.com/office/drawing/2014/main" id="{9039043D-A139-4DD3-9C5B-06D1AEA97C52}"/>
                    </a:ext>
                  </a:extLst>
                </p14:cNvPr>
                <p14:cNvContentPartPr/>
                <p14:nvPr/>
              </p14:nvContentPartPr>
              <p14:xfrm>
                <a:off x="2465855" y="1409346"/>
                <a:ext cx="127800" cy="4680"/>
              </p14:xfrm>
            </p:contentPart>
          </mc:Choice>
          <mc:Fallback>
            <p:pic>
              <p:nvPicPr>
                <p:cNvPr id="30" name="Entrada de lápiz 29">
                  <a:extLst>
                    <a:ext uri="{FF2B5EF4-FFF2-40B4-BE49-F238E27FC236}">
                      <a16:creationId xmlns:a16="http://schemas.microsoft.com/office/drawing/2014/main" id="{9039043D-A139-4DD3-9C5B-06D1AEA97C5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457215" y="1400706"/>
                  <a:ext cx="145440" cy="2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upo 36">
            <a:extLst>
              <a:ext uri="{FF2B5EF4-FFF2-40B4-BE49-F238E27FC236}">
                <a16:creationId xmlns:a16="http://schemas.microsoft.com/office/drawing/2014/main" id="{2CE1F02F-A402-441D-9466-D2017EB966B0}"/>
              </a:ext>
            </a:extLst>
          </p:cNvPr>
          <p:cNvGrpSpPr/>
          <p:nvPr/>
        </p:nvGrpSpPr>
        <p:grpSpPr>
          <a:xfrm>
            <a:off x="2835935" y="1193706"/>
            <a:ext cx="727920" cy="359640"/>
            <a:chOff x="2835935" y="1193706"/>
            <a:chExt cx="727920" cy="359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2" name="Entrada de lápiz 31">
                  <a:extLst>
                    <a:ext uri="{FF2B5EF4-FFF2-40B4-BE49-F238E27FC236}">
                      <a16:creationId xmlns:a16="http://schemas.microsoft.com/office/drawing/2014/main" id="{110F3EF2-CD5A-4F3B-9700-58995190F270}"/>
                    </a:ext>
                  </a:extLst>
                </p14:cNvPr>
                <p14:cNvContentPartPr/>
                <p14:nvPr/>
              </p14:nvContentPartPr>
              <p14:xfrm>
                <a:off x="2835935" y="1232586"/>
                <a:ext cx="147600" cy="178560"/>
              </p14:xfrm>
            </p:contentPart>
          </mc:Choice>
          <mc:Fallback>
            <p:pic>
              <p:nvPicPr>
                <p:cNvPr id="32" name="Entrada de lápiz 31">
                  <a:extLst>
                    <a:ext uri="{FF2B5EF4-FFF2-40B4-BE49-F238E27FC236}">
                      <a16:creationId xmlns:a16="http://schemas.microsoft.com/office/drawing/2014/main" id="{110F3EF2-CD5A-4F3B-9700-58995190F27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826935" y="1223946"/>
                  <a:ext cx="16524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3" name="Entrada de lápiz 32">
                  <a:extLst>
                    <a:ext uri="{FF2B5EF4-FFF2-40B4-BE49-F238E27FC236}">
                      <a16:creationId xmlns:a16="http://schemas.microsoft.com/office/drawing/2014/main" id="{6D778256-70B2-4A59-94E5-04B54A858046}"/>
                    </a:ext>
                  </a:extLst>
                </p14:cNvPr>
                <p14:cNvContentPartPr/>
                <p14:nvPr/>
              </p14:nvContentPartPr>
              <p14:xfrm>
                <a:off x="2977055" y="1411146"/>
                <a:ext cx="64440" cy="142200"/>
              </p14:xfrm>
            </p:contentPart>
          </mc:Choice>
          <mc:Fallback>
            <p:pic>
              <p:nvPicPr>
                <p:cNvPr id="33" name="Entrada de lápiz 32">
                  <a:extLst>
                    <a:ext uri="{FF2B5EF4-FFF2-40B4-BE49-F238E27FC236}">
                      <a16:creationId xmlns:a16="http://schemas.microsoft.com/office/drawing/2014/main" id="{6D778256-70B2-4A59-94E5-04B54A85804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968055" y="1402146"/>
                  <a:ext cx="8208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4" name="Entrada de lápiz 33">
                  <a:extLst>
                    <a:ext uri="{FF2B5EF4-FFF2-40B4-BE49-F238E27FC236}">
                      <a16:creationId xmlns:a16="http://schemas.microsoft.com/office/drawing/2014/main" id="{89597252-85E1-4093-997F-8DFADB7E6922}"/>
                    </a:ext>
                  </a:extLst>
                </p14:cNvPr>
                <p14:cNvContentPartPr/>
                <p14:nvPr/>
              </p14:nvContentPartPr>
              <p14:xfrm>
                <a:off x="3180095" y="1193706"/>
                <a:ext cx="156960" cy="135720"/>
              </p14:xfrm>
            </p:contentPart>
          </mc:Choice>
          <mc:Fallback>
            <p:pic>
              <p:nvPicPr>
                <p:cNvPr id="34" name="Entrada de lápiz 33">
                  <a:extLst>
                    <a:ext uri="{FF2B5EF4-FFF2-40B4-BE49-F238E27FC236}">
                      <a16:creationId xmlns:a16="http://schemas.microsoft.com/office/drawing/2014/main" id="{89597252-85E1-4093-997F-8DFADB7E692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171095" y="1184706"/>
                  <a:ext cx="17460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5" name="Entrada de lápiz 34">
                  <a:extLst>
                    <a:ext uri="{FF2B5EF4-FFF2-40B4-BE49-F238E27FC236}">
                      <a16:creationId xmlns:a16="http://schemas.microsoft.com/office/drawing/2014/main" id="{A0E5035F-0793-4DAC-8F96-E94FDFE3B5A9}"/>
                    </a:ext>
                  </a:extLst>
                </p14:cNvPr>
                <p14:cNvContentPartPr/>
                <p14:nvPr/>
              </p14:nvContentPartPr>
              <p14:xfrm>
                <a:off x="3174335" y="1251306"/>
                <a:ext cx="185040" cy="224640"/>
              </p14:xfrm>
            </p:contentPart>
          </mc:Choice>
          <mc:Fallback>
            <p:pic>
              <p:nvPicPr>
                <p:cNvPr id="35" name="Entrada de lápiz 34">
                  <a:extLst>
                    <a:ext uri="{FF2B5EF4-FFF2-40B4-BE49-F238E27FC236}">
                      <a16:creationId xmlns:a16="http://schemas.microsoft.com/office/drawing/2014/main" id="{A0E5035F-0793-4DAC-8F96-E94FDFE3B5A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165695" y="1242666"/>
                  <a:ext cx="20268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C58D07E4-323F-420A-8B47-10A9D5D0FBCD}"/>
                    </a:ext>
                  </a:extLst>
                </p14:cNvPr>
                <p14:cNvContentPartPr/>
                <p14:nvPr/>
              </p14:nvContentPartPr>
              <p14:xfrm>
                <a:off x="3310415" y="1198026"/>
                <a:ext cx="253440" cy="238320"/>
              </p14:xfrm>
            </p:contentPart>
          </mc:Choice>
          <mc:Fallback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C58D07E4-323F-420A-8B47-10A9D5D0FBC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301415" y="1189026"/>
                  <a:ext cx="271080" cy="25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upo 59">
            <a:extLst>
              <a:ext uri="{FF2B5EF4-FFF2-40B4-BE49-F238E27FC236}">
                <a16:creationId xmlns:a16="http://schemas.microsoft.com/office/drawing/2014/main" id="{51A35F6A-CF7B-4C40-B5BD-10FF30B7D104}"/>
              </a:ext>
            </a:extLst>
          </p:cNvPr>
          <p:cNvGrpSpPr/>
          <p:nvPr/>
        </p:nvGrpSpPr>
        <p:grpSpPr>
          <a:xfrm>
            <a:off x="2615255" y="1953306"/>
            <a:ext cx="180720" cy="63360"/>
            <a:chOff x="2615255" y="1953306"/>
            <a:chExt cx="180720" cy="63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8" name="Entrada de lápiz 37">
                  <a:extLst>
                    <a:ext uri="{FF2B5EF4-FFF2-40B4-BE49-F238E27FC236}">
                      <a16:creationId xmlns:a16="http://schemas.microsoft.com/office/drawing/2014/main" id="{BA3A4CEA-A206-4C34-98CC-28E99DCE2139}"/>
                    </a:ext>
                  </a:extLst>
                </p14:cNvPr>
                <p14:cNvContentPartPr/>
                <p14:nvPr/>
              </p14:nvContentPartPr>
              <p14:xfrm>
                <a:off x="2622815" y="1953306"/>
                <a:ext cx="104400" cy="3600"/>
              </p14:xfrm>
            </p:contentPart>
          </mc:Choice>
          <mc:Fallback>
            <p:pic>
              <p:nvPicPr>
                <p:cNvPr id="38" name="Entrada de lápiz 37">
                  <a:extLst>
                    <a:ext uri="{FF2B5EF4-FFF2-40B4-BE49-F238E27FC236}">
                      <a16:creationId xmlns:a16="http://schemas.microsoft.com/office/drawing/2014/main" id="{BA3A4CEA-A206-4C34-98CC-28E99DCE213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614175" y="1944306"/>
                  <a:ext cx="12204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9" name="Entrada de lápiz 38">
                  <a:extLst>
                    <a:ext uri="{FF2B5EF4-FFF2-40B4-BE49-F238E27FC236}">
                      <a16:creationId xmlns:a16="http://schemas.microsoft.com/office/drawing/2014/main" id="{A04A35C8-EC6C-4E75-9C88-8E09599BE476}"/>
                    </a:ext>
                  </a:extLst>
                </p14:cNvPr>
                <p14:cNvContentPartPr/>
                <p14:nvPr/>
              </p14:nvContentPartPr>
              <p14:xfrm>
                <a:off x="2615255" y="1998306"/>
                <a:ext cx="180720" cy="18360"/>
              </p14:xfrm>
            </p:contentPart>
          </mc:Choice>
          <mc:Fallback>
            <p:pic>
              <p:nvPicPr>
                <p:cNvPr id="39" name="Entrada de lápiz 38">
                  <a:extLst>
                    <a:ext uri="{FF2B5EF4-FFF2-40B4-BE49-F238E27FC236}">
                      <a16:creationId xmlns:a16="http://schemas.microsoft.com/office/drawing/2014/main" id="{A04A35C8-EC6C-4E75-9C88-8E09599BE47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606615" y="1989306"/>
                  <a:ext cx="19836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upo 58">
            <a:extLst>
              <a:ext uri="{FF2B5EF4-FFF2-40B4-BE49-F238E27FC236}">
                <a16:creationId xmlns:a16="http://schemas.microsoft.com/office/drawing/2014/main" id="{C149386C-7BFF-405C-9BF8-52EF900E1948}"/>
              </a:ext>
            </a:extLst>
          </p:cNvPr>
          <p:cNvGrpSpPr/>
          <p:nvPr/>
        </p:nvGrpSpPr>
        <p:grpSpPr>
          <a:xfrm>
            <a:off x="2981735" y="1780506"/>
            <a:ext cx="597960" cy="293760"/>
            <a:chOff x="2981735" y="1780506"/>
            <a:chExt cx="597960" cy="29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0" name="Entrada de lápiz 39">
                  <a:extLst>
                    <a:ext uri="{FF2B5EF4-FFF2-40B4-BE49-F238E27FC236}">
                      <a16:creationId xmlns:a16="http://schemas.microsoft.com/office/drawing/2014/main" id="{77DB6763-E485-4DC5-9FCC-52390547376B}"/>
                    </a:ext>
                  </a:extLst>
                </p14:cNvPr>
                <p14:cNvContentPartPr/>
                <p14:nvPr/>
              </p14:nvContentPartPr>
              <p14:xfrm>
                <a:off x="3041135" y="1780506"/>
                <a:ext cx="35280" cy="270720"/>
              </p14:xfrm>
            </p:contentPart>
          </mc:Choice>
          <mc:Fallback>
            <p:pic>
              <p:nvPicPr>
                <p:cNvPr id="40" name="Entrada de lápiz 39">
                  <a:extLst>
                    <a:ext uri="{FF2B5EF4-FFF2-40B4-BE49-F238E27FC236}">
                      <a16:creationId xmlns:a16="http://schemas.microsoft.com/office/drawing/2014/main" id="{77DB6763-E485-4DC5-9FCC-52390547376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032495" y="1771506"/>
                  <a:ext cx="5292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1" name="Entrada de lápiz 40">
                  <a:extLst>
                    <a:ext uri="{FF2B5EF4-FFF2-40B4-BE49-F238E27FC236}">
                      <a16:creationId xmlns:a16="http://schemas.microsoft.com/office/drawing/2014/main" id="{F9E87E44-C5EE-4A7C-B3E4-C01D0D0E94CC}"/>
                    </a:ext>
                  </a:extLst>
                </p14:cNvPr>
                <p14:cNvContentPartPr/>
                <p14:nvPr/>
              </p14:nvContentPartPr>
              <p14:xfrm>
                <a:off x="2981735" y="2044026"/>
                <a:ext cx="230040" cy="30240"/>
              </p14:xfrm>
            </p:contentPart>
          </mc:Choice>
          <mc:Fallback>
            <p:pic>
              <p:nvPicPr>
                <p:cNvPr id="41" name="Entrada de lápiz 40">
                  <a:extLst>
                    <a:ext uri="{FF2B5EF4-FFF2-40B4-BE49-F238E27FC236}">
                      <a16:creationId xmlns:a16="http://schemas.microsoft.com/office/drawing/2014/main" id="{F9E87E44-C5EE-4A7C-B3E4-C01D0D0E94C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972735" y="2035386"/>
                  <a:ext cx="24768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2" name="Entrada de lápiz 41">
                  <a:extLst>
                    <a:ext uri="{FF2B5EF4-FFF2-40B4-BE49-F238E27FC236}">
                      <a16:creationId xmlns:a16="http://schemas.microsoft.com/office/drawing/2014/main" id="{F6851A9C-1434-4A5C-A501-006EC8CDFBA3}"/>
                    </a:ext>
                  </a:extLst>
                </p14:cNvPr>
                <p14:cNvContentPartPr/>
                <p14:nvPr/>
              </p14:nvContentPartPr>
              <p14:xfrm>
                <a:off x="3331295" y="1896066"/>
                <a:ext cx="248400" cy="30240"/>
              </p14:xfrm>
            </p:contentPart>
          </mc:Choice>
          <mc:Fallback>
            <p:pic>
              <p:nvPicPr>
                <p:cNvPr id="42" name="Entrada de lápiz 41">
                  <a:extLst>
                    <a:ext uri="{FF2B5EF4-FFF2-40B4-BE49-F238E27FC236}">
                      <a16:creationId xmlns:a16="http://schemas.microsoft.com/office/drawing/2014/main" id="{F6851A9C-1434-4A5C-A501-006EC8CDFBA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322295" y="1887066"/>
                  <a:ext cx="266040" cy="4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upo 57">
            <a:extLst>
              <a:ext uri="{FF2B5EF4-FFF2-40B4-BE49-F238E27FC236}">
                <a16:creationId xmlns:a16="http://schemas.microsoft.com/office/drawing/2014/main" id="{0A83C235-B069-4FCF-A154-F60B3F42D6CE}"/>
              </a:ext>
            </a:extLst>
          </p:cNvPr>
          <p:cNvGrpSpPr/>
          <p:nvPr/>
        </p:nvGrpSpPr>
        <p:grpSpPr>
          <a:xfrm>
            <a:off x="3789215" y="1691586"/>
            <a:ext cx="721800" cy="512640"/>
            <a:chOff x="3789215" y="1691586"/>
            <a:chExt cx="721800" cy="512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3" name="Entrada de lápiz 42">
                  <a:extLst>
                    <a:ext uri="{FF2B5EF4-FFF2-40B4-BE49-F238E27FC236}">
                      <a16:creationId xmlns:a16="http://schemas.microsoft.com/office/drawing/2014/main" id="{27C633D1-1444-4743-8D83-29FC5E0F1CA4}"/>
                    </a:ext>
                  </a:extLst>
                </p14:cNvPr>
                <p14:cNvContentPartPr/>
                <p14:nvPr/>
              </p14:nvContentPartPr>
              <p14:xfrm>
                <a:off x="3801455" y="1807146"/>
                <a:ext cx="5400" cy="397080"/>
              </p14:xfrm>
            </p:contentPart>
          </mc:Choice>
          <mc:Fallback>
            <p:pic>
              <p:nvPicPr>
                <p:cNvPr id="43" name="Entrada de lápiz 42">
                  <a:extLst>
                    <a:ext uri="{FF2B5EF4-FFF2-40B4-BE49-F238E27FC236}">
                      <a16:creationId xmlns:a16="http://schemas.microsoft.com/office/drawing/2014/main" id="{27C633D1-1444-4743-8D83-29FC5E0F1CA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792455" y="1798146"/>
                  <a:ext cx="23040" cy="41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4" name="Entrada de lápiz 43">
                  <a:extLst>
                    <a:ext uri="{FF2B5EF4-FFF2-40B4-BE49-F238E27FC236}">
                      <a16:creationId xmlns:a16="http://schemas.microsoft.com/office/drawing/2014/main" id="{086A06A3-6A6E-434F-A574-0BA5EC0B3326}"/>
                    </a:ext>
                  </a:extLst>
                </p14:cNvPr>
                <p14:cNvContentPartPr/>
                <p14:nvPr/>
              </p14:nvContentPartPr>
              <p14:xfrm>
                <a:off x="3789215" y="1759626"/>
                <a:ext cx="195840" cy="231480"/>
              </p14:xfrm>
            </p:contentPart>
          </mc:Choice>
          <mc:Fallback>
            <p:pic>
              <p:nvPicPr>
                <p:cNvPr id="44" name="Entrada de lápiz 43">
                  <a:extLst>
                    <a:ext uri="{FF2B5EF4-FFF2-40B4-BE49-F238E27FC236}">
                      <a16:creationId xmlns:a16="http://schemas.microsoft.com/office/drawing/2014/main" id="{086A06A3-6A6E-434F-A574-0BA5EC0B332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780575" y="1750626"/>
                  <a:ext cx="21348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5" name="Entrada de lápiz 44">
                  <a:extLst>
                    <a:ext uri="{FF2B5EF4-FFF2-40B4-BE49-F238E27FC236}">
                      <a16:creationId xmlns:a16="http://schemas.microsoft.com/office/drawing/2014/main" id="{3413D69F-5E25-4024-AFB4-6CEA941ECB80}"/>
                    </a:ext>
                  </a:extLst>
                </p14:cNvPr>
                <p14:cNvContentPartPr/>
                <p14:nvPr/>
              </p14:nvContentPartPr>
              <p14:xfrm>
                <a:off x="4119335" y="1706706"/>
                <a:ext cx="138960" cy="290160"/>
              </p14:xfrm>
            </p:contentPart>
          </mc:Choice>
          <mc:Fallback>
            <p:pic>
              <p:nvPicPr>
                <p:cNvPr id="45" name="Entrada de lápiz 44">
                  <a:extLst>
                    <a:ext uri="{FF2B5EF4-FFF2-40B4-BE49-F238E27FC236}">
                      <a16:creationId xmlns:a16="http://schemas.microsoft.com/office/drawing/2014/main" id="{3413D69F-5E25-4024-AFB4-6CEA941ECB8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110335" y="1698066"/>
                  <a:ext cx="15660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6" name="Entrada de lápiz 45">
                  <a:extLst>
                    <a:ext uri="{FF2B5EF4-FFF2-40B4-BE49-F238E27FC236}">
                      <a16:creationId xmlns:a16="http://schemas.microsoft.com/office/drawing/2014/main" id="{3ED25BAF-B7AC-4EBB-A4CB-205272106F68}"/>
                    </a:ext>
                  </a:extLst>
                </p14:cNvPr>
                <p14:cNvContentPartPr/>
                <p14:nvPr/>
              </p14:nvContentPartPr>
              <p14:xfrm>
                <a:off x="4310495" y="1732986"/>
                <a:ext cx="200520" cy="234000"/>
              </p14:xfrm>
            </p:contentPart>
          </mc:Choice>
          <mc:Fallback>
            <p:pic>
              <p:nvPicPr>
                <p:cNvPr id="46" name="Entrada de lápiz 45">
                  <a:extLst>
                    <a:ext uri="{FF2B5EF4-FFF2-40B4-BE49-F238E27FC236}">
                      <a16:creationId xmlns:a16="http://schemas.microsoft.com/office/drawing/2014/main" id="{3ED25BAF-B7AC-4EBB-A4CB-205272106F6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301855" y="1724346"/>
                  <a:ext cx="21816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7" name="Entrada de lápiz 46">
                  <a:extLst>
                    <a:ext uri="{FF2B5EF4-FFF2-40B4-BE49-F238E27FC236}">
                      <a16:creationId xmlns:a16="http://schemas.microsoft.com/office/drawing/2014/main" id="{ED656A46-E8FE-4A52-9176-CA11BE03B207}"/>
                    </a:ext>
                  </a:extLst>
                </p14:cNvPr>
                <p14:cNvContentPartPr/>
                <p14:nvPr/>
              </p14:nvContentPartPr>
              <p14:xfrm>
                <a:off x="4365215" y="1691586"/>
                <a:ext cx="131760" cy="249120"/>
              </p14:xfrm>
            </p:contentPart>
          </mc:Choice>
          <mc:Fallback>
            <p:pic>
              <p:nvPicPr>
                <p:cNvPr id="47" name="Entrada de lápiz 46">
                  <a:extLst>
                    <a:ext uri="{FF2B5EF4-FFF2-40B4-BE49-F238E27FC236}">
                      <a16:creationId xmlns:a16="http://schemas.microsoft.com/office/drawing/2014/main" id="{ED656A46-E8FE-4A52-9176-CA11BE03B20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356575" y="1682586"/>
                  <a:ext cx="149400" cy="266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48" name="Entrada de lápiz 47">
                <a:extLst>
                  <a:ext uri="{FF2B5EF4-FFF2-40B4-BE49-F238E27FC236}">
                    <a16:creationId xmlns:a16="http://schemas.microsoft.com/office/drawing/2014/main" id="{50844950-CC0A-4E71-AFCE-44AA15D61CFA}"/>
                  </a:ext>
                </a:extLst>
              </p14:cNvPr>
              <p14:cNvContentPartPr/>
              <p14:nvPr/>
            </p14:nvContentPartPr>
            <p14:xfrm>
              <a:off x="4702535" y="1693026"/>
              <a:ext cx="191160" cy="184680"/>
            </p14:xfrm>
          </p:contentPart>
        </mc:Choice>
        <mc:Fallback>
          <p:pic>
            <p:nvPicPr>
              <p:cNvPr id="48" name="Entrada de lápiz 47">
                <a:extLst>
                  <a:ext uri="{FF2B5EF4-FFF2-40B4-BE49-F238E27FC236}">
                    <a16:creationId xmlns:a16="http://schemas.microsoft.com/office/drawing/2014/main" id="{50844950-CC0A-4E71-AFCE-44AA15D61CFA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4693895" y="1684386"/>
                <a:ext cx="208800" cy="20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57" name="Grupo 56">
            <a:extLst>
              <a:ext uri="{FF2B5EF4-FFF2-40B4-BE49-F238E27FC236}">
                <a16:creationId xmlns:a16="http://schemas.microsoft.com/office/drawing/2014/main" id="{99B4D5C4-6F73-442A-9642-D017E41DC8EE}"/>
              </a:ext>
            </a:extLst>
          </p:cNvPr>
          <p:cNvGrpSpPr/>
          <p:nvPr/>
        </p:nvGrpSpPr>
        <p:grpSpPr>
          <a:xfrm>
            <a:off x="5082695" y="1536786"/>
            <a:ext cx="347400" cy="475200"/>
            <a:chOff x="5082695" y="1536786"/>
            <a:chExt cx="347400" cy="47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9" name="Entrada de lápiz 48">
                  <a:extLst>
                    <a:ext uri="{FF2B5EF4-FFF2-40B4-BE49-F238E27FC236}">
                      <a16:creationId xmlns:a16="http://schemas.microsoft.com/office/drawing/2014/main" id="{B662F0BC-2B6B-490C-BBC1-0CB09967055F}"/>
                    </a:ext>
                  </a:extLst>
                </p14:cNvPr>
                <p14:cNvContentPartPr/>
                <p14:nvPr/>
              </p14:nvContentPartPr>
              <p14:xfrm>
                <a:off x="5082695" y="1630746"/>
                <a:ext cx="163440" cy="254880"/>
              </p14:xfrm>
            </p:contentPart>
          </mc:Choice>
          <mc:Fallback>
            <p:pic>
              <p:nvPicPr>
                <p:cNvPr id="49" name="Entrada de lápiz 48">
                  <a:extLst>
                    <a:ext uri="{FF2B5EF4-FFF2-40B4-BE49-F238E27FC236}">
                      <a16:creationId xmlns:a16="http://schemas.microsoft.com/office/drawing/2014/main" id="{B662F0BC-2B6B-490C-BBC1-0CB09967055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074055" y="1621746"/>
                  <a:ext cx="18108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0" name="Entrada de lápiz 49">
                  <a:extLst>
                    <a:ext uri="{FF2B5EF4-FFF2-40B4-BE49-F238E27FC236}">
                      <a16:creationId xmlns:a16="http://schemas.microsoft.com/office/drawing/2014/main" id="{1C7A1D67-02D5-4B24-9A94-D94D57525544}"/>
                    </a:ext>
                  </a:extLst>
                </p14:cNvPr>
                <p14:cNvContentPartPr/>
                <p14:nvPr/>
              </p14:nvContentPartPr>
              <p14:xfrm>
                <a:off x="5311655" y="1536786"/>
                <a:ext cx="118440" cy="475200"/>
              </p14:xfrm>
            </p:contentPart>
          </mc:Choice>
          <mc:Fallback>
            <p:pic>
              <p:nvPicPr>
                <p:cNvPr id="50" name="Entrada de lápiz 49">
                  <a:extLst>
                    <a:ext uri="{FF2B5EF4-FFF2-40B4-BE49-F238E27FC236}">
                      <a16:creationId xmlns:a16="http://schemas.microsoft.com/office/drawing/2014/main" id="{1C7A1D67-02D5-4B24-9A94-D94D5752554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303015" y="1528146"/>
                  <a:ext cx="136080" cy="49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upo 55">
            <a:extLst>
              <a:ext uri="{FF2B5EF4-FFF2-40B4-BE49-F238E27FC236}">
                <a16:creationId xmlns:a16="http://schemas.microsoft.com/office/drawing/2014/main" id="{831BE1D5-9B88-424F-8976-92860675DB27}"/>
              </a:ext>
            </a:extLst>
          </p:cNvPr>
          <p:cNvGrpSpPr/>
          <p:nvPr/>
        </p:nvGrpSpPr>
        <p:grpSpPr>
          <a:xfrm>
            <a:off x="2669975" y="2344986"/>
            <a:ext cx="470880" cy="271800"/>
            <a:chOff x="2669975" y="2344986"/>
            <a:chExt cx="470880" cy="27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1" name="Entrada de lápiz 50">
                  <a:extLst>
                    <a:ext uri="{FF2B5EF4-FFF2-40B4-BE49-F238E27FC236}">
                      <a16:creationId xmlns:a16="http://schemas.microsoft.com/office/drawing/2014/main" id="{F78685ED-BF04-4512-86D1-5CB99C6CA72A}"/>
                    </a:ext>
                  </a:extLst>
                </p14:cNvPr>
                <p14:cNvContentPartPr/>
                <p14:nvPr/>
              </p14:nvContentPartPr>
              <p14:xfrm>
                <a:off x="2669975" y="2377026"/>
                <a:ext cx="145800" cy="19800"/>
              </p14:xfrm>
            </p:contentPart>
          </mc:Choice>
          <mc:Fallback>
            <p:pic>
              <p:nvPicPr>
                <p:cNvPr id="51" name="Entrada de lápiz 50">
                  <a:extLst>
                    <a:ext uri="{FF2B5EF4-FFF2-40B4-BE49-F238E27FC236}">
                      <a16:creationId xmlns:a16="http://schemas.microsoft.com/office/drawing/2014/main" id="{F78685ED-BF04-4512-86D1-5CB99C6CA72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661335" y="2368386"/>
                  <a:ext cx="1634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2" name="Entrada de lápiz 51">
                  <a:extLst>
                    <a:ext uri="{FF2B5EF4-FFF2-40B4-BE49-F238E27FC236}">
                      <a16:creationId xmlns:a16="http://schemas.microsoft.com/office/drawing/2014/main" id="{8868E509-C99D-4069-8230-3F3C261002EA}"/>
                    </a:ext>
                  </a:extLst>
                </p14:cNvPr>
                <p14:cNvContentPartPr/>
                <p14:nvPr/>
              </p14:nvContentPartPr>
              <p14:xfrm>
                <a:off x="2691935" y="2488266"/>
                <a:ext cx="183600" cy="2160"/>
              </p14:xfrm>
            </p:contentPart>
          </mc:Choice>
          <mc:Fallback>
            <p:pic>
              <p:nvPicPr>
                <p:cNvPr id="52" name="Entrada de lápiz 51">
                  <a:extLst>
                    <a:ext uri="{FF2B5EF4-FFF2-40B4-BE49-F238E27FC236}">
                      <a16:creationId xmlns:a16="http://schemas.microsoft.com/office/drawing/2014/main" id="{8868E509-C99D-4069-8230-3F3C261002E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682935" y="2479626"/>
                  <a:ext cx="20124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3" name="Entrada de lápiz 52">
                  <a:extLst>
                    <a:ext uri="{FF2B5EF4-FFF2-40B4-BE49-F238E27FC236}">
                      <a16:creationId xmlns:a16="http://schemas.microsoft.com/office/drawing/2014/main" id="{DA1A86A4-1A0C-4E64-9FA5-CEBCB00F64DB}"/>
                    </a:ext>
                  </a:extLst>
                </p14:cNvPr>
                <p14:cNvContentPartPr/>
                <p14:nvPr/>
              </p14:nvContentPartPr>
              <p14:xfrm>
                <a:off x="3014135" y="2344986"/>
                <a:ext cx="126720" cy="271800"/>
              </p14:xfrm>
            </p:contentPart>
          </mc:Choice>
          <mc:Fallback>
            <p:pic>
              <p:nvPicPr>
                <p:cNvPr id="53" name="Entrada de lápiz 52">
                  <a:extLst>
                    <a:ext uri="{FF2B5EF4-FFF2-40B4-BE49-F238E27FC236}">
                      <a16:creationId xmlns:a16="http://schemas.microsoft.com/office/drawing/2014/main" id="{DA1A86A4-1A0C-4E64-9FA5-CEBCB00F64D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005495" y="2336346"/>
                  <a:ext cx="144360" cy="289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61" name="Entrada de lápiz 60">
                <a:extLst>
                  <a:ext uri="{FF2B5EF4-FFF2-40B4-BE49-F238E27FC236}">
                    <a16:creationId xmlns:a16="http://schemas.microsoft.com/office/drawing/2014/main" id="{DA212CAF-E48C-4F5C-910B-7114CCBD9208}"/>
                  </a:ext>
                </a:extLst>
              </p14:cNvPr>
              <p14:cNvContentPartPr/>
              <p14:nvPr/>
            </p14:nvContentPartPr>
            <p14:xfrm>
              <a:off x="2747375" y="1129986"/>
              <a:ext cx="818280" cy="474120"/>
            </p14:xfrm>
          </p:contentPart>
        </mc:Choice>
        <mc:Fallback>
          <p:pic>
            <p:nvPicPr>
              <p:cNvPr id="61" name="Entrada de lápiz 60">
                <a:extLst>
                  <a:ext uri="{FF2B5EF4-FFF2-40B4-BE49-F238E27FC236}">
                    <a16:creationId xmlns:a16="http://schemas.microsoft.com/office/drawing/2014/main" id="{DA212CAF-E48C-4F5C-910B-7114CCBD9208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2693735" y="1022346"/>
                <a:ext cx="925920" cy="689760"/>
              </a:xfrm>
              <a:prstGeom prst="rect">
                <a:avLst/>
              </a:prstGeom>
            </p:spPr>
          </p:pic>
        </mc:Fallback>
      </mc:AlternateContent>
      <p:grpSp>
        <p:nvGrpSpPr>
          <p:cNvPr id="69" name="Grupo 68">
            <a:extLst>
              <a:ext uri="{FF2B5EF4-FFF2-40B4-BE49-F238E27FC236}">
                <a16:creationId xmlns:a16="http://schemas.microsoft.com/office/drawing/2014/main" id="{5BCB4B11-0D8A-4C14-9699-FD40E010F783}"/>
              </a:ext>
            </a:extLst>
          </p:cNvPr>
          <p:cNvGrpSpPr/>
          <p:nvPr/>
        </p:nvGrpSpPr>
        <p:grpSpPr>
          <a:xfrm>
            <a:off x="1154735" y="1909746"/>
            <a:ext cx="1170720" cy="405000"/>
            <a:chOff x="1154735" y="1909746"/>
            <a:chExt cx="1170720" cy="405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2" name="Entrada de lápiz 61">
                  <a:extLst>
                    <a:ext uri="{FF2B5EF4-FFF2-40B4-BE49-F238E27FC236}">
                      <a16:creationId xmlns:a16="http://schemas.microsoft.com/office/drawing/2014/main" id="{C26BB372-3ECB-4428-B973-25D42BDC7DE0}"/>
                    </a:ext>
                  </a:extLst>
                </p14:cNvPr>
                <p14:cNvContentPartPr/>
                <p14:nvPr/>
              </p14:nvContentPartPr>
              <p14:xfrm>
                <a:off x="1154735" y="1965546"/>
                <a:ext cx="226080" cy="349200"/>
              </p14:xfrm>
            </p:contentPart>
          </mc:Choice>
          <mc:Fallback>
            <p:pic>
              <p:nvPicPr>
                <p:cNvPr id="62" name="Entrada de lápiz 61">
                  <a:extLst>
                    <a:ext uri="{FF2B5EF4-FFF2-40B4-BE49-F238E27FC236}">
                      <a16:creationId xmlns:a16="http://schemas.microsoft.com/office/drawing/2014/main" id="{C26BB372-3ECB-4428-B973-25D42BDC7DE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146095" y="1956906"/>
                  <a:ext cx="24372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3" name="Entrada de lápiz 62">
                  <a:extLst>
                    <a:ext uri="{FF2B5EF4-FFF2-40B4-BE49-F238E27FC236}">
                      <a16:creationId xmlns:a16="http://schemas.microsoft.com/office/drawing/2014/main" id="{0CA49686-8EC9-4706-9570-68CB4EBFF15E}"/>
                    </a:ext>
                  </a:extLst>
                </p14:cNvPr>
                <p14:cNvContentPartPr/>
                <p14:nvPr/>
              </p14:nvContentPartPr>
              <p14:xfrm>
                <a:off x="1435535" y="1987146"/>
                <a:ext cx="109080" cy="228960"/>
              </p14:xfrm>
            </p:contentPart>
          </mc:Choice>
          <mc:Fallback>
            <p:pic>
              <p:nvPicPr>
                <p:cNvPr id="63" name="Entrada de lápiz 62">
                  <a:extLst>
                    <a:ext uri="{FF2B5EF4-FFF2-40B4-BE49-F238E27FC236}">
                      <a16:creationId xmlns:a16="http://schemas.microsoft.com/office/drawing/2014/main" id="{0CA49686-8EC9-4706-9570-68CB4EBFF15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426895" y="1978506"/>
                  <a:ext cx="12672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4" name="Entrada de lápiz 63">
                  <a:extLst>
                    <a:ext uri="{FF2B5EF4-FFF2-40B4-BE49-F238E27FC236}">
                      <a16:creationId xmlns:a16="http://schemas.microsoft.com/office/drawing/2014/main" id="{C31BE054-5491-4E41-BDF1-B0260702EEAC}"/>
                    </a:ext>
                  </a:extLst>
                </p14:cNvPr>
                <p14:cNvContentPartPr/>
                <p14:nvPr/>
              </p14:nvContentPartPr>
              <p14:xfrm>
                <a:off x="1571615" y="2018466"/>
                <a:ext cx="151560" cy="138960"/>
              </p14:xfrm>
            </p:contentPart>
          </mc:Choice>
          <mc:Fallback>
            <p:pic>
              <p:nvPicPr>
                <p:cNvPr id="64" name="Entrada de lápiz 63">
                  <a:extLst>
                    <a:ext uri="{FF2B5EF4-FFF2-40B4-BE49-F238E27FC236}">
                      <a16:creationId xmlns:a16="http://schemas.microsoft.com/office/drawing/2014/main" id="{C31BE054-5491-4E41-BDF1-B0260702EEA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562615" y="2009826"/>
                  <a:ext cx="16920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5" name="Entrada de lápiz 64">
                  <a:extLst>
                    <a:ext uri="{FF2B5EF4-FFF2-40B4-BE49-F238E27FC236}">
                      <a16:creationId xmlns:a16="http://schemas.microsoft.com/office/drawing/2014/main" id="{AD721950-E765-4602-9BA1-9262F0BA35E6}"/>
                    </a:ext>
                  </a:extLst>
                </p14:cNvPr>
                <p14:cNvContentPartPr/>
                <p14:nvPr/>
              </p14:nvContentPartPr>
              <p14:xfrm>
                <a:off x="1600055" y="2003346"/>
                <a:ext cx="162720" cy="185400"/>
              </p14:xfrm>
            </p:contentPart>
          </mc:Choice>
          <mc:Fallback>
            <p:pic>
              <p:nvPicPr>
                <p:cNvPr id="65" name="Entrada de lápiz 64">
                  <a:extLst>
                    <a:ext uri="{FF2B5EF4-FFF2-40B4-BE49-F238E27FC236}">
                      <a16:creationId xmlns:a16="http://schemas.microsoft.com/office/drawing/2014/main" id="{AD721950-E765-4602-9BA1-9262F0BA35E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591055" y="1994346"/>
                  <a:ext cx="18036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6" name="Entrada de lápiz 65">
                  <a:extLst>
                    <a:ext uri="{FF2B5EF4-FFF2-40B4-BE49-F238E27FC236}">
                      <a16:creationId xmlns:a16="http://schemas.microsoft.com/office/drawing/2014/main" id="{ADF681B2-3E4E-4B41-A288-D8F1A48D8A5F}"/>
                    </a:ext>
                  </a:extLst>
                </p14:cNvPr>
                <p14:cNvContentPartPr/>
                <p14:nvPr/>
              </p14:nvContentPartPr>
              <p14:xfrm>
                <a:off x="1845575" y="2002626"/>
                <a:ext cx="237600" cy="187200"/>
              </p14:xfrm>
            </p:contentPart>
          </mc:Choice>
          <mc:Fallback>
            <p:pic>
              <p:nvPicPr>
                <p:cNvPr id="66" name="Entrada de lápiz 65">
                  <a:extLst>
                    <a:ext uri="{FF2B5EF4-FFF2-40B4-BE49-F238E27FC236}">
                      <a16:creationId xmlns:a16="http://schemas.microsoft.com/office/drawing/2014/main" id="{ADF681B2-3E4E-4B41-A288-D8F1A48D8A5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836575" y="1993626"/>
                  <a:ext cx="25524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7" name="Entrada de lápiz 66">
                  <a:extLst>
                    <a:ext uri="{FF2B5EF4-FFF2-40B4-BE49-F238E27FC236}">
                      <a16:creationId xmlns:a16="http://schemas.microsoft.com/office/drawing/2014/main" id="{AF25E613-B1C4-46D7-A883-F0FDC3716C3B}"/>
                    </a:ext>
                  </a:extLst>
                </p14:cNvPr>
                <p14:cNvContentPartPr/>
                <p14:nvPr/>
              </p14:nvContentPartPr>
              <p14:xfrm>
                <a:off x="2139335" y="1984626"/>
                <a:ext cx="37080" cy="167040"/>
              </p14:xfrm>
            </p:contentPart>
          </mc:Choice>
          <mc:Fallback>
            <p:pic>
              <p:nvPicPr>
                <p:cNvPr id="67" name="Entrada de lápiz 66">
                  <a:extLst>
                    <a:ext uri="{FF2B5EF4-FFF2-40B4-BE49-F238E27FC236}">
                      <a16:creationId xmlns:a16="http://schemas.microsoft.com/office/drawing/2014/main" id="{AF25E613-B1C4-46D7-A883-F0FDC3716C3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130335" y="1975626"/>
                  <a:ext cx="5472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8" name="Entrada de lápiz 67">
                  <a:extLst>
                    <a:ext uri="{FF2B5EF4-FFF2-40B4-BE49-F238E27FC236}">
                      <a16:creationId xmlns:a16="http://schemas.microsoft.com/office/drawing/2014/main" id="{1DD04128-1E64-4237-AB33-4D4BC43ED87A}"/>
                    </a:ext>
                  </a:extLst>
                </p14:cNvPr>
                <p14:cNvContentPartPr/>
                <p14:nvPr/>
              </p14:nvContentPartPr>
              <p14:xfrm>
                <a:off x="2250575" y="1909746"/>
                <a:ext cx="74880" cy="377640"/>
              </p14:xfrm>
            </p:contentPart>
          </mc:Choice>
          <mc:Fallback>
            <p:pic>
              <p:nvPicPr>
                <p:cNvPr id="68" name="Entrada de lápiz 67">
                  <a:extLst>
                    <a:ext uri="{FF2B5EF4-FFF2-40B4-BE49-F238E27FC236}">
                      <a16:creationId xmlns:a16="http://schemas.microsoft.com/office/drawing/2014/main" id="{1DD04128-1E64-4237-AB33-4D4BC43ED87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241935" y="1901106"/>
                  <a:ext cx="92520" cy="39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upo 79">
            <a:extLst>
              <a:ext uri="{FF2B5EF4-FFF2-40B4-BE49-F238E27FC236}">
                <a16:creationId xmlns:a16="http://schemas.microsoft.com/office/drawing/2014/main" id="{22C956F4-E0F0-486F-8A0D-DCA60D9F0AB9}"/>
              </a:ext>
            </a:extLst>
          </p:cNvPr>
          <p:cNvGrpSpPr/>
          <p:nvPr/>
        </p:nvGrpSpPr>
        <p:grpSpPr>
          <a:xfrm>
            <a:off x="3307535" y="2263986"/>
            <a:ext cx="1495440" cy="351720"/>
            <a:chOff x="3307535" y="2263986"/>
            <a:chExt cx="1495440" cy="351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0" name="Entrada de lápiz 69">
                  <a:extLst>
                    <a:ext uri="{FF2B5EF4-FFF2-40B4-BE49-F238E27FC236}">
                      <a16:creationId xmlns:a16="http://schemas.microsoft.com/office/drawing/2014/main" id="{BAEAB6A8-C799-4111-B1B4-DE5AA3DA0C51}"/>
                    </a:ext>
                  </a:extLst>
                </p14:cNvPr>
                <p14:cNvContentPartPr/>
                <p14:nvPr/>
              </p14:nvContentPartPr>
              <p14:xfrm>
                <a:off x="3307535" y="2400066"/>
                <a:ext cx="218520" cy="7920"/>
              </p14:xfrm>
            </p:contentPart>
          </mc:Choice>
          <mc:Fallback>
            <p:pic>
              <p:nvPicPr>
                <p:cNvPr id="70" name="Entrada de lápiz 69">
                  <a:extLst>
                    <a:ext uri="{FF2B5EF4-FFF2-40B4-BE49-F238E27FC236}">
                      <a16:creationId xmlns:a16="http://schemas.microsoft.com/office/drawing/2014/main" id="{BAEAB6A8-C799-4111-B1B4-DE5AA3DA0C5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298895" y="2391066"/>
                  <a:ext cx="23616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1" name="Entrada de lápiz 70">
                  <a:extLst>
                    <a:ext uri="{FF2B5EF4-FFF2-40B4-BE49-F238E27FC236}">
                      <a16:creationId xmlns:a16="http://schemas.microsoft.com/office/drawing/2014/main" id="{4D753AB2-05A7-44FF-8FF3-54DDC7201BC1}"/>
                    </a:ext>
                  </a:extLst>
                </p14:cNvPr>
                <p14:cNvContentPartPr/>
                <p14:nvPr/>
              </p14:nvContentPartPr>
              <p14:xfrm>
                <a:off x="3599495" y="2311866"/>
                <a:ext cx="223200" cy="303840"/>
              </p14:xfrm>
            </p:contentPart>
          </mc:Choice>
          <mc:Fallback>
            <p:pic>
              <p:nvPicPr>
                <p:cNvPr id="71" name="Entrada de lápiz 70">
                  <a:extLst>
                    <a:ext uri="{FF2B5EF4-FFF2-40B4-BE49-F238E27FC236}">
                      <a16:creationId xmlns:a16="http://schemas.microsoft.com/office/drawing/2014/main" id="{4D753AB2-05A7-44FF-8FF3-54DDC7201BC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590495" y="2302866"/>
                  <a:ext cx="24084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2" name="Entrada de lápiz 71">
                  <a:extLst>
                    <a:ext uri="{FF2B5EF4-FFF2-40B4-BE49-F238E27FC236}">
                      <a16:creationId xmlns:a16="http://schemas.microsoft.com/office/drawing/2014/main" id="{E56C85FD-C605-4CAF-AAD9-4B57C4E7197F}"/>
                    </a:ext>
                  </a:extLst>
                </p14:cNvPr>
                <p14:cNvContentPartPr/>
                <p14:nvPr/>
              </p14:nvContentPartPr>
              <p14:xfrm>
                <a:off x="3875255" y="2351466"/>
                <a:ext cx="131760" cy="201600"/>
              </p14:xfrm>
            </p:contentPart>
          </mc:Choice>
          <mc:Fallback>
            <p:pic>
              <p:nvPicPr>
                <p:cNvPr id="72" name="Entrada de lápiz 71">
                  <a:extLst>
                    <a:ext uri="{FF2B5EF4-FFF2-40B4-BE49-F238E27FC236}">
                      <a16:creationId xmlns:a16="http://schemas.microsoft.com/office/drawing/2014/main" id="{E56C85FD-C605-4CAF-AAD9-4B57C4E7197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866255" y="2342826"/>
                  <a:ext cx="14940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3" name="Entrada de lápiz 72">
                  <a:extLst>
                    <a:ext uri="{FF2B5EF4-FFF2-40B4-BE49-F238E27FC236}">
                      <a16:creationId xmlns:a16="http://schemas.microsoft.com/office/drawing/2014/main" id="{9C5FE4F0-E53D-47E3-894B-C3A95C584BD4}"/>
                    </a:ext>
                  </a:extLst>
                </p14:cNvPr>
                <p14:cNvContentPartPr/>
                <p14:nvPr/>
              </p14:nvContentPartPr>
              <p14:xfrm>
                <a:off x="4049135" y="2344986"/>
                <a:ext cx="150480" cy="186480"/>
              </p14:xfrm>
            </p:contentPart>
          </mc:Choice>
          <mc:Fallback>
            <p:pic>
              <p:nvPicPr>
                <p:cNvPr id="73" name="Entrada de lápiz 72">
                  <a:extLst>
                    <a:ext uri="{FF2B5EF4-FFF2-40B4-BE49-F238E27FC236}">
                      <a16:creationId xmlns:a16="http://schemas.microsoft.com/office/drawing/2014/main" id="{9C5FE4F0-E53D-47E3-894B-C3A95C584BD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040135" y="2335986"/>
                  <a:ext cx="16812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4" name="Entrada de lápiz 73">
                  <a:extLst>
                    <a:ext uri="{FF2B5EF4-FFF2-40B4-BE49-F238E27FC236}">
                      <a16:creationId xmlns:a16="http://schemas.microsoft.com/office/drawing/2014/main" id="{6242003D-5D7F-494D-BFE8-026036D7DD79}"/>
                    </a:ext>
                  </a:extLst>
                </p14:cNvPr>
                <p14:cNvContentPartPr/>
                <p14:nvPr/>
              </p14:nvContentPartPr>
              <p14:xfrm>
                <a:off x="4004495" y="2318346"/>
                <a:ext cx="195840" cy="258480"/>
              </p14:xfrm>
            </p:contentPart>
          </mc:Choice>
          <mc:Fallback>
            <p:pic>
              <p:nvPicPr>
                <p:cNvPr id="74" name="Entrada de lápiz 73">
                  <a:extLst>
                    <a:ext uri="{FF2B5EF4-FFF2-40B4-BE49-F238E27FC236}">
                      <a16:creationId xmlns:a16="http://schemas.microsoft.com/office/drawing/2014/main" id="{6242003D-5D7F-494D-BFE8-026036D7DD7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995855" y="2309706"/>
                  <a:ext cx="21348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6" name="Entrada de lápiz 75">
                  <a:extLst>
                    <a:ext uri="{FF2B5EF4-FFF2-40B4-BE49-F238E27FC236}">
                      <a16:creationId xmlns:a16="http://schemas.microsoft.com/office/drawing/2014/main" id="{4D2C950A-0F00-45F2-A13D-02388F08819C}"/>
                    </a:ext>
                  </a:extLst>
                </p14:cNvPr>
                <p14:cNvContentPartPr/>
                <p14:nvPr/>
              </p14:nvContentPartPr>
              <p14:xfrm>
                <a:off x="4281335" y="2388186"/>
                <a:ext cx="110880" cy="9720"/>
              </p14:xfrm>
            </p:contentPart>
          </mc:Choice>
          <mc:Fallback>
            <p:pic>
              <p:nvPicPr>
                <p:cNvPr id="76" name="Entrada de lápiz 75">
                  <a:extLst>
                    <a:ext uri="{FF2B5EF4-FFF2-40B4-BE49-F238E27FC236}">
                      <a16:creationId xmlns:a16="http://schemas.microsoft.com/office/drawing/2014/main" id="{4D2C950A-0F00-45F2-A13D-02388F08819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272335" y="2379186"/>
                  <a:ext cx="1285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7" name="Entrada de lápiz 76">
                  <a:extLst>
                    <a:ext uri="{FF2B5EF4-FFF2-40B4-BE49-F238E27FC236}">
                      <a16:creationId xmlns:a16="http://schemas.microsoft.com/office/drawing/2014/main" id="{3719D81D-003B-4E12-9525-D653E1191CA8}"/>
                    </a:ext>
                  </a:extLst>
                </p14:cNvPr>
                <p14:cNvContentPartPr/>
                <p14:nvPr/>
              </p14:nvContentPartPr>
              <p14:xfrm>
                <a:off x="4277735" y="2471346"/>
                <a:ext cx="218520" cy="5400"/>
              </p14:xfrm>
            </p:contentPart>
          </mc:Choice>
          <mc:Fallback>
            <p:pic>
              <p:nvPicPr>
                <p:cNvPr id="77" name="Entrada de lápiz 76">
                  <a:extLst>
                    <a:ext uri="{FF2B5EF4-FFF2-40B4-BE49-F238E27FC236}">
                      <a16:creationId xmlns:a16="http://schemas.microsoft.com/office/drawing/2014/main" id="{3719D81D-003B-4E12-9525-D653E1191CA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268735" y="2462706"/>
                  <a:ext cx="23616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8" name="Entrada de lápiz 77">
                  <a:extLst>
                    <a:ext uri="{FF2B5EF4-FFF2-40B4-BE49-F238E27FC236}">
                      <a16:creationId xmlns:a16="http://schemas.microsoft.com/office/drawing/2014/main" id="{44B2066A-8120-4105-8700-BF5807FB7E83}"/>
                    </a:ext>
                  </a:extLst>
                </p14:cNvPr>
                <p14:cNvContentPartPr/>
                <p14:nvPr/>
              </p14:nvContentPartPr>
              <p14:xfrm>
                <a:off x="4490495" y="2340666"/>
                <a:ext cx="167760" cy="169560"/>
              </p14:xfrm>
            </p:contentPart>
          </mc:Choice>
          <mc:Fallback>
            <p:pic>
              <p:nvPicPr>
                <p:cNvPr id="78" name="Entrada de lápiz 77">
                  <a:extLst>
                    <a:ext uri="{FF2B5EF4-FFF2-40B4-BE49-F238E27FC236}">
                      <a16:creationId xmlns:a16="http://schemas.microsoft.com/office/drawing/2014/main" id="{44B2066A-8120-4105-8700-BF5807FB7E8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481495" y="2331666"/>
                  <a:ext cx="18540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9" name="Entrada de lápiz 78">
                  <a:extLst>
                    <a:ext uri="{FF2B5EF4-FFF2-40B4-BE49-F238E27FC236}">
                      <a16:creationId xmlns:a16="http://schemas.microsoft.com/office/drawing/2014/main" id="{02B9F243-CB9F-43BD-9F26-55D03AA1FE00}"/>
                    </a:ext>
                  </a:extLst>
                </p14:cNvPr>
                <p14:cNvContentPartPr/>
                <p14:nvPr/>
              </p14:nvContentPartPr>
              <p14:xfrm>
                <a:off x="4688495" y="2263986"/>
                <a:ext cx="114480" cy="349560"/>
              </p14:xfrm>
            </p:contentPart>
          </mc:Choice>
          <mc:Fallback>
            <p:pic>
              <p:nvPicPr>
                <p:cNvPr id="79" name="Entrada de lápiz 78">
                  <a:extLst>
                    <a:ext uri="{FF2B5EF4-FFF2-40B4-BE49-F238E27FC236}">
                      <a16:creationId xmlns:a16="http://schemas.microsoft.com/office/drawing/2014/main" id="{02B9F243-CB9F-43BD-9F26-55D03AA1FE0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679495" y="2255346"/>
                  <a:ext cx="132120" cy="36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upo 87">
            <a:extLst>
              <a:ext uri="{FF2B5EF4-FFF2-40B4-BE49-F238E27FC236}">
                <a16:creationId xmlns:a16="http://schemas.microsoft.com/office/drawing/2014/main" id="{B6A7D03D-3A5B-4265-BC40-3F5BFE65452C}"/>
              </a:ext>
            </a:extLst>
          </p:cNvPr>
          <p:cNvGrpSpPr/>
          <p:nvPr/>
        </p:nvGrpSpPr>
        <p:grpSpPr>
          <a:xfrm>
            <a:off x="2764655" y="3115386"/>
            <a:ext cx="130320" cy="91800"/>
            <a:chOff x="2764655" y="3115386"/>
            <a:chExt cx="130320" cy="9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1" name="Entrada de lápiz 80">
                  <a:extLst>
                    <a:ext uri="{FF2B5EF4-FFF2-40B4-BE49-F238E27FC236}">
                      <a16:creationId xmlns:a16="http://schemas.microsoft.com/office/drawing/2014/main" id="{2E6B7006-7144-468D-90DF-2A6EF9C5839F}"/>
                    </a:ext>
                  </a:extLst>
                </p14:cNvPr>
                <p14:cNvContentPartPr/>
                <p14:nvPr/>
              </p14:nvContentPartPr>
              <p14:xfrm>
                <a:off x="2764655" y="3115386"/>
                <a:ext cx="127080" cy="11520"/>
              </p14:xfrm>
            </p:contentPart>
          </mc:Choice>
          <mc:Fallback>
            <p:pic>
              <p:nvPicPr>
                <p:cNvPr id="81" name="Entrada de lápiz 80">
                  <a:extLst>
                    <a:ext uri="{FF2B5EF4-FFF2-40B4-BE49-F238E27FC236}">
                      <a16:creationId xmlns:a16="http://schemas.microsoft.com/office/drawing/2014/main" id="{2E6B7006-7144-468D-90DF-2A6EF9C5839F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755655" y="3106746"/>
                  <a:ext cx="1447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2" name="Entrada de lápiz 81">
                  <a:extLst>
                    <a:ext uri="{FF2B5EF4-FFF2-40B4-BE49-F238E27FC236}">
                      <a16:creationId xmlns:a16="http://schemas.microsoft.com/office/drawing/2014/main" id="{4DEC752D-B788-4E6F-8760-8BF42E27B004}"/>
                    </a:ext>
                  </a:extLst>
                </p14:cNvPr>
                <p14:cNvContentPartPr/>
                <p14:nvPr/>
              </p14:nvContentPartPr>
              <p14:xfrm>
                <a:off x="2792735" y="3203586"/>
                <a:ext cx="102240" cy="3600"/>
              </p14:xfrm>
            </p:contentPart>
          </mc:Choice>
          <mc:Fallback>
            <p:pic>
              <p:nvPicPr>
                <p:cNvPr id="82" name="Entrada de lápiz 81">
                  <a:extLst>
                    <a:ext uri="{FF2B5EF4-FFF2-40B4-BE49-F238E27FC236}">
                      <a16:creationId xmlns:a16="http://schemas.microsoft.com/office/drawing/2014/main" id="{4DEC752D-B788-4E6F-8760-8BF42E27B004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784095" y="3194946"/>
                  <a:ext cx="119880" cy="2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upo 86">
            <a:extLst>
              <a:ext uri="{FF2B5EF4-FFF2-40B4-BE49-F238E27FC236}">
                <a16:creationId xmlns:a16="http://schemas.microsoft.com/office/drawing/2014/main" id="{EA5AD39A-7C81-4A13-A393-720EC4CD2B05}"/>
              </a:ext>
            </a:extLst>
          </p:cNvPr>
          <p:cNvGrpSpPr/>
          <p:nvPr/>
        </p:nvGrpSpPr>
        <p:grpSpPr>
          <a:xfrm>
            <a:off x="3145175" y="2912346"/>
            <a:ext cx="534960" cy="343440"/>
            <a:chOff x="3145175" y="2912346"/>
            <a:chExt cx="534960" cy="343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3" name="Entrada de lápiz 82">
                  <a:extLst>
                    <a:ext uri="{FF2B5EF4-FFF2-40B4-BE49-F238E27FC236}">
                      <a16:creationId xmlns:a16="http://schemas.microsoft.com/office/drawing/2014/main" id="{9464BAB5-8CC1-4546-BEF0-3394996D82AC}"/>
                    </a:ext>
                  </a:extLst>
                </p14:cNvPr>
                <p14:cNvContentPartPr/>
                <p14:nvPr/>
              </p14:nvContentPartPr>
              <p14:xfrm>
                <a:off x="3179015" y="2912346"/>
                <a:ext cx="69480" cy="322200"/>
              </p14:xfrm>
            </p:contentPart>
          </mc:Choice>
          <mc:Fallback>
            <p:pic>
              <p:nvPicPr>
                <p:cNvPr id="83" name="Entrada de lápiz 82">
                  <a:extLst>
                    <a:ext uri="{FF2B5EF4-FFF2-40B4-BE49-F238E27FC236}">
                      <a16:creationId xmlns:a16="http://schemas.microsoft.com/office/drawing/2014/main" id="{9464BAB5-8CC1-4546-BEF0-3394996D82AC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170375" y="2903706"/>
                  <a:ext cx="8712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4" name="Entrada de lápiz 83">
                  <a:extLst>
                    <a:ext uri="{FF2B5EF4-FFF2-40B4-BE49-F238E27FC236}">
                      <a16:creationId xmlns:a16="http://schemas.microsoft.com/office/drawing/2014/main" id="{330B5670-EC96-48D5-8A25-1E859EA79266}"/>
                    </a:ext>
                  </a:extLst>
                </p14:cNvPr>
                <p14:cNvContentPartPr/>
                <p14:nvPr/>
              </p14:nvContentPartPr>
              <p14:xfrm>
                <a:off x="3145175" y="3246066"/>
                <a:ext cx="209880" cy="9720"/>
              </p14:xfrm>
            </p:contentPart>
          </mc:Choice>
          <mc:Fallback>
            <p:pic>
              <p:nvPicPr>
                <p:cNvPr id="84" name="Entrada de lápiz 83">
                  <a:extLst>
                    <a:ext uri="{FF2B5EF4-FFF2-40B4-BE49-F238E27FC236}">
                      <a16:creationId xmlns:a16="http://schemas.microsoft.com/office/drawing/2014/main" id="{330B5670-EC96-48D5-8A25-1E859EA79266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136175" y="3237426"/>
                  <a:ext cx="2275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5" name="Entrada de lápiz 84">
                  <a:extLst>
                    <a:ext uri="{FF2B5EF4-FFF2-40B4-BE49-F238E27FC236}">
                      <a16:creationId xmlns:a16="http://schemas.microsoft.com/office/drawing/2014/main" id="{F305AC71-D250-4D40-AEEE-2DF520F0ECAD}"/>
                    </a:ext>
                  </a:extLst>
                </p14:cNvPr>
                <p14:cNvContentPartPr/>
                <p14:nvPr/>
              </p14:nvContentPartPr>
              <p14:xfrm>
                <a:off x="3529655" y="3150306"/>
                <a:ext cx="150480" cy="360"/>
              </p14:xfrm>
            </p:contentPart>
          </mc:Choice>
          <mc:Fallback>
            <p:pic>
              <p:nvPicPr>
                <p:cNvPr id="85" name="Entrada de lápiz 84">
                  <a:extLst>
                    <a:ext uri="{FF2B5EF4-FFF2-40B4-BE49-F238E27FC236}">
                      <a16:creationId xmlns:a16="http://schemas.microsoft.com/office/drawing/2014/main" id="{F305AC71-D250-4D40-AEEE-2DF520F0ECAD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520655" y="3141306"/>
                  <a:ext cx="16812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86" name="Entrada de lápiz 85">
                <a:extLst>
                  <a:ext uri="{FF2B5EF4-FFF2-40B4-BE49-F238E27FC236}">
                    <a16:creationId xmlns:a16="http://schemas.microsoft.com/office/drawing/2014/main" id="{F6F01070-57CA-4E08-AAA7-460F45942236}"/>
                  </a:ext>
                </a:extLst>
              </p14:cNvPr>
              <p14:cNvContentPartPr/>
              <p14:nvPr/>
            </p14:nvContentPartPr>
            <p14:xfrm>
              <a:off x="3989015" y="2896866"/>
              <a:ext cx="180360" cy="721080"/>
            </p14:xfrm>
          </p:contentPart>
        </mc:Choice>
        <mc:Fallback>
          <p:pic>
            <p:nvPicPr>
              <p:cNvPr id="86" name="Entrada de lápiz 85">
                <a:extLst>
                  <a:ext uri="{FF2B5EF4-FFF2-40B4-BE49-F238E27FC236}">
                    <a16:creationId xmlns:a16="http://schemas.microsoft.com/office/drawing/2014/main" id="{F6F01070-57CA-4E08-AAA7-460F45942236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3980015" y="2887866"/>
                <a:ext cx="198000" cy="738720"/>
              </a:xfrm>
              <a:prstGeom prst="rect">
                <a:avLst/>
              </a:prstGeom>
            </p:spPr>
          </p:pic>
        </mc:Fallback>
      </mc:AlternateContent>
      <p:grpSp>
        <p:nvGrpSpPr>
          <p:cNvPr id="93" name="Grupo 92">
            <a:extLst>
              <a:ext uri="{FF2B5EF4-FFF2-40B4-BE49-F238E27FC236}">
                <a16:creationId xmlns:a16="http://schemas.microsoft.com/office/drawing/2014/main" id="{0E723869-50BE-4038-A519-C5630F6C7693}"/>
              </a:ext>
            </a:extLst>
          </p:cNvPr>
          <p:cNvGrpSpPr/>
          <p:nvPr/>
        </p:nvGrpSpPr>
        <p:grpSpPr>
          <a:xfrm>
            <a:off x="5139935" y="390906"/>
            <a:ext cx="896400" cy="428400"/>
            <a:chOff x="5139935" y="390906"/>
            <a:chExt cx="896400" cy="42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9" name="Entrada de lápiz 88">
                  <a:extLst>
                    <a:ext uri="{FF2B5EF4-FFF2-40B4-BE49-F238E27FC236}">
                      <a16:creationId xmlns:a16="http://schemas.microsoft.com/office/drawing/2014/main" id="{2AF63C05-CE9C-4F75-A80E-48FD4A4FF75F}"/>
                    </a:ext>
                  </a:extLst>
                </p14:cNvPr>
                <p14:cNvContentPartPr/>
                <p14:nvPr/>
              </p14:nvContentPartPr>
              <p14:xfrm>
                <a:off x="5139935" y="405306"/>
                <a:ext cx="284400" cy="300240"/>
              </p14:xfrm>
            </p:contentPart>
          </mc:Choice>
          <mc:Fallback>
            <p:pic>
              <p:nvPicPr>
                <p:cNvPr id="89" name="Entrada de lápiz 88">
                  <a:extLst>
                    <a:ext uri="{FF2B5EF4-FFF2-40B4-BE49-F238E27FC236}">
                      <a16:creationId xmlns:a16="http://schemas.microsoft.com/office/drawing/2014/main" id="{2AF63C05-CE9C-4F75-A80E-48FD4A4FF75F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130935" y="396306"/>
                  <a:ext cx="30204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0" name="Entrada de lápiz 89">
                  <a:extLst>
                    <a:ext uri="{FF2B5EF4-FFF2-40B4-BE49-F238E27FC236}">
                      <a16:creationId xmlns:a16="http://schemas.microsoft.com/office/drawing/2014/main" id="{BE3C1178-37DF-4248-BE90-209B6A713B40}"/>
                    </a:ext>
                  </a:extLst>
                </p14:cNvPr>
                <p14:cNvContentPartPr/>
                <p14:nvPr/>
              </p14:nvContentPartPr>
              <p14:xfrm>
                <a:off x="5538815" y="390906"/>
                <a:ext cx="196560" cy="304560"/>
              </p14:xfrm>
            </p:contentPart>
          </mc:Choice>
          <mc:Fallback>
            <p:pic>
              <p:nvPicPr>
                <p:cNvPr id="90" name="Entrada de lápiz 89">
                  <a:extLst>
                    <a:ext uri="{FF2B5EF4-FFF2-40B4-BE49-F238E27FC236}">
                      <a16:creationId xmlns:a16="http://schemas.microsoft.com/office/drawing/2014/main" id="{BE3C1178-37DF-4248-BE90-209B6A713B40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529815" y="381906"/>
                  <a:ext cx="21420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1" name="Entrada de lápiz 90">
                  <a:extLst>
                    <a:ext uri="{FF2B5EF4-FFF2-40B4-BE49-F238E27FC236}">
                      <a16:creationId xmlns:a16="http://schemas.microsoft.com/office/drawing/2014/main" id="{068EA35F-03E7-42A1-AACA-67BD58E67588}"/>
                    </a:ext>
                  </a:extLst>
                </p14:cNvPr>
                <p14:cNvContentPartPr/>
                <p14:nvPr/>
              </p14:nvContentPartPr>
              <p14:xfrm>
                <a:off x="5743295" y="467946"/>
                <a:ext cx="205200" cy="225360"/>
              </p14:xfrm>
            </p:contentPart>
          </mc:Choice>
          <mc:Fallback>
            <p:pic>
              <p:nvPicPr>
                <p:cNvPr id="91" name="Entrada de lápiz 90">
                  <a:extLst>
                    <a:ext uri="{FF2B5EF4-FFF2-40B4-BE49-F238E27FC236}">
                      <a16:creationId xmlns:a16="http://schemas.microsoft.com/office/drawing/2014/main" id="{068EA35F-03E7-42A1-AACA-67BD58E6758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734655" y="459306"/>
                  <a:ext cx="22284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2" name="Entrada de lápiz 91">
                  <a:extLst>
                    <a:ext uri="{FF2B5EF4-FFF2-40B4-BE49-F238E27FC236}">
                      <a16:creationId xmlns:a16="http://schemas.microsoft.com/office/drawing/2014/main" id="{AC061301-778D-4634-8E46-9BC6E8E6FB23}"/>
                    </a:ext>
                  </a:extLst>
                </p14:cNvPr>
                <p14:cNvContentPartPr/>
                <p14:nvPr/>
              </p14:nvContentPartPr>
              <p14:xfrm>
                <a:off x="5877575" y="658386"/>
                <a:ext cx="158760" cy="160920"/>
              </p14:xfrm>
            </p:contentPart>
          </mc:Choice>
          <mc:Fallback>
            <p:pic>
              <p:nvPicPr>
                <p:cNvPr id="92" name="Entrada de lápiz 91">
                  <a:extLst>
                    <a:ext uri="{FF2B5EF4-FFF2-40B4-BE49-F238E27FC236}">
                      <a16:creationId xmlns:a16="http://schemas.microsoft.com/office/drawing/2014/main" id="{AC061301-778D-4634-8E46-9BC6E8E6FB2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868575" y="649746"/>
                  <a:ext cx="176400" cy="17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upo 99">
            <a:extLst>
              <a:ext uri="{FF2B5EF4-FFF2-40B4-BE49-F238E27FC236}">
                <a16:creationId xmlns:a16="http://schemas.microsoft.com/office/drawing/2014/main" id="{E7B88799-0534-41EE-95B8-92C760B7A36C}"/>
              </a:ext>
            </a:extLst>
          </p:cNvPr>
          <p:cNvGrpSpPr/>
          <p:nvPr/>
        </p:nvGrpSpPr>
        <p:grpSpPr>
          <a:xfrm>
            <a:off x="6353495" y="309186"/>
            <a:ext cx="912600" cy="610200"/>
            <a:chOff x="6353495" y="309186"/>
            <a:chExt cx="912600" cy="61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4" name="Entrada de lápiz 93">
                  <a:extLst>
                    <a:ext uri="{FF2B5EF4-FFF2-40B4-BE49-F238E27FC236}">
                      <a16:creationId xmlns:a16="http://schemas.microsoft.com/office/drawing/2014/main" id="{0DB4C319-017E-4E14-9AED-A5646B91A162}"/>
                    </a:ext>
                  </a:extLst>
                </p14:cNvPr>
                <p14:cNvContentPartPr/>
                <p14:nvPr/>
              </p14:nvContentPartPr>
              <p14:xfrm>
                <a:off x="6353495" y="537066"/>
                <a:ext cx="194760" cy="186480"/>
              </p14:xfrm>
            </p:contentPart>
          </mc:Choice>
          <mc:Fallback>
            <p:pic>
              <p:nvPicPr>
                <p:cNvPr id="94" name="Entrada de lápiz 93">
                  <a:extLst>
                    <a:ext uri="{FF2B5EF4-FFF2-40B4-BE49-F238E27FC236}">
                      <a16:creationId xmlns:a16="http://schemas.microsoft.com/office/drawing/2014/main" id="{0DB4C319-017E-4E14-9AED-A5646B91A16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344855" y="528066"/>
                  <a:ext cx="21240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5" name="Entrada de lápiz 94">
                  <a:extLst>
                    <a:ext uri="{FF2B5EF4-FFF2-40B4-BE49-F238E27FC236}">
                      <a16:creationId xmlns:a16="http://schemas.microsoft.com/office/drawing/2014/main" id="{FE72D10D-4FEF-4F81-812B-B77C53500A2F}"/>
                    </a:ext>
                  </a:extLst>
                </p14:cNvPr>
                <p14:cNvContentPartPr/>
                <p14:nvPr/>
              </p14:nvContentPartPr>
              <p14:xfrm>
                <a:off x="6617015" y="674586"/>
                <a:ext cx="19080" cy="32760"/>
              </p14:xfrm>
            </p:contentPart>
          </mc:Choice>
          <mc:Fallback>
            <p:pic>
              <p:nvPicPr>
                <p:cNvPr id="95" name="Entrada de lápiz 94">
                  <a:extLst>
                    <a:ext uri="{FF2B5EF4-FFF2-40B4-BE49-F238E27FC236}">
                      <a16:creationId xmlns:a16="http://schemas.microsoft.com/office/drawing/2014/main" id="{FE72D10D-4FEF-4F81-812B-B77C53500A2F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608375" y="665586"/>
                  <a:ext cx="367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6" name="Entrada de lápiz 95">
                  <a:extLst>
                    <a:ext uri="{FF2B5EF4-FFF2-40B4-BE49-F238E27FC236}">
                      <a16:creationId xmlns:a16="http://schemas.microsoft.com/office/drawing/2014/main" id="{1D72DB38-8B96-490D-8F28-83BD0B983C1D}"/>
                    </a:ext>
                  </a:extLst>
                </p14:cNvPr>
                <p14:cNvContentPartPr/>
                <p14:nvPr/>
              </p14:nvContentPartPr>
              <p14:xfrm>
                <a:off x="6692615" y="495306"/>
                <a:ext cx="147600" cy="186840"/>
              </p14:xfrm>
            </p:contentPart>
          </mc:Choice>
          <mc:Fallback>
            <p:pic>
              <p:nvPicPr>
                <p:cNvPr id="96" name="Entrada de lápiz 95">
                  <a:extLst>
                    <a:ext uri="{FF2B5EF4-FFF2-40B4-BE49-F238E27FC236}">
                      <a16:creationId xmlns:a16="http://schemas.microsoft.com/office/drawing/2014/main" id="{1D72DB38-8B96-490D-8F28-83BD0B983C1D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683975" y="486306"/>
                  <a:ext cx="16524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7" name="Entrada de lápiz 96">
                  <a:extLst>
                    <a:ext uri="{FF2B5EF4-FFF2-40B4-BE49-F238E27FC236}">
                      <a16:creationId xmlns:a16="http://schemas.microsoft.com/office/drawing/2014/main" id="{A8E72557-19D4-4F96-B0B3-119F41C23CEF}"/>
                    </a:ext>
                  </a:extLst>
                </p14:cNvPr>
                <p14:cNvContentPartPr/>
                <p14:nvPr/>
              </p14:nvContentPartPr>
              <p14:xfrm>
                <a:off x="6894215" y="431946"/>
                <a:ext cx="154800" cy="260640"/>
              </p14:xfrm>
            </p:contentPart>
          </mc:Choice>
          <mc:Fallback>
            <p:pic>
              <p:nvPicPr>
                <p:cNvPr id="97" name="Entrada de lápiz 96">
                  <a:extLst>
                    <a:ext uri="{FF2B5EF4-FFF2-40B4-BE49-F238E27FC236}">
                      <a16:creationId xmlns:a16="http://schemas.microsoft.com/office/drawing/2014/main" id="{A8E72557-19D4-4F96-B0B3-119F41C23CEF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885215" y="423306"/>
                  <a:ext cx="17244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8" name="Entrada de lápiz 97">
                  <a:extLst>
                    <a:ext uri="{FF2B5EF4-FFF2-40B4-BE49-F238E27FC236}">
                      <a16:creationId xmlns:a16="http://schemas.microsoft.com/office/drawing/2014/main" id="{ADEB9B5C-CFE2-4CE9-B453-59DD3CEF408E}"/>
                    </a:ext>
                  </a:extLst>
                </p14:cNvPr>
                <p14:cNvContentPartPr/>
                <p14:nvPr/>
              </p14:nvContentPartPr>
              <p14:xfrm>
                <a:off x="6550055" y="672066"/>
                <a:ext cx="84240" cy="90360"/>
              </p14:xfrm>
            </p:contentPart>
          </mc:Choice>
          <mc:Fallback>
            <p:pic>
              <p:nvPicPr>
                <p:cNvPr id="98" name="Entrada de lápiz 97">
                  <a:extLst>
                    <a:ext uri="{FF2B5EF4-FFF2-40B4-BE49-F238E27FC236}">
                      <a16:creationId xmlns:a16="http://schemas.microsoft.com/office/drawing/2014/main" id="{ADEB9B5C-CFE2-4CE9-B453-59DD3CEF408E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541055" y="663066"/>
                  <a:ext cx="10188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9" name="Entrada de lápiz 98">
                  <a:extLst>
                    <a:ext uri="{FF2B5EF4-FFF2-40B4-BE49-F238E27FC236}">
                      <a16:creationId xmlns:a16="http://schemas.microsoft.com/office/drawing/2014/main" id="{34011B0F-A58B-4A06-9E14-F08650CC252C}"/>
                    </a:ext>
                  </a:extLst>
                </p14:cNvPr>
                <p14:cNvContentPartPr/>
                <p14:nvPr/>
              </p14:nvContentPartPr>
              <p14:xfrm>
                <a:off x="7070255" y="309186"/>
                <a:ext cx="195840" cy="610200"/>
              </p14:xfrm>
            </p:contentPart>
          </mc:Choice>
          <mc:Fallback>
            <p:pic>
              <p:nvPicPr>
                <p:cNvPr id="99" name="Entrada de lápiz 98">
                  <a:extLst>
                    <a:ext uri="{FF2B5EF4-FFF2-40B4-BE49-F238E27FC236}">
                      <a16:creationId xmlns:a16="http://schemas.microsoft.com/office/drawing/2014/main" id="{34011B0F-A58B-4A06-9E14-F08650CC252C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061615" y="300546"/>
                  <a:ext cx="213480" cy="62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upo 124">
            <a:extLst>
              <a:ext uri="{FF2B5EF4-FFF2-40B4-BE49-F238E27FC236}">
                <a16:creationId xmlns:a16="http://schemas.microsoft.com/office/drawing/2014/main" id="{E764D19E-F955-4271-8D7F-59F1F417583E}"/>
              </a:ext>
            </a:extLst>
          </p:cNvPr>
          <p:cNvGrpSpPr/>
          <p:nvPr/>
        </p:nvGrpSpPr>
        <p:grpSpPr>
          <a:xfrm>
            <a:off x="6094655" y="2898666"/>
            <a:ext cx="1128240" cy="365040"/>
            <a:chOff x="6094655" y="2898666"/>
            <a:chExt cx="1128240" cy="36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13" name="Entrada de lápiz 112">
                  <a:extLst>
                    <a:ext uri="{FF2B5EF4-FFF2-40B4-BE49-F238E27FC236}">
                      <a16:creationId xmlns:a16="http://schemas.microsoft.com/office/drawing/2014/main" id="{878278B0-881F-41E8-8F2B-6B6683345242}"/>
                    </a:ext>
                  </a:extLst>
                </p14:cNvPr>
                <p14:cNvContentPartPr/>
                <p14:nvPr/>
              </p14:nvContentPartPr>
              <p14:xfrm>
                <a:off x="6094655" y="2966706"/>
                <a:ext cx="152280" cy="205200"/>
              </p14:xfrm>
            </p:contentPart>
          </mc:Choice>
          <mc:Fallback>
            <p:pic>
              <p:nvPicPr>
                <p:cNvPr id="113" name="Entrada de lápiz 112">
                  <a:extLst>
                    <a:ext uri="{FF2B5EF4-FFF2-40B4-BE49-F238E27FC236}">
                      <a16:creationId xmlns:a16="http://schemas.microsoft.com/office/drawing/2014/main" id="{878278B0-881F-41E8-8F2B-6B6683345242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086015" y="2958066"/>
                  <a:ext cx="16992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15" name="Entrada de lápiz 114">
                  <a:extLst>
                    <a:ext uri="{FF2B5EF4-FFF2-40B4-BE49-F238E27FC236}">
                      <a16:creationId xmlns:a16="http://schemas.microsoft.com/office/drawing/2014/main" id="{DC6A6A6A-52E6-4B71-BFA4-10F3D87820F9}"/>
                    </a:ext>
                  </a:extLst>
                </p14:cNvPr>
                <p14:cNvContentPartPr/>
                <p14:nvPr/>
              </p14:nvContentPartPr>
              <p14:xfrm>
                <a:off x="6363215" y="2991186"/>
                <a:ext cx="139680" cy="122040"/>
              </p14:xfrm>
            </p:contentPart>
          </mc:Choice>
          <mc:Fallback>
            <p:pic>
              <p:nvPicPr>
                <p:cNvPr id="115" name="Entrada de lápiz 114">
                  <a:extLst>
                    <a:ext uri="{FF2B5EF4-FFF2-40B4-BE49-F238E27FC236}">
                      <a16:creationId xmlns:a16="http://schemas.microsoft.com/office/drawing/2014/main" id="{DC6A6A6A-52E6-4B71-BFA4-10F3D87820F9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354215" y="2982546"/>
                  <a:ext cx="15732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16" name="Entrada de lápiz 115">
                  <a:extLst>
                    <a:ext uri="{FF2B5EF4-FFF2-40B4-BE49-F238E27FC236}">
                      <a16:creationId xmlns:a16="http://schemas.microsoft.com/office/drawing/2014/main" id="{CCD59794-6BDC-4109-8D04-80D1062A9213}"/>
                    </a:ext>
                  </a:extLst>
                </p14:cNvPr>
                <p14:cNvContentPartPr/>
                <p14:nvPr/>
              </p14:nvContentPartPr>
              <p14:xfrm>
                <a:off x="6550055" y="3138426"/>
                <a:ext cx="32400" cy="125280"/>
              </p14:xfrm>
            </p:contentPart>
          </mc:Choice>
          <mc:Fallback>
            <p:pic>
              <p:nvPicPr>
                <p:cNvPr id="116" name="Entrada de lápiz 115">
                  <a:extLst>
                    <a:ext uri="{FF2B5EF4-FFF2-40B4-BE49-F238E27FC236}">
                      <a16:creationId xmlns:a16="http://schemas.microsoft.com/office/drawing/2014/main" id="{CCD59794-6BDC-4109-8D04-80D1062A9213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541055" y="3129426"/>
                  <a:ext cx="5004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17" name="Entrada de lápiz 116">
                  <a:extLst>
                    <a:ext uri="{FF2B5EF4-FFF2-40B4-BE49-F238E27FC236}">
                      <a16:creationId xmlns:a16="http://schemas.microsoft.com/office/drawing/2014/main" id="{A36FBE50-2F84-4405-9A9F-29C552541131}"/>
                    </a:ext>
                  </a:extLst>
                </p14:cNvPr>
                <p14:cNvContentPartPr/>
                <p14:nvPr/>
              </p14:nvContentPartPr>
              <p14:xfrm>
                <a:off x="6659495" y="2989746"/>
                <a:ext cx="188640" cy="184680"/>
              </p14:xfrm>
            </p:contentPart>
          </mc:Choice>
          <mc:Fallback>
            <p:pic>
              <p:nvPicPr>
                <p:cNvPr id="117" name="Entrada de lápiz 116">
                  <a:extLst>
                    <a:ext uri="{FF2B5EF4-FFF2-40B4-BE49-F238E27FC236}">
                      <a16:creationId xmlns:a16="http://schemas.microsoft.com/office/drawing/2014/main" id="{A36FBE50-2F84-4405-9A9F-29C552541131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650495" y="2980746"/>
                  <a:ext cx="20628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18" name="Entrada de lápiz 117">
                  <a:extLst>
                    <a:ext uri="{FF2B5EF4-FFF2-40B4-BE49-F238E27FC236}">
                      <a16:creationId xmlns:a16="http://schemas.microsoft.com/office/drawing/2014/main" id="{0A2DAB4C-CFFD-4977-B235-6C12E6159AC6}"/>
                    </a:ext>
                  </a:extLst>
                </p14:cNvPr>
                <p14:cNvContentPartPr/>
                <p14:nvPr/>
              </p14:nvContentPartPr>
              <p14:xfrm>
                <a:off x="6924095" y="2986146"/>
                <a:ext cx="176040" cy="170280"/>
              </p14:xfrm>
            </p:contentPart>
          </mc:Choice>
          <mc:Fallback>
            <p:pic>
              <p:nvPicPr>
                <p:cNvPr id="118" name="Entrada de lápiz 117">
                  <a:extLst>
                    <a:ext uri="{FF2B5EF4-FFF2-40B4-BE49-F238E27FC236}">
                      <a16:creationId xmlns:a16="http://schemas.microsoft.com/office/drawing/2014/main" id="{0A2DAB4C-CFFD-4977-B235-6C12E6159AC6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915095" y="2977146"/>
                  <a:ext cx="19368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19" name="Entrada de lápiz 118">
                  <a:extLst>
                    <a:ext uri="{FF2B5EF4-FFF2-40B4-BE49-F238E27FC236}">
                      <a16:creationId xmlns:a16="http://schemas.microsoft.com/office/drawing/2014/main" id="{4944C95F-EE1B-4400-B31F-ECDB3348613B}"/>
                    </a:ext>
                  </a:extLst>
                </p14:cNvPr>
                <p14:cNvContentPartPr/>
                <p14:nvPr/>
              </p14:nvContentPartPr>
              <p14:xfrm>
                <a:off x="7166735" y="2898666"/>
                <a:ext cx="56160" cy="309600"/>
              </p14:xfrm>
            </p:contentPart>
          </mc:Choice>
          <mc:Fallback>
            <p:pic>
              <p:nvPicPr>
                <p:cNvPr id="119" name="Entrada de lápiz 118">
                  <a:extLst>
                    <a:ext uri="{FF2B5EF4-FFF2-40B4-BE49-F238E27FC236}">
                      <a16:creationId xmlns:a16="http://schemas.microsoft.com/office/drawing/2014/main" id="{4944C95F-EE1B-4400-B31F-ECDB3348613B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158095" y="2890026"/>
                  <a:ext cx="73800" cy="327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126" name="Entrada de lápiz 125">
                <a:extLst>
                  <a:ext uri="{FF2B5EF4-FFF2-40B4-BE49-F238E27FC236}">
                    <a16:creationId xmlns:a16="http://schemas.microsoft.com/office/drawing/2014/main" id="{61409010-F36F-4CB3-A6AD-F656C8B60B05}"/>
                  </a:ext>
                </a:extLst>
              </p14:cNvPr>
              <p14:cNvContentPartPr/>
              <p14:nvPr/>
            </p14:nvContentPartPr>
            <p14:xfrm>
              <a:off x="7316855" y="2688786"/>
              <a:ext cx="146880" cy="188280"/>
            </p14:xfrm>
          </p:contentPart>
        </mc:Choice>
        <mc:Fallback>
          <p:pic>
            <p:nvPicPr>
              <p:cNvPr id="126" name="Entrada de lápiz 125">
                <a:extLst>
                  <a:ext uri="{FF2B5EF4-FFF2-40B4-BE49-F238E27FC236}">
                    <a16:creationId xmlns:a16="http://schemas.microsoft.com/office/drawing/2014/main" id="{61409010-F36F-4CB3-A6AD-F656C8B60B05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7308215" y="2680146"/>
                <a:ext cx="164520" cy="20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127" name="Entrada de lápiz 126">
                <a:extLst>
                  <a:ext uri="{FF2B5EF4-FFF2-40B4-BE49-F238E27FC236}">
                    <a16:creationId xmlns:a16="http://schemas.microsoft.com/office/drawing/2014/main" id="{74F1CC0B-58C8-4C23-A12D-8F07B703B2D8}"/>
                  </a:ext>
                </a:extLst>
              </p14:cNvPr>
              <p14:cNvContentPartPr/>
              <p14:nvPr/>
            </p14:nvContentPartPr>
            <p14:xfrm>
              <a:off x="5769575" y="2746386"/>
              <a:ext cx="97200" cy="133560"/>
            </p14:xfrm>
          </p:contentPart>
        </mc:Choice>
        <mc:Fallback>
          <p:pic>
            <p:nvPicPr>
              <p:cNvPr id="127" name="Entrada de lápiz 126">
                <a:extLst>
                  <a:ext uri="{FF2B5EF4-FFF2-40B4-BE49-F238E27FC236}">
                    <a16:creationId xmlns:a16="http://schemas.microsoft.com/office/drawing/2014/main" id="{74F1CC0B-58C8-4C23-A12D-8F07B703B2D8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5760575" y="2737746"/>
                <a:ext cx="114840" cy="151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3" name="Grupo 132">
            <a:extLst>
              <a:ext uri="{FF2B5EF4-FFF2-40B4-BE49-F238E27FC236}">
                <a16:creationId xmlns:a16="http://schemas.microsoft.com/office/drawing/2014/main" id="{D3E59EAA-FD37-48EA-89BC-EEBCB9408A99}"/>
              </a:ext>
            </a:extLst>
          </p:cNvPr>
          <p:cNvGrpSpPr/>
          <p:nvPr/>
        </p:nvGrpSpPr>
        <p:grpSpPr>
          <a:xfrm>
            <a:off x="1566575" y="3019266"/>
            <a:ext cx="796680" cy="345960"/>
            <a:chOff x="1566575" y="3019266"/>
            <a:chExt cx="796680" cy="34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28" name="Entrada de lápiz 127">
                  <a:extLst>
                    <a:ext uri="{FF2B5EF4-FFF2-40B4-BE49-F238E27FC236}">
                      <a16:creationId xmlns:a16="http://schemas.microsoft.com/office/drawing/2014/main" id="{6CF9596D-3508-4289-A7FB-BBB5A9EB84E4}"/>
                    </a:ext>
                  </a:extLst>
                </p14:cNvPr>
                <p14:cNvContentPartPr/>
                <p14:nvPr/>
              </p14:nvContentPartPr>
              <p14:xfrm>
                <a:off x="1566575" y="3066066"/>
                <a:ext cx="120600" cy="179640"/>
              </p14:xfrm>
            </p:contentPart>
          </mc:Choice>
          <mc:Fallback>
            <p:pic>
              <p:nvPicPr>
                <p:cNvPr id="128" name="Entrada de lápiz 127">
                  <a:extLst>
                    <a:ext uri="{FF2B5EF4-FFF2-40B4-BE49-F238E27FC236}">
                      <a16:creationId xmlns:a16="http://schemas.microsoft.com/office/drawing/2014/main" id="{6CF9596D-3508-4289-A7FB-BBB5A9EB84E4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557935" y="3057426"/>
                  <a:ext cx="13824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29" name="Entrada de lápiz 128">
                  <a:extLst>
                    <a:ext uri="{FF2B5EF4-FFF2-40B4-BE49-F238E27FC236}">
                      <a16:creationId xmlns:a16="http://schemas.microsoft.com/office/drawing/2014/main" id="{8C3167EF-B0D2-4950-AC67-9D447FE4C225}"/>
                    </a:ext>
                  </a:extLst>
                </p14:cNvPr>
                <p14:cNvContentPartPr/>
                <p14:nvPr/>
              </p14:nvContentPartPr>
              <p14:xfrm>
                <a:off x="1783295" y="3229146"/>
                <a:ext cx="62640" cy="136080"/>
              </p14:xfrm>
            </p:contentPart>
          </mc:Choice>
          <mc:Fallback>
            <p:pic>
              <p:nvPicPr>
                <p:cNvPr id="129" name="Entrada de lápiz 128">
                  <a:extLst>
                    <a:ext uri="{FF2B5EF4-FFF2-40B4-BE49-F238E27FC236}">
                      <a16:creationId xmlns:a16="http://schemas.microsoft.com/office/drawing/2014/main" id="{8C3167EF-B0D2-4950-AC67-9D447FE4C225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774655" y="3220506"/>
                  <a:ext cx="8028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30" name="Entrada de lápiz 129">
                  <a:extLst>
                    <a:ext uri="{FF2B5EF4-FFF2-40B4-BE49-F238E27FC236}">
                      <a16:creationId xmlns:a16="http://schemas.microsoft.com/office/drawing/2014/main" id="{90BAC97D-6CF1-4827-8A5B-030E44E1EAC0}"/>
                    </a:ext>
                  </a:extLst>
                </p14:cNvPr>
                <p14:cNvContentPartPr/>
                <p14:nvPr/>
              </p14:nvContentPartPr>
              <p14:xfrm>
                <a:off x="1963295" y="3019266"/>
                <a:ext cx="122040" cy="126000"/>
              </p14:xfrm>
            </p:contentPart>
          </mc:Choice>
          <mc:Fallback>
            <p:pic>
              <p:nvPicPr>
                <p:cNvPr id="130" name="Entrada de lápiz 129">
                  <a:extLst>
                    <a:ext uri="{FF2B5EF4-FFF2-40B4-BE49-F238E27FC236}">
                      <a16:creationId xmlns:a16="http://schemas.microsoft.com/office/drawing/2014/main" id="{90BAC97D-6CF1-4827-8A5B-030E44E1EAC0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954655" y="3010266"/>
                  <a:ext cx="13968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31" name="Entrada de lápiz 130">
                  <a:extLst>
                    <a:ext uri="{FF2B5EF4-FFF2-40B4-BE49-F238E27FC236}">
                      <a16:creationId xmlns:a16="http://schemas.microsoft.com/office/drawing/2014/main" id="{910F9F52-71D4-47A4-BAAB-D47366BFFE6B}"/>
                    </a:ext>
                  </a:extLst>
                </p14:cNvPr>
                <p14:cNvContentPartPr/>
                <p14:nvPr/>
              </p14:nvContentPartPr>
              <p14:xfrm>
                <a:off x="1965095" y="3148506"/>
                <a:ext cx="151200" cy="119880"/>
              </p14:xfrm>
            </p:contentPart>
          </mc:Choice>
          <mc:Fallback>
            <p:pic>
              <p:nvPicPr>
                <p:cNvPr id="131" name="Entrada de lápiz 130">
                  <a:extLst>
                    <a:ext uri="{FF2B5EF4-FFF2-40B4-BE49-F238E27FC236}">
                      <a16:creationId xmlns:a16="http://schemas.microsoft.com/office/drawing/2014/main" id="{910F9F52-71D4-47A4-BAAB-D47366BFFE6B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956455" y="3139866"/>
                  <a:ext cx="16884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32" name="Entrada de lápiz 131">
                  <a:extLst>
                    <a:ext uri="{FF2B5EF4-FFF2-40B4-BE49-F238E27FC236}">
                      <a16:creationId xmlns:a16="http://schemas.microsoft.com/office/drawing/2014/main" id="{004B5D9E-26E6-471F-AD1D-4609322734CE}"/>
                    </a:ext>
                  </a:extLst>
                </p14:cNvPr>
                <p14:cNvContentPartPr/>
                <p14:nvPr/>
              </p14:nvContentPartPr>
              <p14:xfrm>
                <a:off x="2177135" y="3021066"/>
                <a:ext cx="186120" cy="192240"/>
              </p14:xfrm>
            </p:contentPart>
          </mc:Choice>
          <mc:Fallback>
            <p:pic>
              <p:nvPicPr>
                <p:cNvPr id="132" name="Entrada de lápiz 131">
                  <a:extLst>
                    <a:ext uri="{FF2B5EF4-FFF2-40B4-BE49-F238E27FC236}">
                      <a16:creationId xmlns:a16="http://schemas.microsoft.com/office/drawing/2014/main" id="{004B5D9E-26E6-471F-AD1D-4609322734CE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168135" y="3012426"/>
                  <a:ext cx="203760" cy="20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1" name="Grupo 140">
            <a:extLst>
              <a:ext uri="{FF2B5EF4-FFF2-40B4-BE49-F238E27FC236}">
                <a16:creationId xmlns:a16="http://schemas.microsoft.com/office/drawing/2014/main" id="{BA4B7260-D02E-471E-9828-CCAADD889C4A}"/>
              </a:ext>
            </a:extLst>
          </p:cNvPr>
          <p:cNvGrpSpPr/>
          <p:nvPr/>
        </p:nvGrpSpPr>
        <p:grpSpPr>
          <a:xfrm>
            <a:off x="1426895" y="3672306"/>
            <a:ext cx="966600" cy="355680"/>
            <a:chOff x="1426895" y="3672306"/>
            <a:chExt cx="966600" cy="355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34" name="Entrada de lápiz 133">
                  <a:extLst>
                    <a:ext uri="{FF2B5EF4-FFF2-40B4-BE49-F238E27FC236}">
                      <a16:creationId xmlns:a16="http://schemas.microsoft.com/office/drawing/2014/main" id="{0E27CC48-C645-462A-AC62-6F7BF90925FA}"/>
                    </a:ext>
                  </a:extLst>
                </p14:cNvPr>
                <p14:cNvContentPartPr/>
                <p14:nvPr/>
              </p14:nvContentPartPr>
              <p14:xfrm>
                <a:off x="1426895" y="3728106"/>
                <a:ext cx="217800" cy="166320"/>
              </p14:xfrm>
            </p:contentPart>
          </mc:Choice>
          <mc:Fallback>
            <p:pic>
              <p:nvPicPr>
                <p:cNvPr id="134" name="Entrada de lápiz 133">
                  <a:extLst>
                    <a:ext uri="{FF2B5EF4-FFF2-40B4-BE49-F238E27FC236}">
                      <a16:creationId xmlns:a16="http://schemas.microsoft.com/office/drawing/2014/main" id="{0E27CC48-C645-462A-AC62-6F7BF90925FA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418255" y="3719466"/>
                  <a:ext cx="23544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35" name="Entrada de lápiz 134">
                  <a:extLst>
                    <a:ext uri="{FF2B5EF4-FFF2-40B4-BE49-F238E27FC236}">
                      <a16:creationId xmlns:a16="http://schemas.microsoft.com/office/drawing/2014/main" id="{15B334EB-9C5F-4E52-8D5F-17806FF1DA31}"/>
                    </a:ext>
                  </a:extLst>
                </p14:cNvPr>
                <p14:cNvContentPartPr/>
                <p14:nvPr/>
              </p14:nvContentPartPr>
              <p14:xfrm>
                <a:off x="1729295" y="3835746"/>
                <a:ext cx="39240" cy="192240"/>
              </p14:xfrm>
            </p:contentPart>
          </mc:Choice>
          <mc:Fallback>
            <p:pic>
              <p:nvPicPr>
                <p:cNvPr id="135" name="Entrada de lápiz 134">
                  <a:extLst>
                    <a:ext uri="{FF2B5EF4-FFF2-40B4-BE49-F238E27FC236}">
                      <a16:creationId xmlns:a16="http://schemas.microsoft.com/office/drawing/2014/main" id="{15B334EB-9C5F-4E52-8D5F-17806FF1DA31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720655" y="3827106"/>
                  <a:ext cx="5688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36" name="Entrada de lápiz 135">
                  <a:extLst>
                    <a:ext uri="{FF2B5EF4-FFF2-40B4-BE49-F238E27FC236}">
                      <a16:creationId xmlns:a16="http://schemas.microsoft.com/office/drawing/2014/main" id="{D7E02165-F5FA-4523-9507-BC9E4F9E89CC}"/>
                    </a:ext>
                  </a:extLst>
                </p14:cNvPr>
                <p14:cNvContentPartPr/>
                <p14:nvPr/>
              </p14:nvContentPartPr>
              <p14:xfrm>
                <a:off x="1938815" y="3672306"/>
                <a:ext cx="152640" cy="111960"/>
              </p14:xfrm>
            </p:contentPart>
          </mc:Choice>
          <mc:Fallback>
            <p:pic>
              <p:nvPicPr>
                <p:cNvPr id="136" name="Entrada de lápiz 135">
                  <a:extLst>
                    <a:ext uri="{FF2B5EF4-FFF2-40B4-BE49-F238E27FC236}">
                      <a16:creationId xmlns:a16="http://schemas.microsoft.com/office/drawing/2014/main" id="{D7E02165-F5FA-4523-9507-BC9E4F9E89CC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929815" y="3663666"/>
                  <a:ext cx="17028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37" name="Entrada de lápiz 136">
                  <a:extLst>
                    <a:ext uri="{FF2B5EF4-FFF2-40B4-BE49-F238E27FC236}">
                      <a16:creationId xmlns:a16="http://schemas.microsoft.com/office/drawing/2014/main" id="{9E63DD1A-4B67-4215-A916-7173C6BC741B}"/>
                    </a:ext>
                  </a:extLst>
                </p14:cNvPr>
                <p14:cNvContentPartPr/>
                <p14:nvPr/>
              </p14:nvContentPartPr>
              <p14:xfrm>
                <a:off x="1933055" y="3751866"/>
                <a:ext cx="137520" cy="172080"/>
              </p14:xfrm>
            </p:contentPart>
          </mc:Choice>
          <mc:Fallback>
            <p:pic>
              <p:nvPicPr>
                <p:cNvPr id="137" name="Entrada de lápiz 136">
                  <a:extLst>
                    <a:ext uri="{FF2B5EF4-FFF2-40B4-BE49-F238E27FC236}">
                      <a16:creationId xmlns:a16="http://schemas.microsoft.com/office/drawing/2014/main" id="{9E63DD1A-4B67-4215-A916-7173C6BC741B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924055" y="3742866"/>
                  <a:ext cx="15516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38" name="Entrada de lápiz 137">
                  <a:extLst>
                    <a:ext uri="{FF2B5EF4-FFF2-40B4-BE49-F238E27FC236}">
                      <a16:creationId xmlns:a16="http://schemas.microsoft.com/office/drawing/2014/main" id="{70E50949-DEBE-483B-A0CD-7F54BCBD8E59}"/>
                    </a:ext>
                  </a:extLst>
                </p14:cNvPr>
                <p14:cNvContentPartPr/>
                <p14:nvPr/>
              </p14:nvContentPartPr>
              <p14:xfrm>
                <a:off x="2258855" y="3689946"/>
                <a:ext cx="134640" cy="188640"/>
              </p14:xfrm>
            </p:contentPart>
          </mc:Choice>
          <mc:Fallback>
            <p:pic>
              <p:nvPicPr>
                <p:cNvPr id="138" name="Entrada de lápiz 137">
                  <a:extLst>
                    <a:ext uri="{FF2B5EF4-FFF2-40B4-BE49-F238E27FC236}">
                      <a16:creationId xmlns:a16="http://schemas.microsoft.com/office/drawing/2014/main" id="{70E50949-DEBE-483B-A0CD-7F54BCBD8E59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2250215" y="3681306"/>
                  <a:ext cx="152280" cy="206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4">
            <p14:nvContentPartPr>
              <p14:cNvPr id="139" name="Entrada de lápiz 138">
                <a:extLst>
                  <a:ext uri="{FF2B5EF4-FFF2-40B4-BE49-F238E27FC236}">
                    <a16:creationId xmlns:a16="http://schemas.microsoft.com/office/drawing/2014/main" id="{BD91E6A8-A062-41B0-A167-7CD587702FDD}"/>
                  </a:ext>
                </a:extLst>
              </p14:cNvPr>
              <p14:cNvContentPartPr/>
              <p14:nvPr/>
            </p14:nvContentPartPr>
            <p14:xfrm>
              <a:off x="2777615" y="3746826"/>
              <a:ext cx="186480" cy="82800"/>
            </p14:xfrm>
          </p:contentPart>
        </mc:Choice>
        <mc:Fallback>
          <p:pic>
            <p:nvPicPr>
              <p:cNvPr id="139" name="Entrada de lápiz 138">
                <a:extLst>
                  <a:ext uri="{FF2B5EF4-FFF2-40B4-BE49-F238E27FC236}">
                    <a16:creationId xmlns:a16="http://schemas.microsoft.com/office/drawing/2014/main" id="{BD91E6A8-A062-41B0-A167-7CD587702FDD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2768975" y="3737826"/>
                <a:ext cx="204120" cy="10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6">
            <p14:nvContentPartPr>
              <p14:cNvPr id="140" name="Entrada de lápiz 139">
                <a:extLst>
                  <a:ext uri="{FF2B5EF4-FFF2-40B4-BE49-F238E27FC236}">
                    <a16:creationId xmlns:a16="http://schemas.microsoft.com/office/drawing/2014/main" id="{FD8A92D2-5C4C-4CFD-9246-27C7100D1775}"/>
                  </a:ext>
                </a:extLst>
              </p14:cNvPr>
              <p14:cNvContentPartPr/>
              <p14:nvPr/>
            </p14:nvContentPartPr>
            <p14:xfrm>
              <a:off x="3514175" y="3623706"/>
              <a:ext cx="242640" cy="304200"/>
            </p14:xfrm>
          </p:contentPart>
        </mc:Choice>
        <mc:Fallback>
          <p:pic>
            <p:nvPicPr>
              <p:cNvPr id="140" name="Entrada de lápiz 139">
                <a:extLst>
                  <a:ext uri="{FF2B5EF4-FFF2-40B4-BE49-F238E27FC236}">
                    <a16:creationId xmlns:a16="http://schemas.microsoft.com/office/drawing/2014/main" id="{FD8A92D2-5C4C-4CFD-9246-27C7100D1775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3505175" y="3615066"/>
                <a:ext cx="260280" cy="321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48" name="Grupo 147">
            <a:extLst>
              <a:ext uri="{FF2B5EF4-FFF2-40B4-BE49-F238E27FC236}">
                <a16:creationId xmlns:a16="http://schemas.microsoft.com/office/drawing/2014/main" id="{2A2E83E6-8DEF-40B8-A930-18E685A18616}"/>
              </a:ext>
            </a:extLst>
          </p:cNvPr>
          <p:cNvGrpSpPr/>
          <p:nvPr/>
        </p:nvGrpSpPr>
        <p:grpSpPr>
          <a:xfrm>
            <a:off x="4041575" y="2936106"/>
            <a:ext cx="1734480" cy="1061640"/>
            <a:chOff x="4041575" y="2936106"/>
            <a:chExt cx="1734480" cy="1061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01" name="Entrada de lápiz 100">
                  <a:extLst>
                    <a:ext uri="{FF2B5EF4-FFF2-40B4-BE49-F238E27FC236}">
                      <a16:creationId xmlns:a16="http://schemas.microsoft.com/office/drawing/2014/main" id="{7A27E124-649B-4B95-A0A9-0945C3E1F3F8}"/>
                    </a:ext>
                  </a:extLst>
                </p14:cNvPr>
                <p14:cNvContentPartPr/>
                <p14:nvPr/>
              </p14:nvContentPartPr>
              <p14:xfrm>
                <a:off x="4191695" y="2967426"/>
                <a:ext cx="148680" cy="184680"/>
              </p14:xfrm>
            </p:contentPart>
          </mc:Choice>
          <mc:Fallback>
            <p:pic>
              <p:nvPicPr>
                <p:cNvPr id="101" name="Entrada de lápiz 100">
                  <a:extLst>
                    <a:ext uri="{FF2B5EF4-FFF2-40B4-BE49-F238E27FC236}">
                      <a16:creationId xmlns:a16="http://schemas.microsoft.com/office/drawing/2014/main" id="{7A27E124-649B-4B95-A0A9-0945C3E1F3F8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182695" y="2958786"/>
                  <a:ext cx="16632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02" name="Entrada de lápiz 101">
                  <a:extLst>
                    <a:ext uri="{FF2B5EF4-FFF2-40B4-BE49-F238E27FC236}">
                      <a16:creationId xmlns:a16="http://schemas.microsoft.com/office/drawing/2014/main" id="{333E86DF-7A4E-431D-9FA4-EB18924763A8}"/>
                    </a:ext>
                  </a:extLst>
                </p14:cNvPr>
                <p14:cNvContentPartPr/>
                <p14:nvPr/>
              </p14:nvContentPartPr>
              <p14:xfrm>
                <a:off x="4235975" y="3345786"/>
                <a:ext cx="163440" cy="127800"/>
              </p14:xfrm>
            </p:contentPart>
          </mc:Choice>
          <mc:Fallback>
            <p:pic>
              <p:nvPicPr>
                <p:cNvPr id="102" name="Entrada de lápiz 101">
                  <a:extLst>
                    <a:ext uri="{FF2B5EF4-FFF2-40B4-BE49-F238E27FC236}">
                      <a16:creationId xmlns:a16="http://schemas.microsoft.com/office/drawing/2014/main" id="{333E86DF-7A4E-431D-9FA4-EB18924763A8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4227335" y="3336786"/>
                  <a:ext cx="18108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03" name="Entrada de lápiz 102">
                  <a:extLst>
                    <a:ext uri="{FF2B5EF4-FFF2-40B4-BE49-F238E27FC236}">
                      <a16:creationId xmlns:a16="http://schemas.microsoft.com/office/drawing/2014/main" id="{383D201C-DD22-4494-8EA6-35ED1F462F3E}"/>
                    </a:ext>
                  </a:extLst>
                </p14:cNvPr>
                <p14:cNvContentPartPr/>
                <p14:nvPr/>
              </p14:nvContentPartPr>
              <p14:xfrm>
                <a:off x="4557095" y="2936106"/>
                <a:ext cx="171360" cy="630720"/>
              </p14:xfrm>
            </p:contentPart>
          </mc:Choice>
          <mc:Fallback>
            <p:pic>
              <p:nvPicPr>
                <p:cNvPr id="103" name="Entrada de lápiz 102">
                  <a:extLst>
                    <a:ext uri="{FF2B5EF4-FFF2-40B4-BE49-F238E27FC236}">
                      <a16:creationId xmlns:a16="http://schemas.microsoft.com/office/drawing/2014/main" id="{383D201C-DD22-4494-8EA6-35ED1F462F3E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548455" y="2927466"/>
                  <a:ext cx="189000" cy="64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04" name="Entrada de lápiz 103">
                  <a:extLst>
                    <a:ext uri="{FF2B5EF4-FFF2-40B4-BE49-F238E27FC236}">
                      <a16:creationId xmlns:a16="http://schemas.microsoft.com/office/drawing/2014/main" id="{71BBCF5D-B884-4D2A-82BE-6CC2DCBCF41B}"/>
                    </a:ext>
                  </a:extLst>
                </p14:cNvPr>
                <p14:cNvContentPartPr/>
                <p14:nvPr/>
              </p14:nvContentPartPr>
              <p14:xfrm>
                <a:off x="4906295" y="3005586"/>
                <a:ext cx="90360" cy="275040"/>
              </p14:xfrm>
            </p:contentPart>
          </mc:Choice>
          <mc:Fallback>
            <p:pic>
              <p:nvPicPr>
                <p:cNvPr id="104" name="Entrada de lápiz 103">
                  <a:extLst>
                    <a:ext uri="{FF2B5EF4-FFF2-40B4-BE49-F238E27FC236}">
                      <a16:creationId xmlns:a16="http://schemas.microsoft.com/office/drawing/2014/main" id="{71BBCF5D-B884-4D2A-82BE-6CC2DCBCF41B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897295" y="2996586"/>
                  <a:ext cx="10800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05" name="Entrada de lápiz 104">
                  <a:extLst>
                    <a:ext uri="{FF2B5EF4-FFF2-40B4-BE49-F238E27FC236}">
                      <a16:creationId xmlns:a16="http://schemas.microsoft.com/office/drawing/2014/main" id="{04B528EE-1E9D-4547-B894-D178B7C6D19F}"/>
                    </a:ext>
                  </a:extLst>
                </p14:cNvPr>
                <p14:cNvContentPartPr/>
                <p14:nvPr/>
              </p14:nvContentPartPr>
              <p14:xfrm>
                <a:off x="5074415" y="3045546"/>
                <a:ext cx="130680" cy="168840"/>
              </p14:xfrm>
            </p:contentPart>
          </mc:Choice>
          <mc:Fallback>
            <p:pic>
              <p:nvPicPr>
                <p:cNvPr id="105" name="Entrada de lápiz 104">
                  <a:extLst>
                    <a:ext uri="{FF2B5EF4-FFF2-40B4-BE49-F238E27FC236}">
                      <a16:creationId xmlns:a16="http://schemas.microsoft.com/office/drawing/2014/main" id="{04B528EE-1E9D-4547-B894-D178B7C6D19F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065775" y="3036546"/>
                  <a:ext cx="14832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06" name="Entrada de lápiz 105">
                  <a:extLst>
                    <a:ext uri="{FF2B5EF4-FFF2-40B4-BE49-F238E27FC236}">
                      <a16:creationId xmlns:a16="http://schemas.microsoft.com/office/drawing/2014/main" id="{BEE46DEA-6AC8-4557-96E3-36305921D830}"/>
                    </a:ext>
                  </a:extLst>
                </p14:cNvPr>
                <p14:cNvContentPartPr/>
                <p14:nvPr/>
              </p14:nvContentPartPr>
              <p14:xfrm>
                <a:off x="5244695" y="3197826"/>
                <a:ext cx="24840" cy="77760"/>
              </p14:xfrm>
            </p:contentPart>
          </mc:Choice>
          <mc:Fallback>
            <p:pic>
              <p:nvPicPr>
                <p:cNvPr id="106" name="Entrada de lápiz 105">
                  <a:extLst>
                    <a:ext uri="{FF2B5EF4-FFF2-40B4-BE49-F238E27FC236}">
                      <a16:creationId xmlns:a16="http://schemas.microsoft.com/office/drawing/2014/main" id="{BEE46DEA-6AC8-4557-96E3-36305921D830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236055" y="3188826"/>
                  <a:ext cx="4248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07" name="Entrada de lápiz 106">
                  <a:extLst>
                    <a:ext uri="{FF2B5EF4-FFF2-40B4-BE49-F238E27FC236}">
                      <a16:creationId xmlns:a16="http://schemas.microsoft.com/office/drawing/2014/main" id="{478DA360-C38A-495E-AEC7-04396264EE77}"/>
                    </a:ext>
                  </a:extLst>
                </p14:cNvPr>
                <p14:cNvContentPartPr/>
                <p14:nvPr/>
              </p14:nvContentPartPr>
              <p14:xfrm>
                <a:off x="5341895" y="3006306"/>
                <a:ext cx="133920" cy="188640"/>
              </p14:xfrm>
            </p:contentPart>
          </mc:Choice>
          <mc:Fallback>
            <p:pic>
              <p:nvPicPr>
                <p:cNvPr id="107" name="Entrada de lápiz 106">
                  <a:extLst>
                    <a:ext uri="{FF2B5EF4-FFF2-40B4-BE49-F238E27FC236}">
                      <a16:creationId xmlns:a16="http://schemas.microsoft.com/office/drawing/2014/main" id="{478DA360-C38A-495E-AEC7-04396264EE77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332895" y="2997306"/>
                  <a:ext cx="15156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08" name="Entrada de lápiz 107">
                  <a:extLst>
                    <a:ext uri="{FF2B5EF4-FFF2-40B4-BE49-F238E27FC236}">
                      <a16:creationId xmlns:a16="http://schemas.microsoft.com/office/drawing/2014/main" id="{F88C9A7C-8733-47AE-80BC-D55A0A850061}"/>
                    </a:ext>
                  </a:extLst>
                </p14:cNvPr>
                <p14:cNvContentPartPr/>
                <p14:nvPr/>
              </p14:nvContentPartPr>
              <p14:xfrm>
                <a:off x="5528015" y="3010986"/>
                <a:ext cx="135720" cy="205200"/>
              </p14:xfrm>
            </p:contentPart>
          </mc:Choice>
          <mc:Fallback>
            <p:pic>
              <p:nvPicPr>
                <p:cNvPr id="108" name="Entrada de lápiz 107">
                  <a:extLst>
                    <a:ext uri="{FF2B5EF4-FFF2-40B4-BE49-F238E27FC236}">
                      <a16:creationId xmlns:a16="http://schemas.microsoft.com/office/drawing/2014/main" id="{F88C9A7C-8733-47AE-80BC-D55A0A850061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5519015" y="3001986"/>
                  <a:ext cx="15336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09" name="Entrada de lápiz 108">
                  <a:extLst>
                    <a:ext uri="{FF2B5EF4-FFF2-40B4-BE49-F238E27FC236}">
                      <a16:creationId xmlns:a16="http://schemas.microsoft.com/office/drawing/2014/main" id="{2517D02A-1DE2-4EE1-AECA-375104EB9666}"/>
                    </a:ext>
                  </a:extLst>
                </p14:cNvPr>
                <p14:cNvContentPartPr/>
                <p14:nvPr/>
              </p14:nvContentPartPr>
              <p14:xfrm>
                <a:off x="5727455" y="2971746"/>
                <a:ext cx="48600" cy="258480"/>
              </p14:xfrm>
            </p:contentPart>
          </mc:Choice>
          <mc:Fallback>
            <p:pic>
              <p:nvPicPr>
                <p:cNvPr id="109" name="Entrada de lápiz 108">
                  <a:extLst>
                    <a:ext uri="{FF2B5EF4-FFF2-40B4-BE49-F238E27FC236}">
                      <a16:creationId xmlns:a16="http://schemas.microsoft.com/office/drawing/2014/main" id="{2517D02A-1DE2-4EE1-AECA-375104EB9666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718455" y="2963106"/>
                  <a:ext cx="6624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42" name="Entrada de lápiz 141">
                  <a:extLst>
                    <a:ext uri="{FF2B5EF4-FFF2-40B4-BE49-F238E27FC236}">
                      <a16:creationId xmlns:a16="http://schemas.microsoft.com/office/drawing/2014/main" id="{16DACC08-5682-4536-8A7C-CE9BE7523F7B}"/>
                    </a:ext>
                  </a:extLst>
                </p14:cNvPr>
                <p14:cNvContentPartPr/>
                <p14:nvPr/>
              </p14:nvContentPartPr>
              <p14:xfrm>
                <a:off x="4041575" y="3778146"/>
                <a:ext cx="219600" cy="6480"/>
              </p14:xfrm>
            </p:contentPart>
          </mc:Choice>
          <mc:Fallback>
            <p:pic>
              <p:nvPicPr>
                <p:cNvPr id="142" name="Entrada de lápiz 141">
                  <a:extLst>
                    <a:ext uri="{FF2B5EF4-FFF2-40B4-BE49-F238E27FC236}">
                      <a16:creationId xmlns:a16="http://schemas.microsoft.com/office/drawing/2014/main" id="{16DACC08-5682-4536-8A7C-CE9BE7523F7B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4032575" y="3769146"/>
                  <a:ext cx="23724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43" name="Entrada de lápiz 142">
                  <a:extLst>
                    <a:ext uri="{FF2B5EF4-FFF2-40B4-BE49-F238E27FC236}">
                      <a16:creationId xmlns:a16="http://schemas.microsoft.com/office/drawing/2014/main" id="{1E272F64-3A88-4D0F-8F31-38F120346F35}"/>
                    </a:ext>
                  </a:extLst>
                </p14:cNvPr>
                <p14:cNvContentPartPr/>
                <p14:nvPr/>
              </p14:nvContentPartPr>
              <p14:xfrm>
                <a:off x="4368815" y="3715866"/>
                <a:ext cx="140400" cy="163080"/>
              </p14:xfrm>
            </p:contentPart>
          </mc:Choice>
          <mc:Fallback>
            <p:pic>
              <p:nvPicPr>
                <p:cNvPr id="143" name="Entrada de lápiz 142">
                  <a:extLst>
                    <a:ext uri="{FF2B5EF4-FFF2-40B4-BE49-F238E27FC236}">
                      <a16:creationId xmlns:a16="http://schemas.microsoft.com/office/drawing/2014/main" id="{1E272F64-3A88-4D0F-8F31-38F120346F35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4359815" y="3706866"/>
                  <a:ext cx="15804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44" name="Entrada de lápiz 143">
                  <a:extLst>
                    <a:ext uri="{FF2B5EF4-FFF2-40B4-BE49-F238E27FC236}">
                      <a16:creationId xmlns:a16="http://schemas.microsoft.com/office/drawing/2014/main" id="{D81AAC7F-4744-42BA-9E24-CC848A21B527}"/>
                    </a:ext>
                  </a:extLst>
                </p14:cNvPr>
                <p14:cNvContentPartPr/>
                <p14:nvPr/>
              </p14:nvContentPartPr>
              <p14:xfrm>
                <a:off x="4539095" y="3815586"/>
                <a:ext cx="35280" cy="182160"/>
              </p14:xfrm>
            </p:contentPart>
          </mc:Choice>
          <mc:Fallback>
            <p:pic>
              <p:nvPicPr>
                <p:cNvPr id="144" name="Entrada de lápiz 143">
                  <a:extLst>
                    <a:ext uri="{FF2B5EF4-FFF2-40B4-BE49-F238E27FC236}">
                      <a16:creationId xmlns:a16="http://schemas.microsoft.com/office/drawing/2014/main" id="{D81AAC7F-4744-42BA-9E24-CC848A21B527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530455" y="3806586"/>
                  <a:ext cx="5292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45" name="Entrada de lápiz 144">
                  <a:extLst>
                    <a:ext uri="{FF2B5EF4-FFF2-40B4-BE49-F238E27FC236}">
                      <a16:creationId xmlns:a16="http://schemas.microsoft.com/office/drawing/2014/main" id="{B9C879C9-7BAF-470F-81F2-06EA6E6406EC}"/>
                    </a:ext>
                  </a:extLst>
                </p14:cNvPr>
                <p14:cNvContentPartPr/>
                <p14:nvPr/>
              </p14:nvContentPartPr>
              <p14:xfrm>
                <a:off x="4705415" y="3709386"/>
                <a:ext cx="149760" cy="221400"/>
              </p14:xfrm>
            </p:contentPart>
          </mc:Choice>
          <mc:Fallback>
            <p:pic>
              <p:nvPicPr>
                <p:cNvPr id="145" name="Entrada de lápiz 144">
                  <a:extLst>
                    <a:ext uri="{FF2B5EF4-FFF2-40B4-BE49-F238E27FC236}">
                      <a16:creationId xmlns:a16="http://schemas.microsoft.com/office/drawing/2014/main" id="{B9C879C9-7BAF-470F-81F2-06EA6E6406EC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696415" y="3700386"/>
                  <a:ext cx="16740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46" name="Entrada de lápiz 145">
                  <a:extLst>
                    <a:ext uri="{FF2B5EF4-FFF2-40B4-BE49-F238E27FC236}">
                      <a16:creationId xmlns:a16="http://schemas.microsoft.com/office/drawing/2014/main" id="{2BAF0994-7AB5-4DC7-9A42-97B9BFD6B6DD}"/>
                    </a:ext>
                  </a:extLst>
                </p14:cNvPr>
                <p14:cNvContentPartPr/>
                <p14:nvPr/>
              </p14:nvContentPartPr>
              <p14:xfrm>
                <a:off x="4964255" y="3687066"/>
                <a:ext cx="134640" cy="208440"/>
              </p14:xfrm>
            </p:contentPart>
          </mc:Choice>
          <mc:Fallback>
            <p:pic>
              <p:nvPicPr>
                <p:cNvPr id="146" name="Entrada de lápiz 145">
                  <a:extLst>
                    <a:ext uri="{FF2B5EF4-FFF2-40B4-BE49-F238E27FC236}">
                      <a16:creationId xmlns:a16="http://schemas.microsoft.com/office/drawing/2014/main" id="{2BAF0994-7AB5-4DC7-9A42-97B9BFD6B6DD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955255" y="3678066"/>
                  <a:ext cx="15228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7" name="Entrada de lápiz 146">
                  <a:extLst>
                    <a:ext uri="{FF2B5EF4-FFF2-40B4-BE49-F238E27FC236}">
                      <a16:creationId xmlns:a16="http://schemas.microsoft.com/office/drawing/2014/main" id="{3F2DC5F0-26B3-4932-BE48-0043B3BC485A}"/>
                    </a:ext>
                  </a:extLst>
                </p14:cNvPr>
                <p14:cNvContentPartPr/>
                <p14:nvPr/>
              </p14:nvContentPartPr>
              <p14:xfrm>
                <a:off x="5205815" y="3566466"/>
                <a:ext cx="102240" cy="149760"/>
              </p14:xfrm>
            </p:contentPart>
          </mc:Choice>
          <mc:Fallback>
            <p:pic>
              <p:nvPicPr>
                <p:cNvPr id="147" name="Entrada de lápiz 146">
                  <a:extLst>
                    <a:ext uri="{FF2B5EF4-FFF2-40B4-BE49-F238E27FC236}">
                      <a16:creationId xmlns:a16="http://schemas.microsoft.com/office/drawing/2014/main" id="{3F2DC5F0-26B3-4932-BE48-0043B3BC485A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5197175" y="3557826"/>
                  <a:ext cx="119880" cy="16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upo 162">
            <a:extLst>
              <a:ext uri="{FF2B5EF4-FFF2-40B4-BE49-F238E27FC236}">
                <a16:creationId xmlns:a16="http://schemas.microsoft.com/office/drawing/2014/main" id="{A201753C-D954-45D1-9E6F-763F89992327}"/>
              </a:ext>
            </a:extLst>
          </p:cNvPr>
          <p:cNvGrpSpPr/>
          <p:nvPr/>
        </p:nvGrpSpPr>
        <p:grpSpPr>
          <a:xfrm>
            <a:off x="1416095" y="4413546"/>
            <a:ext cx="1383840" cy="420840"/>
            <a:chOff x="1416095" y="4413546"/>
            <a:chExt cx="1383840" cy="42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9" name="Entrada de lápiz 148">
                  <a:extLst>
                    <a:ext uri="{FF2B5EF4-FFF2-40B4-BE49-F238E27FC236}">
                      <a16:creationId xmlns:a16="http://schemas.microsoft.com/office/drawing/2014/main" id="{78BF7492-F870-467D-9207-6DC2A88F7424}"/>
                    </a:ext>
                  </a:extLst>
                </p14:cNvPr>
                <p14:cNvContentPartPr/>
                <p14:nvPr/>
              </p14:nvContentPartPr>
              <p14:xfrm>
                <a:off x="1416095" y="4618386"/>
                <a:ext cx="223200" cy="178200"/>
              </p14:xfrm>
            </p:contentPart>
          </mc:Choice>
          <mc:Fallback>
            <p:pic>
              <p:nvPicPr>
                <p:cNvPr id="149" name="Entrada de lápiz 148">
                  <a:extLst>
                    <a:ext uri="{FF2B5EF4-FFF2-40B4-BE49-F238E27FC236}">
                      <a16:creationId xmlns:a16="http://schemas.microsoft.com/office/drawing/2014/main" id="{78BF7492-F870-467D-9207-6DC2A88F7424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407455" y="4609386"/>
                  <a:ext cx="24084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50" name="Entrada de lápiz 149">
                  <a:extLst>
                    <a:ext uri="{FF2B5EF4-FFF2-40B4-BE49-F238E27FC236}">
                      <a16:creationId xmlns:a16="http://schemas.microsoft.com/office/drawing/2014/main" id="{DC19D4C8-3566-48E7-9478-F9F239D63B1B}"/>
                    </a:ext>
                  </a:extLst>
                </p14:cNvPr>
                <p14:cNvContentPartPr/>
                <p14:nvPr/>
              </p14:nvContentPartPr>
              <p14:xfrm>
                <a:off x="1720655" y="4709106"/>
                <a:ext cx="28800" cy="125280"/>
              </p14:xfrm>
            </p:contentPart>
          </mc:Choice>
          <mc:Fallback>
            <p:pic>
              <p:nvPicPr>
                <p:cNvPr id="150" name="Entrada de lápiz 149">
                  <a:extLst>
                    <a:ext uri="{FF2B5EF4-FFF2-40B4-BE49-F238E27FC236}">
                      <a16:creationId xmlns:a16="http://schemas.microsoft.com/office/drawing/2014/main" id="{DC19D4C8-3566-48E7-9478-F9F239D63B1B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712015" y="4700466"/>
                  <a:ext cx="4644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51" name="Entrada de lápiz 150">
                  <a:extLst>
                    <a:ext uri="{FF2B5EF4-FFF2-40B4-BE49-F238E27FC236}">
                      <a16:creationId xmlns:a16="http://schemas.microsoft.com/office/drawing/2014/main" id="{0E5D7652-E2A2-4BB2-A2FA-E9A43642D341}"/>
                    </a:ext>
                  </a:extLst>
                </p14:cNvPr>
                <p14:cNvContentPartPr/>
                <p14:nvPr/>
              </p14:nvContentPartPr>
              <p14:xfrm>
                <a:off x="1823255" y="4557906"/>
                <a:ext cx="162360" cy="227880"/>
              </p14:xfrm>
            </p:contentPart>
          </mc:Choice>
          <mc:Fallback>
            <p:pic>
              <p:nvPicPr>
                <p:cNvPr id="151" name="Entrada de lápiz 150">
                  <a:extLst>
                    <a:ext uri="{FF2B5EF4-FFF2-40B4-BE49-F238E27FC236}">
                      <a16:creationId xmlns:a16="http://schemas.microsoft.com/office/drawing/2014/main" id="{0E5D7652-E2A2-4BB2-A2FA-E9A43642D341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814615" y="4549266"/>
                  <a:ext cx="18000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52" name="Entrada de lápiz 151">
                  <a:extLst>
                    <a:ext uri="{FF2B5EF4-FFF2-40B4-BE49-F238E27FC236}">
                      <a16:creationId xmlns:a16="http://schemas.microsoft.com/office/drawing/2014/main" id="{F110221F-2378-44DE-91BB-AEEC41B7DF2D}"/>
                    </a:ext>
                  </a:extLst>
                </p14:cNvPr>
                <p14:cNvContentPartPr/>
                <p14:nvPr/>
              </p14:nvContentPartPr>
              <p14:xfrm>
                <a:off x="2069495" y="4521546"/>
                <a:ext cx="185400" cy="277920"/>
              </p14:xfrm>
            </p:contentPart>
          </mc:Choice>
          <mc:Fallback>
            <p:pic>
              <p:nvPicPr>
                <p:cNvPr id="152" name="Entrada de lápiz 151">
                  <a:extLst>
                    <a:ext uri="{FF2B5EF4-FFF2-40B4-BE49-F238E27FC236}">
                      <a16:creationId xmlns:a16="http://schemas.microsoft.com/office/drawing/2014/main" id="{F110221F-2378-44DE-91BB-AEEC41B7DF2D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2060495" y="4512546"/>
                  <a:ext cx="20304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53" name="Entrada de lápiz 152">
                  <a:extLst>
                    <a:ext uri="{FF2B5EF4-FFF2-40B4-BE49-F238E27FC236}">
                      <a16:creationId xmlns:a16="http://schemas.microsoft.com/office/drawing/2014/main" id="{D198F135-11A6-40B5-8BE0-40BAF6D279A5}"/>
                    </a:ext>
                  </a:extLst>
                </p14:cNvPr>
                <p14:cNvContentPartPr/>
                <p14:nvPr/>
              </p14:nvContentPartPr>
              <p14:xfrm>
                <a:off x="2365775" y="4413546"/>
                <a:ext cx="146880" cy="163440"/>
              </p14:xfrm>
            </p:contentPart>
          </mc:Choice>
          <mc:Fallback>
            <p:pic>
              <p:nvPicPr>
                <p:cNvPr id="153" name="Entrada de lápiz 152">
                  <a:extLst>
                    <a:ext uri="{FF2B5EF4-FFF2-40B4-BE49-F238E27FC236}">
                      <a16:creationId xmlns:a16="http://schemas.microsoft.com/office/drawing/2014/main" id="{D198F135-11A6-40B5-8BE0-40BAF6D279A5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2357135" y="4404906"/>
                  <a:ext cx="16452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54" name="Entrada de lápiz 153">
                  <a:extLst>
                    <a:ext uri="{FF2B5EF4-FFF2-40B4-BE49-F238E27FC236}">
                      <a16:creationId xmlns:a16="http://schemas.microsoft.com/office/drawing/2014/main" id="{2FE29EF7-E874-495C-B7D8-21EA3D7F4316}"/>
                    </a:ext>
                  </a:extLst>
                </p14:cNvPr>
                <p14:cNvContentPartPr/>
                <p14:nvPr/>
              </p14:nvContentPartPr>
              <p14:xfrm>
                <a:off x="2675735" y="4508586"/>
                <a:ext cx="124200" cy="78480"/>
              </p14:xfrm>
            </p:contentPart>
          </mc:Choice>
          <mc:Fallback>
            <p:pic>
              <p:nvPicPr>
                <p:cNvPr id="154" name="Entrada de lápiz 153">
                  <a:extLst>
                    <a:ext uri="{FF2B5EF4-FFF2-40B4-BE49-F238E27FC236}">
                      <a16:creationId xmlns:a16="http://schemas.microsoft.com/office/drawing/2014/main" id="{2FE29EF7-E874-495C-B7D8-21EA3D7F4316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2666735" y="4499946"/>
                  <a:ext cx="141840" cy="9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1" name="Grupo 170">
            <a:extLst>
              <a:ext uri="{FF2B5EF4-FFF2-40B4-BE49-F238E27FC236}">
                <a16:creationId xmlns:a16="http://schemas.microsoft.com/office/drawing/2014/main" id="{83151F23-DF0B-4E9E-B6C7-A89A8635D3B0}"/>
              </a:ext>
            </a:extLst>
          </p:cNvPr>
          <p:cNvGrpSpPr/>
          <p:nvPr/>
        </p:nvGrpSpPr>
        <p:grpSpPr>
          <a:xfrm>
            <a:off x="7324415" y="1421226"/>
            <a:ext cx="142920" cy="921960"/>
            <a:chOff x="7324415" y="1421226"/>
            <a:chExt cx="142920" cy="92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64" name="Entrada de lápiz 163">
                  <a:extLst>
                    <a:ext uri="{FF2B5EF4-FFF2-40B4-BE49-F238E27FC236}">
                      <a16:creationId xmlns:a16="http://schemas.microsoft.com/office/drawing/2014/main" id="{A5F20437-88C5-4278-836A-732C1F598780}"/>
                    </a:ext>
                  </a:extLst>
                </p14:cNvPr>
                <p14:cNvContentPartPr/>
                <p14:nvPr/>
              </p14:nvContentPartPr>
              <p14:xfrm>
                <a:off x="7324415" y="1421226"/>
                <a:ext cx="47520" cy="840600"/>
              </p14:xfrm>
            </p:contentPart>
          </mc:Choice>
          <mc:Fallback>
            <p:pic>
              <p:nvPicPr>
                <p:cNvPr id="164" name="Entrada de lápiz 163">
                  <a:extLst>
                    <a:ext uri="{FF2B5EF4-FFF2-40B4-BE49-F238E27FC236}">
                      <a16:creationId xmlns:a16="http://schemas.microsoft.com/office/drawing/2014/main" id="{A5F20437-88C5-4278-836A-732C1F598780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7315775" y="1412586"/>
                  <a:ext cx="65160" cy="85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65" name="Entrada de lápiz 164">
                  <a:extLst>
                    <a:ext uri="{FF2B5EF4-FFF2-40B4-BE49-F238E27FC236}">
                      <a16:creationId xmlns:a16="http://schemas.microsoft.com/office/drawing/2014/main" id="{F6DBFBD8-F120-4F09-8DD9-A3C73D44D91B}"/>
                    </a:ext>
                  </a:extLst>
                </p14:cNvPr>
                <p14:cNvContentPartPr/>
                <p14:nvPr/>
              </p14:nvContentPartPr>
              <p14:xfrm>
                <a:off x="7330175" y="2308986"/>
                <a:ext cx="137160" cy="34200"/>
              </p14:xfrm>
            </p:contentPart>
          </mc:Choice>
          <mc:Fallback>
            <p:pic>
              <p:nvPicPr>
                <p:cNvPr id="165" name="Entrada de lápiz 164">
                  <a:extLst>
                    <a:ext uri="{FF2B5EF4-FFF2-40B4-BE49-F238E27FC236}">
                      <a16:creationId xmlns:a16="http://schemas.microsoft.com/office/drawing/2014/main" id="{F6DBFBD8-F120-4F09-8DD9-A3C73D44D91B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7321175" y="2300346"/>
                  <a:ext cx="154800" cy="5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0" name="Grupo 169">
            <a:extLst>
              <a:ext uri="{FF2B5EF4-FFF2-40B4-BE49-F238E27FC236}">
                <a16:creationId xmlns:a16="http://schemas.microsoft.com/office/drawing/2014/main" id="{285E4D6F-7473-4978-8372-C3B880998C17}"/>
              </a:ext>
            </a:extLst>
          </p:cNvPr>
          <p:cNvGrpSpPr/>
          <p:nvPr/>
        </p:nvGrpSpPr>
        <p:grpSpPr>
          <a:xfrm>
            <a:off x="7315055" y="3062466"/>
            <a:ext cx="168480" cy="649800"/>
            <a:chOff x="7315055" y="3062466"/>
            <a:chExt cx="168480" cy="649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66" name="Entrada de lápiz 165">
                  <a:extLst>
                    <a:ext uri="{FF2B5EF4-FFF2-40B4-BE49-F238E27FC236}">
                      <a16:creationId xmlns:a16="http://schemas.microsoft.com/office/drawing/2014/main" id="{8F7BC600-3AB6-43F5-A995-32F418FAB8B0}"/>
                    </a:ext>
                  </a:extLst>
                </p14:cNvPr>
                <p14:cNvContentPartPr/>
                <p14:nvPr/>
              </p14:nvContentPartPr>
              <p14:xfrm>
                <a:off x="7442855" y="3062466"/>
                <a:ext cx="15120" cy="561960"/>
              </p14:xfrm>
            </p:contentPart>
          </mc:Choice>
          <mc:Fallback>
            <p:pic>
              <p:nvPicPr>
                <p:cNvPr id="166" name="Entrada de lápiz 165">
                  <a:extLst>
                    <a:ext uri="{FF2B5EF4-FFF2-40B4-BE49-F238E27FC236}">
                      <a16:creationId xmlns:a16="http://schemas.microsoft.com/office/drawing/2014/main" id="{8F7BC600-3AB6-43F5-A995-32F418FAB8B0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433855" y="3053826"/>
                  <a:ext cx="32760" cy="57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67" name="Entrada de lápiz 166">
                  <a:extLst>
                    <a:ext uri="{FF2B5EF4-FFF2-40B4-BE49-F238E27FC236}">
                      <a16:creationId xmlns:a16="http://schemas.microsoft.com/office/drawing/2014/main" id="{33133A49-3B32-404B-B97A-DE8B2329C566}"/>
                    </a:ext>
                  </a:extLst>
                </p14:cNvPr>
                <p14:cNvContentPartPr/>
                <p14:nvPr/>
              </p14:nvContentPartPr>
              <p14:xfrm>
                <a:off x="7315055" y="3693906"/>
                <a:ext cx="168480" cy="18360"/>
              </p14:xfrm>
            </p:contentPart>
          </mc:Choice>
          <mc:Fallback>
            <p:pic>
              <p:nvPicPr>
                <p:cNvPr id="167" name="Entrada de lápiz 166">
                  <a:extLst>
                    <a:ext uri="{FF2B5EF4-FFF2-40B4-BE49-F238E27FC236}">
                      <a16:creationId xmlns:a16="http://schemas.microsoft.com/office/drawing/2014/main" id="{33133A49-3B32-404B-B97A-DE8B2329C566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306055" y="3685266"/>
                  <a:ext cx="18612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8">
            <p14:nvContentPartPr>
              <p14:cNvPr id="168" name="Entrada de lápiz 167">
                <a:extLst>
                  <a:ext uri="{FF2B5EF4-FFF2-40B4-BE49-F238E27FC236}">
                    <a16:creationId xmlns:a16="http://schemas.microsoft.com/office/drawing/2014/main" id="{EA8FA2A0-E737-48A2-9E0B-F0A2DE939512}"/>
                  </a:ext>
                </a:extLst>
              </p14:cNvPr>
              <p14:cNvContentPartPr/>
              <p14:nvPr/>
            </p14:nvContentPartPr>
            <p14:xfrm>
              <a:off x="7364015" y="3843666"/>
              <a:ext cx="71280" cy="31680"/>
            </p14:xfrm>
          </p:contentPart>
        </mc:Choice>
        <mc:Fallback>
          <p:pic>
            <p:nvPicPr>
              <p:cNvPr id="168" name="Entrada de lápiz 167">
                <a:extLst>
                  <a:ext uri="{FF2B5EF4-FFF2-40B4-BE49-F238E27FC236}">
                    <a16:creationId xmlns:a16="http://schemas.microsoft.com/office/drawing/2014/main" id="{EA8FA2A0-E737-48A2-9E0B-F0A2DE939512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7355375" y="3834666"/>
                <a:ext cx="8892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0">
            <p14:nvContentPartPr>
              <p14:cNvPr id="169" name="Entrada de lápiz 168">
                <a:extLst>
                  <a:ext uri="{FF2B5EF4-FFF2-40B4-BE49-F238E27FC236}">
                    <a16:creationId xmlns:a16="http://schemas.microsoft.com/office/drawing/2014/main" id="{E786C513-73A8-4423-9473-EE464E641160}"/>
                  </a:ext>
                </a:extLst>
              </p14:cNvPr>
              <p14:cNvContentPartPr/>
              <p14:nvPr/>
            </p14:nvContentPartPr>
            <p14:xfrm>
              <a:off x="7426295" y="4021146"/>
              <a:ext cx="112680" cy="728280"/>
            </p14:xfrm>
          </p:contentPart>
        </mc:Choice>
        <mc:Fallback>
          <p:pic>
            <p:nvPicPr>
              <p:cNvPr id="169" name="Entrada de lápiz 168">
                <a:extLst>
                  <a:ext uri="{FF2B5EF4-FFF2-40B4-BE49-F238E27FC236}">
                    <a16:creationId xmlns:a16="http://schemas.microsoft.com/office/drawing/2014/main" id="{E786C513-73A8-4423-9473-EE464E641160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7417655" y="4012146"/>
                <a:ext cx="130320" cy="745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81" name="Grupo 180">
            <a:extLst>
              <a:ext uri="{FF2B5EF4-FFF2-40B4-BE49-F238E27FC236}">
                <a16:creationId xmlns:a16="http://schemas.microsoft.com/office/drawing/2014/main" id="{0334B213-F845-47BC-BF10-000A43A8A084}"/>
              </a:ext>
            </a:extLst>
          </p:cNvPr>
          <p:cNvGrpSpPr/>
          <p:nvPr/>
        </p:nvGrpSpPr>
        <p:grpSpPr>
          <a:xfrm>
            <a:off x="8377055" y="963306"/>
            <a:ext cx="1801800" cy="433080"/>
            <a:chOff x="8377055" y="963306"/>
            <a:chExt cx="1801800" cy="433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72" name="Entrada de lápiz 171">
                  <a:extLst>
                    <a:ext uri="{FF2B5EF4-FFF2-40B4-BE49-F238E27FC236}">
                      <a16:creationId xmlns:a16="http://schemas.microsoft.com/office/drawing/2014/main" id="{C525DB2E-6C1D-4E7E-BBE2-1DD620AE28EF}"/>
                    </a:ext>
                  </a:extLst>
                </p14:cNvPr>
                <p14:cNvContentPartPr/>
                <p14:nvPr/>
              </p14:nvContentPartPr>
              <p14:xfrm>
                <a:off x="8377055" y="1151946"/>
                <a:ext cx="219240" cy="182520"/>
              </p14:xfrm>
            </p:contentPart>
          </mc:Choice>
          <mc:Fallback>
            <p:pic>
              <p:nvPicPr>
                <p:cNvPr id="172" name="Entrada de lápiz 171">
                  <a:extLst>
                    <a:ext uri="{FF2B5EF4-FFF2-40B4-BE49-F238E27FC236}">
                      <a16:creationId xmlns:a16="http://schemas.microsoft.com/office/drawing/2014/main" id="{C525DB2E-6C1D-4E7E-BBE2-1DD620AE28EF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8368055" y="1142946"/>
                  <a:ext cx="23688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73" name="Entrada de lápiz 172">
                  <a:extLst>
                    <a:ext uri="{FF2B5EF4-FFF2-40B4-BE49-F238E27FC236}">
                      <a16:creationId xmlns:a16="http://schemas.microsoft.com/office/drawing/2014/main" id="{06A205E5-79E0-4A09-A64B-4F1C023D6734}"/>
                    </a:ext>
                  </a:extLst>
                </p14:cNvPr>
                <p14:cNvContentPartPr/>
                <p14:nvPr/>
              </p14:nvContentPartPr>
              <p14:xfrm>
                <a:off x="8704295" y="1281186"/>
                <a:ext cx="51480" cy="115200"/>
              </p14:xfrm>
            </p:contentPart>
          </mc:Choice>
          <mc:Fallback>
            <p:pic>
              <p:nvPicPr>
                <p:cNvPr id="173" name="Entrada de lápiz 172">
                  <a:extLst>
                    <a:ext uri="{FF2B5EF4-FFF2-40B4-BE49-F238E27FC236}">
                      <a16:creationId xmlns:a16="http://schemas.microsoft.com/office/drawing/2014/main" id="{06A205E5-79E0-4A09-A64B-4F1C023D6734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8695655" y="1272186"/>
                  <a:ext cx="6912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74" name="Entrada de lápiz 173">
                  <a:extLst>
                    <a:ext uri="{FF2B5EF4-FFF2-40B4-BE49-F238E27FC236}">
                      <a16:creationId xmlns:a16="http://schemas.microsoft.com/office/drawing/2014/main" id="{4D68E88F-E868-4B90-89BF-8E7C410E2FC7}"/>
                    </a:ext>
                  </a:extLst>
                </p14:cNvPr>
                <p14:cNvContentPartPr/>
                <p14:nvPr/>
              </p14:nvContentPartPr>
              <p14:xfrm>
                <a:off x="8814095" y="1123506"/>
                <a:ext cx="197640" cy="176040"/>
              </p14:xfrm>
            </p:contentPart>
          </mc:Choice>
          <mc:Fallback>
            <p:pic>
              <p:nvPicPr>
                <p:cNvPr id="174" name="Entrada de lápiz 173">
                  <a:extLst>
                    <a:ext uri="{FF2B5EF4-FFF2-40B4-BE49-F238E27FC236}">
                      <a16:creationId xmlns:a16="http://schemas.microsoft.com/office/drawing/2014/main" id="{4D68E88F-E868-4B90-89BF-8E7C410E2FC7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8805455" y="1114506"/>
                  <a:ext cx="21528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75" name="Entrada de lápiz 174">
                  <a:extLst>
                    <a:ext uri="{FF2B5EF4-FFF2-40B4-BE49-F238E27FC236}">
                      <a16:creationId xmlns:a16="http://schemas.microsoft.com/office/drawing/2014/main" id="{6890AC7D-BA04-4700-BD72-04217868B360}"/>
                    </a:ext>
                  </a:extLst>
                </p14:cNvPr>
                <p14:cNvContentPartPr/>
                <p14:nvPr/>
              </p14:nvContentPartPr>
              <p14:xfrm>
                <a:off x="9054935" y="1095786"/>
                <a:ext cx="163800" cy="212760"/>
              </p14:xfrm>
            </p:contentPart>
          </mc:Choice>
          <mc:Fallback>
            <p:pic>
              <p:nvPicPr>
                <p:cNvPr id="175" name="Entrada de lápiz 174">
                  <a:extLst>
                    <a:ext uri="{FF2B5EF4-FFF2-40B4-BE49-F238E27FC236}">
                      <a16:creationId xmlns:a16="http://schemas.microsoft.com/office/drawing/2014/main" id="{6890AC7D-BA04-4700-BD72-04217868B360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9045935" y="1086786"/>
                  <a:ext cx="18144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76" name="Entrada de lápiz 175">
                  <a:extLst>
                    <a:ext uri="{FF2B5EF4-FFF2-40B4-BE49-F238E27FC236}">
                      <a16:creationId xmlns:a16="http://schemas.microsoft.com/office/drawing/2014/main" id="{7F8AE8D2-1086-4758-B650-E6CF614AE84D}"/>
                    </a:ext>
                  </a:extLst>
                </p14:cNvPr>
                <p14:cNvContentPartPr/>
                <p14:nvPr/>
              </p14:nvContentPartPr>
              <p14:xfrm>
                <a:off x="9268055" y="963306"/>
                <a:ext cx="159840" cy="150120"/>
              </p14:xfrm>
            </p:contentPart>
          </mc:Choice>
          <mc:Fallback>
            <p:pic>
              <p:nvPicPr>
                <p:cNvPr id="176" name="Entrada de lápiz 175">
                  <a:extLst>
                    <a:ext uri="{FF2B5EF4-FFF2-40B4-BE49-F238E27FC236}">
                      <a16:creationId xmlns:a16="http://schemas.microsoft.com/office/drawing/2014/main" id="{7F8AE8D2-1086-4758-B650-E6CF614AE84D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9259415" y="954306"/>
                  <a:ext cx="17748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77" name="Entrada de lápiz 176">
                  <a:extLst>
                    <a:ext uri="{FF2B5EF4-FFF2-40B4-BE49-F238E27FC236}">
                      <a16:creationId xmlns:a16="http://schemas.microsoft.com/office/drawing/2014/main" id="{0DE3A25F-4160-4D0F-95F2-02A3A8DF58B7}"/>
                    </a:ext>
                  </a:extLst>
                </p14:cNvPr>
                <p14:cNvContentPartPr/>
                <p14:nvPr/>
              </p14:nvContentPartPr>
              <p14:xfrm>
                <a:off x="9509975" y="1140066"/>
                <a:ext cx="144720" cy="6480"/>
              </p14:xfrm>
            </p:contentPart>
          </mc:Choice>
          <mc:Fallback>
            <p:pic>
              <p:nvPicPr>
                <p:cNvPr id="177" name="Entrada de lápiz 176">
                  <a:extLst>
                    <a:ext uri="{FF2B5EF4-FFF2-40B4-BE49-F238E27FC236}">
                      <a16:creationId xmlns:a16="http://schemas.microsoft.com/office/drawing/2014/main" id="{0DE3A25F-4160-4D0F-95F2-02A3A8DF58B7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9501335" y="1131426"/>
                  <a:ext cx="1623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78" name="Entrada de lápiz 177">
                  <a:extLst>
                    <a:ext uri="{FF2B5EF4-FFF2-40B4-BE49-F238E27FC236}">
                      <a16:creationId xmlns:a16="http://schemas.microsoft.com/office/drawing/2014/main" id="{9BBBFAB4-E150-4CFD-9323-A7C48A3C9206}"/>
                    </a:ext>
                  </a:extLst>
                </p14:cNvPr>
                <p14:cNvContentPartPr/>
                <p14:nvPr/>
              </p14:nvContentPartPr>
              <p14:xfrm>
                <a:off x="9537335" y="1240506"/>
                <a:ext cx="176040" cy="10440"/>
              </p14:xfrm>
            </p:contentPart>
          </mc:Choice>
          <mc:Fallback>
            <p:pic>
              <p:nvPicPr>
                <p:cNvPr id="178" name="Entrada de lápiz 177">
                  <a:extLst>
                    <a:ext uri="{FF2B5EF4-FFF2-40B4-BE49-F238E27FC236}">
                      <a16:creationId xmlns:a16="http://schemas.microsoft.com/office/drawing/2014/main" id="{9BBBFAB4-E150-4CFD-9323-A7C48A3C9206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9528695" y="1231506"/>
                  <a:ext cx="19368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79" name="Entrada de lápiz 178">
                  <a:extLst>
                    <a:ext uri="{FF2B5EF4-FFF2-40B4-BE49-F238E27FC236}">
                      <a16:creationId xmlns:a16="http://schemas.microsoft.com/office/drawing/2014/main" id="{22B02874-2DF7-48F5-9F29-9E72671B67DF}"/>
                    </a:ext>
                  </a:extLst>
                </p14:cNvPr>
                <p14:cNvContentPartPr/>
                <p14:nvPr/>
              </p14:nvContentPartPr>
              <p14:xfrm>
                <a:off x="9860975" y="1108746"/>
                <a:ext cx="179280" cy="145800"/>
              </p14:xfrm>
            </p:contentPart>
          </mc:Choice>
          <mc:Fallback>
            <p:pic>
              <p:nvPicPr>
                <p:cNvPr id="179" name="Entrada de lápiz 178">
                  <a:extLst>
                    <a:ext uri="{FF2B5EF4-FFF2-40B4-BE49-F238E27FC236}">
                      <a16:creationId xmlns:a16="http://schemas.microsoft.com/office/drawing/2014/main" id="{22B02874-2DF7-48F5-9F29-9E72671B67DF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9852335" y="1100106"/>
                  <a:ext cx="19692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80" name="Entrada de lápiz 179">
                  <a:extLst>
                    <a:ext uri="{FF2B5EF4-FFF2-40B4-BE49-F238E27FC236}">
                      <a16:creationId xmlns:a16="http://schemas.microsoft.com/office/drawing/2014/main" id="{63D45929-D848-47B2-A04E-646A8DCE462A}"/>
                    </a:ext>
                  </a:extLst>
                </p14:cNvPr>
                <p14:cNvContentPartPr/>
                <p14:nvPr/>
              </p14:nvContentPartPr>
              <p14:xfrm>
                <a:off x="10099295" y="1162026"/>
                <a:ext cx="79560" cy="178200"/>
              </p14:xfrm>
            </p:contentPart>
          </mc:Choice>
          <mc:Fallback>
            <p:pic>
              <p:nvPicPr>
                <p:cNvPr id="180" name="Entrada de lápiz 179">
                  <a:extLst>
                    <a:ext uri="{FF2B5EF4-FFF2-40B4-BE49-F238E27FC236}">
                      <a16:creationId xmlns:a16="http://schemas.microsoft.com/office/drawing/2014/main" id="{63D45929-D848-47B2-A04E-646A8DCE462A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0090655" y="1153026"/>
                  <a:ext cx="97200" cy="19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4" name="Grupo 183">
            <a:extLst>
              <a:ext uri="{FF2B5EF4-FFF2-40B4-BE49-F238E27FC236}">
                <a16:creationId xmlns:a16="http://schemas.microsoft.com/office/drawing/2014/main" id="{D867F69C-F8EB-4920-A785-2DFCBAB5CB71}"/>
              </a:ext>
            </a:extLst>
          </p:cNvPr>
          <p:cNvGrpSpPr/>
          <p:nvPr/>
        </p:nvGrpSpPr>
        <p:grpSpPr>
          <a:xfrm>
            <a:off x="10440215" y="1050426"/>
            <a:ext cx="255240" cy="202320"/>
            <a:chOff x="10440215" y="1050426"/>
            <a:chExt cx="255240" cy="20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82" name="Entrada de lápiz 181">
                  <a:extLst>
                    <a:ext uri="{FF2B5EF4-FFF2-40B4-BE49-F238E27FC236}">
                      <a16:creationId xmlns:a16="http://schemas.microsoft.com/office/drawing/2014/main" id="{A65C0698-8D46-44B5-916C-3C15422CABA3}"/>
                    </a:ext>
                  </a:extLst>
                </p14:cNvPr>
                <p14:cNvContentPartPr/>
                <p14:nvPr/>
              </p14:nvContentPartPr>
              <p14:xfrm>
                <a:off x="10440215" y="1080306"/>
                <a:ext cx="36360" cy="172440"/>
              </p14:xfrm>
            </p:contentPart>
          </mc:Choice>
          <mc:Fallback>
            <p:pic>
              <p:nvPicPr>
                <p:cNvPr id="182" name="Entrada de lápiz 181">
                  <a:extLst>
                    <a:ext uri="{FF2B5EF4-FFF2-40B4-BE49-F238E27FC236}">
                      <a16:creationId xmlns:a16="http://schemas.microsoft.com/office/drawing/2014/main" id="{A65C0698-8D46-44B5-916C-3C15422CABA3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0431215" y="1071666"/>
                  <a:ext cx="5400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83" name="Entrada de lápiz 182">
                  <a:extLst>
                    <a:ext uri="{FF2B5EF4-FFF2-40B4-BE49-F238E27FC236}">
                      <a16:creationId xmlns:a16="http://schemas.microsoft.com/office/drawing/2014/main" id="{EE2E1894-5DDF-44E3-A284-A4269DDF363D}"/>
                    </a:ext>
                  </a:extLst>
                </p14:cNvPr>
                <p14:cNvContentPartPr/>
                <p14:nvPr/>
              </p14:nvContentPartPr>
              <p14:xfrm>
                <a:off x="10548935" y="1050426"/>
                <a:ext cx="146520" cy="191880"/>
              </p14:xfrm>
            </p:contentPart>
          </mc:Choice>
          <mc:Fallback>
            <p:pic>
              <p:nvPicPr>
                <p:cNvPr id="183" name="Entrada de lápiz 182">
                  <a:extLst>
                    <a:ext uri="{FF2B5EF4-FFF2-40B4-BE49-F238E27FC236}">
                      <a16:creationId xmlns:a16="http://schemas.microsoft.com/office/drawing/2014/main" id="{EE2E1894-5DDF-44E3-A284-A4269DDF363D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0540295" y="1041786"/>
                  <a:ext cx="164160" cy="209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4">
            <p14:nvContentPartPr>
              <p14:cNvPr id="185" name="Entrada de lápiz 184">
                <a:extLst>
                  <a:ext uri="{FF2B5EF4-FFF2-40B4-BE49-F238E27FC236}">
                    <a16:creationId xmlns:a16="http://schemas.microsoft.com/office/drawing/2014/main" id="{DBA3D5D0-5D93-44B7-894E-B84EB82B73E7}"/>
                  </a:ext>
                </a:extLst>
              </p14:cNvPr>
              <p14:cNvContentPartPr/>
              <p14:nvPr/>
            </p14:nvContentPartPr>
            <p14:xfrm>
              <a:off x="7942175" y="1798506"/>
              <a:ext cx="270720" cy="188280"/>
            </p14:xfrm>
          </p:contentPart>
        </mc:Choice>
        <mc:Fallback>
          <p:pic>
            <p:nvPicPr>
              <p:cNvPr id="185" name="Entrada de lápiz 184">
                <a:extLst>
                  <a:ext uri="{FF2B5EF4-FFF2-40B4-BE49-F238E27FC236}">
                    <a16:creationId xmlns:a16="http://schemas.microsoft.com/office/drawing/2014/main" id="{DBA3D5D0-5D93-44B7-894E-B84EB82B73E7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7933175" y="1789506"/>
                <a:ext cx="288360" cy="205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04" name="Grupo 203">
            <a:extLst>
              <a:ext uri="{FF2B5EF4-FFF2-40B4-BE49-F238E27FC236}">
                <a16:creationId xmlns:a16="http://schemas.microsoft.com/office/drawing/2014/main" id="{158792ED-5746-4CDA-9B2F-3A2C47C52491}"/>
              </a:ext>
            </a:extLst>
          </p:cNvPr>
          <p:cNvGrpSpPr/>
          <p:nvPr/>
        </p:nvGrpSpPr>
        <p:grpSpPr>
          <a:xfrm>
            <a:off x="8404415" y="1557306"/>
            <a:ext cx="1705680" cy="435240"/>
            <a:chOff x="8404415" y="1557306"/>
            <a:chExt cx="1705680" cy="43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86" name="Entrada de lápiz 185">
                  <a:extLst>
                    <a:ext uri="{FF2B5EF4-FFF2-40B4-BE49-F238E27FC236}">
                      <a16:creationId xmlns:a16="http://schemas.microsoft.com/office/drawing/2014/main" id="{E594AFE5-CA43-4405-8D95-77631CF2380E}"/>
                    </a:ext>
                  </a:extLst>
                </p14:cNvPr>
                <p14:cNvContentPartPr/>
                <p14:nvPr/>
              </p14:nvContentPartPr>
              <p14:xfrm>
                <a:off x="8404415" y="1646586"/>
                <a:ext cx="84240" cy="304920"/>
              </p14:xfrm>
            </p:contentPart>
          </mc:Choice>
          <mc:Fallback>
            <p:pic>
              <p:nvPicPr>
                <p:cNvPr id="186" name="Entrada de lápiz 185">
                  <a:extLst>
                    <a:ext uri="{FF2B5EF4-FFF2-40B4-BE49-F238E27FC236}">
                      <a16:creationId xmlns:a16="http://schemas.microsoft.com/office/drawing/2014/main" id="{E594AFE5-CA43-4405-8D95-77631CF2380E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8395415" y="1637586"/>
                  <a:ext cx="10188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87" name="Entrada de lápiz 186">
                  <a:extLst>
                    <a:ext uri="{FF2B5EF4-FFF2-40B4-BE49-F238E27FC236}">
                      <a16:creationId xmlns:a16="http://schemas.microsoft.com/office/drawing/2014/main" id="{80CDD108-0963-4284-BBB1-A03B7033385A}"/>
                    </a:ext>
                  </a:extLst>
                </p14:cNvPr>
                <p14:cNvContentPartPr/>
                <p14:nvPr/>
              </p14:nvContentPartPr>
              <p14:xfrm>
                <a:off x="8532575" y="1771146"/>
                <a:ext cx="202320" cy="168480"/>
              </p14:xfrm>
            </p:contentPart>
          </mc:Choice>
          <mc:Fallback>
            <p:pic>
              <p:nvPicPr>
                <p:cNvPr id="187" name="Entrada de lápiz 186">
                  <a:extLst>
                    <a:ext uri="{FF2B5EF4-FFF2-40B4-BE49-F238E27FC236}">
                      <a16:creationId xmlns:a16="http://schemas.microsoft.com/office/drawing/2014/main" id="{80CDD108-0963-4284-BBB1-A03B7033385A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8523575" y="1762146"/>
                  <a:ext cx="21996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88" name="Entrada de lápiz 187">
                  <a:extLst>
                    <a:ext uri="{FF2B5EF4-FFF2-40B4-BE49-F238E27FC236}">
                      <a16:creationId xmlns:a16="http://schemas.microsoft.com/office/drawing/2014/main" id="{B8F16847-7ADB-4593-8C07-611334C4431F}"/>
                    </a:ext>
                  </a:extLst>
                </p14:cNvPr>
                <p14:cNvContentPartPr/>
                <p14:nvPr/>
              </p14:nvContentPartPr>
              <p14:xfrm>
                <a:off x="8769815" y="1691586"/>
                <a:ext cx="102960" cy="258480"/>
              </p14:xfrm>
            </p:contentPart>
          </mc:Choice>
          <mc:Fallback>
            <p:pic>
              <p:nvPicPr>
                <p:cNvPr id="188" name="Entrada de lápiz 187">
                  <a:extLst>
                    <a:ext uri="{FF2B5EF4-FFF2-40B4-BE49-F238E27FC236}">
                      <a16:creationId xmlns:a16="http://schemas.microsoft.com/office/drawing/2014/main" id="{B8F16847-7ADB-4593-8C07-611334C4431F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8761175" y="1682586"/>
                  <a:ext cx="12060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89" name="Entrada de lápiz 188">
                  <a:extLst>
                    <a:ext uri="{FF2B5EF4-FFF2-40B4-BE49-F238E27FC236}">
                      <a16:creationId xmlns:a16="http://schemas.microsoft.com/office/drawing/2014/main" id="{66AB1111-538D-40DB-959F-AD9C210FE3E8}"/>
                    </a:ext>
                  </a:extLst>
                </p14:cNvPr>
                <p14:cNvContentPartPr/>
                <p14:nvPr/>
              </p14:nvContentPartPr>
              <p14:xfrm>
                <a:off x="8951255" y="1720386"/>
                <a:ext cx="140760" cy="169920"/>
              </p14:xfrm>
            </p:contentPart>
          </mc:Choice>
          <mc:Fallback>
            <p:pic>
              <p:nvPicPr>
                <p:cNvPr id="189" name="Entrada de lápiz 188">
                  <a:extLst>
                    <a:ext uri="{FF2B5EF4-FFF2-40B4-BE49-F238E27FC236}">
                      <a16:creationId xmlns:a16="http://schemas.microsoft.com/office/drawing/2014/main" id="{66AB1111-538D-40DB-959F-AD9C210FE3E8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8942615" y="1711386"/>
                  <a:ext cx="15840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90" name="Entrada de lápiz 189">
                  <a:extLst>
                    <a:ext uri="{FF2B5EF4-FFF2-40B4-BE49-F238E27FC236}">
                      <a16:creationId xmlns:a16="http://schemas.microsoft.com/office/drawing/2014/main" id="{864D3723-A868-4615-9164-4D5185B0746E}"/>
                    </a:ext>
                  </a:extLst>
                </p14:cNvPr>
                <p14:cNvContentPartPr/>
                <p14:nvPr/>
              </p14:nvContentPartPr>
              <p14:xfrm>
                <a:off x="9158615" y="1819746"/>
                <a:ext cx="29520" cy="172800"/>
              </p14:xfrm>
            </p:contentPart>
          </mc:Choice>
          <mc:Fallback>
            <p:pic>
              <p:nvPicPr>
                <p:cNvPr id="190" name="Entrada de lápiz 189">
                  <a:extLst>
                    <a:ext uri="{FF2B5EF4-FFF2-40B4-BE49-F238E27FC236}">
                      <a16:creationId xmlns:a16="http://schemas.microsoft.com/office/drawing/2014/main" id="{864D3723-A868-4615-9164-4D5185B0746E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9149975" y="1811106"/>
                  <a:ext cx="4716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91" name="Entrada de lápiz 190">
                  <a:extLst>
                    <a:ext uri="{FF2B5EF4-FFF2-40B4-BE49-F238E27FC236}">
                      <a16:creationId xmlns:a16="http://schemas.microsoft.com/office/drawing/2014/main" id="{B4CB884B-98B8-405C-8C48-EB04BAB36CF5}"/>
                    </a:ext>
                  </a:extLst>
                </p14:cNvPr>
                <p14:cNvContentPartPr/>
                <p14:nvPr/>
              </p14:nvContentPartPr>
              <p14:xfrm>
                <a:off x="9274175" y="1651626"/>
                <a:ext cx="149040" cy="254880"/>
              </p14:xfrm>
            </p:contentPart>
          </mc:Choice>
          <mc:Fallback>
            <p:pic>
              <p:nvPicPr>
                <p:cNvPr id="191" name="Entrada de lápiz 190">
                  <a:extLst>
                    <a:ext uri="{FF2B5EF4-FFF2-40B4-BE49-F238E27FC236}">
                      <a16:creationId xmlns:a16="http://schemas.microsoft.com/office/drawing/2014/main" id="{B4CB884B-98B8-405C-8C48-EB04BAB36CF5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9265535" y="1642626"/>
                  <a:ext cx="16668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92" name="Entrada de lápiz 191">
                  <a:extLst>
                    <a:ext uri="{FF2B5EF4-FFF2-40B4-BE49-F238E27FC236}">
                      <a16:creationId xmlns:a16="http://schemas.microsoft.com/office/drawing/2014/main" id="{10747235-6F2F-4B1B-BFFA-3E3540658956}"/>
                    </a:ext>
                  </a:extLst>
                </p14:cNvPr>
                <p14:cNvContentPartPr/>
                <p14:nvPr/>
              </p14:nvContentPartPr>
              <p14:xfrm>
                <a:off x="9470015" y="1638666"/>
                <a:ext cx="143280" cy="223920"/>
              </p14:xfrm>
            </p:contentPart>
          </mc:Choice>
          <mc:Fallback>
            <p:pic>
              <p:nvPicPr>
                <p:cNvPr id="192" name="Entrada de lápiz 191">
                  <a:extLst>
                    <a:ext uri="{FF2B5EF4-FFF2-40B4-BE49-F238E27FC236}">
                      <a16:creationId xmlns:a16="http://schemas.microsoft.com/office/drawing/2014/main" id="{10747235-6F2F-4B1B-BFFA-3E3540658956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9461015" y="1630026"/>
                  <a:ext cx="16092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93" name="Entrada de lápiz 192">
                  <a:extLst>
                    <a:ext uri="{FF2B5EF4-FFF2-40B4-BE49-F238E27FC236}">
                      <a16:creationId xmlns:a16="http://schemas.microsoft.com/office/drawing/2014/main" id="{4DF9A267-1667-459C-A0A3-B13FAD4DF169}"/>
                    </a:ext>
                  </a:extLst>
                </p14:cNvPr>
                <p14:cNvContentPartPr/>
                <p14:nvPr/>
              </p14:nvContentPartPr>
              <p14:xfrm>
                <a:off x="9701855" y="1557306"/>
                <a:ext cx="86760" cy="342000"/>
              </p14:xfrm>
            </p:contentPart>
          </mc:Choice>
          <mc:Fallback>
            <p:pic>
              <p:nvPicPr>
                <p:cNvPr id="193" name="Entrada de lápiz 192">
                  <a:extLst>
                    <a:ext uri="{FF2B5EF4-FFF2-40B4-BE49-F238E27FC236}">
                      <a16:creationId xmlns:a16="http://schemas.microsoft.com/office/drawing/2014/main" id="{4DF9A267-1667-459C-A0A3-B13FAD4DF169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9692855" y="1548306"/>
                  <a:ext cx="10440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94" name="Entrada de lápiz 193">
                  <a:extLst>
                    <a:ext uri="{FF2B5EF4-FFF2-40B4-BE49-F238E27FC236}">
                      <a16:creationId xmlns:a16="http://schemas.microsoft.com/office/drawing/2014/main" id="{02AB0A6E-31BD-48B8-9637-11A9E8AC899A}"/>
                    </a:ext>
                  </a:extLst>
                </p14:cNvPr>
                <p14:cNvContentPartPr/>
                <p14:nvPr/>
              </p14:nvContentPartPr>
              <p14:xfrm>
                <a:off x="9944495" y="1659906"/>
                <a:ext cx="106920" cy="12240"/>
              </p14:xfrm>
            </p:contentPart>
          </mc:Choice>
          <mc:Fallback>
            <p:pic>
              <p:nvPicPr>
                <p:cNvPr id="194" name="Entrada de lápiz 193">
                  <a:extLst>
                    <a:ext uri="{FF2B5EF4-FFF2-40B4-BE49-F238E27FC236}">
                      <a16:creationId xmlns:a16="http://schemas.microsoft.com/office/drawing/2014/main" id="{02AB0A6E-31BD-48B8-9637-11A9E8AC899A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9935495" y="1651266"/>
                  <a:ext cx="12456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95" name="Entrada de lápiz 194">
                  <a:extLst>
                    <a:ext uri="{FF2B5EF4-FFF2-40B4-BE49-F238E27FC236}">
                      <a16:creationId xmlns:a16="http://schemas.microsoft.com/office/drawing/2014/main" id="{A16DE1D1-4B0C-41DC-AE8C-96D7485575FF}"/>
                    </a:ext>
                  </a:extLst>
                </p14:cNvPr>
                <p14:cNvContentPartPr/>
                <p14:nvPr/>
              </p14:nvContentPartPr>
              <p14:xfrm>
                <a:off x="9909575" y="1722186"/>
                <a:ext cx="200520" cy="30240"/>
              </p14:xfrm>
            </p:contentPart>
          </mc:Choice>
          <mc:Fallback>
            <p:pic>
              <p:nvPicPr>
                <p:cNvPr id="195" name="Entrada de lápiz 194">
                  <a:extLst>
                    <a:ext uri="{FF2B5EF4-FFF2-40B4-BE49-F238E27FC236}">
                      <a16:creationId xmlns:a16="http://schemas.microsoft.com/office/drawing/2014/main" id="{A16DE1D1-4B0C-41DC-AE8C-96D7485575FF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9900575" y="1713186"/>
                  <a:ext cx="218160" cy="4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3" name="Grupo 202">
            <a:extLst>
              <a:ext uri="{FF2B5EF4-FFF2-40B4-BE49-F238E27FC236}">
                <a16:creationId xmlns:a16="http://schemas.microsoft.com/office/drawing/2014/main" id="{B0D82357-2317-4AA1-9763-E1DA20C21A1A}"/>
              </a:ext>
            </a:extLst>
          </p:cNvPr>
          <p:cNvGrpSpPr/>
          <p:nvPr/>
        </p:nvGrpSpPr>
        <p:grpSpPr>
          <a:xfrm>
            <a:off x="10346975" y="1456866"/>
            <a:ext cx="1283760" cy="379440"/>
            <a:chOff x="10346975" y="1456866"/>
            <a:chExt cx="1283760" cy="37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96" name="Entrada de lápiz 195">
                  <a:extLst>
                    <a:ext uri="{FF2B5EF4-FFF2-40B4-BE49-F238E27FC236}">
                      <a16:creationId xmlns:a16="http://schemas.microsoft.com/office/drawing/2014/main" id="{DDB21A26-CED8-42F0-839C-CF3853F73427}"/>
                    </a:ext>
                  </a:extLst>
                </p14:cNvPr>
                <p14:cNvContentPartPr/>
                <p14:nvPr/>
              </p14:nvContentPartPr>
              <p14:xfrm>
                <a:off x="10346975" y="1541106"/>
                <a:ext cx="83520" cy="216720"/>
              </p14:xfrm>
            </p:contentPart>
          </mc:Choice>
          <mc:Fallback>
            <p:pic>
              <p:nvPicPr>
                <p:cNvPr id="196" name="Entrada de lápiz 195">
                  <a:extLst>
                    <a:ext uri="{FF2B5EF4-FFF2-40B4-BE49-F238E27FC236}">
                      <a16:creationId xmlns:a16="http://schemas.microsoft.com/office/drawing/2014/main" id="{DDB21A26-CED8-42F0-839C-CF3853F73427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0337975" y="1532466"/>
                  <a:ext cx="10116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97" name="Entrada de lápiz 196">
                  <a:extLst>
                    <a:ext uri="{FF2B5EF4-FFF2-40B4-BE49-F238E27FC236}">
                      <a16:creationId xmlns:a16="http://schemas.microsoft.com/office/drawing/2014/main" id="{570D77A9-D7E2-493A-B0E7-F4EE6823E354}"/>
                    </a:ext>
                  </a:extLst>
                </p14:cNvPr>
                <p14:cNvContentPartPr/>
                <p14:nvPr/>
              </p14:nvContentPartPr>
              <p14:xfrm>
                <a:off x="10497815" y="1627866"/>
                <a:ext cx="172080" cy="155160"/>
              </p14:xfrm>
            </p:contentPart>
          </mc:Choice>
          <mc:Fallback>
            <p:pic>
              <p:nvPicPr>
                <p:cNvPr id="197" name="Entrada de lápiz 196">
                  <a:extLst>
                    <a:ext uri="{FF2B5EF4-FFF2-40B4-BE49-F238E27FC236}">
                      <a16:creationId xmlns:a16="http://schemas.microsoft.com/office/drawing/2014/main" id="{570D77A9-D7E2-493A-B0E7-F4EE6823E354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0489175" y="1618866"/>
                  <a:ext cx="18972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98" name="Entrada de lápiz 197">
                  <a:extLst>
                    <a:ext uri="{FF2B5EF4-FFF2-40B4-BE49-F238E27FC236}">
                      <a16:creationId xmlns:a16="http://schemas.microsoft.com/office/drawing/2014/main" id="{FE3E5C1A-6386-42D8-AF0F-5417CBBDEC8A}"/>
                    </a:ext>
                  </a:extLst>
                </p14:cNvPr>
                <p14:cNvContentPartPr/>
                <p14:nvPr/>
              </p14:nvContentPartPr>
              <p14:xfrm>
                <a:off x="10778615" y="1583586"/>
                <a:ext cx="60840" cy="198360"/>
              </p14:xfrm>
            </p:contentPart>
          </mc:Choice>
          <mc:Fallback>
            <p:pic>
              <p:nvPicPr>
                <p:cNvPr id="198" name="Entrada de lápiz 197">
                  <a:extLst>
                    <a:ext uri="{FF2B5EF4-FFF2-40B4-BE49-F238E27FC236}">
                      <a16:creationId xmlns:a16="http://schemas.microsoft.com/office/drawing/2014/main" id="{FE3E5C1A-6386-42D8-AF0F-5417CBBDEC8A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0769615" y="1574946"/>
                  <a:ext cx="7848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99" name="Entrada de lápiz 198">
                  <a:extLst>
                    <a:ext uri="{FF2B5EF4-FFF2-40B4-BE49-F238E27FC236}">
                      <a16:creationId xmlns:a16="http://schemas.microsoft.com/office/drawing/2014/main" id="{F81DA213-B24C-4722-9024-B6341737FFE5}"/>
                    </a:ext>
                  </a:extLst>
                </p14:cNvPr>
                <p14:cNvContentPartPr/>
                <p14:nvPr/>
              </p14:nvContentPartPr>
              <p14:xfrm>
                <a:off x="10907855" y="1606986"/>
                <a:ext cx="206280" cy="229320"/>
              </p14:xfrm>
            </p:contentPart>
          </mc:Choice>
          <mc:Fallback>
            <p:pic>
              <p:nvPicPr>
                <p:cNvPr id="199" name="Entrada de lápiz 198">
                  <a:extLst>
                    <a:ext uri="{FF2B5EF4-FFF2-40B4-BE49-F238E27FC236}">
                      <a16:creationId xmlns:a16="http://schemas.microsoft.com/office/drawing/2014/main" id="{F81DA213-B24C-4722-9024-B6341737FFE5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0898855" y="1598346"/>
                  <a:ext cx="22392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200" name="Entrada de lápiz 199">
                  <a:extLst>
                    <a:ext uri="{FF2B5EF4-FFF2-40B4-BE49-F238E27FC236}">
                      <a16:creationId xmlns:a16="http://schemas.microsoft.com/office/drawing/2014/main" id="{60DFFF58-2133-4091-BCCC-105928BB239A}"/>
                    </a:ext>
                  </a:extLst>
                </p14:cNvPr>
                <p14:cNvContentPartPr/>
                <p14:nvPr/>
              </p14:nvContentPartPr>
              <p14:xfrm>
                <a:off x="11170295" y="1570266"/>
                <a:ext cx="75960" cy="184320"/>
              </p14:xfrm>
            </p:contentPart>
          </mc:Choice>
          <mc:Fallback>
            <p:pic>
              <p:nvPicPr>
                <p:cNvPr id="200" name="Entrada de lápiz 199">
                  <a:extLst>
                    <a:ext uri="{FF2B5EF4-FFF2-40B4-BE49-F238E27FC236}">
                      <a16:creationId xmlns:a16="http://schemas.microsoft.com/office/drawing/2014/main" id="{60DFFF58-2133-4091-BCCC-105928BB239A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1161655" y="1561626"/>
                  <a:ext cx="9360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201" name="Entrada de lápiz 200">
                  <a:extLst>
                    <a:ext uri="{FF2B5EF4-FFF2-40B4-BE49-F238E27FC236}">
                      <a16:creationId xmlns:a16="http://schemas.microsoft.com/office/drawing/2014/main" id="{894A340B-8C5A-4C98-9158-32602EB82F79}"/>
                    </a:ext>
                  </a:extLst>
                </p14:cNvPr>
                <p14:cNvContentPartPr/>
                <p14:nvPr/>
              </p14:nvContentPartPr>
              <p14:xfrm>
                <a:off x="11295935" y="1576386"/>
                <a:ext cx="118080" cy="156240"/>
              </p14:xfrm>
            </p:contentPart>
          </mc:Choice>
          <mc:Fallback>
            <p:pic>
              <p:nvPicPr>
                <p:cNvPr id="201" name="Entrada de lápiz 200">
                  <a:extLst>
                    <a:ext uri="{FF2B5EF4-FFF2-40B4-BE49-F238E27FC236}">
                      <a16:creationId xmlns:a16="http://schemas.microsoft.com/office/drawing/2014/main" id="{894A340B-8C5A-4C98-9158-32602EB82F79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1287295" y="1567746"/>
                  <a:ext cx="13572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202" name="Entrada de lápiz 201">
                  <a:extLst>
                    <a:ext uri="{FF2B5EF4-FFF2-40B4-BE49-F238E27FC236}">
                      <a16:creationId xmlns:a16="http://schemas.microsoft.com/office/drawing/2014/main" id="{99BC7EB5-B63C-46F1-84F5-CF0F923DB2F4}"/>
                    </a:ext>
                  </a:extLst>
                </p14:cNvPr>
                <p14:cNvContentPartPr/>
                <p14:nvPr/>
              </p14:nvContentPartPr>
              <p14:xfrm>
                <a:off x="11518055" y="1456866"/>
                <a:ext cx="112680" cy="374040"/>
              </p14:xfrm>
            </p:contentPart>
          </mc:Choice>
          <mc:Fallback>
            <p:pic>
              <p:nvPicPr>
                <p:cNvPr id="202" name="Entrada de lápiz 201">
                  <a:extLst>
                    <a:ext uri="{FF2B5EF4-FFF2-40B4-BE49-F238E27FC236}">
                      <a16:creationId xmlns:a16="http://schemas.microsoft.com/office/drawing/2014/main" id="{99BC7EB5-B63C-46F1-84F5-CF0F923DB2F4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1509055" y="1448226"/>
                  <a:ext cx="130320" cy="39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9" name="Grupo 218">
            <a:extLst>
              <a:ext uri="{FF2B5EF4-FFF2-40B4-BE49-F238E27FC236}">
                <a16:creationId xmlns:a16="http://schemas.microsoft.com/office/drawing/2014/main" id="{B428141F-BFB2-49D3-8774-A74B4ACF5C26}"/>
              </a:ext>
            </a:extLst>
          </p:cNvPr>
          <p:cNvGrpSpPr/>
          <p:nvPr/>
        </p:nvGrpSpPr>
        <p:grpSpPr>
          <a:xfrm>
            <a:off x="8741375" y="2111346"/>
            <a:ext cx="2098800" cy="522720"/>
            <a:chOff x="8741375" y="2111346"/>
            <a:chExt cx="2098800" cy="52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05" name="Entrada de lápiz 204">
                  <a:extLst>
                    <a:ext uri="{FF2B5EF4-FFF2-40B4-BE49-F238E27FC236}">
                      <a16:creationId xmlns:a16="http://schemas.microsoft.com/office/drawing/2014/main" id="{19ED320C-DBCB-4E09-A087-FCA61E7FD753}"/>
                    </a:ext>
                  </a:extLst>
                </p14:cNvPr>
                <p14:cNvContentPartPr/>
                <p14:nvPr/>
              </p14:nvContentPartPr>
              <p14:xfrm>
                <a:off x="8741375" y="2298906"/>
                <a:ext cx="205200" cy="199080"/>
              </p14:xfrm>
            </p:contentPart>
          </mc:Choice>
          <mc:Fallback>
            <p:pic>
              <p:nvPicPr>
                <p:cNvPr id="205" name="Entrada de lápiz 204">
                  <a:extLst>
                    <a:ext uri="{FF2B5EF4-FFF2-40B4-BE49-F238E27FC236}">
                      <a16:creationId xmlns:a16="http://schemas.microsoft.com/office/drawing/2014/main" id="{19ED320C-DBCB-4E09-A087-FCA61E7FD753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8732375" y="2289906"/>
                  <a:ext cx="22284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06" name="Entrada de lápiz 205">
                  <a:extLst>
                    <a:ext uri="{FF2B5EF4-FFF2-40B4-BE49-F238E27FC236}">
                      <a16:creationId xmlns:a16="http://schemas.microsoft.com/office/drawing/2014/main" id="{90B20F98-78E9-4299-A352-FA68654F6736}"/>
                    </a:ext>
                  </a:extLst>
                </p14:cNvPr>
                <p14:cNvContentPartPr/>
                <p14:nvPr/>
              </p14:nvContentPartPr>
              <p14:xfrm>
                <a:off x="9040535" y="2342106"/>
                <a:ext cx="126000" cy="360"/>
              </p14:xfrm>
            </p:contentPart>
          </mc:Choice>
          <mc:Fallback>
            <p:pic>
              <p:nvPicPr>
                <p:cNvPr id="206" name="Entrada de lápiz 205">
                  <a:extLst>
                    <a:ext uri="{FF2B5EF4-FFF2-40B4-BE49-F238E27FC236}">
                      <a16:creationId xmlns:a16="http://schemas.microsoft.com/office/drawing/2014/main" id="{90B20F98-78E9-4299-A352-FA68654F6736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9031895" y="2333466"/>
                  <a:ext cx="1436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07" name="Entrada de lápiz 206">
                  <a:extLst>
                    <a:ext uri="{FF2B5EF4-FFF2-40B4-BE49-F238E27FC236}">
                      <a16:creationId xmlns:a16="http://schemas.microsoft.com/office/drawing/2014/main" id="{54DD3C99-6AA5-4978-BD01-3F9328228B9D}"/>
                    </a:ext>
                  </a:extLst>
                </p14:cNvPr>
                <p14:cNvContentPartPr/>
                <p14:nvPr/>
              </p14:nvContentPartPr>
              <p14:xfrm>
                <a:off x="9042335" y="2403306"/>
                <a:ext cx="159120" cy="12960"/>
              </p14:xfrm>
            </p:contentPart>
          </mc:Choice>
          <mc:Fallback>
            <p:pic>
              <p:nvPicPr>
                <p:cNvPr id="207" name="Entrada de lápiz 206">
                  <a:extLst>
                    <a:ext uri="{FF2B5EF4-FFF2-40B4-BE49-F238E27FC236}">
                      <a16:creationId xmlns:a16="http://schemas.microsoft.com/office/drawing/2014/main" id="{54DD3C99-6AA5-4978-BD01-3F9328228B9D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9033695" y="2394666"/>
                  <a:ext cx="17676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08" name="Entrada de lápiz 207">
                  <a:extLst>
                    <a:ext uri="{FF2B5EF4-FFF2-40B4-BE49-F238E27FC236}">
                      <a16:creationId xmlns:a16="http://schemas.microsoft.com/office/drawing/2014/main" id="{6FCCDF88-E50A-430D-ABFB-2D3DB78F9A3B}"/>
                    </a:ext>
                  </a:extLst>
                </p14:cNvPr>
                <p14:cNvContentPartPr/>
                <p14:nvPr/>
              </p14:nvContentPartPr>
              <p14:xfrm>
                <a:off x="9415655" y="2225826"/>
                <a:ext cx="52200" cy="208440"/>
              </p14:xfrm>
            </p:contentPart>
          </mc:Choice>
          <mc:Fallback>
            <p:pic>
              <p:nvPicPr>
                <p:cNvPr id="208" name="Entrada de lápiz 207">
                  <a:extLst>
                    <a:ext uri="{FF2B5EF4-FFF2-40B4-BE49-F238E27FC236}">
                      <a16:creationId xmlns:a16="http://schemas.microsoft.com/office/drawing/2014/main" id="{6FCCDF88-E50A-430D-ABFB-2D3DB78F9A3B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9406655" y="2217186"/>
                  <a:ext cx="6984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09" name="Entrada de lápiz 208">
                  <a:extLst>
                    <a:ext uri="{FF2B5EF4-FFF2-40B4-BE49-F238E27FC236}">
                      <a16:creationId xmlns:a16="http://schemas.microsoft.com/office/drawing/2014/main" id="{A3A2B611-2BE4-43E6-AA76-DC57350378C7}"/>
                    </a:ext>
                  </a:extLst>
                </p14:cNvPr>
                <p14:cNvContentPartPr/>
                <p14:nvPr/>
              </p14:nvContentPartPr>
              <p14:xfrm>
                <a:off x="9523295" y="2307906"/>
                <a:ext cx="150480" cy="150840"/>
              </p14:xfrm>
            </p:contentPart>
          </mc:Choice>
          <mc:Fallback>
            <p:pic>
              <p:nvPicPr>
                <p:cNvPr id="209" name="Entrada de lápiz 208">
                  <a:extLst>
                    <a:ext uri="{FF2B5EF4-FFF2-40B4-BE49-F238E27FC236}">
                      <a16:creationId xmlns:a16="http://schemas.microsoft.com/office/drawing/2014/main" id="{A3A2B611-2BE4-43E6-AA76-DC57350378C7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9514295" y="2299266"/>
                  <a:ext cx="16812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10" name="Entrada de lápiz 209">
                  <a:extLst>
                    <a:ext uri="{FF2B5EF4-FFF2-40B4-BE49-F238E27FC236}">
                      <a16:creationId xmlns:a16="http://schemas.microsoft.com/office/drawing/2014/main" id="{C501D7C7-5711-4ECC-A628-7E58CB8E56E6}"/>
                    </a:ext>
                  </a:extLst>
                </p14:cNvPr>
                <p14:cNvContentPartPr/>
                <p14:nvPr/>
              </p14:nvContentPartPr>
              <p14:xfrm>
                <a:off x="9824615" y="2235906"/>
                <a:ext cx="63720" cy="193320"/>
              </p14:xfrm>
            </p:contentPart>
          </mc:Choice>
          <mc:Fallback>
            <p:pic>
              <p:nvPicPr>
                <p:cNvPr id="210" name="Entrada de lápiz 209">
                  <a:extLst>
                    <a:ext uri="{FF2B5EF4-FFF2-40B4-BE49-F238E27FC236}">
                      <a16:creationId xmlns:a16="http://schemas.microsoft.com/office/drawing/2014/main" id="{C501D7C7-5711-4ECC-A628-7E58CB8E56E6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9815615" y="2227266"/>
                  <a:ext cx="8136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11" name="Entrada de lápiz 210">
                  <a:extLst>
                    <a:ext uri="{FF2B5EF4-FFF2-40B4-BE49-F238E27FC236}">
                      <a16:creationId xmlns:a16="http://schemas.microsoft.com/office/drawing/2014/main" id="{D9ED0F82-8728-4DF9-8C0C-142954E79169}"/>
                    </a:ext>
                  </a:extLst>
                </p14:cNvPr>
                <p14:cNvContentPartPr/>
                <p14:nvPr/>
              </p14:nvContentPartPr>
              <p14:xfrm>
                <a:off x="9950255" y="2269026"/>
                <a:ext cx="190800" cy="217800"/>
              </p14:xfrm>
            </p:contentPart>
          </mc:Choice>
          <mc:Fallback>
            <p:pic>
              <p:nvPicPr>
                <p:cNvPr id="211" name="Entrada de lápiz 210">
                  <a:extLst>
                    <a:ext uri="{FF2B5EF4-FFF2-40B4-BE49-F238E27FC236}">
                      <a16:creationId xmlns:a16="http://schemas.microsoft.com/office/drawing/2014/main" id="{D9ED0F82-8728-4DF9-8C0C-142954E79169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9941615" y="2260386"/>
                  <a:ext cx="20844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12" name="Entrada de lápiz 211">
                  <a:extLst>
                    <a:ext uri="{FF2B5EF4-FFF2-40B4-BE49-F238E27FC236}">
                      <a16:creationId xmlns:a16="http://schemas.microsoft.com/office/drawing/2014/main" id="{1EC4ED98-907C-4560-A875-A035F537933E}"/>
                    </a:ext>
                  </a:extLst>
                </p14:cNvPr>
                <p14:cNvContentPartPr/>
                <p14:nvPr/>
              </p14:nvContentPartPr>
              <p14:xfrm>
                <a:off x="10222055" y="2260746"/>
                <a:ext cx="21960" cy="165240"/>
              </p14:xfrm>
            </p:contentPart>
          </mc:Choice>
          <mc:Fallback>
            <p:pic>
              <p:nvPicPr>
                <p:cNvPr id="212" name="Entrada de lápiz 211">
                  <a:extLst>
                    <a:ext uri="{FF2B5EF4-FFF2-40B4-BE49-F238E27FC236}">
                      <a16:creationId xmlns:a16="http://schemas.microsoft.com/office/drawing/2014/main" id="{1EC4ED98-907C-4560-A875-A035F537933E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0213415" y="2251746"/>
                  <a:ext cx="3960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13" name="Entrada de lápiz 212">
                  <a:extLst>
                    <a:ext uri="{FF2B5EF4-FFF2-40B4-BE49-F238E27FC236}">
                      <a16:creationId xmlns:a16="http://schemas.microsoft.com/office/drawing/2014/main" id="{A1F0E9BB-2C28-4C66-A6D6-C67F9556C9EC}"/>
                    </a:ext>
                  </a:extLst>
                </p14:cNvPr>
                <p14:cNvContentPartPr/>
                <p14:nvPr/>
              </p14:nvContentPartPr>
              <p14:xfrm>
                <a:off x="10294055" y="2242026"/>
                <a:ext cx="138240" cy="170280"/>
              </p14:xfrm>
            </p:contentPart>
          </mc:Choice>
          <mc:Fallback>
            <p:pic>
              <p:nvPicPr>
                <p:cNvPr id="213" name="Entrada de lápiz 212">
                  <a:extLst>
                    <a:ext uri="{FF2B5EF4-FFF2-40B4-BE49-F238E27FC236}">
                      <a16:creationId xmlns:a16="http://schemas.microsoft.com/office/drawing/2014/main" id="{A1F0E9BB-2C28-4C66-A6D6-C67F9556C9EC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0285055" y="2233026"/>
                  <a:ext cx="15588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14" name="Entrada de lápiz 213">
                  <a:extLst>
                    <a:ext uri="{FF2B5EF4-FFF2-40B4-BE49-F238E27FC236}">
                      <a16:creationId xmlns:a16="http://schemas.microsoft.com/office/drawing/2014/main" id="{B1ACBBEF-077B-45F0-AE9E-F9D4DDA81AFD}"/>
                    </a:ext>
                  </a:extLst>
                </p14:cNvPr>
                <p14:cNvContentPartPr/>
                <p14:nvPr/>
              </p14:nvContentPartPr>
              <p14:xfrm>
                <a:off x="10580255" y="2111346"/>
                <a:ext cx="69480" cy="380160"/>
              </p14:xfrm>
            </p:contentPart>
          </mc:Choice>
          <mc:Fallback>
            <p:pic>
              <p:nvPicPr>
                <p:cNvPr id="214" name="Entrada de lápiz 213">
                  <a:extLst>
                    <a:ext uri="{FF2B5EF4-FFF2-40B4-BE49-F238E27FC236}">
                      <a16:creationId xmlns:a16="http://schemas.microsoft.com/office/drawing/2014/main" id="{B1ACBBEF-077B-45F0-AE9E-F9D4DDA81AFD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0571255" y="2102346"/>
                  <a:ext cx="87120" cy="39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15" name="Entrada de lápiz 214">
                  <a:extLst>
                    <a:ext uri="{FF2B5EF4-FFF2-40B4-BE49-F238E27FC236}">
                      <a16:creationId xmlns:a16="http://schemas.microsoft.com/office/drawing/2014/main" id="{8FC3A200-A112-4462-B5A9-6960B5AEF014}"/>
                    </a:ext>
                  </a:extLst>
                </p14:cNvPr>
                <p14:cNvContentPartPr/>
                <p14:nvPr/>
              </p14:nvContentPartPr>
              <p14:xfrm>
                <a:off x="9358055" y="2593746"/>
                <a:ext cx="1482120" cy="40320"/>
              </p14:xfrm>
            </p:contentPart>
          </mc:Choice>
          <mc:Fallback>
            <p:pic>
              <p:nvPicPr>
                <p:cNvPr id="215" name="Entrada de lápiz 214">
                  <a:extLst>
                    <a:ext uri="{FF2B5EF4-FFF2-40B4-BE49-F238E27FC236}">
                      <a16:creationId xmlns:a16="http://schemas.microsoft.com/office/drawing/2014/main" id="{8FC3A200-A112-4462-B5A9-6960B5AEF014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9349055" y="2585106"/>
                  <a:ext cx="1499760" cy="57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32">
            <p14:nvContentPartPr>
              <p14:cNvPr id="217" name="Entrada de lápiz 216">
                <a:extLst>
                  <a:ext uri="{FF2B5EF4-FFF2-40B4-BE49-F238E27FC236}">
                    <a16:creationId xmlns:a16="http://schemas.microsoft.com/office/drawing/2014/main" id="{A53384F0-641B-4881-8006-F3355BA74B3F}"/>
                  </a:ext>
                </a:extLst>
              </p14:cNvPr>
              <p14:cNvContentPartPr/>
              <p14:nvPr/>
            </p14:nvContentPartPr>
            <p14:xfrm>
              <a:off x="9380735" y="2756106"/>
              <a:ext cx="20160" cy="252000"/>
            </p14:xfrm>
          </p:contentPart>
        </mc:Choice>
        <mc:Fallback>
          <p:pic>
            <p:nvPicPr>
              <p:cNvPr id="217" name="Entrada de lápiz 216">
                <a:extLst>
                  <a:ext uri="{FF2B5EF4-FFF2-40B4-BE49-F238E27FC236}">
                    <a16:creationId xmlns:a16="http://schemas.microsoft.com/office/drawing/2014/main" id="{A53384F0-641B-4881-8006-F3355BA74B3F}"/>
                  </a:ext>
                </a:extLst>
              </p:cNvPr>
              <p:cNvPicPr/>
              <p:nvPr/>
            </p:nvPicPr>
            <p:blipFill>
              <a:blip r:embed="rId333"/>
              <a:stretch>
                <a:fillRect/>
              </a:stretch>
            </p:blipFill>
            <p:spPr>
              <a:xfrm>
                <a:off x="9371735" y="2747106"/>
                <a:ext cx="37800" cy="269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31" name="Grupo 230">
            <a:extLst>
              <a:ext uri="{FF2B5EF4-FFF2-40B4-BE49-F238E27FC236}">
                <a16:creationId xmlns:a16="http://schemas.microsoft.com/office/drawing/2014/main" id="{E73393D1-76CF-40C7-A655-996A03A26109}"/>
              </a:ext>
            </a:extLst>
          </p:cNvPr>
          <p:cNvGrpSpPr/>
          <p:nvPr/>
        </p:nvGrpSpPr>
        <p:grpSpPr>
          <a:xfrm>
            <a:off x="9486215" y="2752506"/>
            <a:ext cx="1250280" cy="236880"/>
            <a:chOff x="9486215" y="2752506"/>
            <a:chExt cx="1250280" cy="23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20" name="Entrada de lápiz 219">
                  <a:extLst>
                    <a:ext uri="{FF2B5EF4-FFF2-40B4-BE49-F238E27FC236}">
                      <a16:creationId xmlns:a16="http://schemas.microsoft.com/office/drawing/2014/main" id="{C92A2BAE-E3E6-4624-BA2A-3EDC6826B5BB}"/>
                    </a:ext>
                  </a:extLst>
                </p14:cNvPr>
                <p14:cNvContentPartPr/>
                <p14:nvPr/>
              </p14:nvContentPartPr>
              <p14:xfrm>
                <a:off x="9486215" y="2839266"/>
                <a:ext cx="168480" cy="123120"/>
              </p14:xfrm>
            </p:contentPart>
          </mc:Choice>
          <mc:Fallback>
            <p:pic>
              <p:nvPicPr>
                <p:cNvPr id="220" name="Entrada de lápiz 219">
                  <a:extLst>
                    <a:ext uri="{FF2B5EF4-FFF2-40B4-BE49-F238E27FC236}">
                      <a16:creationId xmlns:a16="http://schemas.microsoft.com/office/drawing/2014/main" id="{C92A2BAE-E3E6-4624-BA2A-3EDC6826B5BB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9477575" y="2830626"/>
                  <a:ext cx="18612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21" name="Entrada de lápiz 220">
                  <a:extLst>
                    <a:ext uri="{FF2B5EF4-FFF2-40B4-BE49-F238E27FC236}">
                      <a16:creationId xmlns:a16="http://schemas.microsoft.com/office/drawing/2014/main" id="{F16D4DE7-EC78-413F-9C7C-DD7FD93E6F94}"/>
                    </a:ext>
                  </a:extLst>
                </p14:cNvPr>
                <p14:cNvContentPartPr/>
                <p14:nvPr/>
              </p14:nvContentPartPr>
              <p14:xfrm>
                <a:off x="9821735" y="2794986"/>
                <a:ext cx="60840" cy="156600"/>
              </p14:xfrm>
            </p:contentPart>
          </mc:Choice>
          <mc:Fallback>
            <p:pic>
              <p:nvPicPr>
                <p:cNvPr id="221" name="Entrada de lápiz 220">
                  <a:extLst>
                    <a:ext uri="{FF2B5EF4-FFF2-40B4-BE49-F238E27FC236}">
                      <a16:creationId xmlns:a16="http://schemas.microsoft.com/office/drawing/2014/main" id="{F16D4DE7-EC78-413F-9C7C-DD7FD93E6F94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9812735" y="2786346"/>
                  <a:ext cx="7848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22" name="Entrada de lápiz 221">
                  <a:extLst>
                    <a:ext uri="{FF2B5EF4-FFF2-40B4-BE49-F238E27FC236}">
                      <a16:creationId xmlns:a16="http://schemas.microsoft.com/office/drawing/2014/main" id="{CD352D46-B9E0-4C1F-95D9-B7FDF319414E}"/>
                    </a:ext>
                  </a:extLst>
                </p14:cNvPr>
                <p14:cNvContentPartPr/>
                <p14:nvPr/>
              </p14:nvContentPartPr>
              <p14:xfrm>
                <a:off x="9976895" y="2838546"/>
                <a:ext cx="82800" cy="97200"/>
              </p14:xfrm>
            </p:contentPart>
          </mc:Choice>
          <mc:Fallback>
            <p:pic>
              <p:nvPicPr>
                <p:cNvPr id="222" name="Entrada de lápiz 221">
                  <a:extLst>
                    <a:ext uri="{FF2B5EF4-FFF2-40B4-BE49-F238E27FC236}">
                      <a16:creationId xmlns:a16="http://schemas.microsoft.com/office/drawing/2014/main" id="{CD352D46-B9E0-4C1F-95D9-B7FDF319414E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9968255" y="2829546"/>
                  <a:ext cx="10044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23" name="Entrada de lápiz 222">
                  <a:extLst>
                    <a:ext uri="{FF2B5EF4-FFF2-40B4-BE49-F238E27FC236}">
                      <a16:creationId xmlns:a16="http://schemas.microsoft.com/office/drawing/2014/main" id="{A1E612BD-71C5-4F53-991E-1D7B7491D370}"/>
                    </a:ext>
                  </a:extLst>
                </p14:cNvPr>
                <p14:cNvContentPartPr/>
                <p14:nvPr/>
              </p14:nvContentPartPr>
              <p14:xfrm>
                <a:off x="10106135" y="2887866"/>
                <a:ext cx="24120" cy="101520"/>
              </p14:xfrm>
            </p:contentPart>
          </mc:Choice>
          <mc:Fallback>
            <p:pic>
              <p:nvPicPr>
                <p:cNvPr id="223" name="Entrada de lápiz 222">
                  <a:extLst>
                    <a:ext uri="{FF2B5EF4-FFF2-40B4-BE49-F238E27FC236}">
                      <a16:creationId xmlns:a16="http://schemas.microsoft.com/office/drawing/2014/main" id="{A1E612BD-71C5-4F53-991E-1D7B7491D370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0097135" y="2878866"/>
                  <a:ext cx="4176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24" name="Entrada de lápiz 223">
                  <a:extLst>
                    <a:ext uri="{FF2B5EF4-FFF2-40B4-BE49-F238E27FC236}">
                      <a16:creationId xmlns:a16="http://schemas.microsoft.com/office/drawing/2014/main" id="{C2A09B4E-8377-4F26-93D4-CADDE5237B8C}"/>
                    </a:ext>
                  </a:extLst>
                </p14:cNvPr>
                <p14:cNvContentPartPr/>
                <p14:nvPr/>
              </p14:nvContentPartPr>
              <p14:xfrm>
                <a:off x="10224935" y="2780946"/>
                <a:ext cx="164880" cy="183240"/>
              </p14:xfrm>
            </p:contentPart>
          </mc:Choice>
          <mc:Fallback>
            <p:pic>
              <p:nvPicPr>
                <p:cNvPr id="224" name="Entrada de lápiz 223">
                  <a:extLst>
                    <a:ext uri="{FF2B5EF4-FFF2-40B4-BE49-F238E27FC236}">
                      <a16:creationId xmlns:a16="http://schemas.microsoft.com/office/drawing/2014/main" id="{C2A09B4E-8377-4F26-93D4-CADDE5237B8C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0216295" y="2772306"/>
                  <a:ext cx="18252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25" name="Entrada de lápiz 224">
                  <a:extLst>
                    <a:ext uri="{FF2B5EF4-FFF2-40B4-BE49-F238E27FC236}">
                      <a16:creationId xmlns:a16="http://schemas.microsoft.com/office/drawing/2014/main" id="{DC2D64D8-8AC8-41AB-A248-66617F8ABDD8}"/>
                    </a:ext>
                  </a:extLst>
                </p14:cNvPr>
                <p14:cNvContentPartPr/>
                <p14:nvPr/>
              </p14:nvContentPartPr>
              <p14:xfrm>
                <a:off x="10427615" y="2792466"/>
                <a:ext cx="156600" cy="171360"/>
              </p14:xfrm>
            </p:contentPart>
          </mc:Choice>
          <mc:Fallback>
            <p:pic>
              <p:nvPicPr>
                <p:cNvPr id="225" name="Entrada de lápiz 224">
                  <a:extLst>
                    <a:ext uri="{FF2B5EF4-FFF2-40B4-BE49-F238E27FC236}">
                      <a16:creationId xmlns:a16="http://schemas.microsoft.com/office/drawing/2014/main" id="{DC2D64D8-8AC8-41AB-A248-66617F8ABDD8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10418615" y="2783826"/>
                  <a:ext cx="17424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26" name="Entrada de lápiz 225">
                  <a:extLst>
                    <a:ext uri="{FF2B5EF4-FFF2-40B4-BE49-F238E27FC236}">
                      <a16:creationId xmlns:a16="http://schemas.microsoft.com/office/drawing/2014/main" id="{787E6FF8-E763-40C4-8DBF-A1E7CB69FFB3}"/>
                    </a:ext>
                  </a:extLst>
                </p14:cNvPr>
                <p14:cNvContentPartPr/>
                <p14:nvPr/>
              </p14:nvContentPartPr>
              <p14:xfrm>
                <a:off x="10687895" y="2752506"/>
                <a:ext cx="48600" cy="224640"/>
              </p14:xfrm>
            </p:contentPart>
          </mc:Choice>
          <mc:Fallback>
            <p:pic>
              <p:nvPicPr>
                <p:cNvPr id="226" name="Entrada de lápiz 225">
                  <a:extLst>
                    <a:ext uri="{FF2B5EF4-FFF2-40B4-BE49-F238E27FC236}">
                      <a16:creationId xmlns:a16="http://schemas.microsoft.com/office/drawing/2014/main" id="{787E6FF8-E763-40C4-8DBF-A1E7CB69FFB3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10678895" y="2743866"/>
                  <a:ext cx="66240" cy="24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7" name="Grupo 246">
            <a:extLst>
              <a:ext uri="{FF2B5EF4-FFF2-40B4-BE49-F238E27FC236}">
                <a16:creationId xmlns:a16="http://schemas.microsoft.com/office/drawing/2014/main" id="{652FE973-765E-48B6-9A25-D813B827B53A}"/>
              </a:ext>
            </a:extLst>
          </p:cNvPr>
          <p:cNvGrpSpPr/>
          <p:nvPr/>
        </p:nvGrpSpPr>
        <p:grpSpPr>
          <a:xfrm>
            <a:off x="8746775" y="3395466"/>
            <a:ext cx="1786680" cy="371160"/>
            <a:chOff x="8746775" y="3395466"/>
            <a:chExt cx="1786680" cy="37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27" name="Entrada de lápiz 226">
                  <a:extLst>
                    <a:ext uri="{FF2B5EF4-FFF2-40B4-BE49-F238E27FC236}">
                      <a16:creationId xmlns:a16="http://schemas.microsoft.com/office/drawing/2014/main" id="{255C4334-0651-4CE2-858B-D1F59C5AFB55}"/>
                    </a:ext>
                  </a:extLst>
                </p14:cNvPr>
                <p14:cNvContentPartPr/>
                <p14:nvPr/>
              </p14:nvContentPartPr>
              <p14:xfrm>
                <a:off x="8746775" y="3565746"/>
                <a:ext cx="223200" cy="200880"/>
              </p14:xfrm>
            </p:contentPart>
          </mc:Choice>
          <mc:Fallback>
            <p:pic>
              <p:nvPicPr>
                <p:cNvPr id="227" name="Entrada de lápiz 226">
                  <a:extLst>
                    <a:ext uri="{FF2B5EF4-FFF2-40B4-BE49-F238E27FC236}">
                      <a16:creationId xmlns:a16="http://schemas.microsoft.com/office/drawing/2014/main" id="{255C4334-0651-4CE2-858B-D1F59C5AFB55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8738135" y="3556746"/>
                  <a:ext cx="24084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28" name="Entrada de lápiz 227">
                  <a:extLst>
                    <a:ext uri="{FF2B5EF4-FFF2-40B4-BE49-F238E27FC236}">
                      <a16:creationId xmlns:a16="http://schemas.microsoft.com/office/drawing/2014/main" id="{A2D175CA-FFA6-4BBF-AC2B-D4D166B55E82}"/>
                    </a:ext>
                  </a:extLst>
                </p14:cNvPr>
                <p14:cNvContentPartPr/>
                <p14:nvPr/>
              </p14:nvContentPartPr>
              <p14:xfrm>
                <a:off x="9150335" y="3590226"/>
                <a:ext cx="123120" cy="32760"/>
              </p14:xfrm>
            </p:contentPart>
          </mc:Choice>
          <mc:Fallback>
            <p:pic>
              <p:nvPicPr>
                <p:cNvPr id="228" name="Entrada de lápiz 227">
                  <a:extLst>
                    <a:ext uri="{FF2B5EF4-FFF2-40B4-BE49-F238E27FC236}">
                      <a16:creationId xmlns:a16="http://schemas.microsoft.com/office/drawing/2014/main" id="{A2D175CA-FFA6-4BBF-AC2B-D4D166B55E82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9141335" y="3581586"/>
                  <a:ext cx="14076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29" name="Entrada de lápiz 228">
                  <a:extLst>
                    <a:ext uri="{FF2B5EF4-FFF2-40B4-BE49-F238E27FC236}">
                      <a16:creationId xmlns:a16="http://schemas.microsoft.com/office/drawing/2014/main" id="{0186BC0E-C07B-4B65-BDA1-37CC93719D80}"/>
                    </a:ext>
                  </a:extLst>
                </p14:cNvPr>
                <p14:cNvContentPartPr/>
                <p14:nvPr/>
              </p14:nvContentPartPr>
              <p14:xfrm>
                <a:off x="9127655" y="3700026"/>
                <a:ext cx="130680" cy="4680"/>
              </p14:xfrm>
            </p:contentPart>
          </mc:Choice>
          <mc:Fallback>
            <p:pic>
              <p:nvPicPr>
                <p:cNvPr id="229" name="Entrada de lápiz 228">
                  <a:extLst>
                    <a:ext uri="{FF2B5EF4-FFF2-40B4-BE49-F238E27FC236}">
                      <a16:creationId xmlns:a16="http://schemas.microsoft.com/office/drawing/2014/main" id="{0186BC0E-C07B-4B65-BDA1-37CC93719D80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9118655" y="3691026"/>
                  <a:ext cx="14832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32" name="Entrada de lápiz 231">
                  <a:extLst>
                    <a:ext uri="{FF2B5EF4-FFF2-40B4-BE49-F238E27FC236}">
                      <a16:creationId xmlns:a16="http://schemas.microsoft.com/office/drawing/2014/main" id="{56C0909F-8A5C-4002-BB82-A3E28C7511AE}"/>
                    </a:ext>
                  </a:extLst>
                </p14:cNvPr>
                <p14:cNvContentPartPr/>
                <p14:nvPr/>
              </p14:nvContentPartPr>
              <p14:xfrm>
                <a:off x="9395855" y="3460626"/>
                <a:ext cx="177840" cy="208440"/>
              </p14:xfrm>
            </p:contentPart>
          </mc:Choice>
          <mc:Fallback>
            <p:pic>
              <p:nvPicPr>
                <p:cNvPr id="232" name="Entrada de lápiz 231">
                  <a:extLst>
                    <a:ext uri="{FF2B5EF4-FFF2-40B4-BE49-F238E27FC236}">
                      <a16:creationId xmlns:a16="http://schemas.microsoft.com/office/drawing/2014/main" id="{56C0909F-8A5C-4002-BB82-A3E28C7511AE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9387215" y="3451626"/>
                  <a:ext cx="19548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33" name="Entrada de lápiz 232">
                  <a:extLst>
                    <a:ext uri="{FF2B5EF4-FFF2-40B4-BE49-F238E27FC236}">
                      <a16:creationId xmlns:a16="http://schemas.microsoft.com/office/drawing/2014/main" id="{73323A1C-800E-4F48-B8F9-96C48DA623B7}"/>
                    </a:ext>
                  </a:extLst>
                </p14:cNvPr>
                <p14:cNvContentPartPr/>
                <p14:nvPr/>
              </p14:nvContentPartPr>
              <p14:xfrm>
                <a:off x="9681695" y="3428586"/>
                <a:ext cx="146160" cy="104040"/>
              </p14:xfrm>
            </p:contentPart>
          </mc:Choice>
          <mc:Fallback>
            <p:pic>
              <p:nvPicPr>
                <p:cNvPr id="233" name="Entrada de lápiz 232">
                  <a:extLst>
                    <a:ext uri="{FF2B5EF4-FFF2-40B4-BE49-F238E27FC236}">
                      <a16:creationId xmlns:a16="http://schemas.microsoft.com/office/drawing/2014/main" id="{73323A1C-800E-4F48-B8F9-96C48DA623B7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9673055" y="3419946"/>
                  <a:ext cx="16380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34" name="Entrada de lápiz 233">
                  <a:extLst>
                    <a:ext uri="{FF2B5EF4-FFF2-40B4-BE49-F238E27FC236}">
                      <a16:creationId xmlns:a16="http://schemas.microsoft.com/office/drawing/2014/main" id="{87FAC805-CDCD-46F0-8789-44469E1449C0}"/>
                    </a:ext>
                  </a:extLst>
                </p14:cNvPr>
                <p14:cNvContentPartPr/>
                <p14:nvPr/>
              </p14:nvContentPartPr>
              <p14:xfrm>
                <a:off x="9686375" y="3519666"/>
                <a:ext cx="132120" cy="92160"/>
              </p14:xfrm>
            </p:contentPart>
          </mc:Choice>
          <mc:Fallback>
            <p:pic>
              <p:nvPicPr>
                <p:cNvPr id="234" name="Entrada de lápiz 233">
                  <a:extLst>
                    <a:ext uri="{FF2B5EF4-FFF2-40B4-BE49-F238E27FC236}">
                      <a16:creationId xmlns:a16="http://schemas.microsoft.com/office/drawing/2014/main" id="{87FAC805-CDCD-46F0-8789-44469E1449C0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9677375" y="3511026"/>
                  <a:ext cx="14976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35" name="Entrada de lápiz 234">
                  <a:extLst>
                    <a:ext uri="{FF2B5EF4-FFF2-40B4-BE49-F238E27FC236}">
                      <a16:creationId xmlns:a16="http://schemas.microsoft.com/office/drawing/2014/main" id="{192DB966-51DA-46A3-AEDF-BB364BE28352}"/>
                    </a:ext>
                  </a:extLst>
                </p14:cNvPr>
                <p14:cNvContentPartPr/>
                <p14:nvPr/>
              </p14:nvContentPartPr>
              <p14:xfrm>
                <a:off x="9957455" y="3395466"/>
                <a:ext cx="135720" cy="115560"/>
              </p14:xfrm>
            </p:contentPart>
          </mc:Choice>
          <mc:Fallback>
            <p:pic>
              <p:nvPicPr>
                <p:cNvPr id="235" name="Entrada de lápiz 234">
                  <a:extLst>
                    <a:ext uri="{FF2B5EF4-FFF2-40B4-BE49-F238E27FC236}">
                      <a16:creationId xmlns:a16="http://schemas.microsoft.com/office/drawing/2014/main" id="{192DB966-51DA-46A3-AEDF-BB364BE28352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9948455" y="3386466"/>
                  <a:ext cx="15336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36" name="Entrada de lápiz 235">
                  <a:extLst>
                    <a:ext uri="{FF2B5EF4-FFF2-40B4-BE49-F238E27FC236}">
                      <a16:creationId xmlns:a16="http://schemas.microsoft.com/office/drawing/2014/main" id="{90EB1ED8-C939-4DD3-ACD3-A419BF974626}"/>
                    </a:ext>
                  </a:extLst>
                </p14:cNvPr>
                <p14:cNvContentPartPr/>
                <p14:nvPr/>
              </p14:nvContentPartPr>
              <p14:xfrm>
                <a:off x="9971135" y="3498426"/>
                <a:ext cx="110520" cy="85320"/>
              </p14:xfrm>
            </p:contentPart>
          </mc:Choice>
          <mc:Fallback>
            <p:pic>
              <p:nvPicPr>
                <p:cNvPr id="236" name="Entrada de lápiz 235">
                  <a:extLst>
                    <a:ext uri="{FF2B5EF4-FFF2-40B4-BE49-F238E27FC236}">
                      <a16:creationId xmlns:a16="http://schemas.microsoft.com/office/drawing/2014/main" id="{90EB1ED8-C939-4DD3-ACD3-A419BF974626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9962135" y="3489786"/>
                  <a:ext cx="12816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37" name="Entrada de lápiz 236">
                  <a:extLst>
                    <a:ext uri="{FF2B5EF4-FFF2-40B4-BE49-F238E27FC236}">
                      <a16:creationId xmlns:a16="http://schemas.microsoft.com/office/drawing/2014/main" id="{1326B47E-3776-475A-91F6-9C302EC46FD3}"/>
                    </a:ext>
                  </a:extLst>
                </p14:cNvPr>
                <p14:cNvContentPartPr/>
                <p14:nvPr/>
              </p14:nvContentPartPr>
              <p14:xfrm>
                <a:off x="10196495" y="3567546"/>
                <a:ext cx="29520" cy="106560"/>
              </p14:xfrm>
            </p:contentPart>
          </mc:Choice>
          <mc:Fallback>
            <p:pic>
              <p:nvPicPr>
                <p:cNvPr id="237" name="Entrada de lápiz 236">
                  <a:extLst>
                    <a:ext uri="{FF2B5EF4-FFF2-40B4-BE49-F238E27FC236}">
                      <a16:creationId xmlns:a16="http://schemas.microsoft.com/office/drawing/2014/main" id="{1326B47E-3776-475A-91F6-9C302EC46FD3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10187855" y="3558546"/>
                  <a:ext cx="4716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38" name="Entrada de lápiz 237">
                  <a:extLst>
                    <a:ext uri="{FF2B5EF4-FFF2-40B4-BE49-F238E27FC236}">
                      <a16:creationId xmlns:a16="http://schemas.microsoft.com/office/drawing/2014/main" id="{E0E450AC-99E5-40BB-B7E3-5145C3AEA341}"/>
                    </a:ext>
                  </a:extLst>
                </p14:cNvPr>
                <p14:cNvContentPartPr/>
                <p14:nvPr/>
              </p14:nvContentPartPr>
              <p14:xfrm>
                <a:off x="10366775" y="3436506"/>
                <a:ext cx="166680" cy="187200"/>
              </p14:xfrm>
            </p:contentPart>
          </mc:Choice>
          <mc:Fallback>
            <p:pic>
              <p:nvPicPr>
                <p:cNvPr id="238" name="Entrada de lápiz 237">
                  <a:extLst>
                    <a:ext uri="{FF2B5EF4-FFF2-40B4-BE49-F238E27FC236}">
                      <a16:creationId xmlns:a16="http://schemas.microsoft.com/office/drawing/2014/main" id="{E0E450AC-99E5-40BB-B7E3-5145C3AEA341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10357775" y="3427866"/>
                  <a:ext cx="184320" cy="20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6" name="Grupo 245">
            <a:extLst>
              <a:ext uri="{FF2B5EF4-FFF2-40B4-BE49-F238E27FC236}">
                <a16:creationId xmlns:a16="http://schemas.microsoft.com/office/drawing/2014/main" id="{5226D271-1C26-4C85-A4A0-6C5415129FEE}"/>
              </a:ext>
            </a:extLst>
          </p:cNvPr>
          <p:cNvGrpSpPr/>
          <p:nvPr/>
        </p:nvGrpSpPr>
        <p:grpSpPr>
          <a:xfrm>
            <a:off x="8225495" y="4279266"/>
            <a:ext cx="1340640" cy="249120"/>
            <a:chOff x="8225495" y="4279266"/>
            <a:chExt cx="1340640" cy="24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39" name="Entrada de lápiz 238">
                  <a:extLst>
                    <a:ext uri="{FF2B5EF4-FFF2-40B4-BE49-F238E27FC236}">
                      <a16:creationId xmlns:a16="http://schemas.microsoft.com/office/drawing/2014/main" id="{19CDFEB0-6947-472E-83F4-D0D001770306}"/>
                    </a:ext>
                  </a:extLst>
                </p14:cNvPr>
                <p14:cNvContentPartPr/>
                <p14:nvPr/>
              </p14:nvContentPartPr>
              <p14:xfrm>
                <a:off x="8225495" y="4326786"/>
                <a:ext cx="181800" cy="190800"/>
              </p14:xfrm>
            </p:contentPart>
          </mc:Choice>
          <mc:Fallback>
            <p:pic>
              <p:nvPicPr>
                <p:cNvPr id="239" name="Entrada de lápiz 238">
                  <a:extLst>
                    <a:ext uri="{FF2B5EF4-FFF2-40B4-BE49-F238E27FC236}">
                      <a16:creationId xmlns:a16="http://schemas.microsoft.com/office/drawing/2014/main" id="{19CDFEB0-6947-472E-83F4-D0D001770306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8216495" y="4318146"/>
                  <a:ext cx="19944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40" name="Entrada de lápiz 239">
                  <a:extLst>
                    <a:ext uri="{FF2B5EF4-FFF2-40B4-BE49-F238E27FC236}">
                      <a16:creationId xmlns:a16="http://schemas.microsoft.com/office/drawing/2014/main" id="{BCBF725F-1329-467B-97F2-2188BB1F4F73}"/>
                    </a:ext>
                  </a:extLst>
                </p14:cNvPr>
                <p14:cNvContentPartPr/>
                <p14:nvPr/>
              </p14:nvContentPartPr>
              <p14:xfrm>
                <a:off x="8581535" y="4375386"/>
                <a:ext cx="129600" cy="9000"/>
              </p14:xfrm>
            </p:contentPart>
          </mc:Choice>
          <mc:Fallback>
            <p:pic>
              <p:nvPicPr>
                <p:cNvPr id="240" name="Entrada de lápiz 239">
                  <a:extLst>
                    <a:ext uri="{FF2B5EF4-FFF2-40B4-BE49-F238E27FC236}">
                      <a16:creationId xmlns:a16="http://schemas.microsoft.com/office/drawing/2014/main" id="{BCBF725F-1329-467B-97F2-2188BB1F4F73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8572895" y="4366386"/>
                  <a:ext cx="14724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41" name="Entrada de lápiz 240">
                  <a:extLst>
                    <a:ext uri="{FF2B5EF4-FFF2-40B4-BE49-F238E27FC236}">
                      <a16:creationId xmlns:a16="http://schemas.microsoft.com/office/drawing/2014/main" id="{148F18CF-2E20-45DC-A23E-7C35004A06D0}"/>
                    </a:ext>
                  </a:extLst>
                </p14:cNvPr>
                <p14:cNvContentPartPr/>
                <p14:nvPr/>
              </p14:nvContentPartPr>
              <p14:xfrm>
                <a:off x="8562815" y="4471506"/>
                <a:ext cx="195840" cy="9000"/>
              </p14:xfrm>
            </p:contentPart>
          </mc:Choice>
          <mc:Fallback>
            <p:pic>
              <p:nvPicPr>
                <p:cNvPr id="241" name="Entrada de lápiz 240">
                  <a:extLst>
                    <a:ext uri="{FF2B5EF4-FFF2-40B4-BE49-F238E27FC236}">
                      <a16:creationId xmlns:a16="http://schemas.microsoft.com/office/drawing/2014/main" id="{148F18CF-2E20-45DC-A23E-7C35004A06D0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8553815" y="4462506"/>
                  <a:ext cx="21348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42" name="Entrada de lápiz 241">
                  <a:extLst>
                    <a:ext uri="{FF2B5EF4-FFF2-40B4-BE49-F238E27FC236}">
                      <a16:creationId xmlns:a16="http://schemas.microsoft.com/office/drawing/2014/main" id="{8FE4F0FC-BA5D-4407-AAC1-75C7257C8BCE}"/>
                    </a:ext>
                  </a:extLst>
                </p14:cNvPr>
                <p14:cNvContentPartPr/>
                <p14:nvPr/>
              </p14:nvContentPartPr>
              <p14:xfrm>
                <a:off x="8883215" y="4323546"/>
                <a:ext cx="145440" cy="204840"/>
              </p14:xfrm>
            </p:contentPart>
          </mc:Choice>
          <mc:Fallback>
            <p:pic>
              <p:nvPicPr>
                <p:cNvPr id="242" name="Entrada de lápiz 241">
                  <a:extLst>
                    <a:ext uri="{FF2B5EF4-FFF2-40B4-BE49-F238E27FC236}">
                      <a16:creationId xmlns:a16="http://schemas.microsoft.com/office/drawing/2014/main" id="{8FE4F0FC-BA5D-4407-AAC1-75C7257C8BCE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8874215" y="4314546"/>
                  <a:ext cx="16308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43" name="Entrada de lápiz 242">
                  <a:extLst>
                    <a:ext uri="{FF2B5EF4-FFF2-40B4-BE49-F238E27FC236}">
                      <a16:creationId xmlns:a16="http://schemas.microsoft.com/office/drawing/2014/main" id="{247D2D9B-7AA5-4A8C-9EF1-4C62DD9588A2}"/>
                    </a:ext>
                  </a:extLst>
                </p14:cNvPr>
                <p14:cNvContentPartPr/>
                <p14:nvPr/>
              </p14:nvContentPartPr>
              <p14:xfrm>
                <a:off x="9116495" y="4301586"/>
                <a:ext cx="155880" cy="90360"/>
              </p14:xfrm>
            </p:contentPart>
          </mc:Choice>
          <mc:Fallback>
            <p:pic>
              <p:nvPicPr>
                <p:cNvPr id="243" name="Entrada de lápiz 242">
                  <a:extLst>
                    <a:ext uri="{FF2B5EF4-FFF2-40B4-BE49-F238E27FC236}">
                      <a16:creationId xmlns:a16="http://schemas.microsoft.com/office/drawing/2014/main" id="{247D2D9B-7AA5-4A8C-9EF1-4C62DD9588A2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9107855" y="4292586"/>
                  <a:ext cx="17352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44" name="Entrada de lápiz 243">
                  <a:extLst>
                    <a:ext uri="{FF2B5EF4-FFF2-40B4-BE49-F238E27FC236}">
                      <a16:creationId xmlns:a16="http://schemas.microsoft.com/office/drawing/2014/main" id="{225B5B20-8B74-4A87-B174-02189C27E29E}"/>
                    </a:ext>
                  </a:extLst>
                </p14:cNvPr>
                <p14:cNvContentPartPr/>
                <p14:nvPr/>
              </p14:nvContentPartPr>
              <p14:xfrm>
                <a:off x="9104255" y="4371786"/>
                <a:ext cx="213480" cy="155160"/>
              </p14:xfrm>
            </p:contentPart>
          </mc:Choice>
          <mc:Fallback>
            <p:pic>
              <p:nvPicPr>
                <p:cNvPr id="244" name="Entrada de lápiz 243">
                  <a:extLst>
                    <a:ext uri="{FF2B5EF4-FFF2-40B4-BE49-F238E27FC236}">
                      <a16:creationId xmlns:a16="http://schemas.microsoft.com/office/drawing/2014/main" id="{225B5B20-8B74-4A87-B174-02189C27E29E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9095255" y="4363146"/>
                  <a:ext cx="23112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45" name="Entrada de lápiz 244">
                  <a:extLst>
                    <a:ext uri="{FF2B5EF4-FFF2-40B4-BE49-F238E27FC236}">
                      <a16:creationId xmlns:a16="http://schemas.microsoft.com/office/drawing/2014/main" id="{3371AC80-77B5-4B1D-B5EB-3293E8F085F0}"/>
                    </a:ext>
                  </a:extLst>
                </p14:cNvPr>
                <p14:cNvContentPartPr/>
                <p14:nvPr/>
              </p14:nvContentPartPr>
              <p14:xfrm>
                <a:off x="9426815" y="4279266"/>
                <a:ext cx="139320" cy="247680"/>
              </p14:xfrm>
            </p:contentPart>
          </mc:Choice>
          <mc:Fallback>
            <p:pic>
              <p:nvPicPr>
                <p:cNvPr id="245" name="Entrada de lápiz 244">
                  <a:extLst>
                    <a:ext uri="{FF2B5EF4-FFF2-40B4-BE49-F238E27FC236}">
                      <a16:creationId xmlns:a16="http://schemas.microsoft.com/office/drawing/2014/main" id="{3371AC80-77B5-4B1D-B5EB-3293E8F085F0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9417815" y="4270626"/>
                  <a:ext cx="156960" cy="26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0" name="Grupo 249">
            <a:extLst>
              <a:ext uri="{FF2B5EF4-FFF2-40B4-BE49-F238E27FC236}">
                <a16:creationId xmlns:a16="http://schemas.microsoft.com/office/drawing/2014/main" id="{84B68447-F60E-4356-86A7-407A2C11BA28}"/>
              </a:ext>
            </a:extLst>
          </p:cNvPr>
          <p:cNvGrpSpPr/>
          <p:nvPr/>
        </p:nvGrpSpPr>
        <p:grpSpPr>
          <a:xfrm>
            <a:off x="3398255" y="4379706"/>
            <a:ext cx="1160280" cy="385200"/>
            <a:chOff x="3398255" y="4379706"/>
            <a:chExt cx="1160280" cy="38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155" name="Entrada de lápiz 154">
                  <a:extLst>
                    <a:ext uri="{FF2B5EF4-FFF2-40B4-BE49-F238E27FC236}">
                      <a16:creationId xmlns:a16="http://schemas.microsoft.com/office/drawing/2014/main" id="{6D6FA22D-FDD9-453C-ACFC-1BA272BBFD29}"/>
                    </a:ext>
                  </a:extLst>
                </p14:cNvPr>
                <p14:cNvContentPartPr/>
                <p14:nvPr/>
              </p14:nvContentPartPr>
              <p14:xfrm>
                <a:off x="3398255" y="4429746"/>
                <a:ext cx="80640" cy="273960"/>
              </p14:xfrm>
            </p:contentPart>
          </mc:Choice>
          <mc:Fallback>
            <p:pic>
              <p:nvPicPr>
                <p:cNvPr id="155" name="Entrada de lápiz 154">
                  <a:extLst>
                    <a:ext uri="{FF2B5EF4-FFF2-40B4-BE49-F238E27FC236}">
                      <a16:creationId xmlns:a16="http://schemas.microsoft.com/office/drawing/2014/main" id="{6D6FA22D-FDD9-453C-ACFC-1BA272BBFD29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3389255" y="4420746"/>
                  <a:ext cx="9828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156" name="Entrada de lápiz 155">
                  <a:extLst>
                    <a:ext uri="{FF2B5EF4-FFF2-40B4-BE49-F238E27FC236}">
                      <a16:creationId xmlns:a16="http://schemas.microsoft.com/office/drawing/2014/main" id="{D7BD9537-E98D-45CE-BFAD-B32C48CEC7B7}"/>
                    </a:ext>
                  </a:extLst>
                </p14:cNvPr>
                <p14:cNvContentPartPr/>
                <p14:nvPr/>
              </p14:nvContentPartPr>
              <p14:xfrm>
                <a:off x="3579695" y="4575906"/>
                <a:ext cx="158040" cy="27720"/>
              </p14:xfrm>
            </p:contentPart>
          </mc:Choice>
          <mc:Fallback>
            <p:pic>
              <p:nvPicPr>
                <p:cNvPr id="156" name="Entrada de lápiz 155">
                  <a:extLst>
                    <a:ext uri="{FF2B5EF4-FFF2-40B4-BE49-F238E27FC236}">
                      <a16:creationId xmlns:a16="http://schemas.microsoft.com/office/drawing/2014/main" id="{D7BD9537-E98D-45CE-BFAD-B32C48CEC7B7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3570695" y="4566906"/>
                  <a:ext cx="17568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159" name="Entrada de lápiz 158">
                  <a:extLst>
                    <a:ext uri="{FF2B5EF4-FFF2-40B4-BE49-F238E27FC236}">
                      <a16:creationId xmlns:a16="http://schemas.microsoft.com/office/drawing/2014/main" id="{74813DA6-2F49-4AC6-B434-AAE5383955DA}"/>
                    </a:ext>
                  </a:extLst>
                </p14:cNvPr>
                <p14:cNvContentPartPr/>
                <p14:nvPr/>
              </p14:nvContentPartPr>
              <p14:xfrm>
                <a:off x="4221215" y="4399506"/>
                <a:ext cx="138960" cy="115200"/>
              </p14:xfrm>
            </p:contentPart>
          </mc:Choice>
          <mc:Fallback>
            <p:pic>
              <p:nvPicPr>
                <p:cNvPr id="159" name="Entrada de lápiz 158">
                  <a:extLst>
                    <a:ext uri="{FF2B5EF4-FFF2-40B4-BE49-F238E27FC236}">
                      <a16:creationId xmlns:a16="http://schemas.microsoft.com/office/drawing/2014/main" id="{74813DA6-2F49-4AC6-B434-AAE5383955DA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4212575" y="4390506"/>
                  <a:ext cx="15660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160" name="Entrada de lápiz 159">
                  <a:extLst>
                    <a:ext uri="{FF2B5EF4-FFF2-40B4-BE49-F238E27FC236}">
                      <a16:creationId xmlns:a16="http://schemas.microsoft.com/office/drawing/2014/main" id="{60EAA553-1A92-4D02-8CB6-6C430D1ACC8D}"/>
                    </a:ext>
                  </a:extLst>
                </p14:cNvPr>
                <p14:cNvContentPartPr/>
                <p14:nvPr/>
              </p14:nvContentPartPr>
              <p14:xfrm>
                <a:off x="4226615" y="4492746"/>
                <a:ext cx="118080" cy="149400"/>
              </p14:xfrm>
            </p:contentPart>
          </mc:Choice>
          <mc:Fallback>
            <p:pic>
              <p:nvPicPr>
                <p:cNvPr id="160" name="Entrada de lápiz 159">
                  <a:extLst>
                    <a:ext uri="{FF2B5EF4-FFF2-40B4-BE49-F238E27FC236}">
                      <a16:creationId xmlns:a16="http://schemas.microsoft.com/office/drawing/2014/main" id="{60EAA553-1A92-4D02-8CB6-6C430D1ACC8D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4217615" y="4483746"/>
                  <a:ext cx="13572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161" name="Entrada de lápiz 160">
                  <a:extLst>
                    <a:ext uri="{FF2B5EF4-FFF2-40B4-BE49-F238E27FC236}">
                      <a16:creationId xmlns:a16="http://schemas.microsoft.com/office/drawing/2014/main" id="{3FC7B03E-4FA1-44F5-996A-A489ECE64D1A}"/>
                    </a:ext>
                  </a:extLst>
                </p14:cNvPr>
                <p14:cNvContentPartPr/>
                <p14:nvPr/>
              </p14:nvContentPartPr>
              <p14:xfrm>
                <a:off x="4449095" y="4379706"/>
                <a:ext cx="109440" cy="227160"/>
              </p14:xfrm>
            </p:contentPart>
          </mc:Choice>
          <mc:Fallback>
            <p:pic>
              <p:nvPicPr>
                <p:cNvPr id="161" name="Entrada de lápiz 160">
                  <a:extLst>
                    <a:ext uri="{FF2B5EF4-FFF2-40B4-BE49-F238E27FC236}">
                      <a16:creationId xmlns:a16="http://schemas.microsoft.com/office/drawing/2014/main" id="{3FC7B03E-4FA1-44F5-996A-A489ECE64D1A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4440455" y="4370706"/>
                  <a:ext cx="12708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48" name="Entrada de lápiz 247">
                  <a:extLst>
                    <a:ext uri="{FF2B5EF4-FFF2-40B4-BE49-F238E27FC236}">
                      <a16:creationId xmlns:a16="http://schemas.microsoft.com/office/drawing/2014/main" id="{8D2B3400-6BB1-4218-9906-B7F14A993794}"/>
                    </a:ext>
                  </a:extLst>
                </p14:cNvPr>
                <p14:cNvContentPartPr/>
                <p14:nvPr/>
              </p14:nvContentPartPr>
              <p14:xfrm>
                <a:off x="3837815" y="4463946"/>
                <a:ext cx="153360" cy="146160"/>
              </p14:xfrm>
            </p:contentPart>
          </mc:Choice>
          <mc:Fallback>
            <p:pic>
              <p:nvPicPr>
                <p:cNvPr id="248" name="Entrada de lápiz 247">
                  <a:extLst>
                    <a:ext uri="{FF2B5EF4-FFF2-40B4-BE49-F238E27FC236}">
                      <a16:creationId xmlns:a16="http://schemas.microsoft.com/office/drawing/2014/main" id="{8D2B3400-6BB1-4218-9906-B7F14A993794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3829175" y="4455306"/>
                  <a:ext cx="17100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49" name="Entrada de lápiz 248">
                  <a:extLst>
                    <a:ext uri="{FF2B5EF4-FFF2-40B4-BE49-F238E27FC236}">
                      <a16:creationId xmlns:a16="http://schemas.microsoft.com/office/drawing/2014/main" id="{F0BDF64F-0500-4FE6-B493-2C59FF7A638A}"/>
                    </a:ext>
                  </a:extLst>
                </p14:cNvPr>
                <p14:cNvContentPartPr/>
                <p14:nvPr/>
              </p14:nvContentPartPr>
              <p14:xfrm>
                <a:off x="3928895" y="4609026"/>
                <a:ext cx="141120" cy="155880"/>
              </p14:xfrm>
            </p:contentPart>
          </mc:Choice>
          <mc:Fallback>
            <p:pic>
              <p:nvPicPr>
                <p:cNvPr id="249" name="Entrada de lápiz 248">
                  <a:extLst>
                    <a:ext uri="{FF2B5EF4-FFF2-40B4-BE49-F238E27FC236}">
                      <a16:creationId xmlns:a16="http://schemas.microsoft.com/office/drawing/2014/main" id="{F0BDF64F-0500-4FE6-B493-2C59FF7A638A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3920255" y="4600026"/>
                  <a:ext cx="158760" cy="173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6566634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0</Words>
  <Application>Microsoft Office PowerPoint</Application>
  <PresentationFormat>Panorámica</PresentationFormat>
  <Paragraphs>0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Jennyfer Homez</dc:creator>
  <cp:lastModifiedBy>Jennyfer Homez</cp:lastModifiedBy>
  <cp:revision>9</cp:revision>
  <dcterms:created xsi:type="dcterms:W3CDTF">2020-05-14T23:56:13Z</dcterms:created>
  <dcterms:modified xsi:type="dcterms:W3CDTF">2020-05-15T01:13:25Z</dcterms:modified>
</cp:coreProperties>
</file>